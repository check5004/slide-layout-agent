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42.0</c:v>
                </c:pt>
                <c:pt idx="1">
                  <c:v>35.0</c:v>
                </c:pt>
                <c:pt idx="2">
                  <c:v>28.0</c:v>
                </c:pt>
                <c:pt idx="3">
                  <c:v>18.0</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b"/>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42.0</c:v>
                </c:pt>
                <c:pt idx="1">
                  <c:v>35.0</c:v>
                </c:pt>
                <c:pt idx="2">
                  <c:v>28.0</c:v>
                </c:pt>
                <c:pt idx="3">
                  <c:v>18.0</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b"/>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42.0</c:v>
                </c:pt>
                <c:pt idx="1">
                  <c:v>35.0</c:v>
                </c:pt>
                <c:pt idx="2">
                  <c:v>28.0</c:v>
                </c:pt>
                <c:pt idx="3">
                  <c:v>18.0</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l"/>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42.0</c:v>
                </c:pt>
                <c:pt idx="1">
                  <c:v>35.0</c:v>
                </c:pt>
                <c:pt idx="2">
                  <c:v>28.0</c:v>
                </c:pt>
                <c:pt idx="3">
                  <c:v>18.0</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l"/>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"ed_cover_brief_2",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"社内ナレッジ共有の調査メモ",</a:t>
            </a:r>
          </a:p>
          <a:p>
            <a:r>
              <a:t>      "refs": [</a:t>
            </a:r>
          </a:p>
          <a:p>
            <a:r>
              <a:t>        {</a:t>
            </a:r>
          </a:p>
          <a:p>
            <a:r>
              <a:t>          "source_id": "s001",</a:t>
            </a:r>
          </a:p>
          <a:p>
            <a:r>
              <a:t>          "quote": "社内ナレッジ共有の調査メモ"</a:t>
            </a:r>
          </a:p>
          <a:p>
            <a:r>
              <a:t>        }</a:t>
            </a:r>
          </a:p>
          <a:p>
            <a:r>
              <a:t>      ],</a:t>
            </a:r>
          </a:p>
          <a:p>
            <a:r>
              <a:t>      "mode": "verbatim"</a:t>
            </a:r>
          </a:p>
          <a:p>
            <a:r>
              <a:t>    },</a:t>
            </a:r>
          </a:p>
          <a:p>
            <a:r>
              <a:t>    {</a:t>
            </a:r>
          </a:p>
          <a:p>
            <a:r>
              <a:t>      "text": "検索性と信頼性を両立するための運用条件",</a:t>
            </a:r>
          </a:p>
          <a:p>
            <a:r>
              <a:t>      "refs": [</a:t>
            </a:r>
          </a:p>
          <a:p>
            <a:r>
              <a:t>        {</a:t>
            </a:r>
          </a:p>
          <a:p>
            <a:r>
              <a:t>          "source_id": "s001",</a:t>
            </a:r>
          </a:p>
          <a:p>
            <a:r>
              <a:t>          "quote": "検索性と信頼性を両立するための運用条件"</a:t>
            </a:r>
          </a:p>
          <a:p>
            <a:r>
              <a:t>        }</a:t>
            </a:r>
          </a:p>
          <a:p>
            <a:r>
              <a:t>      ],</a:t>
            </a:r>
          </a:p>
          <a:p>
            <a:r>
              <a:t>      "mode": "verbatim"</a:t>
            </a:r>
          </a:p>
          <a:p>
            <a:r>
              <a:t>    },</a:t>
            </a:r>
          </a:p>
          <a:p>
            <a:r>
              <a:t>    {</a:t>
            </a:r>
          </a:p>
          <a:p>
            <a:r>
              <a:t>      "text": "検索入口を揃える",</a:t>
            </a:r>
          </a:p>
          <a:p>
            <a:r>
              <a:t>      "refs": [</a:t>
            </a:r>
          </a:p>
          <a:p>
            <a:r>
              <a:t>        {</a:t>
            </a:r>
          </a:p>
          <a:p>
            <a:r>
              <a:t>          "source_id": "s001",</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"s001",</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"s001",</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"s001",</a:t>
            </a:r>
          </a:p>
          <a:p>
            <a:r>
              <a:t>          "quote": "原文の条件と確認日を、要約とともに残す。"</a:t>
            </a:r>
          </a:p>
          <a:p>
            <a:r>
              <a:t>        }</a:t>
            </a:r>
          </a:p>
          <a:p>
            <a:r>
              <a:t>      ],</a:t>
            </a:r>
          </a:p>
          <a:p>
            <a:r>
              <a:t>      "mode": "verbatim"</a:t>
            </a:r>
          </a:p>
          <a:p>
            <a:r>
              <a:t>    }</a:t>
            </a:r>
          </a:p>
          <a:p>
            <a:r>
              <a:t>  ],</a:t>
            </a:r>
          </a:p>
          <a:p>
            <a:r>
              <a:t>  "citations": {</a:t>
            </a:r>
          </a:p>
          <a:p>
            <a:r>
              <a:t>    "s001":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"cover",</a:t>
            </a:r>
          </a:p>
          <a:p>
            <a:r>
              <a:t>  "structural_variant": "brief",</a:t>
            </a:r>
          </a:p>
          <a:p>
            <a:r>
              <a:t>  "repetition_reason": "Catalog inventory: adjacent entries intentionally show every count/orientation for comparison; this is not a presentation sequence.",</a:t>
            </a:r>
          </a:p>
          <a:p>
            <a:r>
              <a:t>  "row_alignments": {},</a:t>
            </a:r>
          </a:p>
          <a:p>
            <a:r>
              <a:t>  "images": {},</a:t>
            </a:r>
          </a:p>
          <a:p>
            <a:r>
              <a:t>  "template_sha256": "ff0a4781bb1465467ac9ed96880843f7e2b10f8c90722b4befbca4838a610a1b"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"slide002",</a:t>
            </a:r>
          </a:p>
          <a:p>
            <a:r>
              <a:t>  "origin": "catalog",</a:t>
            </a:r>
          </a:p>
          <a:p>
            <a:r>
              <a:t>  "layout_id": "ed_cover_split_2",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"社内ナレッジ共有の調査メモ",</a:t>
            </a:r>
          </a:p>
          <a:p>
            <a:r>
              <a:t>      "refs": [</a:t>
            </a:r>
          </a:p>
          <a:p>
            <a:r>
              <a:t>        {</a:t>
            </a:r>
          </a:p>
          <a:p>
            <a:r>
              <a:t>          "source_id": "s002",</a:t>
            </a:r>
          </a:p>
          <a:p>
            <a:r>
              <a:t>          "quote": "社内ナレッジ共有の調査メモ"</a:t>
            </a:r>
          </a:p>
          <a:p>
            <a:r>
              <a:t>        }</a:t>
            </a:r>
          </a:p>
          <a:p>
            <a:r>
              <a:t>      ],</a:t>
            </a:r>
          </a:p>
          <a:p>
            <a:r>
              <a:t>      "mode": "verbatim"</a:t>
            </a:r>
          </a:p>
          <a:p>
            <a:r>
              <a:t>    },</a:t>
            </a:r>
          </a:p>
          <a:p>
            <a:r>
              <a:t>    {</a:t>
            </a:r>
          </a:p>
          <a:p>
            <a:r>
              <a:t>      "text": "検索性と信頼性を両立するための運用条件",</a:t>
            </a:r>
          </a:p>
          <a:p>
            <a:r>
              <a:t>      "refs": [</a:t>
            </a:r>
          </a:p>
          <a:p>
            <a:r>
              <a:t>        {</a:t>
            </a:r>
          </a:p>
          <a:p>
            <a:r>
              <a:t>          "source_id": "s002",</a:t>
            </a:r>
          </a:p>
          <a:p>
            <a:r>
              <a:t>          "quote": "検索性と信頼性を両立するための運用条件"</a:t>
            </a:r>
          </a:p>
          <a:p>
            <a:r>
              <a:t>        }</a:t>
            </a:r>
          </a:p>
          <a:p>
            <a:r>
              <a:t>      ],</a:t>
            </a:r>
          </a:p>
          <a:p>
            <a:r>
              <a:t>      "mode": "verbatim"</a:t>
            </a:r>
          </a:p>
          <a:p>
            <a:r>
              <a:t>    },</a:t>
            </a:r>
          </a:p>
          <a:p>
            <a:r>
              <a:t>    {</a:t>
            </a:r>
          </a:p>
          <a:p>
            <a:r>
              <a:t>      "text": "検索入口を揃える",</a:t>
            </a:r>
          </a:p>
          <a:p>
            <a:r>
              <a:t>      "refs": [</a:t>
            </a:r>
          </a:p>
          <a:p>
            <a:r>
              <a:t>        {</a:t>
            </a:r>
          </a:p>
          <a:p>
            <a:r>
              <a:t>          "source_id": "s002",</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"s002",</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"s002",</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"s002",</a:t>
            </a:r>
          </a:p>
          <a:p>
            <a:r>
              <a:t>          "quote": "原文の条件と確認日を、要約とともに残す。"</a:t>
            </a:r>
          </a:p>
          <a:p>
            <a:r>
              <a:t>        }</a:t>
            </a:r>
          </a:p>
          <a:p>
            <a:r>
              <a:t>      ],</a:t>
            </a:r>
          </a:p>
          <a:p>
            <a:r>
              <a:t>      "mode": "verbatim"</a:t>
            </a:r>
          </a:p>
          <a:p>
            <a:r>
              <a:t>    }</a:t>
            </a:r>
          </a:p>
          <a:p>
            <a:r>
              <a:t>  ],</a:t>
            </a:r>
          </a:p>
          <a:p>
            <a:r>
              <a:t>  "citations": {</a:t>
            </a:r>
          </a:p>
          <a:p>
            <a:r>
              <a:t>    "s002":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"cover",</a:t>
            </a:r>
          </a:p>
          <a:p>
            <a:r>
              <a:t>  "structural_variant": "split",</a:t>
            </a:r>
          </a:p>
          <a:p>
            <a:r>
              <a:t>  "repetition_reason": "Catalog inventory: adjacent entries intentionally show every count/orientation for comparison; this is not a presentation sequence.",</a:t>
            </a:r>
          </a:p>
          <a:p>
            <a:r>
              <a:t>  "row_alignments": {},</a:t>
            </a:r>
          </a:p>
          <a:p>
            <a:r>
              <a:t>  "images": {},</a:t>
            </a:r>
          </a:p>
          <a:p>
            <a:r>
              <a:t>  "template_sha256": "f476c5a183ded2a7c27981273ba82ae749a7abae924b527b839f099a2e510dd5"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"slide003",</a:t>
            </a:r>
          </a:p>
          <a:p>
            <a:r>
              <a:t>  "origin": "catalog",</a:t>
            </a:r>
          </a:p>
          <a:p>
            <a:r>
              <a:t>  "layout_id": "ed_cover_band_2",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"社内ナレッジ共有の調査メモ",</a:t>
            </a:r>
          </a:p>
          <a:p>
            <a:r>
              <a:t>      "refs": [</a:t>
            </a:r>
          </a:p>
          <a:p>
            <a:r>
              <a:t>        {</a:t>
            </a:r>
          </a:p>
          <a:p>
            <a:r>
              <a:t>          "source_id": "s003",</a:t>
            </a:r>
          </a:p>
          <a:p>
            <a:r>
              <a:t>          "quote": "社内ナレッジ共有の調査メモ"</a:t>
            </a:r>
          </a:p>
          <a:p>
            <a:r>
              <a:t>        }</a:t>
            </a:r>
          </a:p>
          <a:p>
            <a:r>
              <a:t>      ],</a:t>
            </a:r>
          </a:p>
          <a:p>
            <a:r>
              <a:t>      "mode": "verbatim"</a:t>
            </a:r>
          </a:p>
          <a:p>
            <a:r>
              <a:t>    },</a:t>
            </a:r>
          </a:p>
          <a:p>
            <a:r>
              <a:t>    {</a:t>
            </a:r>
          </a:p>
          <a:p>
            <a:r>
              <a:t>      "text": "検索性と信頼性を両立するための運用条件",</a:t>
            </a:r>
          </a:p>
          <a:p>
            <a:r>
              <a:t>      "refs": [</a:t>
            </a:r>
          </a:p>
          <a:p>
            <a:r>
              <a:t>        {</a:t>
            </a:r>
          </a:p>
          <a:p>
            <a:r>
              <a:t>          "source_id": "s003",</a:t>
            </a:r>
          </a:p>
          <a:p>
            <a:r>
              <a:t>          "quote": "検索性と信頼性を両立するための運用条件"</a:t>
            </a:r>
          </a:p>
          <a:p>
            <a:r>
              <a:t>        }</a:t>
            </a:r>
          </a:p>
          <a:p>
            <a:r>
              <a:t>      ],</a:t>
            </a:r>
          </a:p>
          <a:p>
            <a:r>
              <a:t>      "mode": "verbatim"</a:t>
            </a:r>
          </a:p>
          <a:p>
            <a:r>
              <a:t>    },</a:t>
            </a:r>
          </a:p>
          <a:p>
            <a:r>
              <a:t>    {</a:t>
            </a:r>
          </a:p>
          <a:p>
            <a:r>
              <a:t>      "text": "検索入口を揃える",</a:t>
            </a:r>
          </a:p>
          <a:p>
            <a:r>
              <a:t>      "refs": [</a:t>
            </a:r>
          </a:p>
          <a:p>
            <a:r>
              <a:t>        {</a:t>
            </a:r>
          </a:p>
          <a:p>
            <a:r>
              <a:t>          "source_id": "s003",</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"s003",</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"s003",</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"s003",</a:t>
            </a:r>
          </a:p>
          <a:p>
            <a:r>
              <a:t>          "quote": "原文の条件と確認日を、要約とともに残す。"</a:t>
            </a:r>
          </a:p>
          <a:p>
            <a:r>
              <a:t>        }</a:t>
            </a:r>
          </a:p>
          <a:p>
            <a:r>
              <a:t>      ],</a:t>
            </a:r>
          </a:p>
          <a:p>
            <a:r>
              <a:t>      "mode": "verbatim"</a:t>
            </a:r>
          </a:p>
          <a:p>
            <a:r>
              <a:t>    }</a:t>
            </a:r>
          </a:p>
          <a:p>
            <a:r>
              <a:t>  ],</a:t>
            </a:r>
          </a:p>
          <a:p>
            <a:r>
              <a:t>  "citations": {</a:t>
            </a:r>
          </a:p>
          <a:p>
            <a:r>
              <a:t>    "s003":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"cover",</a:t>
            </a:r>
          </a:p>
          <a:p>
            <a:r>
              <a:t>  "structural_variant": "band",</a:t>
            </a:r>
          </a:p>
          <a:p>
            <a:r>
              <a:t>  "repetition_reason": "Catalog inventory: adjacent entries intentionally show every count/orientation for comparison; this is not a presentation sequence.",</a:t>
            </a:r>
          </a:p>
          <a:p>
            <a:r>
              <a:t>  "row_alignments": {},</a:t>
            </a:r>
          </a:p>
          <a:p>
            <a:r>
              <a:t>  "images": {},</a:t>
            </a:r>
          </a:p>
          <a:p>
            <a:r>
              <a:t>  "template_sha256": "fe960f35b87867959c83e41755fd8b083265880d22d00220d08ddb9af790940b"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"slide004",</a:t>
            </a:r>
          </a:p>
          <a:p>
            <a:r>
              <a:t>  "origin": "catalog",</a:t>
            </a:r>
          </a:p>
          <a:p>
            <a:r>
              <a:t>  "layout_id": "ed_takeaway_left_3",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"s004",</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"s004",</a:t>
            </a:r>
          </a:p>
          <a:p>
            <a:r>
              <a:t>          "quote": "架空の社内調査。運用条件を整理した所見であり、効果を実証したものではない。"</a:t>
            </a:r>
          </a:p>
          <a:p>
            <a:r>
              <a:t>        }</a:t>
            </a:r>
          </a:p>
          <a:p>
            <a:r>
              <a:t>      ],</a:t>
            </a:r>
          </a:p>
          <a:p>
            <a:r>
              <a:t>      "mode": "verbatim"</a:t>
            </a:r>
          </a:p>
          <a:p>
            <a:r>
              <a:t>    },</a:t>
            </a:r>
          </a:p>
          <a:p>
            <a:r>
              <a:t>    {</a:t>
            </a:r>
          </a:p>
          <a:p>
            <a:r>
              <a:t>      "text": "検索の入口だけでなく、根拠と更新責任を一緒に設計する",</a:t>
            </a:r>
          </a:p>
          <a:p>
            <a:r>
              <a:t>      "refs": [</a:t>
            </a:r>
          </a:p>
          <a:p>
            <a:r>
              <a:t>        {</a:t>
            </a:r>
          </a:p>
          <a:p>
            <a:r>
              <a:t>          "source_id": "s004",</a:t>
            </a:r>
          </a:p>
          <a:p>
            <a:r>
              <a:t>          "quote": "検索の入口だけでなく、根拠と更新責任を一緒に設計する"</a:t>
            </a:r>
          </a:p>
          <a:p>
            <a:r>
              <a:t>        }</a:t>
            </a:r>
          </a:p>
          <a:p>
            <a:r>
              <a:t>      ],</a:t>
            </a:r>
          </a:p>
          <a:p>
            <a:r>
              <a:t>      "mode": "verbatim"</a:t>
            </a:r>
          </a:p>
          <a:p>
            <a:r>
              <a:t>    },</a:t>
            </a:r>
          </a:p>
          <a:p>
            <a:r>
              <a:t>    {</a:t>
            </a:r>
          </a:p>
          <a:p>
            <a:r>
              <a:t>      "text": "検索入口を揃える",</a:t>
            </a:r>
          </a:p>
          <a:p>
            <a:r>
              <a:t>      "refs": [</a:t>
            </a:r>
          </a:p>
          <a:p>
            <a:r>
              <a:t>        {</a:t>
            </a:r>
          </a:p>
          <a:p>
            <a:r>
              <a:t>          "source_id": "s004",</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"s004",</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"s004",</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"s004",</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"s004",</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"s004",</a:t>
            </a:r>
          </a:p>
          <a:p>
            <a:r>
              <a:t>          "quote": "変更頻度に応じて担当と再確認の時期を決める。"</a:t>
            </a:r>
          </a:p>
          <a:p>
            <a:r>
              <a:t>        }</a:t>
            </a:r>
          </a:p>
          <a:p>
            <a:r>
              <a:t>      ],</a:t>
            </a:r>
          </a:p>
          <a:p>
            <a:r>
              <a:t>      "mode": "verbatim"</a:t>
            </a:r>
          </a:p>
          <a:p>
            <a:r>
              <a:t>    }</a:t>
            </a:r>
          </a:p>
          <a:p>
            <a:r>
              <a:t>  ],</a:t>
            </a:r>
          </a:p>
          <a:p>
            <a:r>
              <a:t>  "citations": {</a:t>
            </a:r>
          </a:p>
          <a:p>
            <a:r>
              <a:t>    "s004":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"takeaway",</a:t>
            </a:r>
          </a:p>
          <a:p>
            <a:r>
              <a:t>  "structural_variant": "left",</a:t>
            </a:r>
          </a:p>
          <a:p>
            <a:r>
              <a:t>  "repetition_reason": "Catalog inventory: adjacent entries intentionally show every count/orientation for comparison; this is not a presentation sequence.",</a:t>
            </a:r>
          </a:p>
          <a:p>
            <a:r>
              <a:t>  "row_alignments": {},</a:t>
            </a:r>
          </a:p>
          <a:p>
            <a:r>
              <a:t>  "images": {},</a:t>
            </a:r>
          </a:p>
          <a:p>
            <a:r>
              <a:t>  "template_sha256": "db1f25125da205e75a77f0037a1027b3fc1cab2d964e495c40663032099caf35"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"slide005",</a:t>
            </a:r>
          </a:p>
          <a:p>
            <a:r>
              <a:t>  "origin": "catalog",</a:t>
            </a:r>
          </a:p>
          <a:p>
            <a:r>
              <a:t>  "layout_id": "ed_takeaway_right_3",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"s005",</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"s005",</a:t>
            </a:r>
          </a:p>
          <a:p>
            <a:r>
              <a:t>          "quote": "架空の社内調査。運用条件を整理した所見であり、効果を実証したものではない。"</a:t>
            </a:r>
          </a:p>
          <a:p>
            <a:r>
              <a:t>        }</a:t>
            </a:r>
          </a:p>
          <a:p>
            <a:r>
              <a:t>      ],</a:t>
            </a:r>
          </a:p>
          <a:p>
            <a:r>
              <a:t>      "mode": "verbatim"</a:t>
            </a:r>
          </a:p>
          <a:p>
            <a:r>
              <a:t>    },</a:t>
            </a:r>
          </a:p>
          <a:p>
            <a:r>
              <a:t>    {</a:t>
            </a:r>
          </a:p>
          <a:p>
            <a:r>
              <a:t>      "text": "検索の入口だけでなく、根拠と更新責任を一緒に設計する",</a:t>
            </a:r>
          </a:p>
          <a:p>
            <a:r>
              <a:t>      "refs": [</a:t>
            </a:r>
          </a:p>
          <a:p>
            <a:r>
              <a:t>        {</a:t>
            </a:r>
          </a:p>
          <a:p>
            <a:r>
              <a:t>          "source_id": "s005",</a:t>
            </a:r>
          </a:p>
          <a:p>
            <a:r>
              <a:t>          "quote": "検索の入口だけでなく、根拠と更新責任を一緒に設計する"</a:t>
            </a:r>
          </a:p>
          <a:p>
            <a:r>
              <a:t>        }</a:t>
            </a:r>
          </a:p>
          <a:p>
            <a:r>
              <a:t>      ],</a:t>
            </a:r>
          </a:p>
          <a:p>
            <a:r>
              <a:t>      "mode": "verbatim"</a:t>
            </a:r>
          </a:p>
          <a:p>
            <a:r>
              <a:t>    },</a:t>
            </a:r>
          </a:p>
          <a:p>
            <a:r>
              <a:t>    {</a:t>
            </a:r>
          </a:p>
          <a:p>
            <a:r>
              <a:t>      "text": "検索入口を揃える",</a:t>
            </a:r>
          </a:p>
          <a:p>
            <a:r>
              <a:t>      "refs": [</a:t>
            </a:r>
          </a:p>
          <a:p>
            <a:r>
              <a:t>        {</a:t>
            </a:r>
          </a:p>
          <a:p>
            <a:r>
              <a:t>          "source_id": "s005",</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"s005",</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"s005",</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"s005",</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"s005",</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"s005",</a:t>
            </a:r>
          </a:p>
          <a:p>
            <a:r>
              <a:t>          "quote": "変更頻度に応じて担当と再確認の時期を決める。"</a:t>
            </a:r>
          </a:p>
          <a:p>
            <a:r>
              <a:t>        }</a:t>
            </a:r>
          </a:p>
          <a:p>
            <a:r>
              <a:t>      ],</a:t>
            </a:r>
          </a:p>
          <a:p>
            <a:r>
              <a:t>      "mode": "verbatim"</a:t>
            </a:r>
          </a:p>
          <a:p>
            <a:r>
              <a:t>    }</a:t>
            </a:r>
          </a:p>
          <a:p>
            <a:r>
              <a:t>  ],</a:t>
            </a:r>
          </a:p>
          <a:p>
            <a:r>
              <a:t>  "citations": {</a:t>
            </a:r>
          </a:p>
          <a:p>
            <a:r>
              <a:t>    "s005":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"takeaway",</a:t>
            </a:r>
          </a:p>
          <a:p>
            <a:r>
              <a:t>  "structural_variant": "right",</a:t>
            </a:r>
          </a:p>
          <a:p>
            <a:r>
              <a:t>  "repetition_reason": "Catalog inventory: adjacent entries intentionally show every count/orientation for comparison; this is not a presentation sequence.",</a:t>
            </a:r>
          </a:p>
          <a:p>
            <a:r>
              <a:t>  "row_alignments": {},</a:t>
            </a:r>
          </a:p>
          <a:p>
            <a:r>
              <a:t>  "images": {},</a:t>
            </a:r>
          </a:p>
          <a:p>
            <a:r>
              <a:t>  "template_sha256": "4347de950c30265a7ff9c2fefd471ad334e3bd1ec95f9c360765523ea0f17e42"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"slide006",</a:t>
            </a:r>
          </a:p>
          <a:p>
            <a:r>
              <a:t>  "origin": "catalog",</a:t>
            </a:r>
          </a:p>
          <a:p>
            <a:r>
              <a:t>  "layout_id": "ed_takeaway_top_3",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"s006",</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"s006",</a:t>
            </a:r>
          </a:p>
          <a:p>
            <a:r>
              <a:t>          "quote": "架空の社内調査。運用条件を整理した所見であり、効果を実証したものではない。"</a:t>
            </a:r>
          </a:p>
          <a:p>
            <a:r>
              <a:t>        }</a:t>
            </a:r>
          </a:p>
          <a:p>
            <a:r>
              <a:t>      ],</a:t>
            </a:r>
          </a:p>
          <a:p>
            <a:r>
              <a:t>      "mode": "verbatim"</a:t>
            </a:r>
          </a:p>
          <a:p>
            <a:r>
              <a:t>    },</a:t>
            </a:r>
          </a:p>
          <a:p>
            <a:r>
              <a:t>    {</a:t>
            </a:r>
          </a:p>
          <a:p>
            <a:r>
              <a:t>      "text": "検索の入口だけでなく、根拠と更新責任を一緒に設計する",</a:t>
            </a:r>
          </a:p>
          <a:p>
            <a:r>
              <a:t>      "refs": [</a:t>
            </a:r>
          </a:p>
          <a:p>
            <a:r>
              <a:t>        {</a:t>
            </a:r>
          </a:p>
          <a:p>
            <a:r>
              <a:t>          "source_id": "s006",</a:t>
            </a:r>
          </a:p>
          <a:p>
            <a:r>
              <a:t>          "quote": "検索の入口だけでなく、根拠と更新責任を一緒に設計する"</a:t>
            </a:r>
          </a:p>
          <a:p>
            <a:r>
              <a:t>        }</a:t>
            </a:r>
          </a:p>
          <a:p>
            <a:r>
              <a:t>      ],</a:t>
            </a:r>
          </a:p>
          <a:p>
            <a:r>
              <a:t>      "mode": "verbatim"</a:t>
            </a:r>
          </a:p>
          <a:p>
            <a:r>
              <a:t>    },</a:t>
            </a:r>
          </a:p>
          <a:p>
            <a:r>
              <a:t>    {</a:t>
            </a:r>
          </a:p>
          <a:p>
            <a:r>
              <a:t>      "text": "検索入口を揃える",</a:t>
            </a:r>
          </a:p>
          <a:p>
            <a:r>
              <a:t>      "refs": [</a:t>
            </a:r>
          </a:p>
          <a:p>
            <a:r>
              <a:t>        {</a:t>
            </a:r>
          </a:p>
          <a:p>
            <a:r>
              <a:t>          "source_id": "s006",</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"s006",</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"s006",</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"s006",</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"s006",</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"s006",</a:t>
            </a:r>
          </a:p>
          <a:p>
            <a:r>
              <a:t>          "quote": "変更頻度に応じて担当と再確認の時期を決める。"</a:t>
            </a:r>
          </a:p>
          <a:p>
            <a:r>
              <a:t>        }</a:t>
            </a:r>
          </a:p>
          <a:p>
            <a:r>
              <a:t>      ],</a:t>
            </a:r>
          </a:p>
          <a:p>
            <a:r>
              <a:t>      "mode": "verbatim"</a:t>
            </a:r>
          </a:p>
          <a:p>
            <a:r>
              <a:t>    }</a:t>
            </a:r>
          </a:p>
          <a:p>
            <a:r>
              <a:t>  ],</a:t>
            </a:r>
          </a:p>
          <a:p>
            <a:r>
              <a:t>  "citations": {</a:t>
            </a:r>
          </a:p>
          <a:p>
            <a:r>
              <a:t>    "s006":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"takeaway",</a:t>
            </a:r>
          </a:p>
          <a:p>
            <a:r>
              <a:t>  "structural_variant": "top",</a:t>
            </a:r>
          </a:p>
          <a:p>
            <a:r>
              <a:t>  "repetition_reason": "Catalog inventory: adjacent entries intentionally show every count/orientation for comparison; this is not a presentation sequence.",</a:t>
            </a:r>
          </a:p>
          <a:p>
            <a:r>
              <a:t>  "row_alignments": {},</a:t>
            </a:r>
          </a:p>
          <a:p>
            <a:r>
              <a:t>  "images": {},</a:t>
            </a:r>
          </a:p>
          <a:p>
            <a:r>
              <a:t>  "template_sha256": "5897d3f6db67f784c1c93ed96c95e3ec2319f1070ec07dbcbffb9c8ec273137a"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"slide007",</a:t>
            </a:r>
          </a:p>
          <a:p>
            <a:r>
              <a:t>  "origin": "catalog",</a:t>
            </a:r>
          </a:p>
          <a:p>
            <a:r>
              <a:t>  "layout_id": "ed_takeaway_rail_3",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"s007",</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"s007",</a:t>
            </a:r>
          </a:p>
          <a:p>
            <a:r>
              <a:t>          "quote": "架空の社内調査。運用条件を整理した所見であり、効果を実証したものではない。"</a:t>
            </a:r>
          </a:p>
          <a:p>
            <a:r>
              <a:t>        }</a:t>
            </a:r>
          </a:p>
          <a:p>
            <a:r>
              <a:t>      ],</a:t>
            </a:r>
          </a:p>
          <a:p>
            <a:r>
              <a:t>      "mode": "verbatim"</a:t>
            </a:r>
          </a:p>
          <a:p>
            <a:r>
              <a:t>    },</a:t>
            </a:r>
          </a:p>
          <a:p>
            <a:r>
              <a:t>    {</a:t>
            </a:r>
          </a:p>
          <a:p>
            <a:r>
              <a:t>      "text": "検索の入口だけでなく、根拠と更新責任を一緒に設計する",</a:t>
            </a:r>
          </a:p>
          <a:p>
            <a:r>
              <a:t>      "refs": [</a:t>
            </a:r>
          </a:p>
          <a:p>
            <a:r>
              <a:t>        {</a:t>
            </a:r>
          </a:p>
          <a:p>
            <a:r>
              <a:t>          "source_id": "s007",</a:t>
            </a:r>
          </a:p>
          <a:p>
            <a:r>
              <a:t>          "quote": "検索の入口だけでなく、根拠と更新責任を一緒に設計する"</a:t>
            </a:r>
          </a:p>
          <a:p>
            <a:r>
              <a:t>        }</a:t>
            </a:r>
          </a:p>
          <a:p>
            <a:r>
              <a:t>      ],</a:t>
            </a:r>
          </a:p>
          <a:p>
            <a:r>
              <a:t>      "mode": "verbatim"</a:t>
            </a:r>
          </a:p>
          <a:p>
            <a:r>
              <a:t>    },</a:t>
            </a:r>
          </a:p>
          <a:p>
            <a:r>
              <a:t>    {</a:t>
            </a:r>
          </a:p>
          <a:p>
            <a:r>
              <a:t>      "text": "検索入口を揃える",</a:t>
            </a:r>
          </a:p>
          <a:p>
            <a:r>
              <a:t>      "refs": [</a:t>
            </a:r>
          </a:p>
          <a:p>
            <a:r>
              <a:t>        {</a:t>
            </a:r>
          </a:p>
          <a:p>
            <a:r>
              <a:t>          "source_id": "s007",</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"s007",</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"s007",</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"s007",</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"s007",</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"s007",</a:t>
            </a:r>
          </a:p>
          <a:p>
            <a:r>
              <a:t>          "quote": "変更頻度に応じて担当と再確認の時期を決める。"</a:t>
            </a:r>
          </a:p>
          <a:p>
            <a:r>
              <a:t>        }</a:t>
            </a:r>
          </a:p>
          <a:p>
            <a:r>
              <a:t>      ],</a:t>
            </a:r>
          </a:p>
          <a:p>
            <a:r>
              <a:t>      "mode": "verbatim"</a:t>
            </a:r>
          </a:p>
          <a:p>
            <a:r>
              <a:t>    }</a:t>
            </a:r>
          </a:p>
          <a:p>
            <a:r>
              <a:t>  ],</a:t>
            </a:r>
          </a:p>
          <a:p>
            <a:r>
              <a:t>  "citations": {</a:t>
            </a:r>
          </a:p>
          <a:p>
            <a:r>
              <a:t>    "s007":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"takeaway",</a:t>
            </a:r>
          </a:p>
          <a:p>
            <a:r>
              <a:t>  "structural_variant": "rail",</a:t>
            </a:r>
          </a:p>
          <a:p>
            <a:r>
              <a:t>  "repetition_reason": "Catalog inventory: adjacent entries intentionally show every count/orientation for comparison; this is not a presentation sequence.",</a:t>
            </a:r>
          </a:p>
          <a:p>
            <a:r>
              <a:t>  "row_alignments": {},</a:t>
            </a:r>
          </a:p>
          <a:p>
            <a:r>
              <a:t>  "images": {},</a:t>
            </a:r>
          </a:p>
          <a:p>
            <a:r>
              <a:t>  "template_sha256": "13e247f6abcadc3a6bedfeb12a9774e99f9a9ff9424156f758ef1976fe4ee235"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"slide008",</a:t>
            </a:r>
          </a:p>
          <a:p>
            <a:r>
              <a:t>  "origin": "catalog",</a:t>
            </a:r>
          </a:p>
          <a:p>
            <a:r>
              <a:t>  "layout_id": "ed_bullets_rows_2",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"s008",</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"s008",</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"s008",</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"s008",</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"s008",</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"s008",</a:t>
            </a:r>
          </a:p>
          <a:p>
            <a:r>
              <a:t>          "quote": "原文の条件と確認日を、要約とともに残す。"</a:t>
            </a:r>
          </a:p>
          <a:p>
            <a:r>
              <a:t>        }</a:t>
            </a:r>
          </a:p>
          <a:p>
            <a:r>
              <a:t>      ],</a:t>
            </a:r>
          </a:p>
          <a:p>
            <a:r>
              <a:t>      "mode": "verbatim"</a:t>
            </a:r>
          </a:p>
          <a:p>
            <a:r>
              <a:t>    }</a:t>
            </a:r>
          </a:p>
          <a:p>
            <a:r>
              <a:t>  ],</a:t>
            </a:r>
          </a:p>
          <a:p>
            <a:r>
              <a:t>  "citations": {</a:t>
            </a:r>
          </a:p>
          <a:p>
            <a:r>
              <a:t>    "s008":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"e610c2b21676bc64bd4e98efa06c887cbaf0645b83e43e5d2ff7df6b077f2672"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"slide009",</a:t>
            </a:r>
          </a:p>
          <a:p>
            <a:r>
              <a:t>  "origin": "catalog",</a:t>
            </a:r>
          </a:p>
          <a:p>
            <a:r>
              <a:t>  "layout_id": "ed_bullets_columns_2",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"s009",</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"s009",</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"s009",</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"s009",</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"s009",</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"s009",</a:t>
            </a:r>
          </a:p>
          <a:p>
            <a:r>
              <a:t>          "quote": "原文の条件と確認日を、要約とともに残す。"</a:t>
            </a:r>
          </a:p>
          <a:p>
            <a:r>
              <a:t>        }</a:t>
            </a:r>
          </a:p>
          <a:p>
            <a:r>
              <a:t>      ],</a:t>
            </a:r>
          </a:p>
          <a:p>
            <a:r>
              <a:t>      "mode": "verbatim"</a:t>
            </a:r>
          </a:p>
          <a:p>
            <a:r>
              <a:t>    }</a:t>
            </a:r>
          </a:p>
          <a:p>
            <a:r>
              <a:t>  ],</a:t>
            </a:r>
          </a:p>
          <a:p>
            <a:r>
              <a:t>  "citations": {</a:t>
            </a:r>
          </a:p>
          <a:p>
            <a:r>
              <a:t>    "s009":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"columns",</a:t>
            </a:r>
          </a:p>
          <a:p>
            <a:r>
              <a:t>  "repetition_reason": "Catalog inventory: adjacent entries intentionally show every count/orientation for comparison; this is not a presentation sequence.",</a:t>
            </a:r>
          </a:p>
          <a:p>
            <a:r>
              <a:t>  "row_alignments": {},</a:t>
            </a:r>
          </a:p>
          <a:p>
            <a:r>
              <a:t>  "images": {},</a:t>
            </a:r>
          </a:p>
          <a:p>
            <a:r>
              <a:t>  "template_sha256": "6539552194823b7e0aa00c8585211eda329655336bc3dd57f5331ea7134629dd"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"slide010",</a:t>
            </a:r>
          </a:p>
          <a:p>
            <a:r>
              <a:t>  "origin": "catalog",</a:t>
            </a:r>
          </a:p>
          <a:p>
            <a:r>
              <a:t>  "layout_id": "ed_bullets_rows_3",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"s010",</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"s010",</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"s010",</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"s010",</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"s010",</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"s010",</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"s010",</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"s010",</a:t>
            </a:r>
          </a:p>
          <a:p>
            <a:r>
              <a:t>          "quote": "変更頻度に応じて担当と再確認の時期を決める。"</a:t>
            </a:r>
          </a:p>
          <a:p>
            <a:r>
              <a:t>        }</a:t>
            </a:r>
          </a:p>
          <a:p>
            <a:r>
              <a:t>      ],</a:t>
            </a:r>
          </a:p>
          <a:p>
            <a:r>
              <a:t>      "mode": "verbatim"</a:t>
            </a:r>
          </a:p>
          <a:p>
            <a:r>
              <a:t>    }</a:t>
            </a:r>
          </a:p>
          <a:p>
            <a:r>
              <a:t>  ],</a:t>
            </a:r>
          </a:p>
          <a:p>
            <a:r>
              <a:t>  "citations": {</a:t>
            </a:r>
          </a:p>
          <a:p>
            <a:r>
              <a:t>    "s010":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"8aa6746e044bab56ff5a5d21155b94fb8b42642c937ad4a9c5145c2afe3ae694"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"slide011",</a:t>
            </a:r>
          </a:p>
          <a:p>
            <a:r>
              <a:t>  "origin": "catalog",</a:t>
            </a:r>
          </a:p>
          <a:p>
            <a:r>
              <a:t>  "layout_id": "ed_bullets_columns_3",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"s011",</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"s011",</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"s011",</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"s011",</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"s011",</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"s011",</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"s011",</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"s011",</a:t>
            </a:r>
          </a:p>
          <a:p>
            <a:r>
              <a:t>          "quote": "変更頻度に応じて担当と再確認の時期を決める。"</a:t>
            </a:r>
          </a:p>
          <a:p>
            <a:r>
              <a:t>        }</a:t>
            </a:r>
          </a:p>
          <a:p>
            <a:r>
              <a:t>      ],</a:t>
            </a:r>
          </a:p>
          <a:p>
            <a:r>
              <a:t>      "mode": "verbatim"</a:t>
            </a:r>
          </a:p>
          <a:p>
            <a:r>
              <a:t>    }</a:t>
            </a:r>
          </a:p>
          <a:p>
            <a:r>
              <a:t>  ],</a:t>
            </a:r>
          </a:p>
          <a:p>
            <a:r>
              <a:t>  "citations": {</a:t>
            </a:r>
          </a:p>
          <a:p>
            <a:r>
              <a:t>    "s011":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"columns",</a:t>
            </a:r>
          </a:p>
          <a:p>
            <a:r>
              <a:t>  "repetition_reason": "Catalog inventory: adjacent entries intentionally show every count/orientation for comparison; this is not a presentation sequence.",</a:t>
            </a:r>
          </a:p>
          <a:p>
            <a:r>
              <a:t>  "row_alignments": {},</a:t>
            </a:r>
          </a:p>
          <a:p>
            <a:r>
              <a:t>  "images": {},</a:t>
            </a:r>
          </a:p>
          <a:p>
            <a:r>
              <a:t>  "template_sha256": "2f6d4d7da1d5d35995777d5939757100aab6204ed62605df6e749c8074daaaa2"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"slide012",</a:t>
            </a:r>
          </a:p>
          <a:p>
            <a:r>
              <a:t>  "origin": "catalog",</a:t>
            </a:r>
          </a:p>
          <a:p>
            <a:r>
              <a:t>  "layout_id": "ed_bullets_rows_4",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"s012",</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"s012",</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"s012",</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"s012",</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"s012",</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"s012",</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"s012",</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"s012",</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"s012",</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"s012",</a:t>
            </a:r>
          </a:p>
          <a:p>
            <a:r>
              <a:t>          "quote": "適用できない場面も記録し、前提の違いを残す。"</a:t>
            </a:r>
          </a:p>
          <a:p>
            <a:r>
              <a:t>        }</a:t>
            </a:r>
          </a:p>
          <a:p>
            <a:r>
              <a:t>      ],</a:t>
            </a:r>
          </a:p>
          <a:p>
            <a:r>
              <a:t>      "mode": "verbatim"</a:t>
            </a:r>
          </a:p>
          <a:p>
            <a:r>
              <a:t>    }</a:t>
            </a:r>
          </a:p>
          <a:p>
            <a:r>
              <a:t>  ],</a:t>
            </a:r>
          </a:p>
          <a:p>
            <a:r>
              <a:t>  "citations": {</a:t>
            </a:r>
          </a:p>
          <a:p>
            <a:r>
              <a:t>    "s012":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"2ee1e86e9d07d517ee7c93b661fc055cf666560eafa73cdcd6b0f9325f228145"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"slide013",</a:t>
            </a:r>
          </a:p>
          <a:p>
            <a:r>
              <a:t>  "origin": "catalog",</a:t>
            </a:r>
          </a:p>
          <a:p>
            <a:r>
              <a:t>  "layout_id": "ed_bullets_columns_4",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"s013",</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"s013",</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"s013",</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"s013",</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"s013",</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"s013",</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"s013",</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"s013",</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"s013",</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"s013",</a:t>
            </a:r>
          </a:p>
          <a:p>
            <a:r>
              <a:t>          "quote": "適用できない場面も記録し、前提の違いを残す。"</a:t>
            </a:r>
          </a:p>
          <a:p>
            <a:r>
              <a:t>        }</a:t>
            </a:r>
          </a:p>
          <a:p>
            <a:r>
              <a:t>      ],</a:t>
            </a:r>
          </a:p>
          <a:p>
            <a:r>
              <a:t>      "mode": "verbatim"</a:t>
            </a:r>
          </a:p>
          <a:p>
            <a:r>
              <a:t>    }</a:t>
            </a:r>
          </a:p>
          <a:p>
            <a:r>
              <a:t>  ],</a:t>
            </a:r>
          </a:p>
          <a:p>
            <a:r>
              <a:t>  "citations": {</a:t>
            </a:r>
          </a:p>
          <a:p>
            <a:r>
              <a:t>    "s013":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"columns",</a:t>
            </a:r>
          </a:p>
          <a:p>
            <a:r>
              <a:t>  "repetition_reason": "Catalog inventory: adjacent entries intentionally show every count/orientation for comparison; this is not a presentation sequence.",</a:t>
            </a:r>
          </a:p>
          <a:p>
            <a:r>
              <a:t>  "row_alignments": {},</a:t>
            </a:r>
          </a:p>
          <a:p>
            <a:r>
              <a:t>  "images": {},</a:t>
            </a:r>
          </a:p>
          <a:p>
            <a:r>
              <a:t>  "template_sha256": "813c52e5a915eaeee21f5222a56126c4d9b8a36318bb9d2b5dd9940076fb9bff"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"slide014",</a:t>
            </a:r>
          </a:p>
          <a:p>
            <a:r>
              <a:t>  "origin": "catalog",</a:t>
            </a:r>
          </a:p>
          <a:p>
            <a:r>
              <a:t>  "layout_id": "ed_bullets_rows_5",</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"s014",</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"s014",</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"s014",</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"s014",</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"s014",</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"s014",</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"s014",</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"s014",</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"s014",</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"s014",</a:t>
            </a:r>
          </a:p>
          <a:p>
            <a:r>
              <a:t>          "quote": "適用できない場面も記録し、前提の違いを残す。"</a:t>
            </a:r>
          </a:p>
          <a:p>
            <a:r>
              <a:t>        }</a:t>
            </a:r>
          </a:p>
          <a:p>
            <a:r>
              <a:t>      ],</a:t>
            </a:r>
          </a:p>
          <a:p>
            <a:r>
              <a:t>      "mode": "verbatim"</a:t>
            </a:r>
          </a:p>
          <a:p>
            <a:r>
              <a:t>    },</a:t>
            </a:r>
          </a:p>
          <a:p>
            <a:r>
              <a:t>    {</a:t>
            </a:r>
          </a:p>
          <a:p>
            <a:r>
              <a:t>      "text": "比較軸を共有する",</a:t>
            </a:r>
          </a:p>
          <a:p>
            <a:r>
              <a:t>      "refs": [</a:t>
            </a:r>
          </a:p>
          <a:p>
            <a:r>
              <a:t>        {</a:t>
            </a:r>
          </a:p>
          <a:p>
            <a:r>
              <a:t>          "source_id": "s014",</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"s014",</a:t>
            </a:r>
          </a:p>
          <a:p>
            <a:r>
              <a:t>          "quote": "評価項目を揃え、異なる条件の結果を混同しない。"</a:t>
            </a:r>
          </a:p>
          <a:p>
            <a:r>
              <a:t>        }</a:t>
            </a:r>
          </a:p>
          <a:p>
            <a:r>
              <a:t>      ],</a:t>
            </a:r>
          </a:p>
          <a:p>
            <a:r>
              <a:t>      "mode": "verbatim"</a:t>
            </a:r>
          </a:p>
          <a:p>
            <a:r>
              <a:t>    }</a:t>
            </a:r>
          </a:p>
          <a:p>
            <a:r>
              <a:t>  ],</a:t>
            </a:r>
          </a:p>
          <a:p>
            <a:r>
              <a:t>  "citations": {</a:t>
            </a:r>
          </a:p>
          <a:p>
            <a:r>
              <a:t>    "s014":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"3d406d580ec4ff210153b009d16900a091cb75d78fcf7dacac394f7230590e8f"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"slide015",</a:t>
            </a:r>
          </a:p>
          <a:p>
            <a:r>
              <a:t>  "origin": "catalog",</a:t>
            </a:r>
          </a:p>
          <a:p>
            <a:r>
              <a:t>  "layout_id": "ed_bullets_columns_5",</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"s015",</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"s015",</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"s015",</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"s015",</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"s015",</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"s015",</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"s015",</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"s015",</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"s015",</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"s015",</a:t>
            </a:r>
          </a:p>
          <a:p>
            <a:r>
              <a:t>          "quote": "適用できない場面も記録し、前提の違いを残す。"</a:t>
            </a:r>
          </a:p>
          <a:p>
            <a:r>
              <a:t>        }</a:t>
            </a:r>
          </a:p>
          <a:p>
            <a:r>
              <a:t>      ],</a:t>
            </a:r>
          </a:p>
          <a:p>
            <a:r>
              <a:t>      "mode": "verbatim"</a:t>
            </a:r>
          </a:p>
          <a:p>
            <a:r>
              <a:t>    },</a:t>
            </a:r>
          </a:p>
          <a:p>
            <a:r>
              <a:t>    {</a:t>
            </a:r>
          </a:p>
          <a:p>
            <a:r>
              <a:t>      "text": "比較軸を共有する",</a:t>
            </a:r>
          </a:p>
          <a:p>
            <a:r>
              <a:t>      "refs": [</a:t>
            </a:r>
          </a:p>
          <a:p>
            <a:r>
              <a:t>        {</a:t>
            </a:r>
          </a:p>
          <a:p>
            <a:r>
              <a:t>          "source_id": "s015",</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"s015",</a:t>
            </a:r>
          </a:p>
          <a:p>
            <a:r>
              <a:t>          "quote": "評価項目を揃え、異なる条件の結果を混同しない。"</a:t>
            </a:r>
          </a:p>
          <a:p>
            <a:r>
              <a:t>        }</a:t>
            </a:r>
          </a:p>
          <a:p>
            <a:r>
              <a:t>      ],</a:t>
            </a:r>
          </a:p>
          <a:p>
            <a:r>
              <a:t>      "mode": "verbatim"</a:t>
            </a:r>
          </a:p>
          <a:p>
            <a:r>
              <a:t>    }</a:t>
            </a:r>
          </a:p>
          <a:p>
            <a:r>
              <a:t>  ],</a:t>
            </a:r>
          </a:p>
          <a:p>
            <a:r>
              <a:t>  "citations": {</a:t>
            </a:r>
          </a:p>
          <a:p>
            <a:r>
              <a:t>    "s015":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"columns",</a:t>
            </a:r>
          </a:p>
          <a:p>
            <a:r>
              <a:t>  "repetition_reason": "Catalog inventory: adjacent entries intentionally show every count/orientation for comparison; this is not a presentation sequence.",</a:t>
            </a:r>
          </a:p>
          <a:p>
            <a:r>
              <a:t>  "row_alignments": {},</a:t>
            </a:r>
          </a:p>
          <a:p>
            <a:r>
              <a:t>  "images": {},</a:t>
            </a:r>
          </a:p>
          <a:p>
            <a:r>
              <a:t>  "template_sha256": "b7d5b1debf0626023b60140ab4a421b0237df53f34837599a5a8e5f427815fbc"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"slide016",</a:t>
            </a:r>
          </a:p>
          <a:p>
            <a:r>
              <a:t>  "origin": "catalog",</a:t>
            </a:r>
          </a:p>
          <a:p>
            <a:r>
              <a:t>  "layout_id": "ed_bullets_rows_6",</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"s016",</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"s016",</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"s016",</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"s016",</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"s016",</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"s016",</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"s016",</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"s016",</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"s016",</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"s016",</a:t>
            </a:r>
          </a:p>
          <a:p>
            <a:r>
              <a:t>          "quote": "適用できない場面も記録し、前提の違いを残す。"</a:t>
            </a:r>
          </a:p>
          <a:p>
            <a:r>
              <a:t>        }</a:t>
            </a:r>
          </a:p>
          <a:p>
            <a:r>
              <a:t>      ],</a:t>
            </a:r>
          </a:p>
          <a:p>
            <a:r>
              <a:t>      "mode": "verbatim"</a:t>
            </a:r>
          </a:p>
          <a:p>
            <a:r>
              <a:t>    },</a:t>
            </a:r>
          </a:p>
          <a:p>
            <a:r>
              <a:t>    {</a:t>
            </a:r>
          </a:p>
          <a:p>
            <a:r>
              <a:t>      "text": "比較軸を共有する",</a:t>
            </a:r>
          </a:p>
          <a:p>
            <a:r>
              <a:t>      "refs": [</a:t>
            </a:r>
          </a:p>
          <a:p>
            <a:r>
              <a:t>        {</a:t>
            </a:r>
          </a:p>
          <a:p>
            <a:r>
              <a:t>          "source_id": "s016",</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"s016",</a:t>
            </a:r>
          </a:p>
          <a:p>
            <a:r>
              <a:t>          "quote": "評価項目を揃え、異なる条件の結果を混同しない。"</a:t>
            </a:r>
          </a:p>
          <a:p>
            <a:r>
              <a:t>        }</a:t>
            </a:r>
          </a:p>
          <a:p>
            <a:r>
              <a:t>      ],</a:t>
            </a:r>
          </a:p>
          <a:p>
            <a:r>
              <a:t>      "mode": "verbatim"</a:t>
            </a:r>
          </a:p>
          <a:p>
            <a:r>
              <a:t>    },</a:t>
            </a:r>
          </a:p>
          <a:p>
            <a:r>
              <a:t>    {</a:t>
            </a:r>
          </a:p>
          <a:p>
            <a:r>
              <a:t>      "text": "確認先を残す",</a:t>
            </a:r>
          </a:p>
          <a:p>
            <a:r>
              <a:t>      "refs": [</a:t>
            </a:r>
          </a:p>
          <a:p>
            <a:r>
              <a:t>        {</a:t>
            </a:r>
          </a:p>
          <a:p>
            <a:r>
              <a:t>          "source_id": "s016",</a:t>
            </a:r>
          </a:p>
          <a:p>
            <a:r>
              <a:t>          "quote": "確認先を残す"</a:t>
            </a:r>
          </a:p>
          <a:p>
            <a:r>
              <a:t>        }</a:t>
            </a:r>
          </a:p>
          <a:p>
            <a:r>
              <a:t>      ],</a:t>
            </a:r>
          </a:p>
          <a:p>
            <a:r>
              <a:t>      "mode": "verbatim"</a:t>
            </a:r>
          </a:p>
          <a:p>
            <a:r>
              <a:t>    },</a:t>
            </a:r>
          </a:p>
          <a:p>
            <a:r>
              <a:t>    {</a:t>
            </a:r>
          </a:p>
          <a:p>
            <a:r>
              <a:t>      "text": "未確認の論点と、追加調査で確かめる点を残す。",</a:t>
            </a:r>
          </a:p>
          <a:p>
            <a:r>
              <a:t>      "refs": [</a:t>
            </a:r>
          </a:p>
          <a:p>
            <a:r>
              <a:t>        {</a:t>
            </a:r>
          </a:p>
          <a:p>
            <a:r>
              <a:t>          "source_id": "s016",</a:t>
            </a:r>
          </a:p>
          <a:p>
            <a:r>
              <a:t>          "quote": "未確認の論点と、追加調査で確かめる点を残す。"</a:t>
            </a:r>
          </a:p>
          <a:p>
            <a:r>
              <a:t>        }</a:t>
            </a:r>
          </a:p>
          <a:p>
            <a:r>
              <a:t>      ],</a:t>
            </a:r>
          </a:p>
          <a:p>
            <a:r>
              <a:t>      "mode": "verbatim"</a:t>
            </a:r>
          </a:p>
          <a:p>
            <a:r>
              <a:t>    }</a:t>
            </a:r>
          </a:p>
          <a:p>
            <a:r>
              <a:t>  ],</a:t>
            </a:r>
          </a:p>
          <a:p>
            <a:r>
              <a:t>  "citations": {</a:t>
            </a:r>
          </a:p>
          <a:p>
            <a:r>
              <a:t>    "s016":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"70897604edbaa9c740ce294ae3d4e4687c739bc98479669b137cf7bb588c476a"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"slide017",</a:t>
            </a:r>
          </a:p>
          <a:p>
            <a:r>
              <a:t>  "origin": "catalog",</a:t>
            </a:r>
          </a:p>
          <a:p>
            <a:r>
              <a:t>  "layout_id": "ed_bullets_columns_6",</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"s017",</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"s017",</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"s017",</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"s017",</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"s017",</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"s017",</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"s017",</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"s017",</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"s017",</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"s017",</a:t>
            </a:r>
          </a:p>
          <a:p>
            <a:r>
              <a:t>          "quote": "適用できない場面も記録し、前提の違いを残す。"</a:t>
            </a:r>
          </a:p>
          <a:p>
            <a:r>
              <a:t>        }</a:t>
            </a:r>
          </a:p>
          <a:p>
            <a:r>
              <a:t>      ],</a:t>
            </a:r>
          </a:p>
          <a:p>
            <a:r>
              <a:t>      "mode": "verbatim"</a:t>
            </a:r>
          </a:p>
          <a:p>
            <a:r>
              <a:t>    },</a:t>
            </a:r>
          </a:p>
          <a:p>
            <a:r>
              <a:t>    {</a:t>
            </a:r>
          </a:p>
          <a:p>
            <a:r>
              <a:t>      "text": "比較軸を共有する",</a:t>
            </a:r>
          </a:p>
          <a:p>
            <a:r>
              <a:t>      "refs": [</a:t>
            </a:r>
          </a:p>
          <a:p>
            <a:r>
              <a:t>        {</a:t>
            </a:r>
          </a:p>
          <a:p>
            <a:r>
              <a:t>          "source_id": "s017",</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"s017",</a:t>
            </a:r>
          </a:p>
          <a:p>
            <a:r>
              <a:t>          "quote": "評価項目を揃え、異なる条件の結果を混同しない。"</a:t>
            </a:r>
          </a:p>
          <a:p>
            <a:r>
              <a:t>        }</a:t>
            </a:r>
          </a:p>
          <a:p>
            <a:r>
              <a:t>      ],</a:t>
            </a:r>
          </a:p>
          <a:p>
            <a:r>
              <a:t>      "mode": "verbatim"</a:t>
            </a:r>
          </a:p>
          <a:p>
            <a:r>
              <a:t>    },</a:t>
            </a:r>
          </a:p>
          <a:p>
            <a:r>
              <a:t>    {</a:t>
            </a:r>
          </a:p>
          <a:p>
            <a:r>
              <a:t>      "text": "確認先を残す",</a:t>
            </a:r>
          </a:p>
          <a:p>
            <a:r>
              <a:t>      "refs": [</a:t>
            </a:r>
          </a:p>
          <a:p>
            <a:r>
              <a:t>        {</a:t>
            </a:r>
          </a:p>
          <a:p>
            <a:r>
              <a:t>          "source_id": "s017",</a:t>
            </a:r>
          </a:p>
          <a:p>
            <a:r>
              <a:t>          "quote": "確認先を残す"</a:t>
            </a:r>
          </a:p>
          <a:p>
            <a:r>
              <a:t>        }</a:t>
            </a:r>
          </a:p>
          <a:p>
            <a:r>
              <a:t>      ],</a:t>
            </a:r>
          </a:p>
          <a:p>
            <a:r>
              <a:t>      "mode": "verbatim"</a:t>
            </a:r>
          </a:p>
          <a:p>
            <a:r>
              <a:t>    },</a:t>
            </a:r>
          </a:p>
          <a:p>
            <a:r>
              <a:t>    {</a:t>
            </a:r>
          </a:p>
          <a:p>
            <a:r>
              <a:t>      "text": "未確認の論点と、追加調査で確かめる点を残す。",</a:t>
            </a:r>
          </a:p>
          <a:p>
            <a:r>
              <a:t>      "refs": [</a:t>
            </a:r>
          </a:p>
          <a:p>
            <a:r>
              <a:t>        {</a:t>
            </a:r>
          </a:p>
          <a:p>
            <a:r>
              <a:t>          "source_id": "s017",</a:t>
            </a:r>
          </a:p>
          <a:p>
            <a:r>
              <a:t>          "quote": "未確認の論点と、追加調査で確かめる点を残す。"</a:t>
            </a:r>
          </a:p>
          <a:p>
            <a:r>
              <a:t>        }</a:t>
            </a:r>
          </a:p>
          <a:p>
            <a:r>
              <a:t>      ],</a:t>
            </a:r>
          </a:p>
          <a:p>
            <a:r>
              <a:t>      "mode": "verbatim"</a:t>
            </a:r>
          </a:p>
          <a:p>
            <a:r>
              <a:t>    }</a:t>
            </a:r>
          </a:p>
          <a:p>
            <a:r>
              <a:t>  ],</a:t>
            </a:r>
          </a:p>
          <a:p>
            <a:r>
              <a:t>  "citations": {</a:t>
            </a:r>
          </a:p>
          <a:p>
            <a:r>
              <a:t>    "s017":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"bullets",</a:t>
            </a:r>
          </a:p>
          <a:p>
            <a:r>
              <a:t>  "structural_variant": "columns",</a:t>
            </a:r>
          </a:p>
          <a:p>
            <a:r>
              <a:t>  "repetition_reason": "Catalog inventory: adjacent entries intentionally show every count/orientation for comparison; this is not a presentation sequence.",</a:t>
            </a:r>
          </a:p>
          <a:p>
            <a:r>
              <a:t>  "row_alignments": {},</a:t>
            </a:r>
          </a:p>
          <a:p>
            <a:r>
              <a:t>  "images": {},</a:t>
            </a:r>
          </a:p>
          <a:p>
            <a:r>
              <a:t>  "template_sha256": "338c1a3d7c451ff02c94545d71cae1a489b67fd4e2d906ec189dfb6bd5a03bb0"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"slide018",</a:t>
            </a:r>
          </a:p>
          <a:p>
            <a:r>
              <a:t>  "origin": "catalog",</a:t>
            </a:r>
          </a:p>
          <a:p>
            <a:r>
              <a:t>  "layout_id": "ed_cards_grid_2",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"s018",</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"s018",</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"s018",</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"s018",</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"対象：資料の入口を確認",</a:t>
            </a:r>
          </a:p>
          <a:p>
            <a:r>
              <a:t>      "refs": [</a:t>
            </a:r>
          </a:p>
          <a:p>
            <a:r>
              <a:t>        {</a:t>
            </a:r>
          </a:p>
          <a:p>
            <a:r>
              <a:t>          "source_id": "s018",</a:t>
            </a:r>
          </a:p>
          <a:p>
            <a:r>
              <a:t>          "quote": "対象：資料の入口を確認"</a:t>
            </a:r>
          </a:p>
          <a:p>
            <a:r>
              <a:t>        }</a:t>
            </a:r>
          </a:p>
          <a:p>
            <a:r>
              <a:t>      ],</a:t>
            </a:r>
          </a:p>
          <a:p>
            <a:r>
              <a:t>      "mode": "verbatim"</a:t>
            </a:r>
          </a:p>
          <a:p>
            <a:r>
              <a:t>    },</a:t>
            </a:r>
          </a:p>
          <a:p>
            <a:r>
              <a:t>    {</a:t>
            </a:r>
          </a:p>
          <a:p>
            <a:r>
              <a:t>      "text": "根拠まで辿れる",</a:t>
            </a:r>
          </a:p>
          <a:p>
            <a:r>
              <a:t>      "refs": [</a:t>
            </a:r>
          </a:p>
          <a:p>
            <a:r>
              <a:t>        {</a:t>
            </a:r>
          </a:p>
          <a:p>
            <a:r>
              <a:t>          "source_id": "s018",</a:t>
            </a:r>
          </a:p>
          <a:p>
            <a:r>
              <a:t>          "quote": "根拠まで辿れる"</a:t>
            </a:r>
          </a:p>
          <a:p>
            <a:r>
              <a:t>        }</a:t>
            </a:r>
          </a:p>
          <a:p>
            <a:r>
              <a:t>      ],</a:t>
            </a:r>
          </a:p>
          <a:p>
            <a:r>
              <a:t>      "mode": "verbatim"</a:t>
            </a:r>
          </a:p>
          <a:p>
            <a:r>
              <a:t>    },</a:t>
            </a:r>
          </a:p>
          <a:p>
            <a:r>
              <a:t>    {</a:t>
            </a:r>
          </a:p>
          <a:p>
            <a:r>
              <a:t>      "text": "要約だけで判断せず、原文の条件と確認日を一緒に読み取れる形にする。引用先の位置も残し、解釈に疑問があれば読み手が前提を確かめられるようにする。",</a:t>
            </a:r>
          </a:p>
          <a:p>
            <a:r>
              <a:t>      "refs": [</a:t>
            </a:r>
          </a:p>
          <a:p>
            <a:r>
              <a:t>        {</a:t>
            </a:r>
          </a:p>
          <a:p>
            <a:r>
              <a:t>          "source_id": "s018",</a:t>
            </a:r>
          </a:p>
          <a:p>
            <a:r>
              <a:t>          "quote": "要約だけで判断せず、原文の条件と確認日を一緒に読み取れる形にする。引用先の位置も残し、解釈に疑問があれば読み手が前提を確かめられるようにする。"</a:t>
            </a:r>
          </a:p>
          <a:p>
            <a:r>
              <a:t>        }</a:t>
            </a:r>
          </a:p>
          <a:p>
            <a:r>
              <a:t>      ],</a:t>
            </a:r>
          </a:p>
          <a:p>
            <a:r>
              <a:t>      "mode": "verbatim"</a:t>
            </a:r>
          </a:p>
          <a:p>
            <a:r>
              <a:t>    },</a:t>
            </a:r>
          </a:p>
          <a:p>
            <a:r>
              <a:t>    {</a:t>
            </a:r>
          </a:p>
          <a:p>
            <a:r>
              <a:t>      "text": "根拠：原文の条件を保持",</a:t>
            </a:r>
          </a:p>
          <a:p>
            <a:r>
              <a:t>      "refs": [</a:t>
            </a:r>
          </a:p>
          <a:p>
            <a:r>
              <a:t>        {</a:t>
            </a:r>
          </a:p>
          <a:p>
            <a:r>
              <a:t>          "source_id": "s018",</a:t>
            </a:r>
          </a:p>
          <a:p>
            <a:r>
              <a:t>          "quote": "根拠：原文の条件を保持"</a:t>
            </a:r>
          </a:p>
          <a:p>
            <a:r>
              <a:t>        }</a:t>
            </a:r>
          </a:p>
          <a:p>
            <a:r>
              <a:t>      ],</a:t>
            </a:r>
          </a:p>
          <a:p>
            <a:r>
              <a:t>      "mode": "verbatim"</a:t>
            </a:r>
          </a:p>
          <a:p>
            <a:r>
              <a:t>    }</a:t>
            </a:r>
          </a:p>
          <a:p>
            <a:r>
              <a:t>  ],</a:t>
            </a:r>
          </a:p>
          <a:p>
            <a:r>
              <a:t>  "citations": {</a:t>
            </a:r>
          </a:p>
          <a:p>
            <a:r>
              <a:t>    "s018":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"Catalog inventory: adjacent entries intentionally show every count/orientation for comparison; this is not a presentation sequence.",</a:t>
            </a:r>
          </a:p>
          <a:p>
            <a:r>
              <a:t>  "row_alignments": {},</a:t>
            </a:r>
          </a:p>
          <a:p>
            <a:r>
              <a:t>  "images": {},</a:t>
            </a:r>
          </a:p>
          <a:p>
            <a:r>
              <a:t>  "template_sha256": "c16319427a608b98e6351598a0b4e00f958151455db0f5d12772ba16dfd05ec6"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"slide019",</a:t>
            </a:r>
          </a:p>
          <a:p>
            <a:r>
              <a:t>  "origin": "catalog",</a:t>
            </a:r>
          </a:p>
          <a:p>
            <a:r>
              <a:t>  "layout_id": "ed_cards_rows_2",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"s019",</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"s019",</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"s019",</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"s019",</a:t>
            </a:r>
          </a:p>
          <a:p>
            <a:r>
              <a:t>          "quote": "用語を揃え、同じ資料へ辿れる入口を整える。"</a:t>
            </a:r>
          </a:p>
          <a:p>
            <a:r>
              <a:t>        }</a:t>
            </a:r>
          </a:p>
          <a:p>
            <a:r>
              <a:t>      ],</a:t>
            </a:r>
          </a:p>
          <a:p>
            <a:r>
              <a:t>      "mode": "verbatim"</a:t>
            </a:r>
          </a:p>
          <a:p>
            <a:r>
              <a:t>    },</a:t>
            </a:r>
          </a:p>
          <a:p>
            <a:r>
              <a:t>    {</a:t>
            </a:r>
          </a:p>
          <a:p>
            <a:r>
              <a:t>      "text": "留保：追加の確認が必要",</a:t>
            </a:r>
          </a:p>
          <a:p>
            <a:r>
              <a:t>      "refs": [</a:t>
            </a:r>
          </a:p>
          <a:p>
            <a:r>
              <a:t>        {</a:t>
            </a:r>
          </a:p>
          <a:p>
            <a:r>
              <a:t>          "source_id": "s019",</a:t>
            </a:r>
          </a:p>
          <a:p>
            <a:r>
              <a:t>          "quote": "留保：追加の確認が必要"</a:t>
            </a:r>
          </a:p>
          <a:p>
            <a:r>
              <a:t>        }</a:t>
            </a:r>
          </a:p>
          <a:p>
            <a:r>
              <a:t>      ],</a:t>
            </a:r>
          </a:p>
          <a:p>
            <a:r>
              <a:t>      "mode": "verbatim"</a:t>
            </a:r>
          </a:p>
          <a:p>
            <a:r>
              <a:t>    },</a:t>
            </a:r>
          </a:p>
          <a:p>
            <a:r>
              <a:t>    {</a:t>
            </a:r>
          </a:p>
          <a:p>
            <a:r>
              <a:t>      "text": "根拠まで辿れる",</a:t>
            </a:r>
          </a:p>
          <a:p>
            <a:r>
              <a:t>      "refs": [</a:t>
            </a:r>
          </a:p>
          <a:p>
            <a:r>
              <a:t>        {</a:t>
            </a:r>
          </a:p>
          <a:p>
            <a:r>
              <a:t>          "source_id": "s019",</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"s019",</a:t>
            </a:r>
          </a:p>
          <a:p>
            <a:r>
              <a:t>          "quote": "原文の条件と確認日を、要約とともに残す。"</a:t>
            </a:r>
          </a:p>
          <a:p>
            <a:r>
              <a:t>        }</a:t>
            </a:r>
          </a:p>
          <a:p>
            <a:r>
              <a:t>      ],</a:t>
            </a:r>
          </a:p>
          <a:p>
            <a:r>
              <a:t>      "mode": "verbatim"</a:t>
            </a:r>
          </a:p>
          <a:p>
            <a:r>
              <a:t>    },</a:t>
            </a:r>
          </a:p>
          <a:p>
            <a:r>
              <a:t>    {</a:t>
            </a:r>
          </a:p>
          <a:p>
            <a:r>
              <a:t>      "text": "留保：追加の確認が必要",</a:t>
            </a:r>
          </a:p>
          <a:p>
            <a:r>
              <a:t>      "refs": [</a:t>
            </a:r>
          </a:p>
          <a:p>
            <a:r>
              <a:t>        {</a:t>
            </a:r>
          </a:p>
          <a:p>
            <a:r>
              <a:t>          "source_id": "s019",</a:t>
            </a:r>
          </a:p>
          <a:p>
            <a:r>
              <a:t>          "quote": "留保：追加の確認が必要"</a:t>
            </a:r>
          </a:p>
          <a:p>
            <a:r>
              <a:t>        }</a:t>
            </a:r>
          </a:p>
          <a:p>
            <a:r>
              <a:t>      ],</a:t>
            </a:r>
          </a:p>
          <a:p>
            <a:r>
              <a:t>      "mode": "verbatim"</a:t>
            </a:r>
          </a:p>
          <a:p>
            <a:r>
              <a:t>    }</a:t>
            </a:r>
          </a:p>
          <a:p>
            <a:r>
              <a:t>  ],</a:t>
            </a:r>
          </a:p>
          <a:p>
            <a:r>
              <a:t>  "citations": {</a:t>
            </a:r>
          </a:p>
          <a:p>
            <a:r>
              <a:t>    "s019":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"d9c792cd2ba330d5a7fd84e8d4b74bcd2ca40d5f0a9394a4c3659327fc931c28"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"slide020",</a:t>
            </a:r>
          </a:p>
          <a:p>
            <a:r>
              <a:t>  "origin": "catalog",</a:t>
            </a:r>
          </a:p>
          <a:p>
            <a:r>
              <a:t>  "layout_id": "ed_cards_grid_3",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"s020",</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"s020",</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"s020",</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"s020",</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"対象：資料の入口を確認",</a:t>
            </a:r>
          </a:p>
          <a:p>
            <a:r>
              <a:t>      "refs": [</a:t>
            </a:r>
          </a:p>
          <a:p>
            <a:r>
              <a:t>        {</a:t>
            </a:r>
          </a:p>
          <a:p>
            <a:r>
              <a:t>          "source_id": "s020",</a:t>
            </a:r>
          </a:p>
          <a:p>
            <a:r>
              <a:t>          "quote": "対象：資料の入口を確認"</a:t>
            </a:r>
          </a:p>
          <a:p>
            <a:r>
              <a:t>        }</a:t>
            </a:r>
          </a:p>
          <a:p>
            <a:r>
              <a:t>      ],</a:t>
            </a:r>
          </a:p>
          <a:p>
            <a:r>
              <a:t>      "mode": "verbatim"</a:t>
            </a:r>
          </a:p>
          <a:p>
            <a:r>
              <a:t>    },</a:t>
            </a:r>
          </a:p>
          <a:p>
            <a:r>
              <a:t>    {</a:t>
            </a:r>
          </a:p>
          <a:p>
            <a:r>
              <a:t>      "text": "根拠まで辿れる",</a:t>
            </a:r>
          </a:p>
          <a:p>
            <a:r>
              <a:t>      "refs": [</a:t>
            </a:r>
          </a:p>
          <a:p>
            <a:r>
              <a:t>        {</a:t>
            </a:r>
          </a:p>
          <a:p>
            <a:r>
              <a:t>          "source_id": "s020",</a:t>
            </a:r>
          </a:p>
          <a:p>
            <a:r>
              <a:t>          "quote": "根拠まで辿れる"</a:t>
            </a:r>
          </a:p>
          <a:p>
            <a:r>
              <a:t>        }</a:t>
            </a:r>
          </a:p>
          <a:p>
            <a:r>
              <a:t>      ],</a:t>
            </a:r>
          </a:p>
          <a:p>
            <a:r>
              <a:t>      "mode": "verbatim"</a:t>
            </a:r>
          </a:p>
          <a:p>
            <a:r>
              <a:t>    },</a:t>
            </a:r>
          </a:p>
          <a:p>
            <a:r>
              <a:t>    {</a:t>
            </a:r>
          </a:p>
          <a:p>
            <a:r>
              <a:t>      "text": "要約だけで判断せず、原文の条件と確認日を一緒に読み取れる形にする。引用先の位置も残し、解釈に疑問があれば読み手が前提を確かめられるようにする。",</a:t>
            </a:r>
          </a:p>
          <a:p>
            <a:r>
              <a:t>      "refs": [</a:t>
            </a:r>
          </a:p>
          <a:p>
            <a:r>
              <a:t>        {</a:t>
            </a:r>
          </a:p>
          <a:p>
            <a:r>
              <a:t>          "source_id": "s020",</a:t>
            </a:r>
          </a:p>
          <a:p>
            <a:r>
              <a:t>          "quote": "要約だけで判断せず、原文の条件と確認日を一緒に読み取れる形にする。引用先の位置も残し、解釈に疑問があれば読み手が前提を確かめられるようにする。"</a:t>
            </a:r>
          </a:p>
          <a:p>
            <a:r>
              <a:t>        }</a:t>
            </a:r>
          </a:p>
          <a:p>
            <a:r>
              <a:t>      ],</a:t>
            </a:r>
          </a:p>
          <a:p>
            <a:r>
              <a:t>      "mode": "verbatim"</a:t>
            </a:r>
          </a:p>
          <a:p>
            <a:r>
              <a:t>    },</a:t>
            </a:r>
          </a:p>
          <a:p>
            <a:r>
              <a:t>    {</a:t>
            </a:r>
          </a:p>
          <a:p>
            <a:r>
              <a:t>      "text": "根拠：原文の条件を保持",</a:t>
            </a:r>
          </a:p>
          <a:p>
            <a:r>
              <a:t>      "refs": [</a:t>
            </a:r>
          </a:p>
          <a:p>
            <a:r>
              <a:t>        {</a:t>
            </a:r>
          </a:p>
          <a:p>
            <a:r>
              <a:t>          "source_id": "s020",</a:t>
            </a:r>
          </a:p>
          <a:p>
            <a:r>
              <a:t>          "quote": "根拠：原文の条件を保持"</a:t>
            </a:r>
          </a:p>
          <a:p>
            <a:r>
              <a:t>        }</a:t>
            </a:r>
          </a:p>
          <a:p>
            <a:r>
              <a:t>      ],</a:t>
            </a:r>
          </a:p>
          <a:p>
            <a:r>
              <a:t>      "mode": "verbatim"</a:t>
            </a:r>
          </a:p>
          <a:p>
            <a:r>
              <a:t>    },</a:t>
            </a:r>
          </a:p>
          <a:p>
            <a:r>
              <a:t>    {</a:t>
            </a:r>
          </a:p>
          <a:p>
            <a:r>
              <a:t>      "text": "更新範囲を決める",</a:t>
            </a:r>
          </a:p>
          <a:p>
            <a:r>
              <a:t>      "refs": [</a:t>
            </a:r>
          </a:p>
          <a:p>
            <a:r>
              <a:t>        {</a:t>
            </a:r>
          </a:p>
          <a:p>
            <a:r>
              <a:t>          "source_id": "s020",</a:t>
            </a:r>
          </a:p>
          <a:p>
            <a:r>
              <a:t>          "quote": "更新範囲を決める"</a:t>
            </a:r>
          </a:p>
          <a:p>
            <a:r>
              <a:t>        }</a:t>
            </a:r>
          </a:p>
          <a:p>
            <a:r>
              <a:t>      ],</a:t>
            </a:r>
          </a:p>
          <a:p>
            <a:r>
              <a:t>      "mode": "verbatim"</a:t>
            </a:r>
          </a:p>
          <a:p>
            <a:r>
              <a:t>    },</a:t>
            </a:r>
          </a:p>
          <a:p>
            <a:r>
              <a:t>    {</a:t>
            </a:r>
          </a:p>
          <a:p>
            <a:r>
              <a:t>      "text": "変更頻度に応じて確認担当を置き、古い記述を見分けられるようにする。更新が止まった資料は利用条件を明記し、再確認の対象として管理する。",</a:t>
            </a:r>
          </a:p>
          <a:p>
            <a:r>
              <a:t>      "refs": [</a:t>
            </a:r>
          </a:p>
          <a:p>
            <a:r>
              <a:t>        {</a:t>
            </a:r>
          </a:p>
          <a:p>
            <a:r>
              <a:t>          "source_id": "s020",</a:t>
            </a:r>
          </a:p>
          <a:p>
            <a:r>
              <a:t>          "quote": "変更頻度に応じて確認担当を置き、古い記述を見分けられるようにする。更新が止まった資料は利用条件を明記し、再確認の対象として管理する。"</a:t>
            </a:r>
          </a:p>
          <a:p>
            <a:r>
              <a:t>        }</a:t>
            </a:r>
          </a:p>
          <a:p>
            <a:r>
              <a:t>      ],</a:t>
            </a:r>
          </a:p>
          <a:p>
            <a:r>
              <a:t>      "mode": "verbatim"</a:t>
            </a:r>
          </a:p>
          <a:p>
            <a:r>
              <a:t>    },</a:t>
            </a:r>
          </a:p>
          <a:p>
            <a:r>
              <a:t>    {</a:t>
            </a:r>
          </a:p>
          <a:p>
            <a:r>
              <a:t>      "text": "留保：運用負荷は未検証",</a:t>
            </a:r>
          </a:p>
          <a:p>
            <a:r>
              <a:t>      "refs": [</a:t>
            </a:r>
          </a:p>
          <a:p>
            <a:r>
              <a:t>        {</a:t>
            </a:r>
          </a:p>
          <a:p>
            <a:r>
              <a:t>          "source_id": "s020",</a:t>
            </a:r>
          </a:p>
          <a:p>
            <a:r>
              <a:t>          "quote": "留保：運用負荷は未検証"</a:t>
            </a:r>
          </a:p>
          <a:p>
            <a:r>
              <a:t>        }</a:t>
            </a:r>
          </a:p>
          <a:p>
            <a:r>
              <a:t>      ],</a:t>
            </a:r>
          </a:p>
          <a:p>
            <a:r>
              <a:t>      "mode": "verbatim"</a:t>
            </a:r>
          </a:p>
          <a:p>
            <a:r>
              <a:t>    }</a:t>
            </a:r>
          </a:p>
          <a:p>
            <a:r>
              <a:t>  ],</a:t>
            </a:r>
          </a:p>
          <a:p>
            <a:r>
              <a:t>  "citations": {</a:t>
            </a:r>
          </a:p>
          <a:p>
            <a:r>
              <a:t>    "s020":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"Catalog inventory: adjacent entries intentionally show every count/orientation for comparison; this is not a presentation sequence.",</a:t>
            </a:r>
          </a:p>
          <a:p>
            <a:r>
              <a:t>  "row_alignments": {},</a:t>
            </a:r>
          </a:p>
          <a:p>
            <a:r>
              <a:t>  "images": {},</a:t>
            </a:r>
          </a:p>
          <a:p>
            <a:r>
              <a:t>  "template_sha256": "2bc7cd165bc5384dd2c1271100088da12a7ad76866cd16b07bf48b219f176c6a"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"slide021",</a:t>
            </a:r>
          </a:p>
          <a:p>
            <a:r>
              <a:t>  "origin": "catalog",</a:t>
            </a:r>
          </a:p>
          <a:p>
            <a:r>
              <a:t>  "layout_id": "ed_cards_rows_3",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"s021",</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"s021",</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"s021",</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"s021",</a:t>
            </a:r>
          </a:p>
          <a:p>
            <a:r>
              <a:t>          "quote": "用語を揃え、同じ資料へ辿れる入口を整える。"</a:t>
            </a:r>
          </a:p>
          <a:p>
            <a:r>
              <a:t>        }</a:t>
            </a:r>
          </a:p>
          <a:p>
            <a:r>
              <a:t>      ],</a:t>
            </a:r>
          </a:p>
          <a:p>
            <a:r>
              <a:t>      "mode": "verbatim"</a:t>
            </a:r>
          </a:p>
          <a:p>
            <a:r>
              <a:t>    },</a:t>
            </a:r>
          </a:p>
          <a:p>
            <a:r>
              <a:t>    {</a:t>
            </a:r>
          </a:p>
          <a:p>
            <a:r>
              <a:t>      "text": "留保：追加の確認が必要",</a:t>
            </a:r>
          </a:p>
          <a:p>
            <a:r>
              <a:t>      "refs": [</a:t>
            </a:r>
          </a:p>
          <a:p>
            <a:r>
              <a:t>        {</a:t>
            </a:r>
          </a:p>
          <a:p>
            <a:r>
              <a:t>          "source_id": "s021",</a:t>
            </a:r>
          </a:p>
          <a:p>
            <a:r>
              <a:t>          "quote": "留保：追加の確認が必要"</a:t>
            </a:r>
          </a:p>
          <a:p>
            <a:r>
              <a:t>        }</a:t>
            </a:r>
          </a:p>
          <a:p>
            <a:r>
              <a:t>      ],</a:t>
            </a:r>
          </a:p>
          <a:p>
            <a:r>
              <a:t>      "mode": "verbatim"</a:t>
            </a:r>
          </a:p>
          <a:p>
            <a:r>
              <a:t>    },</a:t>
            </a:r>
          </a:p>
          <a:p>
            <a:r>
              <a:t>    {</a:t>
            </a:r>
          </a:p>
          <a:p>
            <a:r>
              <a:t>      "text": "根拠まで辿れる",</a:t>
            </a:r>
          </a:p>
          <a:p>
            <a:r>
              <a:t>      "refs": [</a:t>
            </a:r>
          </a:p>
          <a:p>
            <a:r>
              <a:t>        {</a:t>
            </a:r>
          </a:p>
          <a:p>
            <a:r>
              <a:t>          "source_id": "s021",</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"s021",</a:t>
            </a:r>
          </a:p>
          <a:p>
            <a:r>
              <a:t>          "quote": "原文の条件と確認日を、要約とともに残す。"</a:t>
            </a:r>
          </a:p>
          <a:p>
            <a:r>
              <a:t>        }</a:t>
            </a:r>
          </a:p>
          <a:p>
            <a:r>
              <a:t>      ],</a:t>
            </a:r>
          </a:p>
          <a:p>
            <a:r>
              <a:t>      "mode": "verbatim"</a:t>
            </a:r>
          </a:p>
          <a:p>
            <a:r>
              <a:t>    },</a:t>
            </a:r>
          </a:p>
          <a:p>
            <a:r>
              <a:t>    {</a:t>
            </a:r>
          </a:p>
          <a:p>
            <a:r>
              <a:t>      "text": "留保：追加の確認が必要",</a:t>
            </a:r>
          </a:p>
          <a:p>
            <a:r>
              <a:t>      "refs": [</a:t>
            </a:r>
          </a:p>
          <a:p>
            <a:r>
              <a:t>        {</a:t>
            </a:r>
          </a:p>
          <a:p>
            <a:r>
              <a:t>          "source_id": "s021",</a:t>
            </a:r>
          </a:p>
          <a:p>
            <a:r>
              <a:t>          "quote": "留保：追加の確認が必要"</a:t>
            </a:r>
          </a:p>
          <a:p>
            <a:r>
              <a:t>        }</a:t>
            </a:r>
          </a:p>
          <a:p>
            <a:r>
              <a:t>      ],</a:t>
            </a:r>
          </a:p>
          <a:p>
            <a:r>
              <a:t>      "mode": "verbatim"</a:t>
            </a:r>
          </a:p>
          <a:p>
            <a:r>
              <a:t>    },</a:t>
            </a:r>
          </a:p>
          <a:p>
            <a:r>
              <a:t>    {</a:t>
            </a:r>
          </a:p>
          <a:p>
            <a:r>
              <a:t>      "text": "更新範囲を決める",</a:t>
            </a:r>
          </a:p>
          <a:p>
            <a:r>
              <a:t>      "refs": [</a:t>
            </a:r>
          </a:p>
          <a:p>
            <a:r>
              <a:t>        {</a:t>
            </a:r>
          </a:p>
          <a:p>
            <a:r>
              <a:t>          "source_id": "s021",</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"s021",</a:t>
            </a:r>
          </a:p>
          <a:p>
            <a:r>
              <a:t>          "quote": "変更頻度に応じて担当と再確認の時期を決める。"</a:t>
            </a:r>
          </a:p>
          <a:p>
            <a:r>
              <a:t>        }</a:t>
            </a:r>
          </a:p>
          <a:p>
            <a:r>
              <a:t>      ],</a:t>
            </a:r>
          </a:p>
          <a:p>
            <a:r>
              <a:t>      "mode": "verbatim"</a:t>
            </a:r>
          </a:p>
          <a:p>
            <a:r>
              <a:t>    },</a:t>
            </a:r>
          </a:p>
          <a:p>
            <a:r>
              <a:t>    {</a:t>
            </a:r>
          </a:p>
          <a:p>
            <a:r>
              <a:t>      "text": "留保：追加の確認が必要",</a:t>
            </a:r>
          </a:p>
          <a:p>
            <a:r>
              <a:t>      "refs": [</a:t>
            </a:r>
          </a:p>
          <a:p>
            <a:r>
              <a:t>        {</a:t>
            </a:r>
          </a:p>
          <a:p>
            <a:r>
              <a:t>          "source_id": "s021",</a:t>
            </a:r>
          </a:p>
          <a:p>
            <a:r>
              <a:t>          "quote": "留保：追加の確認が必要"</a:t>
            </a:r>
          </a:p>
          <a:p>
            <a:r>
              <a:t>        }</a:t>
            </a:r>
          </a:p>
          <a:p>
            <a:r>
              <a:t>      ],</a:t>
            </a:r>
          </a:p>
          <a:p>
            <a:r>
              <a:t>      "mode": "verbatim"</a:t>
            </a:r>
          </a:p>
          <a:p>
            <a:r>
              <a:t>    }</a:t>
            </a:r>
          </a:p>
          <a:p>
            <a:r>
              <a:t>  ],</a:t>
            </a:r>
          </a:p>
          <a:p>
            <a:r>
              <a:t>  "citations": {</a:t>
            </a:r>
          </a:p>
          <a:p>
            <a:r>
              <a:t>    "s021":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"c9a208653cd601df4fd7d317072f17c738f7aee0e75d980791e7c936ea99b8ab"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"slide022",</a:t>
            </a:r>
          </a:p>
          <a:p>
            <a:r>
              <a:t>  "origin": "catalog",</a:t>
            </a:r>
          </a:p>
          <a:p>
            <a:r>
              <a:t>  "layout_id": "ed_cards_grid_4",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"s022",</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"s022",</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"s022",</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"s022",</a:t>
            </a:r>
          </a:p>
          <a:p>
            <a:r>
              <a:t>          "quote": "用語を揃え、同じ資料へ辿れる入口を整える。"</a:t>
            </a:r>
          </a:p>
          <a:p>
            <a:r>
              <a:t>        }</a:t>
            </a:r>
          </a:p>
          <a:p>
            <a:r>
              <a:t>      ],</a:t>
            </a:r>
          </a:p>
          <a:p>
            <a:r>
              <a:t>      "mode": "verbatim"</a:t>
            </a:r>
          </a:p>
          <a:p>
            <a:r>
              <a:t>    },</a:t>
            </a:r>
          </a:p>
          <a:p>
            <a:r>
              <a:t>    {</a:t>
            </a:r>
          </a:p>
          <a:p>
            <a:r>
              <a:t>      "text": "対象：資料の入口を確認",</a:t>
            </a:r>
          </a:p>
          <a:p>
            <a:r>
              <a:t>      "refs": [</a:t>
            </a:r>
          </a:p>
          <a:p>
            <a:r>
              <a:t>        {</a:t>
            </a:r>
          </a:p>
          <a:p>
            <a:r>
              <a:t>          "source_id": "s022",</a:t>
            </a:r>
          </a:p>
          <a:p>
            <a:r>
              <a:t>          "quote": "対象：資料の入口を確認"</a:t>
            </a:r>
          </a:p>
          <a:p>
            <a:r>
              <a:t>        }</a:t>
            </a:r>
          </a:p>
          <a:p>
            <a:r>
              <a:t>      ],</a:t>
            </a:r>
          </a:p>
          <a:p>
            <a:r>
              <a:t>      "mode": "verbatim"</a:t>
            </a:r>
          </a:p>
          <a:p>
            <a:r>
              <a:t>    },</a:t>
            </a:r>
          </a:p>
          <a:p>
            <a:r>
              <a:t>    {</a:t>
            </a:r>
          </a:p>
          <a:p>
            <a:r>
              <a:t>      "text": "根拠まで辿れる",</a:t>
            </a:r>
          </a:p>
          <a:p>
            <a:r>
              <a:t>      "refs": [</a:t>
            </a:r>
          </a:p>
          <a:p>
            <a:r>
              <a:t>        {</a:t>
            </a:r>
          </a:p>
          <a:p>
            <a:r>
              <a:t>          "source_id": "s022",</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"s022",</a:t>
            </a:r>
          </a:p>
          <a:p>
            <a:r>
              <a:t>          "quote": "原文の条件と確認日を、要約とともに残す。"</a:t>
            </a:r>
          </a:p>
          <a:p>
            <a:r>
              <a:t>        }</a:t>
            </a:r>
          </a:p>
          <a:p>
            <a:r>
              <a:t>      ],</a:t>
            </a:r>
          </a:p>
          <a:p>
            <a:r>
              <a:t>      "mode": "verbatim"</a:t>
            </a:r>
          </a:p>
          <a:p>
            <a:r>
              <a:t>    },</a:t>
            </a:r>
          </a:p>
          <a:p>
            <a:r>
              <a:t>    {</a:t>
            </a:r>
          </a:p>
          <a:p>
            <a:r>
              <a:t>      "text": "根拠：原文の条件を保持",</a:t>
            </a:r>
          </a:p>
          <a:p>
            <a:r>
              <a:t>      "refs": [</a:t>
            </a:r>
          </a:p>
          <a:p>
            <a:r>
              <a:t>        {</a:t>
            </a:r>
          </a:p>
          <a:p>
            <a:r>
              <a:t>          "source_id": "s022",</a:t>
            </a:r>
          </a:p>
          <a:p>
            <a:r>
              <a:t>          "quote": "根拠：原文の条件を保持"</a:t>
            </a:r>
          </a:p>
          <a:p>
            <a:r>
              <a:t>        }</a:t>
            </a:r>
          </a:p>
          <a:p>
            <a:r>
              <a:t>      ],</a:t>
            </a:r>
          </a:p>
          <a:p>
            <a:r>
              <a:t>      "mode": "verbatim"</a:t>
            </a:r>
          </a:p>
          <a:p>
            <a:r>
              <a:t>    },</a:t>
            </a:r>
          </a:p>
          <a:p>
            <a:r>
              <a:t>    {</a:t>
            </a:r>
          </a:p>
          <a:p>
            <a:r>
              <a:t>      "text": "更新範囲を決める",</a:t>
            </a:r>
          </a:p>
          <a:p>
            <a:r>
              <a:t>      "refs": [</a:t>
            </a:r>
          </a:p>
          <a:p>
            <a:r>
              <a:t>        {</a:t>
            </a:r>
          </a:p>
          <a:p>
            <a:r>
              <a:t>          "source_id": "s022",</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"s022",</a:t>
            </a:r>
          </a:p>
          <a:p>
            <a:r>
              <a:t>          "quote": "変更頻度に応じて担当と再確認の時期を決める。"</a:t>
            </a:r>
          </a:p>
          <a:p>
            <a:r>
              <a:t>        }</a:t>
            </a:r>
          </a:p>
          <a:p>
            <a:r>
              <a:t>      ],</a:t>
            </a:r>
          </a:p>
          <a:p>
            <a:r>
              <a:t>      "mode": "verbatim"</a:t>
            </a:r>
          </a:p>
          <a:p>
            <a:r>
              <a:t>    },</a:t>
            </a:r>
          </a:p>
          <a:p>
            <a:r>
              <a:t>    {</a:t>
            </a:r>
          </a:p>
          <a:p>
            <a:r>
              <a:t>      "text": "留保：運用負荷は未検証",</a:t>
            </a:r>
          </a:p>
          <a:p>
            <a:r>
              <a:t>      "refs": [</a:t>
            </a:r>
          </a:p>
          <a:p>
            <a:r>
              <a:t>        {</a:t>
            </a:r>
          </a:p>
          <a:p>
            <a:r>
              <a:t>          "source_id": "s022",</a:t>
            </a:r>
          </a:p>
          <a:p>
            <a:r>
              <a:t>          "quote": "留保：運用負荷は未検証"</a:t>
            </a:r>
          </a:p>
          <a:p>
            <a:r>
              <a:t>        }</a:t>
            </a:r>
          </a:p>
          <a:p>
            <a:r>
              <a:t>      ],</a:t>
            </a:r>
          </a:p>
          <a:p>
            <a:r>
              <a:t>      "mode": "verbatim"</a:t>
            </a:r>
          </a:p>
          <a:p>
            <a:r>
              <a:t>    },</a:t>
            </a:r>
          </a:p>
          <a:p>
            <a:r>
              <a:t>    {</a:t>
            </a:r>
          </a:p>
          <a:p>
            <a:r>
              <a:t>      "text": "例外を見える化",</a:t>
            </a:r>
          </a:p>
          <a:p>
            <a:r>
              <a:t>      "refs": [</a:t>
            </a:r>
          </a:p>
          <a:p>
            <a:r>
              <a:t>        {</a:t>
            </a:r>
          </a:p>
          <a:p>
            <a:r>
              <a:t>          "source_id": "s022",</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"s022",</a:t>
            </a:r>
          </a:p>
          <a:p>
            <a:r>
              <a:t>          "quote": "適用できない場面も記録し、前提の違いを残す。"</a:t>
            </a:r>
          </a:p>
          <a:p>
            <a:r>
              <a:t>        }</a:t>
            </a:r>
          </a:p>
          <a:p>
            <a:r>
              <a:t>      ],</a:t>
            </a:r>
          </a:p>
          <a:p>
            <a:r>
              <a:t>      "mode": "verbatim"</a:t>
            </a:r>
          </a:p>
          <a:p>
            <a:r>
              <a:t>    },</a:t>
            </a:r>
          </a:p>
          <a:p>
            <a:r>
              <a:t>    {</a:t>
            </a:r>
          </a:p>
          <a:p>
            <a:r>
              <a:t>      "text": "注意：対象外の場面を含む",</a:t>
            </a:r>
          </a:p>
          <a:p>
            <a:r>
              <a:t>      "refs": [</a:t>
            </a:r>
          </a:p>
          <a:p>
            <a:r>
              <a:t>        {</a:t>
            </a:r>
          </a:p>
          <a:p>
            <a:r>
              <a:t>          "source_id": "s022",</a:t>
            </a:r>
          </a:p>
          <a:p>
            <a:r>
              <a:t>          "quote": "注意：対象外の場面を含む"</a:t>
            </a:r>
          </a:p>
          <a:p>
            <a:r>
              <a:t>        }</a:t>
            </a:r>
          </a:p>
          <a:p>
            <a:r>
              <a:t>      ],</a:t>
            </a:r>
          </a:p>
          <a:p>
            <a:r>
              <a:t>      "mode": "verbatim"</a:t>
            </a:r>
          </a:p>
          <a:p>
            <a:r>
              <a:t>    }</a:t>
            </a:r>
          </a:p>
          <a:p>
            <a:r>
              <a:t>  ],</a:t>
            </a:r>
          </a:p>
          <a:p>
            <a:r>
              <a:t>  "citations": {</a:t>
            </a:r>
          </a:p>
          <a:p>
            <a:r>
              <a:t>    "s022":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"Catalog inventory: adjacent entries intentionally show every count/orientation for comparison; this is not a presentation sequence.",</a:t>
            </a:r>
          </a:p>
          <a:p>
            <a:r>
              <a:t>  "row_alignments": {},</a:t>
            </a:r>
          </a:p>
          <a:p>
            <a:r>
              <a:t>  "images": {},</a:t>
            </a:r>
          </a:p>
          <a:p>
            <a:r>
              <a:t>  "template_sha256": "22d1336928483d1358ac8fc01f35ae2f3c89cdba49f155af53bf8f96a3f145b0"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"slide023",</a:t>
            </a:r>
          </a:p>
          <a:p>
            <a:r>
              <a:t>  "origin": "catalog",</a:t>
            </a:r>
          </a:p>
          <a:p>
            <a:r>
              <a:t>  "layout_id": "ed_cards_rows_4",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"s023",</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"s023",</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"s023",</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"s023",</a:t>
            </a:r>
          </a:p>
          <a:p>
            <a:r>
              <a:t>          "quote": "用語を揃え、同じ資料へ辿れる入口を整える。"</a:t>
            </a:r>
          </a:p>
          <a:p>
            <a:r>
              <a:t>        }</a:t>
            </a:r>
          </a:p>
          <a:p>
            <a:r>
              <a:t>      ],</a:t>
            </a:r>
          </a:p>
          <a:p>
            <a:r>
              <a:t>      "mode": "verbatim"</a:t>
            </a:r>
          </a:p>
          <a:p>
            <a:r>
              <a:t>    },</a:t>
            </a:r>
          </a:p>
          <a:p>
            <a:r>
              <a:t>    {</a:t>
            </a:r>
          </a:p>
          <a:p>
            <a:r>
              <a:t>      "text": "留保：追加の確認が必要",</a:t>
            </a:r>
          </a:p>
          <a:p>
            <a:r>
              <a:t>      "refs": [</a:t>
            </a:r>
          </a:p>
          <a:p>
            <a:r>
              <a:t>        {</a:t>
            </a:r>
          </a:p>
          <a:p>
            <a:r>
              <a:t>          "source_id": "s023",</a:t>
            </a:r>
          </a:p>
          <a:p>
            <a:r>
              <a:t>          "quote": "留保：追加の確認が必要"</a:t>
            </a:r>
          </a:p>
          <a:p>
            <a:r>
              <a:t>        }</a:t>
            </a:r>
          </a:p>
          <a:p>
            <a:r>
              <a:t>      ],</a:t>
            </a:r>
          </a:p>
          <a:p>
            <a:r>
              <a:t>      "mode": "verbatim"</a:t>
            </a:r>
          </a:p>
          <a:p>
            <a:r>
              <a:t>    },</a:t>
            </a:r>
          </a:p>
          <a:p>
            <a:r>
              <a:t>    {</a:t>
            </a:r>
          </a:p>
          <a:p>
            <a:r>
              <a:t>      "text": "根拠まで辿れる",</a:t>
            </a:r>
          </a:p>
          <a:p>
            <a:r>
              <a:t>      "refs": [</a:t>
            </a:r>
          </a:p>
          <a:p>
            <a:r>
              <a:t>        {</a:t>
            </a:r>
          </a:p>
          <a:p>
            <a:r>
              <a:t>          "source_id": "s023",</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"s023",</a:t>
            </a:r>
          </a:p>
          <a:p>
            <a:r>
              <a:t>          "quote": "原文の条件と確認日を、要約とともに残す。"</a:t>
            </a:r>
          </a:p>
          <a:p>
            <a:r>
              <a:t>        }</a:t>
            </a:r>
          </a:p>
          <a:p>
            <a:r>
              <a:t>      ],</a:t>
            </a:r>
          </a:p>
          <a:p>
            <a:r>
              <a:t>      "mode": "verbatim"</a:t>
            </a:r>
          </a:p>
          <a:p>
            <a:r>
              <a:t>    },</a:t>
            </a:r>
          </a:p>
          <a:p>
            <a:r>
              <a:t>    {</a:t>
            </a:r>
          </a:p>
          <a:p>
            <a:r>
              <a:t>      "text": "留保：追加の確認が必要",</a:t>
            </a:r>
          </a:p>
          <a:p>
            <a:r>
              <a:t>      "refs": [</a:t>
            </a:r>
          </a:p>
          <a:p>
            <a:r>
              <a:t>        {</a:t>
            </a:r>
          </a:p>
          <a:p>
            <a:r>
              <a:t>          "source_id": "s023",</a:t>
            </a:r>
          </a:p>
          <a:p>
            <a:r>
              <a:t>          "quote": "留保：追加の確認が必要"</a:t>
            </a:r>
          </a:p>
          <a:p>
            <a:r>
              <a:t>        }</a:t>
            </a:r>
          </a:p>
          <a:p>
            <a:r>
              <a:t>      ],</a:t>
            </a:r>
          </a:p>
          <a:p>
            <a:r>
              <a:t>      "mode": "verbatim"</a:t>
            </a:r>
          </a:p>
          <a:p>
            <a:r>
              <a:t>    },</a:t>
            </a:r>
          </a:p>
          <a:p>
            <a:r>
              <a:t>    {</a:t>
            </a:r>
          </a:p>
          <a:p>
            <a:r>
              <a:t>      "text": "更新範囲を決める",</a:t>
            </a:r>
          </a:p>
          <a:p>
            <a:r>
              <a:t>      "refs": [</a:t>
            </a:r>
          </a:p>
          <a:p>
            <a:r>
              <a:t>        {</a:t>
            </a:r>
          </a:p>
          <a:p>
            <a:r>
              <a:t>          "source_id": "s023",</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"s023",</a:t>
            </a:r>
          </a:p>
          <a:p>
            <a:r>
              <a:t>          "quote": "変更頻度に応じて担当と再確認の時期を決める。"</a:t>
            </a:r>
          </a:p>
          <a:p>
            <a:r>
              <a:t>        }</a:t>
            </a:r>
          </a:p>
          <a:p>
            <a:r>
              <a:t>      ],</a:t>
            </a:r>
          </a:p>
          <a:p>
            <a:r>
              <a:t>      "mode": "verbatim"</a:t>
            </a:r>
          </a:p>
          <a:p>
            <a:r>
              <a:t>    },</a:t>
            </a:r>
          </a:p>
          <a:p>
            <a:r>
              <a:t>    {</a:t>
            </a:r>
          </a:p>
          <a:p>
            <a:r>
              <a:t>      "text": "留保：追加の確認が必要",</a:t>
            </a:r>
          </a:p>
          <a:p>
            <a:r>
              <a:t>      "refs": [</a:t>
            </a:r>
          </a:p>
          <a:p>
            <a:r>
              <a:t>        {</a:t>
            </a:r>
          </a:p>
          <a:p>
            <a:r>
              <a:t>          "source_id": "s023",</a:t>
            </a:r>
          </a:p>
          <a:p>
            <a:r>
              <a:t>          "quote": "留保：追加の確認が必要"</a:t>
            </a:r>
          </a:p>
          <a:p>
            <a:r>
              <a:t>        }</a:t>
            </a:r>
          </a:p>
          <a:p>
            <a:r>
              <a:t>      ],</a:t>
            </a:r>
          </a:p>
          <a:p>
            <a:r>
              <a:t>      "mode": "verbatim"</a:t>
            </a:r>
          </a:p>
          <a:p>
            <a:r>
              <a:t>    },</a:t>
            </a:r>
          </a:p>
          <a:p>
            <a:r>
              <a:t>    {</a:t>
            </a:r>
          </a:p>
          <a:p>
            <a:r>
              <a:t>      "text": "例外を見える化",</a:t>
            </a:r>
          </a:p>
          <a:p>
            <a:r>
              <a:t>      "refs": [</a:t>
            </a:r>
          </a:p>
          <a:p>
            <a:r>
              <a:t>        {</a:t>
            </a:r>
          </a:p>
          <a:p>
            <a:r>
              <a:t>          "source_id": "s023",</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"s023",</a:t>
            </a:r>
          </a:p>
          <a:p>
            <a:r>
              <a:t>          "quote": "適用できない場面も記録し、前提の違いを残す。"</a:t>
            </a:r>
          </a:p>
          <a:p>
            <a:r>
              <a:t>        }</a:t>
            </a:r>
          </a:p>
          <a:p>
            <a:r>
              <a:t>      ],</a:t>
            </a:r>
          </a:p>
          <a:p>
            <a:r>
              <a:t>      "mode": "verbatim"</a:t>
            </a:r>
          </a:p>
          <a:p>
            <a:r>
              <a:t>    },</a:t>
            </a:r>
          </a:p>
          <a:p>
            <a:r>
              <a:t>    {</a:t>
            </a:r>
          </a:p>
          <a:p>
            <a:r>
              <a:t>      "text": "留保：追加の確認が必要",</a:t>
            </a:r>
          </a:p>
          <a:p>
            <a:r>
              <a:t>      "refs": [</a:t>
            </a:r>
          </a:p>
          <a:p>
            <a:r>
              <a:t>        {</a:t>
            </a:r>
          </a:p>
          <a:p>
            <a:r>
              <a:t>          "source_id": "s023",</a:t>
            </a:r>
          </a:p>
          <a:p>
            <a:r>
              <a:t>          "quote": "留保：追加の確認が必要"</a:t>
            </a:r>
          </a:p>
          <a:p>
            <a:r>
              <a:t>        }</a:t>
            </a:r>
          </a:p>
          <a:p>
            <a:r>
              <a:t>      ],</a:t>
            </a:r>
          </a:p>
          <a:p>
            <a:r>
              <a:t>      "mode": "verbatim"</a:t>
            </a:r>
          </a:p>
          <a:p>
            <a:r>
              <a:t>    }</a:t>
            </a:r>
          </a:p>
          <a:p>
            <a:r>
              <a:t>  ],</a:t>
            </a:r>
          </a:p>
          <a:p>
            <a:r>
              <a:t>  "citations": {</a:t>
            </a:r>
          </a:p>
          <a:p>
            <a:r>
              <a:t>    "s023":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"65f204abf42709de2c84415cfd8743b0a5fbfaa9796c8e9fb1be0c73a80b75d6"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"slide024",</a:t>
            </a:r>
          </a:p>
          <a:p>
            <a:r>
              <a:t>  "origin": "catalog",</a:t>
            </a:r>
          </a:p>
          <a:p>
            <a:r>
              <a:t>  "layout_id": "ed_cards_grid_5",</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"s024",</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"s024",</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"s024",</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"s024",</a:t>
            </a:r>
          </a:p>
          <a:p>
            <a:r>
              <a:t>          "quote": "用語を揃え、同じ資料へ辿れる入口を整える。"</a:t>
            </a:r>
          </a:p>
          <a:p>
            <a:r>
              <a:t>        }</a:t>
            </a:r>
          </a:p>
          <a:p>
            <a:r>
              <a:t>      ],</a:t>
            </a:r>
          </a:p>
          <a:p>
            <a:r>
              <a:t>      "mode": "verbatim"</a:t>
            </a:r>
          </a:p>
          <a:p>
            <a:r>
              <a:t>    },</a:t>
            </a:r>
          </a:p>
          <a:p>
            <a:r>
              <a:t>    {</a:t>
            </a:r>
          </a:p>
          <a:p>
            <a:r>
              <a:t>      "text": "対象：資料の入口を確認",</a:t>
            </a:r>
          </a:p>
          <a:p>
            <a:r>
              <a:t>      "refs": [</a:t>
            </a:r>
          </a:p>
          <a:p>
            <a:r>
              <a:t>        {</a:t>
            </a:r>
          </a:p>
          <a:p>
            <a:r>
              <a:t>          "source_id": "s024",</a:t>
            </a:r>
          </a:p>
          <a:p>
            <a:r>
              <a:t>          "quote": "対象：資料の入口を確認"</a:t>
            </a:r>
          </a:p>
          <a:p>
            <a:r>
              <a:t>        }</a:t>
            </a:r>
          </a:p>
          <a:p>
            <a:r>
              <a:t>      ],</a:t>
            </a:r>
          </a:p>
          <a:p>
            <a:r>
              <a:t>      "mode": "verbatim"</a:t>
            </a:r>
          </a:p>
          <a:p>
            <a:r>
              <a:t>    },</a:t>
            </a:r>
          </a:p>
          <a:p>
            <a:r>
              <a:t>    {</a:t>
            </a:r>
          </a:p>
          <a:p>
            <a:r>
              <a:t>      "text": "根拠まで辿れる",</a:t>
            </a:r>
          </a:p>
          <a:p>
            <a:r>
              <a:t>      "refs": [</a:t>
            </a:r>
          </a:p>
          <a:p>
            <a:r>
              <a:t>        {</a:t>
            </a:r>
          </a:p>
          <a:p>
            <a:r>
              <a:t>          "source_id": "s024",</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"s024",</a:t>
            </a:r>
          </a:p>
          <a:p>
            <a:r>
              <a:t>          "quote": "原文の条件と確認日を、要約とともに残す。"</a:t>
            </a:r>
          </a:p>
          <a:p>
            <a:r>
              <a:t>        }</a:t>
            </a:r>
          </a:p>
          <a:p>
            <a:r>
              <a:t>      ],</a:t>
            </a:r>
          </a:p>
          <a:p>
            <a:r>
              <a:t>      "mode": "verbatim"</a:t>
            </a:r>
          </a:p>
          <a:p>
            <a:r>
              <a:t>    },</a:t>
            </a:r>
          </a:p>
          <a:p>
            <a:r>
              <a:t>    {</a:t>
            </a:r>
          </a:p>
          <a:p>
            <a:r>
              <a:t>      "text": "根拠：原文の条件を保持",</a:t>
            </a:r>
          </a:p>
          <a:p>
            <a:r>
              <a:t>      "refs": [</a:t>
            </a:r>
          </a:p>
          <a:p>
            <a:r>
              <a:t>        {</a:t>
            </a:r>
          </a:p>
          <a:p>
            <a:r>
              <a:t>          "source_id": "s024",</a:t>
            </a:r>
          </a:p>
          <a:p>
            <a:r>
              <a:t>          "quote": "根拠：原文の条件を保持"</a:t>
            </a:r>
          </a:p>
          <a:p>
            <a:r>
              <a:t>        }</a:t>
            </a:r>
          </a:p>
          <a:p>
            <a:r>
              <a:t>      ],</a:t>
            </a:r>
          </a:p>
          <a:p>
            <a:r>
              <a:t>      "mode": "verbatim"</a:t>
            </a:r>
          </a:p>
          <a:p>
            <a:r>
              <a:t>    },</a:t>
            </a:r>
          </a:p>
          <a:p>
            <a:r>
              <a:t>    {</a:t>
            </a:r>
          </a:p>
          <a:p>
            <a:r>
              <a:t>      "text": "更新範囲を決める",</a:t>
            </a:r>
          </a:p>
          <a:p>
            <a:r>
              <a:t>      "refs": [</a:t>
            </a:r>
          </a:p>
          <a:p>
            <a:r>
              <a:t>        {</a:t>
            </a:r>
          </a:p>
          <a:p>
            <a:r>
              <a:t>          "source_id": "s024",</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"s024",</a:t>
            </a:r>
          </a:p>
          <a:p>
            <a:r>
              <a:t>          "quote": "変更頻度に応じて担当と再確認の時期を決める。"</a:t>
            </a:r>
          </a:p>
          <a:p>
            <a:r>
              <a:t>        }</a:t>
            </a:r>
          </a:p>
          <a:p>
            <a:r>
              <a:t>      ],</a:t>
            </a:r>
          </a:p>
          <a:p>
            <a:r>
              <a:t>      "mode": "verbatim"</a:t>
            </a:r>
          </a:p>
          <a:p>
            <a:r>
              <a:t>    },</a:t>
            </a:r>
          </a:p>
          <a:p>
            <a:r>
              <a:t>    {</a:t>
            </a:r>
          </a:p>
          <a:p>
            <a:r>
              <a:t>      "text": "留保：運用負荷は未検証",</a:t>
            </a:r>
          </a:p>
          <a:p>
            <a:r>
              <a:t>      "refs": [</a:t>
            </a:r>
          </a:p>
          <a:p>
            <a:r>
              <a:t>        {</a:t>
            </a:r>
          </a:p>
          <a:p>
            <a:r>
              <a:t>          "source_id": "s024",</a:t>
            </a:r>
          </a:p>
          <a:p>
            <a:r>
              <a:t>          "quote": "留保：運用負荷は未検証"</a:t>
            </a:r>
          </a:p>
          <a:p>
            <a:r>
              <a:t>        }</a:t>
            </a:r>
          </a:p>
          <a:p>
            <a:r>
              <a:t>      ],</a:t>
            </a:r>
          </a:p>
          <a:p>
            <a:r>
              <a:t>      "mode": "verbatim"</a:t>
            </a:r>
          </a:p>
          <a:p>
            <a:r>
              <a:t>    },</a:t>
            </a:r>
          </a:p>
          <a:p>
            <a:r>
              <a:t>    {</a:t>
            </a:r>
          </a:p>
          <a:p>
            <a:r>
              <a:t>      "text": "例外を見える化",</a:t>
            </a:r>
          </a:p>
          <a:p>
            <a:r>
              <a:t>      "refs": [</a:t>
            </a:r>
          </a:p>
          <a:p>
            <a:r>
              <a:t>        {</a:t>
            </a:r>
          </a:p>
          <a:p>
            <a:r>
              <a:t>          "source_id": "s024",</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"s024",</a:t>
            </a:r>
          </a:p>
          <a:p>
            <a:r>
              <a:t>          "quote": "適用できない場面も記録し、前提の違いを残す。"</a:t>
            </a:r>
          </a:p>
          <a:p>
            <a:r>
              <a:t>        }</a:t>
            </a:r>
          </a:p>
          <a:p>
            <a:r>
              <a:t>      ],</a:t>
            </a:r>
          </a:p>
          <a:p>
            <a:r>
              <a:t>      "mode": "verbatim"</a:t>
            </a:r>
          </a:p>
          <a:p>
            <a:r>
              <a:t>    },</a:t>
            </a:r>
          </a:p>
          <a:p>
            <a:r>
              <a:t>    {</a:t>
            </a:r>
          </a:p>
          <a:p>
            <a:r>
              <a:t>      "text": "注意：対象外の場面を含む",</a:t>
            </a:r>
          </a:p>
          <a:p>
            <a:r>
              <a:t>      "refs": [</a:t>
            </a:r>
          </a:p>
          <a:p>
            <a:r>
              <a:t>        {</a:t>
            </a:r>
          </a:p>
          <a:p>
            <a:r>
              <a:t>          "source_id": "s024",</a:t>
            </a:r>
          </a:p>
          <a:p>
            <a:r>
              <a:t>          "quote": "注意：対象外の場面を含む"</a:t>
            </a:r>
          </a:p>
          <a:p>
            <a:r>
              <a:t>        }</a:t>
            </a:r>
          </a:p>
          <a:p>
            <a:r>
              <a:t>      ],</a:t>
            </a:r>
          </a:p>
          <a:p>
            <a:r>
              <a:t>      "mode": "verbatim"</a:t>
            </a:r>
          </a:p>
          <a:p>
            <a:r>
              <a:t>    },</a:t>
            </a:r>
          </a:p>
          <a:p>
            <a:r>
              <a:t>    {</a:t>
            </a:r>
          </a:p>
          <a:p>
            <a:r>
              <a:t>      "text": "比較軸を共有する",</a:t>
            </a:r>
          </a:p>
          <a:p>
            <a:r>
              <a:t>      "refs": [</a:t>
            </a:r>
          </a:p>
          <a:p>
            <a:r>
              <a:t>        {</a:t>
            </a:r>
          </a:p>
          <a:p>
            <a:r>
              <a:t>          "source_id": "s024",</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"s024",</a:t>
            </a:r>
          </a:p>
          <a:p>
            <a:r>
              <a:t>          "quote": "評価項目を揃え、異なる条件の結果を混同しない。"</a:t>
            </a:r>
          </a:p>
          <a:p>
            <a:r>
              <a:t>        }</a:t>
            </a:r>
          </a:p>
          <a:p>
            <a:r>
              <a:t>      ],</a:t>
            </a:r>
          </a:p>
          <a:p>
            <a:r>
              <a:t>      "mode": "verbatim"</a:t>
            </a:r>
          </a:p>
          <a:p>
            <a:r>
              <a:t>    },</a:t>
            </a:r>
          </a:p>
          <a:p>
            <a:r>
              <a:t>    {</a:t>
            </a:r>
          </a:p>
          <a:p>
            <a:r>
              <a:t>      "text": "根拠：比較条件を照合",</a:t>
            </a:r>
          </a:p>
          <a:p>
            <a:r>
              <a:t>      "refs": [</a:t>
            </a:r>
          </a:p>
          <a:p>
            <a:r>
              <a:t>        {</a:t>
            </a:r>
          </a:p>
          <a:p>
            <a:r>
              <a:t>          "source_id": "s024",</a:t>
            </a:r>
          </a:p>
          <a:p>
            <a:r>
              <a:t>          "quote": "根拠：比較条件を照合"</a:t>
            </a:r>
          </a:p>
          <a:p>
            <a:r>
              <a:t>        }</a:t>
            </a:r>
          </a:p>
          <a:p>
            <a:r>
              <a:t>      ],</a:t>
            </a:r>
          </a:p>
          <a:p>
            <a:r>
              <a:t>      "mode": "verbatim"</a:t>
            </a:r>
          </a:p>
          <a:p>
            <a:r>
              <a:t>    }</a:t>
            </a:r>
          </a:p>
          <a:p>
            <a:r>
              <a:t>  ],</a:t>
            </a:r>
          </a:p>
          <a:p>
            <a:r>
              <a:t>  "citations": {</a:t>
            </a:r>
          </a:p>
          <a:p>
            <a:r>
              <a:t>    "s024":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"Catalog inventory: adjacent entries intentionally show every count/orientation for comparison; this is not a presentation sequence.",</a:t>
            </a:r>
          </a:p>
          <a:p>
            <a:r>
              <a:t>  "row_alignments": {},</a:t>
            </a:r>
          </a:p>
          <a:p>
            <a:r>
              <a:t>  "images": {},</a:t>
            </a:r>
          </a:p>
          <a:p>
            <a:r>
              <a:t>  "template_sha256": "bacc1d7df5a84622a2929414e8929dbb806380b79a8bc9562ec99f9b928a6993"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"slide025",</a:t>
            </a:r>
          </a:p>
          <a:p>
            <a:r>
              <a:t>  "origin": "catalog",</a:t>
            </a:r>
          </a:p>
          <a:p>
            <a:r>
              <a:t>  "layout_id": "ed_cards_rows_5",</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"s025",</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"s025",</a:t>
            </a:r>
          </a:p>
          <a:p>
            <a:r>
              <a:t>          "quote": "架空の社内調査。運用条件を整理した所見であり、効果を実証したものではない。"</a:t>
            </a:r>
          </a:p>
          <a:p>
            <a:r>
              <a:t>        }</a:t>
            </a:r>
          </a:p>
          <a:p>
            <a:r>
              <a:t>      ],</a:t>
            </a:r>
          </a:p>
          <a:p>
            <a:r>
              <a:t>      "mode": "verbatim"</a:t>
            </a:r>
          </a:p>
          <a:p>
            <a:r>
              <a:t>    },</a:t>
            </a:r>
          </a:p>
          <a:p>
            <a:r>
              <a:t>    {</a:t>
            </a:r>
          </a:p>
          <a:p>
            <a:r>
              <a:t>      "text": "検索の入口を部署間で揃える",</a:t>
            </a:r>
          </a:p>
          <a:p>
            <a:r>
              <a:t>      "refs": [</a:t>
            </a:r>
          </a:p>
          <a:p>
            <a:r>
              <a:t>        {</a:t>
            </a:r>
          </a:p>
          <a:p>
            <a:r>
              <a:t>          "source_id": "s025",</a:t>
            </a:r>
          </a:p>
          <a:p>
            <a:r>
              <a:t>          "quote": "検索の入口を部署間で揃える"</a:t>
            </a:r>
          </a:p>
          <a:p>
            <a:r>
              <a:t>        }</a:t>
            </a:r>
          </a:p>
          <a:p>
            <a:r>
              <a:t>      ],</a:t>
            </a:r>
          </a:p>
          <a:p>
            <a:r>
              <a:t>      "mode": "verbatim"</a:t>
            </a:r>
          </a:p>
          <a:p>
            <a:r>
              <a:t>    },</a:t>
            </a:r>
          </a:p>
          <a:p>
            <a:r>
              <a:t>    {</a:t>
            </a:r>
          </a:p>
          <a:p>
            <a:r>
              <a:t>      "text": "用語を揃え、\n同じ資料へ辿れる入口を整える。",</a:t>
            </a:r>
          </a:p>
          <a:p>
            <a:r>
              <a:t>      "refs": [</a:t>
            </a:r>
          </a:p>
          <a:p>
            <a:r>
              <a:t>        {</a:t>
            </a:r>
          </a:p>
          <a:p>
            <a:r>
              <a:t>          "source_id": "s025",</a:t>
            </a:r>
          </a:p>
          <a:p>
            <a:r>
              <a:t>          "quote": "用語を揃え、\n同じ資料へ辿れる入口を整える。"</a:t>
            </a:r>
          </a:p>
          <a:p>
            <a:r>
              <a:t>        }</a:t>
            </a:r>
          </a:p>
          <a:p>
            <a:r>
              <a:t>      ],</a:t>
            </a:r>
          </a:p>
          <a:p>
            <a:r>
              <a:t>      "mode": "verbatim"</a:t>
            </a:r>
          </a:p>
          <a:p>
            <a:r>
              <a:t>    },</a:t>
            </a:r>
          </a:p>
          <a:p>
            <a:r>
              <a:t>    {</a:t>
            </a:r>
          </a:p>
          <a:p>
            <a:r>
              <a:t>      "text": "根拠：架空資料A\n確認：日付未記録",</a:t>
            </a:r>
          </a:p>
          <a:p>
            <a:r>
              <a:t>      "refs": [</a:t>
            </a:r>
          </a:p>
          <a:p>
            <a:r>
              <a:t>        {</a:t>
            </a:r>
          </a:p>
          <a:p>
            <a:r>
              <a:t>          "source_id": "s025",</a:t>
            </a:r>
          </a:p>
          <a:p>
            <a:r>
              <a:t>          "quote": "根拠：架空資料A\n確認：日付未記録"</a:t>
            </a:r>
          </a:p>
          <a:p>
            <a:r>
              <a:t>        }</a:t>
            </a:r>
          </a:p>
          <a:p>
            <a:r>
              <a:t>      ],</a:t>
            </a:r>
          </a:p>
          <a:p>
            <a:r>
              <a:t>      "mode": "verbatim"</a:t>
            </a:r>
          </a:p>
          <a:p>
            <a:r>
              <a:t>    },</a:t>
            </a:r>
          </a:p>
          <a:p>
            <a:r>
              <a:t>    {</a:t>
            </a:r>
          </a:p>
          <a:p>
            <a:r>
              <a:t>      "text": "原文の根拠と条件へ辿れる",</a:t>
            </a:r>
          </a:p>
          <a:p>
            <a:r>
              <a:t>      "refs": [</a:t>
            </a:r>
          </a:p>
          <a:p>
            <a:r>
              <a:t>        {</a:t>
            </a:r>
          </a:p>
          <a:p>
            <a:r>
              <a:t>          "source_id": "s025",</a:t>
            </a:r>
          </a:p>
          <a:p>
            <a:r>
              <a:t>          "quote": "原文の根拠と条件へ辿れる"</a:t>
            </a:r>
          </a:p>
          <a:p>
            <a:r>
              <a:t>        }</a:t>
            </a:r>
          </a:p>
          <a:p>
            <a:r>
              <a:t>      ],</a:t>
            </a:r>
          </a:p>
          <a:p>
            <a:r>
              <a:t>      "mode": "verbatim"</a:t>
            </a:r>
          </a:p>
          <a:p>
            <a:r>
              <a:t>    },</a:t>
            </a:r>
          </a:p>
          <a:p>
            <a:r>
              <a:t>    {</a:t>
            </a:r>
          </a:p>
          <a:p>
            <a:r>
              <a:t>      "text": "原文の条件と確認日を、\n要約とともに残す。",</a:t>
            </a:r>
          </a:p>
          <a:p>
            <a:r>
              <a:t>      "refs": [</a:t>
            </a:r>
          </a:p>
          <a:p>
            <a:r>
              <a:t>        {</a:t>
            </a:r>
          </a:p>
          <a:p>
            <a:r>
              <a:t>          "source_id": "s025",</a:t>
            </a:r>
          </a:p>
          <a:p>
            <a:r>
              <a:t>          "quote": "原文の条件と確認日を、\n要約とともに残す。"</a:t>
            </a:r>
          </a:p>
          <a:p>
            <a:r>
              <a:t>        }</a:t>
            </a:r>
          </a:p>
          <a:p>
            <a:r>
              <a:t>      ],</a:t>
            </a:r>
          </a:p>
          <a:p>
            <a:r>
              <a:t>      "mode": "verbatim"</a:t>
            </a:r>
          </a:p>
          <a:p>
            <a:r>
              <a:t>    },</a:t>
            </a:r>
          </a:p>
          <a:p>
            <a:r>
              <a:t>    {</a:t>
            </a:r>
          </a:p>
          <a:p>
            <a:r>
              <a:t>      "text": "根拠：架空資料B\n確認：日付未記録",</a:t>
            </a:r>
          </a:p>
          <a:p>
            <a:r>
              <a:t>      "refs": [</a:t>
            </a:r>
          </a:p>
          <a:p>
            <a:r>
              <a:t>        {</a:t>
            </a:r>
          </a:p>
          <a:p>
            <a:r>
              <a:t>          "source_id": "s025",</a:t>
            </a:r>
          </a:p>
          <a:p>
            <a:r>
              <a:t>          "quote": "根拠：架空資料B\n確認：日付未記録"</a:t>
            </a:r>
          </a:p>
          <a:p>
            <a:r>
              <a:t>        }</a:t>
            </a:r>
          </a:p>
          <a:p>
            <a:r>
              <a:t>      ],</a:t>
            </a:r>
          </a:p>
          <a:p>
            <a:r>
              <a:t>      "mode": "verbatim"</a:t>
            </a:r>
          </a:p>
          <a:p>
            <a:r>
              <a:t>    },</a:t>
            </a:r>
          </a:p>
          <a:p>
            <a:r>
              <a:t>    {</a:t>
            </a:r>
          </a:p>
          <a:p>
            <a:r>
              <a:t>      "text": "更新範囲と担当を明確にする",</a:t>
            </a:r>
          </a:p>
          <a:p>
            <a:r>
              <a:t>      "refs": [</a:t>
            </a:r>
          </a:p>
          <a:p>
            <a:r>
              <a:t>        {</a:t>
            </a:r>
          </a:p>
          <a:p>
            <a:r>
              <a:t>          "source_id": "s025",</a:t>
            </a:r>
          </a:p>
          <a:p>
            <a:r>
              <a:t>          "quote": "更新範囲と担当を明確にする"</a:t>
            </a:r>
          </a:p>
          <a:p>
            <a:r>
              <a:t>        }</a:t>
            </a:r>
          </a:p>
          <a:p>
            <a:r>
              <a:t>      ],</a:t>
            </a:r>
          </a:p>
          <a:p>
            <a:r>
              <a:t>      "mode": "verbatim"</a:t>
            </a:r>
          </a:p>
          <a:p>
            <a:r>
              <a:t>    },</a:t>
            </a:r>
          </a:p>
          <a:p>
            <a:r>
              <a:t>    {</a:t>
            </a:r>
          </a:p>
          <a:p>
            <a:r>
              <a:t>      "text": "変更頻度に応じて、\n担当と再確認の時期を決める。",</a:t>
            </a:r>
          </a:p>
          <a:p>
            <a:r>
              <a:t>      "refs": [</a:t>
            </a:r>
          </a:p>
          <a:p>
            <a:r>
              <a:t>        {</a:t>
            </a:r>
          </a:p>
          <a:p>
            <a:r>
              <a:t>          "source_id": "s025",</a:t>
            </a:r>
          </a:p>
          <a:p>
            <a:r>
              <a:t>          "quote": "変更頻度に応じて、\n担当と再確認の時期を決める。"</a:t>
            </a:r>
          </a:p>
          <a:p>
            <a:r>
              <a:t>        }</a:t>
            </a:r>
          </a:p>
          <a:p>
            <a:r>
              <a:t>      ],</a:t>
            </a:r>
          </a:p>
          <a:p>
            <a:r>
              <a:t>      "mode": "verbatim"</a:t>
            </a:r>
          </a:p>
          <a:p>
            <a:r>
              <a:t>    },</a:t>
            </a:r>
          </a:p>
          <a:p>
            <a:r>
              <a:t>    {</a:t>
            </a:r>
          </a:p>
          <a:p>
            <a:r>
              <a:t>      "text": "根拠：架空資料C\n確認：日付未記録",</a:t>
            </a:r>
          </a:p>
          <a:p>
            <a:r>
              <a:t>      "refs": [</a:t>
            </a:r>
          </a:p>
          <a:p>
            <a:r>
              <a:t>        {</a:t>
            </a:r>
          </a:p>
          <a:p>
            <a:r>
              <a:t>          "source_id": "s025",</a:t>
            </a:r>
          </a:p>
          <a:p>
            <a:r>
              <a:t>          "quote": "根拠：架空資料C\n確認：日付未記録"</a:t>
            </a:r>
          </a:p>
          <a:p>
            <a:r>
              <a:t>        }</a:t>
            </a:r>
          </a:p>
          <a:p>
            <a:r>
              <a:t>      ],</a:t>
            </a:r>
          </a:p>
          <a:p>
            <a:r>
              <a:t>      "mode": "verbatim"</a:t>
            </a:r>
          </a:p>
          <a:p>
            <a:r>
              <a:t>    },</a:t>
            </a:r>
          </a:p>
          <a:p>
            <a:r>
              <a:t>    {</a:t>
            </a:r>
          </a:p>
          <a:p>
            <a:r>
              <a:t>      "text": "適用できない場面も記録する",</a:t>
            </a:r>
          </a:p>
          <a:p>
            <a:r>
              <a:t>      "refs": [</a:t>
            </a:r>
          </a:p>
          <a:p>
            <a:r>
              <a:t>        {</a:t>
            </a:r>
          </a:p>
          <a:p>
            <a:r>
              <a:t>          "source_id": "s025",</a:t>
            </a:r>
          </a:p>
          <a:p>
            <a:r>
              <a:t>          "quote": "適用できない場面も記録する"</a:t>
            </a:r>
          </a:p>
          <a:p>
            <a:r>
              <a:t>        }</a:t>
            </a:r>
          </a:p>
          <a:p>
            <a:r>
              <a:t>      ],</a:t>
            </a:r>
          </a:p>
          <a:p>
            <a:r>
              <a:t>      "mode": "verbatim"</a:t>
            </a:r>
          </a:p>
          <a:p>
            <a:r>
              <a:t>    },</a:t>
            </a:r>
          </a:p>
          <a:p>
            <a:r>
              <a:t>    {</a:t>
            </a:r>
          </a:p>
          <a:p>
            <a:r>
              <a:t>      "text": "適用できない場面も記録し、\n前提の違いを残す。",</a:t>
            </a:r>
          </a:p>
          <a:p>
            <a:r>
              <a:t>      "refs": [</a:t>
            </a:r>
          </a:p>
          <a:p>
            <a:r>
              <a:t>        {</a:t>
            </a:r>
          </a:p>
          <a:p>
            <a:r>
              <a:t>          "source_id": "s025",</a:t>
            </a:r>
          </a:p>
          <a:p>
            <a:r>
              <a:t>          "quote": "適用できない場面も記録し、\n前提の違いを残す。"</a:t>
            </a:r>
          </a:p>
          <a:p>
            <a:r>
              <a:t>        }</a:t>
            </a:r>
          </a:p>
          <a:p>
            <a:r>
              <a:t>      ],</a:t>
            </a:r>
          </a:p>
          <a:p>
            <a:r>
              <a:t>      "mode": "verbatim"</a:t>
            </a:r>
          </a:p>
          <a:p>
            <a:r>
              <a:t>    },</a:t>
            </a:r>
          </a:p>
          <a:p>
            <a:r>
              <a:t>    {</a:t>
            </a:r>
          </a:p>
          <a:p>
            <a:r>
              <a:t>      "text": "根拠：架空資料D\n確認：日付未記録",</a:t>
            </a:r>
          </a:p>
          <a:p>
            <a:r>
              <a:t>      "refs": [</a:t>
            </a:r>
          </a:p>
          <a:p>
            <a:r>
              <a:t>        {</a:t>
            </a:r>
          </a:p>
          <a:p>
            <a:r>
              <a:t>          "source_id": "s025",</a:t>
            </a:r>
          </a:p>
          <a:p>
            <a:r>
              <a:t>          "quote": "根拠：架空資料D\n確認：日付未記録"</a:t>
            </a:r>
          </a:p>
          <a:p>
            <a:r>
              <a:t>        }</a:t>
            </a:r>
          </a:p>
          <a:p>
            <a:r>
              <a:t>      ],</a:t>
            </a:r>
          </a:p>
          <a:p>
            <a:r>
              <a:t>      "mode": "verbatim"</a:t>
            </a:r>
          </a:p>
          <a:p>
            <a:r>
              <a:t>    },</a:t>
            </a:r>
          </a:p>
          <a:p>
            <a:r>
              <a:t>    {</a:t>
            </a:r>
          </a:p>
          <a:p>
            <a:r>
              <a:t>      "text": "比較する条件を共有する",</a:t>
            </a:r>
          </a:p>
          <a:p>
            <a:r>
              <a:t>      "refs": [</a:t>
            </a:r>
          </a:p>
          <a:p>
            <a:r>
              <a:t>        {</a:t>
            </a:r>
          </a:p>
          <a:p>
            <a:r>
              <a:t>          "source_id": "s025",</a:t>
            </a:r>
          </a:p>
          <a:p>
            <a:r>
              <a:t>          "quote": "比較する条件を共有する"</a:t>
            </a:r>
          </a:p>
          <a:p>
            <a:r>
              <a:t>        }</a:t>
            </a:r>
          </a:p>
          <a:p>
            <a:r>
              <a:t>      ],</a:t>
            </a:r>
          </a:p>
          <a:p>
            <a:r>
              <a:t>      "mode": "verbatim"</a:t>
            </a:r>
          </a:p>
          <a:p>
            <a:r>
              <a:t>    },</a:t>
            </a:r>
          </a:p>
          <a:p>
            <a:r>
              <a:t>    {</a:t>
            </a:r>
          </a:p>
          <a:p>
            <a:r>
              <a:t>      "text": "評価項目を揃え、\n異なる条件の結果を混同しない。",</a:t>
            </a:r>
          </a:p>
          <a:p>
            <a:r>
              <a:t>      "refs": [</a:t>
            </a:r>
          </a:p>
          <a:p>
            <a:r>
              <a:t>        {</a:t>
            </a:r>
          </a:p>
          <a:p>
            <a:r>
              <a:t>          "source_id": "s025",</a:t>
            </a:r>
          </a:p>
          <a:p>
            <a:r>
              <a:t>          "quote": "評価項目を揃え、\n異なる条件の結果を混同しない。"</a:t>
            </a:r>
          </a:p>
          <a:p>
            <a:r>
              <a:t>        }</a:t>
            </a:r>
          </a:p>
          <a:p>
            <a:r>
              <a:t>      ],</a:t>
            </a:r>
          </a:p>
          <a:p>
            <a:r>
              <a:t>      "mode": "verbatim"</a:t>
            </a:r>
          </a:p>
          <a:p>
            <a:r>
              <a:t>    },</a:t>
            </a:r>
          </a:p>
          <a:p>
            <a:r>
              <a:t>    {</a:t>
            </a:r>
          </a:p>
          <a:p>
            <a:r>
              <a:t>      "text": "根拠：架空資料E\n確認：日付未記録",</a:t>
            </a:r>
          </a:p>
          <a:p>
            <a:r>
              <a:t>      "refs": [</a:t>
            </a:r>
          </a:p>
          <a:p>
            <a:r>
              <a:t>        {</a:t>
            </a:r>
          </a:p>
          <a:p>
            <a:r>
              <a:t>          "source_id": "s025",</a:t>
            </a:r>
          </a:p>
          <a:p>
            <a:r>
              <a:t>          "quote": "根拠：架空資料E\n確認：日付未記録"</a:t>
            </a:r>
          </a:p>
          <a:p>
            <a:r>
              <a:t>        }</a:t>
            </a:r>
          </a:p>
          <a:p>
            <a:r>
              <a:t>      ],</a:t>
            </a:r>
          </a:p>
          <a:p>
            <a:r>
              <a:t>      "mode": "verbatim"</a:t>
            </a:r>
          </a:p>
          <a:p>
            <a:r>
              <a:t>    }</a:t>
            </a:r>
          </a:p>
          <a:p>
            <a:r>
              <a:t>  ],</a:t>
            </a:r>
          </a:p>
          <a:p>
            <a:r>
              <a:t>  "citations": {</a:t>
            </a:r>
          </a:p>
          <a:p>
            <a:r>
              <a:t>    "s025":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"5b06fc1b590162be95c941473100f5a5aee31c558f2602ed17533e4bafcdd7d8"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"slide026",</a:t>
            </a:r>
          </a:p>
          <a:p>
            <a:r>
              <a:t>  "origin": "catalog",</a:t>
            </a:r>
          </a:p>
          <a:p>
            <a:r>
              <a:t>  "layout_id": "ed_cards_grid_6",</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"s026",</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"s026",</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"s026",</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"s026",</a:t>
            </a:r>
          </a:p>
          <a:p>
            <a:r>
              <a:t>          "quote": "用語を揃え、同じ資料へ辿れる入口を整える。"</a:t>
            </a:r>
          </a:p>
          <a:p>
            <a:r>
              <a:t>        }</a:t>
            </a:r>
          </a:p>
          <a:p>
            <a:r>
              <a:t>      ],</a:t>
            </a:r>
          </a:p>
          <a:p>
            <a:r>
              <a:t>      "mode": "verbatim"</a:t>
            </a:r>
          </a:p>
          <a:p>
            <a:r>
              <a:t>    },</a:t>
            </a:r>
          </a:p>
          <a:p>
            <a:r>
              <a:t>    {</a:t>
            </a:r>
          </a:p>
          <a:p>
            <a:r>
              <a:t>      "text": "対象：資料の入口を確認",</a:t>
            </a:r>
          </a:p>
          <a:p>
            <a:r>
              <a:t>      "refs": [</a:t>
            </a:r>
          </a:p>
          <a:p>
            <a:r>
              <a:t>        {</a:t>
            </a:r>
          </a:p>
          <a:p>
            <a:r>
              <a:t>          "source_id": "s026",</a:t>
            </a:r>
          </a:p>
          <a:p>
            <a:r>
              <a:t>          "quote": "対象：資料の入口を確認"</a:t>
            </a:r>
          </a:p>
          <a:p>
            <a:r>
              <a:t>        }</a:t>
            </a:r>
          </a:p>
          <a:p>
            <a:r>
              <a:t>      ],</a:t>
            </a:r>
          </a:p>
          <a:p>
            <a:r>
              <a:t>      "mode": "verbatim"</a:t>
            </a:r>
          </a:p>
          <a:p>
            <a:r>
              <a:t>    },</a:t>
            </a:r>
          </a:p>
          <a:p>
            <a:r>
              <a:t>    {</a:t>
            </a:r>
          </a:p>
          <a:p>
            <a:r>
              <a:t>      "text": "根拠まで辿れる",</a:t>
            </a:r>
          </a:p>
          <a:p>
            <a:r>
              <a:t>      "refs": [</a:t>
            </a:r>
          </a:p>
          <a:p>
            <a:r>
              <a:t>        {</a:t>
            </a:r>
          </a:p>
          <a:p>
            <a:r>
              <a:t>          "source_id": "s026",</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"s026",</a:t>
            </a:r>
          </a:p>
          <a:p>
            <a:r>
              <a:t>          "quote": "原文の条件と確認日を、要約とともに残す。"</a:t>
            </a:r>
          </a:p>
          <a:p>
            <a:r>
              <a:t>        }</a:t>
            </a:r>
          </a:p>
          <a:p>
            <a:r>
              <a:t>      ],</a:t>
            </a:r>
          </a:p>
          <a:p>
            <a:r>
              <a:t>      "mode": "verbatim"</a:t>
            </a:r>
          </a:p>
          <a:p>
            <a:r>
              <a:t>    },</a:t>
            </a:r>
          </a:p>
          <a:p>
            <a:r>
              <a:t>    {</a:t>
            </a:r>
          </a:p>
          <a:p>
            <a:r>
              <a:t>      "text": "根拠：原文の条件を保持",</a:t>
            </a:r>
          </a:p>
          <a:p>
            <a:r>
              <a:t>      "refs": [</a:t>
            </a:r>
          </a:p>
          <a:p>
            <a:r>
              <a:t>        {</a:t>
            </a:r>
          </a:p>
          <a:p>
            <a:r>
              <a:t>          "source_id": "s026",</a:t>
            </a:r>
          </a:p>
          <a:p>
            <a:r>
              <a:t>          "quote": "根拠：原文の条件を保持"</a:t>
            </a:r>
          </a:p>
          <a:p>
            <a:r>
              <a:t>        }</a:t>
            </a:r>
          </a:p>
          <a:p>
            <a:r>
              <a:t>      ],</a:t>
            </a:r>
          </a:p>
          <a:p>
            <a:r>
              <a:t>      "mode": "verbatim"</a:t>
            </a:r>
          </a:p>
          <a:p>
            <a:r>
              <a:t>    },</a:t>
            </a:r>
          </a:p>
          <a:p>
            <a:r>
              <a:t>    {</a:t>
            </a:r>
          </a:p>
          <a:p>
            <a:r>
              <a:t>      "text": "更新範囲を決める",</a:t>
            </a:r>
          </a:p>
          <a:p>
            <a:r>
              <a:t>      "refs": [</a:t>
            </a:r>
          </a:p>
          <a:p>
            <a:r>
              <a:t>        {</a:t>
            </a:r>
          </a:p>
          <a:p>
            <a:r>
              <a:t>          "source_id": "s026",</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"s026",</a:t>
            </a:r>
          </a:p>
          <a:p>
            <a:r>
              <a:t>          "quote": "変更頻度に応じて担当と再確認の時期を決める。"</a:t>
            </a:r>
          </a:p>
          <a:p>
            <a:r>
              <a:t>        }</a:t>
            </a:r>
          </a:p>
          <a:p>
            <a:r>
              <a:t>      ],</a:t>
            </a:r>
          </a:p>
          <a:p>
            <a:r>
              <a:t>      "mode": "verbatim"</a:t>
            </a:r>
          </a:p>
          <a:p>
            <a:r>
              <a:t>    },</a:t>
            </a:r>
          </a:p>
          <a:p>
            <a:r>
              <a:t>    {</a:t>
            </a:r>
          </a:p>
          <a:p>
            <a:r>
              <a:t>      "text": "留保：運用負荷は未検証",</a:t>
            </a:r>
          </a:p>
          <a:p>
            <a:r>
              <a:t>      "refs": [</a:t>
            </a:r>
          </a:p>
          <a:p>
            <a:r>
              <a:t>        {</a:t>
            </a:r>
          </a:p>
          <a:p>
            <a:r>
              <a:t>          "source_id": "s026",</a:t>
            </a:r>
          </a:p>
          <a:p>
            <a:r>
              <a:t>          "quote": "留保：運用負荷は未検証"</a:t>
            </a:r>
          </a:p>
          <a:p>
            <a:r>
              <a:t>        }</a:t>
            </a:r>
          </a:p>
          <a:p>
            <a:r>
              <a:t>      ],</a:t>
            </a:r>
          </a:p>
          <a:p>
            <a:r>
              <a:t>      "mode": "verbatim"</a:t>
            </a:r>
          </a:p>
          <a:p>
            <a:r>
              <a:t>    },</a:t>
            </a:r>
          </a:p>
          <a:p>
            <a:r>
              <a:t>    {</a:t>
            </a:r>
          </a:p>
          <a:p>
            <a:r>
              <a:t>      "text": "例外を見える化",</a:t>
            </a:r>
          </a:p>
          <a:p>
            <a:r>
              <a:t>      "refs": [</a:t>
            </a:r>
          </a:p>
          <a:p>
            <a:r>
              <a:t>        {</a:t>
            </a:r>
          </a:p>
          <a:p>
            <a:r>
              <a:t>          "source_id": "s026",</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"s026",</a:t>
            </a:r>
          </a:p>
          <a:p>
            <a:r>
              <a:t>          "quote": "適用できない場面も記録し、前提の違いを残す。"</a:t>
            </a:r>
          </a:p>
          <a:p>
            <a:r>
              <a:t>        }</a:t>
            </a:r>
          </a:p>
          <a:p>
            <a:r>
              <a:t>      ],</a:t>
            </a:r>
          </a:p>
          <a:p>
            <a:r>
              <a:t>      "mode": "verbatim"</a:t>
            </a:r>
          </a:p>
          <a:p>
            <a:r>
              <a:t>    },</a:t>
            </a:r>
          </a:p>
          <a:p>
            <a:r>
              <a:t>    {</a:t>
            </a:r>
          </a:p>
          <a:p>
            <a:r>
              <a:t>      "text": "注意：対象外の場面を含む",</a:t>
            </a:r>
          </a:p>
          <a:p>
            <a:r>
              <a:t>      "refs": [</a:t>
            </a:r>
          </a:p>
          <a:p>
            <a:r>
              <a:t>        {</a:t>
            </a:r>
          </a:p>
          <a:p>
            <a:r>
              <a:t>          "source_id": "s026",</a:t>
            </a:r>
          </a:p>
          <a:p>
            <a:r>
              <a:t>          "quote": "注意：対象外の場面を含む"</a:t>
            </a:r>
          </a:p>
          <a:p>
            <a:r>
              <a:t>        }</a:t>
            </a:r>
          </a:p>
          <a:p>
            <a:r>
              <a:t>      ],</a:t>
            </a:r>
          </a:p>
          <a:p>
            <a:r>
              <a:t>      "mode": "verbatim"</a:t>
            </a:r>
          </a:p>
          <a:p>
            <a:r>
              <a:t>    },</a:t>
            </a:r>
          </a:p>
          <a:p>
            <a:r>
              <a:t>    {</a:t>
            </a:r>
          </a:p>
          <a:p>
            <a:r>
              <a:t>      "text": "比較軸を共有する",</a:t>
            </a:r>
          </a:p>
          <a:p>
            <a:r>
              <a:t>      "refs": [</a:t>
            </a:r>
          </a:p>
          <a:p>
            <a:r>
              <a:t>        {</a:t>
            </a:r>
          </a:p>
          <a:p>
            <a:r>
              <a:t>          "source_id": "s026",</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"s026",</a:t>
            </a:r>
          </a:p>
          <a:p>
            <a:r>
              <a:t>          "quote": "評価項目を揃え、異なる条件の結果を混同しない。"</a:t>
            </a:r>
          </a:p>
          <a:p>
            <a:r>
              <a:t>        }</a:t>
            </a:r>
          </a:p>
          <a:p>
            <a:r>
              <a:t>      ],</a:t>
            </a:r>
          </a:p>
          <a:p>
            <a:r>
              <a:t>      "mode": "verbatim"</a:t>
            </a:r>
          </a:p>
          <a:p>
            <a:r>
              <a:t>    },</a:t>
            </a:r>
          </a:p>
          <a:p>
            <a:r>
              <a:t>    {</a:t>
            </a:r>
          </a:p>
          <a:p>
            <a:r>
              <a:t>      "text": "根拠：比較条件を照合",</a:t>
            </a:r>
          </a:p>
          <a:p>
            <a:r>
              <a:t>      "refs": [</a:t>
            </a:r>
          </a:p>
          <a:p>
            <a:r>
              <a:t>        {</a:t>
            </a:r>
          </a:p>
          <a:p>
            <a:r>
              <a:t>          "source_id": "s026",</a:t>
            </a:r>
          </a:p>
          <a:p>
            <a:r>
              <a:t>          "quote": "根拠：比較条件を照合"</a:t>
            </a:r>
          </a:p>
          <a:p>
            <a:r>
              <a:t>        }</a:t>
            </a:r>
          </a:p>
          <a:p>
            <a:r>
              <a:t>      ],</a:t>
            </a:r>
          </a:p>
          <a:p>
            <a:r>
              <a:t>      "mode": "verbatim"</a:t>
            </a:r>
          </a:p>
          <a:p>
            <a:r>
              <a:t>    },</a:t>
            </a:r>
          </a:p>
          <a:p>
            <a:r>
              <a:t>    {</a:t>
            </a:r>
          </a:p>
          <a:p>
            <a:r>
              <a:t>      "text": "確認先を残す",</a:t>
            </a:r>
          </a:p>
          <a:p>
            <a:r>
              <a:t>      "refs": [</a:t>
            </a:r>
          </a:p>
          <a:p>
            <a:r>
              <a:t>        {</a:t>
            </a:r>
          </a:p>
          <a:p>
            <a:r>
              <a:t>          "source_id": "s026",</a:t>
            </a:r>
          </a:p>
          <a:p>
            <a:r>
              <a:t>          "quote": "確認先を残す"</a:t>
            </a:r>
          </a:p>
          <a:p>
            <a:r>
              <a:t>        }</a:t>
            </a:r>
          </a:p>
          <a:p>
            <a:r>
              <a:t>      ],</a:t>
            </a:r>
          </a:p>
          <a:p>
            <a:r>
              <a:t>      "mode": "verbatim"</a:t>
            </a:r>
          </a:p>
          <a:p>
            <a:r>
              <a:t>    },</a:t>
            </a:r>
          </a:p>
          <a:p>
            <a:r>
              <a:t>    {</a:t>
            </a:r>
          </a:p>
          <a:p>
            <a:r>
              <a:t>      "text": "未確認の論点と、追加調査で確かめる点を残す。",</a:t>
            </a:r>
          </a:p>
          <a:p>
            <a:r>
              <a:t>      "refs": [</a:t>
            </a:r>
          </a:p>
          <a:p>
            <a:r>
              <a:t>        {</a:t>
            </a:r>
          </a:p>
          <a:p>
            <a:r>
              <a:t>          "source_id": "s026",</a:t>
            </a:r>
          </a:p>
          <a:p>
            <a:r>
              <a:t>          "quote": "未確認の論点と、追加調査で確かめる点を残す。"</a:t>
            </a:r>
          </a:p>
          <a:p>
            <a:r>
              <a:t>        }</a:t>
            </a:r>
          </a:p>
          <a:p>
            <a:r>
              <a:t>      ],</a:t>
            </a:r>
          </a:p>
          <a:p>
            <a:r>
              <a:t>      "mode": "verbatim"</a:t>
            </a:r>
          </a:p>
          <a:p>
            <a:r>
              <a:t>    },</a:t>
            </a:r>
          </a:p>
          <a:p>
            <a:r>
              <a:t>    {</a:t>
            </a:r>
          </a:p>
          <a:p>
            <a:r>
              <a:t>      "text": "保留：担当部署へ確認",</a:t>
            </a:r>
          </a:p>
          <a:p>
            <a:r>
              <a:t>      "refs": [</a:t>
            </a:r>
          </a:p>
          <a:p>
            <a:r>
              <a:t>        {</a:t>
            </a:r>
          </a:p>
          <a:p>
            <a:r>
              <a:t>          "source_id": "s026",</a:t>
            </a:r>
          </a:p>
          <a:p>
            <a:r>
              <a:t>          "quote": "保留：担当部署へ確認"</a:t>
            </a:r>
          </a:p>
          <a:p>
            <a:r>
              <a:t>        }</a:t>
            </a:r>
          </a:p>
          <a:p>
            <a:r>
              <a:t>      ],</a:t>
            </a:r>
          </a:p>
          <a:p>
            <a:r>
              <a:t>      "mode": "verbatim"</a:t>
            </a:r>
          </a:p>
          <a:p>
            <a:r>
              <a:t>    }</a:t>
            </a:r>
          </a:p>
          <a:p>
            <a:r>
              <a:t>  ],</a:t>
            </a:r>
          </a:p>
          <a:p>
            <a:r>
              <a:t>  "citations": {</a:t>
            </a:r>
          </a:p>
          <a:p>
            <a:r>
              <a:t>    "s026":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"Catalog inventory: adjacent entries intentionally show every count/orientation for comparison; this is not a presentation sequence.",</a:t>
            </a:r>
          </a:p>
          <a:p>
            <a:r>
              <a:t>  "row_alignments": {},</a:t>
            </a:r>
          </a:p>
          <a:p>
            <a:r>
              <a:t>  "images": {},</a:t>
            </a:r>
          </a:p>
          <a:p>
            <a:r>
              <a:t>  "template_sha256": "b21da0482646304af7dae48ef6912a9b6762dc78ed5b7f5e2338eec82a777432"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"slide027",</a:t>
            </a:r>
          </a:p>
          <a:p>
            <a:r>
              <a:t>  "origin": "catalog",</a:t>
            </a:r>
          </a:p>
          <a:p>
            <a:r>
              <a:t>  "layout_id": "ed_cards_rows_6",</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"s027",</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"s027",</a:t>
            </a:r>
          </a:p>
          <a:p>
            <a:r>
              <a:t>          "quote": "架空の社内調査。運用条件を整理した所見であり、効果を実証したものではない。"</a:t>
            </a:r>
          </a:p>
          <a:p>
            <a:r>
              <a:t>        }</a:t>
            </a:r>
          </a:p>
          <a:p>
            <a:r>
              <a:t>      ],</a:t>
            </a:r>
          </a:p>
          <a:p>
            <a:r>
              <a:t>      "mode": "verbatim"</a:t>
            </a:r>
          </a:p>
          <a:p>
            <a:r>
              <a:t>    },</a:t>
            </a:r>
          </a:p>
          <a:p>
            <a:r>
              <a:t>    {</a:t>
            </a:r>
          </a:p>
          <a:p>
            <a:r>
              <a:t>      "text": "検索の入口を部署間で揃える",</a:t>
            </a:r>
          </a:p>
          <a:p>
            <a:r>
              <a:t>      "refs": [</a:t>
            </a:r>
          </a:p>
          <a:p>
            <a:r>
              <a:t>        {</a:t>
            </a:r>
          </a:p>
          <a:p>
            <a:r>
              <a:t>          "source_id": "s027",</a:t>
            </a:r>
          </a:p>
          <a:p>
            <a:r>
              <a:t>          "quote": "検索の入口を部署間で揃える"</a:t>
            </a:r>
          </a:p>
          <a:p>
            <a:r>
              <a:t>        }</a:t>
            </a:r>
          </a:p>
          <a:p>
            <a:r>
              <a:t>      ],</a:t>
            </a:r>
          </a:p>
          <a:p>
            <a:r>
              <a:t>      "mode": "verbatim"</a:t>
            </a:r>
          </a:p>
          <a:p>
            <a:r>
              <a:t>    },</a:t>
            </a:r>
          </a:p>
          <a:p>
            <a:r>
              <a:t>    {</a:t>
            </a:r>
          </a:p>
          <a:p>
            <a:r>
              <a:t>      "text": "用語を揃え、\n同じ資料へ辿れる入口を整える。",</a:t>
            </a:r>
          </a:p>
          <a:p>
            <a:r>
              <a:t>      "refs": [</a:t>
            </a:r>
          </a:p>
          <a:p>
            <a:r>
              <a:t>        {</a:t>
            </a:r>
          </a:p>
          <a:p>
            <a:r>
              <a:t>          "source_id": "s027",</a:t>
            </a:r>
          </a:p>
          <a:p>
            <a:r>
              <a:t>          "quote": "用語を揃え、\n同じ資料へ辿れる入口を整える。"</a:t>
            </a:r>
          </a:p>
          <a:p>
            <a:r>
              <a:t>        }</a:t>
            </a:r>
          </a:p>
          <a:p>
            <a:r>
              <a:t>      ],</a:t>
            </a:r>
          </a:p>
          <a:p>
            <a:r>
              <a:t>      "mode": "verbatim"</a:t>
            </a:r>
          </a:p>
          <a:p>
            <a:r>
              <a:t>    },</a:t>
            </a:r>
          </a:p>
          <a:p>
            <a:r>
              <a:t>    {</a:t>
            </a:r>
          </a:p>
          <a:p>
            <a:r>
              <a:t>      "text": "根拠：架空資料A\n確認：日付未記録",</a:t>
            </a:r>
          </a:p>
          <a:p>
            <a:r>
              <a:t>      "refs": [</a:t>
            </a:r>
          </a:p>
          <a:p>
            <a:r>
              <a:t>        {</a:t>
            </a:r>
          </a:p>
          <a:p>
            <a:r>
              <a:t>          "source_id": "s027",</a:t>
            </a:r>
          </a:p>
          <a:p>
            <a:r>
              <a:t>          "quote": "根拠：架空資料A\n確認：日付未記録"</a:t>
            </a:r>
          </a:p>
          <a:p>
            <a:r>
              <a:t>        }</a:t>
            </a:r>
          </a:p>
          <a:p>
            <a:r>
              <a:t>      ],</a:t>
            </a:r>
          </a:p>
          <a:p>
            <a:r>
              <a:t>      "mode": "verbatim"</a:t>
            </a:r>
          </a:p>
          <a:p>
            <a:r>
              <a:t>    },</a:t>
            </a:r>
          </a:p>
          <a:p>
            <a:r>
              <a:t>    {</a:t>
            </a:r>
          </a:p>
          <a:p>
            <a:r>
              <a:t>      "text": "原文の根拠と条件へ辿れる",</a:t>
            </a:r>
          </a:p>
          <a:p>
            <a:r>
              <a:t>      "refs": [</a:t>
            </a:r>
          </a:p>
          <a:p>
            <a:r>
              <a:t>        {</a:t>
            </a:r>
          </a:p>
          <a:p>
            <a:r>
              <a:t>          "source_id": "s027",</a:t>
            </a:r>
          </a:p>
          <a:p>
            <a:r>
              <a:t>          "quote": "原文の根拠と条件へ辿れる"</a:t>
            </a:r>
          </a:p>
          <a:p>
            <a:r>
              <a:t>        }</a:t>
            </a:r>
          </a:p>
          <a:p>
            <a:r>
              <a:t>      ],</a:t>
            </a:r>
          </a:p>
          <a:p>
            <a:r>
              <a:t>      "mode": "verbatim"</a:t>
            </a:r>
          </a:p>
          <a:p>
            <a:r>
              <a:t>    },</a:t>
            </a:r>
          </a:p>
          <a:p>
            <a:r>
              <a:t>    {</a:t>
            </a:r>
          </a:p>
          <a:p>
            <a:r>
              <a:t>      "text": "原文の条件と確認日を、\n要約とともに残す。",</a:t>
            </a:r>
          </a:p>
          <a:p>
            <a:r>
              <a:t>      "refs": [</a:t>
            </a:r>
          </a:p>
          <a:p>
            <a:r>
              <a:t>        {</a:t>
            </a:r>
          </a:p>
          <a:p>
            <a:r>
              <a:t>          "source_id": "s027",</a:t>
            </a:r>
          </a:p>
          <a:p>
            <a:r>
              <a:t>          "quote": "原文の条件と確認日を、\n要約とともに残す。"</a:t>
            </a:r>
          </a:p>
          <a:p>
            <a:r>
              <a:t>        }</a:t>
            </a:r>
          </a:p>
          <a:p>
            <a:r>
              <a:t>      ],</a:t>
            </a:r>
          </a:p>
          <a:p>
            <a:r>
              <a:t>      "mode": "verbatim"</a:t>
            </a:r>
          </a:p>
          <a:p>
            <a:r>
              <a:t>    },</a:t>
            </a:r>
          </a:p>
          <a:p>
            <a:r>
              <a:t>    {</a:t>
            </a:r>
          </a:p>
          <a:p>
            <a:r>
              <a:t>      "text": "根拠：架空資料B\n確認：日付未記録",</a:t>
            </a:r>
          </a:p>
          <a:p>
            <a:r>
              <a:t>      "refs": [</a:t>
            </a:r>
          </a:p>
          <a:p>
            <a:r>
              <a:t>        {</a:t>
            </a:r>
          </a:p>
          <a:p>
            <a:r>
              <a:t>          "source_id": "s027",</a:t>
            </a:r>
          </a:p>
          <a:p>
            <a:r>
              <a:t>          "quote": "根拠：架空資料B\n確認：日付未記録"</a:t>
            </a:r>
          </a:p>
          <a:p>
            <a:r>
              <a:t>        }</a:t>
            </a:r>
          </a:p>
          <a:p>
            <a:r>
              <a:t>      ],</a:t>
            </a:r>
          </a:p>
          <a:p>
            <a:r>
              <a:t>      "mode": "verbatim"</a:t>
            </a:r>
          </a:p>
          <a:p>
            <a:r>
              <a:t>    },</a:t>
            </a:r>
          </a:p>
          <a:p>
            <a:r>
              <a:t>    {</a:t>
            </a:r>
          </a:p>
          <a:p>
            <a:r>
              <a:t>      "text": "更新範囲と担当を明確にする",</a:t>
            </a:r>
          </a:p>
          <a:p>
            <a:r>
              <a:t>      "refs": [</a:t>
            </a:r>
          </a:p>
          <a:p>
            <a:r>
              <a:t>        {</a:t>
            </a:r>
          </a:p>
          <a:p>
            <a:r>
              <a:t>          "source_id": "s027",</a:t>
            </a:r>
          </a:p>
          <a:p>
            <a:r>
              <a:t>          "quote": "更新範囲と担当を明確にする"</a:t>
            </a:r>
          </a:p>
          <a:p>
            <a:r>
              <a:t>        }</a:t>
            </a:r>
          </a:p>
          <a:p>
            <a:r>
              <a:t>      ],</a:t>
            </a:r>
          </a:p>
          <a:p>
            <a:r>
              <a:t>      "mode": "verbatim"</a:t>
            </a:r>
          </a:p>
          <a:p>
            <a:r>
              <a:t>    },</a:t>
            </a:r>
          </a:p>
          <a:p>
            <a:r>
              <a:t>    {</a:t>
            </a:r>
          </a:p>
          <a:p>
            <a:r>
              <a:t>      "text": "変更頻度に応じて、\n担当と再確認の時期を決める。",</a:t>
            </a:r>
          </a:p>
          <a:p>
            <a:r>
              <a:t>      "refs": [</a:t>
            </a:r>
          </a:p>
          <a:p>
            <a:r>
              <a:t>        {</a:t>
            </a:r>
          </a:p>
          <a:p>
            <a:r>
              <a:t>          "source_id": "s027",</a:t>
            </a:r>
          </a:p>
          <a:p>
            <a:r>
              <a:t>          "quote": "変更頻度に応じて、\n担当と再確認の時期を決める。"</a:t>
            </a:r>
          </a:p>
          <a:p>
            <a:r>
              <a:t>        }</a:t>
            </a:r>
          </a:p>
          <a:p>
            <a:r>
              <a:t>      ],</a:t>
            </a:r>
          </a:p>
          <a:p>
            <a:r>
              <a:t>      "mode": "verbatim"</a:t>
            </a:r>
          </a:p>
          <a:p>
            <a:r>
              <a:t>    },</a:t>
            </a:r>
          </a:p>
          <a:p>
            <a:r>
              <a:t>    {</a:t>
            </a:r>
          </a:p>
          <a:p>
            <a:r>
              <a:t>      "text": "根拠：架空資料C\n確認：日付未記録",</a:t>
            </a:r>
          </a:p>
          <a:p>
            <a:r>
              <a:t>      "refs": [</a:t>
            </a:r>
          </a:p>
          <a:p>
            <a:r>
              <a:t>        {</a:t>
            </a:r>
          </a:p>
          <a:p>
            <a:r>
              <a:t>          "source_id": "s027",</a:t>
            </a:r>
          </a:p>
          <a:p>
            <a:r>
              <a:t>          "quote": "根拠：架空資料C\n確認：日付未記録"</a:t>
            </a:r>
          </a:p>
          <a:p>
            <a:r>
              <a:t>        }</a:t>
            </a:r>
          </a:p>
          <a:p>
            <a:r>
              <a:t>      ],</a:t>
            </a:r>
          </a:p>
          <a:p>
            <a:r>
              <a:t>      "mode": "verbatim"</a:t>
            </a:r>
          </a:p>
          <a:p>
            <a:r>
              <a:t>    },</a:t>
            </a:r>
          </a:p>
          <a:p>
            <a:r>
              <a:t>    {</a:t>
            </a:r>
          </a:p>
          <a:p>
            <a:r>
              <a:t>      "text": "適用できない場面も記録する",</a:t>
            </a:r>
          </a:p>
          <a:p>
            <a:r>
              <a:t>      "refs": [</a:t>
            </a:r>
          </a:p>
          <a:p>
            <a:r>
              <a:t>        {</a:t>
            </a:r>
          </a:p>
          <a:p>
            <a:r>
              <a:t>          "source_id": "s027",</a:t>
            </a:r>
          </a:p>
          <a:p>
            <a:r>
              <a:t>          "quote": "適用できない場面も記録する"</a:t>
            </a:r>
          </a:p>
          <a:p>
            <a:r>
              <a:t>        }</a:t>
            </a:r>
          </a:p>
          <a:p>
            <a:r>
              <a:t>      ],</a:t>
            </a:r>
          </a:p>
          <a:p>
            <a:r>
              <a:t>      "mode": "verbatim"</a:t>
            </a:r>
          </a:p>
          <a:p>
            <a:r>
              <a:t>    },</a:t>
            </a:r>
          </a:p>
          <a:p>
            <a:r>
              <a:t>    {</a:t>
            </a:r>
          </a:p>
          <a:p>
            <a:r>
              <a:t>      "text": "適用できない場面も記録し、\n前提の違いを残す。",</a:t>
            </a:r>
          </a:p>
          <a:p>
            <a:r>
              <a:t>      "refs": [</a:t>
            </a:r>
          </a:p>
          <a:p>
            <a:r>
              <a:t>        {</a:t>
            </a:r>
          </a:p>
          <a:p>
            <a:r>
              <a:t>          "source_id": "s027",</a:t>
            </a:r>
          </a:p>
          <a:p>
            <a:r>
              <a:t>          "quote": "適用できない場面も記録し、\n前提の違いを残す。"</a:t>
            </a:r>
          </a:p>
          <a:p>
            <a:r>
              <a:t>        }</a:t>
            </a:r>
          </a:p>
          <a:p>
            <a:r>
              <a:t>      ],</a:t>
            </a:r>
          </a:p>
          <a:p>
            <a:r>
              <a:t>      "mode": "verbatim"</a:t>
            </a:r>
          </a:p>
          <a:p>
            <a:r>
              <a:t>    },</a:t>
            </a:r>
          </a:p>
          <a:p>
            <a:r>
              <a:t>    {</a:t>
            </a:r>
          </a:p>
          <a:p>
            <a:r>
              <a:t>      "text": "根拠：架空資料D\n確認：日付未記録",</a:t>
            </a:r>
          </a:p>
          <a:p>
            <a:r>
              <a:t>      "refs": [</a:t>
            </a:r>
          </a:p>
          <a:p>
            <a:r>
              <a:t>        {</a:t>
            </a:r>
          </a:p>
          <a:p>
            <a:r>
              <a:t>          "source_id": "s027",</a:t>
            </a:r>
          </a:p>
          <a:p>
            <a:r>
              <a:t>          "quote": "根拠：架空資料D\n確認：日付未記録"</a:t>
            </a:r>
          </a:p>
          <a:p>
            <a:r>
              <a:t>        }</a:t>
            </a:r>
          </a:p>
          <a:p>
            <a:r>
              <a:t>      ],</a:t>
            </a:r>
          </a:p>
          <a:p>
            <a:r>
              <a:t>      "mode": "verbatim"</a:t>
            </a:r>
          </a:p>
          <a:p>
            <a:r>
              <a:t>    },</a:t>
            </a:r>
          </a:p>
          <a:p>
            <a:r>
              <a:t>    {</a:t>
            </a:r>
          </a:p>
          <a:p>
            <a:r>
              <a:t>      "text": "比較する条件を共有する",</a:t>
            </a:r>
          </a:p>
          <a:p>
            <a:r>
              <a:t>      "refs": [</a:t>
            </a:r>
          </a:p>
          <a:p>
            <a:r>
              <a:t>        {</a:t>
            </a:r>
          </a:p>
          <a:p>
            <a:r>
              <a:t>          "source_id": "s027",</a:t>
            </a:r>
          </a:p>
          <a:p>
            <a:r>
              <a:t>          "quote": "比較する条件を共有する"</a:t>
            </a:r>
          </a:p>
          <a:p>
            <a:r>
              <a:t>        }</a:t>
            </a:r>
          </a:p>
          <a:p>
            <a:r>
              <a:t>      ],</a:t>
            </a:r>
          </a:p>
          <a:p>
            <a:r>
              <a:t>      "mode": "verbatim"</a:t>
            </a:r>
          </a:p>
          <a:p>
            <a:r>
              <a:t>    },</a:t>
            </a:r>
          </a:p>
          <a:p>
            <a:r>
              <a:t>    {</a:t>
            </a:r>
          </a:p>
          <a:p>
            <a:r>
              <a:t>      "text": "評価項目を揃え、\n異なる条件の結果を混同しない。",</a:t>
            </a:r>
          </a:p>
          <a:p>
            <a:r>
              <a:t>      "refs": [</a:t>
            </a:r>
          </a:p>
          <a:p>
            <a:r>
              <a:t>        {</a:t>
            </a:r>
          </a:p>
          <a:p>
            <a:r>
              <a:t>          "source_id": "s027",</a:t>
            </a:r>
          </a:p>
          <a:p>
            <a:r>
              <a:t>          "quote": "評価項目を揃え、\n異なる条件の結果を混同しない。"</a:t>
            </a:r>
          </a:p>
          <a:p>
            <a:r>
              <a:t>        }</a:t>
            </a:r>
          </a:p>
          <a:p>
            <a:r>
              <a:t>      ],</a:t>
            </a:r>
          </a:p>
          <a:p>
            <a:r>
              <a:t>      "mode": "verbatim"</a:t>
            </a:r>
          </a:p>
          <a:p>
            <a:r>
              <a:t>    },</a:t>
            </a:r>
          </a:p>
          <a:p>
            <a:r>
              <a:t>    {</a:t>
            </a:r>
          </a:p>
          <a:p>
            <a:r>
              <a:t>      "text": "根拠：架空資料E\n確認：日付未記録",</a:t>
            </a:r>
          </a:p>
          <a:p>
            <a:r>
              <a:t>      "refs": [</a:t>
            </a:r>
          </a:p>
          <a:p>
            <a:r>
              <a:t>        {</a:t>
            </a:r>
          </a:p>
          <a:p>
            <a:r>
              <a:t>          "source_id": "s027",</a:t>
            </a:r>
          </a:p>
          <a:p>
            <a:r>
              <a:t>          "quote": "根拠：架空資料E\n確認：日付未記録"</a:t>
            </a:r>
          </a:p>
          <a:p>
            <a:r>
              <a:t>        }</a:t>
            </a:r>
          </a:p>
          <a:p>
            <a:r>
              <a:t>      ],</a:t>
            </a:r>
          </a:p>
          <a:p>
            <a:r>
              <a:t>      "mode": "verbatim"</a:t>
            </a:r>
          </a:p>
          <a:p>
            <a:r>
              <a:t>    },</a:t>
            </a:r>
          </a:p>
          <a:p>
            <a:r>
              <a:t>    {</a:t>
            </a:r>
          </a:p>
          <a:p>
            <a:r>
              <a:t>      "text": "次に確認する論点を残す",</a:t>
            </a:r>
          </a:p>
          <a:p>
            <a:r>
              <a:t>      "refs": [</a:t>
            </a:r>
          </a:p>
          <a:p>
            <a:r>
              <a:t>        {</a:t>
            </a:r>
          </a:p>
          <a:p>
            <a:r>
              <a:t>          "source_id": "s027",</a:t>
            </a:r>
          </a:p>
          <a:p>
            <a:r>
              <a:t>          "quote": "次に確認する論点を残す"</a:t>
            </a:r>
          </a:p>
          <a:p>
            <a:r>
              <a:t>        }</a:t>
            </a:r>
          </a:p>
          <a:p>
            <a:r>
              <a:t>      ],</a:t>
            </a:r>
          </a:p>
          <a:p>
            <a:r>
              <a:t>      "mode": "verbatim"</a:t>
            </a:r>
          </a:p>
          <a:p>
            <a:r>
              <a:t>    },</a:t>
            </a:r>
          </a:p>
          <a:p>
            <a:r>
              <a:t>    {</a:t>
            </a:r>
          </a:p>
          <a:p>
            <a:r>
              <a:t>      "text": "未確認の論点と、\n追加調査で確かめる点を残す。",</a:t>
            </a:r>
          </a:p>
          <a:p>
            <a:r>
              <a:t>      "refs": [</a:t>
            </a:r>
          </a:p>
          <a:p>
            <a:r>
              <a:t>        {</a:t>
            </a:r>
          </a:p>
          <a:p>
            <a:r>
              <a:t>          "source_id": "s027",</a:t>
            </a:r>
          </a:p>
          <a:p>
            <a:r>
              <a:t>          "quote": "未確認の論点と、\n追加調査で確かめる点を残す。"</a:t>
            </a:r>
          </a:p>
          <a:p>
            <a:r>
              <a:t>        }</a:t>
            </a:r>
          </a:p>
          <a:p>
            <a:r>
              <a:t>      ],</a:t>
            </a:r>
          </a:p>
          <a:p>
            <a:r>
              <a:t>      "mode": "verbatim"</a:t>
            </a:r>
          </a:p>
          <a:p>
            <a:r>
              <a:t>    },</a:t>
            </a:r>
          </a:p>
          <a:p>
            <a:r>
              <a:t>    {</a:t>
            </a:r>
          </a:p>
          <a:p>
            <a:r>
              <a:t>      "text": "根拠：架空資料F\n確認：日付未記録",</a:t>
            </a:r>
          </a:p>
          <a:p>
            <a:r>
              <a:t>      "refs": [</a:t>
            </a:r>
          </a:p>
          <a:p>
            <a:r>
              <a:t>        {</a:t>
            </a:r>
          </a:p>
          <a:p>
            <a:r>
              <a:t>          "source_id": "s027",</a:t>
            </a:r>
          </a:p>
          <a:p>
            <a:r>
              <a:t>          "quote": "根拠：架空資料F\n確認：日付未記録"</a:t>
            </a:r>
          </a:p>
          <a:p>
            <a:r>
              <a:t>        }</a:t>
            </a:r>
          </a:p>
          <a:p>
            <a:r>
              <a:t>      ],</a:t>
            </a:r>
          </a:p>
          <a:p>
            <a:r>
              <a:t>      "mode": "verbatim"</a:t>
            </a:r>
          </a:p>
          <a:p>
            <a:r>
              <a:t>    }</a:t>
            </a:r>
          </a:p>
          <a:p>
            <a:r>
              <a:t>  ],</a:t>
            </a:r>
          </a:p>
          <a:p>
            <a:r>
              <a:t>  "citations": {</a:t>
            </a:r>
          </a:p>
          <a:p>
            <a:r>
              <a:t>    "s027":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"43645ddd38a0869f86f0eb627379c019766898f8b9ae1c48be9da725b5497de2"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"slide028",</a:t>
            </a:r>
          </a:p>
          <a:p>
            <a:r>
              <a:t>  "origin": "catalog",</a:t>
            </a:r>
          </a:p>
          <a:p>
            <a:r>
              <a:t>  "layout_id": "ed_cards_feature_left_3",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"最も重視する論点は検索入口を揃えること",</a:t>
            </a:r>
          </a:p>
          <a:p>
            <a:r>
              <a:t>      "refs": [</a:t>
            </a:r>
          </a:p>
          <a:p>
            <a:r>
              <a:t>        {</a:t>
            </a:r>
          </a:p>
          <a:p>
            <a:r>
              <a:t>          "source_id": "s028",</a:t>
            </a:r>
          </a:p>
          <a:p>
            <a:r>
              <a:t>          "quote": "最も重視する論点は検索入口を揃えること"</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"s028",</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"s028",</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"s028",</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"対象：資料の入口を確認",</a:t>
            </a:r>
          </a:p>
          <a:p>
            <a:r>
              <a:t>      "refs": [</a:t>
            </a:r>
          </a:p>
          <a:p>
            <a:r>
              <a:t>        {</a:t>
            </a:r>
          </a:p>
          <a:p>
            <a:r>
              <a:t>          "source_id": "s028",</a:t>
            </a:r>
          </a:p>
          <a:p>
            <a:r>
              <a:t>          "quote": "対象：資料の入口を確認"</a:t>
            </a:r>
          </a:p>
          <a:p>
            <a:r>
              <a:t>        }</a:t>
            </a:r>
          </a:p>
          <a:p>
            <a:r>
              <a:t>      ],</a:t>
            </a:r>
          </a:p>
          <a:p>
            <a:r>
              <a:t>      "mode": "verbatim"</a:t>
            </a:r>
          </a:p>
          <a:p>
            <a:r>
              <a:t>    },</a:t>
            </a:r>
          </a:p>
          <a:p>
            <a:r>
              <a:t>    {</a:t>
            </a:r>
          </a:p>
          <a:p>
            <a:r>
              <a:t>      "text": "根拠まで辿れる",</a:t>
            </a:r>
          </a:p>
          <a:p>
            <a:r>
              <a:t>      "refs": [</a:t>
            </a:r>
          </a:p>
          <a:p>
            <a:r>
              <a:t>        {</a:t>
            </a:r>
          </a:p>
          <a:p>
            <a:r>
              <a:t>          "source_id": "s028",</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"s028",</a:t>
            </a:r>
          </a:p>
          <a:p>
            <a:r>
              <a:t>          "quote": "原文の条件と確認日を、要約とともに残す。"</a:t>
            </a:r>
          </a:p>
          <a:p>
            <a:r>
              <a:t>        }</a:t>
            </a:r>
          </a:p>
          <a:p>
            <a:r>
              <a:t>      ],</a:t>
            </a:r>
          </a:p>
          <a:p>
            <a:r>
              <a:t>      "mode": "verbatim"</a:t>
            </a:r>
          </a:p>
          <a:p>
            <a:r>
              <a:t>    },</a:t>
            </a:r>
          </a:p>
          <a:p>
            <a:r>
              <a:t>    {</a:t>
            </a:r>
          </a:p>
          <a:p>
            <a:r>
              <a:t>      "text": "根拠：原文の条件",</a:t>
            </a:r>
          </a:p>
          <a:p>
            <a:r>
              <a:t>      "refs": [</a:t>
            </a:r>
          </a:p>
          <a:p>
            <a:r>
              <a:t>        {</a:t>
            </a:r>
          </a:p>
          <a:p>
            <a:r>
              <a:t>          "source_id": "s028",</a:t>
            </a:r>
          </a:p>
          <a:p>
            <a:r>
              <a:t>          "quote": "根拠：原文の条件"</a:t>
            </a:r>
          </a:p>
          <a:p>
            <a:r>
              <a:t>        }</a:t>
            </a:r>
          </a:p>
          <a:p>
            <a:r>
              <a:t>      ],</a:t>
            </a:r>
          </a:p>
          <a:p>
            <a:r>
              <a:t>      "mode": "verbatim"</a:t>
            </a:r>
          </a:p>
          <a:p>
            <a:r>
              <a:t>    },</a:t>
            </a:r>
          </a:p>
          <a:p>
            <a:r>
              <a:t>    {</a:t>
            </a:r>
          </a:p>
          <a:p>
            <a:r>
              <a:t>      "text": "更新範囲を決める",</a:t>
            </a:r>
          </a:p>
          <a:p>
            <a:r>
              <a:t>      "refs": [</a:t>
            </a:r>
          </a:p>
          <a:p>
            <a:r>
              <a:t>        {</a:t>
            </a:r>
          </a:p>
          <a:p>
            <a:r>
              <a:t>          "source_id": "s028",</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"s028",</a:t>
            </a:r>
          </a:p>
          <a:p>
            <a:r>
              <a:t>          "quote": "変更頻度に応じて担当と再確認の時期を決める。"</a:t>
            </a:r>
          </a:p>
          <a:p>
            <a:r>
              <a:t>        }</a:t>
            </a:r>
          </a:p>
          <a:p>
            <a:r>
              <a:t>      ],</a:t>
            </a:r>
          </a:p>
          <a:p>
            <a:r>
              <a:t>      "mode": "verbatim"</a:t>
            </a:r>
          </a:p>
          <a:p>
            <a:r>
              <a:t>    },</a:t>
            </a:r>
          </a:p>
          <a:p>
            <a:r>
              <a:t>    {</a:t>
            </a:r>
          </a:p>
          <a:p>
            <a:r>
              <a:t>      "text": "留保：運用負荷は未検証",</a:t>
            </a:r>
          </a:p>
          <a:p>
            <a:r>
              <a:t>      "refs": [</a:t>
            </a:r>
          </a:p>
          <a:p>
            <a:r>
              <a:t>        {</a:t>
            </a:r>
          </a:p>
          <a:p>
            <a:r>
              <a:t>          "source_id": "s028",</a:t>
            </a:r>
          </a:p>
          <a:p>
            <a:r>
              <a:t>          "quote": "留保：運用負荷は未検証"</a:t>
            </a:r>
          </a:p>
          <a:p>
            <a:r>
              <a:t>        }</a:t>
            </a:r>
          </a:p>
          <a:p>
            <a:r>
              <a:t>      ],</a:t>
            </a:r>
          </a:p>
          <a:p>
            <a:r>
              <a:t>      "mode": "verbatim"</a:t>
            </a:r>
          </a:p>
          <a:p>
            <a:r>
              <a:t>    }</a:t>
            </a:r>
          </a:p>
          <a:p>
            <a:r>
              <a:t>  ],</a:t>
            </a:r>
          </a:p>
          <a:p>
            <a:r>
              <a:t>  "citations": {</a:t>
            </a:r>
          </a:p>
          <a:p>
            <a:r>
              <a:t>    "s028":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"feature_left",</a:t>
            </a:r>
          </a:p>
          <a:p>
            <a:r>
              <a:t>  "repetition_reason": "Catalog inventory: adjacent entries intentionally show every count/orientation for comparison; this is not a presentation sequence.",</a:t>
            </a:r>
          </a:p>
          <a:p>
            <a:r>
              <a:t>  "row_alignments": {},</a:t>
            </a:r>
          </a:p>
          <a:p>
            <a:r>
              <a:t>  "images": {},</a:t>
            </a:r>
          </a:p>
          <a:p>
            <a:r>
              <a:t>  "template_sha256": "3362bf7b84251cab394baf7c635d3be6ef0c384b817c7e65131f2d432bf7629b"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"slide029",</a:t>
            </a:r>
          </a:p>
          <a:p>
            <a:r>
              <a:t>  "origin": "catalog",</a:t>
            </a:r>
          </a:p>
          <a:p>
            <a:r>
              <a:t>  "layout_id": "ed_cards_feature_right_3",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"最も重視する論点は検索入口を揃えること",</a:t>
            </a:r>
          </a:p>
          <a:p>
            <a:r>
              <a:t>      "refs": [</a:t>
            </a:r>
          </a:p>
          <a:p>
            <a:r>
              <a:t>        {</a:t>
            </a:r>
          </a:p>
          <a:p>
            <a:r>
              <a:t>          "source_id": "s029",</a:t>
            </a:r>
          </a:p>
          <a:p>
            <a:r>
              <a:t>          "quote": "最も重視する論点は検索入口を揃えること"</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"s029",</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"s029",</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"s029",</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"対象：資料の入口を確認",</a:t>
            </a:r>
          </a:p>
          <a:p>
            <a:r>
              <a:t>      "refs": [</a:t>
            </a:r>
          </a:p>
          <a:p>
            <a:r>
              <a:t>        {</a:t>
            </a:r>
          </a:p>
          <a:p>
            <a:r>
              <a:t>          "source_id": "s029",</a:t>
            </a:r>
          </a:p>
          <a:p>
            <a:r>
              <a:t>          "quote": "対象：資料の入口を確認"</a:t>
            </a:r>
          </a:p>
          <a:p>
            <a:r>
              <a:t>        }</a:t>
            </a:r>
          </a:p>
          <a:p>
            <a:r>
              <a:t>      ],</a:t>
            </a:r>
          </a:p>
          <a:p>
            <a:r>
              <a:t>      "mode": "verbatim"</a:t>
            </a:r>
          </a:p>
          <a:p>
            <a:r>
              <a:t>    },</a:t>
            </a:r>
          </a:p>
          <a:p>
            <a:r>
              <a:t>    {</a:t>
            </a:r>
          </a:p>
          <a:p>
            <a:r>
              <a:t>      "text": "根拠まで辿れる",</a:t>
            </a:r>
          </a:p>
          <a:p>
            <a:r>
              <a:t>      "refs": [</a:t>
            </a:r>
          </a:p>
          <a:p>
            <a:r>
              <a:t>        {</a:t>
            </a:r>
          </a:p>
          <a:p>
            <a:r>
              <a:t>          "source_id": "s029",</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"s029",</a:t>
            </a:r>
          </a:p>
          <a:p>
            <a:r>
              <a:t>          "quote": "原文の条件と確認日を、要約とともに残す。"</a:t>
            </a:r>
          </a:p>
          <a:p>
            <a:r>
              <a:t>        }</a:t>
            </a:r>
          </a:p>
          <a:p>
            <a:r>
              <a:t>      ],</a:t>
            </a:r>
          </a:p>
          <a:p>
            <a:r>
              <a:t>      "mode": "verbatim"</a:t>
            </a:r>
          </a:p>
          <a:p>
            <a:r>
              <a:t>    },</a:t>
            </a:r>
          </a:p>
          <a:p>
            <a:r>
              <a:t>    {</a:t>
            </a:r>
          </a:p>
          <a:p>
            <a:r>
              <a:t>      "text": "根拠：原文の条件",</a:t>
            </a:r>
          </a:p>
          <a:p>
            <a:r>
              <a:t>      "refs": [</a:t>
            </a:r>
          </a:p>
          <a:p>
            <a:r>
              <a:t>        {</a:t>
            </a:r>
          </a:p>
          <a:p>
            <a:r>
              <a:t>          "source_id": "s029",</a:t>
            </a:r>
          </a:p>
          <a:p>
            <a:r>
              <a:t>          "quote": "根拠：原文の条件"</a:t>
            </a:r>
          </a:p>
          <a:p>
            <a:r>
              <a:t>        }</a:t>
            </a:r>
          </a:p>
          <a:p>
            <a:r>
              <a:t>      ],</a:t>
            </a:r>
          </a:p>
          <a:p>
            <a:r>
              <a:t>      "mode": "verbatim"</a:t>
            </a:r>
          </a:p>
          <a:p>
            <a:r>
              <a:t>    },</a:t>
            </a:r>
          </a:p>
          <a:p>
            <a:r>
              <a:t>    {</a:t>
            </a:r>
          </a:p>
          <a:p>
            <a:r>
              <a:t>      "text": "更新範囲を決める",</a:t>
            </a:r>
          </a:p>
          <a:p>
            <a:r>
              <a:t>      "refs": [</a:t>
            </a:r>
          </a:p>
          <a:p>
            <a:r>
              <a:t>        {</a:t>
            </a:r>
          </a:p>
          <a:p>
            <a:r>
              <a:t>          "source_id": "s029",</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"s029",</a:t>
            </a:r>
          </a:p>
          <a:p>
            <a:r>
              <a:t>          "quote": "変更頻度に応じて担当と再確認の時期を決める。"</a:t>
            </a:r>
          </a:p>
          <a:p>
            <a:r>
              <a:t>        }</a:t>
            </a:r>
          </a:p>
          <a:p>
            <a:r>
              <a:t>      ],</a:t>
            </a:r>
          </a:p>
          <a:p>
            <a:r>
              <a:t>      "mode": "verbatim"</a:t>
            </a:r>
          </a:p>
          <a:p>
            <a:r>
              <a:t>    },</a:t>
            </a:r>
          </a:p>
          <a:p>
            <a:r>
              <a:t>    {</a:t>
            </a:r>
          </a:p>
          <a:p>
            <a:r>
              <a:t>      "text": "留保：運用負荷は未検証",</a:t>
            </a:r>
          </a:p>
          <a:p>
            <a:r>
              <a:t>      "refs": [</a:t>
            </a:r>
          </a:p>
          <a:p>
            <a:r>
              <a:t>        {</a:t>
            </a:r>
          </a:p>
          <a:p>
            <a:r>
              <a:t>          "source_id": "s029",</a:t>
            </a:r>
          </a:p>
          <a:p>
            <a:r>
              <a:t>          "quote": "留保：運用負荷は未検証"</a:t>
            </a:r>
          </a:p>
          <a:p>
            <a:r>
              <a:t>        }</a:t>
            </a:r>
          </a:p>
          <a:p>
            <a:r>
              <a:t>      ],</a:t>
            </a:r>
          </a:p>
          <a:p>
            <a:r>
              <a:t>      "mode": "verbatim"</a:t>
            </a:r>
          </a:p>
          <a:p>
            <a:r>
              <a:t>    }</a:t>
            </a:r>
          </a:p>
          <a:p>
            <a:r>
              <a:t>  ],</a:t>
            </a:r>
          </a:p>
          <a:p>
            <a:r>
              <a:t>  "citations": {</a:t>
            </a:r>
          </a:p>
          <a:p>
            <a:r>
              <a:t>    "s029":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"feature_right",</a:t>
            </a:r>
          </a:p>
          <a:p>
            <a:r>
              <a:t>  "repetition_reason": "Catalog inventory: adjacent entries intentionally show every count/orientation for comparison; this is not a presentation sequence.",</a:t>
            </a:r>
          </a:p>
          <a:p>
            <a:r>
              <a:t>  "row_alignments": {},</a:t>
            </a:r>
          </a:p>
          <a:p>
            <a:r>
              <a:t>  "images": {},</a:t>
            </a:r>
          </a:p>
          <a:p>
            <a:r>
              <a:t>  "template_sha256": "9b5159b29c396839d3c62e06fbac24a9f5756f7abbad9fdbafcd528824d75056"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"slide030",</a:t>
            </a:r>
          </a:p>
          <a:p>
            <a:r>
              <a:t>  "origin": "catalog",</a:t>
            </a:r>
          </a:p>
          <a:p>
            <a:r>
              <a:t>  "layout_id": "ed_cards_feature_left_4",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"最も重視する論点は検索入口を揃えること",</a:t>
            </a:r>
          </a:p>
          <a:p>
            <a:r>
              <a:t>      "refs": [</a:t>
            </a:r>
          </a:p>
          <a:p>
            <a:r>
              <a:t>        {</a:t>
            </a:r>
          </a:p>
          <a:p>
            <a:r>
              <a:t>          "source_id": "s030",</a:t>
            </a:r>
          </a:p>
          <a:p>
            <a:r>
              <a:t>          "quote": "最も重視する論点は検索入口を揃えること"</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"s030",</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"s030",</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"s030",</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"対象：資料の入口を確認",</a:t>
            </a:r>
          </a:p>
          <a:p>
            <a:r>
              <a:t>      "refs": [</a:t>
            </a:r>
          </a:p>
          <a:p>
            <a:r>
              <a:t>        {</a:t>
            </a:r>
          </a:p>
          <a:p>
            <a:r>
              <a:t>          "source_id": "s030",</a:t>
            </a:r>
          </a:p>
          <a:p>
            <a:r>
              <a:t>          "quote": "対象：資料の入口を確認"</a:t>
            </a:r>
          </a:p>
          <a:p>
            <a:r>
              <a:t>        }</a:t>
            </a:r>
          </a:p>
          <a:p>
            <a:r>
              <a:t>      ],</a:t>
            </a:r>
          </a:p>
          <a:p>
            <a:r>
              <a:t>      "mode": "verbatim"</a:t>
            </a:r>
          </a:p>
          <a:p>
            <a:r>
              <a:t>    },</a:t>
            </a:r>
          </a:p>
          <a:p>
            <a:r>
              <a:t>    {</a:t>
            </a:r>
          </a:p>
          <a:p>
            <a:r>
              <a:t>      "text": "根拠まで辿れる",</a:t>
            </a:r>
          </a:p>
          <a:p>
            <a:r>
              <a:t>      "refs": [</a:t>
            </a:r>
          </a:p>
          <a:p>
            <a:r>
              <a:t>        {</a:t>
            </a:r>
          </a:p>
          <a:p>
            <a:r>
              <a:t>          "source_id": "s030",</a:t>
            </a:r>
          </a:p>
          <a:p>
            <a:r>
              <a:t>          "quote": "根拠まで辿れる"</a:t>
            </a:r>
          </a:p>
          <a:p>
            <a:r>
              <a:t>        }</a:t>
            </a:r>
          </a:p>
          <a:p>
            <a:r>
              <a:t>      ],</a:t>
            </a:r>
          </a:p>
          <a:p>
            <a:r>
              <a:t>      "mode": "verbatim"</a:t>
            </a:r>
          </a:p>
          <a:p>
            <a:r>
              <a:t>    },</a:t>
            </a:r>
          </a:p>
          <a:p>
            <a:r>
              <a:t>    {</a:t>
            </a:r>
          </a:p>
          <a:p>
            <a:r>
              <a:t>      "text": "原文の条件と確認日を残す。",</a:t>
            </a:r>
          </a:p>
          <a:p>
            <a:r>
              <a:t>      "refs": [</a:t>
            </a:r>
          </a:p>
          <a:p>
            <a:r>
              <a:t>        {</a:t>
            </a:r>
          </a:p>
          <a:p>
            <a:r>
              <a:t>          "source_id": "s030",</a:t>
            </a:r>
          </a:p>
          <a:p>
            <a:r>
              <a:t>          "quote": "原文の条件と確認日を残す。"</a:t>
            </a:r>
          </a:p>
          <a:p>
            <a:r>
              <a:t>        }</a:t>
            </a:r>
          </a:p>
          <a:p>
            <a:r>
              <a:t>      ],</a:t>
            </a:r>
          </a:p>
          <a:p>
            <a:r>
              <a:t>      "mode": "verbatim"</a:t>
            </a:r>
          </a:p>
          <a:p>
            <a:r>
              <a:t>    },</a:t>
            </a:r>
          </a:p>
          <a:p>
            <a:r>
              <a:t>    {</a:t>
            </a:r>
          </a:p>
          <a:p>
            <a:r>
              <a:t>      "text": "根拠：原文の条件",</a:t>
            </a:r>
          </a:p>
          <a:p>
            <a:r>
              <a:t>      "refs": [</a:t>
            </a:r>
          </a:p>
          <a:p>
            <a:r>
              <a:t>        {</a:t>
            </a:r>
          </a:p>
          <a:p>
            <a:r>
              <a:t>          "source_id": "s030",</a:t>
            </a:r>
          </a:p>
          <a:p>
            <a:r>
              <a:t>          "quote": "根拠：原文の条件"</a:t>
            </a:r>
          </a:p>
          <a:p>
            <a:r>
              <a:t>        }</a:t>
            </a:r>
          </a:p>
          <a:p>
            <a:r>
              <a:t>      ],</a:t>
            </a:r>
          </a:p>
          <a:p>
            <a:r>
              <a:t>      "mode": "verbatim"</a:t>
            </a:r>
          </a:p>
          <a:p>
            <a:r>
              <a:t>    },</a:t>
            </a:r>
          </a:p>
          <a:p>
            <a:r>
              <a:t>    {</a:t>
            </a:r>
          </a:p>
          <a:p>
            <a:r>
              <a:t>      "text": "更新範囲を決める",</a:t>
            </a:r>
          </a:p>
          <a:p>
            <a:r>
              <a:t>      "refs": [</a:t>
            </a:r>
          </a:p>
          <a:p>
            <a:r>
              <a:t>        {</a:t>
            </a:r>
          </a:p>
          <a:p>
            <a:r>
              <a:t>          "source_id": "s030",</a:t>
            </a:r>
          </a:p>
          <a:p>
            <a:r>
              <a:t>          "quote": "更新範囲を決める"</a:t>
            </a:r>
          </a:p>
          <a:p>
            <a:r>
              <a:t>        }</a:t>
            </a:r>
          </a:p>
          <a:p>
            <a:r>
              <a:t>      ],</a:t>
            </a:r>
          </a:p>
          <a:p>
            <a:r>
              <a:t>      "mode": "verbatim"</a:t>
            </a:r>
          </a:p>
          <a:p>
            <a:r>
              <a:t>    },</a:t>
            </a:r>
          </a:p>
          <a:p>
            <a:r>
              <a:t>    {</a:t>
            </a:r>
          </a:p>
          <a:p>
            <a:r>
              <a:t>      "text": "更新担当と確認時期を決める。",</a:t>
            </a:r>
          </a:p>
          <a:p>
            <a:r>
              <a:t>      "refs": [</a:t>
            </a:r>
          </a:p>
          <a:p>
            <a:r>
              <a:t>        {</a:t>
            </a:r>
          </a:p>
          <a:p>
            <a:r>
              <a:t>          "source_id": "s030",</a:t>
            </a:r>
          </a:p>
          <a:p>
            <a:r>
              <a:t>          "quote": "更新担当と確認時期を決める。"</a:t>
            </a:r>
          </a:p>
          <a:p>
            <a:r>
              <a:t>        }</a:t>
            </a:r>
          </a:p>
          <a:p>
            <a:r>
              <a:t>      ],</a:t>
            </a:r>
          </a:p>
          <a:p>
            <a:r>
              <a:t>      "mode": "verbatim"</a:t>
            </a:r>
          </a:p>
          <a:p>
            <a:r>
              <a:t>    },</a:t>
            </a:r>
          </a:p>
          <a:p>
            <a:r>
              <a:t>    {</a:t>
            </a:r>
          </a:p>
          <a:p>
            <a:r>
              <a:t>      "text": "留保：運用負荷は未検証",</a:t>
            </a:r>
          </a:p>
          <a:p>
            <a:r>
              <a:t>      "refs": [</a:t>
            </a:r>
          </a:p>
          <a:p>
            <a:r>
              <a:t>        {</a:t>
            </a:r>
          </a:p>
          <a:p>
            <a:r>
              <a:t>          "source_id": "s030",</a:t>
            </a:r>
          </a:p>
          <a:p>
            <a:r>
              <a:t>          "quote": "留保：運用負荷は未検証"</a:t>
            </a:r>
          </a:p>
          <a:p>
            <a:r>
              <a:t>        }</a:t>
            </a:r>
          </a:p>
          <a:p>
            <a:r>
              <a:t>      ],</a:t>
            </a:r>
          </a:p>
          <a:p>
            <a:r>
              <a:t>      "mode": "verbatim"</a:t>
            </a:r>
          </a:p>
          <a:p>
            <a:r>
              <a:t>    },</a:t>
            </a:r>
          </a:p>
          <a:p>
            <a:r>
              <a:t>    {</a:t>
            </a:r>
          </a:p>
          <a:p>
            <a:r>
              <a:t>      "text": "例外を見える化",</a:t>
            </a:r>
          </a:p>
          <a:p>
            <a:r>
              <a:t>      "refs": [</a:t>
            </a:r>
          </a:p>
          <a:p>
            <a:r>
              <a:t>        {</a:t>
            </a:r>
          </a:p>
          <a:p>
            <a:r>
              <a:t>          "source_id": "s030",</a:t>
            </a:r>
          </a:p>
          <a:p>
            <a:r>
              <a:t>          "quote": "例外を見える化"</a:t>
            </a:r>
          </a:p>
          <a:p>
            <a:r>
              <a:t>        }</a:t>
            </a:r>
          </a:p>
          <a:p>
            <a:r>
              <a:t>      ],</a:t>
            </a:r>
          </a:p>
          <a:p>
            <a:r>
              <a:t>      "mode": "verbatim"</a:t>
            </a:r>
          </a:p>
          <a:p>
            <a:r>
              <a:t>    },</a:t>
            </a:r>
          </a:p>
          <a:p>
            <a:r>
              <a:t>    {</a:t>
            </a:r>
          </a:p>
          <a:p>
            <a:r>
              <a:t>      "text": "対象外の場面と前提を記録する。",</a:t>
            </a:r>
          </a:p>
          <a:p>
            <a:r>
              <a:t>      "refs": [</a:t>
            </a:r>
          </a:p>
          <a:p>
            <a:r>
              <a:t>        {</a:t>
            </a:r>
          </a:p>
          <a:p>
            <a:r>
              <a:t>          "source_id": "s030",</a:t>
            </a:r>
          </a:p>
          <a:p>
            <a:r>
              <a:t>          "quote": "対象外の場面と前提を記録する。"</a:t>
            </a:r>
          </a:p>
          <a:p>
            <a:r>
              <a:t>        }</a:t>
            </a:r>
          </a:p>
          <a:p>
            <a:r>
              <a:t>      ],</a:t>
            </a:r>
          </a:p>
          <a:p>
            <a:r>
              <a:t>      "mode": "verbatim"</a:t>
            </a:r>
          </a:p>
          <a:p>
            <a:r>
              <a:t>    },</a:t>
            </a:r>
          </a:p>
          <a:p>
            <a:r>
              <a:t>    {</a:t>
            </a:r>
          </a:p>
          <a:p>
            <a:r>
              <a:t>      "text": "注意：適用範囲を確認",</a:t>
            </a:r>
          </a:p>
          <a:p>
            <a:r>
              <a:t>      "refs": [</a:t>
            </a:r>
          </a:p>
          <a:p>
            <a:r>
              <a:t>        {</a:t>
            </a:r>
          </a:p>
          <a:p>
            <a:r>
              <a:t>          "source_id": "s030",</a:t>
            </a:r>
          </a:p>
          <a:p>
            <a:r>
              <a:t>          "quote": "注意：適用範囲を確認"</a:t>
            </a:r>
          </a:p>
          <a:p>
            <a:r>
              <a:t>        }</a:t>
            </a:r>
          </a:p>
          <a:p>
            <a:r>
              <a:t>      ],</a:t>
            </a:r>
          </a:p>
          <a:p>
            <a:r>
              <a:t>      "mode": "verbatim"</a:t>
            </a:r>
          </a:p>
          <a:p>
            <a:r>
              <a:t>    }</a:t>
            </a:r>
          </a:p>
          <a:p>
            <a:r>
              <a:t>  ],</a:t>
            </a:r>
          </a:p>
          <a:p>
            <a:r>
              <a:t>  "citations": {</a:t>
            </a:r>
          </a:p>
          <a:p>
            <a:r>
              <a:t>    "s030":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"feature_left",</a:t>
            </a:r>
          </a:p>
          <a:p>
            <a:r>
              <a:t>  "repetition_reason": "Catalog inventory: adjacent entries intentionally show every count/orientation for comparison; this is not a presentation sequence.",</a:t>
            </a:r>
          </a:p>
          <a:p>
            <a:r>
              <a:t>  "row_alignments": {},</a:t>
            </a:r>
          </a:p>
          <a:p>
            <a:r>
              <a:t>  "images": {},</a:t>
            </a:r>
          </a:p>
          <a:p>
            <a:r>
              <a:t>  "template_sha256": "a6ad0a8208a5e28c00651648ea666091c8cf19d33ca74e29de7df46b2890ce6f"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"slide031",</a:t>
            </a:r>
          </a:p>
          <a:p>
            <a:r>
              <a:t>  "origin": "catalog",</a:t>
            </a:r>
          </a:p>
          <a:p>
            <a:r>
              <a:t>  "layout_id": "ed_cards_feature_right_4",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"最も重視する論点は検索入口を揃えること",</a:t>
            </a:r>
          </a:p>
          <a:p>
            <a:r>
              <a:t>      "refs": [</a:t>
            </a:r>
          </a:p>
          <a:p>
            <a:r>
              <a:t>        {</a:t>
            </a:r>
          </a:p>
          <a:p>
            <a:r>
              <a:t>          "source_id": "s031",</a:t>
            </a:r>
          </a:p>
          <a:p>
            <a:r>
              <a:t>          "quote": "最も重視する論点は検索入口を揃えること"</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"s031",</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"s031",</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"s031",</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"対象：資料の入口を確認",</a:t>
            </a:r>
          </a:p>
          <a:p>
            <a:r>
              <a:t>      "refs": [</a:t>
            </a:r>
          </a:p>
          <a:p>
            <a:r>
              <a:t>        {</a:t>
            </a:r>
          </a:p>
          <a:p>
            <a:r>
              <a:t>          "source_id": "s031",</a:t>
            </a:r>
          </a:p>
          <a:p>
            <a:r>
              <a:t>          "quote": "対象：資料の入口を確認"</a:t>
            </a:r>
          </a:p>
          <a:p>
            <a:r>
              <a:t>        }</a:t>
            </a:r>
          </a:p>
          <a:p>
            <a:r>
              <a:t>      ],</a:t>
            </a:r>
          </a:p>
          <a:p>
            <a:r>
              <a:t>      "mode": "verbatim"</a:t>
            </a:r>
          </a:p>
          <a:p>
            <a:r>
              <a:t>    },</a:t>
            </a:r>
          </a:p>
          <a:p>
            <a:r>
              <a:t>    {</a:t>
            </a:r>
          </a:p>
          <a:p>
            <a:r>
              <a:t>      "text": "根拠まで辿れる",</a:t>
            </a:r>
          </a:p>
          <a:p>
            <a:r>
              <a:t>      "refs": [</a:t>
            </a:r>
          </a:p>
          <a:p>
            <a:r>
              <a:t>        {</a:t>
            </a:r>
          </a:p>
          <a:p>
            <a:r>
              <a:t>          "source_id": "s031",</a:t>
            </a:r>
          </a:p>
          <a:p>
            <a:r>
              <a:t>          "quote": "根拠まで辿れる"</a:t>
            </a:r>
          </a:p>
          <a:p>
            <a:r>
              <a:t>        }</a:t>
            </a:r>
          </a:p>
          <a:p>
            <a:r>
              <a:t>      ],</a:t>
            </a:r>
          </a:p>
          <a:p>
            <a:r>
              <a:t>      "mode": "verbatim"</a:t>
            </a:r>
          </a:p>
          <a:p>
            <a:r>
              <a:t>    },</a:t>
            </a:r>
          </a:p>
          <a:p>
            <a:r>
              <a:t>    {</a:t>
            </a:r>
          </a:p>
          <a:p>
            <a:r>
              <a:t>      "text": "原文の条件と確認日を残す。",</a:t>
            </a:r>
          </a:p>
          <a:p>
            <a:r>
              <a:t>      "refs": [</a:t>
            </a:r>
          </a:p>
          <a:p>
            <a:r>
              <a:t>        {</a:t>
            </a:r>
          </a:p>
          <a:p>
            <a:r>
              <a:t>          "source_id": "s031",</a:t>
            </a:r>
          </a:p>
          <a:p>
            <a:r>
              <a:t>          "quote": "原文の条件と確認日を残す。"</a:t>
            </a:r>
          </a:p>
          <a:p>
            <a:r>
              <a:t>        }</a:t>
            </a:r>
          </a:p>
          <a:p>
            <a:r>
              <a:t>      ],</a:t>
            </a:r>
          </a:p>
          <a:p>
            <a:r>
              <a:t>      "mode": "verbatim"</a:t>
            </a:r>
          </a:p>
          <a:p>
            <a:r>
              <a:t>    },</a:t>
            </a:r>
          </a:p>
          <a:p>
            <a:r>
              <a:t>    {</a:t>
            </a:r>
          </a:p>
          <a:p>
            <a:r>
              <a:t>      "text": "根拠：原文の条件",</a:t>
            </a:r>
          </a:p>
          <a:p>
            <a:r>
              <a:t>      "refs": [</a:t>
            </a:r>
          </a:p>
          <a:p>
            <a:r>
              <a:t>        {</a:t>
            </a:r>
          </a:p>
          <a:p>
            <a:r>
              <a:t>          "source_id": "s031",</a:t>
            </a:r>
          </a:p>
          <a:p>
            <a:r>
              <a:t>          "quote": "根拠：原文の条件"</a:t>
            </a:r>
          </a:p>
          <a:p>
            <a:r>
              <a:t>        }</a:t>
            </a:r>
          </a:p>
          <a:p>
            <a:r>
              <a:t>      ],</a:t>
            </a:r>
          </a:p>
          <a:p>
            <a:r>
              <a:t>      "mode": "verbatim"</a:t>
            </a:r>
          </a:p>
          <a:p>
            <a:r>
              <a:t>    },</a:t>
            </a:r>
          </a:p>
          <a:p>
            <a:r>
              <a:t>    {</a:t>
            </a:r>
          </a:p>
          <a:p>
            <a:r>
              <a:t>      "text": "更新範囲を決める",</a:t>
            </a:r>
          </a:p>
          <a:p>
            <a:r>
              <a:t>      "refs": [</a:t>
            </a:r>
          </a:p>
          <a:p>
            <a:r>
              <a:t>        {</a:t>
            </a:r>
          </a:p>
          <a:p>
            <a:r>
              <a:t>          "source_id": "s031",</a:t>
            </a:r>
          </a:p>
          <a:p>
            <a:r>
              <a:t>          "quote": "更新範囲を決める"</a:t>
            </a:r>
          </a:p>
          <a:p>
            <a:r>
              <a:t>        }</a:t>
            </a:r>
          </a:p>
          <a:p>
            <a:r>
              <a:t>      ],</a:t>
            </a:r>
          </a:p>
          <a:p>
            <a:r>
              <a:t>      "mode": "verbatim"</a:t>
            </a:r>
          </a:p>
          <a:p>
            <a:r>
              <a:t>    },</a:t>
            </a:r>
          </a:p>
          <a:p>
            <a:r>
              <a:t>    {</a:t>
            </a:r>
          </a:p>
          <a:p>
            <a:r>
              <a:t>      "text": "更新担当と確認時期を決める。",</a:t>
            </a:r>
          </a:p>
          <a:p>
            <a:r>
              <a:t>      "refs": [</a:t>
            </a:r>
          </a:p>
          <a:p>
            <a:r>
              <a:t>        {</a:t>
            </a:r>
          </a:p>
          <a:p>
            <a:r>
              <a:t>          "source_id": "s031",</a:t>
            </a:r>
          </a:p>
          <a:p>
            <a:r>
              <a:t>          "quote": "更新担当と確認時期を決める。"</a:t>
            </a:r>
          </a:p>
          <a:p>
            <a:r>
              <a:t>        }</a:t>
            </a:r>
          </a:p>
          <a:p>
            <a:r>
              <a:t>      ],</a:t>
            </a:r>
          </a:p>
          <a:p>
            <a:r>
              <a:t>      "mode": "verbatim"</a:t>
            </a:r>
          </a:p>
          <a:p>
            <a:r>
              <a:t>    },</a:t>
            </a:r>
          </a:p>
          <a:p>
            <a:r>
              <a:t>    {</a:t>
            </a:r>
          </a:p>
          <a:p>
            <a:r>
              <a:t>      "text": "留保：運用負荷は未検証",</a:t>
            </a:r>
          </a:p>
          <a:p>
            <a:r>
              <a:t>      "refs": [</a:t>
            </a:r>
          </a:p>
          <a:p>
            <a:r>
              <a:t>        {</a:t>
            </a:r>
          </a:p>
          <a:p>
            <a:r>
              <a:t>          "source_id": "s031",</a:t>
            </a:r>
          </a:p>
          <a:p>
            <a:r>
              <a:t>          "quote": "留保：運用負荷は未検証"</a:t>
            </a:r>
          </a:p>
          <a:p>
            <a:r>
              <a:t>        }</a:t>
            </a:r>
          </a:p>
          <a:p>
            <a:r>
              <a:t>      ],</a:t>
            </a:r>
          </a:p>
          <a:p>
            <a:r>
              <a:t>      "mode": "verbatim"</a:t>
            </a:r>
          </a:p>
          <a:p>
            <a:r>
              <a:t>    },</a:t>
            </a:r>
          </a:p>
          <a:p>
            <a:r>
              <a:t>    {</a:t>
            </a:r>
          </a:p>
          <a:p>
            <a:r>
              <a:t>      "text": "例外を見える化",</a:t>
            </a:r>
          </a:p>
          <a:p>
            <a:r>
              <a:t>      "refs": [</a:t>
            </a:r>
          </a:p>
          <a:p>
            <a:r>
              <a:t>        {</a:t>
            </a:r>
          </a:p>
          <a:p>
            <a:r>
              <a:t>          "source_id": "s031",</a:t>
            </a:r>
          </a:p>
          <a:p>
            <a:r>
              <a:t>          "quote": "例外を見える化"</a:t>
            </a:r>
          </a:p>
          <a:p>
            <a:r>
              <a:t>        }</a:t>
            </a:r>
          </a:p>
          <a:p>
            <a:r>
              <a:t>      ],</a:t>
            </a:r>
          </a:p>
          <a:p>
            <a:r>
              <a:t>      "mode": "verbatim"</a:t>
            </a:r>
          </a:p>
          <a:p>
            <a:r>
              <a:t>    },</a:t>
            </a:r>
          </a:p>
          <a:p>
            <a:r>
              <a:t>    {</a:t>
            </a:r>
          </a:p>
          <a:p>
            <a:r>
              <a:t>      "text": "対象外の場面と前提を記録する。",</a:t>
            </a:r>
          </a:p>
          <a:p>
            <a:r>
              <a:t>      "refs": [</a:t>
            </a:r>
          </a:p>
          <a:p>
            <a:r>
              <a:t>        {</a:t>
            </a:r>
          </a:p>
          <a:p>
            <a:r>
              <a:t>          "source_id": "s031",</a:t>
            </a:r>
          </a:p>
          <a:p>
            <a:r>
              <a:t>          "quote": "対象外の場面と前提を記録する。"</a:t>
            </a:r>
          </a:p>
          <a:p>
            <a:r>
              <a:t>        }</a:t>
            </a:r>
          </a:p>
          <a:p>
            <a:r>
              <a:t>      ],</a:t>
            </a:r>
          </a:p>
          <a:p>
            <a:r>
              <a:t>      "mode": "verbatim"</a:t>
            </a:r>
          </a:p>
          <a:p>
            <a:r>
              <a:t>    },</a:t>
            </a:r>
          </a:p>
          <a:p>
            <a:r>
              <a:t>    {</a:t>
            </a:r>
          </a:p>
          <a:p>
            <a:r>
              <a:t>      "text": "注意：適用範囲を確認",</a:t>
            </a:r>
          </a:p>
          <a:p>
            <a:r>
              <a:t>      "refs": [</a:t>
            </a:r>
          </a:p>
          <a:p>
            <a:r>
              <a:t>        {</a:t>
            </a:r>
          </a:p>
          <a:p>
            <a:r>
              <a:t>          "source_id": "s031",</a:t>
            </a:r>
          </a:p>
          <a:p>
            <a:r>
              <a:t>          "quote": "注意：適用範囲を確認"</a:t>
            </a:r>
          </a:p>
          <a:p>
            <a:r>
              <a:t>        }</a:t>
            </a:r>
          </a:p>
          <a:p>
            <a:r>
              <a:t>      ],</a:t>
            </a:r>
          </a:p>
          <a:p>
            <a:r>
              <a:t>      "mode": "verbatim"</a:t>
            </a:r>
          </a:p>
          <a:p>
            <a:r>
              <a:t>    }</a:t>
            </a:r>
          </a:p>
          <a:p>
            <a:r>
              <a:t>  ],</a:t>
            </a:r>
          </a:p>
          <a:p>
            <a:r>
              <a:t>  "citations": {</a:t>
            </a:r>
          </a:p>
          <a:p>
            <a:r>
              <a:t>    "s031":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"feature_right",</a:t>
            </a:r>
          </a:p>
          <a:p>
            <a:r>
              <a:t>  "repetition_reason": "Catalog inventory: adjacent entries intentionally show every count/orientation for comparison; this is not a presentation sequence.",</a:t>
            </a:r>
          </a:p>
          <a:p>
            <a:r>
              <a:t>  "row_alignments": {},</a:t>
            </a:r>
          </a:p>
          <a:p>
            <a:r>
              <a:t>  "images": {},</a:t>
            </a:r>
          </a:p>
          <a:p>
            <a:r>
              <a:t>  "template_sha256": "5e1660dd87c96a43729e871ea0f25d08c26b0a4e7f5cd7f1c44a4595b040fa03"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"slide032",</a:t>
            </a:r>
          </a:p>
          <a:p>
            <a:r>
              <a:t>  "origin": "catalog",</a:t>
            </a:r>
          </a:p>
          <a:p>
            <a:r>
              <a:t>  "layout_id": "ed_cards_image_left_2",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"s032",</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"s032",</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"s032",</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"s032",</a:t>
            </a:r>
          </a:p>
          <a:p>
            <a:r>
              <a:t>          "quote": "用語を揃え、同じ資料へ辿れる入口を整える。"</a:t>
            </a:r>
          </a:p>
          <a:p>
            <a:r>
              <a:t>        }</a:t>
            </a:r>
          </a:p>
          <a:p>
            <a:r>
              <a:t>      ],</a:t>
            </a:r>
          </a:p>
          <a:p>
            <a:r>
              <a:t>      "mode": "verbatim"</a:t>
            </a:r>
          </a:p>
          <a:p>
            <a:r>
              <a:t>    },</a:t>
            </a:r>
          </a:p>
          <a:p>
            <a:r>
              <a:t>    {</a:t>
            </a:r>
          </a:p>
          <a:p>
            <a:r>
              <a:t>      "text": "対象：資料の入口を確認",</a:t>
            </a:r>
          </a:p>
          <a:p>
            <a:r>
              <a:t>      "refs": [</a:t>
            </a:r>
          </a:p>
          <a:p>
            <a:r>
              <a:t>        {</a:t>
            </a:r>
          </a:p>
          <a:p>
            <a:r>
              <a:t>          "source_id": "s032",</a:t>
            </a:r>
          </a:p>
          <a:p>
            <a:r>
              <a:t>          "quote": "対象：資料の入口を確認"</a:t>
            </a:r>
          </a:p>
          <a:p>
            <a:r>
              <a:t>        }</a:t>
            </a:r>
          </a:p>
          <a:p>
            <a:r>
              <a:t>      ],</a:t>
            </a:r>
          </a:p>
          <a:p>
            <a:r>
              <a:t>      "mode": "verbatim"</a:t>
            </a:r>
          </a:p>
          <a:p>
            <a:r>
              <a:t>    },</a:t>
            </a:r>
          </a:p>
          <a:p>
            <a:r>
              <a:t>    {</a:t>
            </a:r>
          </a:p>
          <a:p>
            <a:r>
              <a:t>      "text": "根拠まで辿れる",</a:t>
            </a:r>
          </a:p>
          <a:p>
            <a:r>
              <a:t>      "refs": [</a:t>
            </a:r>
          </a:p>
          <a:p>
            <a:r>
              <a:t>        {</a:t>
            </a:r>
          </a:p>
          <a:p>
            <a:r>
              <a:t>          "source_id": "s032",</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"s032",</a:t>
            </a:r>
          </a:p>
          <a:p>
            <a:r>
              <a:t>          "quote": "原文の条件と確認日を、要約とともに残す。"</a:t>
            </a:r>
          </a:p>
          <a:p>
            <a:r>
              <a:t>        }</a:t>
            </a:r>
          </a:p>
          <a:p>
            <a:r>
              <a:t>      ],</a:t>
            </a:r>
          </a:p>
          <a:p>
            <a:r>
              <a:t>      "mode": "verbatim"</a:t>
            </a:r>
          </a:p>
          <a:p>
            <a:r>
              <a:t>    },</a:t>
            </a:r>
          </a:p>
          <a:p>
            <a:r>
              <a:t>    {</a:t>
            </a:r>
          </a:p>
          <a:p>
            <a:r>
              <a:t>      "text": "根拠：原文の条件を保持",</a:t>
            </a:r>
          </a:p>
          <a:p>
            <a:r>
              <a:t>      "refs": [</a:t>
            </a:r>
          </a:p>
          <a:p>
            <a:r>
              <a:t>        {</a:t>
            </a:r>
          </a:p>
          <a:p>
            <a:r>
              <a:t>          "source_id": "s032",</a:t>
            </a:r>
          </a:p>
          <a:p>
            <a:r>
              <a:t>          "quote": "根拠：原文の条件を保持"</a:t>
            </a:r>
          </a:p>
          <a:p>
            <a:r>
              <a:t>        }</a:t>
            </a:r>
          </a:p>
          <a:p>
            <a:r>
              <a:t>      ],</a:t>
            </a:r>
          </a:p>
          <a:p>
            <a:r>
              <a:t>      "mode": "verbatim"</a:t>
            </a:r>
          </a:p>
          <a:p>
            <a:r>
              <a:t>    }</a:t>
            </a:r>
          </a:p>
          <a:p>
            <a:r>
              <a:t>  ],</a:t>
            </a:r>
          </a:p>
          <a:p>
            <a:r>
              <a:t>  "citations": {</a:t>
            </a:r>
          </a:p>
          <a:p>
            <a:r>
              <a:t>    "s032":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"image_left",</a:t>
            </a:r>
          </a:p>
          <a:p>
            <a:r>
              <a:t>  "repetition_reason": "Catalog inventory: adjacent entries intentionally show every count/orientation for comparison; this is not a presentation sequence.",</a:t>
            </a:r>
          </a:p>
          <a:p>
            <a:r>
              <a:t>  "row_alignments": {},</a:t>
            </a:r>
          </a:p>
          <a:p>
            <a:r>
              <a:t>  "images": {</a:t>
            </a:r>
          </a:p>
          <a:p>
            <a:r>
              <a:t>    "image": {</a:t>
            </a:r>
          </a:p>
          <a:p>
            <a:r>
              <a:t>      "image_id": "research_screen",</a:t>
            </a:r>
          </a:p>
          <a:p>
            <a:r>
              <a:t>      "image_mode": "fit"</a:t>
            </a:r>
          </a:p>
          <a:p>
            <a:r>
              <a:t>    }</a:t>
            </a:r>
          </a:p>
          <a:p>
            <a:r>
              <a:t>  },</a:t>
            </a:r>
          </a:p>
          <a:p>
            <a:r>
              <a:t>  "template_sha256": "b85f0edf6db26a392f7330db5607bd70a65541db6ef02cbd0174768c6000eb09"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"slide033",</a:t>
            </a:r>
          </a:p>
          <a:p>
            <a:r>
              <a:t>  "origin": "catalog",</a:t>
            </a:r>
          </a:p>
          <a:p>
            <a:r>
              <a:t>  "layout_id": "ed_cards_image_right_2",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"s033",</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"s033",</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"s033",</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"s033",</a:t>
            </a:r>
          </a:p>
          <a:p>
            <a:r>
              <a:t>          "quote": "用語を揃え、同じ資料へ辿れる入口を整える。"</a:t>
            </a:r>
          </a:p>
          <a:p>
            <a:r>
              <a:t>        }</a:t>
            </a:r>
          </a:p>
          <a:p>
            <a:r>
              <a:t>      ],</a:t>
            </a:r>
          </a:p>
          <a:p>
            <a:r>
              <a:t>      "mode": "verbatim"</a:t>
            </a:r>
          </a:p>
          <a:p>
            <a:r>
              <a:t>    },</a:t>
            </a:r>
          </a:p>
          <a:p>
            <a:r>
              <a:t>    {</a:t>
            </a:r>
          </a:p>
          <a:p>
            <a:r>
              <a:t>      "text": "対象：資料の入口を確認",</a:t>
            </a:r>
          </a:p>
          <a:p>
            <a:r>
              <a:t>      "refs": [</a:t>
            </a:r>
          </a:p>
          <a:p>
            <a:r>
              <a:t>        {</a:t>
            </a:r>
          </a:p>
          <a:p>
            <a:r>
              <a:t>          "source_id": "s033",</a:t>
            </a:r>
          </a:p>
          <a:p>
            <a:r>
              <a:t>          "quote": "対象：資料の入口を確認"</a:t>
            </a:r>
          </a:p>
          <a:p>
            <a:r>
              <a:t>        }</a:t>
            </a:r>
          </a:p>
          <a:p>
            <a:r>
              <a:t>      ],</a:t>
            </a:r>
          </a:p>
          <a:p>
            <a:r>
              <a:t>      "mode": "verbatim"</a:t>
            </a:r>
          </a:p>
          <a:p>
            <a:r>
              <a:t>    },</a:t>
            </a:r>
          </a:p>
          <a:p>
            <a:r>
              <a:t>    {</a:t>
            </a:r>
          </a:p>
          <a:p>
            <a:r>
              <a:t>      "text": "根拠まで辿れる",</a:t>
            </a:r>
          </a:p>
          <a:p>
            <a:r>
              <a:t>      "refs": [</a:t>
            </a:r>
          </a:p>
          <a:p>
            <a:r>
              <a:t>        {</a:t>
            </a:r>
          </a:p>
          <a:p>
            <a:r>
              <a:t>          "source_id": "s033",</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"s033",</a:t>
            </a:r>
          </a:p>
          <a:p>
            <a:r>
              <a:t>          "quote": "原文の条件と確認日を、要約とともに残す。"</a:t>
            </a:r>
          </a:p>
          <a:p>
            <a:r>
              <a:t>        }</a:t>
            </a:r>
          </a:p>
          <a:p>
            <a:r>
              <a:t>      ],</a:t>
            </a:r>
          </a:p>
          <a:p>
            <a:r>
              <a:t>      "mode": "verbatim"</a:t>
            </a:r>
          </a:p>
          <a:p>
            <a:r>
              <a:t>    },</a:t>
            </a:r>
          </a:p>
          <a:p>
            <a:r>
              <a:t>    {</a:t>
            </a:r>
          </a:p>
          <a:p>
            <a:r>
              <a:t>      "text": "根拠：原文の条件を保持",</a:t>
            </a:r>
          </a:p>
          <a:p>
            <a:r>
              <a:t>      "refs": [</a:t>
            </a:r>
          </a:p>
          <a:p>
            <a:r>
              <a:t>        {</a:t>
            </a:r>
          </a:p>
          <a:p>
            <a:r>
              <a:t>          "source_id": "s033",</a:t>
            </a:r>
          </a:p>
          <a:p>
            <a:r>
              <a:t>          "quote": "根拠：原文の条件を保持"</a:t>
            </a:r>
          </a:p>
          <a:p>
            <a:r>
              <a:t>        }</a:t>
            </a:r>
          </a:p>
          <a:p>
            <a:r>
              <a:t>      ],</a:t>
            </a:r>
          </a:p>
          <a:p>
            <a:r>
              <a:t>      "mode": "verbatim"</a:t>
            </a:r>
          </a:p>
          <a:p>
            <a:r>
              <a:t>    }</a:t>
            </a:r>
          </a:p>
          <a:p>
            <a:r>
              <a:t>  ],</a:t>
            </a:r>
          </a:p>
          <a:p>
            <a:r>
              <a:t>  "citations": {</a:t>
            </a:r>
          </a:p>
          <a:p>
            <a:r>
              <a:t>    "s033":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"image_right",</a:t>
            </a:r>
          </a:p>
          <a:p>
            <a:r>
              <a:t>  "repetition_reason": "Catalog inventory: adjacent entries intentionally show every count/orientation for comparison; this is not a presentation sequence.",</a:t>
            </a:r>
          </a:p>
          <a:p>
            <a:r>
              <a:t>  "row_alignments": {},</a:t>
            </a:r>
          </a:p>
          <a:p>
            <a:r>
              <a:t>  "images": {</a:t>
            </a:r>
          </a:p>
          <a:p>
            <a:r>
              <a:t>    "image": {</a:t>
            </a:r>
          </a:p>
          <a:p>
            <a:r>
              <a:t>      "image_id": "research_screen",</a:t>
            </a:r>
          </a:p>
          <a:p>
            <a:r>
              <a:t>      "image_mode": "fit"</a:t>
            </a:r>
          </a:p>
          <a:p>
            <a:r>
              <a:t>    }</a:t>
            </a:r>
          </a:p>
          <a:p>
            <a:r>
              <a:t>  },</a:t>
            </a:r>
          </a:p>
          <a:p>
            <a:r>
              <a:t>  "template_sha256": "4867ad17621d157d12fb78e20b5f104b4d0a8c024c88cf838ae8044746fdc47d"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"slide034",</a:t>
            </a:r>
          </a:p>
          <a:p>
            <a:r>
              <a:t>  "origin": "catalog",</a:t>
            </a:r>
          </a:p>
          <a:p>
            <a:r>
              <a:t>  "layout_id": "ed_diagram_left_3",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"s034",</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"s034",</a:t>
            </a:r>
          </a:p>
          <a:p>
            <a:r>
              <a:t>          "quote": "架空の社内調査。運用条件を整理した所見であり、効果を実証したものではない。"</a:t>
            </a:r>
          </a:p>
          <a:p>
            <a:r>
              <a:t>        }</a:t>
            </a:r>
          </a:p>
          <a:p>
            <a:r>
              <a:t>      ],</a:t>
            </a:r>
          </a:p>
          <a:p>
            <a:r>
              <a:t>      "mode": "verbatim"</a:t>
            </a:r>
          </a:p>
          <a:p>
            <a:r>
              <a:t>    },</a:t>
            </a:r>
          </a:p>
          <a:p>
            <a:r>
              <a:t>    {</a:t>
            </a:r>
          </a:p>
          <a:p>
            <a:r>
              <a:t>      "text": "入力資料",</a:t>
            </a:r>
          </a:p>
          <a:p>
            <a:r>
              <a:t>      "refs": [</a:t>
            </a:r>
          </a:p>
          <a:p>
            <a:r>
              <a:t>        {</a:t>
            </a:r>
          </a:p>
          <a:p>
            <a:r>
              <a:t>          "source_id": "s034",</a:t>
            </a:r>
          </a:p>
          <a:p>
            <a:r>
              <a:t>          "quote": "入力資料"</a:t>
            </a:r>
          </a:p>
          <a:p>
            <a:r>
              <a:t>        }</a:t>
            </a:r>
          </a:p>
          <a:p>
            <a:r>
              <a:t>      ],</a:t>
            </a:r>
          </a:p>
          <a:p>
            <a:r>
              <a:t>      "mode": "verbatim"</a:t>
            </a:r>
          </a:p>
          <a:p>
            <a:r>
              <a:t>    },</a:t>
            </a:r>
          </a:p>
          <a:p>
            <a:r>
              <a:t>    {</a:t>
            </a:r>
          </a:p>
          <a:p>
            <a:r>
              <a:t>      "text": "原文・確認日・対象範囲を受け取る",</a:t>
            </a:r>
          </a:p>
          <a:p>
            <a:r>
              <a:t>      "refs": [</a:t>
            </a:r>
          </a:p>
          <a:p>
            <a:r>
              <a:t>        {</a:t>
            </a:r>
          </a:p>
          <a:p>
            <a:r>
              <a:t>          "source_id": "s034",</a:t>
            </a:r>
          </a:p>
          <a:p>
            <a:r>
              <a:t>          "quote": "原文・確認日・対象範囲を受け取る"</a:t>
            </a:r>
          </a:p>
          <a:p>
            <a:r>
              <a:t>        }</a:t>
            </a:r>
          </a:p>
          <a:p>
            <a:r>
              <a:t>      ],</a:t>
            </a:r>
          </a:p>
          <a:p>
            <a:r>
              <a:t>      "mode": "verbatim"</a:t>
            </a:r>
          </a:p>
          <a:p>
            <a:r>
              <a:t>    },</a:t>
            </a:r>
          </a:p>
          <a:p>
            <a:r>
              <a:t>    {</a:t>
            </a:r>
          </a:p>
          <a:p>
            <a:r>
              <a:t>      "text": "条件の確認",</a:t>
            </a:r>
          </a:p>
          <a:p>
            <a:r>
              <a:t>      "refs": [</a:t>
            </a:r>
          </a:p>
          <a:p>
            <a:r>
              <a:t>        {</a:t>
            </a:r>
          </a:p>
          <a:p>
            <a:r>
              <a:t>          "source_id": "s034",</a:t>
            </a:r>
          </a:p>
          <a:p>
            <a:r>
              <a:t>          "quote": "条件の確認"</a:t>
            </a:r>
          </a:p>
          <a:p>
            <a:r>
              <a:t>        }</a:t>
            </a:r>
          </a:p>
          <a:p>
            <a:r>
              <a:t>      ],</a:t>
            </a:r>
          </a:p>
          <a:p>
            <a:r>
              <a:t>      "mode": "verbatim"</a:t>
            </a:r>
          </a:p>
          <a:p>
            <a:r>
              <a:t>    },</a:t>
            </a:r>
          </a:p>
          <a:p>
            <a:r>
              <a:t>    {</a:t>
            </a:r>
          </a:p>
          <a:p>
            <a:r>
              <a:t>      "text": "定義と比較条件の違いを整理する",</a:t>
            </a:r>
          </a:p>
          <a:p>
            <a:r>
              <a:t>      "refs": [</a:t>
            </a:r>
          </a:p>
          <a:p>
            <a:r>
              <a:t>        {</a:t>
            </a:r>
          </a:p>
          <a:p>
            <a:r>
              <a:t>          "source_id": "s034",</a:t>
            </a:r>
          </a:p>
          <a:p>
            <a:r>
              <a:t>          "quote": "定義と比較条件の違いを整理する"</a:t>
            </a:r>
          </a:p>
          <a:p>
            <a:r>
              <a:t>        }</a:t>
            </a:r>
          </a:p>
          <a:p>
            <a:r>
              <a:t>      ],</a:t>
            </a:r>
          </a:p>
          <a:p>
            <a:r>
              <a:t>      "mode": "verbatim"</a:t>
            </a:r>
          </a:p>
          <a:p>
            <a:r>
              <a:t>    },</a:t>
            </a:r>
          </a:p>
          <a:p>
            <a:r>
              <a:t>    {</a:t>
            </a:r>
          </a:p>
          <a:p>
            <a:r>
              <a:t>      "text": "所見の共有",</a:t>
            </a:r>
          </a:p>
          <a:p>
            <a:r>
              <a:t>      "refs": [</a:t>
            </a:r>
          </a:p>
          <a:p>
            <a:r>
              <a:t>        {</a:t>
            </a:r>
          </a:p>
          <a:p>
            <a:r>
              <a:t>          "source_id": "s034",</a:t>
            </a:r>
          </a:p>
          <a:p>
            <a:r>
              <a:t>          "quote": "所見の共有"</a:t>
            </a:r>
          </a:p>
          <a:p>
            <a:r>
              <a:t>        }</a:t>
            </a:r>
          </a:p>
          <a:p>
            <a:r>
              <a:t>      ],</a:t>
            </a:r>
          </a:p>
          <a:p>
            <a:r>
              <a:t>      "mode": "verbatim"</a:t>
            </a:r>
          </a:p>
          <a:p>
            <a:r>
              <a:t>    },</a:t>
            </a:r>
          </a:p>
          <a:p>
            <a:r>
              <a:t>    {</a:t>
            </a:r>
          </a:p>
          <a:p>
            <a:r>
              <a:t>      "text": "根拠と未確認の論点を残して渡す",</a:t>
            </a:r>
          </a:p>
          <a:p>
            <a:r>
              <a:t>      "refs": [</a:t>
            </a:r>
          </a:p>
          <a:p>
            <a:r>
              <a:t>        {</a:t>
            </a:r>
          </a:p>
          <a:p>
            <a:r>
              <a:t>          "source_id": "s034",</a:t>
            </a:r>
          </a:p>
          <a:p>
            <a:r>
              <a:t>          "quote": "根拠と未確認の論点を残して渡す"</a:t>
            </a:r>
          </a:p>
          <a:p>
            <a:r>
              <a:t>        }</a:t>
            </a:r>
          </a:p>
          <a:p>
            <a:r>
              <a:t>      ],</a:t>
            </a:r>
          </a:p>
          <a:p>
            <a:r>
              <a:t>      "mode": "verbatim"</a:t>
            </a:r>
          </a:p>
          <a:p>
            <a:r>
              <a:t>    },</a:t>
            </a:r>
          </a:p>
          <a:p>
            <a:r>
              <a:t>    {</a:t>
            </a:r>
          </a:p>
          <a:p>
            <a:r>
              <a:t>      "text": "原文とのつながりを残す",</a:t>
            </a:r>
          </a:p>
          <a:p>
            <a:r>
              <a:t>      "refs": [</a:t>
            </a:r>
          </a:p>
          <a:p>
            <a:r>
              <a:t>        {</a:t>
            </a:r>
          </a:p>
          <a:p>
            <a:r>
              <a:t>          "source_id": "s034",</a:t>
            </a:r>
          </a:p>
          <a:p>
            <a:r>
              <a:t>          "quote": "原文とのつながりを残す"</a:t>
            </a:r>
          </a:p>
          <a:p>
            <a:r>
              <a:t>        }</a:t>
            </a:r>
          </a:p>
          <a:p>
            <a:r>
              <a:t>      ],</a:t>
            </a:r>
          </a:p>
          <a:p>
            <a:r>
              <a:t>      "mode": "verbatim"</a:t>
            </a:r>
          </a:p>
          <a:p>
            <a:r>
              <a:t>    },</a:t>
            </a:r>
          </a:p>
          <a:p>
            <a:r>
              <a:t>    {</a:t>
            </a:r>
          </a:p>
          <a:p>
            <a:r>
              <a:t>      "text": "資料を集めた後で、対象範囲と比較条件を確認する。共有時には原文の位置を添え、読み手が結論の前提へ戻れるようにする。",</a:t>
            </a:r>
          </a:p>
          <a:p>
            <a:r>
              <a:t>      "refs": [</a:t>
            </a:r>
          </a:p>
          <a:p>
            <a:r>
              <a:t>        {</a:t>
            </a:r>
          </a:p>
          <a:p>
            <a:r>
              <a:t>          "source_id": "s034",</a:t>
            </a:r>
          </a:p>
          <a:p>
            <a:r>
              <a:t>          "quote": "資料を集めた後で、対象範囲と比較条件を確認する。共有時には原文の位置を添え、読み手が結論の前提へ戻れるようにする。"</a:t>
            </a:r>
          </a:p>
          <a:p>
            <a:r>
              <a:t>        }</a:t>
            </a:r>
          </a:p>
          <a:p>
            <a:r>
              <a:t>      ],</a:t>
            </a:r>
          </a:p>
          <a:p>
            <a:r>
              <a:t>      "mode": "verbatim"</a:t>
            </a:r>
          </a:p>
          <a:p>
            <a:r>
              <a:t>    },</a:t>
            </a:r>
          </a:p>
          <a:p>
            <a:r>
              <a:t>    {</a:t>
            </a:r>
          </a:p>
          <a:p>
            <a:r>
              <a:t>      "text": "留保：因果関係を示す工程図ではない。",</a:t>
            </a:r>
          </a:p>
          <a:p>
            <a:r>
              <a:t>      "refs": [</a:t>
            </a:r>
          </a:p>
          <a:p>
            <a:r>
              <a:t>        {</a:t>
            </a:r>
          </a:p>
          <a:p>
            <a:r>
              <a:t>          "source_id": "s034",</a:t>
            </a:r>
          </a:p>
          <a:p>
            <a:r>
              <a:t>          "quote": "留保：因果関係を示す工程図ではない。"</a:t>
            </a:r>
          </a:p>
          <a:p>
            <a:r>
              <a:t>        }</a:t>
            </a:r>
          </a:p>
          <a:p>
            <a:r>
              <a:t>      ],</a:t>
            </a:r>
          </a:p>
          <a:p>
            <a:r>
              <a:t>      "mode": "verbatim"</a:t>
            </a:r>
          </a:p>
          <a:p>
            <a:r>
              <a:t>    }</a:t>
            </a:r>
          </a:p>
          <a:p>
            <a:r>
              <a:t>  ],</a:t>
            </a:r>
          </a:p>
          <a:p>
            <a:r>
              <a:t>  "citations": {</a:t>
            </a:r>
          </a:p>
          <a:p>
            <a:r>
              <a:t>    "s034":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"diagram",</a:t>
            </a:r>
          </a:p>
          <a:p>
            <a:r>
              <a:t>  "structural_variant": "left",</a:t>
            </a:r>
          </a:p>
          <a:p>
            <a:r>
              <a:t>  "repetition_reason": "Catalog inventory: adjacent entries intentionally show every count/orientation for comparison; this is not a presentation sequence.",</a:t>
            </a:r>
          </a:p>
          <a:p>
            <a:r>
              <a:t>  "row_alignments": {},</a:t>
            </a:r>
          </a:p>
          <a:p>
            <a:r>
              <a:t>  "images": {},</a:t>
            </a:r>
          </a:p>
          <a:p>
            <a:r>
              <a:t>  "template_sha256": "b78fc81f26ab302c659c4dde409ca4f5fce394986bbbf80ba45edd631f1f8f40"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"slide035",</a:t>
            </a:r>
          </a:p>
          <a:p>
            <a:r>
              <a:t>  "origin": "catalog",</a:t>
            </a:r>
          </a:p>
          <a:p>
            <a:r>
              <a:t>  "layout_id": "ed_diagram_right_3",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"s035",</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"s035",</a:t>
            </a:r>
          </a:p>
          <a:p>
            <a:r>
              <a:t>          "quote": "架空の社内調査。運用条件を整理した所見であり、効果を実証したものではない。"</a:t>
            </a:r>
          </a:p>
          <a:p>
            <a:r>
              <a:t>        }</a:t>
            </a:r>
          </a:p>
          <a:p>
            <a:r>
              <a:t>      ],</a:t>
            </a:r>
          </a:p>
          <a:p>
            <a:r>
              <a:t>      "mode": "verbatim"</a:t>
            </a:r>
          </a:p>
          <a:p>
            <a:r>
              <a:t>    },</a:t>
            </a:r>
          </a:p>
          <a:p>
            <a:r>
              <a:t>    {</a:t>
            </a:r>
          </a:p>
          <a:p>
            <a:r>
              <a:t>      "text": "入力資料",</a:t>
            </a:r>
          </a:p>
          <a:p>
            <a:r>
              <a:t>      "refs": [</a:t>
            </a:r>
          </a:p>
          <a:p>
            <a:r>
              <a:t>        {</a:t>
            </a:r>
          </a:p>
          <a:p>
            <a:r>
              <a:t>          "source_id": "s035",</a:t>
            </a:r>
          </a:p>
          <a:p>
            <a:r>
              <a:t>          "quote": "入力資料"</a:t>
            </a:r>
          </a:p>
          <a:p>
            <a:r>
              <a:t>        }</a:t>
            </a:r>
          </a:p>
          <a:p>
            <a:r>
              <a:t>      ],</a:t>
            </a:r>
          </a:p>
          <a:p>
            <a:r>
              <a:t>      "mode": "verbatim"</a:t>
            </a:r>
          </a:p>
          <a:p>
            <a:r>
              <a:t>    },</a:t>
            </a:r>
          </a:p>
          <a:p>
            <a:r>
              <a:t>    {</a:t>
            </a:r>
          </a:p>
          <a:p>
            <a:r>
              <a:t>      "text": "原文・確認日・対象範囲を受け取る",</a:t>
            </a:r>
          </a:p>
          <a:p>
            <a:r>
              <a:t>      "refs": [</a:t>
            </a:r>
          </a:p>
          <a:p>
            <a:r>
              <a:t>        {</a:t>
            </a:r>
          </a:p>
          <a:p>
            <a:r>
              <a:t>          "source_id": "s035",</a:t>
            </a:r>
          </a:p>
          <a:p>
            <a:r>
              <a:t>          "quote": "原文・確認日・対象範囲を受け取る"</a:t>
            </a:r>
          </a:p>
          <a:p>
            <a:r>
              <a:t>        }</a:t>
            </a:r>
          </a:p>
          <a:p>
            <a:r>
              <a:t>      ],</a:t>
            </a:r>
          </a:p>
          <a:p>
            <a:r>
              <a:t>      "mode": "verbatim"</a:t>
            </a:r>
          </a:p>
          <a:p>
            <a:r>
              <a:t>    },</a:t>
            </a:r>
          </a:p>
          <a:p>
            <a:r>
              <a:t>    {</a:t>
            </a:r>
          </a:p>
          <a:p>
            <a:r>
              <a:t>      "text": "条件の確認",</a:t>
            </a:r>
          </a:p>
          <a:p>
            <a:r>
              <a:t>      "refs": [</a:t>
            </a:r>
          </a:p>
          <a:p>
            <a:r>
              <a:t>        {</a:t>
            </a:r>
          </a:p>
          <a:p>
            <a:r>
              <a:t>          "source_id": "s035",</a:t>
            </a:r>
          </a:p>
          <a:p>
            <a:r>
              <a:t>          "quote": "条件の確認"</a:t>
            </a:r>
          </a:p>
          <a:p>
            <a:r>
              <a:t>        }</a:t>
            </a:r>
          </a:p>
          <a:p>
            <a:r>
              <a:t>      ],</a:t>
            </a:r>
          </a:p>
          <a:p>
            <a:r>
              <a:t>      "mode": "verbatim"</a:t>
            </a:r>
          </a:p>
          <a:p>
            <a:r>
              <a:t>    },</a:t>
            </a:r>
          </a:p>
          <a:p>
            <a:r>
              <a:t>    {</a:t>
            </a:r>
          </a:p>
          <a:p>
            <a:r>
              <a:t>      "text": "定義と比較条件の違いを整理する",</a:t>
            </a:r>
          </a:p>
          <a:p>
            <a:r>
              <a:t>      "refs": [</a:t>
            </a:r>
          </a:p>
          <a:p>
            <a:r>
              <a:t>        {</a:t>
            </a:r>
          </a:p>
          <a:p>
            <a:r>
              <a:t>          "source_id": "s035",</a:t>
            </a:r>
          </a:p>
          <a:p>
            <a:r>
              <a:t>          "quote": "定義と比較条件の違いを整理する"</a:t>
            </a:r>
          </a:p>
          <a:p>
            <a:r>
              <a:t>        }</a:t>
            </a:r>
          </a:p>
          <a:p>
            <a:r>
              <a:t>      ],</a:t>
            </a:r>
          </a:p>
          <a:p>
            <a:r>
              <a:t>      "mode": "verbatim"</a:t>
            </a:r>
          </a:p>
          <a:p>
            <a:r>
              <a:t>    },</a:t>
            </a:r>
          </a:p>
          <a:p>
            <a:r>
              <a:t>    {</a:t>
            </a:r>
          </a:p>
          <a:p>
            <a:r>
              <a:t>      "text": "所見の共有",</a:t>
            </a:r>
          </a:p>
          <a:p>
            <a:r>
              <a:t>      "refs": [</a:t>
            </a:r>
          </a:p>
          <a:p>
            <a:r>
              <a:t>        {</a:t>
            </a:r>
          </a:p>
          <a:p>
            <a:r>
              <a:t>          "source_id": "s035",</a:t>
            </a:r>
          </a:p>
          <a:p>
            <a:r>
              <a:t>          "quote": "所見の共有"</a:t>
            </a:r>
          </a:p>
          <a:p>
            <a:r>
              <a:t>        }</a:t>
            </a:r>
          </a:p>
          <a:p>
            <a:r>
              <a:t>      ],</a:t>
            </a:r>
          </a:p>
          <a:p>
            <a:r>
              <a:t>      "mode": "verbatim"</a:t>
            </a:r>
          </a:p>
          <a:p>
            <a:r>
              <a:t>    },</a:t>
            </a:r>
          </a:p>
          <a:p>
            <a:r>
              <a:t>    {</a:t>
            </a:r>
          </a:p>
          <a:p>
            <a:r>
              <a:t>      "text": "根拠と未確認の論点を残して渡す",</a:t>
            </a:r>
          </a:p>
          <a:p>
            <a:r>
              <a:t>      "refs": [</a:t>
            </a:r>
          </a:p>
          <a:p>
            <a:r>
              <a:t>        {</a:t>
            </a:r>
          </a:p>
          <a:p>
            <a:r>
              <a:t>          "source_id": "s035",</a:t>
            </a:r>
          </a:p>
          <a:p>
            <a:r>
              <a:t>          "quote": "根拠と未確認の論点を残して渡す"</a:t>
            </a:r>
          </a:p>
          <a:p>
            <a:r>
              <a:t>        }</a:t>
            </a:r>
          </a:p>
          <a:p>
            <a:r>
              <a:t>      ],</a:t>
            </a:r>
          </a:p>
          <a:p>
            <a:r>
              <a:t>      "mode": "verbatim"</a:t>
            </a:r>
          </a:p>
          <a:p>
            <a:r>
              <a:t>    },</a:t>
            </a:r>
          </a:p>
          <a:p>
            <a:r>
              <a:t>    {</a:t>
            </a:r>
          </a:p>
          <a:p>
            <a:r>
              <a:t>      "text": "原文とのつながりを残す",</a:t>
            </a:r>
          </a:p>
          <a:p>
            <a:r>
              <a:t>      "refs": [</a:t>
            </a:r>
          </a:p>
          <a:p>
            <a:r>
              <a:t>        {</a:t>
            </a:r>
          </a:p>
          <a:p>
            <a:r>
              <a:t>          "source_id": "s035",</a:t>
            </a:r>
          </a:p>
          <a:p>
            <a:r>
              <a:t>          "quote": "原文とのつながりを残す"</a:t>
            </a:r>
          </a:p>
          <a:p>
            <a:r>
              <a:t>        }</a:t>
            </a:r>
          </a:p>
          <a:p>
            <a:r>
              <a:t>      ],</a:t>
            </a:r>
          </a:p>
          <a:p>
            <a:r>
              <a:t>      "mode": "verbatim"</a:t>
            </a:r>
          </a:p>
          <a:p>
            <a:r>
              <a:t>    },</a:t>
            </a:r>
          </a:p>
          <a:p>
            <a:r>
              <a:t>    {</a:t>
            </a:r>
          </a:p>
          <a:p>
            <a:r>
              <a:t>      "text": "資料を集めた後で、対象範囲と比較条件を確認する。共有時には原文の位置を添え、読み手が結論の前提へ戻れるようにする。",</a:t>
            </a:r>
          </a:p>
          <a:p>
            <a:r>
              <a:t>      "refs": [</a:t>
            </a:r>
          </a:p>
          <a:p>
            <a:r>
              <a:t>        {</a:t>
            </a:r>
          </a:p>
          <a:p>
            <a:r>
              <a:t>          "source_id": "s035",</a:t>
            </a:r>
          </a:p>
          <a:p>
            <a:r>
              <a:t>          "quote": "資料を集めた後で、対象範囲と比較条件を確認する。共有時には原文の位置を添え、読み手が結論の前提へ戻れるようにする。"</a:t>
            </a:r>
          </a:p>
          <a:p>
            <a:r>
              <a:t>        }</a:t>
            </a:r>
          </a:p>
          <a:p>
            <a:r>
              <a:t>      ],</a:t>
            </a:r>
          </a:p>
          <a:p>
            <a:r>
              <a:t>      "mode": "verbatim"</a:t>
            </a:r>
          </a:p>
          <a:p>
            <a:r>
              <a:t>    },</a:t>
            </a:r>
          </a:p>
          <a:p>
            <a:r>
              <a:t>    {</a:t>
            </a:r>
          </a:p>
          <a:p>
            <a:r>
              <a:t>      "text": "留保：因果関係を示す工程図ではない。",</a:t>
            </a:r>
          </a:p>
          <a:p>
            <a:r>
              <a:t>      "refs": [</a:t>
            </a:r>
          </a:p>
          <a:p>
            <a:r>
              <a:t>        {</a:t>
            </a:r>
          </a:p>
          <a:p>
            <a:r>
              <a:t>          "source_id": "s035",</a:t>
            </a:r>
          </a:p>
          <a:p>
            <a:r>
              <a:t>          "quote": "留保：因果関係を示す工程図ではない。"</a:t>
            </a:r>
          </a:p>
          <a:p>
            <a:r>
              <a:t>        }</a:t>
            </a:r>
          </a:p>
          <a:p>
            <a:r>
              <a:t>      ],</a:t>
            </a:r>
          </a:p>
          <a:p>
            <a:r>
              <a:t>      "mode": "verbatim"</a:t>
            </a:r>
          </a:p>
          <a:p>
            <a:r>
              <a:t>    }</a:t>
            </a:r>
          </a:p>
          <a:p>
            <a:r>
              <a:t>  ],</a:t>
            </a:r>
          </a:p>
          <a:p>
            <a:r>
              <a:t>  "citations": {</a:t>
            </a:r>
          </a:p>
          <a:p>
            <a:r>
              <a:t>    "s035":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"diagram",</a:t>
            </a:r>
          </a:p>
          <a:p>
            <a:r>
              <a:t>  "structural_variant": "right",</a:t>
            </a:r>
          </a:p>
          <a:p>
            <a:r>
              <a:t>  "repetition_reason": "Catalog inventory: adjacent entries intentionally show every count/orientation for comparison; this is not a presentation sequence.",</a:t>
            </a:r>
          </a:p>
          <a:p>
            <a:r>
              <a:t>  "row_alignments": {},</a:t>
            </a:r>
          </a:p>
          <a:p>
            <a:r>
              <a:t>  "images": {},</a:t>
            </a:r>
          </a:p>
          <a:p>
            <a:r>
              <a:t>  "template_sha256": "3926fc921474422bf67d38c416664c9713e7459dd421278c84bc0f022f218798"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"slide036",</a:t>
            </a:r>
          </a:p>
          <a:p>
            <a:r>
              <a:t>  "origin": "catalog",</a:t>
            </a:r>
          </a:p>
          <a:p>
            <a:r>
              <a:t>  "layout_id": "ed_diagram_wide_left_3",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"s036",</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"s036",</a:t>
            </a:r>
          </a:p>
          <a:p>
            <a:r>
              <a:t>          "quote": "架空の社内調査。運用条件を整理した所見であり、効果を実証したものではない。"</a:t>
            </a:r>
          </a:p>
          <a:p>
            <a:r>
              <a:t>        }</a:t>
            </a:r>
          </a:p>
          <a:p>
            <a:r>
              <a:t>      ],</a:t>
            </a:r>
          </a:p>
          <a:p>
            <a:r>
              <a:t>      "mode": "verbatim"</a:t>
            </a:r>
          </a:p>
          <a:p>
            <a:r>
              <a:t>    },</a:t>
            </a:r>
          </a:p>
          <a:p>
            <a:r>
              <a:t>    {</a:t>
            </a:r>
          </a:p>
          <a:p>
            <a:r>
              <a:t>      "text": "入力資料",</a:t>
            </a:r>
          </a:p>
          <a:p>
            <a:r>
              <a:t>      "refs": [</a:t>
            </a:r>
          </a:p>
          <a:p>
            <a:r>
              <a:t>        {</a:t>
            </a:r>
          </a:p>
          <a:p>
            <a:r>
              <a:t>          "source_id": "s036",</a:t>
            </a:r>
          </a:p>
          <a:p>
            <a:r>
              <a:t>          "quote": "入力資料"</a:t>
            </a:r>
          </a:p>
          <a:p>
            <a:r>
              <a:t>        }</a:t>
            </a:r>
          </a:p>
          <a:p>
            <a:r>
              <a:t>      ],</a:t>
            </a:r>
          </a:p>
          <a:p>
            <a:r>
              <a:t>      "mode": "verbatim"</a:t>
            </a:r>
          </a:p>
          <a:p>
            <a:r>
              <a:t>    },</a:t>
            </a:r>
          </a:p>
          <a:p>
            <a:r>
              <a:t>    {</a:t>
            </a:r>
          </a:p>
          <a:p>
            <a:r>
              <a:t>      "text": "原文・確認日・対象範囲を受け取る",</a:t>
            </a:r>
          </a:p>
          <a:p>
            <a:r>
              <a:t>      "refs": [</a:t>
            </a:r>
          </a:p>
          <a:p>
            <a:r>
              <a:t>        {</a:t>
            </a:r>
          </a:p>
          <a:p>
            <a:r>
              <a:t>          "source_id": "s036",</a:t>
            </a:r>
          </a:p>
          <a:p>
            <a:r>
              <a:t>          "quote": "原文・確認日・対象範囲を受け取る"</a:t>
            </a:r>
          </a:p>
          <a:p>
            <a:r>
              <a:t>        }</a:t>
            </a:r>
          </a:p>
          <a:p>
            <a:r>
              <a:t>      ],</a:t>
            </a:r>
          </a:p>
          <a:p>
            <a:r>
              <a:t>      "mode": "verbatim"</a:t>
            </a:r>
          </a:p>
          <a:p>
            <a:r>
              <a:t>    },</a:t>
            </a:r>
          </a:p>
          <a:p>
            <a:r>
              <a:t>    {</a:t>
            </a:r>
          </a:p>
          <a:p>
            <a:r>
              <a:t>      "text": "条件の確認",</a:t>
            </a:r>
          </a:p>
          <a:p>
            <a:r>
              <a:t>      "refs": [</a:t>
            </a:r>
          </a:p>
          <a:p>
            <a:r>
              <a:t>        {</a:t>
            </a:r>
          </a:p>
          <a:p>
            <a:r>
              <a:t>          "source_id": "s036",</a:t>
            </a:r>
          </a:p>
          <a:p>
            <a:r>
              <a:t>          "quote": "条件の確認"</a:t>
            </a:r>
          </a:p>
          <a:p>
            <a:r>
              <a:t>        }</a:t>
            </a:r>
          </a:p>
          <a:p>
            <a:r>
              <a:t>      ],</a:t>
            </a:r>
          </a:p>
          <a:p>
            <a:r>
              <a:t>      "mode": "verbatim"</a:t>
            </a:r>
          </a:p>
          <a:p>
            <a:r>
              <a:t>    },</a:t>
            </a:r>
          </a:p>
          <a:p>
            <a:r>
              <a:t>    {</a:t>
            </a:r>
          </a:p>
          <a:p>
            <a:r>
              <a:t>      "text": "定義と比較条件の違いを整理する",</a:t>
            </a:r>
          </a:p>
          <a:p>
            <a:r>
              <a:t>      "refs": [</a:t>
            </a:r>
          </a:p>
          <a:p>
            <a:r>
              <a:t>        {</a:t>
            </a:r>
          </a:p>
          <a:p>
            <a:r>
              <a:t>          "source_id": "s036",</a:t>
            </a:r>
          </a:p>
          <a:p>
            <a:r>
              <a:t>          "quote": "定義と比較条件の違いを整理する"</a:t>
            </a:r>
          </a:p>
          <a:p>
            <a:r>
              <a:t>        }</a:t>
            </a:r>
          </a:p>
          <a:p>
            <a:r>
              <a:t>      ],</a:t>
            </a:r>
          </a:p>
          <a:p>
            <a:r>
              <a:t>      "mode": "verbatim"</a:t>
            </a:r>
          </a:p>
          <a:p>
            <a:r>
              <a:t>    },</a:t>
            </a:r>
          </a:p>
          <a:p>
            <a:r>
              <a:t>    {</a:t>
            </a:r>
          </a:p>
          <a:p>
            <a:r>
              <a:t>      "text": "所見の共有",</a:t>
            </a:r>
          </a:p>
          <a:p>
            <a:r>
              <a:t>      "refs": [</a:t>
            </a:r>
          </a:p>
          <a:p>
            <a:r>
              <a:t>        {</a:t>
            </a:r>
          </a:p>
          <a:p>
            <a:r>
              <a:t>          "source_id": "s036",</a:t>
            </a:r>
          </a:p>
          <a:p>
            <a:r>
              <a:t>          "quote": "所見の共有"</a:t>
            </a:r>
          </a:p>
          <a:p>
            <a:r>
              <a:t>        }</a:t>
            </a:r>
          </a:p>
          <a:p>
            <a:r>
              <a:t>      ],</a:t>
            </a:r>
          </a:p>
          <a:p>
            <a:r>
              <a:t>      "mode": "verbatim"</a:t>
            </a:r>
          </a:p>
          <a:p>
            <a:r>
              <a:t>    },</a:t>
            </a:r>
          </a:p>
          <a:p>
            <a:r>
              <a:t>    {</a:t>
            </a:r>
          </a:p>
          <a:p>
            <a:r>
              <a:t>      "text": "根拠と未確認の論点を残して渡す",</a:t>
            </a:r>
          </a:p>
          <a:p>
            <a:r>
              <a:t>      "refs": [</a:t>
            </a:r>
          </a:p>
          <a:p>
            <a:r>
              <a:t>        {</a:t>
            </a:r>
          </a:p>
          <a:p>
            <a:r>
              <a:t>          "source_id": "s036",</a:t>
            </a:r>
          </a:p>
          <a:p>
            <a:r>
              <a:t>          "quote": "根拠と未確認の論点を残して渡す"</a:t>
            </a:r>
          </a:p>
          <a:p>
            <a:r>
              <a:t>        }</a:t>
            </a:r>
          </a:p>
          <a:p>
            <a:r>
              <a:t>      ],</a:t>
            </a:r>
          </a:p>
          <a:p>
            <a:r>
              <a:t>      "mode": "verbatim"</a:t>
            </a:r>
          </a:p>
          <a:p>
            <a:r>
              <a:t>    },</a:t>
            </a:r>
          </a:p>
          <a:p>
            <a:r>
              <a:t>    {</a:t>
            </a:r>
          </a:p>
          <a:p>
            <a:r>
              <a:t>      "text": "原文とのつながりを残す",</a:t>
            </a:r>
          </a:p>
          <a:p>
            <a:r>
              <a:t>      "refs": [</a:t>
            </a:r>
          </a:p>
          <a:p>
            <a:r>
              <a:t>        {</a:t>
            </a:r>
          </a:p>
          <a:p>
            <a:r>
              <a:t>          "source_id": "s036",</a:t>
            </a:r>
          </a:p>
          <a:p>
            <a:r>
              <a:t>          "quote": "原文とのつながりを残す"</a:t>
            </a:r>
          </a:p>
          <a:p>
            <a:r>
              <a:t>        }</a:t>
            </a:r>
          </a:p>
          <a:p>
            <a:r>
              <a:t>      ],</a:t>
            </a:r>
          </a:p>
          <a:p>
            <a:r>
              <a:t>      "mode": "verbatim"</a:t>
            </a:r>
          </a:p>
          <a:p>
            <a:r>
              <a:t>    },</a:t>
            </a:r>
          </a:p>
          <a:p>
            <a:r>
              <a:t>    {</a:t>
            </a:r>
          </a:p>
          <a:p>
            <a:r>
              <a:t>      "text": "資料を集めた後で、対象範囲と比較条件を確認する。共有時には原文の位置を添え、読み手が結論の前提へ戻れるようにする。",</a:t>
            </a:r>
          </a:p>
          <a:p>
            <a:r>
              <a:t>      "refs": [</a:t>
            </a:r>
          </a:p>
          <a:p>
            <a:r>
              <a:t>        {</a:t>
            </a:r>
          </a:p>
          <a:p>
            <a:r>
              <a:t>          "source_id": "s036",</a:t>
            </a:r>
          </a:p>
          <a:p>
            <a:r>
              <a:t>          "quote": "資料を集めた後で、対象範囲と比較条件を確認する。共有時には原文の位置を添え、読み手が結論の前提へ戻れるようにする。"</a:t>
            </a:r>
          </a:p>
          <a:p>
            <a:r>
              <a:t>        }</a:t>
            </a:r>
          </a:p>
          <a:p>
            <a:r>
              <a:t>      ],</a:t>
            </a:r>
          </a:p>
          <a:p>
            <a:r>
              <a:t>      "mode": "verbatim"</a:t>
            </a:r>
          </a:p>
          <a:p>
            <a:r>
              <a:t>    },</a:t>
            </a:r>
          </a:p>
          <a:p>
            <a:r>
              <a:t>    {</a:t>
            </a:r>
          </a:p>
          <a:p>
            <a:r>
              <a:t>      "text": "留保：因果関係を示す工程図ではない。",</a:t>
            </a:r>
          </a:p>
          <a:p>
            <a:r>
              <a:t>      "refs": [</a:t>
            </a:r>
          </a:p>
          <a:p>
            <a:r>
              <a:t>        {</a:t>
            </a:r>
          </a:p>
          <a:p>
            <a:r>
              <a:t>          "source_id": "s036",</a:t>
            </a:r>
          </a:p>
          <a:p>
            <a:r>
              <a:t>          "quote": "留保：因果関係を示す工程図ではない。"</a:t>
            </a:r>
          </a:p>
          <a:p>
            <a:r>
              <a:t>        }</a:t>
            </a:r>
          </a:p>
          <a:p>
            <a:r>
              <a:t>      ],</a:t>
            </a:r>
          </a:p>
          <a:p>
            <a:r>
              <a:t>      "mode": "verbatim"</a:t>
            </a:r>
          </a:p>
          <a:p>
            <a:r>
              <a:t>    }</a:t>
            </a:r>
          </a:p>
          <a:p>
            <a:r>
              <a:t>  ],</a:t>
            </a:r>
          </a:p>
          <a:p>
            <a:r>
              <a:t>  "citations": {</a:t>
            </a:r>
          </a:p>
          <a:p>
            <a:r>
              <a:t>    "s036":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"diagram",</a:t>
            </a:r>
          </a:p>
          <a:p>
            <a:r>
              <a:t>  "structural_variant": "wide_left",</a:t>
            </a:r>
          </a:p>
          <a:p>
            <a:r>
              <a:t>  "repetition_reason": "Catalog inventory: adjacent entries intentionally show every count/orientation for comparison; this is not a presentation sequence.",</a:t>
            </a:r>
          </a:p>
          <a:p>
            <a:r>
              <a:t>  "row_alignments": {},</a:t>
            </a:r>
          </a:p>
          <a:p>
            <a:r>
              <a:t>  "images": {},</a:t>
            </a:r>
          </a:p>
          <a:p>
            <a:r>
              <a:t>  "template_sha256": "0b8deda4501ddc1cdfb87d1cf5d795f43ed7da0e2a2fccae77289cf0e64f5565"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"slide037",</a:t>
            </a:r>
          </a:p>
          <a:p>
            <a:r>
              <a:t>  "origin": "catalog",</a:t>
            </a:r>
          </a:p>
          <a:p>
            <a:r>
              <a:t>  "layout_id": "ed_diagram_wide_right_3",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"s037",</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"s037",</a:t>
            </a:r>
          </a:p>
          <a:p>
            <a:r>
              <a:t>          "quote": "架空の社内調査。運用条件を整理した所見であり、効果を実証したものではない。"</a:t>
            </a:r>
          </a:p>
          <a:p>
            <a:r>
              <a:t>        }</a:t>
            </a:r>
          </a:p>
          <a:p>
            <a:r>
              <a:t>      ],</a:t>
            </a:r>
          </a:p>
          <a:p>
            <a:r>
              <a:t>      "mode": "verbatim"</a:t>
            </a:r>
          </a:p>
          <a:p>
            <a:r>
              <a:t>    },</a:t>
            </a:r>
          </a:p>
          <a:p>
            <a:r>
              <a:t>    {</a:t>
            </a:r>
          </a:p>
          <a:p>
            <a:r>
              <a:t>      "text": "入力資料",</a:t>
            </a:r>
          </a:p>
          <a:p>
            <a:r>
              <a:t>      "refs": [</a:t>
            </a:r>
          </a:p>
          <a:p>
            <a:r>
              <a:t>        {</a:t>
            </a:r>
          </a:p>
          <a:p>
            <a:r>
              <a:t>          "source_id": "s037",</a:t>
            </a:r>
          </a:p>
          <a:p>
            <a:r>
              <a:t>          "quote": "入力資料"</a:t>
            </a:r>
          </a:p>
          <a:p>
            <a:r>
              <a:t>        }</a:t>
            </a:r>
          </a:p>
          <a:p>
            <a:r>
              <a:t>      ],</a:t>
            </a:r>
          </a:p>
          <a:p>
            <a:r>
              <a:t>      "mode": "verbatim"</a:t>
            </a:r>
          </a:p>
          <a:p>
            <a:r>
              <a:t>    },</a:t>
            </a:r>
          </a:p>
          <a:p>
            <a:r>
              <a:t>    {</a:t>
            </a:r>
          </a:p>
          <a:p>
            <a:r>
              <a:t>      "text": "原文・確認日・対象範囲を受け取る",</a:t>
            </a:r>
          </a:p>
          <a:p>
            <a:r>
              <a:t>      "refs": [</a:t>
            </a:r>
          </a:p>
          <a:p>
            <a:r>
              <a:t>        {</a:t>
            </a:r>
          </a:p>
          <a:p>
            <a:r>
              <a:t>          "source_id": "s037",</a:t>
            </a:r>
          </a:p>
          <a:p>
            <a:r>
              <a:t>          "quote": "原文・確認日・対象範囲を受け取る"</a:t>
            </a:r>
          </a:p>
          <a:p>
            <a:r>
              <a:t>        }</a:t>
            </a:r>
          </a:p>
          <a:p>
            <a:r>
              <a:t>      ],</a:t>
            </a:r>
          </a:p>
          <a:p>
            <a:r>
              <a:t>      "mode": "verbatim"</a:t>
            </a:r>
          </a:p>
          <a:p>
            <a:r>
              <a:t>    },</a:t>
            </a:r>
          </a:p>
          <a:p>
            <a:r>
              <a:t>    {</a:t>
            </a:r>
          </a:p>
          <a:p>
            <a:r>
              <a:t>      "text": "条件の確認",</a:t>
            </a:r>
          </a:p>
          <a:p>
            <a:r>
              <a:t>      "refs": [</a:t>
            </a:r>
          </a:p>
          <a:p>
            <a:r>
              <a:t>        {</a:t>
            </a:r>
          </a:p>
          <a:p>
            <a:r>
              <a:t>          "source_id": "s037",</a:t>
            </a:r>
          </a:p>
          <a:p>
            <a:r>
              <a:t>          "quote": "条件の確認"</a:t>
            </a:r>
          </a:p>
          <a:p>
            <a:r>
              <a:t>        }</a:t>
            </a:r>
          </a:p>
          <a:p>
            <a:r>
              <a:t>      ],</a:t>
            </a:r>
          </a:p>
          <a:p>
            <a:r>
              <a:t>      "mode": "verbatim"</a:t>
            </a:r>
          </a:p>
          <a:p>
            <a:r>
              <a:t>    },</a:t>
            </a:r>
          </a:p>
          <a:p>
            <a:r>
              <a:t>    {</a:t>
            </a:r>
          </a:p>
          <a:p>
            <a:r>
              <a:t>      "text": "定義と比較条件の違いを整理する",</a:t>
            </a:r>
          </a:p>
          <a:p>
            <a:r>
              <a:t>      "refs": [</a:t>
            </a:r>
          </a:p>
          <a:p>
            <a:r>
              <a:t>        {</a:t>
            </a:r>
          </a:p>
          <a:p>
            <a:r>
              <a:t>          "source_id": "s037",</a:t>
            </a:r>
          </a:p>
          <a:p>
            <a:r>
              <a:t>          "quote": "定義と比較条件の違いを整理する"</a:t>
            </a:r>
          </a:p>
          <a:p>
            <a:r>
              <a:t>        }</a:t>
            </a:r>
          </a:p>
          <a:p>
            <a:r>
              <a:t>      ],</a:t>
            </a:r>
          </a:p>
          <a:p>
            <a:r>
              <a:t>      "mode": "verbatim"</a:t>
            </a:r>
          </a:p>
          <a:p>
            <a:r>
              <a:t>    },</a:t>
            </a:r>
          </a:p>
          <a:p>
            <a:r>
              <a:t>    {</a:t>
            </a:r>
          </a:p>
          <a:p>
            <a:r>
              <a:t>      "text": "所見の共有",</a:t>
            </a:r>
          </a:p>
          <a:p>
            <a:r>
              <a:t>      "refs": [</a:t>
            </a:r>
          </a:p>
          <a:p>
            <a:r>
              <a:t>        {</a:t>
            </a:r>
          </a:p>
          <a:p>
            <a:r>
              <a:t>          "source_id": "s037",</a:t>
            </a:r>
          </a:p>
          <a:p>
            <a:r>
              <a:t>          "quote": "所見の共有"</a:t>
            </a:r>
          </a:p>
          <a:p>
            <a:r>
              <a:t>        }</a:t>
            </a:r>
          </a:p>
          <a:p>
            <a:r>
              <a:t>      ],</a:t>
            </a:r>
          </a:p>
          <a:p>
            <a:r>
              <a:t>      "mode": "verbatim"</a:t>
            </a:r>
          </a:p>
          <a:p>
            <a:r>
              <a:t>    },</a:t>
            </a:r>
          </a:p>
          <a:p>
            <a:r>
              <a:t>    {</a:t>
            </a:r>
          </a:p>
          <a:p>
            <a:r>
              <a:t>      "text": "根拠と未確認の論点を残して渡す",</a:t>
            </a:r>
          </a:p>
          <a:p>
            <a:r>
              <a:t>      "refs": [</a:t>
            </a:r>
          </a:p>
          <a:p>
            <a:r>
              <a:t>        {</a:t>
            </a:r>
          </a:p>
          <a:p>
            <a:r>
              <a:t>          "source_id": "s037",</a:t>
            </a:r>
          </a:p>
          <a:p>
            <a:r>
              <a:t>          "quote": "根拠と未確認の論点を残して渡す"</a:t>
            </a:r>
          </a:p>
          <a:p>
            <a:r>
              <a:t>        }</a:t>
            </a:r>
          </a:p>
          <a:p>
            <a:r>
              <a:t>      ],</a:t>
            </a:r>
          </a:p>
          <a:p>
            <a:r>
              <a:t>      "mode": "verbatim"</a:t>
            </a:r>
          </a:p>
          <a:p>
            <a:r>
              <a:t>    },</a:t>
            </a:r>
          </a:p>
          <a:p>
            <a:r>
              <a:t>    {</a:t>
            </a:r>
          </a:p>
          <a:p>
            <a:r>
              <a:t>      "text": "原文とのつながりを残す",</a:t>
            </a:r>
          </a:p>
          <a:p>
            <a:r>
              <a:t>      "refs": [</a:t>
            </a:r>
          </a:p>
          <a:p>
            <a:r>
              <a:t>        {</a:t>
            </a:r>
          </a:p>
          <a:p>
            <a:r>
              <a:t>          "source_id": "s037",</a:t>
            </a:r>
          </a:p>
          <a:p>
            <a:r>
              <a:t>          "quote": "原文とのつながりを残す"</a:t>
            </a:r>
          </a:p>
          <a:p>
            <a:r>
              <a:t>        }</a:t>
            </a:r>
          </a:p>
          <a:p>
            <a:r>
              <a:t>      ],</a:t>
            </a:r>
          </a:p>
          <a:p>
            <a:r>
              <a:t>      "mode": "verbatim"</a:t>
            </a:r>
          </a:p>
          <a:p>
            <a:r>
              <a:t>    },</a:t>
            </a:r>
          </a:p>
          <a:p>
            <a:r>
              <a:t>    {</a:t>
            </a:r>
          </a:p>
          <a:p>
            <a:r>
              <a:t>      "text": "資料を集めた後で、対象範囲と比較条件を確認する。共有時には原文の位置を添え、読み手が結論の前提へ戻れるようにする。",</a:t>
            </a:r>
          </a:p>
          <a:p>
            <a:r>
              <a:t>      "refs": [</a:t>
            </a:r>
          </a:p>
          <a:p>
            <a:r>
              <a:t>        {</a:t>
            </a:r>
          </a:p>
          <a:p>
            <a:r>
              <a:t>          "source_id": "s037",</a:t>
            </a:r>
          </a:p>
          <a:p>
            <a:r>
              <a:t>          "quote": "資料を集めた後で、対象範囲と比較条件を確認する。共有時には原文の位置を添え、読み手が結論の前提へ戻れるようにする。"</a:t>
            </a:r>
          </a:p>
          <a:p>
            <a:r>
              <a:t>        }</a:t>
            </a:r>
          </a:p>
          <a:p>
            <a:r>
              <a:t>      ],</a:t>
            </a:r>
          </a:p>
          <a:p>
            <a:r>
              <a:t>      "mode": "verbatim"</a:t>
            </a:r>
          </a:p>
          <a:p>
            <a:r>
              <a:t>    },</a:t>
            </a:r>
          </a:p>
          <a:p>
            <a:r>
              <a:t>    {</a:t>
            </a:r>
          </a:p>
          <a:p>
            <a:r>
              <a:t>      "text": "留保：因果関係を示す工程図ではない。",</a:t>
            </a:r>
          </a:p>
          <a:p>
            <a:r>
              <a:t>      "refs": [</a:t>
            </a:r>
          </a:p>
          <a:p>
            <a:r>
              <a:t>        {</a:t>
            </a:r>
          </a:p>
          <a:p>
            <a:r>
              <a:t>          "source_id": "s037",</a:t>
            </a:r>
          </a:p>
          <a:p>
            <a:r>
              <a:t>          "quote": "留保：因果関係を示す工程図ではない。"</a:t>
            </a:r>
          </a:p>
          <a:p>
            <a:r>
              <a:t>        }</a:t>
            </a:r>
          </a:p>
          <a:p>
            <a:r>
              <a:t>      ],</a:t>
            </a:r>
          </a:p>
          <a:p>
            <a:r>
              <a:t>      "mode": "verbatim"</a:t>
            </a:r>
          </a:p>
          <a:p>
            <a:r>
              <a:t>    }</a:t>
            </a:r>
          </a:p>
          <a:p>
            <a:r>
              <a:t>  ],</a:t>
            </a:r>
          </a:p>
          <a:p>
            <a:r>
              <a:t>  "citations": {</a:t>
            </a:r>
          </a:p>
          <a:p>
            <a:r>
              <a:t>    "s037":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"diagram",</a:t>
            </a:r>
          </a:p>
          <a:p>
            <a:r>
              <a:t>  "structural_variant": "wide_right",</a:t>
            </a:r>
          </a:p>
          <a:p>
            <a:r>
              <a:t>  "repetition_reason": "Catalog inventory: adjacent entries intentionally show every count/orientation for comparison; this is not a presentation sequence.",</a:t>
            </a:r>
          </a:p>
          <a:p>
            <a:r>
              <a:t>  "row_alignments": {},</a:t>
            </a:r>
          </a:p>
          <a:p>
            <a:r>
              <a:t>  "images": {},</a:t>
            </a:r>
          </a:p>
          <a:p>
            <a:r>
              <a:t>  "template_sha256": "544a6b642cc7024defdd7e7f3c6e0c195ed53f83fc3e89710b3bd7c66345465d"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"slide038",</a:t>
            </a:r>
          </a:p>
          <a:p>
            <a:r>
              <a:t>  "origin": "catalog",</a:t>
            </a:r>
          </a:p>
          <a:p>
            <a:r>
              <a:t>  "layout_id": "ed_comparison_columns_2",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"s038",</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"s038",</a:t>
            </a:r>
          </a:p>
          <a:p>
            <a:r>
              <a:t>          "quote": "架空の社内調査。運用条件を整理した所見であり、効果を実証したものではない。"</a:t>
            </a:r>
          </a:p>
          <a:p>
            <a:r>
              <a:t>        }</a:t>
            </a:r>
          </a:p>
          <a:p>
            <a:r>
              <a:t>      ],</a:t>
            </a:r>
          </a:p>
          <a:p>
            <a:r>
              <a:t>      "mode": "verbatim"</a:t>
            </a:r>
          </a:p>
          <a:p>
            <a:r>
              <a:t>    },</a:t>
            </a:r>
          </a:p>
          <a:p>
            <a:r>
              <a:t>    {</a:t>
            </a:r>
          </a:p>
          <a:p>
            <a:r>
              <a:t>      "text": "集約型",</a:t>
            </a:r>
          </a:p>
          <a:p>
            <a:r>
              <a:t>      "refs": [</a:t>
            </a:r>
          </a:p>
          <a:p>
            <a:r>
              <a:t>        {</a:t>
            </a:r>
          </a:p>
          <a:p>
            <a:r>
              <a:t>          "source_id": "s038",</a:t>
            </a:r>
          </a:p>
          <a:p>
            <a:r>
              <a:t>          "quote": "集約型"</a:t>
            </a:r>
          </a:p>
          <a:p>
            <a:r>
              <a:t>        }</a:t>
            </a:r>
          </a:p>
          <a:p>
            <a:r>
              <a:t>      ],</a:t>
            </a:r>
          </a:p>
          <a:p>
            <a:r>
              <a:t>      "mode": "verbatim"</a:t>
            </a:r>
          </a:p>
          <a:p>
            <a:r>
              <a:t>    },</a:t>
            </a:r>
          </a:p>
          <a:p>
            <a:r>
              <a:t>    {</a:t>
            </a:r>
          </a:p>
          <a:p>
            <a:r>
              <a:t>      "text": "検索上の特徴",</a:t>
            </a:r>
          </a:p>
          <a:p>
            <a:r>
              <a:t>      "refs": [</a:t>
            </a:r>
          </a:p>
          <a:p>
            <a:r>
              <a:t>        {</a:t>
            </a:r>
          </a:p>
          <a:p>
            <a:r>
              <a:t>          "source_id": "s038",</a:t>
            </a:r>
          </a:p>
          <a:p>
            <a:r>
              <a:t>          "quote": "検索上の特徴"</a:t>
            </a:r>
          </a:p>
          <a:p>
            <a:r>
              <a:t>        }</a:t>
            </a:r>
          </a:p>
          <a:p>
            <a:r>
              <a:t>      ],</a:t>
            </a:r>
          </a:p>
          <a:p>
            <a:r>
              <a:t>      "mode": "verbatim"</a:t>
            </a:r>
          </a:p>
          <a:p>
            <a:r>
              <a:t>    },</a:t>
            </a:r>
          </a:p>
          <a:p>
            <a:r>
              <a:t>    {</a:t>
            </a:r>
          </a:p>
          <a:p>
            <a:r>
              <a:t>      "text": "入口を統一し、部署をまたぐ検索をしやすくする。",</a:t>
            </a:r>
          </a:p>
          <a:p>
            <a:r>
              <a:t>      "refs": [</a:t>
            </a:r>
          </a:p>
          <a:p>
            <a:r>
              <a:t>        {</a:t>
            </a:r>
          </a:p>
          <a:p>
            <a:r>
              <a:t>          "source_id": "s038",</a:t>
            </a:r>
          </a:p>
          <a:p>
            <a:r>
              <a:t>          "quote": "入口を統一し、部署をまたぐ検索をしやすくする。"</a:t>
            </a:r>
          </a:p>
          <a:p>
            <a:r>
              <a:t>        }</a:t>
            </a:r>
          </a:p>
          <a:p>
            <a:r>
              <a:t>      ],</a:t>
            </a:r>
          </a:p>
          <a:p>
            <a:r>
              <a:t>      "mode": "verbatim"</a:t>
            </a:r>
          </a:p>
          <a:p>
            <a:r>
              <a:t>    },</a:t>
            </a:r>
          </a:p>
          <a:p>
            <a:r>
              <a:t>    {</a:t>
            </a:r>
          </a:p>
          <a:p>
            <a:r>
              <a:t>      "text": "運用上の注意",</a:t>
            </a:r>
          </a:p>
          <a:p>
            <a:r>
              <a:t>      "refs": [</a:t>
            </a:r>
          </a:p>
          <a:p>
            <a:r>
              <a:t>        {</a:t>
            </a:r>
          </a:p>
          <a:p>
            <a:r>
              <a:t>          "source_id": "s038",</a:t>
            </a:r>
          </a:p>
          <a:p>
            <a:r>
              <a:t>          "quote": "運用上の注意"</a:t>
            </a:r>
          </a:p>
          <a:p>
            <a:r>
              <a:t>        }</a:t>
            </a:r>
          </a:p>
          <a:p>
            <a:r>
              <a:t>      ],</a:t>
            </a:r>
          </a:p>
          <a:p>
            <a:r>
              <a:t>      "mode": "verbatim"</a:t>
            </a:r>
          </a:p>
          <a:p>
            <a:r>
              <a:t>    },</a:t>
            </a:r>
          </a:p>
          <a:p>
            <a:r>
              <a:t>    {</a:t>
            </a:r>
          </a:p>
          <a:p>
            <a:r>
              <a:t>      "text": "更新作業が担当者に集中するため、確認待ちの滞留に注意する。",</a:t>
            </a:r>
          </a:p>
          <a:p>
            <a:r>
              <a:t>      "refs": [</a:t>
            </a:r>
          </a:p>
          <a:p>
            <a:r>
              <a:t>        {</a:t>
            </a:r>
          </a:p>
          <a:p>
            <a:r>
              <a:t>          "source_id": "s038",</a:t>
            </a:r>
          </a:p>
          <a:p>
            <a:r>
              <a:t>          "quote": "更新作業が担当者に集中するため、確認待ちの滞留に注意する。"</a:t>
            </a:r>
          </a:p>
          <a:p>
            <a:r>
              <a:t>        }</a:t>
            </a:r>
          </a:p>
          <a:p>
            <a:r>
              <a:t>      ],</a:t>
            </a:r>
          </a:p>
          <a:p>
            <a:r>
              <a:t>      "mode": "verbatim"</a:t>
            </a:r>
          </a:p>
          <a:p>
            <a:r>
              <a:t>    },</a:t>
            </a:r>
          </a:p>
          <a:p>
            <a:r>
              <a:t>    {</a:t>
            </a:r>
          </a:p>
          <a:p>
            <a:r>
              <a:t>      "text": "分散型",</a:t>
            </a:r>
          </a:p>
          <a:p>
            <a:r>
              <a:t>      "refs": [</a:t>
            </a:r>
          </a:p>
          <a:p>
            <a:r>
              <a:t>        {</a:t>
            </a:r>
          </a:p>
          <a:p>
            <a:r>
              <a:t>          "source_id": "s038",</a:t>
            </a:r>
          </a:p>
          <a:p>
            <a:r>
              <a:t>          "quote": "分散型"</a:t>
            </a:r>
          </a:p>
          <a:p>
            <a:r>
              <a:t>        }</a:t>
            </a:r>
          </a:p>
          <a:p>
            <a:r>
              <a:t>      ],</a:t>
            </a:r>
          </a:p>
          <a:p>
            <a:r>
              <a:t>      "mode": "verbatim"</a:t>
            </a:r>
          </a:p>
          <a:p>
            <a:r>
              <a:t>    },</a:t>
            </a:r>
          </a:p>
          <a:p>
            <a:r>
              <a:t>    {</a:t>
            </a:r>
          </a:p>
          <a:p>
            <a:r>
              <a:t>      "text": "検索上の特徴",</a:t>
            </a:r>
          </a:p>
          <a:p>
            <a:r>
              <a:t>      "refs": [</a:t>
            </a:r>
          </a:p>
          <a:p>
            <a:r>
              <a:t>        {</a:t>
            </a:r>
          </a:p>
          <a:p>
            <a:r>
              <a:t>          "source_id": "s038",</a:t>
            </a:r>
          </a:p>
          <a:p>
            <a:r>
              <a:t>          "quote": "検索上の特徴"</a:t>
            </a:r>
          </a:p>
          <a:p>
            <a:r>
              <a:t>        }</a:t>
            </a:r>
          </a:p>
          <a:p>
            <a:r>
              <a:t>      ],</a:t>
            </a:r>
          </a:p>
          <a:p>
            <a:r>
              <a:t>      "mode": "verbatim"</a:t>
            </a:r>
          </a:p>
          <a:p>
            <a:r>
              <a:t>    },</a:t>
            </a:r>
          </a:p>
          <a:p>
            <a:r>
              <a:t>    {</a:t>
            </a:r>
          </a:p>
          <a:p>
            <a:r>
              <a:t>      "text": "各部署が原文を管理し、専門用語や例外の説明を保ちやすい。",</a:t>
            </a:r>
          </a:p>
          <a:p>
            <a:r>
              <a:t>      "refs": [</a:t>
            </a:r>
          </a:p>
          <a:p>
            <a:r>
              <a:t>        {</a:t>
            </a:r>
          </a:p>
          <a:p>
            <a:r>
              <a:t>          "source_id": "s038",</a:t>
            </a:r>
          </a:p>
          <a:p>
            <a:r>
              <a:t>          "quote": "各部署が原文を管理し、専門用語や例外の説明を保ちやすい。"</a:t>
            </a:r>
          </a:p>
          <a:p>
            <a:r>
              <a:t>        }</a:t>
            </a:r>
          </a:p>
          <a:p>
            <a:r>
              <a:t>      ],</a:t>
            </a:r>
          </a:p>
          <a:p>
            <a:r>
              <a:t>      "mode": "verbatim"</a:t>
            </a:r>
          </a:p>
          <a:p>
            <a:r>
              <a:t>    },</a:t>
            </a:r>
          </a:p>
          <a:p>
            <a:r>
              <a:t>    {</a:t>
            </a:r>
          </a:p>
          <a:p>
            <a:r>
              <a:t>      "text": "運用上の注意",</a:t>
            </a:r>
          </a:p>
          <a:p>
            <a:r>
              <a:t>      "refs": [</a:t>
            </a:r>
          </a:p>
          <a:p>
            <a:r>
              <a:t>        {</a:t>
            </a:r>
          </a:p>
          <a:p>
            <a:r>
              <a:t>          "source_id": "s038",</a:t>
            </a:r>
          </a:p>
          <a:p>
            <a:r>
              <a:t>          "quote": "運用上の注意"</a:t>
            </a:r>
          </a:p>
          <a:p>
            <a:r>
              <a:t>        }</a:t>
            </a:r>
          </a:p>
          <a:p>
            <a:r>
              <a:t>      ],</a:t>
            </a:r>
          </a:p>
          <a:p>
            <a:r>
              <a:t>      "mode": "verbatim"</a:t>
            </a:r>
          </a:p>
          <a:p>
            <a:r>
              <a:t>    },</a:t>
            </a:r>
          </a:p>
          <a:p>
            <a:r>
              <a:t>    {</a:t>
            </a:r>
          </a:p>
          <a:p>
            <a:r>
              <a:t>      "text": "横断検索には共通の索引が必要。部署ごとの分類の違いを整理する。",</a:t>
            </a:r>
          </a:p>
          <a:p>
            <a:r>
              <a:t>      "refs": [</a:t>
            </a:r>
          </a:p>
          <a:p>
            <a:r>
              <a:t>        {</a:t>
            </a:r>
          </a:p>
          <a:p>
            <a:r>
              <a:t>          "source_id": "s038",</a:t>
            </a:r>
          </a:p>
          <a:p>
            <a:r>
              <a:t>          "quote": "横断検索には共通の索引が必要。部署ごとの分類の違いを整理する。"</a:t>
            </a:r>
          </a:p>
          <a:p>
            <a:r>
              <a:t>        }</a:t>
            </a:r>
          </a:p>
          <a:p>
            <a:r>
              <a:t>      ],</a:t>
            </a:r>
          </a:p>
          <a:p>
            <a:r>
              <a:t>      "mode": "verbatim"</a:t>
            </a:r>
          </a:p>
          <a:p>
            <a:r>
              <a:t>    }</a:t>
            </a:r>
          </a:p>
          <a:p>
            <a:r>
              <a:t>  ],</a:t>
            </a:r>
          </a:p>
          <a:p>
            <a:r>
              <a:t>  "citations": {</a:t>
            </a:r>
          </a:p>
          <a:p>
            <a:r>
              <a:t>    "s038":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"comparison",</a:t>
            </a:r>
          </a:p>
          <a:p>
            <a:r>
              <a:t>  "structural_variant": "columns",</a:t>
            </a:r>
          </a:p>
          <a:p>
            <a:r>
              <a:t>  "repetition_reason": "Catalog inventory: adjacent entries intentionally show every count/orientation for comparison; this is not a presentation sequence.",</a:t>
            </a:r>
          </a:p>
          <a:p>
            <a:r>
              <a:t>  "row_alignments": {},</a:t>
            </a:r>
          </a:p>
          <a:p>
            <a:r>
              <a:t>  "images": {},</a:t>
            </a:r>
          </a:p>
          <a:p>
            <a:r>
              <a:t>  "template_sha256": "5b593446be0d0769f4a209d89011e58496fe0543c2ae3231d84ba3422c0d9b64"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"slide039",</a:t>
            </a:r>
          </a:p>
          <a:p>
            <a:r>
              <a:t>  "origin": "catalog",</a:t>
            </a:r>
          </a:p>
          <a:p>
            <a:r>
              <a:t>  "layout_id": "ed_comparison_swapped_2",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"s039",</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"s039",</a:t>
            </a:r>
          </a:p>
          <a:p>
            <a:r>
              <a:t>          "quote": "架空の社内調査。運用条件を整理した所見であり、効果を実証したものではない。"</a:t>
            </a:r>
          </a:p>
          <a:p>
            <a:r>
              <a:t>        }</a:t>
            </a:r>
          </a:p>
          <a:p>
            <a:r>
              <a:t>      ],</a:t>
            </a:r>
          </a:p>
          <a:p>
            <a:r>
              <a:t>      "mode": "verbatim"</a:t>
            </a:r>
          </a:p>
          <a:p>
            <a:r>
              <a:t>    },</a:t>
            </a:r>
          </a:p>
          <a:p>
            <a:r>
              <a:t>    {</a:t>
            </a:r>
          </a:p>
          <a:p>
            <a:r>
              <a:t>      "text": "分散型",</a:t>
            </a:r>
          </a:p>
          <a:p>
            <a:r>
              <a:t>      "refs": [</a:t>
            </a:r>
          </a:p>
          <a:p>
            <a:r>
              <a:t>        {</a:t>
            </a:r>
          </a:p>
          <a:p>
            <a:r>
              <a:t>          "source_id": "s039",</a:t>
            </a:r>
          </a:p>
          <a:p>
            <a:r>
              <a:t>          "quote": "分散型"</a:t>
            </a:r>
          </a:p>
          <a:p>
            <a:r>
              <a:t>        }</a:t>
            </a:r>
          </a:p>
          <a:p>
            <a:r>
              <a:t>      ],</a:t>
            </a:r>
          </a:p>
          <a:p>
            <a:r>
              <a:t>      "mode": "verbatim"</a:t>
            </a:r>
          </a:p>
          <a:p>
            <a:r>
              <a:t>    },</a:t>
            </a:r>
          </a:p>
          <a:p>
            <a:r>
              <a:t>    {</a:t>
            </a:r>
          </a:p>
          <a:p>
            <a:r>
              <a:t>      "text": "検索上の特徴",</a:t>
            </a:r>
          </a:p>
          <a:p>
            <a:r>
              <a:t>      "refs": [</a:t>
            </a:r>
          </a:p>
          <a:p>
            <a:r>
              <a:t>        {</a:t>
            </a:r>
          </a:p>
          <a:p>
            <a:r>
              <a:t>          "source_id": "s039",</a:t>
            </a:r>
          </a:p>
          <a:p>
            <a:r>
              <a:t>          "quote": "検索上の特徴"</a:t>
            </a:r>
          </a:p>
          <a:p>
            <a:r>
              <a:t>        }</a:t>
            </a:r>
          </a:p>
          <a:p>
            <a:r>
              <a:t>      ],</a:t>
            </a:r>
          </a:p>
          <a:p>
            <a:r>
              <a:t>      "mode": "verbatim"</a:t>
            </a:r>
          </a:p>
          <a:p>
            <a:r>
              <a:t>    },</a:t>
            </a:r>
          </a:p>
          <a:p>
            <a:r>
              <a:t>    {</a:t>
            </a:r>
          </a:p>
          <a:p>
            <a:r>
              <a:t>      "text": "各部署が原文を管理し、専門用語や例外の説明を保ちやすい。",</a:t>
            </a:r>
          </a:p>
          <a:p>
            <a:r>
              <a:t>      "refs": [</a:t>
            </a:r>
          </a:p>
          <a:p>
            <a:r>
              <a:t>        {</a:t>
            </a:r>
          </a:p>
          <a:p>
            <a:r>
              <a:t>          "source_id": "s039",</a:t>
            </a:r>
          </a:p>
          <a:p>
            <a:r>
              <a:t>          "quote": "各部署が原文を管理し、専門用語や例外の説明を保ちやすい。"</a:t>
            </a:r>
          </a:p>
          <a:p>
            <a:r>
              <a:t>        }</a:t>
            </a:r>
          </a:p>
          <a:p>
            <a:r>
              <a:t>      ],</a:t>
            </a:r>
          </a:p>
          <a:p>
            <a:r>
              <a:t>      "mode": "verbatim"</a:t>
            </a:r>
          </a:p>
          <a:p>
            <a:r>
              <a:t>    },</a:t>
            </a:r>
          </a:p>
          <a:p>
            <a:r>
              <a:t>    {</a:t>
            </a:r>
          </a:p>
          <a:p>
            <a:r>
              <a:t>      "text": "運用上の注意",</a:t>
            </a:r>
          </a:p>
          <a:p>
            <a:r>
              <a:t>      "refs": [</a:t>
            </a:r>
          </a:p>
          <a:p>
            <a:r>
              <a:t>        {</a:t>
            </a:r>
          </a:p>
          <a:p>
            <a:r>
              <a:t>          "source_id": "s039",</a:t>
            </a:r>
          </a:p>
          <a:p>
            <a:r>
              <a:t>          "quote": "運用上の注意"</a:t>
            </a:r>
          </a:p>
          <a:p>
            <a:r>
              <a:t>        }</a:t>
            </a:r>
          </a:p>
          <a:p>
            <a:r>
              <a:t>      ],</a:t>
            </a:r>
          </a:p>
          <a:p>
            <a:r>
              <a:t>      "mode": "verbatim"</a:t>
            </a:r>
          </a:p>
          <a:p>
            <a:r>
              <a:t>    },</a:t>
            </a:r>
          </a:p>
          <a:p>
            <a:r>
              <a:t>    {</a:t>
            </a:r>
          </a:p>
          <a:p>
            <a:r>
              <a:t>      "text": "横断検索には共通の索引が必要。部署ごとの分類の違いを整理する。",</a:t>
            </a:r>
          </a:p>
          <a:p>
            <a:r>
              <a:t>      "refs": [</a:t>
            </a:r>
          </a:p>
          <a:p>
            <a:r>
              <a:t>        {</a:t>
            </a:r>
          </a:p>
          <a:p>
            <a:r>
              <a:t>          "source_id": "s039",</a:t>
            </a:r>
          </a:p>
          <a:p>
            <a:r>
              <a:t>          "quote": "横断検索には共通の索引が必要。部署ごとの分類の違いを整理する。"</a:t>
            </a:r>
          </a:p>
          <a:p>
            <a:r>
              <a:t>        }</a:t>
            </a:r>
          </a:p>
          <a:p>
            <a:r>
              <a:t>      ],</a:t>
            </a:r>
          </a:p>
          <a:p>
            <a:r>
              <a:t>      "mode": "verbatim"</a:t>
            </a:r>
          </a:p>
          <a:p>
            <a:r>
              <a:t>    },</a:t>
            </a:r>
          </a:p>
          <a:p>
            <a:r>
              <a:t>    {</a:t>
            </a:r>
          </a:p>
          <a:p>
            <a:r>
              <a:t>      "text": "集約型",</a:t>
            </a:r>
          </a:p>
          <a:p>
            <a:r>
              <a:t>      "refs": [</a:t>
            </a:r>
          </a:p>
          <a:p>
            <a:r>
              <a:t>        {</a:t>
            </a:r>
          </a:p>
          <a:p>
            <a:r>
              <a:t>          "source_id": "s039",</a:t>
            </a:r>
          </a:p>
          <a:p>
            <a:r>
              <a:t>          "quote": "集約型"</a:t>
            </a:r>
          </a:p>
          <a:p>
            <a:r>
              <a:t>        }</a:t>
            </a:r>
          </a:p>
          <a:p>
            <a:r>
              <a:t>      ],</a:t>
            </a:r>
          </a:p>
          <a:p>
            <a:r>
              <a:t>      "mode": "verbatim"</a:t>
            </a:r>
          </a:p>
          <a:p>
            <a:r>
              <a:t>    },</a:t>
            </a:r>
          </a:p>
          <a:p>
            <a:r>
              <a:t>    {</a:t>
            </a:r>
          </a:p>
          <a:p>
            <a:r>
              <a:t>      "text": "検索上の特徴",</a:t>
            </a:r>
          </a:p>
          <a:p>
            <a:r>
              <a:t>      "refs": [</a:t>
            </a:r>
          </a:p>
          <a:p>
            <a:r>
              <a:t>        {</a:t>
            </a:r>
          </a:p>
          <a:p>
            <a:r>
              <a:t>          "source_id": "s039",</a:t>
            </a:r>
          </a:p>
          <a:p>
            <a:r>
              <a:t>          "quote": "検索上の特徴"</a:t>
            </a:r>
          </a:p>
          <a:p>
            <a:r>
              <a:t>        }</a:t>
            </a:r>
          </a:p>
          <a:p>
            <a:r>
              <a:t>      ],</a:t>
            </a:r>
          </a:p>
          <a:p>
            <a:r>
              <a:t>      "mode": "verbatim"</a:t>
            </a:r>
          </a:p>
          <a:p>
            <a:r>
              <a:t>    },</a:t>
            </a:r>
          </a:p>
          <a:p>
            <a:r>
              <a:t>    {</a:t>
            </a:r>
          </a:p>
          <a:p>
            <a:r>
              <a:t>      "text": "入口を統一し、部署をまたぐ検索をしやすくする。",</a:t>
            </a:r>
          </a:p>
          <a:p>
            <a:r>
              <a:t>      "refs": [</a:t>
            </a:r>
          </a:p>
          <a:p>
            <a:r>
              <a:t>        {</a:t>
            </a:r>
          </a:p>
          <a:p>
            <a:r>
              <a:t>          "source_id": "s039",</a:t>
            </a:r>
          </a:p>
          <a:p>
            <a:r>
              <a:t>          "quote": "入口を統一し、部署をまたぐ検索をしやすくする。"</a:t>
            </a:r>
          </a:p>
          <a:p>
            <a:r>
              <a:t>        }</a:t>
            </a:r>
          </a:p>
          <a:p>
            <a:r>
              <a:t>      ],</a:t>
            </a:r>
          </a:p>
          <a:p>
            <a:r>
              <a:t>      "mode": "verbatim"</a:t>
            </a:r>
          </a:p>
          <a:p>
            <a:r>
              <a:t>    },</a:t>
            </a:r>
          </a:p>
          <a:p>
            <a:r>
              <a:t>    {</a:t>
            </a:r>
          </a:p>
          <a:p>
            <a:r>
              <a:t>      "text": "運用上の注意",</a:t>
            </a:r>
          </a:p>
          <a:p>
            <a:r>
              <a:t>      "refs": [</a:t>
            </a:r>
          </a:p>
          <a:p>
            <a:r>
              <a:t>        {</a:t>
            </a:r>
          </a:p>
          <a:p>
            <a:r>
              <a:t>          "source_id": "s039",</a:t>
            </a:r>
          </a:p>
          <a:p>
            <a:r>
              <a:t>          "quote": "運用上の注意"</a:t>
            </a:r>
          </a:p>
          <a:p>
            <a:r>
              <a:t>        }</a:t>
            </a:r>
          </a:p>
          <a:p>
            <a:r>
              <a:t>      ],</a:t>
            </a:r>
          </a:p>
          <a:p>
            <a:r>
              <a:t>      "mode": "verbatim"</a:t>
            </a:r>
          </a:p>
          <a:p>
            <a:r>
              <a:t>    },</a:t>
            </a:r>
          </a:p>
          <a:p>
            <a:r>
              <a:t>    {</a:t>
            </a:r>
          </a:p>
          <a:p>
            <a:r>
              <a:t>      "text": "更新作業が担当者に集中するため、確認待ちの滞留に注意する。",</a:t>
            </a:r>
          </a:p>
          <a:p>
            <a:r>
              <a:t>      "refs": [</a:t>
            </a:r>
          </a:p>
          <a:p>
            <a:r>
              <a:t>        {</a:t>
            </a:r>
          </a:p>
          <a:p>
            <a:r>
              <a:t>          "source_id": "s039",</a:t>
            </a:r>
          </a:p>
          <a:p>
            <a:r>
              <a:t>          "quote": "更新作業が担当者に集中するため、確認待ちの滞留に注意する。"</a:t>
            </a:r>
          </a:p>
          <a:p>
            <a:r>
              <a:t>        }</a:t>
            </a:r>
          </a:p>
          <a:p>
            <a:r>
              <a:t>      ],</a:t>
            </a:r>
          </a:p>
          <a:p>
            <a:r>
              <a:t>      "mode": "verbatim"</a:t>
            </a:r>
          </a:p>
          <a:p>
            <a:r>
              <a:t>    }</a:t>
            </a:r>
          </a:p>
          <a:p>
            <a:r>
              <a:t>  ],</a:t>
            </a:r>
          </a:p>
          <a:p>
            <a:r>
              <a:t>  "citations": {</a:t>
            </a:r>
          </a:p>
          <a:p>
            <a:r>
              <a:t>    "s039":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"comparison",</a:t>
            </a:r>
          </a:p>
          <a:p>
            <a:r>
              <a:t>  "structural_variant": "swapped",</a:t>
            </a:r>
          </a:p>
          <a:p>
            <a:r>
              <a:t>  "repetition_reason": "Catalog inventory: adjacent entries intentionally show every count/orientation for comparison; this is not a presentation sequence.",</a:t>
            </a:r>
          </a:p>
          <a:p>
            <a:r>
              <a:t>  "row_alignments": {},</a:t>
            </a:r>
          </a:p>
          <a:p>
            <a:r>
              <a:t>  "images": {},</a:t>
            </a:r>
          </a:p>
          <a:p>
            <a:r>
              <a:t>  "template_sha256": "7ddf163cd3f1b047789e45676d1d339520b1138b38eb60ae9ccb3bc94cd028ad"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"slide040",</a:t>
            </a:r>
          </a:p>
          <a:p>
            <a:r>
              <a:t>  "origin": "catalog",</a:t>
            </a:r>
          </a:p>
          <a:p>
            <a:r>
              <a:t>  "layout_id": "ed_comparison_rows_2",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"s040",</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"s040",</a:t>
            </a:r>
          </a:p>
          <a:p>
            <a:r>
              <a:t>          "quote": "架空の社内調査。運用条件を整理した所見であり、効果を実証したものではない。"</a:t>
            </a:r>
          </a:p>
          <a:p>
            <a:r>
              <a:t>        }</a:t>
            </a:r>
          </a:p>
          <a:p>
            <a:r>
              <a:t>      ],</a:t>
            </a:r>
          </a:p>
          <a:p>
            <a:r>
              <a:t>      "mode": "verbatim"</a:t>
            </a:r>
          </a:p>
          <a:p>
            <a:r>
              <a:t>    },</a:t>
            </a:r>
          </a:p>
          <a:p>
            <a:r>
              <a:t>    {</a:t>
            </a:r>
          </a:p>
          <a:p>
            <a:r>
              <a:t>      "text": "集約型",</a:t>
            </a:r>
          </a:p>
          <a:p>
            <a:r>
              <a:t>      "refs": [</a:t>
            </a:r>
          </a:p>
          <a:p>
            <a:r>
              <a:t>        {</a:t>
            </a:r>
          </a:p>
          <a:p>
            <a:r>
              <a:t>          "source_id": "s040",</a:t>
            </a:r>
          </a:p>
          <a:p>
            <a:r>
              <a:t>          "quote": "集約型"</a:t>
            </a:r>
          </a:p>
          <a:p>
            <a:r>
              <a:t>        }</a:t>
            </a:r>
          </a:p>
          <a:p>
            <a:r>
              <a:t>      ],</a:t>
            </a:r>
          </a:p>
          <a:p>
            <a:r>
              <a:t>      "mode": "verbatim"</a:t>
            </a:r>
          </a:p>
          <a:p>
            <a:r>
              <a:t>    },</a:t>
            </a:r>
          </a:p>
          <a:p>
            <a:r>
              <a:t>    {</a:t>
            </a:r>
          </a:p>
          <a:p>
            <a:r>
              <a:t>      "text": "検索上の特徴",</a:t>
            </a:r>
          </a:p>
          <a:p>
            <a:r>
              <a:t>      "refs": [</a:t>
            </a:r>
          </a:p>
          <a:p>
            <a:r>
              <a:t>        {</a:t>
            </a:r>
          </a:p>
          <a:p>
            <a:r>
              <a:t>          "source_id": "s040",</a:t>
            </a:r>
          </a:p>
          <a:p>
            <a:r>
              <a:t>          "quote": "検索上の特徴"</a:t>
            </a:r>
          </a:p>
          <a:p>
            <a:r>
              <a:t>        }</a:t>
            </a:r>
          </a:p>
          <a:p>
            <a:r>
              <a:t>      ],</a:t>
            </a:r>
          </a:p>
          <a:p>
            <a:r>
              <a:t>      "mode": "verbatim"</a:t>
            </a:r>
          </a:p>
          <a:p>
            <a:r>
              <a:t>    },</a:t>
            </a:r>
          </a:p>
          <a:p>
            <a:r>
              <a:t>    {</a:t>
            </a:r>
          </a:p>
          <a:p>
            <a:r>
              <a:t>      "text": "入口を統一し、部署をまたぐ検索をしやすくする。",</a:t>
            </a:r>
          </a:p>
          <a:p>
            <a:r>
              <a:t>      "refs": [</a:t>
            </a:r>
          </a:p>
          <a:p>
            <a:r>
              <a:t>        {</a:t>
            </a:r>
          </a:p>
          <a:p>
            <a:r>
              <a:t>          "source_id": "s040",</a:t>
            </a:r>
          </a:p>
          <a:p>
            <a:r>
              <a:t>          "quote": "入口を統一し、部署をまたぐ検索をしやすくする。"</a:t>
            </a:r>
          </a:p>
          <a:p>
            <a:r>
              <a:t>        }</a:t>
            </a:r>
          </a:p>
          <a:p>
            <a:r>
              <a:t>      ],</a:t>
            </a:r>
          </a:p>
          <a:p>
            <a:r>
              <a:t>      "mode": "verbatim"</a:t>
            </a:r>
          </a:p>
          <a:p>
            <a:r>
              <a:t>    },</a:t>
            </a:r>
          </a:p>
          <a:p>
            <a:r>
              <a:t>    {</a:t>
            </a:r>
          </a:p>
          <a:p>
            <a:r>
              <a:t>      "text": "運用上の注意",</a:t>
            </a:r>
          </a:p>
          <a:p>
            <a:r>
              <a:t>      "refs": [</a:t>
            </a:r>
          </a:p>
          <a:p>
            <a:r>
              <a:t>        {</a:t>
            </a:r>
          </a:p>
          <a:p>
            <a:r>
              <a:t>          "source_id": "s040",</a:t>
            </a:r>
          </a:p>
          <a:p>
            <a:r>
              <a:t>          "quote": "運用上の注意"</a:t>
            </a:r>
          </a:p>
          <a:p>
            <a:r>
              <a:t>        }</a:t>
            </a:r>
          </a:p>
          <a:p>
            <a:r>
              <a:t>      ],</a:t>
            </a:r>
          </a:p>
          <a:p>
            <a:r>
              <a:t>      "mode": "verbatim"</a:t>
            </a:r>
          </a:p>
          <a:p>
            <a:r>
              <a:t>    },</a:t>
            </a:r>
          </a:p>
          <a:p>
            <a:r>
              <a:t>    {</a:t>
            </a:r>
          </a:p>
          <a:p>
            <a:r>
              <a:t>      "text": "更新作業が担当者に集中するため、確認待ちの滞留に注意する。",</a:t>
            </a:r>
          </a:p>
          <a:p>
            <a:r>
              <a:t>      "refs": [</a:t>
            </a:r>
          </a:p>
          <a:p>
            <a:r>
              <a:t>        {</a:t>
            </a:r>
          </a:p>
          <a:p>
            <a:r>
              <a:t>          "source_id": "s040",</a:t>
            </a:r>
          </a:p>
          <a:p>
            <a:r>
              <a:t>          "quote": "更新作業が担当者に集中するため、確認待ちの滞留に注意する。"</a:t>
            </a:r>
          </a:p>
          <a:p>
            <a:r>
              <a:t>        }</a:t>
            </a:r>
          </a:p>
          <a:p>
            <a:r>
              <a:t>      ],</a:t>
            </a:r>
          </a:p>
          <a:p>
            <a:r>
              <a:t>      "mode": "verbatim"</a:t>
            </a:r>
          </a:p>
          <a:p>
            <a:r>
              <a:t>    },</a:t>
            </a:r>
          </a:p>
          <a:p>
            <a:r>
              <a:t>    {</a:t>
            </a:r>
          </a:p>
          <a:p>
            <a:r>
              <a:t>      "text": "分散型",</a:t>
            </a:r>
          </a:p>
          <a:p>
            <a:r>
              <a:t>      "refs": [</a:t>
            </a:r>
          </a:p>
          <a:p>
            <a:r>
              <a:t>        {</a:t>
            </a:r>
          </a:p>
          <a:p>
            <a:r>
              <a:t>          "source_id": "s040",</a:t>
            </a:r>
          </a:p>
          <a:p>
            <a:r>
              <a:t>          "quote": "分散型"</a:t>
            </a:r>
          </a:p>
          <a:p>
            <a:r>
              <a:t>        }</a:t>
            </a:r>
          </a:p>
          <a:p>
            <a:r>
              <a:t>      ],</a:t>
            </a:r>
          </a:p>
          <a:p>
            <a:r>
              <a:t>      "mode": "verbatim"</a:t>
            </a:r>
          </a:p>
          <a:p>
            <a:r>
              <a:t>    },</a:t>
            </a:r>
          </a:p>
          <a:p>
            <a:r>
              <a:t>    {</a:t>
            </a:r>
          </a:p>
          <a:p>
            <a:r>
              <a:t>      "text": "検索上の特徴",</a:t>
            </a:r>
          </a:p>
          <a:p>
            <a:r>
              <a:t>      "refs": [</a:t>
            </a:r>
          </a:p>
          <a:p>
            <a:r>
              <a:t>        {</a:t>
            </a:r>
          </a:p>
          <a:p>
            <a:r>
              <a:t>          "source_id": "s040",</a:t>
            </a:r>
          </a:p>
          <a:p>
            <a:r>
              <a:t>          "quote": "検索上の特徴"</a:t>
            </a:r>
          </a:p>
          <a:p>
            <a:r>
              <a:t>        }</a:t>
            </a:r>
          </a:p>
          <a:p>
            <a:r>
              <a:t>      ],</a:t>
            </a:r>
          </a:p>
          <a:p>
            <a:r>
              <a:t>      "mode": "verbatim"</a:t>
            </a:r>
          </a:p>
          <a:p>
            <a:r>
              <a:t>    },</a:t>
            </a:r>
          </a:p>
          <a:p>
            <a:r>
              <a:t>    {</a:t>
            </a:r>
          </a:p>
          <a:p>
            <a:r>
              <a:t>      "text": "各部署が原文を管理し、専門用語や例外の説明を保ちやすい。",</a:t>
            </a:r>
          </a:p>
          <a:p>
            <a:r>
              <a:t>      "refs": [</a:t>
            </a:r>
          </a:p>
          <a:p>
            <a:r>
              <a:t>        {</a:t>
            </a:r>
          </a:p>
          <a:p>
            <a:r>
              <a:t>          "source_id": "s040",</a:t>
            </a:r>
          </a:p>
          <a:p>
            <a:r>
              <a:t>          "quote": "各部署が原文を管理し、専門用語や例外の説明を保ちやすい。"</a:t>
            </a:r>
          </a:p>
          <a:p>
            <a:r>
              <a:t>        }</a:t>
            </a:r>
          </a:p>
          <a:p>
            <a:r>
              <a:t>      ],</a:t>
            </a:r>
          </a:p>
          <a:p>
            <a:r>
              <a:t>      "mode": "verbatim"</a:t>
            </a:r>
          </a:p>
          <a:p>
            <a:r>
              <a:t>    },</a:t>
            </a:r>
          </a:p>
          <a:p>
            <a:r>
              <a:t>    {</a:t>
            </a:r>
          </a:p>
          <a:p>
            <a:r>
              <a:t>      "text": "運用上の注意",</a:t>
            </a:r>
          </a:p>
          <a:p>
            <a:r>
              <a:t>      "refs": [</a:t>
            </a:r>
          </a:p>
          <a:p>
            <a:r>
              <a:t>        {</a:t>
            </a:r>
          </a:p>
          <a:p>
            <a:r>
              <a:t>          "source_id": "s040",</a:t>
            </a:r>
          </a:p>
          <a:p>
            <a:r>
              <a:t>          "quote": "運用上の注意"</a:t>
            </a:r>
          </a:p>
          <a:p>
            <a:r>
              <a:t>        }</a:t>
            </a:r>
          </a:p>
          <a:p>
            <a:r>
              <a:t>      ],</a:t>
            </a:r>
          </a:p>
          <a:p>
            <a:r>
              <a:t>      "mode": "verbatim"</a:t>
            </a:r>
          </a:p>
          <a:p>
            <a:r>
              <a:t>    },</a:t>
            </a:r>
          </a:p>
          <a:p>
            <a:r>
              <a:t>    {</a:t>
            </a:r>
          </a:p>
          <a:p>
            <a:r>
              <a:t>      "text": "横断検索には共通の索引が必要。部署ごとの分類の違いを整理する。",</a:t>
            </a:r>
          </a:p>
          <a:p>
            <a:r>
              <a:t>      "refs": [</a:t>
            </a:r>
          </a:p>
          <a:p>
            <a:r>
              <a:t>        {</a:t>
            </a:r>
          </a:p>
          <a:p>
            <a:r>
              <a:t>          "source_id": "s040",</a:t>
            </a:r>
          </a:p>
          <a:p>
            <a:r>
              <a:t>          "quote": "横断検索には共通の索引が必要。部署ごとの分類の違いを整理する。"</a:t>
            </a:r>
          </a:p>
          <a:p>
            <a:r>
              <a:t>        }</a:t>
            </a:r>
          </a:p>
          <a:p>
            <a:r>
              <a:t>      ],</a:t>
            </a:r>
          </a:p>
          <a:p>
            <a:r>
              <a:t>      "mode": "verbatim"</a:t>
            </a:r>
          </a:p>
          <a:p>
            <a:r>
              <a:t>    }</a:t>
            </a:r>
          </a:p>
          <a:p>
            <a:r>
              <a:t>  ],</a:t>
            </a:r>
          </a:p>
          <a:p>
            <a:r>
              <a:t>  "citations": {</a:t>
            </a:r>
          </a:p>
          <a:p>
            <a:r>
              <a:t>    "s040":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"comparison",</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"0f2e46a50c78768b585e5608e6e116dbac0c57bd49b6c2c459b100fdf2dc8aef"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"slide041",</a:t>
            </a:r>
          </a:p>
          <a:p>
            <a:r>
              <a:t>  "origin": "catalog",</a:t>
            </a:r>
          </a:p>
          <a:p>
            <a:r>
              <a:t>  "layout_id": "ed_comparison_matrix_2",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"s041",</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"s041",</a:t>
            </a:r>
          </a:p>
          <a:p>
            <a:r>
              <a:t>          "quote": "架空の社内調査。運用条件を整理した所見であり、効果を実証したものではない。"</a:t>
            </a:r>
          </a:p>
          <a:p>
            <a:r>
              <a:t>        }</a:t>
            </a:r>
          </a:p>
          <a:p>
            <a:r>
              <a:t>      ],</a:t>
            </a:r>
          </a:p>
          <a:p>
            <a:r>
              <a:t>      "mode": "verbatim"</a:t>
            </a:r>
          </a:p>
          <a:p>
            <a:r>
              <a:t>    },</a:t>
            </a:r>
          </a:p>
          <a:p>
            <a:r>
              <a:t>    {</a:t>
            </a:r>
          </a:p>
          <a:p>
            <a:r>
              <a:t>      "text": "集約型",</a:t>
            </a:r>
          </a:p>
          <a:p>
            <a:r>
              <a:t>      "refs": [</a:t>
            </a:r>
          </a:p>
          <a:p>
            <a:r>
              <a:t>        {</a:t>
            </a:r>
          </a:p>
          <a:p>
            <a:r>
              <a:t>          "source_id": "s041",</a:t>
            </a:r>
          </a:p>
          <a:p>
            <a:r>
              <a:t>          "quote": "集約型"</a:t>
            </a:r>
          </a:p>
          <a:p>
            <a:r>
              <a:t>        }</a:t>
            </a:r>
          </a:p>
          <a:p>
            <a:r>
              <a:t>      ],</a:t>
            </a:r>
          </a:p>
          <a:p>
            <a:r>
              <a:t>      "mode": "verbatim"</a:t>
            </a:r>
          </a:p>
          <a:p>
            <a:r>
              <a:t>    },</a:t>
            </a:r>
          </a:p>
          <a:p>
            <a:r>
              <a:t>    {</a:t>
            </a:r>
          </a:p>
          <a:p>
            <a:r>
              <a:t>      "text": "検索上の特徴",</a:t>
            </a:r>
          </a:p>
          <a:p>
            <a:r>
              <a:t>      "refs": [</a:t>
            </a:r>
          </a:p>
          <a:p>
            <a:r>
              <a:t>        {</a:t>
            </a:r>
          </a:p>
          <a:p>
            <a:r>
              <a:t>          "source_id": "s041",</a:t>
            </a:r>
          </a:p>
          <a:p>
            <a:r>
              <a:t>          "quote": "検索上の特徴"</a:t>
            </a:r>
          </a:p>
          <a:p>
            <a:r>
              <a:t>        }</a:t>
            </a:r>
          </a:p>
          <a:p>
            <a:r>
              <a:t>      ],</a:t>
            </a:r>
          </a:p>
          <a:p>
            <a:r>
              <a:t>      "mode": "verbatim"</a:t>
            </a:r>
          </a:p>
          <a:p>
            <a:r>
              <a:t>    },</a:t>
            </a:r>
          </a:p>
          <a:p>
            <a:r>
              <a:t>    {</a:t>
            </a:r>
          </a:p>
          <a:p>
            <a:r>
              <a:t>      "text": "入口を統一し、部署をまたぐ検索をしやすくする。",</a:t>
            </a:r>
          </a:p>
          <a:p>
            <a:r>
              <a:t>      "refs": [</a:t>
            </a:r>
          </a:p>
          <a:p>
            <a:r>
              <a:t>        {</a:t>
            </a:r>
          </a:p>
          <a:p>
            <a:r>
              <a:t>          "source_id": "s041",</a:t>
            </a:r>
          </a:p>
          <a:p>
            <a:r>
              <a:t>          "quote": "入口を統一し、部署をまたぐ検索をしやすくする。"</a:t>
            </a:r>
          </a:p>
          <a:p>
            <a:r>
              <a:t>        }</a:t>
            </a:r>
          </a:p>
          <a:p>
            <a:r>
              <a:t>      ],</a:t>
            </a:r>
          </a:p>
          <a:p>
            <a:r>
              <a:t>      "mode": "verbatim"</a:t>
            </a:r>
          </a:p>
          <a:p>
            <a:r>
              <a:t>    },</a:t>
            </a:r>
          </a:p>
          <a:p>
            <a:r>
              <a:t>    {</a:t>
            </a:r>
          </a:p>
          <a:p>
            <a:r>
              <a:t>      "text": "運用上の注意",</a:t>
            </a:r>
          </a:p>
          <a:p>
            <a:r>
              <a:t>      "refs": [</a:t>
            </a:r>
          </a:p>
          <a:p>
            <a:r>
              <a:t>        {</a:t>
            </a:r>
          </a:p>
          <a:p>
            <a:r>
              <a:t>          "source_id": "s041",</a:t>
            </a:r>
          </a:p>
          <a:p>
            <a:r>
              <a:t>          "quote": "運用上の注意"</a:t>
            </a:r>
          </a:p>
          <a:p>
            <a:r>
              <a:t>        }</a:t>
            </a:r>
          </a:p>
          <a:p>
            <a:r>
              <a:t>      ],</a:t>
            </a:r>
          </a:p>
          <a:p>
            <a:r>
              <a:t>      "mode": "verbatim"</a:t>
            </a:r>
          </a:p>
          <a:p>
            <a:r>
              <a:t>    },</a:t>
            </a:r>
          </a:p>
          <a:p>
            <a:r>
              <a:t>    {</a:t>
            </a:r>
          </a:p>
          <a:p>
            <a:r>
              <a:t>      "text": "更新作業が担当者に集中するため、確認待ちの滞留に注意する。",</a:t>
            </a:r>
          </a:p>
          <a:p>
            <a:r>
              <a:t>      "refs": [</a:t>
            </a:r>
          </a:p>
          <a:p>
            <a:r>
              <a:t>        {</a:t>
            </a:r>
          </a:p>
          <a:p>
            <a:r>
              <a:t>          "source_id": "s041",</a:t>
            </a:r>
          </a:p>
          <a:p>
            <a:r>
              <a:t>          "quote": "更新作業が担当者に集中するため、確認待ちの滞留に注意する。"</a:t>
            </a:r>
          </a:p>
          <a:p>
            <a:r>
              <a:t>        }</a:t>
            </a:r>
          </a:p>
          <a:p>
            <a:r>
              <a:t>      ],</a:t>
            </a:r>
          </a:p>
          <a:p>
            <a:r>
              <a:t>      "mode": "verbatim"</a:t>
            </a:r>
          </a:p>
          <a:p>
            <a:r>
              <a:t>    },</a:t>
            </a:r>
          </a:p>
          <a:p>
            <a:r>
              <a:t>    {</a:t>
            </a:r>
          </a:p>
          <a:p>
            <a:r>
              <a:t>      "text": "分散型",</a:t>
            </a:r>
          </a:p>
          <a:p>
            <a:r>
              <a:t>      "refs": [</a:t>
            </a:r>
          </a:p>
          <a:p>
            <a:r>
              <a:t>        {</a:t>
            </a:r>
          </a:p>
          <a:p>
            <a:r>
              <a:t>          "source_id": "s041",</a:t>
            </a:r>
          </a:p>
          <a:p>
            <a:r>
              <a:t>          "quote": "分散型"</a:t>
            </a:r>
          </a:p>
          <a:p>
            <a:r>
              <a:t>        }</a:t>
            </a:r>
          </a:p>
          <a:p>
            <a:r>
              <a:t>      ],</a:t>
            </a:r>
          </a:p>
          <a:p>
            <a:r>
              <a:t>      "mode": "verbatim"</a:t>
            </a:r>
          </a:p>
          <a:p>
            <a:r>
              <a:t>    },</a:t>
            </a:r>
          </a:p>
          <a:p>
            <a:r>
              <a:t>    {</a:t>
            </a:r>
          </a:p>
          <a:p>
            <a:r>
              <a:t>      "text": "検索上の特徴",</a:t>
            </a:r>
          </a:p>
          <a:p>
            <a:r>
              <a:t>      "refs": [</a:t>
            </a:r>
          </a:p>
          <a:p>
            <a:r>
              <a:t>        {</a:t>
            </a:r>
          </a:p>
          <a:p>
            <a:r>
              <a:t>          "source_id": "s041",</a:t>
            </a:r>
          </a:p>
          <a:p>
            <a:r>
              <a:t>          "quote": "検索上の特徴"</a:t>
            </a:r>
          </a:p>
          <a:p>
            <a:r>
              <a:t>        }</a:t>
            </a:r>
          </a:p>
          <a:p>
            <a:r>
              <a:t>      ],</a:t>
            </a:r>
          </a:p>
          <a:p>
            <a:r>
              <a:t>      "mode": "verbatim"</a:t>
            </a:r>
          </a:p>
          <a:p>
            <a:r>
              <a:t>    },</a:t>
            </a:r>
          </a:p>
          <a:p>
            <a:r>
              <a:t>    {</a:t>
            </a:r>
          </a:p>
          <a:p>
            <a:r>
              <a:t>      "text": "各部署が原文を管理し、専門用語や例外の説明を保ちやすい。",</a:t>
            </a:r>
          </a:p>
          <a:p>
            <a:r>
              <a:t>      "refs": [</a:t>
            </a:r>
          </a:p>
          <a:p>
            <a:r>
              <a:t>        {</a:t>
            </a:r>
          </a:p>
          <a:p>
            <a:r>
              <a:t>          "source_id": "s041",</a:t>
            </a:r>
          </a:p>
          <a:p>
            <a:r>
              <a:t>          "quote": "各部署が原文を管理し、専門用語や例外の説明を保ちやすい。"</a:t>
            </a:r>
          </a:p>
          <a:p>
            <a:r>
              <a:t>        }</a:t>
            </a:r>
          </a:p>
          <a:p>
            <a:r>
              <a:t>      ],</a:t>
            </a:r>
          </a:p>
          <a:p>
            <a:r>
              <a:t>      "mode": "verbatim"</a:t>
            </a:r>
          </a:p>
          <a:p>
            <a:r>
              <a:t>    },</a:t>
            </a:r>
          </a:p>
          <a:p>
            <a:r>
              <a:t>    {</a:t>
            </a:r>
          </a:p>
          <a:p>
            <a:r>
              <a:t>      "text": "運用上の注意",</a:t>
            </a:r>
          </a:p>
          <a:p>
            <a:r>
              <a:t>      "refs": [</a:t>
            </a:r>
          </a:p>
          <a:p>
            <a:r>
              <a:t>        {</a:t>
            </a:r>
          </a:p>
          <a:p>
            <a:r>
              <a:t>          "source_id": "s041",</a:t>
            </a:r>
          </a:p>
          <a:p>
            <a:r>
              <a:t>          "quote": "運用上の注意"</a:t>
            </a:r>
          </a:p>
          <a:p>
            <a:r>
              <a:t>        }</a:t>
            </a:r>
          </a:p>
          <a:p>
            <a:r>
              <a:t>      ],</a:t>
            </a:r>
          </a:p>
          <a:p>
            <a:r>
              <a:t>      "mode": "verbatim"</a:t>
            </a:r>
          </a:p>
          <a:p>
            <a:r>
              <a:t>    },</a:t>
            </a:r>
          </a:p>
          <a:p>
            <a:r>
              <a:t>    {</a:t>
            </a:r>
          </a:p>
          <a:p>
            <a:r>
              <a:t>      "text": "横断検索には共通の索引が必要。部署ごとの分類の違いを整理する。",</a:t>
            </a:r>
          </a:p>
          <a:p>
            <a:r>
              <a:t>      "refs": [</a:t>
            </a:r>
          </a:p>
          <a:p>
            <a:r>
              <a:t>        {</a:t>
            </a:r>
          </a:p>
          <a:p>
            <a:r>
              <a:t>          "source_id": "s041",</a:t>
            </a:r>
          </a:p>
          <a:p>
            <a:r>
              <a:t>          "quote": "横断検索には共通の索引が必要。部署ごとの分類の違いを整理する。"</a:t>
            </a:r>
          </a:p>
          <a:p>
            <a:r>
              <a:t>        }</a:t>
            </a:r>
          </a:p>
          <a:p>
            <a:r>
              <a:t>      ],</a:t>
            </a:r>
          </a:p>
          <a:p>
            <a:r>
              <a:t>      "mode": "verbatim"</a:t>
            </a:r>
          </a:p>
          <a:p>
            <a:r>
              <a:t>    }</a:t>
            </a:r>
          </a:p>
          <a:p>
            <a:r>
              <a:t>  ],</a:t>
            </a:r>
          </a:p>
          <a:p>
            <a:r>
              <a:t>  "citations": {</a:t>
            </a:r>
          </a:p>
          <a:p>
            <a:r>
              <a:t>    "s041":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"comparison",</a:t>
            </a:r>
          </a:p>
          <a:p>
            <a:r>
              <a:t>  "structural_variant": "matrix",</a:t>
            </a:r>
          </a:p>
          <a:p>
            <a:r>
              <a:t>  "repetition_reason": "Catalog inventory: adjacent entries intentionally show every count/orientation for comparison; this is not a presentation sequence.",</a:t>
            </a:r>
          </a:p>
          <a:p>
            <a:r>
              <a:t>  "row_alignments": {},</a:t>
            </a:r>
          </a:p>
          <a:p>
            <a:r>
              <a:t>  "images": {},</a:t>
            </a:r>
          </a:p>
          <a:p>
            <a:r>
              <a:t>  "template_sha256": "ab500e23096f3749eb26d7804f03f91d4a1782482edaed5ea5dd06729134473e"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"slide042",</a:t>
            </a:r>
          </a:p>
          <a:p>
            <a:r>
              <a:t>  "origin": "catalog",</a:t>
            </a:r>
          </a:p>
          <a:p>
            <a:r>
              <a:t>  "layout_id": "ed_steps_horizontal_2",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"s042",</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"s042",</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"s042",</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"s042",</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"s042",</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"s042",</a:t>
            </a:r>
          </a:p>
          <a:p>
            <a:r>
              <a:t>          "quote": "原文の条件と確認日を、要約とともに残す。"</a:t>
            </a:r>
          </a:p>
          <a:p>
            <a:r>
              <a:t>        }</a:t>
            </a:r>
          </a:p>
          <a:p>
            <a:r>
              <a:t>      ],</a:t>
            </a:r>
          </a:p>
          <a:p>
            <a:r>
              <a:t>      "mode": "verbatim"</a:t>
            </a:r>
          </a:p>
          <a:p>
            <a:r>
              <a:t>    }</a:t>
            </a:r>
          </a:p>
          <a:p>
            <a:r>
              <a:t>  ],</a:t>
            </a:r>
          </a:p>
          <a:p>
            <a:r>
              <a:t>  "citations": {</a:t>
            </a:r>
          </a:p>
          <a:p>
            <a:r>
              <a:t>    "s042":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"horizontal",</a:t>
            </a:r>
          </a:p>
          <a:p>
            <a:r>
              <a:t>  "repetition_reason": "Catalog inventory: adjacent entries intentionally show every count/orientation for comparison; this is not a presentation sequence.",</a:t>
            </a:r>
          </a:p>
          <a:p>
            <a:r>
              <a:t>  "row_alignments": {},</a:t>
            </a:r>
          </a:p>
          <a:p>
            <a:r>
              <a:t>  "images": {},</a:t>
            </a:r>
          </a:p>
          <a:p>
            <a:r>
              <a:t>  "template_sha256": "a2ac5f54034be6d3d85fef8520720a671ebf6dfaf5559ae4c9cc380215932765"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"slide043",</a:t>
            </a:r>
          </a:p>
          <a:p>
            <a:r>
              <a:t>  "origin": "catalog",</a:t>
            </a:r>
          </a:p>
          <a:p>
            <a:r>
              <a:t>  "layout_id": "ed_steps_vertical_2",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"s043",</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"s043",</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"s043",</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"s043",</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"s043",</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"s043",</a:t>
            </a:r>
          </a:p>
          <a:p>
            <a:r>
              <a:t>          "quote": "原文の条件と確認日を、要約とともに残す。"</a:t>
            </a:r>
          </a:p>
          <a:p>
            <a:r>
              <a:t>        }</a:t>
            </a:r>
          </a:p>
          <a:p>
            <a:r>
              <a:t>      ],</a:t>
            </a:r>
          </a:p>
          <a:p>
            <a:r>
              <a:t>      "mode": "verbatim"</a:t>
            </a:r>
          </a:p>
          <a:p>
            <a:r>
              <a:t>    }</a:t>
            </a:r>
          </a:p>
          <a:p>
            <a:r>
              <a:t>  ],</a:t>
            </a:r>
          </a:p>
          <a:p>
            <a:r>
              <a:t>  "citations": {</a:t>
            </a:r>
          </a:p>
          <a:p>
            <a:r>
              <a:t>    "s043":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"vertical",</a:t>
            </a:r>
          </a:p>
          <a:p>
            <a:r>
              <a:t>  "repetition_reason": "Catalog inventory: adjacent entries intentionally show every count/orientation for comparison; this is not a presentation sequence.",</a:t>
            </a:r>
          </a:p>
          <a:p>
            <a:r>
              <a:t>  "row_alignments": {},</a:t>
            </a:r>
          </a:p>
          <a:p>
            <a:r>
              <a:t>  "images": {},</a:t>
            </a:r>
          </a:p>
          <a:p>
            <a:r>
              <a:t>  "template_sha256": "3ac2d3ec5cf4b1b8a16be949318d1f0e2642228cc90a591453d7855832dd176f"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"slide044",</a:t>
            </a:r>
          </a:p>
          <a:p>
            <a:r>
              <a:t>  "origin": "catalog",</a:t>
            </a:r>
          </a:p>
          <a:p>
            <a:r>
              <a:t>  "layout_id": "ed_steps_horizontal_3",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"s044",</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"s044",</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"s044",</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"s044",</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"s044",</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"s044",</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"s044",</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"s044",</a:t>
            </a:r>
          </a:p>
          <a:p>
            <a:r>
              <a:t>          "quote": "変更頻度に応じて担当と再確認の時期を決める。"</a:t>
            </a:r>
          </a:p>
          <a:p>
            <a:r>
              <a:t>        }</a:t>
            </a:r>
          </a:p>
          <a:p>
            <a:r>
              <a:t>      ],</a:t>
            </a:r>
          </a:p>
          <a:p>
            <a:r>
              <a:t>      "mode": "verbatim"</a:t>
            </a:r>
          </a:p>
          <a:p>
            <a:r>
              <a:t>    }</a:t>
            </a:r>
          </a:p>
          <a:p>
            <a:r>
              <a:t>  ],</a:t>
            </a:r>
          </a:p>
          <a:p>
            <a:r>
              <a:t>  "citations": {</a:t>
            </a:r>
          </a:p>
          <a:p>
            <a:r>
              <a:t>    "s044":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"horizontal",</a:t>
            </a:r>
          </a:p>
          <a:p>
            <a:r>
              <a:t>  "repetition_reason": "Catalog inventory: adjacent entries intentionally show every count/orientation for comparison; this is not a presentation sequence.",</a:t>
            </a:r>
          </a:p>
          <a:p>
            <a:r>
              <a:t>  "row_alignments": {},</a:t>
            </a:r>
          </a:p>
          <a:p>
            <a:r>
              <a:t>  "images": {},</a:t>
            </a:r>
          </a:p>
          <a:p>
            <a:r>
              <a:t>  "template_sha256": "fa74574b11b6ce3b744ad424b83b9bd1f1932ff121bcd3f039c22200dc59bba4"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"slide045",</a:t>
            </a:r>
          </a:p>
          <a:p>
            <a:r>
              <a:t>  "origin": "catalog",</a:t>
            </a:r>
          </a:p>
          <a:p>
            <a:r>
              <a:t>  "layout_id": "ed_steps_vertical_3",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"s045",</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"s045",</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"s045",</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"s045",</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"s045",</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"s045",</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"s045",</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"s045",</a:t>
            </a:r>
          </a:p>
          <a:p>
            <a:r>
              <a:t>          "quote": "変更頻度に応じて担当と再確認の時期を決める。"</a:t>
            </a:r>
          </a:p>
          <a:p>
            <a:r>
              <a:t>        }</a:t>
            </a:r>
          </a:p>
          <a:p>
            <a:r>
              <a:t>      ],</a:t>
            </a:r>
          </a:p>
          <a:p>
            <a:r>
              <a:t>      "mode": "verbatim"</a:t>
            </a:r>
          </a:p>
          <a:p>
            <a:r>
              <a:t>    }</a:t>
            </a:r>
          </a:p>
          <a:p>
            <a:r>
              <a:t>  ],</a:t>
            </a:r>
          </a:p>
          <a:p>
            <a:r>
              <a:t>  "citations": {</a:t>
            </a:r>
          </a:p>
          <a:p>
            <a:r>
              <a:t>    "s045":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"vertical",</a:t>
            </a:r>
          </a:p>
          <a:p>
            <a:r>
              <a:t>  "repetition_reason": "Catalog inventory: adjacent entries intentionally show every count/orientation for comparison; this is not a presentation sequence.",</a:t>
            </a:r>
          </a:p>
          <a:p>
            <a:r>
              <a:t>  "row_alignments": {},</a:t>
            </a:r>
          </a:p>
          <a:p>
            <a:r>
              <a:t>  "images": {},</a:t>
            </a:r>
          </a:p>
          <a:p>
            <a:r>
              <a:t>  "template_sha256": "45ce492bebe3ffec0d22090e94d575781e780bb3aee4dfceaed5bb270a63e3b4"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"slide046",</a:t>
            </a:r>
          </a:p>
          <a:p>
            <a:r>
              <a:t>  "origin": "catalog",</a:t>
            </a:r>
          </a:p>
          <a:p>
            <a:r>
              <a:t>  "layout_id": "ed_steps_horizontal_4",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"s046",</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"s046",</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"s046",</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"s046",</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"s046",</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"s046",</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"s046",</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"s046",</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"s046",</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"s046",</a:t>
            </a:r>
          </a:p>
          <a:p>
            <a:r>
              <a:t>          "quote": "適用できない場面も記録し、前提の違いを残す。"</a:t>
            </a:r>
          </a:p>
          <a:p>
            <a:r>
              <a:t>        }</a:t>
            </a:r>
          </a:p>
          <a:p>
            <a:r>
              <a:t>      ],</a:t>
            </a:r>
          </a:p>
          <a:p>
            <a:r>
              <a:t>      "mode": "verbatim"</a:t>
            </a:r>
          </a:p>
          <a:p>
            <a:r>
              <a:t>    }</a:t>
            </a:r>
          </a:p>
          <a:p>
            <a:r>
              <a:t>  ],</a:t>
            </a:r>
          </a:p>
          <a:p>
            <a:r>
              <a:t>  "citations": {</a:t>
            </a:r>
          </a:p>
          <a:p>
            <a:r>
              <a:t>    "s046":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"horizontal",</a:t>
            </a:r>
          </a:p>
          <a:p>
            <a:r>
              <a:t>  "repetition_reason": "Catalog inventory: adjacent entries intentionally show every count/orientation for comparison; this is not a presentation sequence.",</a:t>
            </a:r>
          </a:p>
          <a:p>
            <a:r>
              <a:t>  "row_alignments": {},</a:t>
            </a:r>
          </a:p>
          <a:p>
            <a:r>
              <a:t>  "images": {},</a:t>
            </a:r>
          </a:p>
          <a:p>
            <a:r>
              <a:t>  "template_sha256": "ca678a796dbc53c72daad5910ac043d10bbfd7722bb15faaa8e5ba3a0c19ec86"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"slide047",</a:t>
            </a:r>
          </a:p>
          <a:p>
            <a:r>
              <a:t>  "origin": "catalog",</a:t>
            </a:r>
          </a:p>
          <a:p>
            <a:r>
              <a:t>  "layout_id": "ed_steps_vertical_4",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"s047",</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"s047",</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"s047",</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"s047",</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"s047",</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"s047",</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"s047",</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"s047",</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"s047",</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"s047",</a:t>
            </a:r>
          </a:p>
          <a:p>
            <a:r>
              <a:t>          "quote": "適用できない場面も記録し、前提の違いを残す。"</a:t>
            </a:r>
          </a:p>
          <a:p>
            <a:r>
              <a:t>        }</a:t>
            </a:r>
          </a:p>
          <a:p>
            <a:r>
              <a:t>      ],</a:t>
            </a:r>
          </a:p>
          <a:p>
            <a:r>
              <a:t>      "mode": "verbatim"</a:t>
            </a:r>
          </a:p>
          <a:p>
            <a:r>
              <a:t>    }</a:t>
            </a:r>
          </a:p>
          <a:p>
            <a:r>
              <a:t>  ],</a:t>
            </a:r>
          </a:p>
          <a:p>
            <a:r>
              <a:t>  "citations": {</a:t>
            </a:r>
          </a:p>
          <a:p>
            <a:r>
              <a:t>    "s047":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"vertical",</a:t>
            </a:r>
          </a:p>
          <a:p>
            <a:r>
              <a:t>  "repetition_reason": "Catalog inventory: adjacent entries intentionally show every count/orientation for comparison; this is not a presentation sequence.",</a:t>
            </a:r>
          </a:p>
          <a:p>
            <a:r>
              <a:t>  "row_alignments": {},</a:t>
            </a:r>
          </a:p>
          <a:p>
            <a:r>
              <a:t>  "images": {},</a:t>
            </a:r>
          </a:p>
          <a:p>
            <a:r>
              <a:t>  "template_sha256": "4b5ef2716380c3f9aeb4e3948ce5712dae81972488b013155825ed3d02733dfa"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"slide048",</a:t>
            </a:r>
          </a:p>
          <a:p>
            <a:r>
              <a:t>  "origin": "catalog",</a:t>
            </a:r>
          </a:p>
          <a:p>
            <a:r>
              <a:t>  "layout_id": "ed_steps_vertical_5",</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"s048",</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"s048",</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"s048",</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"s048",</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"s048",</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"s048",</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"s048",</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"s048",</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"s048",</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"s048",</a:t>
            </a:r>
          </a:p>
          <a:p>
            <a:r>
              <a:t>          "quote": "適用できない場面も記録し、前提の違いを残す。"</a:t>
            </a:r>
          </a:p>
          <a:p>
            <a:r>
              <a:t>        }</a:t>
            </a:r>
          </a:p>
          <a:p>
            <a:r>
              <a:t>      ],</a:t>
            </a:r>
          </a:p>
          <a:p>
            <a:r>
              <a:t>      "mode": "verbatim"</a:t>
            </a:r>
          </a:p>
          <a:p>
            <a:r>
              <a:t>    },</a:t>
            </a:r>
          </a:p>
          <a:p>
            <a:r>
              <a:t>    {</a:t>
            </a:r>
          </a:p>
          <a:p>
            <a:r>
              <a:t>      "text": "比較軸を共有する",</a:t>
            </a:r>
          </a:p>
          <a:p>
            <a:r>
              <a:t>      "refs": [</a:t>
            </a:r>
          </a:p>
          <a:p>
            <a:r>
              <a:t>        {</a:t>
            </a:r>
          </a:p>
          <a:p>
            <a:r>
              <a:t>          "source_id": "s048",</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"s048",</a:t>
            </a:r>
          </a:p>
          <a:p>
            <a:r>
              <a:t>          "quote": "評価項目を揃え、異なる条件の結果を混同しない。"</a:t>
            </a:r>
          </a:p>
          <a:p>
            <a:r>
              <a:t>        }</a:t>
            </a:r>
          </a:p>
          <a:p>
            <a:r>
              <a:t>      ],</a:t>
            </a:r>
          </a:p>
          <a:p>
            <a:r>
              <a:t>      "mode": "verbatim"</a:t>
            </a:r>
          </a:p>
          <a:p>
            <a:r>
              <a:t>    }</a:t>
            </a:r>
          </a:p>
          <a:p>
            <a:r>
              <a:t>  ],</a:t>
            </a:r>
          </a:p>
          <a:p>
            <a:r>
              <a:t>  "citations": {</a:t>
            </a:r>
          </a:p>
          <a:p>
            <a:r>
              <a:t>    "s048":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"vertical",</a:t>
            </a:r>
          </a:p>
          <a:p>
            <a:r>
              <a:t>  "repetition_reason": "Catalog inventory: adjacent entries intentionally show every count/orientation for comparison; this is not a presentation sequence.",</a:t>
            </a:r>
          </a:p>
          <a:p>
            <a:r>
              <a:t>  "row_alignments": {},</a:t>
            </a:r>
          </a:p>
          <a:p>
            <a:r>
              <a:t>  "images": {},</a:t>
            </a:r>
          </a:p>
          <a:p>
            <a:r>
              <a:t>  "template_sha256": "cba83b60144a4a18423ab726c738b2015bf55b569b2345059d3f29b0fb5b7664"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"slide049",</a:t>
            </a:r>
          </a:p>
          <a:p>
            <a:r>
              <a:t>  "origin": "catalog",</a:t>
            </a:r>
          </a:p>
          <a:p>
            <a:r>
              <a:t>  "layout_id": "ed_steps_vertical_6",</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"s049",</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"s049",</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"s049",</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"s049",</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"s049",</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"s049",</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"s049",</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"s049",</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"s049",</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"s049",</a:t>
            </a:r>
          </a:p>
          <a:p>
            <a:r>
              <a:t>          "quote": "適用できない場面も記録し、前提の違いを残す。"</a:t>
            </a:r>
          </a:p>
          <a:p>
            <a:r>
              <a:t>        }</a:t>
            </a:r>
          </a:p>
          <a:p>
            <a:r>
              <a:t>      ],</a:t>
            </a:r>
          </a:p>
          <a:p>
            <a:r>
              <a:t>      "mode": "verbatim"</a:t>
            </a:r>
          </a:p>
          <a:p>
            <a:r>
              <a:t>    },</a:t>
            </a:r>
          </a:p>
          <a:p>
            <a:r>
              <a:t>    {</a:t>
            </a:r>
          </a:p>
          <a:p>
            <a:r>
              <a:t>      "text": "比較軸を共有する",</a:t>
            </a:r>
          </a:p>
          <a:p>
            <a:r>
              <a:t>      "refs": [</a:t>
            </a:r>
          </a:p>
          <a:p>
            <a:r>
              <a:t>        {</a:t>
            </a:r>
          </a:p>
          <a:p>
            <a:r>
              <a:t>          "source_id": "s049",</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"s049",</a:t>
            </a:r>
          </a:p>
          <a:p>
            <a:r>
              <a:t>          "quote": "評価項目を揃え、異なる条件の結果を混同しない。"</a:t>
            </a:r>
          </a:p>
          <a:p>
            <a:r>
              <a:t>        }</a:t>
            </a:r>
          </a:p>
          <a:p>
            <a:r>
              <a:t>      ],</a:t>
            </a:r>
          </a:p>
          <a:p>
            <a:r>
              <a:t>      "mode": "verbatim"</a:t>
            </a:r>
          </a:p>
          <a:p>
            <a:r>
              <a:t>    },</a:t>
            </a:r>
          </a:p>
          <a:p>
            <a:r>
              <a:t>    {</a:t>
            </a:r>
          </a:p>
          <a:p>
            <a:r>
              <a:t>      "text": "確認先を残す",</a:t>
            </a:r>
          </a:p>
          <a:p>
            <a:r>
              <a:t>      "refs": [</a:t>
            </a:r>
          </a:p>
          <a:p>
            <a:r>
              <a:t>        {</a:t>
            </a:r>
          </a:p>
          <a:p>
            <a:r>
              <a:t>          "source_id": "s049",</a:t>
            </a:r>
          </a:p>
          <a:p>
            <a:r>
              <a:t>          "quote": "確認先を残す"</a:t>
            </a:r>
          </a:p>
          <a:p>
            <a:r>
              <a:t>        }</a:t>
            </a:r>
          </a:p>
          <a:p>
            <a:r>
              <a:t>      ],</a:t>
            </a:r>
          </a:p>
          <a:p>
            <a:r>
              <a:t>      "mode": "verbatim"</a:t>
            </a:r>
          </a:p>
          <a:p>
            <a:r>
              <a:t>    },</a:t>
            </a:r>
          </a:p>
          <a:p>
            <a:r>
              <a:t>    {</a:t>
            </a:r>
          </a:p>
          <a:p>
            <a:r>
              <a:t>      "text": "未確認の論点と、追加調査で確かめる点を残す。",</a:t>
            </a:r>
          </a:p>
          <a:p>
            <a:r>
              <a:t>      "refs": [</a:t>
            </a:r>
          </a:p>
          <a:p>
            <a:r>
              <a:t>        {</a:t>
            </a:r>
          </a:p>
          <a:p>
            <a:r>
              <a:t>          "source_id": "s049",</a:t>
            </a:r>
          </a:p>
          <a:p>
            <a:r>
              <a:t>          "quote": "未確認の論点と、追加調査で確かめる点を残す。"</a:t>
            </a:r>
          </a:p>
          <a:p>
            <a:r>
              <a:t>        }</a:t>
            </a:r>
          </a:p>
          <a:p>
            <a:r>
              <a:t>      ],</a:t>
            </a:r>
          </a:p>
          <a:p>
            <a:r>
              <a:t>      "mode": "verbatim"</a:t>
            </a:r>
          </a:p>
          <a:p>
            <a:r>
              <a:t>    }</a:t>
            </a:r>
          </a:p>
          <a:p>
            <a:r>
              <a:t>  ],</a:t>
            </a:r>
          </a:p>
          <a:p>
            <a:r>
              <a:t>  "citations": {</a:t>
            </a:r>
          </a:p>
          <a:p>
            <a:r>
              <a:t>    "s049":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"vertical",</a:t>
            </a:r>
          </a:p>
          <a:p>
            <a:r>
              <a:t>  "repetition_reason": "Catalog inventory: adjacent entries intentionally show every count/orientation for comparison; this is not a presentation sequence.",</a:t>
            </a:r>
          </a:p>
          <a:p>
            <a:r>
              <a:t>  "row_alignments": {},</a:t>
            </a:r>
          </a:p>
          <a:p>
            <a:r>
              <a:t>  "images": {},</a:t>
            </a:r>
          </a:p>
          <a:p>
            <a:r>
              <a:t>  "template_sha256": "6f4455f657a0bd84c63a45c1dc2426c6ba6c31d4ee325eae295dc91032f4a0c4"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"slide050",</a:t>
            </a:r>
          </a:p>
          <a:p>
            <a:r>
              <a:t>  "origin": "catalog",</a:t>
            </a:r>
          </a:p>
          <a:p>
            <a:r>
              <a:t>  "layout_id": "ed_timeline_horizontal_3",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"s050",</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"s050",</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"s050",</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"s050",</a:t>
            </a:r>
          </a:p>
          <a:p>
            <a:r>
              <a:t>          "quote": "用語を揃え、同じ資料へ辿れる入口を整える。"</a:t>
            </a:r>
          </a:p>
          <a:p>
            <a:r>
              <a:t>        }</a:t>
            </a:r>
          </a:p>
          <a:p>
            <a:r>
              <a:t>      ],</a:t>
            </a:r>
          </a:p>
          <a:p>
            <a:r>
              <a:t>      "mode": "verbatim"</a:t>
            </a:r>
          </a:p>
          <a:p>
            <a:r>
              <a:t>    },</a:t>
            </a:r>
          </a:p>
          <a:p>
            <a:r>
              <a:t>    {</a:t>
            </a:r>
          </a:p>
          <a:p>
            <a:r>
              <a:t>      "text": "準備期",</a:t>
            </a:r>
          </a:p>
          <a:p>
            <a:r>
              <a:t>      "refs": [</a:t>
            </a:r>
          </a:p>
          <a:p>
            <a:r>
              <a:t>        {</a:t>
            </a:r>
          </a:p>
          <a:p>
            <a:r>
              <a:t>          "source_id": "s050",</a:t>
            </a:r>
          </a:p>
          <a:p>
            <a:r>
              <a:t>          "quote": "準備期"</a:t>
            </a:r>
          </a:p>
          <a:p>
            <a:r>
              <a:t>        }</a:t>
            </a:r>
          </a:p>
          <a:p>
            <a:r>
              <a:t>      ],</a:t>
            </a:r>
          </a:p>
          <a:p>
            <a:r>
              <a:t>      "mode": "verbatim"</a:t>
            </a:r>
          </a:p>
          <a:p>
            <a:r>
              <a:t>    },</a:t>
            </a:r>
          </a:p>
          <a:p>
            <a:r>
              <a:t>    {</a:t>
            </a:r>
          </a:p>
          <a:p>
            <a:r>
              <a:t>      "text": "根拠まで辿れる",</a:t>
            </a:r>
          </a:p>
          <a:p>
            <a:r>
              <a:t>      "refs": [</a:t>
            </a:r>
          </a:p>
          <a:p>
            <a:r>
              <a:t>        {</a:t>
            </a:r>
          </a:p>
          <a:p>
            <a:r>
              <a:t>          "source_id": "s050",</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"s050",</a:t>
            </a:r>
          </a:p>
          <a:p>
            <a:r>
              <a:t>          "quote": "原文の条件と確認日を、要約とともに残す。"</a:t>
            </a:r>
          </a:p>
          <a:p>
            <a:r>
              <a:t>        }</a:t>
            </a:r>
          </a:p>
          <a:p>
            <a:r>
              <a:t>      ],</a:t>
            </a:r>
          </a:p>
          <a:p>
            <a:r>
              <a:t>      "mode": "verbatim"</a:t>
            </a:r>
          </a:p>
          <a:p>
            <a:r>
              <a:t>    },</a:t>
            </a:r>
          </a:p>
          <a:p>
            <a:r>
              <a:t>    {</a:t>
            </a:r>
          </a:p>
          <a:p>
            <a:r>
              <a:t>      "text": "試行期",</a:t>
            </a:r>
          </a:p>
          <a:p>
            <a:r>
              <a:t>      "refs": [</a:t>
            </a:r>
          </a:p>
          <a:p>
            <a:r>
              <a:t>        {</a:t>
            </a:r>
          </a:p>
          <a:p>
            <a:r>
              <a:t>          "source_id": "s050",</a:t>
            </a:r>
          </a:p>
          <a:p>
            <a:r>
              <a:t>          "quote": "試行期"</a:t>
            </a:r>
          </a:p>
          <a:p>
            <a:r>
              <a:t>        }</a:t>
            </a:r>
          </a:p>
          <a:p>
            <a:r>
              <a:t>      ],</a:t>
            </a:r>
          </a:p>
          <a:p>
            <a:r>
              <a:t>      "mode": "verbatim"</a:t>
            </a:r>
          </a:p>
          <a:p>
            <a:r>
              <a:t>    },</a:t>
            </a:r>
          </a:p>
          <a:p>
            <a:r>
              <a:t>    {</a:t>
            </a:r>
          </a:p>
          <a:p>
            <a:r>
              <a:t>      "text": "更新範囲を決める",</a:t>
            </a:r>
          </a:p>
          <a:p>
            <a:r>
              <a:t>      "refs": [</a:t>
            </a:r>
          </a:p>
          <a:p>
            <a:r>
              <a:t>        {</a:t>
            </a:r>
          </a:p>
          <a:p>
            <a:r>
              <a:t>          "source_id": "s050",</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"s050",</a:t>
            </a:r>
          </a:p>
          <a:p>
            <a:r>
              <a:t>          "quote": "変更頻度に応じて担当と再確認の時期を決める。"</a:t>
            </a:r>
          </a:p>
          <a:p>
            <a:r>
              <a:t>        }</a:t>
            </a:r>
          </a:p>
          <a:p>
            <a:r>
              <a:t>      ],</a:t>
            </a:r>
          </a:p>
          <a:p>
            <a:r>
              <a:t>      "mode": "verbatim"</a:t>
            </a:r>
          </a:p>
          <a:p>
            <a:r>
              <a:t>    },</a:t>
            </a:r>
          </a:p>
          <a:p>
            <a:r>
              <a:t>    {</a:t>
            </a:r>
          </a:p>
          <a:p>
            <a:r>
              <a:t>      "text": "評価期",</a:t>
            </a:r>
          </a:p>
          <a:p>
            <a:r>
              <a:t>      "refs": [</a:t>
            </a:r>
          </a:p>
          <a:p>
            <a:r>
              <a:t>        {</a:t>
            </a:r>
          </a:p>
          <a:p>
            <a:r>
              <a:t>          "source_id": "s050",</a:t>
            </a:r>
          </a:p>
          <a:p>
            <a:r>
              <a:t>          "quote": "評価期"</a:t>
            </a:r>
          </a:p>
          <a:p>
            <a:r>
              <a:t>        }</a:t>
            </a:r>
          </a:p>
          <a:p>
            <a:r>
              <a:t>      ],</a:t>
            </a:r>
          </a:p>
          <a:p>
            <a:r>
              <a:t>      "mode": "verbatim"</a:t>
            </a:r>
          </a:p>
          <a:p>
            <a:r>
              <a:t>    }</a:t>
            </a:r>
          </a:p>
          <a:p>
            <a:r>
              <a:t>  ],</a:t>
            </a:r>
          </a:p>
          <a:p>
            <a:r>
              <a:t>  "citations": {</a:t>
            </a:r>
          </a:p>
          <a:p>
            <a:r>
              <a:t>    "s050":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"timeline",</a:t>
            </a:r>
          </a:p>
          <a:p>
            <a:r>
              <a:t>  "structural_variant": "horizontal",</a:t>
            </a:r>
          </a:p>
          <a:p>
            <a:r>
              <a:t>  "repetition_reason": "Catalog inventory: adjacent entries intentionally show every count/orientation for comparison; this is not a presentation sequence.",</a:t>
            </a:r>
          </a:p>
          <a:p>
            <a:r>
              <a:t>  "row_alignments": {},</a:t>
            </a:r>
          </a:p>
          <a:p>
            <a:r>
              <a:t>  "images": {},</a:t>
            </a:r>
          </a:p>
          <a:p>
            <a:r>
              <a:t>  "template_sha256": "657341263111a6fa5c82603769ef3055f5682ed447e71b5eb6cac8d220c094e3"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"slide051",</a:t>
            </a:r>
          </a:p>
          <a:p>
            <a:r>
              <a:t>  "origin": "catalog",</a:t>
            </a:r>
          </a:p>
          <a:p>
            <a:r>
              <a:t>  "layout_id": "ed_timeline_vertical_3",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"s051",</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"s051",</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"s051",</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"s051",</a:t>
            </a:r>
          </a:p>
          <a:p>
            <a:r>
              <a:t>          "quote": "用語を揃え、同じ資料へ辿れる入口を整える。"</a:t>
            </a:r>
          </a:p>
          <a:p>
            <a:r>
              <a:t>        }</a:t>
            </a:r>
          </a:p>
          <a:p>
            <a:r>
              <a:t>      ],</a:t>
            </a:r>
          </a:p>
          <a:p>
            <a:r>
              <a:t>      "mode": "verbatim"</a:t>
            </a:r>
          </a:p>
          <a:p>
            <a:r>
              <a:t>    },</a:t>
            </a:r>
          </a:p>
          <a:p>
            <a:r>
              <a:t>    {</a:t>
            </a:r>
          </a:p>
          <a:p>
            <a:r>
              <a:t>      "text": "準備期",</a:t>
            </a:r>
          </a:p>
          <a:p>
            <a:r>
              <a:t>      "refs": [</a:t>
            </a:r>
          </a:p>
          <a:p>
            <a:r>
              <a:t>        {</a:t>
            </a:r>
          </a:p>
          <a:p>
            <a:r>
              <a:t>          "source_id": "s051",</a:t>
            </a:r>
          </a:p>
          <a:p>
            <a:r>
              <a:t>          "quote": "準備期"</a:t>
            </a:r>
          </a:p>
          <a:p>
            <a:r>
              <a:t>        }</a:t>
            </a:r>
          </a:p>
          <a:p>
            <a:r>
              <a:t>      ],</a:t>
            </a:r>
          </a:p>
          <a:p>
            <a:r>
              <a:t>      "mode": "verbatim"</a:t>
            </a:r>
          </a:p>
          <a:p>
            <a:r>
              <a:t>    },</a:t>
            </a:r>
          </a:p>
          <a:p>
            <a:r>
              <a:t>    {</a:t>
            </a:r>
          </a:p>
          <a:p>
            <a:r>
              <a:t>      "text": "根拠まで辿れる",</a:t>
            </a:r>
          </a:p>
          <a:p>
            <a:r>
              <a:t>      "refs": [</a:t>
            </a:r>
          </a:p>
          <a:p>
            <a:r>
              <a:t>        {</a:t>
            </a:r>
          </a:p>
          <a:p>
            <a:r>
              <a:t>          "source_id": "s051",</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"s051",</a:t>
            </a:r>
          </a:p>
          <a:p>
            <a:r>
              <a:t>          "quote": "原文の条件と確認日を、要約とともに残す。"</a:t>
            </a:r>
          </a:p>
          <a:p>
            <a:r>
              <a:t>        }</a:t>
            </a:r>
          </a:p>
          <a:p>
            <a:r>
              <a:t>      ],</a:t>
            </a:r>
          </a:p>
          <a:p>
            <a:r>
              <a:t>      "mode": "verbatim"</a:t>
            </a:r>
          </a:p>
          <a:p>
            <a:r>
              <a:t>    },</a:t>
            </a:r>
          </a:p>
          <a:p>
            <a:r>
              <a:t>    {</a:t>
            </a:r>
          </a:p>
          <a:p>
            <a:r>
              <a:t>      "text": "試行期",</a:t>
            </a:r>
          </a:p>
          <a:p>
            <a:r>
              <a:t>      "refs": [</a:t>
            </a:r>
          </a:p>
          <a:p>
            <a:r>
              <a:t>        {</a:t>
            </a:r>
          </a:p>
          <a:p>
            <a:r>
              <a:t>          "source_id": "s051",</a:t>
            </a:r>
          </a:p>
          <a:p>
            <a:r>
              <a:t>          "quote": "試行期"</a:t>
            </a:r>
          </a:p>
          <a:p>
            <a:r>
              <a:t>        }</a:t>
            </a:r>
          </a:p>
          <a:p>
            <a:r>
              <a:t>      ],</a:t>
            </a:r>
          </a:p>
          <a:p>
            <a:r>
              <a:t>      "mode": "verbatim"</a:t>
            </a:r>
          </a:p>
          <a:p>
            <a:r>
              <a:t>    },</a:t>
            </a:r>
          </a:p>
          <a:p>
            <a:r>
              <a:t>    {</a:t>
            </a:r>
          </a:p>
          <a:p>
            <a:r>
              <a:t>      "text": "更新範囲を決める",</a:t>
            </a:r>
          </a:p>
          <a:p>
            <a:r>
              <a:t>      "refs": [</a:t>
            </a:r>
          </a:p>
          <a:p>
            <a:r>
              <a:t>        {</a:t>
            </a:r>
          </a:p>
          <a:p>
            <a:r>
              <a:t>          "source_id": "s051",</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"s051",</a:t>
            </a:r>
          </a:p>
          <a:p>
            <a:r>
              <a:t>          "quote": "変更頻度に応じて担当と再確認の時期を決める。"</a:t>
            </a:r>
          </a:p>
          <a:p>
            <a:r>
              <a:t>        }</a:t>
            </a:r>
          </a:p>
          <a:p>
            <a:r>
              <a:t>      ],</a:t>
            </a:r>
          </a:p>
          <a:p>
            <a:r>
              <a:t>      "mode": "verbatim"</a:t>
            </a:r>
          </a:p>
          <a:p>
            <a:r>
              <a:t>    },</a:t>
            </a:r>
          </a:p>
          <a:p>
            <a:r>
              <a:t>    {</a:t>
            </a:r>
          </a:p>
          <a:p>
            <a:r>
              <a:t>      "text": "評価期",</a:t>
            </a:r>
          </a:p>
          <a:p>
            <a:r>
              <a:t>      "refs": [</a:t>
            </a:r>
          </a:p>
          <a:p>
            <a:r>
              <a:t>        {</a:t>
            </a:r>
          </a:p>
          <a:p>
            <a:r>
              <a:t>          "source_id": "s051",</a:t>
            </a:r>
          </a:p>
          <a:p>
            <a:r>
              <a:t>          "quote": "評価期"</a:t>
            </a:r>
          </a:p>
          <a:p>
            <a:r>
              <a:t>        }</a:t>
            </a:r>
          </a:p>
          <a:p>
            <a:r>
              <a:t>      ],</a:t>
            </a:r>
          </a:p>
          <a:p>
            <a:r>
              <a:t>      "mode": "verbatim"</a:t>
            </a:r>
          </a:p>
          <a:p>
            <a:r>
              <a:t>    }</a:t>
            </a:r>
          </a:p>
          <a:p>
            <a:r>
              <a:t>  ],</a:t>
            </a:r>
          </a:p>
          <a:p>
            <a:r>
              <a:t>  "citations": {</a:t>
            </a:r>
          </a:p>
          <a:p>
            <a:r>
              <a:t>    "s051":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"timeline",</a:t>
            </a:r>
          </a:p>
          <a:p>
            <a:r>
              <a:t>  "structural_variant": "vertical",</a:t>
            </a:r>
          </a:p>
          <a:p>
            <a:r>
              <a:t>  "repetition_reason": "Catalog inventory: adjacent entries intentionally show every count/orientation for comparison; this is not a presentation sequence.",</a:t>
            </a:r>
          </a:p>
          <a:p>
            <a:r>
              <a:t>  "row_alignments": {},</a:t>
            </a:r>
          </a:p>
          <a:p>
            <a:r>
              <a:t>  "images": {},</a:t>
            </a:r>
          </a:p>
          <a:p>
            <a:r>
              <a:t>  "template_sha256": "aa673344dfe0ade1463583f5c2904ec00c0cf0c7b426fbfbe05c57acb75588cd"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"slide052",</a:t>
            </a:r>
          </a:p>
          <a:p>
            <a:r>
              <a:t>  "origin": "catalog",</a:t>
            </a:r>
          </a:p>
          <a:p>
            <a:r>
              <a:t>  "layout_id": "ed_timeline_horizontal_4",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"s052",</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"s052",</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"s052",</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"s052",</a:t>
            </a:r>
          </a:p>
          <a:p>
            <a:r>
              <a:t>          "quote": "用語を揃え、同じ資料へ辿れる入口を整える。"</a:t>
            </a:r>
          </a:p>
          <a:p>
            <a:r>
              <a:t>        }</a:t>
            </a:r>
          </a:p>
          <a:p>
            <a:r>
              <a:t>      ],</a:t>
            </a:r>
          </a:p>
          <a:p>
            <a:r>
              <a:t>      "mode": "verbatim"</a:t>
            </a:r>
          </a:p>
          <a:p>
            <a:r>
              <a:t>    },</a:t>
            </a:r>
          </a:p>
          <a:p>
            <a:r>
              <a:t>    {</a:t>
            </a:r>
          </a:p>
          <a:p>
            <a:r>
              <a:t>      "text": "準備期",</a:t>
            </a:r>
          </a:p>
          <a:p>
            <a:r>
              <a:t>      "refs": [</a:t>
            </a:r>
          </a:p>
          <a:p>
            <a:r>
              <a:t>        {</a:t>
            </a:r>
          </a:p>
          <a:p>
            <a:r>
              <a:t>          "source_id": "s052",</a:t>
            </a:r>
          </a:p>
          <a:p>
            <a:r>
              <a:t>          "quote": "準備期"</a:t>
            </a:r>
          </a:p>
          <a:p>
            <a:r>
              <a:t>        }</a:t>
            </a:r>
          </a:p>
          <a:p>
            <a:r>
              <a:t>      ],</a:t>
            </a:r>
          </a:p>
          <a:p>
            <a:r>
              <a:t>      "mode": "verbatim"</a:t>
            </a:r>
          </a:p>
          <a:p>
            <a:r>
              <a:t>    },</a:t>
            </a:r>
          </a:p>
          <a:p>
            <a:r>
              <a:t>    {</a:t>
            </a:r>
          </a:p>
          <a:p>
            <a:r>
              <a:t>      "text": "根拠まで辿れる",</a:t>
            </a:r>
          </a:p>
          <a:p>
            <a:r>
              <a:t>      "refs": [</a:t>
            </a:r>
          </a:p>
          <a:p>
            <a:r>
              <a:t>        {</a:t>
            </a:r>
          </a:p>
          <a:p>
            <a:r>
              <a:t>          "source_id": "s052",</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"s052",</a:t>
            </a:r>
          </a:p>
          <a:p>
            <a:r>
              <a:t>          "quote": "原文の条件と確認日を、要約とともに残す。"</a:t>
            </a:r>
          </a:p>
          <a:p>
            <a:r>
              <a:t>        }</a:t>
            </a:r>
          </a:p>
          <a:p>
            <a:r>
              <a:t>      ],</a:t>
            </a:r>
          </a:p>
          <a:p>
            <a:r>
              <a:t>      "mode": "verbatim"</a:t>
            </a:r>
          </a:p>
          <a:p>
            <a:r>
              <a:t>    },</a:t>
            </a:r>
          </a:p>
          <a:p>
            <a:r>
              <a:t>    {</a:t>
            </a:r>
          </a:p>
          <a:p>
            <a:r>
              <a:t>      "text": "試行期",</a:t>
            </a:r>
          </a:p>
          <a:p>
            <a:r>
              <a:t>      "refs": [</a:t>
            </a:r>
          </a:p>
          <a:p>
            <a:r>
              <a:t>        {</a:t>
            </a:r>
          </a:p>
          <a:p>
            <a:r>
              <a:t>          "source_id": "s052",</a:t>
            </a:r>
          </a:p>
          <a:p>
            <a:r>
              <a:t>          "quote": "試行期"</a:t>
            </a:r>
          </a:p>
          <a:p>
            <a:r>
              <a:t>        }</a:t>
            </a:r>
          </a:p>
          <a:p>
            <a:r>
              <a:t>      ],</a:t>
            </a:r>
          </a:p>
          <a:p>
            <a:r>
              <a:t>      "mode": "verbatim"</a:t>
            </a:r>
          </a:p>
          <a:p>
            <a:r>
              <a:t>    },</a:t>
            </a:r>
          </a:p>
          <a:p>
            <a:r>
              <a:t>    {</a:t>
            </a:r>
          </a:p>
          <a:p>
            <a:r>
              <a:t>      "text": "更新範囲を決める",</a:t>
            </a:r>
          </a:p>
          <a:p>
            <a:r>
              <a:t>      "refs": [</a:t>
            </a:r>
          </a:p>
          <a:p>
            <a:r>
              <a:t>        {</a:t>
            </a:r>
          </a:p>
          <a:p>
            <a:r>
              <a:t>          "source_id": "s052",</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"s052",</a:t>
            </a:r>
          </a:p>
          <a:p>
            <a:r>
              <a:t>          "quote": "変更頻度に応じて担当と再確認の時期を決める。"</a:t>
            </a:r>
          </a:p>
          <a:p>
            <a:r>
              <a:t>        }</a:t>
            </a:r>
          </a:p>
          <a:p>
            <a:r>
              <a:t>      ],</a:t>
            </a:r>
          </a:p>
          <a:p>
            <a:r>
              <a:t>      "mode": "verbatim"</a:t>
            </a:r>
          </a:p>
          <a:p>
            <a:r>
              <a:t>    },</a:t>
            </a:r>
          </a:p>
          <a:p>
            <a:r>
              <a:t>    {</a:t>
            </a:r>
          </a:p>
          <a:p>
            <a:r>
              <a:t>      "text": "評価期",</a:t>
            </a:r>
          </a:p>
          <a:p>
            <a:r>
              <a:t>      "refs": [</a:t>
            </a:r>
          </a:p>
          <a:p>
            <a:r>
              <a:t>        {</a:t>
            </a:r>
          </a:p>
          <a:p>
            <a:r>
              <a:t>          "source_id": "s052",</a:t>
            </a:r>
          </a:p>
          <a:p>
            <a:r>
              <a:t>          "quote": "評価期"</a:t>
            </a:r>
          </a:p>
          <a:p>
            <a:r>
              <a:t>        }</a:t>
            </a:r>
          </a:p>
          <a:p>
            <a:r>
              <a:t>      ],</a:t>
            </a:r>
          </a:p>
          <a:p>
            <a:r>
              <a:t>      "mode": "verbatim"</a:t>
            </a:r>
          </a:p>
          <a:p>
            <a:r>
              <a:t>    },</a:t>
            </a:r>
          </a:p>
          <a:p>
            <a:r>
              <a:t>    {</a:t>
            </a:r>
          </a:p>
          <a:p>
            <a:r>
              <a:t>      "text": "例外を見える化",</a:t>
            </a:r>
          </a:p>
          <a:p>
            <a:r>
              <a:t>      "refs": [</a:t>
            </a:r>
          </a:p>
          <a:p>
            <a:r>
              <a:t>        {</a:t>
            </a:r>
          </a:p>
          <a:p>
            <a:r>
              <a:t>          "source_id": "s052",</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"s052",</a:t>
            </a:r>
          </a:p>
          <a:p>
            <a:r>
              <a:t>          "quote": "適用できない場面も記録し、前提の違いを残す。"</a:t>
            </a:r>
          </a:p>
          <a:p>
            <a:r>
              <a:t>        }</a:t>
            </a:r>
          </a:p>
          <a:p>
            <a:r>
              <a:t>      ],</a:t>
            </a:r>
          </a:p>
          <a:p>
            <a:r>
              <a:t>      "mode": "verbatim"</a:t>
            </a:r>
          </a:p>
          <a:p>
            <a:r>
              <a:t>    },</a:t>
            </a:r>
          </a:p>
          <a:p>
            <a:r>
              <a:t>    {</a:t>
            </a:r>
          </a:p>
          <a:p>
            <a:r>
              <a:t>      "text": "展開期",</a:t>
            </a:r>
          </a:p>
          <a:p>
            <a:r>
              <a:t>      "refs": [</a:t>
            </a:r>
          </a:p>
          <a:p>
            <a:r>
              <a:t>        {</a:t>
            </a:r>
          </a:p>
          <a:p>
            <a:r>
              <a:t>          "source_id": "s052",</a:t>
            </a:r>
          </a:p>
          <a:p>
            <a:r>
              <a:t>          "quote": "展開期"</a:t>
            </a:r>
          </a:p>
          <a:p>
            <a:r>
              <a:t>        }</a:t>
            </a:r>
          </a:p>
          <a:p>
            <a:r>
              <a:t>      ],</a:t>
            </a:r>
          </a:p>
          <a:p>
            <a:r>
              <a:t>      "mode": "verbatim"</a:t>
            </a:r>
          </a:p>
          <a:p>
            <a:r>
              <a:t>    }</a:t>
            </a:r>
          </a:p>
          <a:p>
            <a:r>
              <a:t>  ],</a:t>
            </a:r>
          </a:p>
          <a:p>
            <a:r>
              <a:t>  "citations": {</a:t>
            </a:r>
          </a:p>
          <a:p>
            <a:r>
              <a:t>    "s052":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"timeline",</a:t>
            </a:r>
          </a:p>
          <a:p>
            <a:r>
              <a:t>  "structural_variant": "horizontal",</a:t>
            </a:r>
          </a:p>
          <a:p>
            <a:r>
              <a:t>  "repetition_reason": "Catalog inventory: adjacent entries intentionally show every count/orientation for comparison; this is not a presentation sequence.",</a:t>
            </a:r>
          </a:p>
          <a:p>
            <a:r>
              <a:t>  "row_alignments": {},</a:t>
            </a:r>
          </a:p>
          <a:p>
            <a:r>
              <a:t>  "images": {},</a:t>
            </a:r>
          </a:p>
          <a:p>
            <a:r>
              <a:t>  "template_sha256": "e47c9fc91ce318ce3707ffa979fc4717cc72bb468767e17f13ceb2690c151a85"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"slide053",</a:t>
            </a:r>
          </a:p>
          <a:p>
            <a:r>
              <a:t>  "origin": "catalog",</a:t>
            </a:r>
          </a:p>
          <a:p>
            <a:r>
              <a:t>  "layout_id": "ed_timeline_vertical_4",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"s053",</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"s053",</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"s053",</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"s053",</a:t>
            </a:r>
          </a:p>
          <a:p>
            <a:r>
              <a:t>          "quote": "用語を揃え、同じ資料へ辿れる入口を整える。"</a:t>
            </a:r>
          </a:p>
          <a:p>
            <a:r>
              <a:t>        }</a:t>
            </a:r>
          </a:p>
          <a:p>
            <a:r>
              <a:t>      ],</a:t>
            </a:r>
          </a:p>
          <a:p>
            <a:r>
              <a:t>      "mode": "verbatim"</a:t>
            </a:r>
          </a:p>
          <a:p>
            <a:r>
              <a:t>    },</a:t>
            </a:r>
          </a:p>
          <a:p>
            <a:r>
              <a:t>    {</a:t>
            </a:r>
          </a:p>
          <a:p>
            <a:r>
              <a:t>      "text": "準備期",</a:t>
            </a:r>
          </a:p>
          <a:p>
            <a:r>
              <a:t>      "refs": [</a:t>
            </a:r>
          </a:p>
          <a:p>
            <a:r>
              <a:t>        {</a:t>
            </a:r>
          </a:p>
          <a:p>
            <a:r>
              <a:t>          "source_id": "s053",</a:t>
            </a:r>
          </a:p>
          <a:p>
            <a:r>
              <a:t>          "quote": "準備期"</a:t>
            </a:r>
          </a:p>
          <a:p>
            <a:r>
              <a:t>        }</a:t>
            </a:r>
          </a:p>
          <a:p>
            <a:r>
              <a:t>      ],</a:t>
            </a:r>
          </a:p>
          <a:p>
            <a:r>
              <a:t>      "mode": "verbatim"</a:t>
            </a:r>
          </a:p>
          <a:p>
            <a:r>
              <a:t>    },</a:t>
            </a:r>
          </a:p>
          <a:p>
            <a:r>
              <a:t>    {</a:t>
            </a:r>
          </a:p>
          <a:p>
            <a:r>
              <a:t>      "text": "根拠まで辿れる",</a:t>
            </a:r>
          </a:p>
          <a:p>
            <a:r>
              <a:t>      "refs": [</a:t>
            </a:r>
          </a:p>
          <a:p>
            <a:r>
              <a:t>        {</a:t>
            </a:r>
          </a:p>
          <a:p>
            <a:r>
              <a:t>          "source_id": "s053",</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"s053",</a:t>
            </a:r>
          </a:p>
          <a:p>
            <a:r>
              <a:t>          "quote": "原文の条件と確認日を、要約とともに残す。"</a:t>
            </a:r>
          </a:p>
          <a:p>
            <a:r>
              <a:t>        }</a:t>
            </a:r>
          </a:p>
          <a:p>
            <a:r>
              <a:t>      ],</a:t>
            </a:r>
          </a:p>
          <a:p>
            <a:r>
              <a:t>      "mode": "verbatim"</a:t>
            </a:r>
          </a:p>
          <a:p>
            <a:r>
              <a:t>    },</a:t>
            </a:r>
          </a:p>
          <a:p>
            <a:r>
              <a:t>    {</a:t>
            </a:r>
          </a:p>
          <a:p>
            <a:r>
              <a:t>      "text": "試行期",</a:t>
            </a:r>
          </a:p>
          <a:p>
            <a:r>
              <a:t>      "refs": [</a:t>
            </a:r>
          </a:p>
          <a:p>
            <a:r>
              <a:t>        {</a:t>
            </a:r>
          </a:p>
          <a:p>
            <a:r>
              <a:t>          "source_id": "s053",</a:t>
            </a:r>
          </a:p>
          <a:p>
            <a:r>
              <a:t>          "quote": "試行期"</a:t>
            </a:r>
          </a:p>
          <a:p>
            <a:r>
              <a:t>        }</a:t>
            </a:r>
          </a:p>
          <a:p>
            <a:r>
              <a:t>      ],</a:t>
            </a:r>
          </a:p>
          <a:p>
            <a:r>
              <a:t>      "mode": "verbatim"</a:t>
            </a:r>
          </a:p>
          <a:p>
            <a:r>
              <a:t>    },</a:t>
            </a:r>
          </a:p>
          <a:p>
            <a:r>
              <a:t>    {</a:t>
            </a:r>
          </a:p>
          <a:p>
            <a:r>
              <a:t>      "text": "更新範囲を決める",</a:t>
            </a:r>
          </a:p>
          <a:p>
            <a:r>
              <a:t>      "refs": [</a:t>
            </a:r>
          </a:p>
          <a:p>
            <a:r>
              <a:t>        {</a:t>
            </a:r>
          </a:p>
          <a:p>
            <a:r>
              <a:t>          "source_id": "s053",</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"s053",</a:t>
            </a:r>
          </a:p>
          <a:p>
            <a:r>
              <a:t>          "quote": "変更頻度に応じて担当と再確認の時期を決める。"</a:t>
            </a:r>
          </a:p>
          <a:p>
            <a:r>
              <a:t>        }</a:t>
            </a:r>
          </a:p>
          <a:p>
            <a:r>
              <a:t>      ],</a:t>
            </a:r>
          </a:p>
          <a:p>
            <a:r>
              <a:t>      "mode": "verbatim"</a:t>
            </a:r>
          </a:p>
          <a:p>
            <a:r>
              <a:t>    },</a:t>
            </a:r>
          </a:p>
          <a:p>
            <a:r>
              <a:t>    {</a:t>
            </a:r>
          </a:p>
          <a:p>
            <a:r>
              <a:t>      "text": "評価期",</a:t>
            </a:r>
          </a:p>
          <a:p>
            <a:r>
              <a:t>      "refs": [</a:t>
            </a:r>
          </a:p>
          <a:p>
            <a:r>
              <a:t>        {</a:t>
            </a:r>
          </a:p>
          <a:p>
            <a:r>
              <a:t>          "source_id": "s053",</a:t>
            </a:r>
          </a:p>
          <a:p>
            <a:r>
              <a:t>          "quote": "評価期"</a:t>
            </a:r>
          </a:p>
          <a:p>
            <a:r>
              <a:t>        }</a:t>
            </a:r>
          </a:p>
          <a:p>
            <a:r>
              <a:t>      ],</a:t>
            </a:r>
          </a:p>
          <a:p>
            <a:r>
              <a:t>      "mode": "verbatim"</a:t>
            </a:r>
          </a:p>
          <a:p>
            <a:r>
              <a:t>    },</a:t>
            </a:r>
          </a:p>
          <a:p>
            <a:r>
              <a:t>    {</a:t>
            </a:r>
          </a:p>
          <a:p>
            <a:r>
              <a:t>      "text": "例外を見える化",</a:t>
            </a:r>
          </a:p>
          <a:p>
            <a:r>
              <a:t>      "refs": [</a:t>
            </a:r>
          </a:p>
          <a:p>
            <a:r>
              <a:t>        {</a:t>
            </a:r>
          </a:p>
          <a:p>
            <a:r>
              <a:t>          "source_id": "s053",</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"s053",</a:t>
            </a:r>
          </a:p>
          <a:p>
            <a:r>
              <a:t>          "quote": "適用できない場面も記録し、前提の違いを残す。"</a:t>
            </a:r>
          </a:p>
          <a:p>
            <a:r>
              <a:t>        }</a:t>
            </a:r>
          </a:p>
          <a:p>
            <a:r>
              <a:t>      ],</a:t>
            </a:r>
          </a:p>
          <a:p>
            <a:r>
              <a:t>      "mode": "verbatim"</a:t>
            </a:r>
          </a:p>
          <a:p>
            <a:r>
              <a:t>    },</a:t>
            </a:r>
          </a:p>
          <a:p>
            <a:r>
              <a:t>    {</a:t>
            </a:r>
          </a:p>
          <a:p>
            <a:r>
              <a:t>      "text": "展開期",</a:t>
            </a:r>
          </a:p>
          <a:p>
            <a:r>
              <a:t>      "refs": [</a:t>
            </a:r>
          </a:p>
          <a:p>
            <a:r>
              <a:t>        {</a:t>
            </a:r>
          </a:p>
          <a:p>
            <a:r>
              <a:t>          "source_id": "s053",</a:t>
            </a:r>
          </a:p>
          <a:p>
            <a:r>
              <a:t>          "quote": "展開期"</a:t>
            </a:r>
          </a:p>
          <a:p>
            <a:r>
              <a:t>        }</a:t>
            </a:r>
          </a:p>
          <a:p>
            <a:r>
              <a:t>      ],</a:t>
            </a:r>
          </a:p>
          <a:p>
            <a:r>
              <a:t>      "mode": "verbatim"</a:t>
            </a:r>
          </a:p>
          <a:p>
            <a:r>
              <a:t>    }</a:t>
            </a:r>
          </a:p>
          <a:p>
            <a:r>
              <a:t>  ],</a:t>
            </a:r>
          </a:p>
          <a:p>
            <a:r>
              <a:t>  "citations": {</a:t>
            </a:r>
          </a:p>
          <a:p>
            <a:r>
              <a:t>    "s053":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"timeline",</a:t>
            </a:r>
          </a:p>
          <a:p>
            <a:r>
              <a:t>  "structural_variant": "vertical",</a:t>
            </a:r>
          </a:p>
          <a:p>
            <a:r>
              <a:t>  "repetition_reason": "Catalog inventory: adjacent entries intentionally show every count/orientation for comparison; this is not a presentation sequence.",</a:t>
            </a:r>
          </a:p>
          <a:p>
            <a:r>
              <a:t>  "row_alignments": {},</a:t>
            </a:r>
          </a:p>
          <a:p>
            <a:r>
              <a:t>  "images": {},</a:t>
            </a:r>
          </a:p>
          <a:p>
            <a:r>
              <a:t>  "template_sha256": "75cbbc260d68728e794002366f9aee74df81bf67880fb50bbb2633ea39ab1c74"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"slide054",</a:t>
            </a:r>
          </a:p>
          <a:p>
            <a:r>
              <a:t>  "origin": "catalog",</a:t>
            </a:r>
          </a:p>
          <a:p>
            <a:r>
              <a:t>  "layout_id": "ed_metrics_row_2",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"s054",</a:t>
            </a:r>
          </a:p>
          <a:p>
            <a:r>
              <a:t>          "quote": "社内ナレッジを探しやすくする条件"</a:t>
            </a:r>
          </a:p>
          <a:p>
            <a:r>
              <a:t>        }</a:t>
            </a:r>
          </a:p>
          <a:p>
            <a:r>
              <a:t>      ],</a:t>
            </a:r>
          </a:p>
          <a:p>
            <a:r>
              <a:t>      "mode": "verbatim"</a:t>
            </a:r>
          </a:p>
          <a:p>
            <a:r>
              <a:t>    },</a:t>
            </a:r>
          </a:p>
          <a:p>
            <a:r>
              <a:t>    {</a:t>
            </a:r>
          </a:p>
          <a:p>
            <a:r>
              <a:t>      "text": "架空集計：資料120件の記載状況。項目間には重複があり、合計を総数として扱わない。",</a:t>
            </a:r>
          </a:p>
          <a:p>
            <a:r>
              <a:t>      "refs": [</a:t>
            </a:r>
          </a:p>
          <a:p>
            <a:r>
              <a:t>        {</a:t>
            </a:r>
          </a:p>
          <a:p>
            <a:r>
              <a:t>          "source_id": "s054",</a:t>
            </a:r>
          </a:p>
          <a:p>
            <a:r>
              <a:t>          "quote": "架空集計：資料120件の記載状況。項目間には重複があり、合計を総数として扱わない。"</a:t>
            </a:r>
          </a:p>
          <a:p>
            <a:r>
              <a:t>        }</a:t>
            </a:r>
          </a:p>
          <a:p>
            <a:r>
              <a:t>      ],</a:t>
            </a:r>
          </a:p>
          <a:p>
            <a:r>
              <a:t>      "mode": "verbatim"</a:t>
            </a:r>
          </a:p>
          <a:p>
            <a:r>
              <a:t>    },</a:t>
            </a:r>
          </a:p>
          <a:p>
            <a:r>
              <a:t>    {</a:t>
            </a:r>
          </a:p>
          <a:p>
            <a:r>
              <a:t>      "text": "対象範囲の記載",</a:t>
            </a:r>
          </a:p>
          <a:p>
            <a:r>
              <a:t>      "refs": [</a:t>
            </a:r>
          </a:p>
          <a:p>
            <a:r>
              <a:t>        {</a:t>
            </a:r>
          </a:p>
          <a:p>
            <a:r>
              <a:t>          "source_id": "s054",</a:t>
            </a:r>
          </a:p>
          <a:p>
            <a:r>
              <a:t>          "quote": "対象範囲の記載"</a:t>
            </a:r>
          </a:p>
          <a:p>
            <a:r>
              <a:t>        }</a:t>
            </a:r>
          </a:p>
          <a:p>
            <a:r>
              <a:t>      ],</a:t>
            </a:r>
          </a:p>
          <a:p>
            <a:r>
              <a:t>      "mode": "verbatim"</a:t>
            </a:r>
          </a:p>
          <a:p>
            <a:r>
              <a:t>    },</a:t>
            </a:r>
          </a:p>
          <a:p>
            <a:r>
              <a:t>    {</a:t>
            </a:r>
          </a:p>
          <a:p>
            <a:r>
              <a:t>      "text": "適用できる業務範囲が記載された文書。",</a:t>
            </a:r>
          </a:p>
          <a:p>
            <a:r>
              <a:t>      "refs": [</a:t>
            </a:r>
          </a:p>
          <a:p>
            <a:r>
              <a:t>        {</a:t>
            </a:r>
          </a:p>
          <a:p>
            <a:r>
              <a:t>          "source_id": "s054",</a:t>
            </a:r>
          </a:p>
          <a:p>
            <a:r>
              <a:t>          "quote": "適用できる業務範囲が記載された文書。"</a:t>
            </a:r>
          </a:p>
          <a:p>
            <a:r>
              <a:t>        }</a:t>
            </a:r>
          </a:p>
          <a:p>
            <a:r>
              <a:t>      ],</a:t>
            </a:r>
          </a:p>
          <a:p>
            <a:r>
              <a:t>      "mode": "verbatim"</a:t>
            </a:r>
          </a:p>
          <a:p>
            <a:r>
              <a:t>    },</a:t>
            </a:r>
          </a:p>
          <a:p>
            <a:r>
              <a:t>    {</a:t>
            </a:r>
          </a:p>
          <a:p>
            <a:r>
              <a:t>      "text": "確認担当の記載",</a:t>
            </a:r>
          </a:p>
          <a:p>
            <a:r>
              <a:t>      "refs": [</a:t>
            </a:r>
          </a:p>
          <a:p>
            <a:r>
              <a:t>        {</a:t>
            </a:r>
          </a:p>
          <a:p>
            <a:r>
              <a:t>          "source_id": "s054",</a:t>
            </a:r>
          </a:p>
          <a:p>
            <a:r>
              <a:t>          "quote": "確認担当の記載"</a:t>
            </a:r>
          </a:p>
          <a:p>
            <a:r>
              <a:t>        }</a:t>
            </a:r>
          </a:p>
          <a:p>
            <a:r>
              <a:t>      ],</a:t>
            </a:r>
          </a:p>
          <a:p>
            <a:r>
              <a:t>      "mode": "verbatim"</a:t>
            </a:r>
          </a:p>
          <a:p>
            <a:r>
              <a:t>    },</a:t>
            </a:r>
          </a:p>
          <a:p>
            <a:r>
              <a:t>    {</a:t>
            </a:r>
          </a:p>
          <a:p>
            <a:r>
              <a:t>      "text": "内容を確認する担当が記載された文書。",</a:t>
            </a:r>
          </a:p>
          <a:p>
            <a:r>
              <a:t>      "refs": [</a:t>
            </a:r>
          </a:p>
          <a:p>
            <a:r>
              <a:t>        {</a:t>
            </a:r>
          </a:p>
          <a:p>
            <a:r>
              <a:t>          "source_id": "s054",</a:t>
            </a:r>
          </a:p>
          <a:p>
            <a:r>
              <a:t>          "quote": "内容を確認する担当が記載された文書。"</a:t>
            </a:r>
          </a:p>
          <a:p>
            <a:r>
              <a:t>        }</a:t>
            </a:r>
          </a:p>
          <a:p>
            <a:r>
              <a:t>      ],</a:t>
            </a:r>
          </a:p>
          <a:p>
            <a:r>
              <a:t>      "mode": "verbatim"</a:t>
            </a:r>
          </a:p>
          <a:p>
            <a:r>
              <a:t>    },</a:t>
            </a:r>
          </a:p>
          <a:p>
            <a:r>
              <a:t>    {</a:t>
            </a:r>
          </a:p>
          <a:p>
            <a:r>
              <a:t>      "value": 120.0,</a:t>
            </a:r>
          </a:p>
          <a:p>
            <a:r>
              <a:t>      "refs": [</a:t>
            </a:r>
          </a:p>
          <a:p>
            <a:r>
              <a:t>        {</a:t>
            </a:r>
          </a:p>
          <a:p>
            <a:r>
              <a:t>          "source_id": "s054",</a:t>
            </a:r>
          </a:p>
          <a:p>
            <a:r>
              <a:t>          "quote": "120"</a:t>
            </a:r>
          </a:p>
          <a:p>
            <a:r>
              <a:t>        }</a:t>
            </a:r>
          </a:p>
          <a:p>
            <a:r>
              <a:t>      ]</a:t>
            </a:r>
          </a:p>
          <a:p>
            <a:r>
              <a:t>    },</a:t>
            </a:r>
          </a:p>
          <a:p>
            <a:r>
              <a:t>    {</a:t>
            </a:r>
          </a:p>
          <a:p>
            <a:r>
              <a:t>      "value": 84.0,</a:t>
            </a:r>
          </a:p>
          <a:p>
            <a:r>
              <a:t>      "refs": [</a:t>
            </a:r>
          </a:p>
          <a:p>
            <a:r>
              <a:t>        {</a:t>
            </a:r>
          </a:p>
          <a:p>
            <a:r>
              <a:t>          "source_id": "s054",</a:t>
            </a:r>
          </a:p>
          <a:p>
            <a:r>
              <a:t>          "quote": "84"</a:t>
            </a:r>
          </a:p>
          <a:p>
            <a:r>
              <a:t>        }</a:t>
            </a:r>
          </a:p>
          <a:p>
            <a:r>
              <a:t>      ]</a:t>
            </a:r>
          </a:p>
          <a:p>
            <a:r>
              <a:t>    }</a:t>
            </a:r>
          </a:p>
          <a:p>
            <a:r>
              <a:t>  ],</a:t>
            </a:r>
          </a:p>
          <a:p>
            <a:r>
              <a:t>  "citations": {</a:t>
            </a:r>
          </a:p>
          <a:p>
            <a:r>
              <a:t>    "s054":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"metrics",</a:t>
            </a:r>
          </a:p>
          <a:p>
            <a:r>
              <a:t>  "structural_variant": "row",</a:t>
            </a:r>
          </a:p>
          <a:p>
            <a:r>
              <a:t>  "repetition_reason": "Catalog inventory: adjacent entries intentionally show every count/orientation for comparison; this is not a presentation sequence.",</a:t>
            </a:r>
          </a:p>
          <a:p>
            <a:r>
              <a:t>  "row_alignments": {},</a:t>
            </a:r>
          </a:p>
          <a:p>
            <a:r>
              <a:t>  "images": {},</a:t>
            </a:r>
          </a:p>
          <a:p>
            <a:r>
              <a:t>  "template_sha256": "704f5716ab445e82175f7fdfa4ff4ed828880121b4aaec614f4b76a7f0b9af7d"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"slide055",</a:t>
            </a:r>
          </a:p>
          <a:p>
            <a:r>
              <a:t>  "origin": "catalog",</a:t>
            </a:r>
          </a:p>
          <a:p>
            <a:r>
              <a:t>  "layout_id": "ed_metrics_row_3",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"s055",</a:t>
            </a:r>
          </a:p>
          <a:p>
            <a:r>
              <a:t>          "quote": "社内ナレッジを探しやすくする条件"</a:t>
            </a:r>
          </a:p>
          <a:p>
            <a:r>
              <a:t>        }</a:t>
            </a:r>
          </a:p>
          <a:p>
            <a:r>
              <a:t>      ],</a:t>
            </a:r>
          </a:p>
          <a:p>
            <a:r>
              <a:t>      "mode": "verbatim"</a:t>
            </a:r>
          </a:p>
          <a:p>
            <a:r>
              <a:t>    },</a:t>
            </a:r>
          </a:p>
          <a:p>
            <a:r>
              <a:t>    {</a:t>
            </a:r>
          </a:p>
          <a:p>
            <a:r>
              <a:t>      "text": "架空集計：資料120件の記載状況。項目間には重複があり、合計を総数として扱わない。",</a:t>
            </a:r>
          </a:p>
          <a:p>
            <a:r>
              <a:t>      "refs": [</a:t>
            </a:r>
          </a:p>
          <a:p>
            <a:r>
              <a:t>        {</a:t>
            </a:r>
          </a:p>
          <a:p>
            <a:r>
              <a:t>          "source_id": "s055",</a:t>
            </a:r>
          </a:p>
          <a:p>
            <a:r>
              <a:t>          "quote": "架空集計：資料120件の記載状況。項目間には重複があり、合計を総数として扱わない。"</a:t>
            </a:r>
          </a:p>
          <a:p>
            <a:r>
              <a:t>        }</a:t>
            </a:r>
          </a:p>
          <a:p>
            <a:r>
              <a:t>      ],</a:t>
            </a:r>
          </a:p>
          <a:p>
            <a:r>
              <a:t>      "mode": "verbatim"</a:t>
            </a:r>
          </a:p>
          <a:p>
            <a:r>
              <a:t>    },</a:t>
            </a:r>
          </a:p>
          <a:p>
            <a:r>
              <a:t>    {</a:t>
            </a:r>
          </a:p>
          <a:p>
            <a:r>
              <a:t>      "text": "対象範囲の記載",</a:t>
            </a:r>
          </a:p>
          <a:p>
            <a:r>
              <a:t>      "refs": [</a:t>
            </a:r>
          </a:p>
          <a:p>
            <a:r>
              <a:t>        {</a:t>
            </a:r>
          </a:p>
          <a:p>
            <a:r>
              <a:t>          "source_id": "s055",</a:t>
            </a:r>
          </a:p>
          <a:p>
            <a:r>
              <a:t>          "quote": "対象範囲の記載"</a:t>
            </a:r>
          </a:p>
          <a:p>
            <a:r>
              <a:t>        }</a:t>
            </a:r>
          </a:p>
          <a:p>
            <a:r>
              <a:t>      ],</a:t>
            </a:r>
          </a:p>
          <a:p>
            <a:r>
              <a:t>      "mode": "verbatim"</a:t>
            </a:r>
          </a:p>
          <a:p>
            <a:r>
              <a:t>    },</a:t>
            </a:r>
          </a:p>
          <a:p>
            <a:r>
              <a:t>    {</a:t>
            </a:r>
          </a:p>
          <a:p>
            <a:r>
              <a:t>      "text": "適用できる業務範囲が記載された文書。",</a:t>
            </a:r>
          </a:p>
          <a:p>
            <a:r>
              <a:t>      "refs": [</a:t>
            </a:r>
          </a:p>
          <a:p>
            <a:r>
              <a:t>        {</a:t>
            </a:r>
          </a:p>
          <a:p>
            <a:r>
              <a:t>          "source_id": "s055",</a:t>
            </a:r>
          </a:p>
          <a:p>
            <a:r>
              <a:t>          "quote": "適用できる業務範囲が記載された文書。"</a:t>
            </a:r>
          </a:p>
          <a:p>
            <a:r>
              <a:t>        }</a:t>
            </a:r>
          </a:p>
          <a:p>
            <a:r>
              <a:t>      ],</a:t>
            </a:r>
          </a:p>
          <a:p>
            <a:r>
              <a:t>      "mode": "verbatim"</a:t>
            </a:r>
          </a:p>
          <a:p>
            <a:r>
              <a:t>    },</a:t>
            </a:r>
          </a:p>
          <a:p>
            <a:r>
              <a:t>    {</a:t>
            </a:r>
          </a:p>
          <a:p>
            <a:r>
              <a:t>      "text": "確認担当の記載",</a:t>
            </a:r>
          </a:p>
          <a:p>
            <a:r>
              <a:t>      "refs": [</a:t>
            </a:r>
          </a:p>
          <a:p>
            <a:r>
              <a:t>        {</a:t>
            </a:r>
          </a:p>
          <a:p>
            <a:r>
              <a:t>          "source_id": "s055",</a:t>
            </a:r>
          </a:p>
          <a:p>
            <a:r>
              <a:t>          "quote": "確認担当の記載"</a:t>
            </a:r>
          </a:p>
          <a:p>
            <a:r>
              <a:t>        }</a:t>
            </a:r>
          </a:p>
          <a:p>
            <a:r>
              <a:t>      ],</a:t>
            </a:r>
          </a:p>
          <a:p>
            <a:r>
              <a:t>      "mode": "verbatim"</a:t>
            </a:r>
          </a:p>
          <a:p>
            <a:r>
              <a:t>    },</a:t>
            </a:r>
          </a:p>
          <a:p>
            <a:r>
              <a:t>    {</a:t>
            </a:r>
          </a:p>
          <a:p>
            <a:r>
              <a:t>      "text": "内容を確認する担当が記載された文書。",</a:t>
            </a:r>
          </a:p>
          <a:p>
            <a:r>
              <a:t>      "refs": [</a:t>
            </a:r>
          </a:p>
          <a:p>
            <a:r>
              <a:t>        {</a:t>
            </a:r>
          </a:p>
          <a:p>
            <a:r>
              <a:t>          "source_id": "s055",</a:t>
            </a:r>
          </a:p>
          <a:p>
            <a:r>
              <a:t>          "quote": "内容を確認する担当が記載された文書。"</a:t>
            </a:r>
          </a:p>
          <a:p>
            <a:r>
              <a:t>        }</a:t>
            </a:r>
          </a:p>
          <a:p>
            <a:r>
              <a:t>      ],</a:t>
            </a:r>
          </a:p>
          <a:p>
            <a:r>
              <a:t>      "mode": "verbatim"</a:t>
            </a:r>
          </a:p>
          <a:p>
            <a:r>
              <a:t>    },</a:t>
            </a:r>
          </a:p>
          <a:p>
            <a:r>
              <a:t>    {</a:t>
            </a:r>
          </a:p>
          <a:p>
            <a:r>
              <a:t>      "text": "更新日の記載",</a:t>
            </a:r>
          </a:p>
          <a:p>
            <a:r>
              <a:t>      "refs": [</a:t>
            </a:r>
          </a:p>
          <a:p>
            <a:r>
              <a:t>        {</a:t>
            </a:r>
          </a:p>
          <a:p>
            <a:r>
              <a:t>          "source_id": "s055",</a:t>
            </a:r>
          </a:p>
          <a:p>
            <a:r>
              <a:t>          "quote": "更新日の記載"</a:t>
            </a:r>
          </a:p>
          <a:p>
            <a:r>
              <a:t>        }</a:t>
            </a:r>
          </a:p>
          <a:p>
            <a:r>
              <a:t>      ],</a:t>
            </a:r>
          </a:p>
          <a:p>
            <a:r>
              <a:t>      "mode": "verbatim"</a:t>
            </a:r>
          </a:p>
          <a:p>
            <a:r>
              <a:t>    },</a:t>
            </a:r>
          </a:p>
          <a:p>
            <a:r>
              <a:t>    {</a:t>
            </a:r>
          </a:p>
          <a:p>
            <a:r>
              <a:t>      "text": "原文の最終確認日が記載された文書。",</a:t>
            </a:r>
          </a:p>
          <a:p>
            <a:r>
              <a:t>      "refs": [</a:t>
            </a:r>
          </a:p>
          <a:p>
            <a:r>
              <a:t>        {</a:t>
            </a:r>
          </a:p>
          <a:p>
            <a:r>
              <a:t>          "source_id": "s055",</a:t>
            </a:r>
          </a:p>
          <a:p>
            <a:r>
              <a:t>          "quote": "原文の最終確認日が記載された文書。"</a:t>
            </a:r>
          </a:p>
          <a:p>
            <a:r>
              <a:t>        }</a:t>
            </a:r>
          </a:p>
          <a:p>
            <a:r>
              <a:t>      ],</a:t>
            </a:r>
          </a:p>
          <a:p>
            <a:r>
              <a:t>      "mode": "verbatim"</a:t>
            </a:r>
          </a:p>
          <a:p>
            <a:r>
              <a:t>    },</a:t>
            </a:r>
          </a:p>
          <a:p>
            <a:r>
              <a:t>    {</a:t>
            </a:r>
          </a:p>
          <a:p>
            <a:r>
              <a:t>      "value": 120.0,</a:t>
            </a:r>
          </a:p>
          <a:p>
            <a:r>
              <a:t>      "refs": [</a:t>
            </a:r>
          </a:p>
          <a:p>
            <a:r>
              <a:t>        {</a:t>
            </a:r>
          </a:p>
          <a:p>
            <a:r>
              <a:t>          "source_id": "s055",</a:t>
            </a:r>
          </a:p>
          <a:p>
            <a:r>
              <a:t>          "quote": "120"</a:t>
            </a:r>
          </a:p>
          <a:p>
            <a:r>
              <a:t>        }</a:t>
            </a:r>
          </a:p>
          <a:p>
            <a:r>
              <a:t>      ]</a:t>
            </a:r>
          </a:p>
          <a:p>
            <a:r>
              <a:t>    },</a:t>
            </a:r>
          </a:p>
          <a:p>
            <a:r>
              <a:t>    {</a:t>
            </a:r>
          </a:p>
          <a:p>
            <a:r>
              <a:t>      "value": 84.0,</a:t>
            </a:r>
          </a:p>
          <a:p>
            <a:r>
              <a:t>      "refs": [</a:t>
            </a:r>
          </a:p>
          <a:p>
            <a:r>
              <a:t>        {</a:t>
            </a:r>
          </a:p>
          <a:p>
            <a:r>
              <a:t>          "source_id": "s055",</a:t>
            </a:r>
          </a:p>
          <a:p>
            <a:r>
              <a:t>          "quote": "84"</a:t>
            </a:r>
          </a:p>
          <a:p>
            <a:r>
              <a:t>        }</a:t>
            </a:r>
          </a:p>
          <a:p>
            <a:r>
              <a:t>      ]</a:t>
            </a:r>
          </a:p>
          <a:p>
            <a:r>
              <a:t>    },</a:t>
            </a:r>
          </a:p>
          <a:p>
            <a:r>
              <a:t>    {</a:t>
            </a:r>
          </a:p>
          <a:p>
            <a:r>
              <a:t>      "value": 24.0,</a:t>
            </a:r>
          </a:p>
          <a:p>
            <a:r>
              <a:t>      "refs": [</a:t>
            </a:r>
          </a:p>
          <a:p>
            <a:r>
              <a:t>        {</a:t>
            </a:r>
          </a:p>
          <a:p>
            <a:r>
              <a:t>          "source_id": "s055",</a:t>
            </a:r>
          </a:p>
          <a:p>
            <a:r>
              <a:t>          "quote": "24"</a:t>
            </a:r>
          </a:p>
          <a:p>
            <a:r>
              <a:t>        }</a:t>
            </a:r>
          </a:p>
          <a:p>
            <a:r>
              <a:t>      ]</a:t>
            </a:r>
          </a:p>
          <a:p>
            <a:r>
              <a:t>    }</a:t>
            </a:r>
          </a:p>
          <a:p>
            <a:r>
              <a:t>  ],</a:t>
            </a:r>
          </a:p>
          <a:p>
            <a:r>
              <a:t>  "citations": {</a:t>
            </a:r>
          </a:p>
          <a:p>
            <a:r>
              <a:t>    "s055":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"metrics",</a:t>
            </a:r>
          </a:p>
          <a:p>
            <a:r>
              <a:t>  "structural_variant": "row",</a:t>
            </a:r>
          </a:p>
          <a:p>
            <a:r>
              <a:t>  "repetition_reason": "Catalog inventory: adjacent entries intentionally show every count/orientation for comparison; this is not a presentation sequence.",</a:t>
            </a:r>
          </a:p>
          <a:p>
            <a:r>
              <a:t>  "row_alignments": {},</a:t>
            </a:r>
          </a:p>
          <a:p>
            <a:r>
              <a:t>  "images": {},</a:t>
            </a:r>
          </a:p>
          <a:p>
            <a:r>
              <a:t>  "template_sha256": "bb7a4db61a8903a9ed7dcefe6ae65d09e49d233771646600bebdbf8c10273180"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"slide056",</a:t>
            </a:r>
          </a:p>
          <a:p>
            <a:r>
              <a:t>  "origin": "catalog",</a:t>
            </a:r>
          </a:p>
          <a:p>
            <a:r>
              <a:t>  "layout_id": "ed_metrics_row_4",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"s056",</a:t>
            </a:r>
          </a:p>
          <a:p>
            <a:r>
              <a:t>          "quote": "社内ナレッジを探しやすくする条件"</a:t>
            </a:r>
          </a:p>
          <a:p>
            <a:r>
              <a:t>        }</a:t>
            </a:r>
          </a:p>
          <a:p>
            <a:r>
              <a:t>      ],</a:t>
            </a:r>
          </a:p>
          <a:p>
            <a:r>
              <a:t>      "mode": "verbatim"</a:t>
            </a:r>
          </a:p>
          <a:p>
            <a:r>
              <a:t>    },</a:t>
            </a:r>
          </a:p>
          <a:p>
            <a:r>
              <a:t>    {</a:t>
            </a:r>
          </a:p>
          <a:p>
            <a:r>
              <a:t>      "text": "架空集計：資料120件の記載状況。項目間には重複があり、合計を総数として扱わない。",</a:t>
            </a:r>
          </a:p>
          <a:p>
            <a:r>
              <a:t>      "refs": [</a:t>
            </a:r>
          </a:p>
          <a:p>
            <a:r>
              <a:t>        {</a:t>
            </a:r>
          </a:p>
          <a:p>
            <a:r>
              <a:t>          "source_id": "s056",</a:t>
            </a:r>
          </a:p>
          <a:p>
            <a:r>
              <a:t>          "quote": "架空集計：資料120件の記載状況。項目間には重複があり、合計を総数として扱わない。"</a:t>
            </a:r>
          </a:p>
          <a:p>
            <a:r>
              <a:t>        }</a:t>
            </a:r>
          </a:p>
          <a:p>
            <a:r>
              <a:t>      ],</a:t>
            </a:r>
          </a:p>
          <a:p>
            <a:r>
              <a:t>      "mode": "verbatim"</a:t>
            </a:r>
          </a:p>
          <a:p>
            <a:r>
              <a:t>    },</a:t>
            </a:r>
          </a:p>
          <a:p>
            <a:r>
              <a:t>    {</a:t>
            </a:r>
          </a:p>
          <a:p>
            <a:r>
              <a:t>      "text": "対象範囲の記載",</a:t>
            </a:r>
          </a:p>
          <a:p>
            <a:r>
              <a:t>      "refs": [</a:t>
            </a:r>
          </a:p>
          <a:p>
            <a:r>
              <a:t>        {</a:t>
            </a:r>
          </a:p>
          <a:p>
            <a:r>
              <a:t>          "source_id": "s056",</a:t>
            </a:r>
          </a:p>
          <a:p>
            <a:r>
              <a:t>          "quote": "対象範囲の記載"</a:t>
            </a:r>
          </a:p>
          <a:p>
            <a:r>
              <a:t>        }</a:t>
            </a:r>
          </a:p>
          <a:p>
            <a:r>
              <a:t>      ],</a:t>
            </a:r>
          </a:p>
          <a:p>
            <a:r>
              <a:t>      "mode": "verbatim"</a:t>
            </a:r>
          </a:p>
          <a:p>
            <a:r>
              <a:t>    },</a:t>
            </a:r>
          </a:p>
          <a:p>
            <a:r>
              <a:t>    {</a:t>
            </a:r>
          </a:p>
          <a:p>
            <a:r>
              <a:t>      "text": "適用できる業務範囲が記載された文書。",</a:t>
            </a:r>
          </a:p>
          <a:p>
            <a:r>
              <a:t>      "refs": [</a:t>
            </a:r>
          </a:p>
          <a:p>
            <a:r>
              <a:t>        {</a:t>
            </a:r>
          </a:p>
          <a:p>
            <a:r>
              <a:t>          "source_id": "s056",</a:t>
            </a:r>
          </a:p>
          <a:p>
            <a:r>
              <a:t>          "quote": "適用できる業務範囲が記載された文書。"</a:t>
            </a:r>
          </a:p>
          <a:p>
            <a:r>
              <a:t>        }</a:t>
            </a:r>
          </a:p>
          <a:p>
            <a:r>
              <a:t>      ],</a:t>
            </a:r>
          </a:p>
          <a:p>
            <a:r>
              <a:t>      "mode": "verbatim"</a:t>
            </a:r>
          </a:p>
          <a:p>
            <a:r>
              <a:t>    },</a:t>
            </a:r>
          </a:p>
          <a:p>
            <a:r>
              <a:t>    {</a:t>
            </a:r>
          </a:p>
          <a:p>
            <a:r>
              <a:t>      "text": "確認担当の記載",</a:t>
            </a:r>
          </a:p>
          <a:p>
            <a:r>
              <a:t>      "refs": [</a:t>
            </a:r>
          </a:p>
          <a:p>
            <a:r>
              <a:t>        {</a:t>
            </a:r>
          </a:p>
          <a:p>
            <a:r>
              <a:t>          "source_id": "s056",</a:t>
            </a:r>
          </a:p>
          <a:p>
            <a:r>
              <a:t>          "quote": "確認担当の記載"</a:t>
            </a:r>
          </a:p>
          <a:p>
            <a:r>
              <a:t>        }</a:t>
            </a:r>
          </a:p>
          <a:p>
            <a:r>
              <a:t>      ],</a:t>
            </a:r>
          </a:p>
          <a:p>
            <a:r>
              <a:t>      "mode": "verbatim"</a:t>
            </a:r>
          </a:p>
          <a:p>
            <a:r>
              <a:t>    },</a:t>
            </a:r>
          </a:p>
          <a:p>
            <a:r>
              <a:t>    {</a:t>
            </a:r>
          </a:p>
          <a:p>
            <a:r>
              <a:t>      "text": "内容を確認する担当が記載された文書。",</a:t>
            </a:r>
          </a:p>
          <a:p>
            <a:r>
              <a:t>      "refs": [</a:t>
            </a:r>
          </a:p>
          <a:p>
            <a:r>
              <a:t>        {</a:t>
            </a:r>
          </a:p>
          <a:p>
            <a:r>
              <a:t>          "source_id": "s056",</a:t>
            </a:r>
          </a:p>
          <a:p>
            <a:r>
              <a:t>          "quote": "内容を確認する担当が記載された文書。"</a:t>
            </a:r>
          </a:p>
          <a:p>
            <a:r>
              <a:t>        }</a:t>
            </a:r>
          </a:p>
          <a:p>
            <a:r>
              <a:t>      ],</a:t>
            </a:r>
          </a:p>
          <a:p>
            <a:r>
              <a:t>      "mode": "verbatim"</a:t>
            </a:r>
          </a:p>
          <a:p>
            <a:r>
              <a:t>    },</a:t>
            </a:r>
          </a:p>
          <a:p>
            <a:r>
              <a:t>    {</a:t>
            </a:r>
          </a:p>
          <a:p>
            <a:r>
              <a:t>      "text": "更新日の記載",</a:t>
            </a:r>
          </a:p>
          <a:p>
            <a:r>
              <a:t>      "refs": [</a:t>
            </a:r>
          </a:p>
          <a:p>
            <a:r>
              <a:t>        {</a:t>
            </a:r>
          </a:p>
          <a:p>
            <a:r>
              <a:t>          "source_id": "s056",</a:t>
            </a:r>
          </a:p>
          <a:p>
            <a:r>
              <a:t>          "quote": "更新日の記載"</a:t>
            </a:r>
          </a:p>
          <a:p>
            <a:r>
              <a:t>        }</a:t>
            </a:r>
          </a:p>
          <a:p>
            <a:r>
              <a:t>      ],</a:t>
            </a:r>
          </a:p>
          <a:p>
            <a:r>
              <a:t>      "mode": "verbatim"</a:t>
            </a:r>
          </a:p>
          <a:p>
            <a:r>
              <a:t>    },</a:t>
            </a:r>
          </a:p>
          <a:p>
            <a:r>
              <a:t>    {</a:t>
            </a:r>
          </a:p>
          <a:p>
            <a:r>
              <a:t>      "text": "原文の最終確認日が記載された文書。",</a:t>
            </a:r>
          </a:p>
          <a:p>
            <a:r>
              <a:t>      "refs": [</a:t>
            </a:r>
          </a:p>
          <a:p>
            <a:r>
              <a:t>        {</a:t>
            </a:r>
          </a:p>
          <a:p>
            <a:r>
              <a:t>          "source_id": "s056",</a:t>
            </a:r>
          </a:p>
          <a:p>
            <a:r>
              <a:t>          "quote": "原文の最終確認日が記載された文書。"</a:t>
            </a:r>
          </a:p>
          <a:p>
            <a:r>
              <a:t>        }</a:t>
            </a:r>
          </a:p>
          <a:p>
            <a:r>
              <a:t>      ],</a:t>
            </a:r>
          </a:p>
          <a:p>
            <a:r>
              <a:t>      "mode": "verbatim"</a:t>
            </a:r>
          </a:p>
          <a:p>
            <a:r>
              <a:t>    },</a:t>
            </a:r>
          </a:p>
          <a:p>
            <a:r>
              <a:t>    {</a:t>
            </a:r>
          </a:p>
          <a:p>
            <a:r>
              <a:t>      "text": "留保条件の記載",</a:t>
            </a:r>
          </a:p>
          <a:p>
            <a:r>
              <a:t>      "refs": [</a:t>
            </a:r>
          </a:p>
          <a:p>
            <a:r>
              <a:t>        {</a:t>
            </a:r>
          </a:p>
          <a:p>
            <a:r>
              <a:t>          "source_id": "s056",</a:t>
            </a:r>
          </a:p>
          <a:p>
            <a:r>
              <a:t>          "quote": "留保条件の記載"</a:t>
            </a:r>
          </a:p>
          <a:p>
            <a:r>
              <a:t>        }</a:t>
            </a:r>
          </a:p>
          <a:p>
            <a:r>
              <a:t>      ],</a:t>
            </a:r>
          </a:p>
          <a:p>
            <a:r>
              <a:t>      "mode": "verbatim"</a:t>
            </a:r>
          </a:p>
          <a:p>
            <a:r>
              <a:t>    },</a:t>
            </a:r>
          </a:p>
          <a:p>
            <a:r>
              <a:t>    {</a:t>
            </a:r>
          </a:p>
          <a:p>
            <a:r>
              <a:t>      "text": "未検証の条件や対象外の場面を記載した文書。",</a:t>
            </a:r>
          </a:p>
          <a:p>
            <a:r>
              <a:t>      "refs": [</a:t>
            </a:r>
          </a:p>
          <a:p>
            <a:r>
              <a:t>        {</a:t>
            </a:r>
          </a:p>
          <a:p>
            <a:r>
              <a:t>          "source_id": "s056",</a:t>
            </a:r>
          </a:p>
          <a:p>
            <a:r>
              <a:t>          "quote": "未検証の条件や対象外の場面を記載した文書。"</a:t>
            </a:r>
          </a:p>
          <a:p>
            <a:r>
              <a:t>        }</a:t>
            </a:r>
          </a:p>
          <a:p>
            <a:r>
              <a:t>      ],</a:t>
            </a:r>
          </a:p>
          <a:p>
            <a:r>
              <a:t>      "mode": "verbatim"</a:t>
            </a:r>
          </a:p>
          <a:p>
            <a:r>
              <a:t>    },</a:t>
            </a:r>
          </a:p>
          <a:p>
            <a:r>
              <a:t>    {</a:t>
            </a:r>
          </a:p>
          <a:p>
            <a:r>
              <a:t>      "value": 120.0,</a:t>
            </a:r>
          </a:p>
          <a:p>
            <a:r>
              <a:t>      "refs": [</a:t>
            </a:r>
          </a:p>
          <a:p>
            <a:r>
              <a:t>        {</a:t>
            </a:r>
          </a:p>
          <a:p>
            <a:r>
              <a:t>          "source_id": "s056",</a:t>
            </a:r>
          </a:p>
          <a:p>
            <a:r>
              <a:t>          "quote": "120"</a:t>
            </a:r>
          </a:p>
          <a:p>
            <a:r>
              <a:t>        }</a:t>
            </a:r>
          </a:p>
          <a:p>
            <a:r>
              <a:t>      ]</a:t>
            </a:r>
          </a:p>
          <a:p>
            <a:r>
              <a:t>    },</a:t>
            </a:r>
          </a:p>
          <a:p>
            <a:r>
              <a:t>    {</a:t>
            </a:r>
          </a:p>
          <a:p>
            <a:r>
              <a:t>      "value": 84.0,</a:t>
            </a:r>
          </a:p>
          <a:p>
            <a:r>
              <a:t>      "refs": [</a:t>
            </a:r>
          </a:p>
          <a:p>
            <a:r>
              <a:t>        {</a:t>
            </a:r>
          </a:p>
          <a:p>
            <a:r>
              <a:t>          "source_id": "s056",</a:t>
            </a:r>
          </a:p>
          <a:p>
            <a:r>
              <a:t>          "quote": "84"</a:t>
            </a:r>
          </a:p>
          <a:p>
            <a:r>
              <a:t>        }</a:t>
            </a:r>
          </a:p>
          <a:p>
            <a:r>
              <a:t>      ]</a:t>
            </a:r>
          </a:p>
          <a:p>
            <a:r>
              <a:t>    },</a:t>
            </a:r>
          </a:p>
          <a:p>
            <a:r>
              <a:t>    {</a:t>
            </a:r>
          </a:p>
          <a:p>
            <a:r>
              <a:t>      "value": 24.0,</a:t>
            </a:r>
          </a:p>
          <a:p>
            <a:r>
              <a:t>      "refs": [</a:t>
            </a:r>
          </a:p>
          <a:p>
            <a:r>
              <a:t>        {</a:t>
            </a:r>
          </a:p>
          <a:p>
            <a:r>
              <a:t>          "source_id": "s056",</a:t>
            </a:r>
          </a:p>
          <a:p>
            <a:r>
              <a:t>          "quote": "24"</a:t>
            </a:r>
          </a:p>
          <a:p>
            <a:r>
              <a:t>        }</a:t>
            </a:r>
          </a:p>
          <a:p>
            <a:r>
              <a:t>      ]</a:t>
            </a:r>
          </a:p>
          <a:p>
            <a:r>
              <a:t>    },</a:t>
            </a:r>
          </a:p>
          <a:p>
            <a:r>
              <a:t>    {</a:t>
            </a:r>
          </a:p>
          <a:p>
            <a:r>
              <a:t>      "value": 12.0,</a:t>
            </a:r>
          </a:p>
          <a:p>
            <a:r>
              <a:t>      "refs": [</a:t>
            </a:r>
          </a:p>
          <a:p>
            <a:r>
              <a:t>        {</a:t>
            </a:r>
          </a:p>
          <a:p>
            <a:r>
              <a:t>          "source_id": "s056",</a:t>
            </a:r>
          </a:p>
          <a:p>
            <a:r>
              <a:t>          "quote": "12"</a:t>
            </a:r>
          </a:p>
          <a:p>
            <a:r>
              <a:t>        }</a:t>
            </a:r>
          </a:p>
          <a:p>
            <a:r>
              <a:t>      ]</a:t>
            </a:r>
          </a:p>
          <a:p>
            <a:r>
              <a:t>    }</a:t>
            </a:r>
          </a:p>
          <a:p>
            <a:r>
              <a:t>  ],</a:t>
            </a:r>
          </a:p>
          <a:p>
            <a:r>
              <a:t>  "citations": {</a:t>
            </a:r>
          </a:p>
          <a:p>
            <a:r>
              <a:t>    "s056":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"metrics",</a:t>
            </a:r>
          </a:p>
          <a:p>
            <a:r>
              <a:t>  "structural_variant": "row",</a:t>
            </a:r>
          </a:p>
          <a:p>
            <a:r>
              <a:t>  "repetition_reason": "Catalog inventory: adjacent entries intentionally show every count/orientation for comparison; this is not a presentation sequence.",</a:t>
            </a:r>
          </a:p>
          <a:p>
            <a:r>
              <a:t>  "row_alignments": {},</a:t>
            </a:r>
          </a:p>
          <a:p>
            <a:r>
              <a:t>  "images": {},</a:t>
            </a:r>
          </a:p>
          <a:p>
            <a:r>
              <a:t>  "template_sha256": "a0f0f16fce25a7406437074772589be537f3ae638e24924e6b6ce4ea1e77fc58"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"slide057",</a:t>
            </a:r>
          </a:p>
          <a:p>
            <a:r>
              <a:t>  "origin": "catalog",</a:t>
            </a:r>
          </a:p>
          <a:p>
            <a:r>
              <a:t>  "layout_id": "ed_metrics_stack_3",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"s057",</a:t>
            </a:r>
          </a:p>
          <a:p>
            <a:r>
              <a:t>          "quote": "社内ナレッジを探しやすくする条件"</a:t>
            </a:r>
          </a:p>
          <a:p>
            <a:r>
              <a:t>        }</a:t>
            </a:r>
          </a:p>
          <a:p>
            <a:r>
              <a:t>      ],</a:t>
            </a:r>
          </a:p>
          <a:p>
            <a:r>
              <a:t>      "mode": "verbatim"</a:t>
            </a:r>
          </a:p>
          <a:p>
            <a:r>
              <a:t>    },</a:t>
            </a:r>
          </a:p>
          <a:p>
            <a:r>
              <a:t>    {</a:t>
            </a:r>
          </a:p>
          <a:p>
            <a:r>
              <a:t>      "text": "架空集計：資料120件の記載状況。項目間には重複があり、合計を総数として扱わない。",</a:t>
            </a:r>
          </a:p>
          <a:p>
            <a:r>
              <a:t>      "refs": [</a:t>
            </a:r>
          </a:p>
          <a:p>
            <a:r>
              <a:t>        {</a:t>
            </a:r>
          </a:p>
          <a:p>
            <a:r>
              <a:t>          "source_id": "s057",</a:t>
            </a:r>
          </a:p>
          <a:p>
            <a:r>
              <a:t>          "quote": "架空集計：資料120件の記載状況。項目間には重複があり、合計を総数として扱わない。"</a:t>
            </a:r>
          </a:p>
          <a:p>
            <a:r>
              <a:t>        }</a:t>
            </a:r>
          </a:p>
          <a:p>
            <a:r>
              <a:t>      ],</a:t>
            </a:r>
          </a:p>
          <a:p>
            <a:r>
              <a:t>      "mode": "verbatim"</a:t>
            </a:r>
          </a:p>
          <a:p>
            <a:r>
              <a:t>    },</a:t>
            </a:r>
          </a:p>
          <a:p>
            <a:r>
              <a:t>    {</a:t>
            </a:r>
          </a:p>
          <a:p>
            <a:r>
              <a:t>      "text": "対象範囲の記載",</a:t>
            </a:r>
          </a:p>
          <a:p>
            <a:r>
              <a:t>      "refs": [</a:t>
            </a:r>
          </a:p>
          <a:p>
            <a:r>
              <a:t>        {</a:t>
            </a:r>
          </a:p>
          <a:p>
            <a:r>
              <a:t>          "source_id": "s057",</a:t>
            </a:r>
          </a:p>
          <a:p>
            <a:r>
              <a:t>          "quote": "対象範囲の記載"</a:t>
            </a:r>
          </a:p>
          <a:p>
            <a:r>
              <a:t>        }</a:t>
            </a:r>
          </a:p>
          <a:p>
            <a:r>
              <a:t>      ],</a:t>
            </a:r>
          </a:p>
          <a:p>
            <a:r>
              <a:t>      "mode": "verbatim"</a:t>
            </a:r>
          </a:p>
          <a:p>
            <a:r>
              <a:t>    },</a:t>
            </a:r>
          </a:p>
          <a:p>
            <a:r>
              <a:t>    {</a:t>
            </a:r>
          </a:p>
          <a:p>
            <a:r>
              <a:t>      "text": "適用できる業務範囲が記載された文書。",</a:t>
            </a:r>
          </a:p>
          <a:p>
            <a:r>
              <a:t>      "refs": [</a:t>
            </a:r>
          </a:p>
          <a:p>
            <a:r>
              <a:t>        {</a:t>
            </a:r>
          </a:p>
          <a:p>
            <a:r>
              <a:t>          "source_id": "s057",</a:t>
            </a:r>
          </a:p>
          <a:p>
            <a:r>
              <a:t>          "quote": "適用できる業務範囲が記載された文書。"</a:t>
            </a:r>
          </a:p>
          <a:p>
            <a:r>
              <a:t>        }</a:t>
            </a:r>
          </a:p>
          <a:p>
            <a:r>
              <a:t>      ],</a:t>
            </a:r>
          </a:p>
          <a:p>
            <a:r>
              <a:t>      "mode": "verbatim"</a:t>
            </a:r>
          </a:p>
          <a:p>
            <a:r>
              <a:t>    },</a:t>
            </a:r>
          </a:p>
          <a:p>
            <a:r>
              <a:t>    {</a:t>
            </a:r>
          </a:p>
          <a:p>
            <a:r>
              <a:t>      "text": "確認担当の記載",</a:t>
            </a:r>
          </a:p>
          <a:p>
            <a:r>
              <a:t>      "refs": [</a:t>
            </a:r>
          </a:p>
          <a:p>
            <a:r>
              <a:t>        {</a:t>
            </a:r>
          </a:p>
          <a:p>
            <a:r>
              <a:t>          "source_id": "s057",</a:t>
            </a:r>
          </a:p>
          <a:p>
            <a:r>
              <a:t>          "quote": "確認担当の記載"</a:t>
            </a:r>
          </a:p>
          <a:p>
            <a:r>
              <a:t>        }</a:t>
            </a:r>
          </a:p>
          <a:p>
            <a:r>
              <a:t>      ],</a:t>
            </a:r>
          </a:p>
          <a:p>
            <a:r>
              <a:t>      "mode": "verbatim"</a:t>
            </a:r>
          </a:p>
          <a:p>
            <a:r>
              <a:t>    },</a:t>
            </a:r>
          </a:p>
          <a:p>
            <a:r>
              <a:t>    {</a:t>
            </a:r>
          </a:p>
          <a:p>
            <a:r>
              <a:t>      "text": "内容を確認する担当が記載された文書。",</a:t>
            </a:r>
          </a:p>
          <a:p>
            <a:r>
              <a:t>      "refs": [</a:t>
            </a:r>
          </a:p>
          <a:p>
            <a:r>
              <a:t>        {</a:t>
            </a:r>
          </a:p>
          <a:p>
            <a:r>
              <a:t>          "source_id": "s057",</a:t>
            </a:r>
          </a:p>
          <a:p>
            <a:r>
              <a:t>          "quote": "内容を確認する担当が記載された文書。"</a:t>
            </a:r>
          </a:p>
          <a:p>
            <a:r>
              <a:t>        }</a:t>
            </a:r>
          </a:p>
          <a:p>
            <a:r>
              <a:t>      ],</a:t>
            </a:r>
          </a:p>
          <a:p>
            <a:r>
              <a:t>      "mode": "verbatim"</a:t>
            </a:r>
          </a:p>
          <a:p>
            <a:r>
              <a:t>    },</a:t>
            </a:r>
          </a:p>
          <a:p>
            <a:r>
              <a:t>    {</a:t>
            </a:r>
          </a:p>
          <a:p>
            <a:r>
              <a:t>      "text": "更新日の記載",</a:t>
            </a:r>
          </a:p>
          <a:p>
            <a:r>
              <a:t>      "refs": [</a:t>
            </a:r>
          </a:p>
          <a:p>
            <a:r>
              <a:t>        {</a:t>
            </a:r>
          </a:p>
          <a:p>
            <a:r>
              <a:t>          "source_id": "s057",</a:t>
            </a:r>
          </a:p>
          <a:p>
            <a:r>
              <a:t>          "quote": "更新日の記載"</a:t>
            </a:r>
          </a:p>
          <a:p>
            <a:r>
              <a:t>        }</a:t>
            </a:r>
          </a:p>
          <a:p>
            <a:r>
              <a:t>      ],</a:t>
            </a:r>
          </a:p>
          <a:p>
            <a:r>
              <a:t>      "mode": "verbatim"</a:t>
            </a:r>
          </a:p>
          <a:p>
            <a:r>
              <a:t>    },</a:t>
            </a:r>
          </a:p>
          <a:p>
            <a:r>
              <a:t>    {</a:t>
            </a:r>
          </a:p>
          <a:p>
            <a:r>
              <a:t>      "text": "原文の最終確認日が記載された文書。",</a:t>
            </a:r>
          </a:p>
          <a:p>
            <a:r>
              <a:t>      "refs": [</a:t>
            </a:r>
          </a:p>
          <a:p>
            <a:r>
              <a:t>        {</a:t>
            </a:r>
          </a:p>
          <a:p>
            <a:r>
              <a:t>          "source_id": "s057",</a:t>
            </a:r>
          </a:p>
          <a:p>
            <a:r>
              <a:t>          "quote": "原文の最終確認日が記載された文書。"</a:t>
            </a:r>
          </a:p>
          <a:p>
            <a:r>
              <a:t>        }</a:t>
            </a:r>
          </a:p>
          <a:p>
            <a:r>
              <a:t>      ],</a:t>
            </a:r>
          </a:p>
          <a:p>
            <a:r>
              <a:t>      "mode": "verbatim"</a:t>
            </a:r>
          </a:p>
          <a:p>
            <a:r>
              <a:t>    },</a:t>
            </a:r>
          </a:p>
          <a:p>
            <a:r>
              <a:t>    {</a:t>
            </a:r>
          </a:p>
          <a:p>
            <a:r>
              <a:t>      "value": 120.0,</a:t>
            </a:r>
          </a:p>
          <a:p>
            <a:r>
              <a:t>      "refs": [</a:t>
            </a:r>
          </a:p>
          <a:p>
            <a:r>
              <a:t>        {</a:t>
            </a:r>
          </a:p>
          <a:p>
            <a:r>
              <a:t>          "source_id": "s057",</a:t>
            </a:r>
          </a:p>
          <a:p>
            <a:r>
              <a:t>          "quote": "120"</a:t>
            </a:r>
          </a:p>
          <a:p>
            <a:r>
              <a:t>        }</a:t>
            </a:r>
          </a:p>
          <a:p>
            <a:r>
              <a:t>      ]</a:t>
            </a:r>
          </a:p>
          <a:p>
            <a:r>
              <a:t>    },</a:t>
            </a:r>
          </a:p>
          <a:p>
            <a:r>
              <a:t>    {</a:t>
            </a:r>
          </a:p>
          <a:p>
            <a:r>
              <a:t>      "value": 84.0,</a:t>
            </a:r>
          </a:p>
          <a:p>
            <a:r>
              <a:t>      "refs": [</a:t>
            </a:r>
          </a:p>
          <a:p>
            <a:r>
              <a:t>        {</a:t>
            </a:r>
          </a:p>
          <a:p>
            <a:r>
              <a:t>          "source_id": "s057",</a:t>
            </a:r>
          </a:p>
          <a:p>
            <a:r>
              <a:t>          "quote": "84"</a:t>
            </a:r>
          </a:p>
          <a:p>
            <a:r>
              <a:t>        }</a:t>
            </a:r>
          </a:p>
          <a:p>
            <a:r>
              <a:t>      ]</a:t>
            </a:r>
          </a:p>
          <a:p>
            <a:r>
              <a:t>    },</a:t>
            </a:r>
          </a:p>
          <a:p>
            <a:r>
              <a:t>    {</a:t>
            </a:r>
          </a:p>
          <a:p>
            <a:r>
              <a:t>      "value": 24.0,</a:t>
            </a:r>
          </a:p>
          <a:p>
            <a:r>
              <a:t>      "refs": [</a:t>
            </a:r>
          </a:p>
          <a:p>
            <a:r>
              <a:t>        {</a:t>
            </a:r>
          </a:p>
          <a:p>
            <a:r>
              <a:t>          "source_id": "s057",</a:t>
            </a:r>
          </a:p>
          <a:p>
            <a:r>
              <a:t>          "quote": "24"</a:t>
            </a:r>
          </a:p>
          <a:p>
            <a:r>
              <a:t>        }</a:t>
            </a:r>
          </a:p>
          <a:p>
            <a:r>
              <a:t>      ]</a:t>
            </a:r>
          </a:p>
          <a:p>
            <a:r>
              <a:t>    }</a:t>
            </a:r>
          </a:p>
          <a:p>
            <a:r>
              <a:t>  ],</a:t>
            </a:r>
          </a:p>
          <a:p>
            <a:r>
              <a:t>  "citations": {</a:t>
            </a:r>
          </a:p>
          <a:p>
            <a:r>
              <a:t>    "s057":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"metrics",</a:t>
            </a:r>
          </a:p>
          <a:p>
            <a:r>
              <a:t>  "structural_variant": "stack",</a:t>
            </a:r>
          </a:p>
          <a:p>
            <a:r>
              <a:t>  "repetition_reason": "Catalog inventory: adjacent entries intentionally show every count/orientation for comparison; this is not a presentation sequence.",</a:t>
            </a:r>
          </a:p>
          <a:p>
            <a:r>
              <a:t>  "row_alignments": {},</a:t>
            </a:r>
          </a:p>
          <a:p>
            <a:r>
              <a:t>  "images": {},</a:t>
            </a:r>
          </a:p>
          <a:p>
            <a:r>
              <a:t>  "template_sha256": "a87c430d4e45939c51cfa66ba9ccba45be15cdb8d0af0c2157686da4cb89a4a8"</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"slide058",</a:t>
            </a:r>
          </a:p>
          <a:p>
            <a:r>
              <a:t>  "origin": "catalog",</a:t>
            </a:r>
          </a:p>
          <a:p>
            <a:r>
              <a:t>  "layout_id": "ed_metrics_breakdown_top_3",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"s058",</a:t>
            </a:r>
          </a:p>
          <a:p>
            <a:r>
              <a:t>          "quote": "社内ナレッジを探しやすくする条件"</a:t>
            </a:r>
          </a:p>
          <a:p>
            <a:r>
              <a:t>        }</a:t>
            </a:r>
          </a:p>
          <a:p>
            <a:r>
              <a:t>      ],</a:t>
            </a:r>
          </a:p>
          <a:p>
            <a:r>
              <a:t>      "mode": "verbatim"</a:t>
            </a:r>
          </a:p>
          <a:p>
            <a:r>
              <a:t>    },</a:t>
            </a:r>
          </a:p>
          <a:p>
            <a:r>
              <a:t>    {</a:t>
            </a:r>
          </a:p>
          <a:p>
            <a:r>
              <a:t>      "text": "架空の資料一覧を、相互に重ならない確認状態で整理した例。業務への効果は未検証。",</a:t>
            </a:r>
          </a:p>
          <a:p>
            <a:r>
              <a:t>      "refs": [</a:t>
            </a:r>
          </a:p>
          <a:p>
            <a:r>
              <a:t>        {</a:t>
            </a:r>
          </a:p>
          <a:p>
            <a:r>
              <a:t>          "source_id": "s058",</a:t>
            </a:r>
          </a:p>
          <a:p>
            <a:r>
              <a:t>          "quote": "架空の資料一覧を、相互に重ならない確認状態で整理した例。業務への効果は未検証。"</a:t>
            </a:r>
          </a:p>
          <a:p>
            <a:r>
              <a:t>        }</a:t>
            </a:r>
          </a:p>
          <a:p>
            <a:r>
              <a:t>      ],</a:t>
            </a:r>
          </a:p>
          <a:p>
            <a:r>
              <a:t>      "mode": "verbatim"</a:t>
            </a:r>
          </a:p>
          <a:p>
            <a:r>
              <a:t>    },</a:t>
            </a:r>
          </a:p>
          <a:p>
            <a:r>
              <a:t>    {</a:t>
            </a:r>
          </a:p>
          <a:p>
            <a:r>
              <a:t>      "text": "対象資料の総数",</a:t>
            </a:r>
          </a:p>
          <a:p>
            <a:r>
              <a:t>      "refs": [</a:t>
            </a:r>
          </a:p>
          <a:p>
            <a:r>
              <a:t>        {</a:t>
            </a:r>
          </a:p>
          <a:p>
            <a:r>
              <a:t>          "source_id": "s058",</a:t>
            </a:r>
          </a:p>
          <a:p>
            <a:r>
              <a:t>          "quote": "対象資料の総数"</a:t>
            </a:r>
          </a:p>
          <a:p>
            <a:r>
              <a:t>        }</a:t>
            </a:r>
          </a:p>
          <a:p>
            <a:r>
              <a:t>      ],</a:t>
            </a:r>
          </a:p>
          <a:p>
            <a:r>
              <a:t>      "mode": "verbatim"</a:t>
            </a:r>
          </a:p>
          <a:p>
            <a:r>
              <a:t>    },</a:t>
            </a:r>
          </a:p>
          <a:p>
            <a:r>
              <a:t>    {</a:t>
            </a:r>
          </a:p>
          <a:p>
            <a:r>
              <a:t>      "text": "各資料を一つの状態に分類した架空の棚卸し。",</a:t>
            </a:r>
          </a:p>
          <a:p>
            <a:r>
              <a:t>      "refs": [</a:t>
            </a:r>
          </a:p>
          <a:p>
            <a:r>
              <a:t>        {</a:t>
            </a:r>
          </a:p>
          <a:p>
            <a:r>
              <a:t>          "source_id": "s058",</a:t>
            </a:r>
          </a:p>
          <a:p>
            <a:r>
              <a:t>          "quote": "各資料を一つの状態に分類した架空の棚卸し。"</a:t>
            </a:r>
          </a:p>
          <a:p>
            <a:r>
              <a:t>        }</a:t>
            </a:r>
          </a:p>
          <a:p>
            <a:r>
              <a:t>      ],</a:t>
            </a:r>
          </a:p>
          <a:p>
            <a:r>
              <a:t>      "mode": "verbatim"</a:t>
            </a:r>
          </a:p>
          <a:p>
            <a:r>
              <a:t>    },</a:t>
            </a:r>
          </a:p>
          <a:p>
            <a:r>
              <a:t>    {</a:t>
            </a:r>
          </a:p>
          <a:p>
            <a:r>
              <a:t>      "text": "確認済み",</a:t>
            </a:r>
          </a:p>
          <a:p>
            <a:r>
              <a:t>      "refs": [</a:t>
            </a:r>
          </a:p>
          <a:p>
            <a:r>
              <a:t>        {</a:t>
            </a:r>
          </a:p>
          <a:p>
            <a:r>
              <a:t>          "source_id": "s058",</a:t>
            </a:r>
          </a:p>
          <a:p>
            <a:r>
              <a:t>          "quote": "確認済み"</a:t>
            </a:r>
          </a:p>
          <a:p>
            <a:r>
              <a:t>        }</a:t>
            </a:r>
          </a:p>
          <a:p>
            <a:r>
              <a:t>      ],</a:t>
            </a:r>
          </a:p>
          <a:p>
            <a:r>
              <a:t>      "mode": "verbatim"</a:t>
            </a:r>
          </a:p>
          <a:p>
            <a:r>
              <a:t>    },</a:t>
            </a:r>
          </a:p>
          <a:p>
            <a:r>
              <a:t>    {</a:t>
            </a:r>
          </a:p>
          <a:p>
            <a:r>
              <a:t>      "text": "対象範囲と担当を確認済み。",</a:t>
            </a:r>
          </a:p>
          <a:p>
            <a:r>
              <a:t>      "refs": [</a:t>
            </a:r>
          </a:p>
          <a:p>
            <a:r>
              <a:t>        {</a:t>
            </a:r>
          </a:p>
          <a:p>
            <a:r>
              <a:t>          "source_id": "s058",</a:t>
            </a:r>
          </a:p>
          <a:p>
            <a:r>
              <a:t>          "quote": "対象範囲と担当を確認済み。"</a:t>
            </a:r>
          </a:p>
          <a:p>
            <a:r>
              <a:t>        }</a:t>
            </a:r>
          </a:p>
          <a:p>
            <a:r>
              <a:t>      ],</a:t>
            </a:r>
          </a:p>
          <a:p>
            <a:r>
              <a:t>      "mode": "verbatim"</a:t>
            </a:r>
          </a:p>
          <a:p>
            <a:r>
              <a:t>    },</a:t>
            </a:r>
          </a:p>
          <a:p>
            <a:r>
              <a:t>    {</a:t>
            </a:r>
          </a:p>
          <a:p>
            <a:r>
              <a:t>      "text": "要確認",</a:t>
            </a:r>
          </a:p>
          <a:p>
            <a:r>
              <a:t>      "refs": [</a:t>
            </a:r>
          </a:p>
          <a:p>
            <a:r>
              <a:t>        {</a:t>
            </a:r>
          </a:p>
          <a:p>
            <a:r>
              <a:t>          "source_id": "s058",</a:t>
            </a:r>
          </a:p>
          <a:p>
            <a:r>
              <a:t>          "quote": "要確認"</a:t>
            </a:r>
          </a:p>
          <a:p>
            <a:r>
              <a:t>        }</a:t>
            </a:r>
          </a:p>
          <a:p>
            <a:r>
              <a:t>      ],</a:t>
            </a:r>
          </a:p>
          <a:p>
            <a:r>
              <a:t>      "mode": "verbatim"</a:t>
            </a:r>
          </a:p>
          <a:p>
            <a:r>
              <a:t>    },</a:t>
            </a:r>
          </a:p>
          <a:p>
            <a:r>
              <a:t>    {</a:t>
            </a:r>
          </a:p>
          <a:p>
            <a:r>
              <a:t>      "text": "条件か確認日の照合が必要。",</a:t>
            </a:r>
          </a:p>
          <a:p>
            <a:r>
              <a:t>      "refs": [</a:t>
            </a:r>
          </a:p>
          <a:p>
            <a:r>
              <a:t>        {</a:t>
            </a:r>
          </a:p>
          <a:p>
            <a:r>
              <a:t>          "source_id": "s058",</a:t>
            </a:r>
          </a:p>
          <a:p>
            <a:r>
              <a:t>          "quote": "条件か確認日の照合が必要。"</a:t>
            </a:r>
          </a:p>
          <a:p>
            <a:r>
              <a:t>        }</a:t>
            </a:r>
          </a:p>
          <a:p>
            <a:r>
              <a:t>      ],</a:t>
            </a:r>
          </a:p>
          <a:p>
            <a:r>
              <a:t>      "mode": "verbatim"</a:t>
            </a:r>
          </a:p>
          <a:p>
            <a:r>
              <a:t>    },</a:t>
            </a:r>
          </a:p>
          <a:p>
            <a:r>
              <a:t>    {</a:t>
            </a:r>
          </a:p>
          <a:p>
            <a:r>
              <a:t>      "text": "更新予定",</a:t>
            </a:r>
          </a:p>
          <a:p>
            <a:r>
              <a:t>      "refs": [</a:t>
            </a:r>
          </a:p>
          <a:p>
            <a:r>
              <a:t>        {</a:t>
            </a:r>
          </a:p>
          <a:p>
            <a:r>
              <a:t>          "source_id": "s058",</a:t>
            </a:r>
          </a:p>
          <a:p>
            <a:r>
              <a:t>          "quote": "更新予定"</a:t>
            </a:r>
          </a:p>
          <a:p>
            <a:r>
              <a:t>        }</a:t>
            </a:r>
          </a:p>
          <a:p>
            <a:r>
              <a:t>      ],</a:t>
            </a:r>
          </a:p>
          <a:p>
            <a:r>
              <a:t>      "mode": "verbatim"</a:t>
            </a:r>
          </a:p>
          <a:p>
            <a:r>
              <a:t>    },</a:t>
            </a:r>
          </a:p>
          <a:p>
            <a:r>
              <a:t>    {</a:t>
            </a:r>
          </a:p>
          <a:p>
            <a:r>
              <a:t>      "text": "改訂の予定を登録済み。",</a:t>
            </a:r>
          </a:p>
          <a:p>
            <a:r>
              <a:t>      "refs": [</a:t>
            </a:r>
          </a:p>
          <a:p>
            <a:r>
              <a:t>        {</a:t>
            </a:r>
          </a:p>
          <a:p>
            <a:r>
              <a:t>          "source_id": "s058",</a:t>
            </a:r>
          </a:p>
          <a:p>
            <a:r>
              <a:t>          "quote": "改訂の予定を登録済み。"</a:t>
            </a:r>
          </a:p>
          <a:p>
            <a:r>
              <a:t>        }</a:t>
            </a:r>
          </a:p>
          <a:p>
            <a:r>
              <a:t>      ],</a:t>
            </a:r>
          </a:p>
          <a:p>
            <a:r>
              <a:t>      "mode": "verbatim"</a:t>
            </a:r>
          </a:p>
          <a:p>
            <a:r>
              <a:t>    },</a:t>
            </a:r>
          </a:p>
          <a:p>
            <a:r>
              <a:t>    {</a:t>
            </a:r>
          </a:p>
          <a:p>
            <a:r>
              <a:t>      "value": 120.0,</a:t>
            </a:r>
          </a:p>
          <a:p>
            <a:r>
              <a:t>      "refs": [</a:t>
            </a:r>
          </a:p>
          <a:p>
            <a:r>
              <a:t>        {</a:t>
            </a:r>
          </a:p>
          <a:p>
            <a:r>
              <a:t>          "source_id": "s058",</a:t>
            </a:r>
          </a:p>
          <a:p>
            <a:r>
              <a:t>          "quote": "120"</a:t>
            </a:r>
          </a:p>
          <a:p>
            <a:r>
              <a:t>        }</a:t>
            </a:r>
          </a:p>
          <a:p>
            <a:r>
              <a:t>      ]</a:t>
            </a:r>
          </a:p>
          <a:p>
            <a:r>
              <a:t>    },</a:t>
            </a:r>
          </a:p>
          <a:p>
            <a:r>
              <a:t>    {</a:t>
            </a:r>
          </a:p>
          <a:p>
            <a:r>
              <a:t>      "value": 84.0,</a:t>
            </a:r>
          </a:p>
          <a:p>
            <a:r>
              <a:t>      "refs": [</a:t>
            </a:r>
          </a:p>
          <a:p>
            <a:r>
              <a:t>        {</a:t>
            </a:r>
          </a:p>
          <a:p>
            <a:r>
              <a:t>          "source_id": "s058",</a:t>
            </a:r>
          </a:p>
          <a:p>
            <a:r>
              <a:t>          "quote": "84"</a:t>
            </a:r>
          </a:p>
          <a:p>
            <a:r>
              <a:t>        }</a:t>
            </a:r>
          </a:p>
          <a:p>
            <a:r>
              <a:t>      ]</a:t>
            </a:r>
          </a:p>
          <a:p>
            <a:r>
              <a:t>    },</a:t>
            </a:r>
          </a:p>
          <a:p>
            <a:r>
              <a:t>    {</a:t>
            </a:r>
          </a:p>
          <a:p>
            <a:r>
              <a:t>      "value": 24.0,</a:t>
            </a:r>
          </a:p>
          <a:p>
            <a:r>
              <a:t>      "refs": [</a:t>
            </a:r>
          </a:p>
          <a:p>
            <a:r>
              <a:t>        {</a:t>
            </a:r>
          </a:p>
          <a:p>
            <a:r>
              <a:t>          "source_id": "s058",</a:t>
            </a:r>
          </a:p>
          <a:p>
            <a:r>
              <a:t>          "quote": "24"</a:t>
            </a:r>
          </a:p>
          <a:p>
            <a:r>
              <a:t>        }</a:t>
            </a:r>
          </a:p>
          <a:p>
            <a:r>
              <a:t>      ]</a:t>
            </a:r>
          </a:p>
          <a:p>
            <a:r>
              <a:t>    },</a:t>
            </a:r>
          </a:p>
          <a:p>
            <a:r>
              <a:t>    {</a:t>
            </a:r>
          </a:p>
          <a:p>
            <a:r>
              <a:t>      "value": 12.0,</a:t>
            </a:r>
          </a:p>
          <a:p>
            <a:r>
              <a:t>      "refs": [</a:t>
            </a:r>
          </a:p>
          <a:p>
            <a:r>
              <a:t>        {</a:t>
            </a:r>
          </a:p>
          <a:p>
            <a:r>
              <a:t>          "source_id": "s058",</a:t>
            </a:r>
          </a:p>
          <a:p>
            <a:r>
              <a:t>          "quote": "12"</a:t>
            </a:r>
          </a:p>
          <a:p>
            <a:r>
              <a:t>        }</a:t>
            </a:r>
          </a:p>
          <a:p>
            <a:r>
              <a:t>      ]</a:t>
            </a:r>
          </a:p>
          <a:p>
            <a:r>
              <a:t>    }</a:t>
            </a:r>
          </a:p>
          <a:p>
            <a:r>
              <a:t>  ],</a:t>
            </a:r>
          </a:p>
          <a:p>
            <a:r>
              <a:t>  "citations": {</a:t>
            </a:r>
          </a:p>
          <a:p>
            <a:r>
              <a:t>    "s058":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"metrics",</a:t>
            </a:r>
          </a:p>
          <a:p>
            <a:r>
              <a:t>  "structural_variant": "breakdown_top",</a:t>
            </a:r>
          </a:p>
          <a:p>
            <a:r>
              <a:t>  "repetition_reason": "Catalog inventory: adjacent entries intentionally show every count/orientation for comparison; this is not a presentation sequence.",</a:t>
            </a:r>
          </a:p>
          <a:p>
            <a:r>
              <a:t>  "row_alignments": {},</a:t>
            </a:r>
          </a:p>
          <a:p>
            <a:r>
              <a:t>  "images": {},</a:t>
            </a:r>
          </a:p>
          <a:p>
            <a:r>
              <a:t>  "template_sha256": "5abf4bc00f09927d248be6792b2823517de33cd34c4cabba7b54cbc5ae122823"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"slide059",</a:t>
            </a:r>
          </a:p>
          <a:p>
            <a:r>
              <a:t>  "origin": "catalog",</a:t>
            </a:r>
          </a:p>
          <a:p>
            <a:r>
              <a:t>  "layout_id": "ed_metrics_breakdown_left_3",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"s059",</a:t>
            </a:r>
          </a:p>
          <a:p>
            <a:r>
              <a:t>          "quote": "社内ナレッジを探しやすくする条件"</a:t>
            </a:r>
          </a:p>
          <a:p>
            <a:r>
              <a:t>        }</a:t>
            </a:r>
          </a:p>
          <a:p>
            <a:r>
              <a:t>      ],</a:t>
            </a:r>
          </a:p>
          <a:p>
            <a:r>
              <a:t>      "mode": "verbatim"</a:t>
            </a:r>
          </a:p>
          <a:p>
            <a:r>
              <a:t>    },</a:t>
            </a:r>
          </a:p>
          <a:p>
            <a:r>
              <a:t>    {</a:t>
            </a:r>
          </a:p>
          <a:p>
            <a:r>
              <a:t>      "text": "架空の資料一覧を、相互に重ならない確認状態で整理した例。業務への効果は未検証。",</a:t>
            </a:r>
          </a:p>
          <a:p>
            <a:r>
              <a:t>      "refs": [</a:t>
            </a:r>
          </a:p>
          <a:p>
            <a:r>
              <a:t>        {</a:t>
            </a:r>
          </a:p>
          <a:p>
            <a:r>
              <a:t>          "source_id": "s059",</a:t>
            </a:r>
          </a:p>
          <a:p>
            <a:r>
              <a:t>          "quote": "架空の資料一覧を、相互に重ならない確認状態で整理した例。業務への効果は未検証。"</a:t>
            </a:r>
          </a:p>
          <a:p>
            <a:r>
              <a:t>        }</a:t>
            </a:r>
          </a:p>
          <a:p>
            <a:r>
              <a:t>      ],</a:t>
            </a:r>
          </a:p>
          <a:p>
            <a:r>
              <a:t>      "mode": "verbatim"</a:t>
            </a:r>
          </a:p>
          <a:p>
            <a:r>
              <a:t>    },</a:t>
            </a:r>
          </a:p>
          <a:p>
            <a:r>
              <a:t>    {</a:t>
            </a:r>
          </a:p>
          <a:p>
            <a:r>
              <a:t>      "text": "対象資料の総数",</a:t>
            </a:r>
          </a:p>
          <a:p>
            <a:r>
              <a:t>      "refs": [</a:t>
            </a:r>
          </a:p>
          <a:p>
            <a:r>
              <a:t>        {</a:t>
            </a:r>
          </a:p>
          <a:p>
            <a:r>
              <a:t>          "source_id": "s059",</a:t>
            </a:r>
          </a:p>
          <a:p>
            <a:r>
              <a:t>          "quote": "対象資料の総数"</a:t>
            </a:r>
          </a:p>
          <a:p>
            <a:r>
              <a:t>        }</a:t>
            </a:r>
          </a:p>
          <a:p>
            <a:r>
              <a:t>      ],</a:t>
            </a:r>
          </a:p>
          <a:p>
            <a:r>
              <a:t>      "mode": "verbatim"</a:t>
            </a:r>
          </a:p>
          <a:p>
            <a:r>
              <a:t>    },</a:t>
            </a:r>
          </a:p>
          <a:p>
            <a:r>
              <a:t>    {</a:t>
            </a:r>
          </a:p>
          <a:p>
            <a:r>
              <a:t>      "text": "各資料を一つの状態に分類した架空の棚卸し。",</a:t>
            </a:r>
          </a:p>
          <a:p>
            <a:r>
              <a:t>      "refs": [</a:t>
            </a:r>
          </a:p>
          <a:p>
            <a:r>
              <a:t>        {</a:t>
            </a:r>
          </a:p>
          <a:p>
            <a:r>
              <a:t>          "source_id": "s059",</a:t>
            </a:r>
          </a:p>
          <a:p>
            <a:r>
              <a:t>          "quote": "各資料を一つの状態に分類した架空の棚卸し。"</a:t>
            </a:r>
          </a:p>
          <a:p>
            <a:r>
              <a:t>        }</a:t>
            </a:r>
          </a:p>
          <a:p>
            <a:r>
              <a:t>      ],</a:t>
            </a:r>
          </a:p>
          <a:p>
            <a:r>
              <a:t>      "mode": "verbatim"</a:t>
            </a:r>
          </a:p>
          <a:p>
            <a:r>
              <a:t>    },</a:t>
            </a:r>
          </a:p>
          <a:p>
            <a:r>
              <a:t>    {</a:t>
            </a:r>
          </a:p>
          <a:p>
            <a:r>
              <a:t>      "text": "確認済み",</a:t>
            </a:r>
          </a:p>
          <a:p>
            <a:r>
              <a:t>      "refs": [</a:t>
            </a:r>
          </a:p>
          <a:p>
            <a:r>
              <a:t>        {</a:t>
            </a:r>
          </a:p>
          <a:p>
            <a:r>
              <a:t>          "source_id": "s059",</a:t>
            </a:r>
          </a:p>
          <a:p>
            <a:r>
              <a:t>          "quote": "確認済み"</a:t>
            </a:r>
          </a:p>
          <a:p>
            <a:r>
              <a:t>        }</a:t>
            </a:r>
          </a:p>
          <a:p>
            <a:r>
              <a:t>      ],</a:t>
            </a:r>
          </a:p>
          <a:p>
            <a:r>
              <a:t>      "mode": "verbatim"</a:t>
            </a:r>
          </a:p>
          <a:p>
            <a:r>
              <a:t>    },</a:t>
            </a:r>
          </a:p>
          <a:p>
            <a:r>
              <a:t>    {</a:t>
            </a:r>
          </a:p>
          <a:p>
            <a:r>
              <a:t>      "text": "対象範囲と担当を確認済み。",</a:t>
            </a:r>
          </a:p>
          <a:p>
            <a:r>
              <a:t>      "refs": [</a:t>
            </a:r>
          </a:p>
          <a:p>
            <a:r>
              <a:t>        {</a:t>
            </a:r>
          </a:p>
          <a:p>
            <a:r>
              <a:t>          "source_id": "s059",</a:t>
            </a:r>
          </a:p>
          <a:p>
            <a:r>
              <a:t>          "quote": "対象範囲と担当を確認済み。"</a:t>
            </a:r>
          </a:p>
          <a:p>
            <a:r>
              <a:t>        }</a:t>
            </a:r>
          </a:p>
          <a:p>
            <a:r>
              <a:t>      ],</a:t>
            </a:r>
          </a:p>
          <a:p>
            <a:r>
              <a:t>      "mode": "verbatim"</a:t>
            </a:r>
          </a:p>
          <a:p>
            <a:r>
              <a:t>    },</a:t>
            </a:r>
          </a:p>
          <a:p>
            <a:r>
              <a:t>    {</a:t>
            </a:r>
          </a:p>
          <a:p>
            <a:r>
              <a:t>      "text": "要確認",</a:t>
            </a:r>
          </a:p>
          <a:p>
            <a:r>
              <a:t>      "refs": [</a:t>
            </a:r>
          </a:p>
          <a:p>
            <a:r>
              <a:t>        {</a:t>
            </a:r>
          </a:p>
          <a:p>
            <a:r>
              <a:t>          "source_id": "s059",</a:t>
            </a:r>
          </a:p>
          <a:p>
            <a:r>
              <a:t>          "quote": "要確認"</a:t>
            </a:r>
          </a:p>
          <a:p>
            <a:r>
              <a:t>        }</a:t>
            </a:r>
          </a:p>
          <a:p>
            <a:r>
              <a:t>      ],</a:t>
            </a:r>
          </a:p>
          <a:p>
            <a:r>
              <a:t>      "mode": "verbatim"</a:t>
            </a:r>
          </a:p>
          <a:p>
            <a:r>
              <a:t>    },</a:t>
            </a:r>
          </a:p>
          <a:p>
            <a:r>
              <a:t>    {</a:t>
            </a:r>
          </a:p>
          <a:p>
            <a:r>
              <a:t>      "text": "条件か確認日の照合が必要。",</a:t>
            </a:r>
          </a:p>
          <a:p>
            <a:r>
              <a:t>      "refs": [</a:t>
            </a:r>
          </a:p>
          <a:p>
            <a:r>
              <a:t>        {</a:t>
            </a:r>
          </a:p>
          <a:p>
            <a:r>
              <a:t>          "source_id": "s059",</a:t>
            </a:r>
          </a:p>
          <a:p>
            <a:r>
              <a:t>          "quote": "条件か確認日の照合が必要。"</a:t>
            </a:r>
          </a:p>
          <a:p>
            <a:r>
              <a:t>        }</a:t>
            </a:r>
          </a:p>
          <a:p>
            <a:r>
              <a:t>      ],</a:t>
            </a:r>
          </a:p>
          <a:p>
            <a:r>
              <a:t>      "mode": "verbatim"</a:t>
            </a:r>
          </a:p>
          <a:p>
            <a:r>
              <a:t>    },</a:t>
            </a:r>
          </a:p>
          <a:p>
            <a:r>
              <a:t>    {</a:t>
            </a:r>
          </a:p>
          <a:p>
            <a:r>
              <a:t>      "text": "更新予定",</a:t>
            </a:r>
          </a:p>
          <a:p>
            <a:r>
              <a:t>      "refs": [</a:t>
            </a:r>
          </a:p>
          <a:p>
            <a:r>
              <a:t>        {</a:t>
            </a:r>
          </a:p>
          <a:p>
            <a:r>
              <a:t>          "source_id": "s059",</a:t>
            </a:r>
          </a:p>
          <a:p>
            <a:r>
              <a:t>          "quote": "更新予定"</a:t>
            </a:r>
          </a:p>
          <a:p>
            <a:r>
              <a:t>        }</a:t>
            </a:r>
          </a:p>
          <a:p>
            <a:r>
              <a:t>      ],</a:t>
            </a:r>
          </a:p>
          <a:p>
            <a:r>
              <a:t>      "mode": "verbatim"</a:t>
            </a:r>
          </a:p>
          <a:p>
            <a:r>
              <a:t>    },</a:t>
            </a:r>
          </a:p>
          <a:p>
            <a:r>
              <a:t>    {</a:t>
            </a:r>
          </a:p>
          <a:p>
            <a:r>
              <a:t>      "text": "改訂の予定を登録済み。",</a:t>
            </a:r>
          </a:p>
          <a:p>
            <a:r>
              <a:t>      "refs": [</a:t>
            </a:r>
          </a:p>
          <a:p>
            <a:r>
              <a:t>        {</a:t>
            </a:r>
          </a:p>
          <a:p>
            <a:r>
              <a:t>          "source_id": "s059",</a:t>
            </a:r>
          </a:p>
          <a:p>
            <a:r>
              <a:t>          "quote": "改訂の予定を登録済み。"</a:t>
            </a:r>
          </a:p>
          <a:p>
            <a:r>
              <a:t>        }</a:t>
            </a:r>
          </a:p>
          <a:p>
            <a:r>
              <a:t>      ],</a:t>
            </a:r>
          </a:p>
          <a:p>
            <a:r>
              <a:t>      "mode": "verbatim"</a:t>
            </a:r>
          </a:p>
          <a:p>
            <a:r>
              <a:t>    },</a:t>
            </a:r>
          </a:p>
          <a:p>
            <a:r>
              <a:t>    {</a:t>
            </a:r>
          </a:p>
          <a:p>
            <a:r>
              <a:t>      "value": 120.0,</a:t>
            </a:r>
          </a:p>
          <a:p>
            <a:r>
              <a:t>      "refs": [</a:t>
            </a:r>
          </a:p>
          <a:p>
            <a:r>
              <a:t>        {</a:t>
            </a:r>
          </a:p>
          <a:p>
            <a:r>
              <a:t>          "source_id": "s059",</a:t>
            </a:r>
          </a:p>
          <a:p>
            <a:r>
              <a:t>          "quote": "120"</a:t>
            </a:r>
          </a:p>
          <a:p>
            <a:r>
              <a:t>        }</a:t>
            </a:r>
          </a:p>
          <a:p>
            <a:r>
              <a:t>      ]</a:t>
            </a:r>
          </a:p>
          <a:p>
            <a:r>
              <a:t>    },</a:t>
            </a:r>
          </a:p>
          <a:p>
            <a:r>
              <a:t>    {</a:t>
            </a:r>
          </a:p>
          <a:p>
            <a:r>
              <a:t>      "value": 84.0,</a:t>
            </a:r>
          </a:p>
          <a:p>
            <a:r>
              <a:t>      "refs": [</a:t>
            </a:r>
          </a:p>
          <a:p>
            <a:r>
              <a:t>        {</a:t>
            </a:r>
          </a:p>
          <a:p>
            <a:r>
              <a:t>          "source_id": "s059",</a:t>
            </a:r>
          </a:p>
          <a:p>
            <a:r>
              <a:t>          "quote": "84"</a:t>
            </a:r>
          </a:p>
          <a:p>
            <a:r>
              <a:t>        }</a:t>
            </a:r>
          </a:p>
          <a:p>
            <a:r>
              <a:t>      ]</a:t>
            </a:r>
          </a:p>
          <a:p>
            <a:r>
              <a:t>    },</a:t>
            </a:r>
          </a:p>
          <a:p>
            <a:r>
              <a:t>    {</a:t>
            </a:r>
          </a:p>
          <a:p>
            <a:r>
              <a:t>      "value": 24.0,</a:t>
            </a:r>
          </a:p>
          <a:p>
            <a:r>
              <a:t>      "refs": [</a:t>
            </a:r>
          </a:p>
          <a:p>
            <a:r>
              <a:t>        {</a:t>
            </a:r>
          </a:p>
          <a:p>
            <a:r>
              <a:t>          "source_id": "s059",</a:t>
            </a:r>
          </a:p>
          <a:p>
            <a:r>
              <a:t>          "quote": "24"</a:t>
            </a:r>
          </a:p>
          <a:p>
            <a:r>
              <a:t>        }</a:t>
            </a:r>
          </a:p>
          <a:p>
            <a:r>
              <a:t>      ]</a:t>
            </a:r>
          </a:p>
          <a:p>
            <a:r>
              <a:t>    },</a:t>
            </a:r>
          </a:p>
          <a:p>
            <a:r>
              <a:t>    {</a:t>
            </a:r>
          </a:p>
          <a:p>
            <a:r>
              <a:t>      "value": 12.0,</a:t>
            </a:r>
          </a:p>
          <a:p>
            <a:r>
              <a:t>      "refs": [</a:t>
            </a:r>
          </a:p>
          <a:p>
            <a:r>
              <a:t>        {</a:t>
            </a:r>
          </a:p>
          <a:p>
            <a:r>
              <a:t>          "source_id": "s059",</a:t>
            </a:r>
          </a:p>
          <a:p>
            <a:r>
              <a:t>          "quote": "12"</a:t>
            </a:r>
          </a:p>
          <a:p>
            <a:r>
              <a:t>        }</a:t>
            </a:r>
          </a:p>
          <a:p>
            <a:r>
              <a:t>      ]</a:t>
            </a:r>
          </a:p>
          <a:p>
            <a:r>
              <a:t>    }</a:t>
            </a:r>
          </a:p>
          <a:p>
            <a:r>
              <a:t>  ],</a:t>
            </a:r>
          </a:p>
          <a:p>
            <a:r>
              <a:t>  "citations": {</a:t>
            </a:r>
          </a:p>
          <a:p>
            <a:r>
              <a:t>    "s059":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"metrics",</a:t>
            </a:r>
          </a:p>
          <a:p>
            <a:r>
              <a:t>  "structural_variant": "breakdown_left",</a:t>
            </a:r>
          </a:p>
          <a:p>
            <a:r>
              <a:t>  "repetition_reason": "Catalog inventory: adjacent entries intentionally show every count/orientation for comparison; this is not a presentation sequence.",</a:t>
            </a:r>
          </a:p>
          <a:p>
            <a:r>
              <a:t>  "row_alignments": {},</a:t>
            </a:r>
          </a:p>
          <a:p>
            <a:r>
              <a:t>  "images": {},</a:t>
            </a:r>
          </a:p>
          <a:p>
            <a:r>
              <a:t>  "template_sha256": "a0bd50cb92621b04961db052836613b24e1d4a9fec2cd45cddcf6c6e931852bb"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"slide060",</a:t>
            </a:r>
          </a:p>
          <a:p>
            <a:r>
              <a:t>  "origin": "catalog",</a:t>
            </a:r>
          </a:p>
          <a:p>
            <a:r>
              <a:t>  "layout_id": "ed_table_two_columns_3",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"s060",</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"s060",</a:t>
            </a:r>
          </a:p>
          <a:p>
            <a:r>
              <a:t>          "quote": "架空の社内調査。運用条件を整理した所見であり、効果を実証したものではない。"</a:t>
            </a:r>
          </a:p>
          <a:p>
            <a:r>
              <a:t>        }</a:t>
            </a:r>
          </a:p>
          <a:p>
            <a:r>
              <a:t>      ],</a:t>
            </a:r>
          </a:p>
          <a:p>
            <a:r>
              <a:t>      "mode": "verbatim"</a:t>
            </a:r>
          </a:p>
          <a:p>
            <a:r>
              <a:t>    },</a:t>
            </a:r>
          </a:p>
          <a:p>
            <a:r>
              <a:t>    {</a:t>
            </a:r>
          </a:p>
          <a:p>
            <a:r>
              <a:t>      "text": "観点",</a:t>
            </a:r>
          </a:p>
          <a:p>
            <a:r>
              <a:t>      "refs": [</a:t>
            </a:r>
          </a:p>
          <a:p>
            <a:r>
              <a:t>        {</a:t>
            </a:r>
          </a:p>
          <a:p>
            <a:r>
              <a:t>          "source_id": "s060",</a:t>
            </a:r>
          </a:p>
          <a:p>
            <a:r>
              <a:t>          "quote": "観点"</a:t>
            </a:r>
          </a:p>
          <a:p>
            <a:r>
              <a:t>        }</a:t>
            </a:r>
          </a:p>
          <a:p>
            <a:r>
              <a:t>      ],</a:t>
            </a:r>
          </a:p>
          <a:p>
            <a:r>
              <a:t>      "mode": "verbatim"</a:t>
            </a:r>
          </a:p>
          <a:p>
            <a:r>
              <a:t>    },</a:t>
            </a:r>
          </a:p>
          <a:p>
            <a:r>
              <a:t>    {</a:t>
            </a:r>
          </a:p>
          <a:p>
            <a:r>
              <a:t>      "text": "確認事項",</a:t>
            </a:r>
          </a:p>
          <a:p>
            <a:r>
              <a:t>      "refs": [</a:t>
            </a:r>
          </a:p>
          <a:p>
            <a:r>
              <a:t>        {</a:t>
            </a:r>
          </a:p>
          <a:p>
            <a:r>
              <a:t>          "source_id": "s060",</a:t>
            </a:r>
          </a:p>
          <a:p>
            <a:r>
              <a:t>          "quote": "確認事項"</a:t>
            </a:r>
          </a:p>
          <a:p>
            <a:r>
              <a:t>        }</a:t>
            </a:r>
          </a:p>
          <a:p>
            <a:r>
              <a:t>      ],</a:t>
            </a:r>
          </a:p>
          <a:p>
            <a:r>
              <a:t>      "mode": "verbatim"</a:t>
            </a:r>
          </a:p>
          <a:p>
            <a:r>
              <a:t>    },</a:t>
            </a:r>
          </a:p>
          <a:p>
            <a:r>
              <a:t>    {</a:t>
            </a:r>
          </a:p>
          <a:p>
            <a:r>
              <a:t>      "text": "検索入口を揃える",</a:t>
            </a:r>
          </a:p>
          <a:p>
            <a:r>
              <a:t>      "refs": [</a:t>
            </a:r>
          </a:p>
          <a:p>
            <a:r>
              <a:t>        {</a:t>
            </a:r>
          </a:p>
          <a:p>
            <a:r>
              <a:t>          "source_id": "s060",</a:t>
            </a:r>
          </a:p>
          <a:p>
            <a:r>
              <a:t>          "quote": "検索入口を揃える"</a:t>
            </a:r>
          </a:p>
          <a:p>
            <a:r>
              <a:t>        }</a:t>
            </a:r>
          </a:p>
          <a:p>
            <a:r>
              <a:t>      ],</a:t>
            </a:r>
          </a:p>
          <a:p>
            <a:r>
              <a:t>      "mode": "verbatim"</a:t>
            </a:r>
          </a:p>
          <a:p>
            <a:r>
              <a:t>    },</a:t>
            </a:r>
          </a:p>
          <a:p>
            <a:r>
              <a:t>    {</a:t>
            </a:r>
          </a:p>
          <a:p>
            <a:r>
              <a:t>      "text": "索引と用語の対応を確認",</a:t>
            </a:r>
          </a:p>
          <a:p>
            <a:r>
              <a:t>      "refs": [</a:t>
            </a:r>
          </a:p>
          <a:p>
            <a:r>
              <a:t>        {</a:t>
            </a:r>
          </a:p>
          <a:p>
            <a:r>
              <a:t>          "source_id": "s060",</a:t>
            </a:r>
          </a:p>
          <a:p>
            <a:r>
              <a:t>          "quote": "索引と用語の対応を確認"</a:t>
            </a:r>
          </a:p>
          <a:p>
            <a:r>
              <a:t>        }</a:t>
            </a:r>
          </a:p>
          <a:p>
            <a:r>
              <a:t>      ],</a:t>
            </a:r>
          </a:p>
          <a:p>
            <a:r>
              <a:t>      "mode": "verbatim"</a:t>
            </a:r>
          </a:p>
          <a:p>
            <a:r>
              <a:t>    },</a:t>
            </a:r>
          </a:p>
          <a:p>
            <a:r>
              <a:t>    {</a:t>
            </a:r>
          </a:p>
          <a:p>
            <a:r>
              <a:t>      "text": "根拠まで辿れる",</a:t>
            </a:r>
          </a:p>
          <a:p>
            <a:r>
              <a:t>      "refs": [</a:t>
            </a:r>
          </a:p>
          <a:p>
            <a:r>
              <a:t>        {</a:t>
            </a:r>
          </a:p>
          <a:p>
            <a:r>
              <a:t>          "source_id": "s060",</a:t>
            </a:r>
          </a:p>
          <a:p>
            <a:r>
              <a:t>          "quote": "根拠まで辿れる"</a:t>
            </a:r>
          </a:p>
          <a:p>
            <a:r>
              <a:t>        }</a:t>
            </a:r>
          </a:p>
          <a:p>
            <a:r>
              <a:t>      ],</a:t>
            </a:r>
          </a:p>
          <a:p>
            <a:r>
              <a:t>      "mode": "verbatim"</a:t>
            </a:r>
          </a:p>
          <a:p>
            <a:r>
              <a:t>    },</a:t>
            </a:r>
          </a:p>
          <a:p>
            <a:r>
              <a:t>    {</a:t>
            </a:r>
          </a:p>
          <a:p>
            <a:r>
              <a:t>      "text": "引用箇所と調査条件を照合",</a:t>
            </a:r>
          </a:p>
          <a:p>
            <a:r>
              <a:t>      "refs": [</a:t>
            </a:r>
          </a:p>
          <a:p>
            <a:r>
              <a:t>        {</a:t>
            </a:r>
          </a:p>
          <a:p>
            <a:r>
              <a:t>          "source_id": "s060",</a:t>
            </a:r>
          </a:p>
          <a:p>
            <a:r>
              <a:t>          "quote": "引用箇所と調査条件を照合"</a:t>
            </a:r>
          </a:p>
          <a:p>
            <a:r>
              <a:t>        }</a:t>
            </a:r>
          </a:p>
          <a:p>
            <a:r>
              <a:t>      ],</a:t>
            </a:r>
          </a:p>
          <a:p>
            <a:r>
              <a:t>      "mode": "verbatim"</a:t>
            </a:r>
          </a:p>
          <a:p>
            <a:r>
              <a:t>    },</a:t>
            </a:r>
          </a:p>
          <a:p>
            <a:r>
              <a:t>    {</a:t>
            </a:r>
          </a:p>
          <a:p>
            <a:r>
              <a:t>      "text": "更新範囲を決める",</a:t>
            </a:r>
          </a:p>
          <a:p>
            <a:r>
              <a:t>      "refs": [</a:t>
            </a:r>
          </a:p>
          <a:p>
            <a:r>
              <a:t>        {</a:t>
            </a:r>
          </a:p>
          <a:p>
            <a:r>
              <a:t>          "source_id": "s060",</a:t>
            </a:r>
          </a:p>
          <a:p>
            <a:r>
              <a:t>          "quote": "更新範囲を決める"</a:t>
            </a:r>
          </a:p>
          <a:p>
            <a:r>
              <a:t>        }</a:t>
            </a:r>
          </a:p>
          <a:p>
            <a:r>
              <a:t>      ],</a:t>
            </a:r>
          </a:p>
          <a:p>
            <a:r>
              <a:t>      "mode": "verbatim"</a:t>
            </a:r>
          </a:p>
          <a:p>
            <a:r>
              <a:t>    },</a:t>
            </a:r>
          </a:p>
          <a:p>
            <a:r>
              <a:t>    {</a:t>
            </a:r>
          </a:p>
          <a:p>
            <a:r>
              <a:t>      "text": "担当と確認時期を決める",</a:t>
            </a:r>
          </a:p>
          <a:p>
            <a:r>
              <a:t>      "refs": [</a:t>
            </a:r>
          </a:p>
          <a:p>
            <a:r>
              <a:t>        {</a:t>
            </a:r>
          </a:p>
          <a:p>
            <a:r>
              <a:t>          "source_id": "s060",</a:t>
            </a:r>
          </a:p>
          <a:p>
            <a:r>
              <a:t>          "quote": "担当と確認時期を決める"</a:t>
            </a:r>
          </a:p>
          <a:p>
            <a:r>
              <a:t>        }</a:t>
            </a:r>
          </a:p>
          <a:p>
            <a:r>
              <a:t>      ],</a:t>
            </a:r>
          </a:p>
          <a:p>
            <a:r>
              <a:t>      "mode": "verbatim"</a:t>
            </a:r>
          </a:p>
          <a:p>
            <a:r>
              <a:t>    },</a:t>
            </a:r>
          </a:p>
          <a:p>
            <a:r>
              <a:t>    {</a:t>
            </a:r>
          </a:p>
          <a:p>
            <a:r>
              <a:t>      "text": "留保：同じ条件で比較した結果ではない。各資料の対象範囲を確認する。",</a:t>
            </a:r>
          </a:p>
          <a:p>
            <a:r>
              <a:t>      "refs": [</a:t>
            </a:r>
          </a:p>
          <a:p>
            <a:r>
              <a:t>        {</a:t>
            </a:r>
          </a:p>
          <a:p>
            <a:r>
              <a:t>          "source_id": "s060",</a:t>
            </a:r>
          </a:p>
          <a:p>
            <a:r>
              <a:t>          "quote": "留保：同じ条件で比較した結果ではない。各資料の対象範囲を確認する。"</a:t>
            </a:r>
          </a:p>
          <a:p>
            <a:r>
              <a:t>        }</a:t>
            </a:r>
          </a:p>
          <a:p>
            <a:r>
              <a:t>      ],</a:t>
            </a:r>
          </a:p>
          <a:p>
            <a:r>
              <a:t>      "mode": "verbatim"</a:t>
            </a:r>
          </a:p>
          <a:p>
            <a:r>
              <a:t>    }</a:t>
            </a:r>
          </a:p>
          <a:p>
            <a:r>
              <a:t>  ],</a:t>
            </a:r>
          </a:p>
          <a:p>
            <a:r>
              <a:t>  "citations": {</a:t>
            </a:r>
          </a:p>
          <a:p>
            <a:r>
              <a:t>    "s060":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"table",</a:t>
            </a:r>
          </a:p>
          <a:p>
            <a:r>
              <a:t>  "structural_variant": "two_columns",</a:t>
            </a:r>
          </a:p>
          <a:p>
            <a:r>
              <a:t>  "repetition_reason": "Catalog inventory: adjacent entries intentionally show every count/orientation for comparison; this is not a presentation sequence.",</a:t>
            </a:r>
          </a:p>
          <a:p>
            <a:r>
              <a:t>  "row_alignments": {},</a:t>
            </a:r>
          </a:p>
          <a:p>
            <a:r>
              <a:t>  "images": {},</a:t>
            </a:r>
          </a:p>
          <a:p>
            <a:r>
              <a:t>  "template_sha256": "9e5d4f9040977d3fb3892782a43e559d3afa2835cd9527e13aa2c3787cca368b"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"slide061",</a:t>
            </a:r>
          </a:p>
          <a:p>
            <a:r>
              <a:t>  "origin": "catalog",</a:t>
            </a:r>
          </a:p>
          <a:p>
            <a:r>
              <a:t>  "layout_id": "ed_table_two_columns_4",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"s061",</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"s061",</a:t>
            </a:r>
          </a:p>
          <a:p>
            <a:r>
              <a:t>          "quote": "架空の社内調査。運用条件を整理した所見であり、効果を実証したものではない。"</a:t>
            </a:r>
          </a:p>
          <a:p>
            <a:r>
              <a:t>        }</a:t>
            </a:r>
          </a:p>
          <a:p>
            <a:r>
              <a:t>      ],</a:t>
            </a:r>
          </a:p>
          <a:p>
            <a:r>
              <a:t>      "mode": "verbatim"</a:t>
            </a:r>
          </a:p>
          <a:p>
            <a:r>
              <a:t>    },</a:t>
            </a:r>
          </a:p>
          <a:p>
            <a:r>
              <a:t>    {</a:t>
            </a:r>
          </a:p>
          <a:p>
            <a:r>
              <a:t>      "text": "観点",</a:t>
            </a:r>
          </a:p>
          <a:p>
            <a:r>
              <a:t>      "refs": [</a:t>
            </a:r>
          </a:p>
          <a:p>
            <a:r>
              <a:t>        {</a:t>
            </a:r>
          </a:p>
          <a:p>
            <a:r>
              <a:t>          "source_id": "s061",</a:t>
            </a:r>
          </a:p>
          <a:p>
            <a:r>
              <a:t>          "quote": "観点"</a:t>
            </a:r>
          </a:p>
          <a:p>
            <a:r>
              <a:t>        }</a:t>
            </a:r>
          </a:p>
          <a:p>
            <a:r>
              <a:t>      ],</a:t>
            </a:r>
          </a:p>
          <a:p>
            <a:r>
              <a:t>      "mode": "verbatim"</a:t>
            </a:r>
          </a:p>
          <a:p>
            <a:r>
              <a:t>    },</a:t>
            </a:r>
          </a:p>
          <a:p>
            <a:r>
              <a:t>    {</a:t>
            </a:r>
          </a:p>
          <a:p>
            <a:r>
              <a:t>      "text": "確認事項",</a:t>
            </a:r>
          </a:p>
          <a:p>
            <a:r>
              <a:t>      "refs": [</a:t>
            </a:r>
          </a:p>
          <a:p>
            <a:r>
              <a:t>        {</a:t>
            </a:r>
          </a:p>
          <a:p>
            <a:r>
              <a:t>          "source_id": "s061",</a:t>
            </a:r>
          </a:p>
          <a:p>
            <a:r>
              <a:t>          "quote": "確認事項"</a:t>
            </a:r>
          </a:p>
          <a:p>
            <a:r>
              <a:t>        }</a:t>
            </a:r>
          </a:p>
          <a:p>
            <a:r>
              <a:t>      ],</a:t>
            </a:r>
          </a:p>
          <a:p>
            <a:r>
              <a:t>      "mode": "verbatim"</a:t>
            </a:r>
          </a:p>
          <a:p>
            <a:r>
              <a:t>    },</a:t>
            </a:r>
          </a:p>
          <a:p>
            <a:r>
              <a:t>    {</a:t>
            </a:r>
          </a:p>
          <a:p>
            <a:r>
              <a:t>      "text": "検索入口を揃える",</a:t>
            </a:r>
          </a:p>
          <a:p>
            <a:r>
              <a:t>      "refs": [</a:t>
            </a:r>
          </a:p>
          <a:p>
            <a:r>
              <a:t>        {</a:t>
            </a:r>
          </a:p>
          <a:p>
            <a:r>
              <a:t>          "source_id": "s061",</a:t>
            </a:r>
          </a:p>
          <a:p>
            <a:r>
              <a:t>          "quote": "検索入口を揃える"</a:t>
            </a:r>
          </a:p>
          <a:p>
            <a:r>
              <a:t>        }</a:t>
            </a:r>
          </a:p>
          <a:p>
            <a:r>
              <a:t>      ],</a:t>
            </a:r>
          </a:p>
          <a:p>
            <a:r>
              <a:t>      "mode": "verbatim"</a:t>
            </a:r>
          </a:p>
          <a:p>
            <a:r>
              <a:t>    },</a:t>
            </a:r>
          </a:p>
          <a:p>
            <a:r>
              <a:t>    {</a:t>
            </a:r>
          </a:p>
          <a:p>
            <a:r>
              <a:t>      "text": "索引と用語の対応を確認",</a:t>
            </a:r>
          </a:p>
          <a:p>
            <a:r>
              <a:t>      "refs": [</a:t>
            </a:r>
          </a:p>
          <a:p>
            <a:r>
              <a:t>        {</a:t>
            </a:r>
          </a:p>
          <a:p>
            <a:r>
              <a:t>          "source_id": "s061",</a:t>
            </a:r>
          </a:p>
          <a:p>
            <a:r>
              <a:t>          "quote": "索引と用語の対応を確認"</a:t>
            </a:r>
          </a:p>
          <a:p>
            <a:r>
              <a:t>        }</a:t>
            </a:r>
          </a:p>
          <a:p>
            <a:r>
              <a:t>      ],</a:t>
            </a:r>
          </a:p>
          <a:p>
            <a:r>
              <a:t>      "mode": "verbatim"</a:t>
            </a:r>
          </a:p>
          <a:p>
            <a:r>
              <a:t>    },</a:t>
            </a:r>
          </a:p>
          <a:p>
            <a:r>
              <a:t>    {</a:t>
            </a:r>
          </a:p>
          <a:p>
            <a:r>
              <a:t>      "text": "根拠まで辿れる",</a:t>
            </a:r>
          </a:p>
          <a:p>
            <a:r>
              <a:t>      "refs": [</a:t>
            </a:r>
          </a:p>
          <a:p>
            <a:r>
              <a:t>        {</a:t>
            </a:r>
          </a:p>
          <a:p>
            <a:r>
              <a:t>          "source_id": "s061",</a:t>
            </a:r>
          </a:p>
          <a:p>
            <a:r>
              <a:t>          "quote": "根拠まで辿れる"</a:t>
            </a:r>
          </a:p>
          <a:p>
            <a:r>
              <a:t>        }</a:t>
            </a:r>
          </a:p>
          <a:p>
            <a:r>
              <a:t>      ],</a:t>
            </a:r>
          </a:p>
          <a:p>
            <a:r>
              <a:t>      "mode": "verbatim"</a:t>
            </a:r>
          </a:p>
          <a:p>
            <a:r>
              <a:t>    },</a:t>
            </a:r>
          </a:p>
          <a:p>
            <a:r>
              <a:t>    {</a:t>
            </a:r>
          </a:p>
          <a:p>
            <a:r>
              <a:t>      "text": "引用箇所と調査条件を照合",</a:t>
            </a:r>
          </a:p>
          <a:p>
            <a:r>
              <a:t>      "refs": [</a:t>
            </a:r>
          </a:p>
          <a:p>
            <a:r>
              <a:t>        {</a:t>
            </a:r>
          </a:p>
          <a:p>
            <a:r>
              <a:t>          "source_id": "s061",</a:t>
            </a:r>
          </a:p>
          <a:p>
            <a:r>
              <a:t>          "quote": "引用箇所と調査条件を照合"</a:t>
            </a:r>
          </a:p>
          <a:p>
            <a:r>
              <a:t>        }</a:t>
            </a:r>
          </a:p>
          <a:p>
            <a:r>
              <a:t>      ],</a:t>
            </a:r>
          </a:p>
          <a:p>
            <a:r>
              <a:t>      "mode": "verbatim"</a:t>
            </a:r>
          </a:p>
          <a:p>
            <a:r>
              <a:t>    },</a:t>
            </a:r>
          </a:p>
          <a:p>
            <a:r>
              <a:t>    {</a:t>
            </a:r>
          </a:p>
          <a:p>
            <a:r>
              <a:t>      "text": "更新範囲を決める",</a:t>
            </a:r>
          </a:p>
          <a:p>
            <a:r>
              <a:t>      "refs": [</a:t>
            </a:r>
          </a:p>
          <a:p>
            <a:r>
              <a:t>        {</a:t>
            </a:r>
          </a:p>
          <a:p>
            <a:r>
              <a:t>          "source_id": "s061",</a:t>
            </a:r>
          </a:p>
          <a:p>
            <a:r>
              <a:t>          "quote": "更新範囲を決める"</a:t>
            </a:r>
          </a:p>
          <a:p>
            <a:r>
              <a:t>        }</a:t>
            </a:r>
          </a:p>
          <a:p>
            <a:r>
              <a:t>      ],</a:t>
            </a:r>
          </a:p>
          <a:p>
            <a:r>
              <a:t>      "mode": "verbatim"</a:t>
            </a:r>
          </a:p>
          <a:p>
            <a:r>
              <a:t>    },</a:t>
            </a:r>
          </a:p>
          <a:p>
            <a:r>
              <a:t>    {</a:t>
            </a:r>
          </a:p>
          <a:p>
            <a:r>
              <a:t>      "text": "担当と確認時期を決める",</a:t>
            </a:r>
          </a:p>
          <a:p>
            <a:r>
              <a:t>      "refs": [</a:t>
            </a:r>
          </a:p>
          <a:p>
            <a:r>
              <a:t>        {</a:t>
            </a:r>
          </a:p>
          <a:p>
            <a:r>
              <a:t>          "source_id": "s061",</a:t>
            </a:r>
          </a:p>
          <a:p>
            <a:r>
              <a:t>          "quote": "担当と確認時期を決める"</a:t>
            </a:r>
          </a:p>
          <a:p>
            <a:r>
              <a:t>        }</a:t>
            </a:r>
          </a:p>
          <a:p>
            <a:r>
              <a:t>      ],</a:t>
            </a:r>
          </a:p>
          <a:p>
            <a:r>
              <a:t>      "mode": "verbatim"</a:t>
            </a:r>
          </a:p>
          <a:p>
            <a:r>
              <a:t>    },</a:t>
            </a:r>
          </a:p>
          <a:p>
            <a:r>
              <a:t>    {</a:t>
            </a:r>
          </a:p>
          <a:p>
            <a:r>
              <a:t>      "text": "例外を見える化",</a:t>
            </a:r>
          </a:p>
          <a:p>
            <a:r>
              <a:t>      "refs": [</a:t>
            </a:r>
          </a:p>
          <a:p>
            <a:r>
              <a:t>        {</a:t>
            </a:r>
          </a:p>
          <a:p>
            <a:r>
              <a:t>          "source_id": "s061",</a:t>
            </a:r>
          </a:p>
          <a:p>
            <a:r>
              <a:t>          "quote": "例外を見える化"</a:t>
            </a:r>
          </a:p>
          <a:p>
            <a:r>
              <a:t>        }</a:t>
            </a:r>
          </a:p>
          <a:p>
            <a:r>
              <a:t>      ],</a:t>
            </a:r>
          </a:p>
          <a:p>
            <a:r>
              <a:t>      "mode": "verbatim"</a:t>
            </a:r>
          </a:p>
          <a:p>
            <a:r>
              <a:t>    },</a:t>
            </a:r>
          </a:p>
          <a:p>
            <a:r>
              <a:t>    {</a:t>
            </a:r>
          </a:p>
          <a:p>
            <a:r>
              <a:t>      "text": "適用できない場面を記録",</a:t>
            </a:r>
          </a:p>
          <a:p>
            <a:r>
              <a:t>      "refs": [</a:t>
            </a:r>
          </a:p>
          <a:p>
            <a:r>
              <a:t>        {</a:t>
            </a:r>
          </a:p>
          <a:p>
            <a:r>
              <a:t>          "source_id": "s061",</a:t>
            </a:r>
          </a:p>
          <a:p>
            <a:r>
              <a:t>          "quote": "適用できない場面を記録"</a:t>
            </a:r>
          </a:p>
          <a:p>
            <a:r>
              <a:t>        }</a:t>
            </a:r>
          </a:p>
          <a:p>
            <a:r>
              <a:t>      ],</a:t>
            </a:r>
          </a:p>
          <a:p>
            <a:r>
              <a:t>      "mode": "verbatim"</a:t>
            </a:r>
          </a:p>
          <a:p>
            <a:r>
              <a:t>    },</a:t>
            </a:r>
          </a:p>
          <a:p>
            <a:r>
              <a:t>    {</a:t>
            </a:r>
          </a:p>
          <a:p>
            <a:r>
              <a:t>      "text": "留保：同じ条件で比較した結果ではない。各資料の対象範囲を確認する。",</a:t>
            </a:r>
          </a:p>
          <a:p>
            <a:r>
              <a:t>      "refs": [</a:t>
            </a:r>
          </a:p>
          <a:p>
            <a:r>
              <a:t>        {</a:t>
            </a:r>
          </a:p>
          <a:p>
            <a:r>
              <a:t>          "source_id": "s061",</a:t>
            </a:r>
          </a:p>
          <a:p>
            <a:r>
              <a:t>          "quote": "留保：同じ条件で比較した結果ではない。各資料の対象範囲を確認する。"</a:t>
            </a:r>
          </a:p>
          <a:p>
            <a:r>
              <a:t>        }</a:t>
            </a:r>
          </a:p>
          <a:p>
            <a:r>
              <a:t>      ],</a:t>
            </a:r>
          </a:p>
          <a:p>
            <a:r>
              <a:t>      "mode": "verbatim"</a:t>
            </a:r>
          </a:p>
          <a:p>
            <a:r>
              <a:t>    }</a:t>
            </a:r>
          </a:p>
          <a:p>
            <a:r>
              <a:t>  ],</a:t>
            </a:r>
          </a:p>
          <a:p>
            <a:r>
              <a:t>  "citations": {</a:t>
            </a:r>
          </a:p>
          <a:p>
            <a:r>
              <a:t>    "s061":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"table",</a:t>
            </a:r>
          </a:p>
          <a:p>
            <a:r>
              <a:t>  "structural_variant": "two_columns",</a:t>
            </a:r>
          </a:p>
          <a:p>
            <a:r>
              <a:t>  "repetition_reason": "Catalog inventory: adjacent entries intentionally show every count/orientation for comparison; this is not a presentation sequence.",</a:t>
            </a:r>
          </a:p>
          <a:p>
            <a:r>
              <a:t>  "row_alignments": {},</a:t>
            </a:r>
          </a:p>
          <a:p>
            <a:r>
              <a:t>  "images": {},</a:t>
            </a:r>
          </a:p>
          <a:p>
            <a:r>
              <a:t>  "template_sha256": "cf960e2a3929a42d122c023ddc474a09a24e639b570646c8066019aad60ee6c7"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"slide062",</a:t>
            </a:r>
          </a:p>
          <a:p>
            <a:r>
              <a:t>  "origin": "catalog",</a:t>
            </a:r>
          </a:p>
          <a:p>
            <a:r>
              <a:t>  "layout_id": "ed_table_two_columns_6",</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"s062",</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"s062",</a:t>
            </a:r>
          </a:p>
          <a:p>
            <a:r>
              <a:t>          "quote": "架空の社内調査。運用条件を整理した所見であり、効果を実証したものではない。"</a:t>
            </a:r>
          </a:p>
          <a:p>
            <a:r>
              <a:t>        }</a:t>
            </a:r>
          </a:p>
          <a:p>
            <a:r>
              <a:t>      ],</a:t>
            </a:r>
          </a:p>
          <a:p>
            <a:r>
              <a:t>      "mode": "verbatim"</a:t>
            </a:r>
          </a:p>
          <a:p>
            <a:r>
              <a:t>    },</a:t>
            </a:r>
          </a:p>
          <a:p>
            <a:r>
              <a:t>    {</a:t>
            </a:r>
          </a:p>
          <a:p>
            <a:r>
              <a:t>      "text": "観点",</a:t>
            </a:r>
          </a:p>
          <a:p>
            <a:r>
              <a:t>      "refs": [</a:t>
            </a:r>
          </a:p>
          <a:p>
            <a:r>
              <a:t>        {</a:t>
            </a:r>
          </a:p>
          <a:p>
            <a:r>
              <a:t>          "source_id": "s062",</a:t>
            </a:r>
          </a:p>
          <a:p>
            <a:r>
              <a:t>          "quote": "観点"</a:t>
            </a:r>
          </a:p>
          <a:p>
            <a:r>
              <a:t>        }</a:t>
            </a:r>
          </a:p>
          <a:p>
            <a:r>
              <a:t>      ],</a:t>
            </a:r>
          </a:p>
          <a:p>
            <a:r>
              <a:t>      "mode": "verbatim"</a:t>
            </a:r>
          </a:p>
          <a:p>
            <a:r>
              <a:t>    },</a:t>
            </a:r>
          </a:p>
          <a:p>
            <a:r>
              <a:t>    {</a:t>
            </a:r>
          </a:p>
          <a:p>
            <a:r>
              <a:t>      "text": "確認事項",</a:t>
            </a:r>
          </a:p>
          <a:p>
            <a:r>
              <a:t>      "refs": [</a:t>
            </a:r>
          </a:p>
          <a:p>
            <a:r>
              <a:t>        {</a:t>
            </a:r>
          </a:p>
          <a:p>
            <a:r>
              <a:t>          "source_id": "s062",</a:t>
            </a:r>
          </a:p>
          <a:p>
            <a:r>
              <a:t>          "quote": "確認事項"</a:t>
            </a:r>
          </a:p>
          <a:p>
            <a:r>
              <a:t>        }</a:t>
            </a:r>
          </a:p>
          <a:p>
            <a:r>
              <a:t>      ],</a:t>
            </a:r>
          </a:p>
          <a:p>
            <a:r>
              <a:t>      "mode": "verbatim"</a:t>
            </a:r>
          </a:p>
          <a:p>
            <a:r>
              <a:t>    },</a:t>
            </a:r>
          </a:p>
          <a:p>
            <a:r>
              <a:t>    {</a:t>
            </a:r>
          </a:p>
          <a:p>
            <a:r>
              <a:t>      "text": "検索入口を揃える",</a:t>
            </a:r>
          </a:p>
          <a:p>
            <a:r>
              <a:t>      "refs": [</a:t>
            </a:r>
          </a:p>
          <a:p>
            <a:r>
              <a:t>        {</a:t>
            </a:r>
          </a:p>
          <a:p>
            <a:r>
              <a:t>          "source_id": "s062",</a:t>
            </a:r>
          </a:p>
          <a:p>
            <a:r>
              <a:t>          "quote": "検索入口を揃える"</a:t>
            </a:r>
          </a:p>
          <a:p>
            <a:r>
              <a:t>        }</a:t>
            </a:r>
          </a:p>
          <a:p>
            <a:r>
              <a:t>      ],</a:t>
            </a:r>
          </a:p>
          <a:p>
            <a:r>
              <a:t>      "mode": "verbatim"</a:t>
            </a:r>
          </a:p>
          <a:p>
            <a:r>
              <a:t>    },</a:t>
            </a:r>
          </a:p>
          <a:p>
            <a:r>
              <a:t>    {</a:t>
            </a:r>
          </a:p>
          <a:p>
            <a:r>
              <a:t>      "text": "索引と用語の対応を確認",</a:t>
            </a:r>
          </a:p>
          <a:p>
            <a:r>
              <a:t>      "refs": [</a:t>
            </a:r>
          </a:p>
          <a:p>
            <a:r>
              <a:t>        {</a:t>
            </a:r>
          </a:p>
          <a:p>
            <a:r>
              <a:t>          "source_id": "s062",</a:t>
            </a:r>
          </a:p>
          <a:p>
            <a:r>
              <a:t>          "quote": "索引と用語の対応を確認"</a:t>
            </a:r>
          </a:p>
          <a:p>
            <a:r>
              <a:t>        }</a:t>
            </a:r>
          </a:p>
          <a:p>
            <a:r>
              <a:t>      ],</a:t>
            </a:r>
          </a:p>
          <a:p>
            <a:r>
              <a:t>      "mode": "verbatim"</a:t>
            </a:r>
          </a:p>
          <a:p>
            <a:r>
              <a:t>    },</a:t>
            </a:r>
          </a:p>
          <a:p>
            <a:r>
              <a:t>    {</a:t>
            </a:r>
          </a:p>
          <a:p>
            <a:r>
              <a:t>      "text": "根拠まで辿れる",</a:t>
            </a:r>
          </a:p>
          <a:p>
            <a:r>
              <a:t>      "refs": [</a:t>
            </a:r>
          </a:p>
          <a:p>
            <a:r>
              <a:t>        {</a:t>
            </a:r>
          </a:p>
          <a:p>
            <a:r>
              <a:t>          "source_id": "s062",</a:t>
            </a:r>
          </a:p>
          <a:p>
            <a:r>
              <a:t>          "quote": "根拠まで辿れる"</a:t>
            </a:r>
          </a:p>
          <a:p>
            <a:r>
              <a:t>        }</a:t>
            </a:r>
          </a:p>
          <a:p>
            <a:r>
              <a:t>      ],</a:t>
            </a:r>
          </a:p>
          <a:p>
            <a:r>
              <a:t>      "mode": "verbatim"</a:t>
            </a:r>
          </a:p>
          <a:p>
            <a:r>
              <a:t>    },</a:t>
            </a:r>
          </a:p>
          <a:p>
            <a:r>
              <a:t>    {</a:t>
            </a:r>
          </a:p>
          <a:p>
            <a:r>
              <a:t>      "text": "引用箇所と調査条件を照合",</a:t>
            </a:r>
          </a:p>
          <a:p>
            <a:r>
              <a:t>      "refs": [</a:t>
            </a:r>
          </a:p>
          <a:p>
            <a:r>
              <a:t>        {</a:t>
            </a:r>
          </a:p>
          <a:p>
            <a:r>
              <a:t>          "source_id": "s062",</a:t>
            </a:r>
          </a:p>
          <a:p>
            <a:r>
              <a:t>          "quote": "引用箇所と調査条件を照合"</a:t>
            </a:r>
          </a:p>
          <a:p>
            <a:r>
              <a:t>        }</a:t>
            </a:r>
          </a:p>
          <a:p>
            <a:r>
              <a:t>      ],</a:t>
            </a:r>
          </a:p>
          <a:p>
            <a:r>
              <a:t>      "mode": "verbatim"</a:t>
            </a:r>
          </a:p>
          <a:p>
            <a:r>
              <a:t>    },</a:t>
            </a:r>
          </a:p>
          <a:p>
            <a:r>
              <a:t>    {</a:t>
            </a:r>
          </a:p>
          <a:p>
            <a:r>
              <a:t>      "text": "更新範囲を決める",</a:t>
            </a:r>
          </a:p>
          <a:p>
            <a:r>
              <a:t>      "refs": [</a:t>
            </a:r>
          </a:p>
          <a:p>
            <a:r>
              <a:t>        {</a:t>
            </a:r>
          </a:p>
          <a:p>
            <a:r>
              <a:t>          "source_id": "s062",</a:t>
            </a:r>
          </a:p>
          <a:p>
            <a:r>
              <a:t>          "quote": "更新範囲を決める"</a:t>
            </a:r>
          </a:p>
          <a:p>
            <a:r>
              <a:t>        }</a:t>
            </a:r>
          </a:p>
          <a:p>
            <a:r>
              <a:t>      ],</a:t>
            </a:r>
          </a:p>
          <a:p>
            <a:r>
              <a:t>      "mode": "verbatim"</a:t>
            </a:r>
          </a:p>
          <a:p>
            <a:r>
              <a:t>    },</a:t>
            </a:r>
          </a:p>
          <a:p>
            <a:r>
              <a:t>    {</a:t>
            </a:r>
          </a:p>
          <a:p>
            <a:r>
              <a:t>      "text": "担当と確認時期を決める",</a:t>
            </a:r>
          </a:p>
          <a:p>
            <a:r>
              <a:t>      "refs": [</a:t>
            </a:r>
          </a:p>
          <a:p>
            <a:r>
              <a:t>        {</a:t>
            </a:r>
          </a:p>
          <a:p>
            <a:r>
              <a:t>          "source_id": "s062",</a:t>
            </a:r>
          </a:p>
          <a:p>
            <a:r>
              <a:t>          "quote": "担当と確認時期を決める"</a:t>
            </a:r>
          </a:p>
          <a:p>
            <a:r>
              <a:t>        }</a:t>
            </a:r>
          </a:p>
          <a:p>
            <a:r>
              <a:t>      ],</a:t>
            </a:r>
          </a:p>
          <a:p>
            <a:r>
              <a:t>      "mode": "verbatim"</a:t>
            </a:r>
          </a:p>
          <a:p>
            <a:r>
              <a:t>    },</a:t>
            </a:r>
          </a:p>
          <a:p>
            <a:r>
              <a:t>    {</a:t>
            </a:r>
          </a:p>
          <a:p>
            <a:r>
              <a:t>      "text": "例外を見える化",</a:t>
            </a:r>
          </a:p>
          <a:p>
            <a:r>
              <a:t>      "refs": [</a:t>
            </a:r>
          </a:p>
          <a:p>
            <a:r>
              <a:t>        {</a:t>
            </a:r>
          </a:p>
          <a:p>
            <a:r>
              <a:t>          "source_id": "s062",</a:t>
            </a:r>
          </a:p>
          <a:p>
            <a:r>
              <a:t>          "quote": "例外を見える化"</a:t>
            </a:r>
          </a:p>
          <a:p>
            <a:r>
              <a:t>        }</a:t>
            </a:r>
          </a:p>
          <a:p>
            <a:r>
              <a:t>      ],</a:t>
            </a:r>
          </a:p>
          <a:p>
            <a:r>
              <a:t>      "mode": "verbatim"</a:t>
            </a:r>
          </a:p>
          <a:p>
            <a:r>
              <a:t>    },</a:t>
            </a:r>
          </a:p>
          <a:p>
            <a:r>
              <a:t>    {</a:t>
            </a:r>
          </a:p>
          <a:p>
            <a:r>
              <a:t>      "text": "適用できない場面を記録",</a:t>
            </a:r>
          </a:p>
          <a:p>
            <a:r>
              <a:t>      "refs": [</a:t>
            </a:r>
          </a:p>
          <a:p>
            <a:r>
              <a:t>        {</a:t>
            </a:r>
          </a:p>
          <a:p>
            <a:r>
              <a:t>          "source_id": "s062",</a:t>
            </a:r>
          </a:p>
          <a:p>
            <a:r>
              <a:t>          "quote": "適用できない場面を記録"</a:t>
            </a:r>
          </a:p>
          <a:p>
            <a:r>
              <a:t>        }</a:t>
            </a:r>
          </a:p>
          <a:p>
            <a:r>
              <a:t>      ],</a:t>
            </a:r>
          </a:p>
          <a:p>
            <a:r>
              <a:t>      "mode": "verbatim"</a:t>
            </a:r>
          </a:p>
          <a:p>
            <a:r>
              <a:t>    },</a:t>
            </a:r>
          </a:p>
          <a:p>
            <a:r>
              <a:t>    {</a:t>
            </a:r>
          </a:p>
          <a:p>
            <a:r>
              <a:t>      "text": "比較軸を共有する",</a:t>
            </a:r>
          </a:p>
          <a:p>
            <a:r>
              <a:t>      "refs": [</a:t>
            </a:r>
          </a:p>
          <a:p>
            <a:r>
              <a:t>        {</a:t>
            </a:r>
          </a:p>
          <a:p>
            <a:r>
              <a:t>          "source_id": "s062",</a:t>
            </a:r>
          </a:p>
          <a:p>
            <a:r>
              <a:t>          "quote": "比較軸を共有する"</a:t>
            </a:r>
          </a:p>
          <a:p>
            <a:r>
              <a:t>        }</a:t>
            </a:r>
          </a:p>
          <a:p>
            <a:r>
              <a:t>      ],</a:t>
            </a:r>
          </a:p>
          <a:p>
            <a:r>
              <a:t>      "mode": "verbatim"</a:t>
            </a:r>
          </a:p>
          <a:p>
            <a:r>
              <a:t>    },</a:t>
            </a:r>
          </a:p>
          <a:p>
            <a:r>
              <a:t>    {</a:t>
            </a:r>
          </a:p>
          <a:p>
            <a:r>
              <a:t>      "text": "評価項目の定義を揃える",</a:t>
            </a:r>
          </a:p>
          <a:p>
            <a:r>
              <a:t>      "refs": [</a:t>
            </a:r>
          </a:p>
          <a:p>
            <a:r>
              <a:t>        {</a:t>
            </a:r>
          </a:p>
          <a:p>
            <a:r>
              <a:t>          "source_id": "s062",</a:t>
            </a:r>
          </a:p>
          <a:p>
            <a:r>
              <a:t>          "quote": "評価項目の定義を揃える"</a:t>
            </a:r>
          </a:p>
          <a:p>
            <a:r>
              <a:t>        }</a:t>
            </a:r>
          </a:p>
          <a:p>
            <a:r>
              <a:t>      ],</a:t>
            </a:r>
          </a:p>
          <a:p>
            <a:r>
              <a:t>      "mode": "verbatim"</a:t>
            </a:r>
          </a:p>
          <a:p>
            <a:r>
              <a:t>    },</a:t>
            </a:r>
          </a:p>
          <a:p>
            <a:r>
              <a:t>    {</a:t>
            </a:r>
          </a:p>
          <a:p>
            <a:r>
              <a:t>      "text": "確認先を残す",</a:t>
            </a:r>
          </a:p>
          <a:p>
            <a:r>
              <a:t>      "refs": [</a:t>
            </a:r>
          </a:p>
          <a:p>
            <a:r>
              <a:t>        {</a:t>
            </a:r>
          </a:p>
          <a:p>
            <a:r>
              <a:t>          "source_id": "s062",</a:t>
            </a:r>
          </a:p>
          <a:p>
            <a:r>
              <a:t>          "quote": "確認先を残す"</a:t>
            </a:r>
          </a:p>
          <a:p>
            <a:r>
              <a:t>        }</a:t>
            </a:r>
          </a:p>
          <a:p>
            <a:r>
              <a:t>      ],</a:t>
            </a:r>
          </a:p>
          <a:p>
            <a:r>
              <a:t>      "mode": "verbatim"</a:t>
            </a:r>
          </a:p>
          <a:p>
            <a:r>
              <a:t>    },</a:t>
            </a:r>
          </a:p>
          <a:p>
            <a:r>
              <a:t>    {</a:t>
            </a:r>
          </a:p>
          <a:p>
            <a:r>
              <a:t>      "text": "未確認の論点を引き継ぐ",</a:t>
            </a:r>
          </a:p>
          <a:p>
            <a:r>
              <a:t>      "refs": [</a:t>
            </a:r>
          </a:p>
          <a:p>
            <a:r>
              <a:t>        {</a:t>
            </a:r>
          </a:p>
          <a:p>
            <a:r>
              <a:t>          "source_id": "s062",</a:t>
            </a:r>
          </a:p>
          <a:p>
            <a:r>
              <a:t>          "quote": "未確認の論点を引き継ぐ"</a:t>
            </a:r>
          </a:p>
          <a:p>
            <a:r>
              <a:t>        }</a:t>
            </a:r>
          </a:p>
          <a:p>
            <a:r>
              <a:t>      ],</a:t>
            </a:r>
          </a:p>
          <a:p>
            <a:r>
              <a:t>      "mode": "verbatim"</a:t>
            </a:r>
          </a:p>
          <a:p>
            <a:r>
              <a:t>    },</a:t>
            </a:r>
          </a:p>
          <a:p>
            <a:r>
              <a:t>    {</a:t>
            </a:r>
          </a:p>
          <a:p>
            <a:r>
              <a:t>      "text": "留保：同じ条件で比較した結果ではない。各資料の対象範囲を確認する。",</a:t>
            </a:r>
          </a:p>
          <a:p>
            <a:r>
              <a:t>      "refs": [</a:t>
            </a:r>
          </a:p>
          <a:p>
            <a:r>
              <a:t>        {</a:t>
            </a:r>
          </a:p>
          <a:p>
            <a:r>
              <a:t>          "source_id": "s062",</a:t>
            </a:r>
          </a:p>
          <a:p>
            <a:r>
              <a:t>          "quote": "留保：同じ条件で比較した結果ではない。各資料の対象範囲を確認する。"</a:t>
            </a:r>
          </a:p>
          <a:p>
            <a:r>
              <a:t>        }</a:t>
            </a:r>
          </a:p>
          <a:p>
            <a:r>
              <a:t>      ],</a:t>
            </a:r>
          </a:p>
          <a:p>
            <a:r>
              <a:t>      "mode": "verbatim"</a:t>
            </a:r>
          </a:p>
          <a:p>
            <a:r>
              <a:t>    }</a:t>
            </a:r>
          </a:p>
          <a:p>
            <a:r>
              <a:t>  ],</a:t>
            </a:r>
          </a:p>
          <a:p>
            <a:r>
              <a:t>  "citations": {</a:t>
            </a:r>
          </a:p>
          <a:p>
            <a:r>
              <a:t>    "s062":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"table",</a:t>
            </a:r>
          </a:p>
          <a:p>
            <a:r>
              <a:t>  "structural_variant": "two_columns",</a:t>
            </a:r>
          </a:p>
          <a:p>
            <a:r>
              <a:t>  "repetition_reason": "Catalog inventory: adjacent entries intentionally show every count/orientation for comparison; this is not a presentation sequence.",</a:t>
            </a:r>
          </a:p>
          <a:p>
            <a:r>
              <a:t>  "row_alignments": {},</a:t>
            </a:r>
          </a:p>
          <a:p>
            <a:r>
              <a:t>  "images": {},</a:t>
            </a:r>
          </a:p>
          <a:p>
            <a:r>
              <a:t>  "template_sha256": "9b50ee51bb1d3221e6c67d45da3677eaa9602ff2c750c2436fe1b0efe4e835b3"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"slide063",</a:t>
            </a:r>
          </a:p>
          <a:p>
            <a:r>
              <a:t>  "origin": "catalog",</a:t>
            </a:r>
          </a:p>
          <a:p>
            <a:r>
              <a:t>  "layout_id": "ed_table_three_columns_4",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"s063",</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"s063",</a:t>
            </a:r>
          </a:p>
          <a:p>
            <a:r>
              <a:t>          "quote": "架空の社内調査。運用条件を整理した所見であり、効果を実証したものではない。"</a:t>
            </a:r>
          </a:p>
          <a:p>
            <a:r>
              <a:t>        }</a:t>
            </a:r>
          </a:p>
          <a:p>
            <a:r>
              <a:t>      ],</a:t>
            </a:r>
          </a:p>
          <a:p>
            <a:r>
              <a:t>      "mode": "verbatim"</a:t>
            </a:r>
          </a:p>
          <a:p>
            <a:r>
              <a:t>    },</a:t>
            </a:r>
          </a:p>
          <a:p>
            <a:r>
              <a:t>    {</a:t>
            </a:r>
          </a:p>
          <a:p>
            <a:r>
              <a:t>      "text": "観点",</a:t>
            </a:r>
          </a:p>
          <a:p>
            <a:r>
              <a:t>      "refs": [</a:t>
            </a:r>
          </a:p>
          <a:p>
            <a:r>
              <a:t>        {</a:t>
            </a:r>
          </a:p>
          <a:p>
            <a:r>
              <a:t>          "source_id": "s063",</a:t>
            </a:r>
          </a:p>
          <a:p>
            <a:r>
              <a:t>          "quote": "観点"</a:t>
            </a:r>
          </a:p>
          <a:p>
            <a:r>
              <a:t>        }</a:t>
            </a:r>
          </a:p>
          <a:p>
            <a:r>
              <a:t>      ],</a:t>
            </a:r>
          </a:p>
          <a:p>
            <a:r>
              <a:t>      "mode": "verbatim"</a:t>
            </a:r>
          </a:p>
          <a:p>
            <a:r>
              <a:t>    },</a:t>
            </a:r>
          </a:p>
          <a:p>
            <a:r>
              <a:t>    {</a:t>
            </a:r>
          </a:p>
          <a:p>
            <a:r>
              <a:t>      "text": "確認事項",</a:t>
            </a:r>
          </a:p>
          <a:p>
            <a:r>
              <a:t>      "refs": [</a:t>
            </a:r>
          </a:p>
          <a:p>
            <a:r>
              <a:t>        {</a:t>
            </a:r>
          </a:p>
          <a:p>
            <a:r>
              <a:t>          "source_id": "s063",</a:t>
            </a:r>
          </a:p>
          <a:p>
            <a:r>
              <a:t>          "quote": "確認事項"</a:t>
            </a:r>
          </a:p>
          <a:p>
            <a:r>
              <a:t>        }</a:t>
            </a:r>
          </a:p>
          <a:p>
            <a:r>
              <a:t>      ],</a:t>
            </a:r>
          </a:p>
          <a:p>
            <a:r>
              <a:t>      "mode": "verbatim"</a:t>
            </a:r>
          </a:p>
          <a:p>
            <a:r>
              <a:t>    },</a:t>
            </a:r>
          </a:p>
          <a:p>
            <a:r>
              <a:t>    {</a:t>
            </a:r>
          </a:p>
          <a:p>
            <a:r>
              <a:t>      "text": "留保",</a:t>
            </a:r>
          </a:p>
          <a:p>
            <a:r>
              <a:t>      "refs": [</a:t>
            </a:r>
          </a:p>
          <a:p>
            <a:r>
              <a:t>        {</a:t>
            </a:r>
          </a:p>
          <a:p>
            <a:r>
              <a:t>          "source_id": "s063",</a:t>
            </a:r>
          </a:p>
          <a:p>
            <a:r>
              <a:t>          "quote": "留保"</a:t>
            </a:r>
          </a:p>
          <a:p>
            <a:r>
              <a:t>        }</a:t>
            </a:r>
          </a:p>
          <a:p>
            <a:r>
              <a:t>      ],</a:t>
            </a:r>
          </a:p>
          <a:p>
            <a:r>
              <a:t>      "mode": "verbatim"</a:t>
            </a:r>
          </a:p>
          <a:p>
            <a:r>
              <a:t>    },</a:t>
            </a:r>
          </a:p>
          <a:p>
            <a:r>
              <a:t>    {</a:t>
            </a:r>
          </a:p>
          <a:p>
            <a:r>
              <a:t>      "text": "検索入口を揃える",</a:t>
            </a:r>
          </a:p>
          <a:p>
            <a:r>
              <a:t>      "refs": [</a:t>
            </a:r>
          </a:p>
          <a:p>
            <a:r>
              <a:t>        {</a:t>
            </a:r>
          </a:p>
          <a:p>
            <a:r>
              <a:t>          "source_id": "s063",</a:t>
            </a:r>
          </a:p>
          <a:p>
            <a:r>
              <a:t>          "quote": "検索入口を揃える"</a:t>
            </a:r>
          </a:p>
          <a:p>
            <a:r>
              <a:t>        }</a:t>
            </a:r>
          </a:p>
          <a:p>
            <a:r>
              <a:t>      ],</a:t>
            </a:r>
          </a:p>
          <a:p>
            <a:r>
              <a:t>      "mode": "verbatim"</a:t>
            </a:r>
          </a:p>
          <a:p>
            <a:r>
              <a:t>    },</a:t>
            </a:r>
          </a:p>
          <a:p>
            <a:r>
              <a:t>    {</a:t>
            </a:r>
          </a:p>
          <a:p>
            <a:r>
              <a:t>      "text": "索引と用語の対応を確認",</a:t>
            </a:r>
          </a:p>
          <a:p>
            <a:r>
              <a:t>      "refs": [</a:t>
            </a:r>
          </a:p>
          <a:p>
            <a:r>
              <a:t>        {</a:t>
            </a:r>
          </a:p>
          <a:p>
            <a:r>
              <a:t>          "source_id": "s063",</a:t>
            </a:r>
          </a:p>
          <a:p>
            <a:r>
              <a:t>          "quote": "索引と用語の対応を確認"</a:t>
            </a:r>
          </a:p>
          <a:p>
            <a:r>
              <a:t>        }</a:t>
            </a:r>
          </a:p>
          <a:p>
            <a:r>
              <a:t>      ],</a:t>
            </a:r>
          </a:p>
          <a:p>
            <a:r>
              <a:t>      "mode": "verbatim"</a:t>
            </a:r>
          </a:p>
          <a:p>
            <a:r>
              <a:t>    },</a:t>
            </a:r>
          </a:p>
          <a:p>
            <a:r>
              <a:t>    {</a:t>
            </a:r>
          </a:p>
          <a:p>
            <a:r>
              <a:t>      "text": "架空資料A・検索節\n部署間の呼称差が残る",</a:t>
            </a:r>
          </a:p>
          <a:p>
            <a:r>
              <a:t>      "refs": [</a:t>
            </a:r>
          </a:p>
          <a:p>
            <a:r>
              <a:t>        {</a:t>
            </a:r>
          </a:p>
          <a:p>
            <a:r>
              <a:t>          "source_id": "s063",</a:t>
            </a:r>
          </a:p>
          <a:p>
            <a:r>
              <a:t>          "quote": "架空資料A・検索節\n部署間の呼称差が残る"</a:t>
            </a:r>
          </a:p>
          <a:p>
            <a:r>
              <a:t>        }</a:t>
            </a:r>
          </a:p>
          <a:p>
            <a:r>
              <a:t>      ],</a:t>
            </a:r>
          </a:p>
          <a:p>
            <a:r>
              <a:t>      "mode": "verbatim"</a:t>
            </a:r>
          </a:p>
          <a:p>
            <a:r>
              <a:t>    },</a:t>
            </a:r>
          </a:p>
          <a:p>
            <a:r>
              <a:t>    {</a:t>
            </a:r>
          </a:p>
          <a:p>
            <a:r>
              <a:t>      "text": "根拠まで辿れる",</a:t>
            </a:r>
          </a:p>
          <a:p>
            <a:r>
              <a:t>      "refs": [</a:t>
            </a:r>
          </a:p>
          <a:p>
            <a:r>
              <a:t>        {</a:t>
            </a:r>
          </a:p>
          <a:p>
            <a:r>
              <a:t>          "source_id": "s063",</a:t>
            </a:r>
          </a:p>
          <a:p>
            <a:r>
              <a:t>          "quote": "根拠まで辿れる"</a:t>
            </a:r>
          </a:p>
          <a:p>
            <a:r>
              <a:t>        }</a:t>
            </a:r>
          </a:p>
          <a:p>
            <a:r>
              <a:t>      ],</a:t>
            </a:r>
          </a:p>
          <a:p>
            <a:r>
              <a:t>      "mode": "verbatim"</a:t>
            </a:r>
          </a:p>
          <a:p>
            <a:r>
              <a:t>    },</a:t>
            </a:r>
          </a:p>
          <a:p>
            <a:r>
              <a:t>    {</a:t>
            </a:r>
          </a:p>
          <a:p>
            <a:r>
              <a:t>      "text": "引用箇所と調査条件を照合",</a:t>
            </a:r>
          </a:p>
          <a:p>
            <a:r>
              <a:t>      "refs": [</a:t>
            </a:r>
          </a:p>
          <a:p>
            <a:r>
              <a:t>        {</a:t>
            </a:r>
          </a:p>
          <a:p>
            <a:r>
              <a:t>          "source_id": "s063",</a:t>
            </a:r>
          </a:p>
          <a:p>
            <a:r>
              <a:t>          "quote": "引用箇所と調査条件を照合"</a:t>
            </a:r>
          </a:p>
          <a:p>
            <a:r>
              <a:t>        }</a:t>
            </a:r>
          </a:p>
          <a:p>
            <a:r>
              <a:t>      ],</a:t>
            </a:r>
          </a:p>
          <a:p>
            <a:r>
              <a:t>      "mode": "verbatim"</a:t>
            </a:r>
          </a:p>
          <a:p>
            <a:r>
              <a:t>    },</a:t>
            </a:r>
          </a:p>
          <a:p>
            <a:r>
              <a:t>    {</a:t>
            </a:r>
          </a:p>
          <a:p>
            <a:r>
              <a:t>      "text": "架空資料B・条件節\n原文の条件を保持",</a:t>
            </a:r>
          </a:p>
          <a:p>
            <a:r>
              <a:t>      "refs": [</a:t>
            </a:r>
          </a:p>
          <a:p>
            <a:r>
              <a:t>        {</a:t>
            </a:r>
          </a:p>
          <a:p>
            <a:r>
              <a:t>          "source_id": "s063",</a:t>
            </a:r>
          </a:p>
          <a:p>
            <a:r>
              <a:t>          "quote": "架空資料B・条件節\n原文の条件を保持"</a:t>
            </a:r>
          </a:p>
          <a:p>
            <a:r>
              <a:t>        }</a:t>
            </a:r>
          </a:p>
          <a:p>
            <a:r>
              <a:t>      ],</a:t>
            </a:r>
          </a:p>
          <a:p>
            <a:r>
              <a:t>      "mode": "verbatim"</a:t>
            </a:r>
          </a:p>
          <a:p>
            <a:r>
              <a:t>    },</a:t>
            </a:r>
          </a:p>
          <a:p>
            <a:r>
              <a:t>    {</a:t>
            </a:r>
          </a:p>
          <a:p>
            <a:r>
              <a:t>      "text": "更新範囲を決める",</a:t>
            </a:r>
          </a:p>
          <a:p>
            <a:r>
              <a:t>      "refs": [</a:t>
            </a:r>
          </a:p>
          <a:p>
            <a:r>
              <a:t>        {</a:t>
            </a:r>
          </a:p>
          <a:p>
            <a:r>
              <a:t>          "source_id": "s063",</a:t>
            </a:r>
          </a:p>
          <a:p>
            <a:r>
              <a:t>          "quote": "更新範囲を決める"</a:t>
            </a:r>
          </a:p>
          <a:p>
            <a:r>
              <a:t>        }</a:t>
            </a:r>
          </a:p>
          <a:p>
            <a:r>
              <a:t>      ],</a:t>
            </a:r>
          </a:p>
          <a:p>
            <a:r>
              <a:t>      "mode": "verbatim"</a:t>
            </a:r>
          </a:p>
          <a:p>
            <a:r>
              <a:t>    },</a:t>
            </a:r>
          </a:p>
          <a:p>
            <a:r>
              <a:t>    {</a:t>
            </a:r>
          </a:p>
          <a:p>
            <a:r>
              <a:t>      "text": "担当と確認時期を決める",</a:t>
            </a:r>
          </a:p>
          <a:p>
            <a:r>
              <a:t>      "refs": [</a:t>
            </a:r>
          </a:p>
          <a:p>
            <a:r>
              <a:t>        {</a:t>
            </a:r>
          </a:p>
          <a:p>
            <a:r>
              <a:t>          "source_id": "s063",</a:t>
            </a:r>
          </a:p>
          <a:p>
            <a:r>
              <a:t>          "quote": "担当と確認時期を決める"</a:t>
            </a:r>
          </a:p>
          <a:p>
            <a:r>
              <a:t>        }</a:t>
            </a:r>
          </a:p>
          <a:p>
            <a:r>
              <a:t>      ],</a:t>
            </a:r>
          </a:p>
          <a:p>
            <a:r>
              <a:t>      "mode": "verbatim"</a:t>
            </a:r>
          </a:p>
          <a:p>
            <a:r>
              <a:t>    },</a:t>
            </a:r>
          </a:p>
          <a:p>
            <a:r>
              <a:t>    {</a:t>
            </a:r>
          </a:p>
          <a:p>
            <a:r>
              <a:t>      "text": "架空資料C・運用節\n確認日：未記録",</a:t>
            </a:r>
          </a:p>
          <a:p>
            <a:r>
              <a:t>      "refs": [</a:t>
            </a:r>
          </a:p>
          <a:p>
            <a:r>
              <a:t>        {</a:t>
            </a:r>
          </a:p>
          <a:p>
            <a:r>
              <a:t>          "source_id": "s063",</a:t>
            </a:r>
          </a:p>
          <a:p>
            <a:r>
              <a:t>          "quote": "架空資料C・運用節\n確認日：未記録"</a:t>
            </a:r>
          </a:p>
          <a:p>
            <a:r>
              <a:t>        }</a:t>
            </a:r>
          </a:p>
          <a:p>
            <a:r>
              <a:t>      ],</a:t>
            </a:r>
          </a:p>
          <a:p>
            <a:r>
              <a:t>      "mode": "verbatim"</a:t>
            </a:r>
          </a:p>
          <a:p>
            <a:r>
              <a:t>    },</a:t>
            </a:r>
          </a:p>
          <a:p>
            <a:r>
              <a:t>    {</a:t>
            </a:r>
          </a:p>
          <a:p>
            <a:r>
              <a:t>      "text": "例外を見える化",</a:t>
            </a:r>
          </a:p>
          <a:p>
            <a:r>
              <a:t>      "refs": [</a:t>
            </a:r>
          </a:p>
          <a:p>
            <a:r>
              <a:t>        {</a:t>
            </a:r>
          </a:p>
          <a:p>
            <a:r>
              <a:t>          "source_id": "s063",</a:t>
            </a:r>
          </a:p>
          <a:p>
            <a:r>
              <a:t>          "quote": "例外を見える化"</a:t>
            </a:r>
          </a:p>
          <a:p>
            <a:r>
              <a:t>        }</a:t>
            </a:r>
          </a:p>
          <a:p>
            <a:r>
              <a:t>      ],</a:t>
            </a:r>
          </a:p>
          <a:p>
            <a:r>
              <a:t>      "mode": "verbatim"</a:t>
            </a:r>
          </a:p>
          <a:p>
            <a:r>
              <a:t>    },</a:t>
            </a:r>
          </a:p>
          <a:p>
            <a:r>
              <a:t>    {</a:t>
            </a:r>
          </a:p>
          <a:p>
            <a:r>
              <a:t>      "text": "適用できない場面を記録",</a:t>
            </a:r>
          </a:p>
          <a:p>
            <a:r>
              <a:t>      "refs": [</a:t>
            </a:r>
          </a:p>
          <a:p>
            <a:r>
              <a:t>        {</a:t>
            </a:r>
          </a:p>
          <a:p>
            <a:r>
              <a:t>          "source_id": "s063",</a:t>
            </a:r>
          </a:p>
          <a:p>
            <a:r>
              <a:t>          "quote": "適用できない場面を記録"</a:t>
            </a:r>
          </a:p>
          <a:p>
            <a:r>
              <a:t>        }</a:t>
            </a:r>
          </a:p>
          <a:p>
            <a:r>
              <a:t>      ],</a:t>
            </a:r>
          </a:p>
          <a:p>
            <a:r>
              <a:t>      "mode": "verbatim"</a:t>
            </a:r>
          </a:p>
          <a:p>
            <a:r>
              <a:t>    },</a:t>
            </a:r>
          </a:p>
          <a:p>
            <a:r>
              <a:t>    {</a:t>
            </a:r>
          </a:p>
          <a:p>
            <a:r>
              <a:t>      "text": "架空資料D・例外節\n個別の判断が必要",</a:t>
            </a:r>
          </a:p>
          <a:p>
            <a:r>
              <a:t>      "refs": [</a:t>
            </a:r>
          </a:p>
          <a:p>
            <a:r>
              <a:t>        {</a:t>
            </a:r>
          </a:p>
          <a:p>
            <a:r>
              <a:t>          "source_id": "s063",</a:t>
            </a:r>
          </a:p>
          <a:p>
            <a:r>
              <a:t>          "quote": "架空資料D・例外節\n個別の判断が必要"</a:t>
            </a:r>
          </a:p>
          <a:p>
            <a:r>
              <a:t>        }</a:t>
            </a:r>
          </a:p>
          <a:p>
            <a:r>
              <a:t>      ],</a:t>
            </a:r>
          </a:p>
          <a:p>
            <a:r>
              <a:t>      "mode": "verbatim"</a:t>
            </a:r>
          </a:p>
          <a:p>
            <a:r>
              <a:t>    },</a:t>
            </a:r>
          </a:p>
          <a:p>
            <a:r>
              <a:t>    {</a:t>
            </a:r>
          </a:p>
          <a:p>
            <a:r>
              <a:t>      "text": "留保：同じ条件で比較した結果ではない。各資料の対象範囲を確認する。",</a:t>
            </a:r>
          </a:p>
          <a:p>
            <a:r>
              <a:t>      "refs": [</a:t>
            </a:r>
          </a:p>
          <a:p>
            <a:r>
              <a:t>        {</a:t>
            </a:r>
          </a:p>
          <a:p>
            <a:r>
              <a:t>          "source_id": "s063",</a:t>
            </a:r>
          </a:p>
          <a:p>
            <a:r>
              <a:t>          "quote": "留保：同じ条件で比較した結果ではない。各資料の対象範囲を確認する。"</a:t>
            </a:r>
          </a:p>
          <a:p>
            <a:r>
              <a:t>        }</a:t>
            </a:r>
          </a:p>
          <a:p>
            <a:r>
              <a:t>      ],</a:t>
            </a:r>
          </a:p>
          <a:p>
            <a:r>
              <a:t>      "mode": "verbatim"</a:t>
            </a:r>
          </a:p>
          <a:p>
            <a:r>
              <a:t>    }</a:t>
            </a:r>
          </a:p>
          <a:p>
            <a:r>
              <a:t>  ],</a:t>
            </a:r>
          </a:p>
          <a:p>
            <a:r>
              <a:t>  "citations": {</a:t>
            </a:r>
          </a:p>
          <a:p>
            <a:r>
              <a:t>    "s063":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"table",</a:t>
            </a:r>
          </a:p>
          <a:p>
            <a:r>
              <a:t>  "structural_variant": "three_columns",</a:t>
            </a:r>
          </a:p>
          <a:p>
            <a:r>
              <a:t>  "repetition_reason": "Catalog inventory: adjacent entries intentionally show every count/orientation for comparison; this is not a presentation sequence.",</a:t>
            </a:r>
          </a:p>
          <a:p>
            <a:r>
              <a:t>  "row_alignments": {},</a:t>
            </a:r>
          </a:p>
          <a:p>
            <a:r>
              <a:t>  "images": {},</a:t>
            </a:r>
          </a:p>
          <a:p>
            <a:r>
              <a:t>  "template_sha256": "6b143d7815acfd4ae1cbf24a7c95d46d64b789567061c6ba384bff91be84f4db"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"slide064",</a:t>
            </a:r>
          </a:p>
          <a:p>
            <a:r>
              <a:t>  "origin": "catalog",</a:t>
            </a:r>
          </a:p>
          <a:p>
            <a:r>
              <a:t>  "layout_id": "ed_chart_bar_left_4",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"s064",</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"s064",</a:t>
            </a:r>
          </a:p>
          <a:p>
            <a:r>
              <a:t>          "quote": "架空の社内調査。運用条件を整理した所見であり、効果を実証したものではない。"</a:t>
            </a:r>
          </a:p>
          <a:p>
            <a:r>
              <a:t>        }</a:t>
            </a:r>
          </a:p>
          <a:p>
            <a:r>
              <a:t>      ],</a:t>
            </a:r>
          </a:p>
          <a:p>
            <a:r>
              <a:t>      "mode": "verbatim"</a:t>
            </a:r>
          </a:p>
          <a:p>
            <a:r>
              <a:t>    },</a:t>
            </a:r>
          </a:p>
          <a:p>
            <a:r>
              <a:t>    {</a:t>
            </a:r>
          </a:p>
          <a:p>
            <a:r>
              <a:t>      "text": "課題の言及数（件）／複数回答・架空例",</a:t>
            </a:r>
          </a:p>
          <a:p>
            <a:r>
              <a:t>      "refs": [</a:t>
            </a:r>
          </a:p>
          <a:p>
            <a:r>
              <a:t>        {</a:t>
            </a:r>
          </a:p>
          <a:p>
            <a:r>
              <a:t>          "source_id": "s064",</a:t>
            </a:r>
          </a:p>
          <a:p>
            <a:r>
              <a:t>          "quote": "課題の言及数（件）／複数回答・架空例"</a:t>
            </a:r>
          </a:p>
          <a:p>
            <a:r>
              <a:t>        }</a:t>
            </a:r>
          </a:p>
          <a:p>
            <a:r>
              <a:t>      ],</a:t>
            </a:r>
          </a:p>
          <a:p>
            <a:r>
              <a:t>      "mode": "verbatim"</a:t>
            </a:r>
          </a:p>
          <a:p>
            <a:r>
              <a:t>    },</a:t>
            </a:r>
          </a:p>
          <a:p>
            <a:r>
              <a:t>    {</a:t>
            </a:r>
          </a:p>
          <a:p>
            <a:r>
              <a:t>      "text": "検索の課題が多いが、回答件数のみで重要度を判断することはできない。",</a:t>
            </a:r>
          </a:p>
          <a:p>
            <a:r>
              <a:t>      "refs": [</a:t>
            </a:r>
          </a:p>
          <a:p>
            <a:r>
              <a:t>        {</a:t>
            </a:r>
          </a:p>
          <a:p>
            <a:r>
              <a:t>          "source_id": "s064",</a:t>
            </a:r>
          </a:p>
          <a:p>
            <a:r>
              <a:t>          "quote": "検索の課題が多いが、回答件数のみで重要度を判断することはできない。"</a:t>
            </a:r>
          </a:p>
          <a:p>
            <a:r>
              <a:t>        }</a:t>
            </a:r>
          </a:p>
          <a:p>
            <a:r>
              <a:t>      ],</a:t>
            </a:r>
          </a:p>
          <a:p>
            <a:r>
              <a:t>      "mode": "verbatim"</a:t>
            </a:r>
          </a:p>
          <a:p>
            <a:r>
              <a:t>    },</a:t>
            </a:r>
          </a:p>
          <a:p>
            <a:r>
              <a:t>    {</a:t>
            </a:r>
          </a:p>
          <a:p>
            <a:r>
              <a:t>      "text": "架空集計であり、効果や因果関係は未検証。",</a:t>
            </a:r>
          </a:p>
          <a:p>
            <a:r>
              <a:t>      "refs": [</a:t>
            </a:r>
          </a:p>
          <a:p>
            <a:r>
              <a:t>        {</a:t>
            </a:r>
          </a:p>
          <a:p>
            <a:r>
              <a:t>          "source_id": "s064",</a:t>
            </a:r>
          </a:p>
          <a:p>
            <a:r>
              <a:t>          "quote": "架空集計であり、効果や因果関係は未検証。"</a:t>
            </a:r>
          </a:p>
          <a:p>
            <a:r>
              <a:t>        }</a:t>
            </a:r>
          </a:p>
          <a:p>
            <a:r>
              <a:t>      ],</a:t>
            </a:r>
          </a:p>
          <a:p>
            <a:r>
              <a:t>      "mode": "verbatim"</a:t>
            </a:r>
          </a:p>
          <a:p>
            <a:r>
              <a:t>    },</a:t>
            </a:r>
          </a:p>
          <a:p>
            <a:r>
              <a:t>    {</a:t>
            </a:r>
          </a:p>
          <a:p>
            <a:r>
              <a:t>      "text": "検索",</a:t>
            </a:r>
          </a:p>
          <a:p>
            <a:r>
              <a:t>      "refs": [</a:t>
            </a:r>
          </a:p>
          <a:p>
            <a:r>
              <a:t>        {</a:t>
            </a:r>
          </a:p>
          <a:p>
            <a:r>
              <a:t>          "source_id": "s064",</a:t>
            </a:r>
          </a:p>
          <a:p>
            <a:r>
              <a:t>          "quote": "検索"</a:t>
            </a:r>
          </a:p>
          <a:p>
            <a:r>
              <a:t>        }</a:t>
            </a:r>
          </a:p>
          <a:p>
            <a:r>
              <a:t>      ],</a:t>
            </a:r>
          </a:p>
          <a:p>
            <a:r>
              <a:t>      "mode": "verbatim"</a:t>
            </a:r>
          </a:p>
          <a:p>
            <a:r>
              <a:t>    },</a:t>
            </a:r>
          </a:p>
          <a:p>
            <a:r>
              <a:t>    {</a:t>
            </a:r>
          </a:p>
          <a:p>
            <a:r>
              <a:t>      "text": "出典",</a:t>
            </a:r>
          </a:p>
          <a:p>
            <a:r>
              <a:t>      "refs": [</a:t>
            </a:r>
          </a:p>
          <a:p>
            <a:r>
              <a:t>        {</a:t>
            </a:r>
          </a:p>
          <a:p>
            <a:r>
              <a:t>          "source_id": "s064",</a:t>
            </a:r>
          </a:p>
          <a:p>
            <a:r>
              <a:t>          "quote": "出典"</a:t>
            </a:r>
          </a:p>
          <a:p>
            <a:r>
              <a:t>        }</a:t>
            </a:r>
          </a:p>
          <a:p>
            <a:r>
              <a:t>      ],</a:t>
            </a:r>
          </a:p>
          <a:p>
            <a:r>
              <a:t>      "mode": "verbatim"</a:t>
            </a:r>
          </a:p>
          <a:p>
            <a:r>
              <a:t>    },</a:t>
            </a:r>
          </a:p>
          <a:p>
            <a:r>
              <a:t>    {</a:t>
            </a:r>
          </a:p>
          <a:p>
            <a:r>
              <a:t>      "text": "更新",</a:t>
            </a:r>
          </a:p>
          <a:p>
            <a:r>
              <a:t>      "refs": [</a:t>
            </a:r>
          </a:p>
          <a:p>
            <a:r>
              <a:t>        {</a:t>
            </a:r>
          </a:p>
          <a:p>
            <a:r>
              <a:t>          "source_id": "s064",</a:t>
            </a:r>
          </a:p>
          <a:p>
            <a:r>
              <a:t>          "quote": "更新"</a:t>
            </a:r>
          </a:p>
          <a:p>
            <a:r>
              <a:t>        }</a:t>
            </a:r>
          </a:p>
          <a:p>
            <a:r>
              <a:t>      ],</a:t>
            </a:r>
          </a:p>
          <a:p>
            <a:r>
              <a:t>      "mode": "verbatim"</a:t>
            </a:r>
          </a:p>
          <a:p>
            <a:r>
              <a:t>    },</a:t>
            </a:r>
          </a:p>
          <a:p>
            <a:r>
              <a:t>    {</a:t>
            </a:r>
          </a:p>
          <a:p>
            <a:r>
              <a:t>      "text": "共有",</a:t>
            </a:r>
          </a:p>
          <a:p>
            <a:r>
              <a:t>      "refs": [</a:t>
            </a:r>
          </a:p>
          <a:p>
            <a:r>
              <a:t>        {</a:t>
            </a:r>
          </a:p>
          <a:p>
            <a:r>
              <a:t>          "source_id": "s064",</a:t>
            </a:r>
          </a:p>
          <a:p>
            <a:r>
              <a:t>          "quote": "共有"</a:t>
            </a:r>
          </a:p>
          <a:p>
            <a:r>
              <a:t>        }</a:t>
            </a:r>
          </a:p>
          <a:p>
            <a:r>
              <a:t>      ],</a:t>
            </a:r>
          </a:p>
          <a:p>
            <a:r>
              <a:t>      "mode": "verbatim"</a:t>
            </a:r>
          </a:p>
          <a:p>
            <a:r>
              <a:t>    },</a:t>
            </a:r>
          </a:p>
          <a:p>
            <a:r>
              <a:t>    {</a:t>
            </a:r>
          </a:p>
          <a:p>
            <a:r>
              <a:t>      "text": "架空集計（件）",</a:t>
            </a:r>
          </a:p>
          <a:p>
            <a:r>
              <a:t>      "refs": [</a:t>
            </a:r>
          </a:p>
          <a:p>
            <a:r>
              <a:t>        {</a:t>
            </a:r>
          </a:p>
          <a:p>
            <a:r>
              <a:t>          "source_id": "s064",</a:t>
            </a:r>
          </a:p>
          <a:p>
            <a:r>
              <a:t>          "quote": "架空集計（件）"</a:t>
            </a:r>
          </a:p>
          <a:p>
            <a:r>
              <a:t>        }</a:t>
            </a:r>
          </a:p>
          <a:p>
            <a:r>
              <a:t>      ],</a:t>
            </a:r>
          </a:p>
          <a:p>
            <a:r>
              <a:t>      "mode": "verbatim"</a:t>
            </a:r>
          </a:p>
          <a:p>
            <a:r>
              <a:t>    },</a:t>
            </a:r>
          </a:p>
          <a:p>
            <a:r>
              <a:t>    {</a:t>
            </a:r>
          </a:p>
          <a:p>
            <a:r>
              <a:t>      "value": 42.0,</a:t>
            </a:r>
          </a:p>
          <a:p>
            <a:r>
              <a:t>      "refs": [</a:t>
            </a:r>
          </a:p>
          <a:p>
            <a:r>
              <a:t>        {</a:t>
            </a:r>
          </a:p>
          <a:p>
            <a:r>
              <a:t>          "source_id": "s064",</a:t>
            </a:r>
          </a:p>
          <a:p>
            <a:r>
              <a:t>          "quote": "42"</a:t>
            </a:r>
          </a:p>
          <a:p>
            <a:r>
              <a:t>        }</a:t>
            </a:r>
          </a:p>
          <a:p>
            <a:r>
              <a:t>      ]</a:t>
            </a:r>
          </a:p>
          <a:p>
            <a:r>
              <a:t>    },</a:t>
            </a:r>
          </a:p>
          <a:p>
            <a:r>
              <a:t>    {</a:t>
            </a:r>
          </a:p>
          <a:p>
            <a:r>
              <a:t>      "value": 35.0,</a:t>
            </a:r>
          </a:p>
          <a:p>
            <a:r>
              <a:t>      "refs": [</a:t>
            </a:r>
          </a:p>
          <a:p>
            <a:r>
              <a:t>        {</a:t>
            </a:r>
          </a:p>
          <a:p>
            <a:r>
              <a:t>          "source_id": "s064",</a:t>
            </a:r>
          </a:p>
          <a:p>
            <a:r>
              <a:t>          "quote": "35"</a:t>
            </a:r>
          </a:p>
          <a:p>
            <a:r>
              <a:t>        }</a:t>
            </a:r>
          </a:p>
          <a:p>
            <a:r>
              <a:t>      ]</a:t>
            </a:r>
          </a:p>
          <a:p>
            <a:r>
              <a:t>    },</a:t>
            </a:r>
          </a:p>
          <a:p>
            <a:r>
              <a:t>    {</a:t>
            </a:r>
          </a:p>
          <a:p>
            <a:r>
              <a:t>      "value": 28.0,</a:t>
            </a:r>
          </a:p>
          <a:p>
            <a:r>
              <a:t>      "refs": [</a:t>
            </a:r>
          </a:p>
          <a:p>
            <a:r>
              <a:t>        {</a:t>
            </a:r>
          </a:p>
          <a:p>
            <a:r>
              <a:t>          "source_id": "s064",</a:t>
            </a:r>
          </a:p>
          <a:p>
            <a:r>
              <a:t>          "quote": "28"</a:t>
            </a:r>
          </a:p>
          <a:p>
            <a:r>
              <a:t>        }</a:t>
            </a:r>
          </a:p>
          <a:p>
            <a:r>
              <a:t>      ]</a:t>
            </a:r>
          </a:p>
          <a:p>
            <a:r>
              <a:t>    },</a:t>
            </a:r>
          </a:p>
          <a:p>
            <a:r>
              <a:t>    {</a:t>
            </a:r>
          </a:p>
          <a:p>
            <a:r>
              <a:t>      "value": 18.0,</a:t>
            </a:r>
          </a:p>
          <a:p>
            <a:r>
              <a:t>      "refs": [</a:t>
            </a:r>
          </a:p>
          <a:p>
            <a:r>
              <a:t>        {</a:t>
            </a:r>
          </a:p>
          <a:p>
            <a:r>
              <a:t>          "source_id": "s064",</a:t>
            </a:r>
          </a:p>
          <a:p>
            <a:r>
              <a:t>          "quote": "18"</a:t>
            </a:r>
          </a:p>
          <a:p>
            <a:r>
              <a:t>        }</a:t>
            </a:r>
          </a:p>
          <a:p>
            <a:r>
              <a:t>      ]</a:t>
            </a:r>
          </a:p>
          <a:p>
            <a:r>
              <a:t>    }</a:t>
            </a:r>
          </a:p>
          <a:p>
            <a:r>
              <a:t>  ],</a:t>
            </a:r>
          </a:p>
          <a:p>
            <a:r>
              <a:t>  "citations": {</a:t>
            </a:r>
          </a:p>
          <a:p>
            <a:r>
              <a:t>    "s064":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"chart",</a:t>
            </a:r>
          </a:p>
          <a:p>
            <a:r>
              <a:t>  "structural_variant": "bar_left",</a:t>
            </a:r>
          </a:p>
          <a:p>
            <a:r>
              <a:t>  "repetition_reason": "Catalog inventory: adjacent entries intentionally show every count/orientation for comparison; this is not a presentation sequence.",</a:t>
            </a:r>
          </a:p>
          <a:p>
            <a:r>
              <a:t>  "row_alignments": {},</a:t>
            </a:r>
          </a:p>
          <a:p>
            <a:r>
              <a:t>  "images": {},</a:t>
            </a:r>
          </a:p>
          <a:p>
            <a:r>
              <a:t>  "template_sha256": "8ee82b12631edff443641c06f1c61b4722180f84e6596036bca7b43cd14885ac"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"slide065",</a:t>
            </a:r>
          </a:p>
          <a:p>
            <a:r>
              <a:t>  "origin": "catalog",</a:t>
            </a:r>
          </a:p>
          <a:p>
            <a:r>
              <a:t>  "layout_id": "ed_chart_bar_right_4",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"s065",</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"s065",</a:t>
            </a:r>
          </a:p>
          <a:p>
            <a:r>
              <a:t>          "quote": "架空の社内調査。運用条件を整理した所見であり、効果を実証したものではない。"</a:t>
            </a:r>
          </a:p>
          <a:p>
            <a:r>
              <a:t>        }</a:t>
            </a:r>
          </a:p>
          <a:p>
            <a:r>
              <a:t>      ],</a:t>
            </a:r>
          </a:p>
          <a:p>
            <a:r>
              <a:t>      "mode": "verbatim"</a:t>
            </a:r>
          </a:p>
          <a:p>
            <a:r>
              <a:t>    },</a:t>
            </a:r>
          </a:p>
          <a:p>
            <a:r>
              <a:t>    {</a:t>
            </a:r>
          </a:p>
          <a:p>
            <a:r>
              <a:t>      "text": "課題の言及数（件）／複数回答・架空例",</a:t>
            </a:r>
          </a:p>
          <a:p>
            <a:r>
              <a:t>      "refs": [</a:t>
            </a:r>
          </a:p>
          <a:p>
            <a:r>
              <a:t>        {</a:t>
            </a:r>
          </a:p>
          <a:p>
            <a:r>
              <a:t>          "source_id": "s065",</a:t>
            </a:r>
          </a:p>
          <a:p>
            <a:r>
              <a:t>          "quote": "課題の言及数（件）／複数回答・架空例"</a:t>
            </a:r>
          </a:p>
          <a:p>
            <a:r>
              <a:t>        }</a:t>
            </a:r>
          </a:p>
          <a:p>
            <a:r>
              <a:t>      ],</a:t>
            </a:r>
          </a:p>
          <a:p>
            <a:r>
              <a:t>      "mode": "verbatim"</a:t>
            </a:r>
          </a:p>
          <a:p>
            <a:r>
              <a:t>    },</a:t>
            </a:r>
          </a:p>
          <a:p>
            <a:r>
              <a:t>    {</a:t>
            </a:r>
          </a:p>
          <a:p>
            <a:r>
              <a:t>      "text": "検索の課題が多いが、回答件数のみで重要度を判断することはできない。",</a:t>
            </a:r>
          </a:p>
          <a:p>
            <a:r>
              <a:t>      "refs": [</a:t>
            </a:r>
          </a:p>
          <a:p>
            <a:r>
              <a:t>        {</a:t>
            </a:r>
          </a:p>
          <a:p>
            <a:r>
              <a:t>          "source_id": "s065",</a:t>
            </a:r>
          </a:p>
          <a:p>
            <a:r>
              <a:t>          "quote": "検索の課題が多いが、回答件数のみで重要度を判断することはできない。"</a:t>
            </a:r>
          </a:p>
          <a:p>
            <a:r>
              <a:t>        }</a:t>
            </a:r>
          </a:p>
          <a:p>
            <a:r>
              <a:t>      ],</a:t>
            </a:r>
          </a:p>
          <a:p>
            <a:r>
              <a:t>      "mode": "verbatim"</a:t>
            </a:r>
          </a:p>
          <a:p>
            <a:r>
              <a:t>    },</a:t>
            </a:r>
          </a:p>
          <a:p>
            <a:r>
              <a:t>    {</a:t>
            </a:r>
          </a:p>
          <a:p>
            <a:r>
              <a:t>      "text": "架空集計であり、効果や因果関係は未検証。",</a:t>
            </a:r>
          </a:p>
          <a:p>
            <a:r>
              <a:t>      "refs": [</a:t>
            </a:r>
          </a:p>
          <a:p>
            <a:r>
              <a:t>        {</a:t>
            </a:r>
          </a:p>
          <a:p>
            <a:r>
              <a:t>          "source_id": "s065",</a:t>
            </a:r>
          </a:p>
          <a:p>
            <a:r>
              <a:t>          "quote": "架空集計であり、効果や因果関係は未検証。"</a:t>
            </a:r>
          </a:p>
          <a:p>
            <a:r>
              <a:t>        }</a:t>
            </a:r>
          </a:p>
          <a:p>
            <a:r>
              <a:t>      ],</a:t>
            </a:r>
          </a:p>
          <a:p>
            <a:r>
              <a:t>      "mode": "verbatim"</a:t>
            </a:r>
          </a:p>
          <a:p>
            <a:r>
              <a:t>    },</a:t>
            </a:r>
          </a:p>
          <a:p>
            <a:r>
              <a:t>    {</a:t>
            </a:r>
          </a:p>
          <a:p>
            <a:r>
              <a:t>      "text": "検索",</a:t>
            </a:r>
          </a:p>
          <a:p>
            <a:r>
              <a:t>      "refs": [</a:t>
            </a:r>
          </a:p>
          <a:p>
            <a:r>
              <a:t>        {</a:t>
            </a:r>
          </a:p>
          <a:p>
            <a:r>
              <a:t>          "source_id": "s065",</a:t>
            </a:r>
          </a:p>
          <a:p>
            <a:r>
              <a:t>          "quote": "検索"</a:t>
            </a:r>
          </a:p>
          <a:p>
            <a:r>
              <a:t>        }</a:t>
            </a:r>
          </a:p>
          <a:p>
            <a:r>
              <a:t>      ],</a:t>
            </a:r>
          </a:p>
          <a:p>
            <a:r>
              <a:t>      "mode": "verbatim"</a:t>
            </a:r>
          </a:p>
          <a:p>
            <a:r>
              <a:t>    },</a:t>
            </a:r>
          </a:p>
          <a:p>
            <a:r>
              <a:t>    {</a:t>
            </a:r>
          </a:p>
          <a:p>
            <a:r>
              <a:t>      "text": "出典",</a:t>
            </a:r>
          </a:p>
          <a:p>
            <a:r>
              <a:t>      "refs": [</a:t>
            </a:r>
          </a:p>
          <a:p>
            <a:r>
              <a:t>        {</a:t>
            </a:r>
          </a:p>
          <a:p>
            <a:r>
              <a:t>          "source_id": "s065",</a:t>
            </a:r>
          </a:p>
          <a:p>
            <a:r>
              <a:t>          "quote": "出典"</a:t>
            </a:r>
          </a:p>
          <a:p>
            <a:r>
              <a:t>        }</a:t>
            </a:r>
          </a:p>
          <a:p>
            <a:r>
              <a:t>      ],</a:t>
            </a:r>
          </a:p>
          <a:p>
            <a:r>
              <a:t>      "mode": "verbatim"</a:t>
            </a:r>
          </a:p>
          <a:p>
            <a:r>
              <a:t>    },</a:t>
            </a:r>
          </a:p>
          <a:p>
            <a:r>
              <a:t>    {</a:t>
            </a:r>
          </a:p>
          <a:p>
            <a:r>
              <a:t>      "text": "更新",</a:t>
            </a:r>
          </a:p>
          <a:p>
            <a:r>
              <a:t>      "refs": [</a:t>
            </a:r>
          </a:p>
          <a:p>
            <a:r>
              <a:t>        {</a:t>
            </a:r>
          </a:p>
          <a:p>
            <a:r>
              <a:t>          "source_id": "s065",</a:t>
            </a:r>
          </a:p>
          <a:p>
            <a:r>
              <a:t>          "quote": "更新"</a:t>
            </a:r>
          </a:p>
          <a:p>
            <a:r>
              <a:t>        }</a:t>
            </a:r>
          </a:p>
          <a:p>
            <a:r>
              <a:t>      ],</a:t>
            </a:r>
          </a:p>
          <a:p>
            <a:r>
              <a:t>      "mode": "verbatim"</a:t>
            </a:r>
          </a:p>
          <a:p>
            <a:r>
              <a:t>    },</a:t>
            </a:r>
          </a:p>
          <a:p>
            <a:r>
              <a:t>    {</a:t>
            </a:r>
          </a:p>
          <a:p>
            <a:r>
              <a:t>      "text": "共有",</a:t>
            </a:r>
          </a:p>
          <a:p>
            <a:r>
              <a:t>      "refs": [</a:t>
            </a:r>
          </a:p>
          <a:p>
            <a:r>
              <a:t>        {</a:t>
            </a:r>
          </a:p>
          <a:p>
            <a:r>
              <a:t>          "source_id": "s065",</a:t>
            </a:r>
          </a:p>
          <a:p>
            <a:r>
              <a:t>          "quote": "共有"</a:t>
            </a:r>
          </a:p>
          <a:p>
            <a:r>
              <a:t>        }</a:t>
            </a:r>
          </a:p>
          <a:p>
            <a:r>
              <a:t>      ],</a:t>
            </a:r>
          </a:p>
          <a:p>
            <a:r>
              <a:t>      "mode": "verbatim"</a:t>
            </a:r>
          </a:p>
          <a:p>
            <a:r>
              <a:t>    },</a:t>
            </a:r>
          </a:p>
          <a:p>
            <a:r>
              <a:t>    {</a:t>
            </a:r>
          </a:p>
          <a:p>
            <a:r>
              <a:t>      "text": "架空集計（件）",</a:t>
            </a:r>
          </a:p>
          <a:p>
            <a:r>
              <a:t>      "refs": [</a:t>
            </a:r>
          </a:p>
          <a:p>
            <a:r>
              <a:t>        {</a:t>
            </a:r>
          </a:p>
          <a:p>
            <a:r>
              <a:t>          "source_id": "s065",</a:t>
            </a:r>
          </a:p>
          <a:p>
            <a:r>
              <a:t>          "quote": "架空集計（件）"</a:t>
            </a:r>
          </a:p>
          <a:p>
            <a:r>
              <a:t>        }</a:t>
            </a:r>
          </a:p>
          <a:p>
            <a:r>
              <a:t>      ],</a:t>
            </a:r>
          </a:p>
          <a:p>
            <a:r>
              <a:t>      "mode": "verbatim"</a:t>
            </a:r>
          </a:p>
          <a:p>
            <a:r>
              <a:t>    },</a:t>
            </a:r>
          </a:p>
          <a:p>
            <a:r>
              <a:t>    {</a:t>
            </a:r>
          </a:p>
          <a:p>
            <a:r>
              <a:t>      "value": 42.0,</a:t>
            </a:r>
          </a:p>
          <a:p>
            <a:r>
              <a:t>      "refs": [</a:t>
            </a:r>
          </a:p>
          <a:p>
            <a:r>
              <a:t>        {</a:t>
            </a:r>
          </a:p>
          <a:p>
            <a:r>
              <a:t>          "source_id": "s065",</a:t>
            </a:r>
          </a:p>
          <a:p>
            <a:r>
              <a:t>          "quote": "42"</a:t>
            </a:r>
          </a:p>
          <a:p>
            <a:r>
              <a:t>        }</a:t>
            </a:r>
          </a:p>
          <a:p>
            <a:r>
              <a:t>      ]</a:t>
            </a:r>
          </a:p>
          <a:p>
            <a:r>
              <a:t>    },</a:t>
            </a:r>
          </a:p>
          <a:p>
            <a:r>
              <a:t>    {</a:t>
            </a:r>
          </a:p>
          <a:p>
            <a:r>
              <a:t>      "value": 35.0,</a:t>
            </a:r>
          </a:p>
          <a:p>
            <a:r>
              <a:t>      "refs": [</a:t>
            </a:r>
          </a:p>
          <a:p>
            <a:r>
              <a:t>        {</a:t>
            </a:r>
          </a:p>
          <a:p>
            <a:r>
              <a:t>          "source_id": "s065",</a:t>
            </a:r>
          </a:p>
          <a:p>
            <a:r>
              <a:t>          "quote": "35"</a:t>
            </a:r>
          </a:p>
          <a:p>
            <a:r>
              <a:t>        }</a:t>
            </a:r>
          </a:p>
          <a:p>
            <a:r>
              <a:t>      ]</a:t>
            </a:r>
          </a:p>
          <a:p>
            <a:r>
              <a:t>    },</a:t>
            </a:r>
          </a:p>
          <a:p>
            <a:r>
              <a:t>    {</a:t>
            </a:r>
          </a:p>
          <a:p>
            <a:r>
              <a:t>      "value": 28.0,</a:t>
            </a:r>
          </a:p>
          <a:p>
            <a:r>
              <a:t>      "refs": [</a:t>
            </a:r>
          </a:p>
          <a:p>
            <a:r>
              <a:t>        {</a:t>
            </a:r>
          </a:p>
          <a:p>
            <a:r>
              <a:t>          "source_id": "s065",</a:t>
            </a:r>
          </a:p>
          <a:p>
            <a:r>
              <a:t>          "quote": "28"</a:t>
            </a:r>
          </a:p>
          <a:p>
            <a:r>
              <a:t>        }</a:t>
            </a:r>
          </a:p>
          <a:p>
            <a:r>
              <a:t>      ]</a:t>
            </a:r>
          </a:p>
          <a:p>
            <a:r>
              <a:t>    },</a:t>
            </a:r>
          </a:p>
          <a:p>
            <a:r>
              <a:t>    {</a:t>
            </a:r>
          </a:p>
          <a:p>
            <a:r>
              <a:t>      "value": 18.0,</a:t>
            </a:r>
          </a:p>
          <a:p>
            <a:r>
              <a:t>      "refs": [</a:t>
            </a:r>
          </a:p>
          <a:p>
            <a:r>
              <a:t>        {</a:t>
            </a:r>
          </a:p>
          <a:p>
            <a:r>
              <a:t>          "source_id": "s065",</a:t>
            </a:r>
          </a:p>
          <a:p>
            <a:r>
              <a:t>          "quote": "18"</a:t>
            </a:r>
          </a:p>
          <a:p>
            <a:r>
              <a:t>        }</a:t>
            </a:r>
          </a:p>
          <a:p>
            <a:r>
              <a:t>      ]</a:t>
            </a:r>
          </a:p>
          <a:p>
            <a:r>
              <a:t>    }</a:t>
            </a:r>
          </a:p>
          <a:p>
            <a:r>
              <a:t>  ],</a:t>
            </a:r>
          </a:p>
          <a:p>
            <a:r>
              <a:t>  "citations": {</a:t>
            </a:r>
          </a:p>
          <a:p>
            <a:r>
              <a:t>    "s065":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"chart",</a:t>
            </a:r>
          </a:p>
          <a:p>
            <a:r>
              <a:t>  "structural_variant": "bar_right",</a:t>
            </a:r>
          </a:p>
          <a:p>
            <a:r>
              <a:t>  "repetition_reason": "Catalog inventory: adjacent entries intentionally show every count/orientation for comparison; this is not a presentation sequence.",</a:t>
            </a:r>
          </a:p>
          <a:p>
            <a:r>
              <a:t>  "row_alignments": {},</a:t>
            </a:r>
          </a:p>
          <a:p>
            <a:r>
              <a:t>  "images": {},</a:t>
            </a:r>
          </a:p>
          <a:p>
            <a:r>
              <a:t>  "template_sha256": "0c41da28128ae83e7fde7ca4a014839433c96eafe40ab7809cafb8d7a9e74c33"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"slide066",</a:t>
            </a:r>
          </a:p>
          <a:p>
            <a:r>
              <a:t>  "origin": "catalog",</a:t>
            </a:r>
          </a:p>
          <a:p>
            <a:r>
              <a:t>  "layout_id": "ed_chart_column_top_4",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"s066",</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"s066",</a:t>
            </a:r>
          </a:p>
          <a:p>
            <a:r>
              <a:t>          "quote": "架空の社内調査。運用条件を整理した所見であり、効果を実証したものではない。"</a:t>
            </a:r>
          </a:p>
          <a:p>
            <a:r>
              <a:t>        }</a:t>
            </a:r>
          </a:p>
          <a:p>
            <a:r>
              <a:t>      ],</a:t>
            </a:r>
          </a:p>
          <a:p>
            <a:r>
              <a:t>      "mode": "verbatim"</a:t>
            </a:r>
          </a:p>
          <a:p>
            <a:r>
              <a:t>    },</a:t>
            </a:r>
          </a:p>
          <a:p>
            <a:r>
              <a:t>    {</a:t>
            </a:r>
          </a:p>
          <a:p>
            <a:r>
              <a:t>      "text": "課題の言及数（件）／複数回答・架空例",</a:t>
            </a:r>
          </a:p>
          <a:p>
            <a:r>
              <a:t>      "refs": [</a:t>
            </a:r>
          </a:p>
          <a:p>
            <a:r>
              <a:t>        {</a:t>
            </a:r>
          </a:p>
          <a:p>
            <a:r>
              <a:t>          "source_id": "s066",</a:t>
            </a:r>
          </a:p>
          <a:p>
            <a:r>
              <a:t>          "quote": "課題の言及数（件）／複数回答・架空例"</a:t>
            </a:r>
          </a:p>
          <a:p>
            <a:r>
              <a:t>        }</a:t>
            </a:r>
          </a:p>
          <a:p>
            <a:r>
              <a:t>      ],</a:t>
            </a:r>
          </a:p>
          <a:p>
            <a:r>
              <a:t>      "mode": "verbatim"</a:t>
            </a:r>
          </a:p>
          <a:p>
            <a:r>
              <a:t>    },</a:t>
            </a:r>
          </a:p>
          <a:p>
            <a:r>
              <a:t>    {</a:t>
            </a:r>
          </a:p>
          <a:p>
            <a:r>
              <a:t>      "text": "検索の課題が多いが、回答件数のみで重要度を判断することはできない。",</a:t>
            </a:r>
          </a:p>
          <a:p>
            <a:r>
              <a:t>      "refs": [</a:t>
            </a:r>
          </a:p>
          <a:p>
            <a:r>
              <a:t>        {</a:t>
            </a:r>
          </a:p>
          <a:p>
            <a:r>
              <a:t>          "source_id": "s066",</a:t>
            </a:r>
          </a:p>
          <a:p>
            <a:r>
              <a:t>          "quote": "検索の課題が多いが、回答件数のみで重要度を判断することはできない。"</a:t>
            </a:r>
          </a:p>
          <a:p>
            <a:r>
              <a:t>        }</a:t>
            </a:r>
          </a:p>
          <a:p>
            <a:r>
              <a:t>      ],</a:t>
            </a:r>
          </a:p>
          <a:p>
            <a:r>
              <a:t>      "mode": "verbatim"</a:t>
            </a:r>
          </a:p>
          <a:p>
            <a:r>
              <a:t>    },</a:t>
            </a:r>
          </a:p>
          <a:p>
            <a:r>
              <a:t>    {</a:t>
            </a:r>
          </a:p>
          <a:p>
            <a:r>
              <a:t>      "text": "架空集計であり、効果や因果関係は未検証。",</a:t>
            </a:r>
          </a:p>
          <a:p>
            <a:r>
              <a:t>      "refs": [</a:t>
            </a:r>
          </a:p>
          <a:p>
            <a:r>
              <a:t>        {</a:t>
            </a:r>
          </a:p>
          <a:p>
            <a:r>
              <a:t>          "source_id": "s066",</a:t>
            </a:r>
          </a:p>
          <a:p>
            <a:r>
              <a:t>          "quote": "架空集計であり、効果や因果関係は未検証。"</a:t>
            </a:r>
          </a:p>
          <a:p>
            <a:r>
              <a:t>        }</a:t>
            </a:r>
          </a:p>
          <a:p>
            <a:r>
              <a:t>      ],</a:t>
            </a:r>
          </a:p>
          <a:p>
            <a:r>
              <a:t>      "mode": "verbatim"</a:t>
            </a:r>
          </a:p>
          <a:p>
            <a:r>
              <a:t>    },</a:t>
            </a:r>
          </a:p>
          <a:p>
            <a:r>
              <a:t>    {</a:t>
            </a:r>
          </a:p>
          <a:p>
            <a:r>
              <a:t>      "text": "検索",</a:t>
            </a:r>
          </a:p>
          <a:p>
            <a:r>
              <a:t>      "refs": [</a:t>
            </a:r>
          </a:p>
          <a:p>
            <a:r>
              <a:t>        {</a:t>
            </a:r>
          </a:p>
          <a:p>
            <a:r>
              <a:t>          "source_id": "s066",</a:t>
            </a:r>
          </a:p>
          <a:p>
            <a:r>
              <a:t>          "quote": "検索"</a:t>
            </a:r>
          </a:p>
          <a:p>
            <a:r>
              <a:t>        }</a:t>
            </a:r>
          </a:p>
          <a:p>
            <a:r>
              <a:t>      ],</a:t>
            </a:r>
          </a:p>
          <a:p>
            <a:r>
              <a:t>      "mode": "verbatim"</a:t>
            </a:r>
          </a:p>
          <a:p>
            <a:r>
              <a:t>    },</a:t>
            </a:r>
          </a:p>
          <a:p>
            <a:r>
              <a:t>    {</a:t>
            </a:r>
          </a:p>
          <a:p>
            <a:r>
              <a:t>      "text": "出典",</a:t>
            </a:r>
          </a:p>
          <a:p>
            <a:r>
              <a:t>      "refs": [</a:t>
            </a:r>
          </a:p>
          <a:p>
            <a:r>
              <a:t>        {</a:t>
            </a:r>
          </a:p>
          <a:p>
            <a:r>
              <a:t>          "source_id": "s066",</a:t>
            </a:r>
          </a:p>
          <a:p>
            <a:r>
              <a:t>          "quote": "出典"</a:t>
            </a:r>
          </a:p>
          <a:p>
            <a:r>
              <a:t>        }</a:t>
            </a:r>
          </a:p>
          <a:p>
            <a:r>
              <a:t>      ],</a:t>
            </a:r>
          </a:p>
          <a:p>
            <a:r>
              <a:t>      "mode": "verbatim"</a:t>
            </a:r>
          </a:p>
          <a:p>
            <a:r>
              <a:t>    },</a:t>
            </a:r>
          </a:p>
          <a:p>
            <a:r>
              <a:t>    {</a:t>
            </a:r>
          </a:p>
          <a:p>
            <a:r>
              <a:t>      "text": "更新",</a:t>
            </a:r>
          </a:p>
          <a:p>
            <a:r>
              <a:t>      "refs": [</a:t>
            </a:r>
          </a:p>
          <a:p>
            <a:r>
              <a:t>        {</a:t>
            </a:r>
          </a:p>
          <a:p>
            <a:r>
              <a:t>          "source_id": "s066",</a:t>
            </a:r>
          </a:p>
          <a:p>
            <a:r>
              <a:t>          "quote": "更新"</a:t>
            </a:r>
          </a:p>
          <a:p>
            <a:r>
              <a:t>        }</a:t>
            </a:r>
          </a:p>
          <a:p>
            <a:r>
              <a:t>      ],</a:t>
            </a:r>
          </a:p>
          <a:p>
            <a:r>
              <a:t>      "mode": "verbatim"</a:t>
            </a:r>
          </a:p>
          <a:p>
            <a:r>
              <a:t>    },</a:t>
            </a:r>
          </a:p>
          <a:p>
            <a:r>
              <a:t>    {</a:t>
            </a:r>
          </a:p>
          <a:p>
            <a:r>
              <a:t>      "text": "共有",</a:t>
            </a:r>
          </a:p>
          <a:p>
            <a:r>
              <a:t>      "refs": [</a:t>
            </a:r>
          </a:p>
          <a:p>
            <a:r>
              <a:t>        {</a:t>
            </a:r>
          </a:p>
          <a:p>
            <a:r>
              <a:t>          "source_id": "s066",</a:t>
            </a:r>
          </a:p>
          <a:p>
            <a:r>
              <a:t>          "quote": "共有"</a:t>
            </a:r>
          </a:p>
          <a:p>
            <a:r>
              <a:t>        }</a:t>
            </a:r>
          </a:p>
          <a:p>
            <a:r>
              <a:t>      ],</a:t>
            </a:r>
          </a:p>
          <a:p>
            <a:r>
              <a:t>      "mode": "verbatim"</a:t>
            </a:r>
          </a:p>
          <a:p>
            <a:r>
              <a:t>    },</a:t>
            </a:r>
          </a:p>
          <a:p>
            <a:r>
              <a:t>    {</a:t>
            </a:r>
          </a:p>
          <a:p>
            <a:r>
              <a:t>      "text": "架空集計（件）",</a:t>
            </a:r>
          </a:p>
          <a:p>
            <a:r>
              <a:t>      "refs": [</a:t>
            </a:r>
          </a:p>
          <a:p>
            <a:r>
              <a:t>        {</a:t>
            </a:r>
          </a:p>
          <a:p>
            <a:r>
              <a:t>          "source_id": "s066",</a:t>
            </a:r>
          </a:p>
          <a:p>
            <a:r>
              <a:t>          "quote": "架空集計（件）"</a:t>
            </a:r>
          </a:p>
          <a:p>
            <a:r>
              <a:t>        }</a:t>
            </a:r>
          </a:p>
          <a:p>
            <a:r>
              <a:t>      ],</a:t>
            </a:r>
          </a:p>
          <a:p>
            <a:r>
              <a:t>      "mode": "verbatim"</a:t>
            </a:r>
          </a:p>
          <a:p>
            <a:r>
              <a:t>    },</a:t>
            </a:r>
          </a:p>
          <a:p>
            <a:r>
              <a:t>    {</a:t>
            </a:r>
          </a:p>
          <a:p>
            <a:r>
              <a:t>      "value": 42.0,</a:t>
            </a:r>
          </a:p>
          <a:p>
            <a:r>
              <a:t>      "refs": [</a:t>
            </a:r>
          </a:p>
          <a:p>
            <a:r>
              <a:t>        {</a:t>
            </a:r>
          </a:p>
          <a:p>
            <a:r>
              <a:t>          "source_id": "s066",</a:t>
            </a:r>
          </a:p>
          <a:p>
            <a:r>
              <a:t>          "quote": "42"</a:t>
            </a:r>
          </a:p>
          <a:p>
            <a:r>
              <a:t>        }</a:t>
            </a:r>
          </a:p>
          <a:p>
            <a:r>
              <a:t>      ]</a:t>
            </a:r>
          </a:p>
          <a:p>
            <a:r>
              <a:t>    },</a:t>
            </a:r>
          </a:p>
          <a:p>
            <a:r>
              <a:t>    {</a:t>
            </a:r>
          </a:p>
          <a:p>
            <a:r>
              <a:t>      "value": 35.0,</a:t>
            </a:r>
          </a:p>
          <a:p>
            <a:r>
              <a:t>      "refs": [</a:t>
            </a:r>
          </a:p>
          <a:p>
            <a:r>
              <a:t>        {</a:t>
            </a:r>
          </a:p>
          <a:p>
            <a:r>
              <a:t>          "source_id": "s066",</a:t>
            </a:r>
          </a:p>
          <a:p>
            <a:r>
              <a:t>          "quote": "35"</a:t>
            </a:r>
          </a:p>
          <a:p>
            <a:r>
              <a:t>        }</a:t>
            </a:r>
          </a:p>
          <a:p>
            <a:r>
              <a:t>      ]</a:t>
            </a:r>
          </a:p>
          <a:p>
            <a:r>
              <a:t>    },</a:t>
            </a:r>
          </a:p>
          <a:p>
            <a:r>
              <a:t>    {</a:t>
            </a:r>
          </a:p>
          <a:p>
            <a:r>
              <a:t>      "value": 28.0,</a:t>
            </a:r>
          </a:p>
          <a:p>
            <a:r>
              <a:t>      "refs": [</a:t>
            </a:r>
          </a:p>
          <a:p>
            <a:r>
              <a:t>        {</a:t>
            </a:r>
          </a:p>
          <a:p>
            <a:r>
              <a:t>          "source_id": "s066",</a:t>
            </a:r>
          </a:p>
          <a:p>
            <a:r>
              <a:t>          "quote": "28"</a:t>
            </a:r>
          </a:p>
          <a:p>
            <a:r>
              <a:t>        }</a:t>
            </a:r>
          </a:p>
          <a:p>
            <a:r>
              <a:t>      ]</a:t>
            </a:r>
          </a:p>
          <a:p>
            <a:r>
              <a:t>    },</a:t>
            </a:r>
          </a:p>
          <a:p>
            <a:r>
              <a:t>    {</a:t>
            </a:r>
          </a:p>
          <a:p>
            <a:r>
              <a:t>      "value": 18.0,</a:t>
            </a:r>
          </a:p>
          <a:p>
            <a:r>
              <a:t>      "refs": [</a:t>
            </a:r>
          </a:p>
          <a:p>
            <a:r>
              <a:t>        {</a:t>
            </a:r>
          </a:p>
          <a:p>
            <a:r>
              <a:t>          "source_id": "s066",</a:t>
            </a:r>
          </a:p>
          <a:p>
            <a:r>
              <a:t>          "quote": "18"</a:t>
            </a:r>
          </a:p>
          <a:p>
            <a:r>
              <a:t>        }</a:t>
            </a:r>
          </a:p>
          <a:p>
            <a:r>
              <a:t>      ]</a:t>
            </a:r>
          </a:p>
          <a:p>
            <a:r>
              <a:t>    }</a:t>
            </a:r>
          </a:p>
          <a:p>
            <a:r>
              <a:t>  ],</a:t>
            </a:r>
          </a:p>
          <a:p>
            <a:r>
              <a:t>  "citations": {</a:t>
            </a:r>
          </a:p>
          <a:p>
            <a:r>
              <a:t>    "s066":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"chart",</a:t>
            </a:r>
          </a:p>
          <a:p>
            <a:r>
              <a:t>  "structural_variant": "column_top",</a:t>
            </a:r>
          </a:p>
          <a:p>
            <a:r>
              <a:t>  "repetition_reason": "Catalog inventory: adjacent entries intentionally show every count/orientation for comparison; this is not a presentation sequence.",</a:t>
            </a:r>
          </a:p>
          <a:p>
            <a:r>
              <a:t>  "row_alignments": {},</a:t>
            </a:r>
          </a:p>
          <a:p>
            <a:r>
              <a:t>  "images": {},</a:t>
            </a:r>
          </a:p>
          <a:p>
            <a:r>
              <a:t>  "template_sha256": "d7c9dddbca8e225ed704785bfa646fe7f13ada9bdab9bfa98551034ad4d1a29d"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"slide067",</a:t>
            </a:r>
          </a:p>
          <a:p>
            <a:r>
              <a:t>  "origin": "catalog",</a:t>
            </a:r>
          </a:p>
          <a:p>
            <a:r>
              <a:t>  "layout_id": "ed_chart_column_bottom_4",</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"s067",</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"s067",</a:t>
            </a:r>
          </a:p>
          <a:p>
            <a:r>
              <a:t>          "quote": "架空の社内調査。運用条件を整理した所見であり、効果を実証したものではない。"</a:t>
            </a:r>
          </a:p>
          <a:p>
            <a:r>
              <a:t>        }</a:t>
            </a:r>
          </a:p>
          <a:p>
            <a:r>
              <a:t>      ],</a:t>
            </a:r>
          </a:p>
          <a:p>
            <a:r>
              <a:t>      "mode": "verbatim"</a:t>
            </a:r>
          </a:p>
          <a:p>
            <a:r>
              <a:t>    },</a:t>
            </a:r>
          </a:p>
          <a:p>
            <a:r>
              <a:t>    {</a:t>
            </a:r>
          </a:p>
          <a:p>
            <a:r>
              <a:t>      "text": "課題の言及数（件）／複数回答・架空例",</a:t>
            </a:r>
          </a:p>
          <a:p>
            <a:r>
              <a:t>      "refs": [</a:t>
            </a:r>
          </a:p>
          <a:p>
            <a:r>
              <a:t>        {</a:t>
            </a:r>
          </a:p>
          <a:p>
            <a:r>
              <a:t>          "source_id": "s067",</a:t>
            </a:r>
          </a:p>
          <a:p>
            <a:r>
              <a:t>          "quote": "課題の言及数（件）／複数回答・架空例"</a:t>
            </a:r>
          </a:p>
          <a:p>
            <a:r>
              <a:t>        }</a:t>
            </a:r>
          </a:p>
          <a:p>
            <a:r>
              <a:t>      ],</a:t>
            </a:r>
          </a:p>
          <a:p>
            <a:r>
              <a:t>      "mode": "verbatim"</a:t>
            </a:r>
          </a:p>
          <a:p>
            <a:r>
              <a:t>    },</a:t>
            </a:r>
          </a:p>
          <a:p>
            <a:r>
              <a:t>    {</a:t>
            </a:r>
          </a:p>
          <a:p>
            <a:r>
              <a:t>      "text": "検索の課題が多いが、回答件数のみで重要度を判断することはできない。",</a:t>
            </a:r>
          </a:p>
          <a:p>
            <a:r>
              <a:t>      "refs": [</a:t>
            </a:r>
          </a:p>
          <a:p>
            <a:r>
              <a:t>        {</a:t>
            </a:r>
          </a:p>
          <a:p>
            <a:r>
              <a:t>          "source_id": "s067",</a:t>
            </a:r>
          </a:p>
          <a:p>
            <a:r>
              <a:t>          "quote": "検索の課題が多いが、回答件数のみで重要度を判断することはできない。"</a:t>
            </a:r>
          </a:p>
          <a:p>
            <a:r>
              <a:t>        }</a:t>
            </a:r>
          </a:p>
          <a:p>
            <a:r>
              <a:t>      ],</a:t>
            </a:r>
          </a:p>
          <a:p>
            <a:r>
              <a:t>      "mode": "verbatim"</a:t>
            </a:r>
          </a:p>
          <a:p>
            <a:r>
              <a:t>    },</a:t>
            </a:r>
          </a:p>
          <a:p>
            <a:r>
              <a:t>    {</a:t>
            </a:r>
          </a:p>
          <a:p>
            <a:r>
              <a:t>      "text": "架空集計であり、効果や因果関係は未検証。",</a:t>
            </a:r>
          </a:p>
          <a:p>
            <a:r>
              <a:t>      "refs": [</a:t>
            </a:r>
          </a:p>
          <a:p>
            <a:r>
              <a:t>        {</a:t>
            </a:r>
          </a:p>
          <a:p>
            <a:r>
              <a:t>          "source_id": "s067",</a:t>
            </a:r>
          </a:p>
          <a:p>
            <a:r>
              <a:t>          "quote": "架空集計であり、効果や因果関係は未検証。"</a:t>
            </a:r>
          </a:p>
          <a:p>
            <a:r>
              <a:t>        }</a:t>
            </a:r>
          </a:p>
          <a:p>
            <a:r>
              <a:t>      ],</a:t>
            </a:r>
          </a:p>
          <a:p>
            <a:r>
              <a:t>      "mode": "verbatim"</a:t>
            </a:r>
          </a:p>
          <a:p>
            <a:r>
              <a:t>    },</a:t>
            </a:r>
          </a:p>
          <a:p>
            <a:r>
              <a:t>    {</a:t>
            </a:r>
          </a:p>
          <a:p>
            <a:r>
              <a:t>      "text": "検索",</a:t>
            </a:r>
          </a:p>
          <a:p>
            <a:r>
              <a:t>      "refs": [</a:t>
            </a:r>
          </a:p>
          <a:p>
            <a:r>
              <a:t>        {</a:t>
            </a:r>
          </a:p>
          <a:p>
            <a:r>
              <a:t>          "source_id": "s067",</a:t>
            </a:r>
          </a:p>
          <a:p>
            <a:r>
              <a:t>          "quote": "検索"</a:t>
            </a:r>
          </a:p>
          <a:p>
            <a:r>
              <a:t>        }</a:t>
            </a:r>
          </a:p>
          <a:p>
            <a:r>
              <a:t>      ],</a:t>
            </a:r>
          </a:p>
          <a:p>
            <a:r>
              <a:t>      "mode": "verbatim"</a:t>
            </a:r>
          </a:p>
          <a:p>
            <a:r>
              <a:t>    },</a:t>
            </a:r>
          </a:p>
          <a:p>
            <a:r>
              <a:t>    {</a:t>
            </a:r>
          </a:p>
          <a:p>
            <a:r>
              <a:t>      "text": "出典",</a:t>
            </a:r>
          </a:p>
          <a:p>
            <a:r>
              <a:t>      "refs": [</a:t>
            </a:r>
          </a:p>
          <a:p>
            <a:r>
              <a:t>        {</a:t>
            </a:r>
          </a:p>
          <a:p>
            <a:r>
              <a:t>          "source_id": "s067",</a:t>
            </a:r>
          </a:p>
          <a:p>
            <a:r>
              <a:t>          "quote": "出典"</a:t>
            </a:r>
          </a:p>
          <a:p>
            <a:r>
              <a:t>        }</a:t>
            </a:r>
          </a:p>
          <a:p>
            <a:r>
              <a:t>      ],</a:t>
            </a:r>
          </a:p>
          <a:p>
            <a:r>
              <a:t>      "mode": "verbatim"</a:t>
            </a:r>
          </a:p>
          <a:p>
            <a:r>
              <a:t>    },</a:t>
            </a:r>
          </a:p>
          <a:p>
            <a:r>
              <a:t>    {</a:t>
            </a:r>
          </a:p>
          <a:p>
            <a:r>
              <a:t>      "text": "更新",</a:t>
            </a:r>
          </a:p>
          <a:p>
            <a:r>
              <a:t>      "refs": [</a:t>
            </a:r>
          </a:p>
          <a:p>
            <a:r>
              <a:t>        {</a:t>
            </a:r>
          </a:p>
          <a:p>
            <a:r>
              <a:t>          "source_id": "s067",</a:t>
            </a:r>
          </a:p>
          <a:p>
            <a:r>
              <a:t>          "quote": "更新"</a:t>
            </a:r>
          </a:p>
          <a:p>
            <a:r>
              <a:t>        }</a:t>
            </a:r>
          </a:p>
          <a:p>
            <a:r>
              <a:t>      ],</a:t>
            </a:r>
          </a:p>
          <a:p>
            <a:r>
              <a:t>      "mode": "verbatim"</a:t>
            </a:r>
          </a:p>
          <a:p>
            <a:r>
              <a:t>    },</a:t>
            </a:r>
          </a:p>
          <a:p>
            <a:r>
              <a:t>    {</a:t>
            </a:r>
          </a:p>
          <a:p>
            <a:r>
              <a:t>      "text": "共有",</a:t>
            </a:r>
          </a:p>
          <a:p>
            <a:r>
              <a:t>      "refs": [</a:t>
            </a:r>
          </a:p>
          <a:p>
            <a:r>
              <a:t>        {</a:t>
            </a:r>
          </a:p>
          <a:p>
            <a:r>
              <a:t>          "source_id": "s067",</a:t>
            </a:r>
          </a:p>
          <a:p>
            <a:r>
              <a:t>          "quote": "共有"</a:t>
            </a:r>
          </a:p>
          <a:p>
            <a:r>
              <a:t>        }</a:t>
            </a:r>
          </a:p>
          <a:p>
            <a:r>
              <a:t>      ],</a:t>
            </a:r>
          </a:p>
          <a:p>
            <a:r>
              <a:t>      "mode": "verbatim"</a:t>
            </a:r>
          </a:p>
          <a:p>
            <a:r>
              <a:t>    },</a:t>
            </a:r>
          </a:p>
          <a:p>
            <a:r>
              <a:t>    {</a:t>
            </a:r>
          </a:p>
          <a:p>
            <a:r>
              <a:t>      "text": "架空集計（件）",</a:t>
            </a:r>
          </a:p>
          <a:p>
            <a:r>
              <a:t>      "refs": [</a:t>
            </a:r>
          </a:p>
          <a:p>
            <a:r>
              <a:t>        {</a:t>
            </a:r>
          </a:p>
          <a:p>
            <a:r>
              <a:t>          "source_id": "s067",</a:t>
            </a:r>
          </a:p>
          <a:p>
            <a:r>
              <a:t>          "quote": "架空集計（件）"</a:t>
            </a:r>
          </a:p>
          <a:p>
            <a:r>
              <a:t>        }</a:t>
            </a:r>
          </a:p>
          <a:p>
            <a:r>
              <a:t>      ],</a:t>
            </a:r>
          </a:p>
          <a:p>
            <a:r>
              <a:t>      "mode": "verbatim"</a:t>
            </a:r>
          </a:p>
          <a:p>
            <a:r>
              <a:t>    },</a:t>
            </a:r>
          </a:p>
          <a:p>
            <a:r>
              <a:t>    {</a:t>
            </a:r>
          </a:p>
          <a:p>
            <a:r>
              <a:t>      "value": 42.0,</a:t>
            </a:r>
          </a:p>
          <a:p>
            <a:r>
              <a:t>      "refs": [</a:t>
            </a:r>
          </a:p>
          <a:p>
            <a:r>
              <a:t>        {</a:t>
            </a:r>
          </a:p>
          <a:p>
            <a:r>
              <a:t>          "source_id": "s067",</a:t>
            </a:r>
          </a:p>
          <a:p>
            <a:r>
              <a:t>          "quote": "42"</a:t>
            </a:r>
          </a:p>
          <a:p>
            <a:r>
              <a:t>        }</a:t>
            </a:r>
          </a:p>
          <a:p>
            <a:r>
              <a:t>      ]</a:t>
            </a:r>
          </a:p>
          <a:p>
            <a:r>
              <a:t>    },</a:t>
            </a:r>
          </a:p>
          <a:p>
            <a:r>
              <a:t>    {</a:t>
            </a:r>
          </a:p>
          <a:p>
            <a:r>
              <a:t>      "value": 35.0,</a:t>
            </a:r>
          </a:p>
          <a:p>
            <a:r>
              <a:t>      "refs": [</a:t>
            </a:r>
          </a:p>
          <a:p>
            <a:r>
              <a:t>        {</a:t>
            </a:r>
          </a:p>
          <a:p>
            <a:r>
              <a:t>          "source_id": "s067",</a:t>
            </a:r>
          </a:p>
          <a:p>
            <a:r>
              <a:t>          "quote": "35"</a:t>
            </a:r>
          </a:p>
          <a:p>
            <a:r>
              <a:t>        }</a:t>
            </a:r>
          </a:p>
          <a:p>
            <a:r>
              <a:t>      ]</a:t>
            </a:r>
          </a:p>
          <a:p>
            <a:r>
              <a:t>    },</a:t>
            </a:r>
          </a:p>
          <a:p>
            <a:r>
              <a:t>    {</a:t>
            </a:r>
          </a:p>
          <a:p>
            <a:r>
              <a:t>      "value": 28.0,</a:t>
            </a:r>
          </a:p>
          <a:p>
            <a:r>
              <a:t>      "refs": [</a:t>
            </a:r>
          </a:p>
          <a:p>
            <a:r>
              <a:t>        {</a:t>
            </a:r>
          </a:p>
          <a:p>
            <a:r>
              <a:t>          "source_id": "s067",</a:t>
            </a:r>
          </a:p>
          <a:p>
            <a:r>
              <a:t>          "quote": "28"</a:t>
            </a:r>
          </a:p>
          <a:p>
            <a:r>
              <a:t>        }</a:t>
            </a:r>
          </a:p>
          <a:p>
            <a:r>
              <a:t>      ]</a:t>
            </a:r>
          </a:p>
          <a:p>
            <a:r>
              <a:t>    },</a:t>
            </a:r>
          </a:p>
          <a:p>
            <a:r>
              <a:t>    {</a:t>
            </a:r>
          </a:p>
          <a:p>
            <a:r>
              <a:t>      "value": 18.0,</a:t>
            </a:r>
          </a:p>
          <a:p>
            <a:r>
              <a:t>      "refs": [</a:t>
            </a:r>
          </a:p>
          <a:p>
            <a:r>
              <a:t>        {</a:t>
            </a:r>
          </a:p>
          <a:p>
            <a:r>
              <a:t>          "source_id": "s067",</a:t>
            </a:r>
          </a:p>
          <a:p>
            <a:r>
              <a:t>          "quote": "18"</a:t>
            </a:r>
          </a:p>
          <a:p>
            <a:r>
              <a:t>        }</a:t>
            </a:r>
          </a:p>
          <a:p>
            <a:r>
              <a:t>      ]</a:t>
            </a:r>
          </a:p>
          <a:p>
            <a:r>
              <a:t>    }</a:t>
            </a:r>
          </a:p>
          <a:p>
            <a:r>
              <a:t>  ],</a:t>
            </a:r>
          </a:p>
          <a:p>
            <a:r>
              <a:t>  "citations": {</a:t>
            </a:r>
          </a:p>
          <a:p>
            <a:r>
              <a:t>    "s067":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"chart",</a:t>
            </a:r>
          </a:p>
          <a:p>
            <a:r>
              <a:t>  "structural_variant": "column_bottom",</a:t>
            </a:r>
          </a:p>
          <a:p>
            <a:r>
              <a:t>  "repetition_reason": "Catalog inventory: adjacent entries intentionally show every count/orientation for comparison; this is not a presentation sequence.",</a:t>
            </a:r>
          </a:p>
          <a:p>
            <a:r>
              <a:t>  "row_alignments": {},</a:t>
            </a:r>
          </a:p>
          <a:p>
            <a:r>
              <a:t>  "images": {},</a:t>
            </a:r>
          </a:p>
          <a:p>
            <a:r>
              <a:t>  "template_sha256": "5de2d3f80277ecc99530d6a09e4b1d4c4d57e0e1dadc5438ee8c132bc863c42e"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"slide068",</a:t>
            </a:r>
          </a:p>
          <a:p>
            <a:r>
              <a:t>  "origin": "catalog",</a:t>
            </a:r>
          </a:p>
          <a:p>
            <a:r>
              <a:t>  "layout_id": "ed_quote_left_2",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"s068",</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"s068",</a:t>
            </a:r>
          </a:p>
          <a:p>
            <a:r>
              <a:t>          "quote": "架空の社内調査。運用条件を整理した所見であり、効果を実証したものではない。"</a:t>
            </a:r>
          </a:p>
          <a:p>
            <a:r>
              <a:t>        }</a:t>
            </a:r>
          </a:p>
          <a:p>
            <a:r>
              <a:t>      ],</a:t>
            </a:r>
          </a:p>
          <a:p>
            <a:r>
              <a:t>      "mode": "verbatim"</a:t>
            </a:r>
          </a:p>
          <a:p>
            <a:r>
              <a:t>    },</a:t>
            </a:r>
          </a:p>
          <a:p>
            <a:r>
              <a:t>    {</a:t>
            </a:r>
          </a:p>
          <a:p>
            <a:r>
              <a:t>      "text": "資料を見つけた後で、いま使える内容かを判断するのに時間がかかる。",</a:t>
            </a:r>
          </a:p>
          <a:p>
            <a:r>
              <a:t>      "refs": [</a:t>
            </a:r>
          </a:p>
          <a:p>
            <a:r>
              <a:t>        {</a:t>
            </a:r>
          </a:p>
          <a:p>
            <a:r>
              <a:t>          "source_id": "s068",</a:t>
            </a:r>
          </a:p>
          <a:p>
            <a:r>
              <a:t>          "quote": "資料を見つけた後で、いま使える内容かを判断するのに時間がかかる。"</a:t>
            </a:r>
          </a:p>
          <a:p>
            <a:r>
              <a:t>        }</a:t>
            </a:r>
          </a:p>
          <a:p>
            <a:r>
              <a:t>      ],</a:t>
            </a:r>
          </a:p>
          <a:p>
            <a:r>
              <a:t>      "mode": "verbatim"</a:t>
            </a:r>
          </a:p>
          <a:p>
            <a:r>
              <a:t>    },</a:t>
            </a:r>
          </a:p>
          <a:p>
            <a:r>
              <a:t>    {</a:t>
            </a:r>
          </a:p>
          <a:p>
            <a:r>
              <a:t>      "text": "架空ヒアリングの発言例。一般化は未検証。",</a:t>
            </a:r>
          </a:p>
          <a:p>
            <a:r>
              <a:t>      "refs": [</a:t>
            </a:r>
          </a:p>
          <a:p>
            <a:r>
              <a:t>        {</a:t>
            </a:r>
          </a:p>
          <a:p>
            <a:r>
              <a:t>          "source_id": "s068",</a:t>
            </a:r>
          </a:p>
          <a:p>
            <a:r>
              <a:t>          "quote": "架空ヒアリングの発言例。一般化は未検証。"</a:t>
            </a:r>
          </a:p>
          <a:p>
            <a:r>
              <a:t>        }</a:t>
            </a:r>
          </a:p>
          <a:p>
            <a:r>
              <a:t>      ],</a:t>
            </a:r>
          </a:p>
          <a:p>
            <a:r>
              <a:t>      "mode": "verbatim"</a:t>
            </a:r>
          </a:p>
          <a:p>
            <a:r>
              <a:t>    },</a:t>
            </a:r>
          </a:p>
          <a:p>
            <a:r>
              <a:t>    {</a:t>
            </a:r>
          </a:p>
          <a:p>
            <a:r>
              <a:t>      "text": "示唆：検索結果と一緒に更新日・適用範囲・確認担当を示す。",</a:t>
            </a:r>
          </a:p>
          <a:p>
            <a:r>
              <a:t>      "refs": [</a:t>
            </a:r>
          </a:p>
          <a:p>
            <a:r>
              <a:t>        {</a:t>
            </a:r>
          </a:p>
          <a:p>
            <a:r>
              <a:t>          "source_id": "s068",</a:t>
            </a:r>
          </a:p>
          <a:p>
            <a:r>
              <a:t>          "quote": "示唆：検索結果と一緒に更新日・適用範囲・確認担当を示す。"</a:t>
            </a:r>
          </a:p>
          <a:p>
            <a:r>
              <a:t>        }</a:t>
            </a:r>
          </a:p>
          <a:p>
            <a:r>
              <a:t>      ],</a:t>
            </a:r>
          </a:p>
          <a:p>
            <a:r>
              <a:t>      "mode": "verbatim"</a:t>
            </a:r>
          </a:p>
          <a:p>
            <a:r>
              <a:t>    },</a:t>
            </a:r>
          </a:p>
          <a:p>
            <a:r>
              <a:t>    {</a:t>
            </a:r>
          </a:p>
          <a:p>
            <a:r>
              <a:t>      "text": "留保：発言と分析者の解釈を区別する。",</a:t>
            </a:r>
          </a:p>
          <a:p>
            <a:r>
              <a:t>      "refs": [</a:t>
            </a:r>
          </a:p>
          <a:p>
            <a:r>
              <a:t>        {</a:t>
            </a:r>
          </a:p>
          <a:p>
            <a:r>
              <a:t>          "source_id": "s068",</a:t>
            </a:r>
          </a:p>
          <a:p>
            <a:r>
              <a:t>          "quote": "留保：発言と分析者の解釈を区別する。"</a:t>
            </a:r>
          </a:p>
          <a:p>
            <a:r>
              <a:t>        }</a:t>
            </a:r>
          </a:p>
          <a:p>
            <a:r>
              <a:t>      ],</a:t>
            </a:r>
          </a:p>
          <a:p>
            <a:r>
              <a:t>      "mode": "verbatim"</a:t>
            </a:r>
          </a:p>
          <a:p>
            <a:r>
              <a:t>    }</a:t>
            </a:r>
          </a:p>
          <a:p>
            <a:r>
              <a:t>  ],</a:t>
            </a:r>
          </a:p>
          <a:p>
            <a:r>
              <a:t>  "citations": {</a:t>
            </a:r>
          </a:p>
          <a:p>
            <a:r>
              <a:t>    "s068":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"quote",</a:t>
            </a:r>
          </a:p>
          <a:p>
            <a:r>
              <a:t>  "structural_variant": "left",</a:t>
            </a:r>
          </a:p>
          <a:p>
            <a:r>
              <a:t>  "repetition_reason": "Catalog inventory: adjacent entries intentionally show every count/orientation for comparison; this is not a presentation sequence.",</a:t>
            </a:r>
          </a:p>
          <a:p>
            <a:r>
              <a:t>  "row_alignments": {},</a:t>
            </a:r>
          </a:p>
          <a:p>
            <a:r>
              <a:t>  "images": {},</a:t>
            </a:r>
          </a:p>
          <a:p>
            <a:r>
              <a:t>  "template_sha256": "fc7c7608701a9f51f830cb358052650bad6e57c7295f6afbc3f0be1c10e8e18e"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"slide069",</a:t>
            </a:r>
          </a:p>
          <a:p>
            <a:r>
              <a:t>  "origin": "catalog",</a:t>
            </a:r>
          </a:p>
          <a:p>
            <a:r>
              <a:t>  "layout_id": "ed_quote_right_2",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"s069",</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"s069",</a:t>
            </a:r>
          </a:p>
          <a:p>
            <a:r>
              <a:t>          "quote": "架空の社内調査。運用条件を整理した所見であり、効果を実証したものではない。"</a:t>
            </a:r>
          </a:p>
          <a:p>
            <a:r>
              <a:t>        }</a:t>
            </a:r>
          </a:p>
          <a:p>
            <a:r>
              <a:t>      ],</a:t>
            </a:r>
          </a:p>
          <a:p>
            <a:r>
              <a:t>      "mode": "verbatim"</a:t>
            </a:r>
          </a:p>
          <a:p>
            <a:r>
              <a:t>    },</a:t>
            </a:r>
          </a:p>
          <a:p>
            <a:r>
              <a:t>    {</a:t>
            </a:r>
          </a:p>
          <a:p>
            <a:r>
              <a:t>      "text": "資料を見つけた後で、いま使える内容かを判断するのに時間がかかる。",</a:t>
            </a:r>
          </a:p>
          <a:p>
            <a:r>
              <a:t>      "refs": [</a:t>
            </a:r>
          </a:p>
          <a:p>
            <a:r>
              <a:t>        {</a:t>
            </a:r>
          </a:p>
          <a:p>
            <a:r>
              <a:t>          "source_id": "s069",</a:t>
            </a:r>
          </a:p>
          <a:p>
            <a:r>
              <a:t>          "quote": "資料を見つけた後で、いま使える内容かを判断するのに時間がかかる。"</a:t>
            </a:r>
          </a:p>
          <a:p>
            <a:r>
              <a:t>        }</a:t>
            </a:r>
          </a:p>
          <a:p>
            <a:r>
              <a:t>      ],</a:t>
            </a:r>
          </a:p>
          <a:p>
            <a:r>
              <a:t>      "mode": "verbatim"</a:t>
            </a:r>
          </a:p>
          <a:p>
            <a:r>
              <a:t>    },</a:t>
            </a:r>
          </a:p>
          <a:p>
            <a:r>
              <a:t>    {</a:t>
            </a:r>
          </a:p>
          <a:p>
            <a:r>
              <a:t>      "text": "架空ヒアリングの発言例。一般化は未検証。",</a:t>
            </a:r>
          </a:p>
          <a:p>
            <a:r>
              <a:t>      "refs": [</a:t>
            </a:r>
          </a:p>
          <a:p>
            <a:r>
              <a:t>        {</a:t>
            </a:r>
          </a:p>
          <a:p>
            <a:r>
              <a:t>          "source_id": "s069",</a:t>
            </a:r>
          </a:p>
          <a:p>
            <a:r>
              <a:t>          "quote": "架空ヒアリングの発言例。一般化は未検証。"</a:t>
            </a:r>
          </a:p>
          <a:p>
            <a:r>
              <a:t>        }</a:t>
            </a:r>
          </a:p>
          <a:p>
            <a:r>
              <a:t>      ],</a:t>
            </a:r>
          </a:p>
          <a:p>
            <a:r>
              <a:t>      "mode": "verbatim"</a:t>
            </a:r>
          </a:p>
          <a:p>
            <a:r>
              <a:t>    },</a:t>
            </a:r>
          </a:p>
          <a:p>
            <a:r>
              <a:t>    {</a:t>
            </a:r>
          </a:p>
          <a:p>
            <a:r>
              <a:t>      "text": "示唆：検索結果と一緒に更新日・適用範囲・確認担当を示す。",</a:t>
            </a:r>
          </a:p>
          <a:p>
            <a:r>
              <a:t>      "refs": [</a:t>
            </a:r>
          </a:p>
          <a:p>
            <a:r>
              <a:t>        {</a:t>
            </a:r>
          </a:p>
          <a:p>
            <a:r>
              <a:t>          "source_id": "s069",</a:t>
            </a:r>
          </a:p>
          <a:p>
            <a:r>
              <a:t>          "quote": "示唆：検索結果と一緒に更新日・適用範囲・確認担当を示す。"</a:t>
            </a:r>
          </a:p>
          <a:p>
            <a:r>
              <a:t>        }</a:t>
            </a:r>
          </a:p>
          <a:p>
            <a:r>
              <a:t>      ],</a:t>
            </a:r>
          </a:p>
          <a:p>
            <a:r>
              <a:t>      "mode": "verbatim"</a:t>
            </a:r>
          </a:p>
          <a:p>
            <a:r>
              <a:t>    },</a:t>
            </a:r>
          </a:p>
          <a:p>
            <a:r>
              <a:t>    {</a:t>
            </a:r>
          </a:p>
          <a:p>
            <a:r>
              <a:t>      "text": "留保：発言と分析者の解釈を区別する。",</a:t>
            </a:r>
          </a:p>
          <a:p>
            <a:r>
              <a:t>      "refs": [</a:t>
            </a:r>
          </a:p>
          <a:p>
            <a:r>
              <a:t>        {</a:t>
            </a:r>
          </a:p>
          <a:p>
            <a:r>
              <a:t>          "source_id": "s069",</a:t>
            </a:r>
          </a:p>
          <a:p>
            <a:r>
              <a:t>          "quote": "留保：発言と分析者の解釈を区別する。"</a:t>
            </a:r>
          </a:p>
          <a:p>
            <a:r>
              <a:t>        }</a:t>
            </a:r>
          </a:p>
          <a:p>
            <a:r>
              <a:t>      ],</a:t>
            </a:r>
          </a:p>
          <a:p>
            <a:r>
              <a:t>      "mode": "verbatim"</a:t>
            </a:r>
          </a:p>
          <a:p>
            <a:r>
              <a:t>    }</a:t>
            </a:r>
          </a:p>
          <a:p>
            <a:r>
              <a:t>  ],</a:t>
            </a:r>
          </a:p>
          <a:p>
            <a:r>
              <a:t>  "citations": {</a:t>
            </a:r>
          </a:p>
          <a:p>
            <a:r>
              <a:t>    "s069":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"quote",</a:t>
            </a:r>
          </a:p>
          <a:p>
            <a:r>
              <a:t>  "structural_variant": "right",</a:t>
            </a:r>
          </a:p>
          <a:p>
            <a:r>
              <a:t>  "repetition_reason": "Catalog inventory: adjacent entries intentionally show every count/orientation for comparison; this is not a presentation sequence.",</a:t>
            </a:r>
          </a:p>
          <a:p>
            <a:r>
              <a:t>  "row_alignments": {},</a:t>
            </a:r>
          </a:p>
          <a:p>
            <a:r>
              <a:t>  "images": {},</a:t>
            </a:r>
          </a:p>
          <a:p>
            <a:r>
              <a:t>  "template_sha256": "62c68df49bdaf565f856a5ac9b40aded8995dbb944ca91d16b1d20848b9da517"</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"slide070",</a:t>
            </a:r>
          </a:p>
          <a:p>
            <a:r>
              <a:t>  "origin": "catalog",</a:t>
            </a:r>
          </a:p>
          <a:p>
            <a:r>
              <a:t>  "layout_id": "ed_quote_top_2",</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"s070",</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"s070",</a:t>
            </a:r>
          </a:p>
          <a:p>
            <a:r>
              <a:t>          "quote": "架空の社内調査。運用条件を整理した所見であり、効果を実証したものではない。"</a:t>
            </a:r>
          </a:p>
          <a:p>
            <a:r>
              <a:t>        }</a:t>
            </a:r>
          </a:p>
          <a:p>
            <a:r>
              <a:t>      ],</a:t>
            </a:r>
          </a:p>
          <a:p>
            <a:r>
              <a:t>      "mode": "verbatim"</a:t>
            </a:r>
          </a:p>
          <a:p>
            <a:r>
              <a:t>    },</a:t>
            </a:r>
          </a:p>
          <a:p>
            <a:r>
              <a:t>    {</a:t>
            </a:r>
          </a:p>
          <a:p>
            <a:r>
              <a:t>      "text": "資料を見つけた後で、いま使える内容かを判断するのに時間がかかる。",</a:t>
            </a:r>
          </a:p>
          <a:p>
            <a:r>
              <a:t>      "refs": [</a:t>
            </a:r>
          </a:p>
          <a:p>
            <a:r>
              <a:t>        {</a:t>
            </a:r>
          </a:p>
          <a:p>
            <a:r>
              <a:t>          "source_id": "s070",</a:t>
            </a:r>
          </a:p>
          <a:p>
            <a:r>
              <a:t>          "quote": "資料を見つけた後で、いま使える内容かを判断するのに時間がかかる。"</a:t>
            </a:r>
          </a:p>
          <a:p>
            <a:r>
              <a:t>        }</a:t>
            </a:r>
          </a:p>
          <a:p>
            <a:r>
              <a:t>      ],</a:t>
            </a:r>
          </a:p>
          <a:p>
            <a:r>
              <a:t>      "mode": "verbatim"</a:t>
            </a:r>
          </a:p>
          <a:p>
            <a:r>
              <a:t>    },</a:t>
            </a:r>
          </a:p>
          <a:p>
            <a:r>
              <a:t>    {</a:t>
            </a:r>
          </a:p>
          <a:p>
            <a:r>
              <a:t>      "text": "架空ヒアリングの発言例。一般化は未検証。",</a:t>
            </a:r>
          </a:p>
          <a:p>
            <a:r>
              <a:t>      "refs": [</a:t>
            </a:r>
          </a:p>
          <a:p>
            <a:r>
              <a:t>        {</a:t>
            </a:r>
          </a:p>
          <a:p>
            <a:r>
              <a:t>          "source_id": "s070",</a:t>
            </a:r>
          </a:p>
          <a:p>
            <a:r>
              <a:t>          "quote": "架空ヒアリングの発言例。一般化は未検証。"</a:t>
            </a:r>
          </a:p>
          <a:p>
            <a:r>
              <a:t>        }</a:t>
            </a:r>
          </a:p>
          <a:p>
            <a:r>
              <a:t>      ],</a:t>
            </a:r>
          </a:p>
          <a:p>
            <a:r>
              <a:t>      "mode": "verbatim"</a:t>
            </a:r>
          </a:p>
          <a:p>
            <a:r>
              <a:t>    },</a:t>
            </a:r>
          </a:p>
          <a:p>
            <a:r>
              <a:t>    {</a:t>
            </a:r>
          </a:p>
          <a:p>
            <a:r>
              <a:t>      "text": "示唆：検索結果と一緒に更新日・適用範囲・確認担当を示す。",</a:t>
            </a:r>
          </a:p>
          <a:p>
            <a:r>
              <a:t>      "refs": [</a:t>
            </a:r>
          </a:p>
          <a:p>
            <a:r>
              <a:t>        {</a:t>
            </a:r>
          </a:p>
          <a:p>
            <a:r>
              <a:t>          "source_id": "s070",</a:t>
            </a:r>
          </a:p>
          <a:p>
            <a:r>
              <a:t>          "quote": "示唆：検索結果と一緒に更新日・適用範囲・確認担当を示す。"</a:t>
            </a:r>
          </a:p>
          <a:p>
            <a:r>
              <a:t>        }</a:t>
            </a:r>
          </a:p>
          <a:p>
            <a:r>
              <a:t>      ],</a:t>
            </a:r>
          </a:p>
          <a:p>
            <a:r>
              <a:t>      "mode": "verbatim"</a:t>
            </a:r>
          </a:p>
          <a:p>
            <a:r>
              <a:t>    },</a:t>
            </a:r>
          </a:p>
          <a:p>
            <a:r>
              <a:t>    {</a:t>
            </a:r>
          </a:p>
          <a:p>
            <a:r>
              <a:t>      "text": "留保：発言と分析者の解釈を区別する。",</a:t>
            </a:r>
          </a:p>
          <a:p>
            <a:r>
              <a:t>      "refs": [</a:t>
            </a:r>
          </a:p>
          <a:p>
            <a:r>
              <a:t>        {</a:t>
            </a:r>
          </a:p>
          <a:p>
            <a:r>
              <a:t>          "source_id": "s070",</a:t>
            </a:r>
          </a:p>
          <a:p>
            <a:r>
              <a:t>          "quote": "留保：発言と分析者の解釈を区別する。"</a:t>
            </a:r>
          </a:p>
          <a:p>
            <a:r>
              <a:t>        }</a:t>
            </a:r>
          </a:p>
          <a:p>
            <a:r>
              <a:t>      ],</a:t>
            </a:r>
          </a:p>
          <a:p>
            <a:r>
              <a:t>      "mode": "verbatim"</a:t>
            </a:r>
          </a:p>
          <a:p>
            <a:r>
              <a:t>    }</a:t>
            </a:r>
          </a:p>
          <a:p>
            <a:r>
              <a:t>  ],</a:t>
            </a:r>
          </a:p>
          <a:p>
            <a:r>
              <a:t>  "citations": {</a:t>
            </a:r>
          </a:p>
          <a:p>
            <a:r>
              <a:t>    "s070":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"quote",</a:t>
            </a:r>
          </a:p>
          <a:p>
            <a:r>
              <a:t>  "structural_variant": "top",</a:t>
            </a:r>
          </a:p>
          <a:p>
            <a:r>
              <a:t>  "repetition_reason": "Catalog inventory: adjacent entries intentionally show every count/orientation for comparison; this is not a presentation sequence.",</a:t>
            </a:r>
          </a:p>
          <a:p>
            <a:r>
              <a:t>  "row_alignments": {},</a:t>
            </a:r>
          </a:p>
          <a:p>
            <a:r>
              <a:t>  "images": {},</a:t>
            </a:r>
          </a:p>
          <a:p>
            <a:r>
              <a:t>  "template_sha256": "eb87c7e0d481aa55af72c6941f4f87d1149891224b055acf20e682fd415ff3d6"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"slide071",</a:t>
            </a:r>
          </a:p>
          <a:p>
            <a:r>
              <a:t>  "origin": "catalog",</a:t>
            </a:r>
          </a:p>
          <a:p>
            <a:r>
              <a:t>  "layout_id": "ed_summary_columns_3",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"s071",</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"s071",</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"s071",</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"s071",</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"s071",</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"s071",</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"s071",</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"s071",</a:t>
            </a:r>
          </a:p>
          <a:p>
            <a:r>
              <a:t>          "quote": "変更頻度に応じて担当と再確認の時期を決める。"</a:t>
            </a:r>
          </a:p>
          <a:p>
            <a:r>
              <a:t>        }</a:t>
            </a:r>
          </a:p>
          <a:p>
            <a:r>
              <a:t>      ],</a:t>
            </a:r>
          </a:p>
          <a:p>
            <a:r>
              <a:t>      "mode": "verbatim"</a:t>
            </a:r>
          </a:p>
          <a:p>
            <a:r>
              <a:t>    }</a:t>
            </a:r>
          </a:p>
          <a:p>
            <a:r>
              <a:t>  ],</a:t>
            </a:r>
          </a:p>
          <a:p>
            <a:r>
              <a:t>  "citations": {</a:t>
            </a:r>
          </a:p>
          <a:p>
            <a:r>
              <a:t>    "s071":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"summary",</a:t>
            </a:r>
          </a:p>
          <a:p>
            <a:r>
              <a:t>  "structural_variant": "columns",</a:t>
            </a:r>
          </a:p>
          <a:p>
            <a:r>
              <a:t>  "repetition_reason": "Catalog inventory: adjacent entries intentionally show every count/orientation for comparison; this is not a presentation sequence.",</a:t>
            </a:r>
          </a:p>
          <a:p>
            <a:r>
              <a:t>  "row_alignments": {},</a:t>
            </a:r>
          </a:p>
          <a:p>
            <a:r>
              <a:t>  "images": {},</a:t>
            </a:r>
          </a:p>
          <a:p>
            <a:r>
              <a:t>  "template_sha256": "cfcdb26587488c627587f8185104cb98602915422ebd3928ed55949c4856fc51"</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"slide072",</a:t>
            </a:r>
          </a:p>
          <a:p>
            <a:r>
              <a:t>  "origin": "catalog",</a:t>
            </a:r>
          </a:p>
          <a:p>
            <a:r>
              <a:t>  "layout_id": "ed_summary_rows_3",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"s072",</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"s072",</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"s072",</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"s072",</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"s072",</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"s072",</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"s072",</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"s072",</a:t>
            </a:r>
          </a:p>
          <a:p>
            <a:r>
              <a:t>          "quote": "変更頻度に応じて担当と再確認の時期を決める。"</a:t>
            </a:r>
          </a:p>
          <a:p>
            <a:r>
              <a:t>        }</a:t>
            </a:r>
          </a:p>
          <a:p>
            <a:r>
              <a:t>      ],</a:t>
            </a:r>
          </a:p>
          <a:p>
            <a:r>
              <a:t>      "mode": "verbatim"</a:t>
            </a:r>
          </a:p>
          <a:p>
            <a:r>
              <a:t>    }</a:t>
            </a:r>
          </a:p>
          <a:p>
            <a:r>
              <a:t>  ],</a:t>
            </a:r>
          </a:p>
          <a:p>
            <a:r>
              <a:t>  "citations": {</a:t>
            </a:r>
          </a:p>
          <a:p>
            <a:r>
              <a:t>    "s072":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"summary",</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"f5c0a412e977df14e76b0050ac94ed1081aaf8b2e527a6145d9f50c9bc94de5d"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"slide073",</a:t>
            </a:r>
          </a:p>
          <a:p>
            <a:r>
              <a:t>  "origin": "catalog",</a:t>
            </a:r>
          </a:p>
          <a:p>
            <a:r>
              <a:t>  "layout_id": "ed_summary_split_3",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"最も重視する論点は検索入口を揃えること",</a:t>
            </a:r>
          </a:p>
          <a:p>
            <a:r>
              <a:t>      "refs": [</a:t>
            </a:r>
          </a:p>
          <a:p>
            <a:r>
              <a:t>        {</a:t>
            </a:r>
          </a:p>
          <a:p>
            <a:r>
              <a:t>          "source_id": "s073",</a:t>
            </a:r>
          </a:p>
          <a:p>
            <a:r>
              <a:t>          "quote": "最も重視する論点は検索入口を揃えること"</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"s073",</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"s073",</a:t>
            </a:r>
          </a:p>
          <a:p>
            <a:r>
              <a:t>          "quote": "検索入口を揃える"</a:t>
            </a:r>
          </a:p>
          <a:p>
            <a:r>
              <a:t>        }</a:t>
            </a:r>
          </a:p>
          <a:p>
            <a:r>
              <a:t>      ],</a:t>
            </a:r>
          </a:p>
          <a:p>
            <a:r>
              <a:t>      "mode": "verbatim"</a:t>
            </a:r>
          </a:p>
          <a:p>
            <a:r>
              <a:t>    },</a:t>
            </a:r>
          </a:p>
          <a:p>
            <a:r>
              <a:t>    {</a:t>
            </a:r>
          </a:p>
          <a:p>
            <a:r>
              <a:t>      "text": "用語の揺れを減らし、部門をまたいでも同じ資料へ辿れる導線を整える。検索結果には対象範囲を添え、読み手が必要な情報かを判断できるようにする。",</a:t>
            </a:r>
          </a:p>
          <a:p>
            <a:r>
              <a:t>      "refs": [</a:t>
            </a:r>
          </a:p>
          <a:p>
            <a:r>
              <a:t>        {</a:t>
            </a:r>
          </a:p>
          <a:p>
            <a:r>
              <a:t>          "source_id": "s073",</a:t>
            </a:r>
          </a:p>
          <a:p>
            <a:r>
              <a:t>          "quote": "用語の揺れを減らし、部門をまたいでも同じ資料へ辿れる導線を整える。検索結果には対象範囲を添え、読み手が必要な情報かを判断できるようにする。"</a:t>
            </a:r>
          </a:p>
          <a:p>
            <a:r>
              <a:t>        }</a:t>
            </a:r>
          </a:p>
          <a:p>
            <a:r>
              <a:t>      ],</a:t>
            </a:r>
          </a:p>
          <a:p>
            <a:r>
              <a:t>      "mode": "verbatim"</a:t>
            </a:r>
          </a:p>
          <a:p>
            <a:r>
              <a:t>    },</a:t>
            </a:r>
          </a:p>
          <a:p>
            <a:r>
              <a:t>    {</a:t>
            </a:r>
          </a:p>
          <a:p>
            <a:r>
              <a:t>      "text": "根拠まで辿れる",</a:t>
            </a:r>
          </a:p>
          <a:p>
            <a:r>
              <a:t>      "refs": [</a:t>
            </a:r>
          </a:p>
          <a:p>
            <a:r>
              <a:t>        {</a:t>
            </a:r>
          </a:p>
          <a:p>
            <a:r>
              <a:t>          "source_id": "s073",</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"s073",</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"s073",</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"s073",</a:t>
            </a:r>
          </a:p>
          <a:p>
            <a:r>
              <a:t>          "quote": "変更頻度に応じて担当と再確認の時期を決める。"</a:t>
            </a:r>
          </a:p>
          <a:p>
            <a:r>
              <a:t>        }</a:t>
            </a:r>
          </a:p>
          <a:p>
            <a:r>
              <a:t>      ],</a:t>
            </a:r>
          </a:p>
          <a:p>
            <a:r>
              <a:t>      "mode": "verbatim"</a:t>
            </a:r>
          </a:p>
          <a:p>
            <a:r>
              <a:t>    }</a:t>
            </a:r>
          </a:p>
          <a:p>
            <a:r>
              <a:t>  ],</a:t>
            </a:r>
          </a:p>
          <a:p>
            <a:r>
              <a:t>  "citations": {</a:t>
            </a:r>
          </a:p>
          <a:p>
            <a:r>
              <a:t>    "s073":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"summary",</a:t>
            </a:r>
          </a:p>
          <a:p>
            <a:r>
              <a:t>  "structural_variant": "split",</a:t>
            </a:r>
          </a:p>
          <a:p>
            <a:r>
              <a:t>  "repetition_reason": "Catalog inventory: adjacent entries intentionally show every count/orientation for comparison; this is not a presentation sequence.",</a:t>
            </a:r>
          </a:p>
          <a:p>
            <a:r>
              <a:t>  "row_alignments": {},</a:t>
            </a:r>
          </a:p>
          <a:p>
            <a:r>
              <a:t>  "images": {},</a:t>
            </a:r>
          </a:p>
          <a:p>
            <a:r>
              <a:t>  "template_sha256": "c8f3cd83223450e40e08be8c613b905015eef3ce8da5b1332e26df1074885d4f"</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"slide074",</a:t>
            </a:r>
          </a:p>
          <a:p>
            <a:r>
              <a:t>  "origin": "catalog",</a:t>
            </a:r>
          </a:p>
          <a:p>
            <a:r>
              <a:t>  "layout_id": "ed_agenda_rows_3",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"s074",</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"s074",</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"s074",</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"s074",</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"s074",</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"s074",</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"s074",</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"s074",</a:t>
            </a:r>
          </a:p>
          <a:p>
            <a:r>
              <a:t>          "quote": "変更頻度に応じて担当と再確認の時期を決める。"</a:t>
            </a:r>
          </a:p>
          <a:p>
            <a:r>
              <a:t>        }</a:t>
            </a:r>
          </a:p>
          <a:p>
            <a:r>
              <a:t>      ],</a:t>
            </a:r>
          </a:p>
          <a:p>
            <a:r>
              <a:t>      "mode": "verbatim"</a:t>
            </a:r>
          </a:p>
          <a:p>
            <a:r>
              <a:t>    }</a:t>
            </a:r>
          </a:p>
          <a:p>
            <a:r>
              <a:t>  ],</a:t>
            </a:r>
          </a:p>
          <a:p>
            <a:r>
              <a:t>  "citations": {</a:t>
            </a:r>
          </a:p>
          <a:p>
            <a:r>
              <a:t>    "s074":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"agenda",</a:t>
            </a:r>
          </a:p>
          <a:p>
            <a:r>
              <a:t>  "structural_variant": "rows",</a:t>
            </a:r>
          </a:p>
          <a:p>
            <a:r>
              <a:t>  "repetition_reason": "Catalog inventory: adjacent entries intentionally show every count/orientation for comparison; this is not a presentation sequence.",</a:t>
            </a:r>
          </a:p>
          <a:p>
            <a:r>
              <a:t>  "row_alignments": {},</a:t>
            </a:r>
          </a:p>
          <a:p>
            <a:r>
              <a:t>  "images": {},</a:t>
            </a:r>
          </a:p>
          <a:p>
            <a:r>
              <a:t>  "template_sha256": "91ad7e5631c2cbfbe3502bea735ef682aa258a63812c564f8f8b418b642af5ba"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"slide075",</a:t>
            </a:r>
          </a:p>
          <a:p>
            <a:r>
              <a:t>  "origin": "catalog",</a:t>
            </a:r>
          </a:p>
          <a:p>
            <a:r>
              <a:t>  "layout_id": "ed_agenda_columns_3",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"s075",</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"s075",</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"s075",</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"s075",</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"s075",</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"s075",</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"s075",</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"s075",</a:t>
            </a:r>
          </a:p>
          <a:p>
            <a:r>
              <a:t>          "quote": "変更頻度に応じて担当と再確認の時期を決める。"</a:t>
            </a:r>
          </a:p>
          <a:p>
            <a:r>
              <a:t>        }</a:t>
            </a:r>
          </a:p>
          <a:p>
            <a:r>
              <a:t>      ],</a:t>
            </a:r>
          </a:p>
          <a:p>
            <a:r>
              <a:t>      "mode": "verbatim"</a:t>
            </a:r>
          </a:p>
          <a:p>
            <a:r>
              <a:t>    }</a:t>
            </a:r>
          </a:p>
          <a:p>
            <a:r>
              <a:t>  ],</a:t>
            </a:r>
          </a:p>
          <a:p>
            <a:r>
              <a:t>  "citations": {</a:t>
            </a:r>
          </a:p>
          <a:p>
            <a:r>
              <a:t>    "s075":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"agenda",</a:t>
            </a:r>
          </a:p>
          <a:p>
            <a:r>
              <a:t>  "structural_variant": "columns",</a:t>
            </a:r>
          </a:p>
          <a:p>
            <a:r>
              <a:t>  "repetition_reason": "Catalog inventory: adjacent entries intentionally show every count/orientation for comparison; this is not a presentation sequence.",</a:t>
            </a:r>
          </a:p>
          <a:p>
            <a:r>
              <a:t>  "row_alignments": {},</a:t>
            </a:r>
          </a:p>
          <a:p>
            <a:r>
              <a:t>  "images": {},</a:t>
            </a:r>
          </a:p>
          <a:p>
            <a:r>
              <a:t>  "template_sha256": "0c48d0875ac79daa81aa7caca3e569fbb4489d0ce6286c5ce59da5f08eb6353a"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"slide076",</a:t>
            </a:r>
          </a:p>
          <a:p>
            <a:r>
              <a:t>  "origin": "catalog",</a:t>
            </a:r>
          </a:p>
          <a:p>
            <a:r>
              <a:t>  "layout_id": "ed_agenda_rail_3",</a:t>
            </a:r>
          </a:p>
          <a:p>
            <a:r>
              <a:t>  "variant": "warm",</a:t>
            </a:r>
          </a:p>
          <a:p>
            <a:r>
              <a:t>  "rationale": "Public template fixture; short fictional slot content; no private data.",</a:t>
            </a:r>
          </a:p>
          <a:p>
            <a:r>
              <a:t>  "source_sha256": "c38e01dcb14540e486d5a11ff7b07b6cff9547c6a27e869e7c53a02aada60e2d",</a:t>
            </a:r>
          </a:p>
          <a:p>
            <a:r>
              <a:t>  "evidence": [</a:t>
            </a:r>
          </a:p>
          <a:p>
            <a:r>
              <a:t>    {</a:t>
            </a:r>
          </a:p>
          <a:p>
            <a:r>
              <a:t>      "text": "社内ナレッジを探しやすくする条件",</a:t>
            </a:r>
          </a:p>
          <a:p>
            <a:r>
              <a:t>      "refs": [</a:t>
            </a:r>
          </a:p>
          <a:p>
            <a:r>
              <a:t>        {</a:t>
            </a:r>
          </a:p>
          <a:p>
            <a:r>
              <a:t>          "source_id": "s076",</a:t>
            </a:r>
          </a:p>
          <a:p>
            <a:r>
              <a:t>          "quote": "社内ナレッジを探しやすくする条件"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"s076",</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"s076",</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"s076",</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"s076",</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"s076",</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"s076",</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"s076",</a:t>
            </a:r>
          </a:p>
          <a:p>
            <a:r>
              <a:t>          "quote": "変更頻度に応じて担当と再確認の時期を決める。"</a:t>
            </a:r>
          </a:p>
          <a:p>
            <a:r>
              <a:t>        }</a:t>
            </a:r>
          </a:p>
          <a:p>
            <a:r>
              <a:t>      ],</a:t>
            </a:r>
          </a:p>
          <a:p>
            <a:r>
              <a:t>      "mode": "verbatim"</a:t>
            </a:r>
          </a:p>
          <a:p>
            <a:r>
              <a:t>    }</a:t>
            </a:r>
          </a:p>
          <a:p>
            <a:r>
              <a:t>  ],</a:t>
            </a:r>
          </a:p>
          <a:p>
            <a:r>
              <a:t>  "citations": {</a:t>
            </a:r>
          </a:p>
          <a:p>
            <a:r>
              <a:t>    "s076":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"agenda",</a:t>
            </a:r>
          </a:p>
          <a:p>
            <a:r>
              <a:t>  "structural_variant": "rail",</a:t>
            </a:r>
          </a:p>
          <a:p>
            <a:r>
              <a:t>  "repetition_reason": "Catalog inventory: adjacent entries intentionally show every count/orientation for comparison; this is not a presentation sequence.",</a:t>
            </a:r>
          </a:p>
          <a:p>
            <a:r>
              <a:t>  "row_alignments": {},</a:t>
            </a:r>
          </a:p>
          <a:p>
            <a:r>
              <a:t>  "images": {},</a:t>
            </a:r>
          </a:p>
          <a:p>
            <a:r>
              <a:t>  "template_sha256": "6de337d6f5d839a6e1cb0596df979434b963edd26850e90fc97945958b8594e6"</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40080" y="1097280"/>
            <a:ext cx="9875520" cy="1143000"/>
          </a:xfrm>
          <a:prstGeom prst="rect">
            <a:avLst/>
          </a:prstGeom>
          <a:noFill/>
        </p:spPr>
        <p:txBody>
          <a:bodyPr wrap="square" anchor="t" lIns="18288" rIns="18288" tIns="13716" bIns="13716">
            <a:noAutofit/>
          </a:bodyPr>
          <a:lstStyle/>
          <a:p>
            <a:pPr hangingPunct="0" eaLnBrk="1" latinLnBrk="0">
              <a:lnSpc>
                <a:spcPts val="4250"/>
              </a:lnSpc>
              <a:spcBef>
                <a:spcPts val="0"/>
              </a:spcBef>
              <a:spcAft>
                <a:spcPts val="0"/>
              </a:spcAft>
              <a:defRPr lang="ja-JP" sz="3400" b="1">
                <a:solidFill>
                  <a:srgbClr val="213547"/>
                </a:solidFill>
                <a:latin typeface="Yu Gothic"/>
                <a:ea typeface="Yu Gothic"/>
                <a:cs typeface="Yu Gothic"/>
              </a:defRPr>
            </a:pPr>
            <a:r>
              <a:rPr lang="ja-JP" sz="3400" b="1">
                <a:solidFill>
                  <a:srgbClr val="213547"/>
                </a:solidFill>
                <a:latin typeface="Yu Gothic"/>
                <a:ea typeface="Yu Gothic"/>
                <a:cs typeface="Yu Gothic"/>
              </a:rPr>
              <a:t>社内ナレッジ共有の調査メモ</a:t>
            </a:r>
          </a:p>
        </p:txBody>
      </p:sp>
      <p:sp>
        <p:nvSpPr>
          <p:cNvPr id="8" name="slot:context"/>
          <p:cNvSpPr txBox="1"/>
          <p:nvPr/>
        </p:nvSpPr>
        <p:spPr>
          <a:xfrm>
            <a:off x="658368" y="2423160"/>
            <a:ext cx="10607040" cy="68580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0">
                <a:solidFill>
                  <a:srgbClr val="566777"/>
                </a:solidFill>
                <a:latin typeface="Yu Gothic"/>
                <a:ea typeface="Yu Gothic"/>
                <a:cs typeface="Yu Gothic"/>
              </a:defRPr>
            </a:pPr>
            <a:r>
              <a:rPr lang="ja-JP" sz="2300" b="0">
                <a:solidFill>
                  <a:srgbClr val="566777"/>
                </a:solidFill>
                <a:latin typeface="Yu Gothic"/>
                <a:ea typeface="Yu Gothic"/>
                <a:cs typeface="Yu Gothic"/>
              </a:rPr>
              <a:t>検索性と信頼性を両立するための運用条件</a:t>
            </a:r>
          </a:p>
        </p:txBody>
      </p:sp>
      <p:sp>
        <p:nvSpPr>
          <p:cNvPr id="9" name="decor:3"/>
          <p:cNvSpPr/>
          <p:nvPr/>
        </p:nvSpPr>
        <p:spPr>
          <a:xfrm>
            <a:off x="640080" y="3657600"/>
            <a:ext cx="5413248" cy="219456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40080" y="3657600"/>
            <a:ext cx="41148" cy="21945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50392" y="3794760"/>
            <a:ext cx="499262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50392" y="4315968"/>
            <a:ext cx="4992624" cy="144475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decor:5"/>
          <p:cNvSpPr/>
          <p:nvPr/>
        </p:nvSpPr>
        <p:spPr>
          <a:xfrm>
            <a:off x="6217920" y="3657600"/>
            <a:ext cx="5413248" cy="219456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ecor:6"/>
          <p:cNvSpPr/>
          <p:nvPr/>
        </p:nvSpPr>
        <p:spPr>
          <a:xfrm>
            <a:off x="6217920" y="3657600"/>
            <a:ext cx="41148" cy="21945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428232" y="3794760"/>
            <a:ext cx="499262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428232" y="4315968"/>
            <a:ext cx="4992624" cy="144475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ecor:3"/>
          <p:cNvSpPr/>
          <p:nvPr/>
        </p:nvSpPr>
        <p:spPr>
          <a:xfrm>
            <a:off x="7589520" y="777240"/>
            <a:ext cx="4005072" cy="52303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lot:title"/>
          <p:cNvSpPr txBox="1"/>
          <p:nvPr/>
        </p:nvSpPr>
        <p:spPr>
          <a:xfrm>
            <a:off x="640080" y="1371600"/>
            <a:ext cx="6446520" cy="1508760"/>
          </a:xfrm>
          <a:prstGeom prst="rect">
            <a:avLst/>
          </a:prstGeom>
          <a:noFill/>
        </p:spPr>
        <p:txBody>
          <a:bodyPr wrap="square" anchor="t" lIns="18288" rIns="18288" tIns="13716" bIns="13716">
            <a:noAutofit/>
          </a:bodyPr>
          <a:lstStyle/>
          <a:p>
            <a:pPr hangingPunct="0" eaLnBrk="1" latinLnBrk="0">
              <a:lnSpc>
                <a:spcPts val="4250"/>
              </a:lnSpc>
              <a:spcBef>
                <a:spcPts val="0"/>
              </a:spcBef>
              <a:spcAft>
                <a:spcPts val="0"/>
              </a:spcAft>
              <a:defRPr lang="ja-JP" sz="3400" b="1">
                <a:solidFill>
                  <a:srgbClr val="213547"/>
                </a:solidFill>
                <a:latin typeface="Yu Gothic"/>
                <a:ea typeface="Yu Gothic"/>
                <a:cs typeface="Yu Gothic"/>
              </a:defRPr>
            </a:pPr>
            <a:r>
              <a:rPr lang="ja-JP" sz="3400" b="1">
                <a:solidFill>
                  <a:srgbClr val="213547"/>
                </a:solidFill>
                <a:latin typeface="Yu Gothic"/>
                <a:ea typeface="Yu Gothic"/>
                <a:cs typeface="Yu Gothic"/>
              </a:rPr>
              <a:t>社内ナレッジ共有の調査メモ</a:t>
            </a:r>
          </a:p>
        </p:txBody>
      </p:sp>
      <p:sp>
        <p:nvSpPr>
          <p:cNvPr id="9" name="slot:context"/>
          <p:cNvSpPr txBox="1"/>
          <p:nvPr/>
        </p:nvSpPr>
        <p:spPr>
          <a:xfrm>
            <a:off x="658368" y="3108960"/>
            <a:ext cx="6263640" cy="109728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0">
                <a:solidFill>
                  <a:srgbClr val="566777"/>
                </a:solidFill>
                <a:latin typeface="Yu Gothic"/>
                <a:ea typeface="Yu Gothic"/>
                <a:cs typeface="Yu Gothic"/>
              </a:defRPr>
            </a:pPr>
            <a:r>
              <a:rPr lang="ja-JP" sz="2300" b="0">
                <a:solidFill>
                  <a:srgbClr val="566777"/>
                </a:solidFill>
                <a:latin typeface="Yu Gothic"/>
                <a:ea typeface="Yu Gothic"/>
                <a:cs typeface="Yu Gothic"/>
              </a:rPr>
              <a:t>検索性と信頼性を両立するための運用条件</a:t>
            </a:r>
          </a:p>
        </p:txBody>
      </p:sp>
      <p:sp>
        <p:nvSpPr>
          <p:cNvPr id="10" name="decor:4"/>
          <p:cNvSpPr/>
          <p:nvPr/>
        </p:nvSpPr>
        <p:spPr>
          <a:xfrm>
            <a:off x="7799831" y="1024128"/>
            <a:ext cx="3566160" cy="222199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ecor:5"/>
          <p:cNvSpPr/>
          <p:nvPr/>
        </p:nvSpPr>
        <p:spPr>
          <a:xfrm>
            <a:off x="7799831" y="1024128"/>
            <a:ext cx="41148" cy="222199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8010144" y="1161288"/>
            <a:ext cx="3145536"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8010144" y="1682496"/>
            <a:ext cx="3145536" cy="1472184"/>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6"/>
          <p:cNvSpPr/>
          <p:nvPr/>
        </p:nvSpPr>
        <p:spPr>
          <a:xfrm>
            <a:off x="7799831" y="3429000"/>
            <a:ext cx="3566160" cy="222199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7"/>
          <p:cNvSpPr/>
          <p:nvPr/>
        </p:nvSpPr>
        <p:spPr>
          <a:xfrm>
            <a:off x="7799831" y="3429000"/>
            <a:ext cx="41148" cy="222199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8010144" y="3566160"/>
            <a:ext cx="3145536"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8010144" y="4087368"/>
            <a:ext cx="3145536" cy="1472184"/>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ecor:3"/>
          <p:cNvSpPr/>
          <p:nvPr/>
        </p:nvSpPr>
        <p:spPr>
          <a:xfrm>
            <a:off x="603504" y="914400"/>
            <a:ext cx="10972800" cy="2377440"/>
          </a:xfrm>
          <a:prstGeom prst="rect">
            <a:avLst/>
          </a:prstGeom>
          <a:solidFill>
            <a:srgbClr val="213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lot:title"/>
          <p:cNvSpPr txBox="1"/>
          <p:nvPr/>
        </p:nvSpPr>
        <p:spPr>
          <a:xfrm>
            <a:off x="859536" y="1188720"/>
            <a:ext cx="10424160" cy="1005840"/>
          </a:xfrm>
          <a:prstGeom prst="rect">
            <a:avLst/>
          </a:prstGeom>
          <a:noFill/>
        </p:spPr>
        <p:txBody>
          <a:bodyPr wrap="square" anchor="t" lIns="18288" rIns="18288" tIns="13716" bIns="13716">
            <a:noAutofit/>
          </a:bodyPr>
          <a:lstStyle/>
          <a:p>
            <a:pPr hangingPunct="0" eaLnBrk="1" latinLnBrk="0">
              <a:lnSpc>
                <a:spcPts val="4250"/>
              </a:lnSpc>
              <a:spcBef>
                <a:spcPts val="0"/>
              </a:spcBef>
              <a:spcAft>
                <a:spcPts val="0"/>
              </a:spcAft>
              <a:defRPr lang="ja-JP" sz="3400" b="1">
                <a:solidFill>
                  <a:srgbClr val="FFFFFF"/>
                </a:solidFill>
                <a:latin typeface="Yu Gothic"/>
                <a:ea typeface="Yu Gothic"/>
                <a:cs typeface="Yu Gothic"/>
              </a:defRPr>
            </a:pPr>
            <a:r>
              <a:rPr lang="ja-JP" sz="3400" b="1">
                <a:solidFill>
                  <a:srgbClr val="FFFFFF"/>
                </a:solidFill>
                <a:latin typeface="Yu Gothic"/>
                <a:ea typeface="Yu Gothic"/>
                <a:cs typeface="Yu Gothic"/>
              </a:rPr>
              <a:t>社内ナレッジ共有の調査メモ</a:t>
            </a:r>
          </a:p>
        </p:txBody>
      </p:sp>
      <p:sp>
        <p:nvSpPr>
          <p:cNvPr id="9" name="slot:context"/>
          <p:cNvSpPr txBox="1"/>
          <p:nvPr/>
        </p:nvSpPr>
        <p:spPr>
          <a:xfrm>
            <a:off x="877824" y="2377440"/>
            <a:ext cx="10378440" cy="59436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0">
                <a:solidFill>
                  <a:srgbClr val="FFFFFF"/>
                </a:solidFill>
                <a:latin typeface="Yu Gothic"/>
                <a:ea typeface="Yu Gothic"/>
                <a:cs typeface="Yu Gothic"/>
              </a:defRPr>
            </a:pPr>
            <a:r>
              <a:rPr lang="ja-JP" sz="2300" b="0">
                <a:solidFill>
                  <a:srgbClr val="FFFFFF"/>
                </a:solidFill>
                <a:latin typeface="Yu Gothic"/>
                <a:ea typeface="Yu Gothic"/>
                <a:cs typeface="Yu Gothic"/>
              </a:rPr>
              <a:t>検索性と信頼性を両立するための運用条件</a:t>
            </a:r>
          </a:p>
        </p:txBody>
      </p:sp>
      <p:sp>
        <p:nvSpPr>
          <p:cNvPr id="10" name="decor:4"/>
          <p:cNvSpPr/>
          <p:nvPr/>
        </p:nvSpPr>
        <p:spPr>
          <a:xfrm>
            <a:off x="731520" y="4626864"/>
            <a:ext cx="106070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731520" y="3712464"/>
            <a:ext cx="2834640" cy="9052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3776472" y="3712464"/>
            <a:ext cx="7562088" cy="9052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decor:5"/>
          <p:cNvSpPr/>
          <p:nvPr/>
        </p:nvSpPr>
        <p:spPr>
          <a:xfrm>
            <a:off x="731520" y="5696712"/>
            <a:ext cx="106070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731520" y="4782312"/>
            <a:ext cx="2834640" cy="9052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5" name="slot:item_2_body"/>
          <p:cNvSpPr txBox="1"/>
          <p:nvPr/>
        </p:nvSpPr>
        <p:spPr>
          <a:xfrm>
            <a:off x="3776472" y="4782312"/>
            <a:ext cx="7562088" cy="9052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4718304"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conclusion"/>
          <p:cNvSpPr txBox="1"/>
          <p:nvPr/>
        </p:nvSpPr>
        <p:spPr>
          <a:xfrm>
            <a:off x="850392" y="2560320"/>
            <a:ext cx="4224528" cy="2468880"/>
          </a:xfrm>
          <a:prstGeom prst="rect">
            <a:avLst/>
          </a:prstGeom>
          <a:noFill/>
        </p:spPr>
        <p:txBody>
          <a:bodyPr wrap="square" anchor="t" lIns="18288" rIns="18288" tIns="13716" bIns="13716">
            <a:noAutofit/>
          </a:bodyPr>
          <a:lstStyle/>
          <a:p>
            <a:pPr hangingPunct="0" eaLnBrk="1" latinLnBrk="0">
              <a:lnSpc>
                <a:spcPts val="3375"/>
              </a:lnSpc>
              <a:spcBef>
                <a:spcPts val="0"/>
              </a:spcBef>
              <a:spcAft>
                <a:spcPts val="0"/>
              </a:spcAft>
              <a:defRPr lang="ja-JP" sz="2700" b="1">
                <a:solidFill>
                  <a:srgbClr val="087E83"/>
                </a:solidFill>
                <a:latin typeface="Yu Gothic"/>
                <a:ea typeface="Yu Gothic"/>
                <a:cs typeface="Yu Gothic"/>
              </a:defRPr>
            </a:pPr>
            <a:r>
              <a:rPr lang="ja-JP" sz="2700" b="1">
                <a:solidFill>
                  <a:srgbClr val="087E83"/>
                </a:solidFill>
                <a:latin typeface="Yu Gothic"/>
                <a:ea typeface="Yu Gothic"/>
                <a:cs typeface="Yu Gothic"/>
              </a:rPr>
              <a:t>検索の入口だけでなく、根拠と更新責任を一緒に設計する</a:t>
            </a:r>
          </a:p>
        </p:txBody>
      </p:sp>
      <p:sp>
        <p:nvSpPr>
          <p:cNvPr id="11" name="decor:4"/>
          <p:cNvSpPr/>
          <p:nvPr/>
        </p:nvSpPr>
        <p:spPr>
          <a:xfrm>
            <a:off x="5687568" y="337413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5742431" y="2203704"/>
            <a:ext cx="5760720" cy="4114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5742431" y="2706624"/>
            <a:ext cx="5760720" cy="6217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5687568" y="465429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5742431" y="3483864"/>
            <a:ext cx="5760720" cy="4114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5742431" y="3986784"/>
            <a:ext cx="5760720" cy="6217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decor:6"/>
          <p:cNvSpPr/>
          <p:nvPr/>
        </p:nvSpPr>
        <p:spPr>
          <a:xfrm>
            <a:off x="5687568" y="593445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5742431" y="4764023"/>
            <a:ext cx="5760720" cy="4114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9" name="slot:item_3_body"/>
          <p:cNvSpPr txBox="1"/>
          <p:nvPr/>
        </p:nvSpPr>
        <p:spPr>
          <a:xfrm>
            <a:off x="5742431" y="5266944"/>
            <a:ext cx="5760720" cy="6217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0" y="2139696"/>
            <a:ext cx="4718304"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conclusion"/>
          <p:cNvSpPr txBox="1"/>
          <p:nvPr/>
        </p:nvSpPr>
        <p:spPr>
          <a:xfrm>
            <a:off x="7104888" y="2560320"/>
            <a:ext cx="4224528" cy="2468880"/>
          </a:xfrm>
          <a:prstGeom prst="rect">
            <a:avLst/>
          </a:prstGeom>
          <a:noFill/>
        </p:spPr>
        <p:txBody>
          <a:bodyPr wrap="square" anchor="t" lIns="18288" rIns="18288" tIns="13716" bIns="13716">
            <a:noAutofit/>
          </a:bodyPr>
          <a:lstStyle/>
          <a:p>
            <a:pPr hangingPunct="0" eaLnBrk="1" latinLnBrk="0">
              <a:lnSpc>
                <a:spcPts val="3375"/>
              </a:lnSpc>
              <a:spcBef>
                <a:spcPts val="0"/>
              </a:spcBef>
              <a:spcAft>
                <a:spcPts val="0"/>
              </a:spcAft>
              <a:defRPr lang="ja-JP" sz="2700" b="1">
                <a:solidFill>
                  <a:srgbClr val="087E83"/>
                </a:solidFill>
                <a:latin typeface="Yu Gothic"/>
                <a:ea typeface="Yu Gothic"/>
                <a:cs typeface="Yu Gothic"/>
              </a:defRPr>
            </a:pPr>
            <a:r>
              <a:rPr lang="ja-JP" sz="2700" b="1">
                <a:solidFill>
                  <a:srgbClr val="087E83"/>
                </a:solidFill>
                <a:latin typeface="Yu Gothic"/>
                <a:ea typeface="Yu Gothic"/>
                <a:cs typeface="Yu Gothic"/>
              </a:rPr>
              <a:t>検索の入口だけでなく、根拠と更新責任を一緒に設計する</a:t>
            </a:r>
          </a:p>
        </p:txBody>
      </p:sp>
      <p:sp>
        <p:nvSpPr>
          <p:cNvPr id="11" name="decor:4"/>
          <p:cNvSpPr/>
          <p:nvPr/>
        </p:nvSpPr>
        <p:spPr>
          <a:xfrm>
            <a:off x="603504" y="337413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658368" y="2203704"/>
            <a:ext cx="5760720" cy="4114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658368" y="2706624"/>
            <a:ext cx="5760720" cy="6217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603504" y="465429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58368" y="3483864"/>
            <a:ext cx="5760720" cy="4114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58368" y="3986784"/>
            <a:ext cx="5760720" cy="6217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decor:6"/>
          <p:cNvSpPr/>
          <p:nvPr/>
        </p:nvSpPr>
        <p:spPr>
          <a:xfrm>
            <a:off x="603504" y="5934456"/>
            <a:ext cx="5870448"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58368" y="4764023"/>
            <a:ext cx="5760720" cy="4114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9" name="slot:item_3_body"/>
          <p:cNvSpPr txBox="1"/>
          <p:nvPr/>
        </p:nvSpPr>
        <p:spPr>
          <a:xfrm>
            <a:off x="658368" y="5266944"/>
            <a:ext cx="5760720" cy="6217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0552"/>
            <a:ext cx="10972800" cy="1261872"/>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conclusion"/>
          <p:cNvSpPr txBox="1"/>
          <p:nvPr/>
        </p:nvSpPr>
        <p:spPr>
          <a:xfrm>
            <a:off x="841248" y="2295144"/>
            <a:ext cx="10469880" cy="1042415"/>
          </a:xfrm>
          <a:prstGeom prst="rect">
            <a:avLst/>
          </a:prstGeom>
          <a:noFill/>
        </p:spPr>
        <p:txBody>
          <a:bodyPr wrap="square" anchor="t"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検索の入口だけでなく、根拠と更新責任を一緒に設計する</a:t>
            </a:r>
          </a:p>
        </p:txBody>
      </p:sp>
      <p:sp>
        <p:nvSpPr>
          <p:cNvPr id="11" name="decor:4"/>
          <p:cNvSpPr/>
          <p:nvPr/>
        </p:nvSpPr>
        <p:spPr>
          <a:xfrm>
            <a:off x="603504" y="3621024"/>
            <a:ext cx="3511296" cy="237743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ecor:5"/>
          <p:cNvSpPr/>
          <p:nvPr/>
        </p:nvSpPr>
        <p:spPr>
          <a:xfrm>
            <a:off x="603504" y="3621024"/>
            <a:ext cx="41148" cy="237743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1_heading"/>
          <p:cNvSpPr txBox="1"/>
          <p:nvPr/>
        </p:nvSpPr>
        <p:spPr>
          <a:xfrm>
            <a:off x="813816" y="3758184"/>
            <a:ext cx="30906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4" name="slot:item_1_body"/>
          <p:cNvSpPr txBox="1"/>
          <p:nvPr/>
        </p:nvSpPr>
        <p:spPr>
          <a:xfrm>
            <a:off x="813816" y="4553712"/>
            <a:ext cx="3090672" cy="1353311"/>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5" name="decor:6"/>
          <p:cNvSpPr/>
          <p:nvPr/>
        </p:nvSpPr>
        <p:spPr>
          <a:xfrm>
            <a:off x="4334256" y="3621024"/>
            <a:ext cx="3511296" cy="237743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cor:7"/>
          <p:cNvSpPr/>
          <p:nvPr/>
        </p:nvSpPr>
        <p:spPr>
          <a:xfrm>
            <a:off x="4334256" y="3621024"/>
            <a:ext cx="41148" cy="237743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ot:item_2_heading"/>
          <p:cNvSpPr txBox="1"/>
          <p:nvPr/>
        </p:nvSpPr>
        <p:spPr>
          <a:xfrm>
            <a:off x="4544568" y="3758184"/>
            <a:ext cx="30906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8" name="slot:item_2_body"/>
          <p:cNvSpPr txBox="1"/>
          <p:nvPr/>
        </p:nvSpPr>
        <p:spPr>
          <a:xfrm>
            <a:off x="4544568" y="4553712"/>
            <a:ext cx="3090672" cy="1353311"/>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9" name="decor:8"/>
          <p:cNvSpPr/>
          <p:nvPr/>
        </p:nvSpPr>
        <p:spPr>
          <a:xfrm>
            <a:off x="8065008" y="3621024"/>
            <a:ext cx="3511296" cy="237743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9"/>
          <p:cNvSpPr/>
          <p:nvPr/>
        </p:nvSpPr>
        <p:spPr>
          <a:xfrm>
            <a:off x="8065008" y="3621024"/>
            <a:ext cx="41148" cy="237743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75320" y="3758184"/>
            <a:ext cx="30906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75320" y="4553712"/>
            <a:ext cx="3090672" cy="1353311"/>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0552"/>
            <a:ext cx="10972800" cy="86868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conclusion"/>
          <p:cNvSpPr txBox="1"/>
          <p:nvPr/>
        </p:nvSpPr>
        <p:spPr>
          <a:xfrm>
            <a:off x="841248" y="2295144"/>
            <a:ext cx="10469880" cy="649224"/>
          </a:xfrm>
          <a:prstGeom prst="rect">
            <a:avLst/>
          </a:prstGeom>
          <a:noFill/>
        </p:spPr>
        <p:txBody>
          <a:bodyPr wrap="square" anchor="t"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検索の入口だけでなく、根拠と更新責任を一緒に設計する</a:t>
            </a:r>
          </a:p>
        </p:txBody>
      </p:sp>
      <p:sp>
        <p:nvSpPr>
          <p:cNvPr id="11" name="decor:4"/>
          <p:cNvSpPr/>
          <p:nvPr/>
        </p:nvSpPr>
        <p:spPr>
          <a:xfrm>
            <a:off x="603504" y="3227832"/>
            <a:ext cx="3511296" cy="2770631"/>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ecor:5"/>
          <p:cNvSpPr/>
          <p:nvPr/>
        </p:nvSpPr>
        <p:spPr>
          <a:xfrm>
            <a:off x="603504" y="3227832"/>
            <a:ext cx="41148" cy="277063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1_heading"/>
          <p:cNvSpPr txBox="1"/>
          <p:nvPr/>
        </p:nvSpPr>
        <p:spPr>
          <a:xfrm>
            <a:off x="813816" y="3364992"/>
            <a:ext cx="30906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4" name="slot:item_1_body"/>
          <p:cNvSpPr txBox="1"/>
          <p:nvPr/>
        </p:nvSpPr>
        <p:spPr>
          <a:xfrm>
            <a:off x="813816" y="4160520"/>
            <a:ext cx="3090672" cy="1746503"/>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5" name="decor:6"/>
          <p:cNvSpPr/>
          <p:nvPr/>
        </p:nvSpPr>
        <p:spPr>
          <a:xfrm>
            <a:off x="4334256" y="3227832"/>
            <a:ext cx="3511296" cy="2770631"/>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cor:7"/>
          <p:cNvSpPr/>
          <p:nvPr/>
        </p:nvSpPr>
        <p:spPr>
          <a:xfrm>
            <a:off x="4334256" y="3227832"/>
            <a:ext cx="41148" cy="277063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ot:item_2_heading"/>
          <p:cNvSpPr txBox="1"/>
          <p:nvPr/>
        </p:nvSpPr>
        <p:spPr>
          <a:xfrm>
            <a:off x="4544568" y="3364992"/>
            <a:ext cx="30906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8" name="slot:item_2_body"/>
          <p:cNvSpPr txBox="1"/>
          <p:nvPr/>
        </p:nvSpPr>
        <p:spPr>
          <a:xfrm>
            <a:off x="4544568" y="4160520"/>
            <a:ext cx="3090672" cy="1746503"/>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9" name="decor:8"/>
          <p:cNvSpPr/>
          <p:nvPr/>
        </p:nvSpPr>
        <p:spPr>
          <a:xfrm>
            <a:off x="8065008" y="3227832"/>
            <a:ext cx="3511296" cy="2770631"/>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9"/>
          <p:cNvSpPr/>
          <p:nvPr/>
        </p:nvSpPr>
        <p:spPr>
          <a:xfrm>
            <a:off x="8065008" y="3227832"/>
            <a:ext cx="41148" cy="277063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75320" y="3364992"/>
            <a:ext cx="30906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75320" y="4160520"/>
            <a:ext cx="3090672" cy="1746503"/>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4069080"/>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85415"/>
            <a:ext cx="2834640" cy="1874519"/>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85415"/>
            <a:ext cx="7744968" cy="187451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4114800"/>
            <a:ext cx="2834640" cy="1874519"/>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4114800"/>
            <a:ext cx="7744968" cy="187451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4924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534924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534924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用語を揃え、同じ資料へ辿れる入口を整える。</a:t>
            </a:r>
          </a:p>
        </p:txBody>
      </p:sp>
      <p:sp>
        <p:nvSpPr>
          <p:cNvPr id="12" name="decor:4"/>
          <p:cNvSpPr/>
          <p:nvPr/>
        </p:nvSpPr>
        <p:spPr>
          <a:xfrm>
            <a:off x="6227064" y="2139696"/>
            <a:ext cx="534924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227064" y="2322576"/>
            <a:ext cx="534924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6227064" y="3081528"/>
            <a:ext cx="534924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原文の条件と確認日を、要約とともに残す。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42595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85415"/>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85415"/>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3471672"/>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3471672"/>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4757928"/>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4757928"/>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10438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85415"/>
            <a:ext cx="2834640" cy="909827"/>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85415"/>
            <a:ext cx="7744968" cy="90982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4069080"/>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3150108"/>
            <a:ext cx="2834640" cy="909827"/>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3150108"/>
            <a:ext cx="7744968" cy="90982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503377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4114800"/>
            <a:ext cx="2834640" cy="909827"/>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4114800"/>
            <a:ext cx="7744968" cy="90982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94944" y="5079492"/>
            <a:ext cx="2834640" cy="909827"/>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0" name="slot:item_4_body"/>
          <p:cNvSpPr txBox="1"/>
          <p:nvPr/>
        </p:nvSpPr>
        <p:spPr>
          <a:xfrm>
            <a:off x="3739896" y="5079492"/>
            <a:ext cx="7744968" cy="90982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0350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03504" y="4361688"/>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0" name="slot:item_4_body"/>
          <p:cNvSpPr txBox="1"/>
          <p:nvPr/>
        </p:nvSpPr>
        <p:spPr>
          <a:xfrm>
            <a:off x="603504" y="5120640"/>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2911449"/>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85415"/>
            <a:ext cx="2834640" cy="716889"/>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85415"/>
            <a:ext cx="7744968" cy="71688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3683203"/>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2957169"/>
            <a:ext cx="2834640" cy="716889"/>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2957169"/>
            <a:ext cx="7744968" cy="71688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4454956"/>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3728923"/>
            <a:ext cx="2834640" cy="716889"/>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3728923"/>
            <a:ext cx="7744968" cy="71688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94944" y="5226710"/>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94944" y="4500676"/>
            <a:ext cx="2834640" cy="716889"/>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0" name="slot:item_4_body"/>
          <p:cNvSpPr txBox="1"/>
          <p:nvPr/>
        </p:nvSpPr>
        <p:spPr>
          <a:xfrm>
            <a:off x="3739896" y="4500676"/>
            <a:ext cx="7744968" cy="71688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1" name="decor:7"/>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5_heading"/>
          <p:cNvSpPr txBox="1"/>
          <p:nvPr/>
        </p:nvSpPr>
        <p:spPr>
          <a:xfrm>
            <a:off x="694944" y="5272430"/>
            <a:ext cx="2834640" cy="716889"/>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23" name="slot:item_5_body"/>
          <p:cNvSpPr txBox="1"/>
          <p:nvPr/>
        </p:nvSpPr>
        <p:spPr>
          <a:xfrm>
            <a:off x="3739896" y="5272430"/>
            <a:ext cx="7744968" cy="71688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0350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03504" y="4361688"/>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0" name="slot:item_4_body"/>
          <p:cNvSpPr txBox="1"/>
          <p:nvPr/>
        </p:nvSpPr>
        <p:spPr>
          <a:xfrm>
            <a:off x="603504" y="5120640"/>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1" name="decor:7"/>
          <p:cNvSpPr/>
          <p:nvPr/>
        </p:nvSpPr>
        <p:spPr>
          <a:xfrm>
            <a:off x="435254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5_heading"/>
          <p:cNvSpPr txBox="1"/>
          <p:nvPr/>
        </p:nvSpPr>
        <p:spPr>
          <a:xfrm>
            <a:off x="4352544" y="4361688"/>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比較軸を共有する</a:t>
            </a:r>
          </a:p>
        </p:txBody>
      </p:sp>
      <p:sp>
        <p:nvSpPr>
          <p:cNvPr id="23" name="slot:item_5_body"/>
          <p:cNvSpPr txBox="1"/>
          <p:nvPr/>
        </p:nvSpPr>
        <p:spPr>
          <a:xfrm>
            <a:off x="4352544" y="5120640"/>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2782823"/>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85415"/>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85415"/>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3425951"/>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2828543"/>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2828543"/>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4069080"/>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3471672"/>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3471672"/>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94944" y="4114800"/>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0" name="slot:item_4_body"/>
          <p:cNvSpPr txBox="1"/>
          <p:nvPr/>
        </p:nvSpPr>
        <p:spPr>
          <a:xfrm>
            <a:off x="3739896" y="4114800"/>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1" name="decor:7"/>
          <p:cNvSpPr/>
          <p:nvPr/>
        </p:nvSpPr>
        <p:spPr>
          <a:xfrm>
            <a:off x="694944" y="5355336"/>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5_heading"/>
          <p:cNvSpPr txBox="1"/>
          <p:nvPr/>
        </p:nvSpPr>
        <p:spPr>
          <a:xfrm>
            <a:off x="694944" y="4757928"/>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23" name="slot:item_5_body"/>
          <p:cNvSpPr txBox="1"/>
          <p:nvPr/>
        </p:nvSpPr>
        <p:spPr>
          <a:xfrm>
            <a:off x="3739896" y="4757928"/>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24" name="decor:8"/>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lot:item_6_heading"/>
          <p:cNvSpPr txBox="1"/>
          <p:nvPr/>
        </p:nvSpPr>
        <p:spPr>
          <a:xfrm>
            <a:off x="694944" y="5401056"/>
            <a:ext cx="2834640" cy="58826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確認先を残す</a:t>
            </a:r>
          </a:p>
        </p:txBody>
      </p:sp>
      <p:sp>
        <p:nvSpPr>
          <p:cNvPr id="26" name="slot:item_6_body"/>
          <p:cNvSpPr txBox="1"/>
          <p:nvPr/>
        </p:nvSpPr>
        <p:spPr>
          <a:xfrm>
            <a:off x="3739896" y="5401056"/>
            <a:ext cx="7744968" cy="588264"/>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0350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03504" y="4361688"/>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0" name="slot:item_4_body"/>
          <p:cNvSpPr txBox="1"/>
          <p:nvPr/>
        </p:nvSpPr>
        <p:spPr>
          <a:xfrm>
            <a:off x="603504" y="5120640"/>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1" name="decor:7"/>
          <p:cNvSpPr/>
          <p:nvPr/>
        </p:nvSpPr>
        <p:spPr>
          <a:xfrm>
            <a:off x="435254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5_heading"/>
          <p:cNvSpPr txBox="1"/>
          <p:nvPr/>
        </p:nvSpPr>
        <p:spPr>
          <a:xfrm>
            <a:off x="4352544" y="4361688"/>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比較軸を共有する</a:t>
            </a:r>
          </a:p>
        </p:txBody>
      </p:sp>
      <p:sp>
        <p:nvSpPr>
          <p:cNvPr id="23" name="slot:item_5_body"/>
          <p:cNvSpPr txBox="1"/>
          <p:nvPr/>
        </p:nvSpPr>
        <p:spPr>
          <a:xfrm>
            <a:off x="4352544" y="5120640"/>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24" name="decor:8"/>
          <p:cNvSpPr/>
          <p:nvPr/>
        </p:nvSpPr>
        <p:spPr>
          <a:xfrm>
            <a:off x="810158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lot:item_6_heading"/>
          <p:cNvSpPr txBox="1"/>
          <p:nvPr/>
        </p:nvSpPr>
        <p:spPr>
          <a:xfrm>
            <a:off x="8101584" y="4361688"/>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確認先を残す</a:t>
            </a:r>
          </a:p>
        </p:txBody>
      </p:sp>
      <p:sp>
        <p:nvSpPr>
          <p:cNvPr id="26" name="slot:item_6_body"/>
          <p:cNvSpPr txBox="1"/>
          <p:nvPr/>
        </p:nvSpPr>
        <p:spPr>
          <a:xfrm>
            <a:off x="8101584" y="5120640"/>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8581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96519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3072384"/>
            <a:ext cx="4965192" cy="13182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4500372"/>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190488" y="2139696"/>
            <a:ext cx="538581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6190488"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6400800" y="2276856"/>
            <a:ext cx="496519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6400800" y="3072384"/>
            <a:ext cx="4965192" cy="13182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要約だけで判断せず、原文の条件と確認日を一緒に読み取れる形にする。引用先の位置も残し、解釈に疑問があれば読み手が前提を確かめられるようにする。</a:t>
            </a:r>
          </a:p>
        </p:txBody>
      </p:sp>
      <p:sp>
        <p:nvSpPr>
          <p:cNvPr id="18" name="slot:item_2_evidence"/>
          <p:cNvSpPr txBox="1"/>
          <p:nvPr/>
        </p:nvSpPr>
        <p:spPr>
          <a:xfrm>
            <a:off x="6400800" y="4500372"/>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4050792"/>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9696"/>
            <a:ext cx="2834640" cy="1901952"/>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0752" y="2732659"/>
            <a:ext cx="7790688"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slot:item_1_evidence"/>
          <p:cNvSpPr txBox="1"/>
          <p:nvPr/>
        </p:nvSpPr>
        <p:spPr>
          <a:xfrm>
            <a:off x="3730752" y="3156077"/>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3" name="decor:4"/>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4096512"/>
            <a:ext cx="2834640" cy="1901952"/>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5" name="slot:item_2_body"/>
          <p:cNvSpPr txBox="1"/>
          <p:nvPr/>
        </p:nvSpPr>
        <p:spPr>
          <a:xfrm>
            <a:off x="3730752" y="4689475"/>
            <a:ext cx="7790688"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6" name="slot:item_2_evidence"/>
          <p:cNvSpPr txBox="1"/>
          <p:nvPr/>
        </p:nvSpPr>
        <p:spPr>
          <a:xfrm>
            <a:off x="3730752" y="5112893"/>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3072384"/>
            <a:ext cx="3102864" cy="2270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5452872"/>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4328160"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38472" y="3072384"/>
            <a:ext cx="3102864" cy="2270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要約だけで判断せず、原文の条件と確認日を一緒に読み取れる形にする。引用先の位置も残し、解釈に疑問があれば読み手が前提を確かめられるようにする。</a:t>
            </a:r>
          </a:p>
        </p:txBody>
      </p:sp>
      <p:sp>
        <p:nvSpPr>
          <p:cNvPr id="18" name="slot:item_2_evidence"/>
          <p:cNvSpPr txBox="1"/>
          <p:nvPr/>
        </p:nvSpPr>
        <p:spPr>
          <a:xfrm>
            <a:off x="4538472" y="5452872"/>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8052816"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63128" y="3072384"/>
            <a:ext cx="3102864" cy="195325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変更頻度に応じて確認担当を置き、古い記述を見分けられるようにする。更新が止まった資料は利用条件を明記し、再確認の対象として管理する。</a:t>
            </a:r>
          </a:p>
        </p:txBody>
      </p:sp>
      <p:sp>
        <p:nvSpPr>
          <p:cNvPr id="23" name="slot:item_3_evidence"/>
          <p:cNvSpPr txBox="1"/>
          <p:nvPr/>
        </p:nvSpPr>
        <p:spPr>
          <a:xfrm>
            <a:off x="8263128" y="5135371"/>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3398520"/>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9696"/>
            <a:ext cx="2834640" cy="1249680"/>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0752" y="2406523"/>
            <a:ext cx="7790688"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slot:item_1_evidence"/>
          <p:cNvSpPr txBox="1"/>
          <p:nvPr/>
        </p:nvSpPr>
        <p:spPr>
          <a:xfrm>
            <a:off x="3730752" y="2829941"/>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3" name="decor:4"/>
          <p:cNvSpPr/>
          <p:nvPr/>
        </p:nvSpPr>
        <p:spPr>
          <a:xfrm>
            <a:off x="685800" y="4703064"/>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3444240"/>
            <a:ext cx="2834640" cy="1249680"/>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5" name="slot:item_2_body"/>
          <p:cNvSpPr txBox="1"/>
          <p:nvPr/>
        </p:nvSpPr>
        <p:spPr>
          <a:xfrm>
            <a:off x="3730752" y="3711067"/>
            <a:ext cx="7790688"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6" name="slot:item_2_evidence"/>
          <p:cNvSpPr txBox="1"/>
          <p:nvPr/>
        </p:nvSpPr>
        <p:spPr>
          <a:xfrm>
            <a:off x="3730752" y="4134485"/>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7" name="decor:5"/>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4748784"/>
            <a:ext cx="2834640" cy="1249680"/>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9" name="slot:item_3_body"/>
          <p:cNvSpPr txBox="1"/>
          <p:nvPr/>
        </p:nvSpPr>
        <p:spPr>
          <a:xfrm>
            <a:off x="3730752" y="5015611"/>
            <a:ext cx="7790688"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0" name="slot:item_3_evidence"/>
          <p:cNvSpPr txBox="1"/>
          <p:nvPr/>
        </p:nvSpPr>
        <p:spPr>
          <a:xfrm>
            <a:off x="3730752" y="5439029"/>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85816"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965192"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2798063"/>
            <a:ext cx="4965192"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evidence"/>
          <p:cNvSpPr txBox="1"/>
          <p:nvPr/>
        </p:nvSpPr>
        <p:spPr>
          <a:xfrm>
            <a:off x="813816" y="3525519"/>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190488" y="2139696"/>
            <a:ext cx="5385816"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6190488"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6400800" y="2276856"/>
            <a:ext cx="4965192"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6400800" y="2798063"/>
            <a:ext cx="4965192"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slot:item_2_evidence"/>
          <p:cNvSpPr txBox="1"/>
          <p:nvPr/>
        </p:nvSpPr>
        <p:spPr>
          <a:xfrm>
            <a:off x="6400800" y="3525519"/>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603504" y="4169663"/>
            <a:ext cx="5385816"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603504"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13816" y="4306824"/>
            <a:ext cx="4965192"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13816" y="4828031"/>
            <a:ext cx="4965192"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3" name="slot:item_3_evidence"/>
          <p:cNvSpPr txBox="1"/>
          <p:nvPr/>
        </p:nvSpPr>
        <p:spPr>
          <a:xfrm>
            <a:off x="813816" y="5555487"/>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
        <p:nvSpPr>
          <p:cNvPr id="24" name="decor:9"/>
          <p:cNvSpPr/>
          <p:nvPr/>
        </p:nvSpPr>
        <p:spPr>
          <a:xfrm>
            <a:off x="6190488" y="4169663"/>
            <a:ext cx="5385816"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ecor:10"/>
          <p:cNvSpPr/>
          <p:nvPr/>
        </p:nvSpPr>
        <p:spPr>
          <a:xfrm>
            <a:off x="6190488"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6400800" y="4306824"/>
            <a:ext cx="4965192"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7" name="slot:item_4_body"/>
          <p:cNvSpPr txBox="1"/>
          <p:nvPr/>
        </p:nvSpPr>
        <p:spPr>
          <a:xfrm>
            <a:off x="6400800" y="4828031"/>
            <a:ext cx="4965192"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8" name="slot:item_4_evidence"/>
          <p:cNvSpPr txBox="1"/>
          <p:nvPr/>
        </p:nvSpPr>
        <p:spPr>
          <a:xfrm>
            <a:off x="6400800" y="5555487"/>
            <a:ext cx="4965192"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注意：対象外の場面を含む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3072384"/>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9696"/>
            <a:ext cx="2834640" cy="92354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0752" y="2243455"/>
            <a:ext cx="7790688"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slot:item_1_evidence"/>
          <p:cNvSpPr txBox="1"/>
          <p:nvPr/>
        </p:nvSpPr>
        <p:spPr>
          <a:xfrm>
            <a:off x="3730752" y="2666873"/>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3" name="decor:4"/>
          <p:cNvSpPr/>
          <p:nvPr/>
        </p:nvSpPr>
        <p:spPr>
          <a:xfrm>
            <a:off x="685800" y="4050792"/>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3118103"/>
            <a:ext cx="2834640" cy="92354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5" name="slot:item_2_body"/>
          <p:cNvSpPr txBox="1"/>
          <p:nvPr/>
        </p:nvSpPr>
        <p:spPr>
          <a:xfrm>
            <a:off x="3730752" y="3221862"/>
            <a:ext cx="7790688"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6" name="slot:item_2_evidence"/>
          <p:cNvSpPr txBox="1"/>
          <p:nvPr/>
        </p:nvSpPr>
        <p:spPr>
          <a:xfrm>
            <a:off x="3730752" y="3645280"/>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7" name="decor:5"/>
          <p:cNvSpPr/>
          <p:nvPr/>
        </p:nvSpPr>
        <p:spPr>
          <a:xfrm>
            <a:off x="685800" y="5029200"/>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4096512"/>
            <a:ext cx="2834640" cy="92354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9" name="slot:item_3_body"/>
          <p:cNvSpPr txBox="1"/>
          <p:nvPr/>
        </p:nvSpPr>
        <p:spPr>
          <a:xfrm>
            <a:off x="3730752" y="4200271"/>
            <a:ext cx="7790688"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0" name="slot:item_3_evidence"/>
          <p:cNvSpPr txBox="1"/>
          <p:nvPr/>
        </p:nvSpPr>
        <p:spPr>
          <a:xfrm>
            <a:off x="3730752" y="4623689"/>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21" name="decor:6"/>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4_heading"/>
          <p:cNvSpPr txBox="1"/>
          <p:nvPr/>
        </p:nvSpPr>
        <p:spPr>
          <a:xfrm>
            <a:off x="685800" y="5074920"/>
            <a:ext cx="2834640" cy="923544"/>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3" name="slot:item_4_body"/>
          <p:cNvSpPr txBox="1"/>
          <p:nvPr/>
        </p:nvSpPr>
        <p:spPr>
          <a:xfrm>
            <a:off x="3730752" y="5178679"/>
            <a:ext cx="7790688"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4" name="slot:item_4_evidence"/>
          <p:cNvSpPr txBox="1"/>
          <p:nvPr/>
        </p:nvSpPr>
        <p:spPr>
          <a:xfrm>
            <a:off x="3730752" y="5602097"/>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2798063"/>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evidence"/>
          <p:cNvSpPr txBox="1"/>
          <p:nvPr/>
        </p:nvSpPr>
        <p:spPr>
          <a:xfrm>
            <a:off x="813816" y="3525519"/>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4328160"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38472" y="2798063"/>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slot:item_2_evidence"/>
          <p:cNvSpPr txBox="1"/>
          <p:nvPr/>
        </p:nvSpPr>
        <p:spPr>
          <a:xfrm>
            <a:off x="4538472" y="3525519"/>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8052816"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63128" y="2798063"/>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3" name="slot:item_3_evidence"/>
          <p:cNvSpPr txBox="1"/>
          <p:nvPr/>
        </p:nvSpPr>
        <p:spPr>
          <a:xfrm>
            <a:off x="8263128" y="3525519"/>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
        <p:nvSpPr>
          <p:cNvPr id="24" name="decor:9"/>
          <p:cNvSpPr/>
          <p:nvPr/>
        </p:nvSpPr>
        <p:spPr>
          <a:xfrm>
            <a:off x="603504"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ecor:10"/>
          <p:cNvSpPr/>
          <p:nvPr/>
        </p:nvSpPr>
        <p:spPr>
          <a:xfrm>
            <a:off x="603504"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813816"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7" name="slot:item_4_body"/>
          <p:cNvSpPr txBox="1"/>
          <p:nvPr/>
        </p:nvSpPr>
        <p:spPr>
          <a:xfrm>
            <a:off x="813816" y="4828031"/>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8" name="slot:item_4_evidence"/>
          <p:cNvSpPr txBox="1"/>
          <p:nvPr/>
        </p:nvSpPr>
        <p:spPr>
          <a:xfrm>
            <a:off x="813816" y="555548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注意：対象外の場面を含む</a:t>
            </a:r>
          </a:p>
        </p:txBody>
      </p:sp>
      <p:sp>
        <p:nvSpPr>
          <p:cNvPr id="29" name="decor:11"/>
          <p:cNvSpPr/>
          <p:nvPr/>
        </p:nvSpPr>
        <p:spPr>
          <a:xfrm>
            <a:off x="4328160"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ecor:12"/>
          <p:cNvSpPr/>
          <p:nvPr/>
        </p:nvSpPr>
        <p:spPr>
          <a:xfrm>
            <a:off x="4328160"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lot:item_5_heading"/>
          <p:cNvSpPr txBox="1"/>
          <p:nvPr/>
        </p:nvSpPr>
        <p:spPr>
          <a:xfrm>
            <a:off x="4538472"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32" name="slot:item_5_body"/>
          <p:cNvSpPr txBox="1"/>
          <p:nvPr/>
        </p:nvSpPr>
        <p:spPr>
          <a:xfrm>
            <a:off x="4538472" y="4828031"/>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33" name="slot:item_5_evidence"/>
          <p:cNvSpPr txBox="1"/>
          <p:nvPr/>
        </p:nvSpPr>
        <p:spPr>
          <a:xfrm>
            <a:off x="4538472" y="555548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根拠：比較条件を照合</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2876702"/>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9696"/>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検索の入口を部署間で揃える</a:t>
            </a:r>
          </a:p>
        </p:txBody>
      </p:sp>
      <p:sp>
        <p:nvSpPr>
          <p:cNvPr id="11" name="slot:item_1_body"/>
          <p:cNvSpPr txBox="1"/>
          <p:nvPr/>
        </p:nvSpPr>
        <p:spPr>
          <a:xfrm>
            <a:off x="4580229" y="2139696"/>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同じ資料へ辿れる入口を整える。</a:t>
            </a:r>
          </a:p>
        </p:txBody>
      </p:sp>
      <p:sp>
        <p:nvSpPr>
          <p:cNvPr id="12" name="slot:item_1_evidence"/>
          <p:cNvSpPr txBox="1"/>
          <p:nvPr/>
        </p:nvSpPr>
        <p:spPr>
          <a:xfrm>
            <a:off x="9646920" y="2139696"/>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根拠：架空資料A</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13" name="decor:4"/>
          <p:cNvSpPr/>
          <p:nvPr/>
        </p:nvSpPr>
        <p:spPr>
          <a:xfrm>
            <a:off x="685800" y="365942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2922422"/>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原文の根拠と条件へ辿れる</a:t>
            </a:r>
          </a:p>
        </p:txBody>
      </p:sp>
      <p:sp>
        <p:nvSpPr>
          <p:cNvPr id="15" name="slot:item_2_body"/>
          <p:cNvSpPr txBox="1"/>
          <p:nvPr/>
        </p:nvSpPr>
        <p:spPr>
          <a:xfrm>
            <a:off x="4580229" y="2922422"/>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要約とともに残す。</a:t>
            </a:r>
          </a:p>
        </p:txBody>
      </p:sp>
      <p:sp>
        <p:nvSpPr>
          <p:cNvPr id="16" name="slot:item_2_evidence"/>
          <p:cNvSpPr txBox="1"/>
          <p:nvPr/>
        </p:nvSpPr>
        <p:spPr>
          <a:xfrm>
            <a:off x="9646920" y="2922422"/>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根拠：架空資料B</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17" name="decor:5"/>
          <p:cNvSpPr/>
          <p:nvPr/>
        </p:nvSpPr>
        <p:spPr>
          <a:xfrm>
            <a:off x="685800" y="4442155"/>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3705148"/>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更新範囲と担当を明確にする</a:t>
            </a:r>
          </a:p>
        </p:txBody>
      </p:sp>
      <p:sp>
        <p:nvSpPr>
          <p:cNvPr id="19" name="slot:item_3_body"/>
          <p:cNvSpPr txBox="1"/>
          <p:nvPr/>
        </p:nvSpPr>
        <p:spPr>
          <a:xfrm>
            <a:off x="4580229" y="3705148"/>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担当と再確認の時期を決める。</a:t>
            </a:r>
          </a:p>
        </p:txBody>
      </p:sp>
      <p:sp>
        <p:nvSpPr>
          <p:cNvPr id="20" name="slot:item_3_evidence"/>
          <p:cNvSpPr txBox="1"/>
          <p:nvPr/>
        </p:nvSpPr>
        <p:spPr>
          <a:xfrm>
            <a:off x="9646920" y="3705148"/>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根拠：架空資料C</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1" name="decor:6"/>
          <p:cNvSpPr/>
          <p:nvPr/>
        </p:nvSpPr>
        <p:spPr>
          <a:xfrm>
            <a:off x="685800" y="5224881"/>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4_heading"/>
          <p:cNvSpPr txBox="1"/>
          <p:nvPr/>
        </p:nvSpPr>
        <p:spPr>
          <a:xfrm>
            <a:off x="685800" y="4487875"/>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適用できない場面も記録する</a:t>
            </a:r>
          </a:p>
        </p:txBody>
      </p:sp>
      <p:sp>
        <p:nvSpPr>
          <p:cNvPr id="23" name="slot:item_4_body"/>
          <p:cNvSpPr txBox="1"/>
          <p:nvPr/>
        </p:nvSpPr>
        <p:spPr>
          <a:xfrm>
            <a:off x="4580229" y="4487875"/>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前提の違いを残す。</a:t>
            </a:r>
          </a:p>
        </p:txBody>
      </p:sp>
      <p:sp>
        <p:nvSpPr>
          <p:cNvPr id="24" name="slot:item_4_evidence"/>
          <p:cNvSpPr txBox="1"/>
          <p:nvPr/>
        </p:nvSpPr>
        <p:spPr>
          <a:xfrm>
            <a:off x="9646920" y="4487875"/>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根拠：架空資料D</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5" name="decor:7"/>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5_heading"/>
          <p:cNvSpPr txBox="1"/>
          <p:nvPr/>
        </p:nvSpPr>
        <p:spPr>
          <a:xfrm>
            <a:off x="685800" y="5270601"/>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比較する条件を共有する</a:t>
            </a:r>
          </a:p>
        </p:txBody>
      </p:sp>
      <p:sp>
        <p:nvSpPr>
          <p:cNvPr id="27" name="slot:item_5_body"/>
          <p:cNvSpPr txBox="1"/>
          <p:nvPr/>
        </p:nvSpPr>
        <p:spPr>
          <a:xfrm>
            <a:off x="4580229" y="5270601"/>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異なる条件の結果を混同しない。</a:t>
            </a:r>
          </a:p>
        </p:txBody>
      </p:sp>
      <p:sp>
        <p:nvSpPr>
          <p:cNvPr id="28" name="slot:item_5_evidence"/>
          <p:cNvSpPr txBox="1"/>
          <p:nvPr/>
        </p:nvSpPr>
        <p:spPr>
          <a:xfrm>
            <a:off x="9646920" y="5270601"/>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根拠：架空資料E</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2798063"/>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evidence"/>
          <p:cNvSpPr txBox="1"/>
          <p:nvPr/>
        </p:nvSpPr>
        <p:spPr>
          <a:xfrm>
            <a:off x="813816" y="3525519"/>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4328160"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38472" y="2798063"/>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slot:item_2_evidence"/>
          <p:cNvSpPr txBox="1"/>
          <p:nvPr/>
        </p:nvSpPr>
        <p:spPr>
          <a:xfrm>
            <a:off x="4538472" y="3525519"/>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8052816"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63128" y="2798063"/>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3" name="slot:item_3_evidence"/>
          <p:cNvSpPr txBox="1"/>
          <p:nvPr/>
        </p:nvSpPr>
        <p:spPr>
          <a:xfrm>
            <a:off x="8263128" y="3525519"/>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
        <p:nvSpPr>
          <p:cNvPr id="24" name="decor:9"/>
          <p:cNvSpPr/>
          <p:nvPr/>
        </p:nvSpPr>
        <p:spPr>
          <a:xfrm>
            <a:off x="603504"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ecor:10"/>
          <p:cNvSpPr/>
          <p:nvPr/>
        </p:nvSpPr>
        <p:spPr>
          <a:xfrm>
            <a:off x="603504"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813816"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7" name="slot:item_4_body"/>
          <p:cNvSpPr txBox="1"/>
          <p:nvPr/>
        </p:nvSpPr>
        <p:spPr>
          <a:xfrm>
            <a:off x="813816" y="4828031"/>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8" name="slot:item_4_evidence"/>
          <p:cNvSpPr txBox="1"/>
          <p:nvPr/>
        </p:nvSpPr>
        <p:spPr>
          <a:xfrm>
            <a:off x="813816" y="555548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注意：対象外の場面を含む</a:t>
            </a:r>
          </a:p>
        </p:txBody>
      </p:sp>
      <p:sp>
        <p:nvSpPr>
          <p:cNvPr id="29" name="decor:11"/>
          <p:cNvSpPr/>
          <p:nvPr/>
        </p:nvSpPr>
        <p:spPr>
          <a:xfrm>
            <a:off x="4328160"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ecor:12"/>
          <p:cNvSpPr/>
          <p:nvPr/>
        </p:nvSpPr>
        <p:spPr>
          <a:xfrm>
            <a:off x="4328160"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lot:item_5_heading"/>
          <p:cNvSpPr txBox="1"/>
          <p:nvPr/>
        </p:nvSpPr>
        <p:spPr>
          <a:xfrm>
            <a:off x="4538472"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32" name="slot:item_5_body"/>
          <p:cNvSpPr txBox="1"/>
          <p:nvPr/>
        </p:nvSpPr>
        <p:spPr>
          <a:xfrm>
            <a:off x="4538472" y="4828031"/>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33" name="slot:item_5_evidence"/>
          <p:cNvSpPr txBox="1"/>
          <p:nvPr/>
        </p:nvSpPr>
        <p:spPr>
          <a:xfrm>
            <a:off x="4538472" y="555548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根拠：比較条件を照合</a:t>
            </a:r>
          </a:p>
        </p:txBody>
      </p:sp>
      <p:sp>
        <p:nvSpPr>
          <p:cNvPr id="34" name="decor:13"/>
          <p:cNvSpPr/>
          <p:nvPr/>
        </p:nvSpPr>
        <p:spPr>
          <a:xfrm>
            <a:off x="8052816"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ecor:14"/>
          <p:cNvSpPr/>
          <p:nvPr/>
        </p:nvSpPr>
        <p:spPr>
          <a:xfrm>
            <a:off x="8052816"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lot:item_6_heading"/>
          <p:cNvSpPr txBox="1"/>
          <p:nvPr/>
        </p:nvSpPr>
        <p:spPr>
          <a:xfrm>
            <a:off x="8263128"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確認先を残す</a:t>
            </a:r>
          </a:p>
        </p:txBody>
      </p:sp>
      <p:sp>
        <p:nvSpPr>
          <p:cNvPr id="37" name="slot:item_6_body"/>
          <p:cNvSpPr txBox="1"/>
          <p:nvPr/>
        </p:nvSpPr>
        <p:spPr>
          <a:xfrm>
            <a:off x="8263128" y="4828031"/>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
        <p:nvSpPr>
          <p:cNvPr id="38" name="slot:item_6_evidence"/>
          <p:cNvSpPr txBox="1"/>
          <p:nvPr/>
        </p:nvSpPr>
        <p:spPr>
          <a:xfrm>
            <a:off x="8263128" y="555548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保留：担当部署へ確認</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274624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9696"/>
            <a:ext cx="3684117"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検索の入口を部署間で揃える</a:t>
            </a:r>
          </a:p>
        </p:txBody>
      </p:sp>
      <p:sp>
        <p:nvSpPr>
          <p:cNvPr id="11" name="slot:item_1_body"/>
          <p:cNvSpPr txBox="1"/>
          <p:nvPr/>
        </p:nvSpPr>
        <p:spPr>
          <a:xfrm>
            <a:off x="4580229" y="2139696"/>
            <a:ext cx="4929530"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同じ資料へ辿れる入口を整える。</a:t>
            </a:r>
          </a:p>
        </p:txBody>
      </p:sp>
      <p:sp>
        <p:nvSpPr>
          <p:cNvPr id="12" name="slot:item_1_evidence"/>
          <p:cNvSpPr txBox="1"/>
          <p:nvPr/>
        </p:nvSpPr>
        <p:spPr>
          <a:xfrm>
            <a:off x="9646920" y="2139696"/>
            <a:ext cx="1828800" cy="597408"/>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根拠：架空資料A</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13" name="decor:4"/>
          <p:cNvSpPr/>
          <p:nvPr/>
        </p:nvSpPr>
        <p:spPr>
          <a:xfrm>
            <a:off x="685800" y="3398520"/>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2791968"/>
            <a:ext cx="3684117"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原文の根拠と条件へ辿れる</a:t>
            </a:r>
          </a:p>
        </p:txBody>
      </p:sp>
      <p:sp>
        <p:nvSpPr>
          <p:cNvPr id="15" name="slot:item_2_body"/>
          <p:cNvSpPr txBox="1"/>
          <p:nvPr/>
        </p:nvSpPr>
        <p:spPr>
          <a:xfrm>
            <a:off x="4580229" y="2791968"/>
            <a:ext cx="4929530"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要約とともに残す。</a:t>
            </a:r>
          </a:p>
        </p:txBody>
      </p:sp>
      <p:sp>
        <p:nvSpPr>
          <p:cNvPr id="16" name="slot:item_2_evidence"/>
          <p:cNvSpPr txBox="1"/>
          <p:nvPr/>
        </p:nvSpPr>
        <p:spPr>
          <a:xfrm>
            <a:off x="9646920" y="2791968"/>
            <a:ext cx="1828800" cy="597408"/>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根拠：架空資料B</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17" name="decor:5"/>
          <p:cNvSpPr/>
          <p:nvPr/>
        </p:nvSpPr>
        <p:spPr>
          <a:xfrm>
            <a:off x="685800" y="4050792"/>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3444240"/>
            <a:ext cx="3684117"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更新範囲と担当を明確にする</a:t>
            </a:r>
          </a:p>
        </p:txBody>
      </p:sp>
      <p:sp>
        <p:nvSpPr>
          <p:cNvPr id="19" name="slot:item_3_body"/>
          <p:cNvSpPr txBox="1"/>
          <p:nvPr/>
        </p:nvSpPr>
        <p:spPr>
          <a:xfrm>
            <a:off x="4580229" y="3444240"/>
            <a:ext cx="4929530"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担当と再確認の時期を決める。</a:t>
            </a:r>
          </a:p>
        </p:txBody>
      </p:sp>
      <p:sp>
        <p:nvSpPr>
          <p:cNvPr id="20" name="slot:item_3_evidence"/>
          <p:cNvSpPr txBox="1"/>
          <p:nvPr/>
        </p:nvSpPr>
        <p:spPr>
          <a:xfrm>
            <a:off x="9646920" y="3444240"/>
            <a:ext cx="1828800" cy="597408"/>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根拠：架空資料C</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1" name="decor:6"/>
          <p:cNvSpPr/>
          <p:nvPr/>
        </p:nvSpPr>
        <p:spPr>
          <a:xfrm>
            <a:off x="685800" y="4703064"/>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4_heading"/>
          <p:cNvSpPr txBox="1"/>
          <p:nvPr/>
        </p:nvSpPr>
        <p:spPr>
          <a:xfrm>
            <a:off x="685800" y="4096512"/>
            <a:ext cx="3684117"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適用できない場面も記録する</a:t>
            </a:r>
          </a:p>
        </p:txBody>
      </p:sp>
      <p:sp>
        <p:nvSpPr>
          <p:cNvPr id="23" name="slot:item_4_body"/>
          <p:cNvSpPr txBox="1"/>
          <p:nvPr/>
        </p:nvSpPr>
        <p:spPr>
          <a:xfrm>
            <a:off x="4580229" y="4096512"/>
            <a:ext cx="4929530"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前提の違いを残す。</a:t>
            </a:r>
          </a:p>
        </p:txBody>
      </p:sp>
      <p:sp>
        <p:nvSpPr>
          <p:cNvPr id="24" name="slot:item_4_evidence"/>
          <p:cNvSpPr txBox="1"/>
          <p:nvPr/>
        </p:nvSpPr>
        <p:spPr>
          <a:xfrm>
            <a:off x="9646920" y="4096512"/>
            <a:ext cx="1828800" cy="597408"/>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根拠：架空資料D</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5" name="decor:7"/>
          <p:cNvSpPr/>
          <p:nvPr/>
        </p:nvSpPr>
        <p:spPr>
          <a:xfrm>
            <a:off x="685800" y="5355336"/>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5_heading"/>
          <p:cNvSpPr txBox="1"/>
          <p:nvPr/>
        </p:nvSpPr>
        <p:spPr>
          <a:xfrm>
            <a:off x="685800" y="4748784"/>
            <a:ext cx="3684117"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比較する条件を共有する</a:t>
            </a:r>
          </a:p>
        </p:txBody>
      </p:sp>
      <p:sp>
        <p:nvSpPr>
          <p:cNvPr id="27" name="slot:item_5_body"/>
          <p:cNvSpPr txBox="1"/>
          <p:nvPr/>
        </p:nvSpPr>
        <p:spPr>
          <a:xfrm>
            <a:off x="4580229" y="4748784"/>
            <a:ext cx="4929530"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異なる条件の結果を混同しない。</a:t>
            </a:r>
          </a:p>
        </p:txBody>
      </p:sp>
      <p:sp>
        <p:nvSpPr>
          <p:cNvPr id="28" name="slot:item_5_evidence"/>
          <p:cNvSpPr txBox="1"/>
          <p:nvPr/>
        </p:nvSpPr>
        <p:spPr>
          <a:xfrm>
            <a:off x="9646920" y="4748784"/>
            <a:ext cx="1828800" cy="597408"/>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根拠：架空資料E</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9" name="decor:8"/>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lot:item_6_heading"/>
          <p:cNvSpPr txBox="1"/>
          <p:nvPr/>
        </p:nvSpPr>
        <p:spPr>
          <a:xfrm>
            <a:off x="685800" y="5401056"/>
            <a:ext cx="3684117"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次に確認する論点を残す</a:t>
            </a:r>
          </a:p>
        </p:txBody>
      </p:sp>
      <p:sp>
        <p:nvSpPr>
          <p:cNvPr id="31" name="slot:item_6_body"/>
          <p:cNvSpPr txBox="1"/>
          <p:nvPr/>
        </p:nvSpPr>
        <p:spPr>
          <a:xfrm>
            <a:off x="4580229" y="5401056"/>
            <a:ext cx="4929530" cy="597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追加調査で確かめる点を残す。</a:t>
            </a:r>
          </a:p>
        </p:txBody>
      </p:sp>
      <p:sp>
        <p:nvSpPr>
          <p:cNvPr id="32" name="slot:item_6_evidence"/>
          <p:cNvSpPr txBox="1"/>
          <p:nvPr/>
        </p:nvSpPr>
        <p:spPr>
          <a:xfrm>
            <a:off x="9646920" y="5401056"/>
            <a:ext cx="1828800" cy="597408"/>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根拠：架空資料F</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最も重視する論点は検索入口を揃えること</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892040" cy="64008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813816" y="3072384"/>
            <a:ext cx="4892040" cy="13182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4500372"/>
            <a:ext cx="4892040"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263640" y="3991356"/>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318503" y="2176272"/>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318503" y="2688336"/>
            <a:ext cx="5202936"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evidence"/>
          <p:cNvSpPr txBox="1"/>
          <p:nvPr/>
        </p:nvSpPr>
        <p:spPr>
          <a:xfrm>
            <a:off x="6318503" y="3093466"/>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263640"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318503" y="4183379"/>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318503" y="4695444"/>
            <a:ext cx="5202936"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evidence"/>
          <p:cNvSpPr txBox="1"/>
          <p:nvPr/>
        </p:nvSpPr>
        <p:spPr>
          <a:xfrm>
            <a:off x="6318503" y="5386324"/>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最も重視する論点は検索入口を揃えること</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263640"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263640"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473952" y="2276856"/>
            <a:ext cx="4892040" cy="64008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6473952" y="3072384"/>
            <a:ext cx="4892040" cy="13182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6473952" y="4500372"/>
            <a:ext cx="4892040"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03504" y="3991356"/>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58368" y="2176272"/>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58368" y="2688336"/>
            <a:ext cx="5202936"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evidence"/>
          <p:cNvSpPr txBox="1"/>
          <p:nvPr/>
        </p:nvSpPr>
        <p:spPr>
          <a:xfrm>
            <a:off x="658368" y="3093466"/>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03504"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58368" y="4183379"/>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58368" y="4695444"/>
            <a:ext cx="5202936"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evidence"/>
          <p:cNvSpPr txBox="1"/>
          <p:nvPr/>
        </p:nvSpPr>
        <p:spPr>
          <a:xfrm>
            <a:off x="658368" y="5386324"/>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最も重視する論点は検索入口を揃えること</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892040" cy="64008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813816" y="3072384"/>
            <a:ext cx="4892040" cy="13182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4500372"/>
            <a:ext cx="4892040"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263640" y="3322320"/>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318503" y="2176272"/>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318503" y="2615184"/>
            <a:ext cx="5202936"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原文の条件と確認日を残す。</a:t>
            </a:r>
          </a:p>
        </p:txBody>
      </p:sp>
      <p:sp>
        <p:nvSpPr>
          <p:cNvPr id="17" name="slot:item_2_evidence"/>
          <p:cNvSpPr txBox="1"/>
          <p:nvPr/>
        </p:nvSpPr>
        <p:spPr>
          <a:xfrm>
            <a:off x="6318503" y="3020314"/>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263640" y="4660392"/>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318503" y="3514344"/>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318503" y="3953256"/>
            <a:ext cx="5202936"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更新担当と確認時期を決める。</a:t>
            </a:r>
          </a:p>
        </p:txBody>
      </p:sp>
      <p:sp>
        <p:nvSpPr>
          <p:cNvPr id="21" name="slot:item_3_evidence"/>
          <p:cNvSpPr txBox="1"/>
          <p:nvPr/>
        </p:nvSpPr>
        <p:spPr>
          <a:xfrm>
            <a:off x="6318503" y="4358386"/>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
        <p:nvSpPr>
          <p:cNvPr id="22" name="decor:7"/>
          <p:cNvSpPr/>
          <p:nvPr/>
        </p:nvSpPr>
        <p:spPr>
          <a:xfrm>
            <a:off x="6263640"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lot:item_4_heading"/>
          <p:cNvSpPr txBox="1"/>
          <p:nvPr/>
        </p:nvSpPr>
        <p:spPr>
          <a:xfrm>
            <a:off x="6318503" y="4852415"/>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4" name="slot:item_4_body"/>
          <p:cNvSpPr txBox="1"/>
          <p:nvPr/>
        </p:nvSpPr>
        <p:spPr>
          <a:xfrm>
            <a:off x="6318503" y="5291328"/>
            <a:ext cx="5202936"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対象外の場面と前提を記録する。</a:t>
            </a:r>
          </a:p>
        </p:txBody>
      </p:sp>
      <p:sp>
        <p:nvSpPr>
          <p:cNvPr id="25" name="slot:item_4_evidence"/>
          <p:cNvSpPr txBox="1"/>
          <p:nvPr/>
        </p:nvSpPr>
        <p:spPr>
          <a:xfrm>
            <a:off x="6318503" y="5696458"/>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注意：適用範囲を確認</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最も重視する論点は検索入口を揃えること</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263640"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263640"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473952" y="2276856"/>
            <a:ext cx="4892040" cy="64008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6473952" y="3072384"/>
            <a:ext cx="4892040" cy="13182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6473952" y="4500372"/>
            <a:ext cx="4892040"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03504" y="3322320"/>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58368" y="2176272"/>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58368" y="2615184"/>
            <a:ext cx="5202936"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原文の条件と確認日を残す。</a:t>
            </a:r>
          </a:p>
        </p:txBody>
      </p:sp>
      <p:sp>
        <p:nvSpPr>
          <p:cNvPr id="17" name="slot:item_2_evidence"/>
          <p:cNvSpPr txBox="1"/>
          <p:nvPr/>
        </p:nvSpPr>
        <p:spPr>
          <a:xfrm>
            <a:off x="658368" y="3020314"/>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03504" y="4660392"/>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58368" y="3514344"/>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58368" y="3953256"/>
            <a:ext cx="5202936"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更新担当と確認時期を決める。</a:t>
            </a:r>
          </a:p>
        </p:txBody>
      </p:sp>
      <p:sp>
        <p:nvSpPr>
          <p:cNvPr id="21" name="slot:item_3_evidence"/>
          <p:cNvSpPr txBox="1"/>
          <p:nvPr/>
        </p:nvSpPr>
        <p:spPr>
          <a:xfrm>
            <a:off x="658368" y="4358386"/>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
        <p:nvSpPr>
          <p:cNvPr id="22" name="decor:7"/>
          <p:cNvSpPr/>
          <p:nvPr/>
        </p:nvSpPr>
        <p:spPr>
          <a:xfrm>
            <a:off x="603504"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lot:item_4_heading"/>
          <p:cNvSpPr txBox="1"/>
          <p:nvPr/>
        </p:nvSpPr>
        <p:spPr>
          <a:xfrm>
            <a:off x="658368" y="4852415"/>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4" name="slot:item_4_body"/>
          <p:cNvSpPr txBox="1"/>
          <p:nvPr/>
        </p:nvSpPr>
        <p:spPr>
          <a:xfrm>
            <a:off x="658368" y="5291328"/>
            <a:ext cx="5202936" cy="33197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対象外の場面と前提を記録する。</a:t>
            </a:r>
          </a:p>
        </p:txBody>
      </p:sp>
      <p:sp>
        <p:nvSpPr>
          <p:cNvPr id="25" name="slot:item_4_evidence"/>
          <p:cNvSpPr txBox="1"/>
          <p:nvPr/>
        </p:nvSpPr>
        <p:spPr>
          <a:xfrm>
            <a:off x="658368" y="5696458"/>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注意：適用範囲を確認</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10" name="decor:4"/>
          <p:cNvSpPr/>
          <p:nvPr/>
        </p:nvSpPr>
        <p:spPr>
          <a:xfrm>
            <a:off x="6272784" y="2139696"/>
            <a:ext cx="5303520" cy="1837943"/>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ecor:5"/>
          <p:cNvSpPr/>
          <p:nvPr/>
        </p:nvSpPr>
        <p:spPr>
          <a:xfrm>
            <a:off x="6272784" y="2139696"/>
            <a:ext cx="41148" cy="1837943"/>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6483096" y="2276856"/>
            <a:ext cx="4882896"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6483096" y="2798063"/>
            <a:ext cx="4882896"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slot:item_1_evidence"/>
          <p:cNvSpPr txBox="1"/>
          <p:nvPr/>
        </p:nvSpPr>
        <p:spPr>
          <a:xfrm>
            <a:off x="6483096" y="3525519"/>
            <a:ext cx="4882896"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5" name="decor:6"/>
          <p:cNvSpPr/>
          <p:nvPr/>
        </p:nvSpPr>
        <p:spPr>
          <a:xfrm>
            <a:off x="6272784" y="4160520"/>
            <a:ext cx="5303520" cy="1837943"/>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cor:7"/>
          <p:cNvSpPr/>
          <p:nvPr/>
        </p:nvSpPr>
        <p:spPr>
          <a:xfrm>
            <a:off x="6272784" y="4160520"/>
            <a:ext cx="41148" cy="1837943"/>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ot:item_2_heading"/>
          <p:cNvSpPr txBox="1"/>
          <p:nvPr/>
        </p:nvSpPr>
        <p:spPr>
          <a:xfrm>
            <a:off x="6483096" y="4297680"/>
            <a:ext cx="4882896"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8" name="slot:item_2_body"/>
          <p:cNvSpPr txBox="1"/>
          <p:nvPr/>
        </p:nvSpPr>
        <p:spPr>
          <a:xfrm>
            <a:off x="6483096" y="4818888"/>
            <a:ext cx="4882896"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9" name="slot:item_2_evidence"/>
          <p:cNvSpPr txBox="1"/>
          <p:nvPr/>
        </p:nvSpPr>
        <p:spPr>
          <a:xfrm>
            <a:off x="6483096" y="5546344"/>
            <a:ext cx="4882896"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pic>
        <p:nvPicPr>
          <p:cNvPr id="20" name="slot:image" descr="research-screen.png"/>
          <p:cNvPicPr>
            <a:picLocks noChangeAspect="1"/>
          </p:cNvPicPr>
          <p:nvPr/>
        </p:nvPicPr>
        <p:blipFill>
          <a:blip r:embed="rId2"/>
          <a:stretch>
            <a:fillRect/>
          </a:stretch>
        </p:blipFill>
        <p:spPr>
          <a:xfrm>
            <a:off x="603504" y="2140527"/>
            <a:ext cx="5303520" cy="3857105"/>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10" name="decor:4"/>
          <p:cNvSpPr/>
          <p:nvPr/>
        </p:nvSpPr>
        <p:spPr>
          <a:xfrm>
            <a:off x="603504" y="2139696"/>
            <a:ext cx="5303520" cy="1837943"/>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ecor:5"/>
          <p:cNvSpPr/>
          <p:nvPr/>
        </p:nvSpPr>
        <p:spPr>
          <a:xfrm>
            <a:off x="603504" y="2139696"/>
            <a:ext cx="41148" cy="1837943"/>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813816" y="2276856"/>
            <a:ext cx="4882896"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813816" y="2798063"/>
            <a:ext cx="4882896"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slot:item_1_evidence"/>
          <p:cNvSpPr txBox="1"/>
          <p:nvPr/>
        </p:nvSpPr>
        <p:spPr>
          <a:xfrm>
            <a:off x="813816" y="3525519"/>
            <a:ext cx="4882896"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5" name="decor:6"/>
          <p:cNvSpPr/>
          <p:nvPr/>
        </p:nvSpPr>
        <p:spPr>
          <a:xfrm>
            <a:off x="603504" y="4160520"/>
            <a:ext cx="5303520" cy="1837943"/>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cor:7"/>
          <p:cNvSpPr/>
          <p:nvPr/>
        </p:nvSpPr>
        <p:spPr>
          <a:xfrm>
            <a:off x="603504" y="4160520"/>
            <a:ext cx="41148" cy="1837943"/>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ot:item_2_heading"/>
          <p:cNvSpPr txBox="1"/>
          <p:nvPr/>
        </p:nvSpPr>
        <p:spPr>
          <a:xfrm>
            <a:off x="813816" y="4297680"/>
            <a:ext cx="4882896"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8" name="slot:item_2_body"/>
          <p:cNvSpPr txBox="1"/>
          <p:nvPr/>
        </p:nvSpPr>
        <p:spPr>
          <a:xfrm>
            <a:off x="813816" y="4818888"/>
            <a:ext cx="4882896"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9" name="slot:item_2_evidence"/>
          <p:cNvSpPr txBox="1"/>
          <p:nvPr/>
        </p:nvSpPr>
        <p:spPr>
          <a:xfrm>
            <a:off x="813816" y="5546344"/>
            <a:ext cx="4882896"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pic>
        <p:nvPicPr>
          <p:cNvPr id="20" name="slot:image" descr="research-screen.png"/>
          <p:cNvPicPr>
            <a:picLocks noChangeAspect="1"/>
          </p:cNvPicPr>
          <p:nvPr/>
        </p:nvPicPr>
        <p:blipFill>
          <a:blip r:embed="rId2"/>
          <a:stretch>
            <a:fillRect/>
          </a:stretch>
        </p:blipFill>
        <p:spPr>
          <a:xfrm>
            <a:off x="6272784" y="2140527"/>
            <a:ext cx="5303520" cy="3857105"/>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2120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850392" y="2350008"/>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1060704" y="2423160"/>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1060704" y="2871215"/>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3026664" y="3227832"/>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850392" y="3502152"/>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1060704" y="3575304"/>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1060704" y="4023360"/>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3026664" y="4379976"/>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850392" y="4654296"/>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1060704" y="4727448"/>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1060704" y="5175504"/>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6199632" y="2322576"/>
            <a:ext cx="5376672" cy="768096"/>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6199632" y="3264408"/>
            <a:ext cx="5376672" cy="1000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6199632" y="4411472"/>
            <a:ext cx="5376672"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364224" y="2139696"/>
            <a:ext cx="52120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611112" y="2350008"/>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6821424" y="2423160"/>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6821424" y="2871215"/>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8787384" y="3227832"/>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6611112" y="3502152"/>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6821424" y="3575304"/>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6821424" y="4023360"/>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8787384" y="4379976"/>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6611112" y="4654296"/>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6821424" y="4727448"/>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6821424" y="5175504"/>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603504" y="2322576"/>
            <a:ext cx="5376672" cy="768096"/>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603504" y="3264408"/>
            <a:ext cx="5376672" cy="1000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603504" y="4411472"/>
            <a:ext cx="5376672"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653796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850392" y="2350008"/>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1060704" y="2423160"/>
            <a:ext cx="562356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1060704" y="2871215"/>
            <a:ext cx="562356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3689604" y="3227832"/>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850392" y="3502152"/>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1060704" y="3575304"/>
            <a:ext cx="562356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1060704" y="4023360"/>
            <a:ext cx="562356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3689604" y="4379976"/>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850392" y="4654296"/>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1060704" y="4727448"/>
            <a:ext cx="562356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1060704" y="5175504"/>
            <a:ext cx="562356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7525512" y="2322576"/>
            <a:ext cx="4050791" cy="768096"/>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7525512" y="3264408"/>
            <a:ext cx="4050791" cy="13182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7525512" y="4728972"/>
            <a:ext cx="4050791"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5038344" y="2139696"/>
            <a:ext cx="653796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5285231" y="2350008"/>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5495544" y="2423160"/>
            <a:ext cx="562356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5495544" y="2871215"/>
            <a:ext cx="562356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8124444" y="3227832"/>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5285231" y="3502152"/>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5495544" y="3575304"/>
            <a:ext cx="562356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5495544" y="4023360"/>
            <a:ext cx="562356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8124444" y="4379976"/>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5285231" y="4654296"/>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5495544" y="4727448"/>
            <a:ext cx="562356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5495544" y="5175504"/>
            <a:ext cx="562356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603504" y="2322576"/>
            <a:ext cx="4050791" cy="768096"/>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603504" y="3264408"/>
            <a:ext cx="4050791" cy="13182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603504" y="4728972"/>
            <a:ext cx="4050791"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a_heading"/>
          <p:cNvSpPr txBox="1"/>
          <p:nvPr/>
        </p:nvSpPr>
        <p:spPr>
          <a:xfrm>
            <a:off x="83210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1" name="slot:a_axis_1"/>
          <p:cNvSpPr txBox="1"/>
          <p:nvPr/>
        </p:nvSpPr>
        <p:spPr>
          <a:xfrm>
            <a:off x="83210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a_point_1"/>
          <p:cNvSpPr txBox="1"/>
          <p:nvPr/>
        </p:nvSpPr>
        <p:spPr>
          <a:xfrm>
            <a:off x="83210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3" name="slot:a_axis_2"/>
          <p:cNvSpPr txBox="1"/>
          <p:nvPr/>
        </p:nvSpPr>
        <p:spPr>
          <a:xfrm>
            <a:off x="83210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a_point_2"/>
          <p:cNvSpPr txBox="1"/>
          <p:nvPr/>
        </p:nvSpPr>
        <p:spPr>
          <a:xfrm>
            <a:off x="83210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
        <p:nvSpPr>
          <p:cNvPr id="15" name="decor:4"/>
          <p:cNvSpPr/>
          <p:nvPr/>
        </p:nvSpPr>
        <p:spPr>
          <a:xfrm>
            <a:off x="622706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b_heading"/>
          <p:cNvSpPr txBox="1"/>
          <p:nvPr/>
        </p:nvSpPr>
        <p:spPr>
          <a:xfrm>
            <a:off x="645566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7" name="slot:b_axis_1"/>
          <p:cNvSpPr txBox="1"/>
          <p:nvPr/>
        </p:nvSpPr>
        <p:spPr>
          <a:xfrm>
            <a:off x="645566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b_point_1"/>
          <p:cNvSpPr txBox="1"/>
          <p:nvPr/>
        </p:nvSpPr>
        <p:spPr>
          <a:xfrm>
            <a:off x="645566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9" name="slot:b_axis_2"/>
          <p:cNvSpPr txBox="1"/>
          <p:nvPr/>
        </p:nvSpPr>
        <p:spPr>
          <a:xfrm>
            <a:off x="645566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b_point_2"/>
          <p:cNvSpPr txBox="1"/>
          <p:nvPr/>
        </p:nvSpPr>
        <p:spPr>
          <a:xfrm>
            <a:off x="645566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b_heading"/>
          <p:cNvSpPr txBox="1"/>
          <p:nvPr/>
        </p:nvSpPr>
        <p:spPr>
          <a:xfrm>
            <a:off x="83210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1" name="slot:b_axis_1"/>
          <p:cNvSpPr txBox="1"/>
          <p:nvPr/>
        </p:nvSpPr>
        <p:spPr>
          <a:xfrm>
            <a:off x="83210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b_point_1"/>
          <p:cNvSpPr txBox="1"/>
          <p:nvPr/>
        </p:nvSpPr>
        <p:spPr>
          <a:xfrm>
            <a:off x="83210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3" name="slot:b_axis_2"/>
          <p:cNvSpPr txBox="1"/>
          <p:nvPr/>
        </p:nvSpPr>
        <p:spPr>
          <a:xfrm>
            <a:off x="83210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b_point_2"/>
          <p:cNvSpPr txBox="1"/>
          <p:nvPr/>
        </p:nvSpPr>
        <p:spPr>
          <a:xfrm>
            <a:off x="83210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
        <p:nvSpPr>
          <p:cNvPr id="15" name="decor:4"/>
          <p:cNvSpPr/>
          <p:nvPr/>
        </p:nvSpPr>
        <p:spPr>
          <a:xfrm>
            <a:off x="622706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a_heading"/>
          <p:cNvSpPr txBox="1"/>
          <p:nvPr/>
        </p:nvSpPr>
        <p:spPr>
          <a:xfrm>
            <a:off x="645566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7" name="slot:a_axis_1"/>
          <p:cNvSpPr txBox="1"/>
          <p:nvPr/>
        </p:nvSpPr>
        <p:spPr>
          <a:xfrm>
            <a:off x="645566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a_point_1"/>
          <p:cNvSpPr txBox="1"/>
          <p:nvPr/>
        </p:nvSpPr>
        <p:spPr>
          <a:xfrm>
            <a:off x="645566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9" name="slot:a_axis_2"/>
          <p:cNvSpPr txBox="1"/>
          <p:nvPr/>
        </p:nvSpPr>
        <p:spPr>
          <a:xfrm>
            <a:off x="645566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a_point_2"/>
          <p:cNvSpPr txBox="1"/>
          <p:nvPr/>
        </p:nvSpPr>
        <p:spPr>
          <a:xfrm>
            <a:off x="645566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10972800" cy="182880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a_heading"/>
          <p:cNvSpPr txBox="1"/>
          <p:nvPr/>
        </p:nvSpPr>
        <p:spPr>
          <a:xfrm>
            <a:off x="832104" y="2176272"/>
            <a:ext cx="10332720" cy="45720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1" name="slot:a_axis_1"/>
          <p:cNvSpPr txBox="1"/>
          <p:nvPr/>
        </p:nvSpPr>
        <p:spPr>
          <a:xfrm>
            <a:off x="841248" y="2642615"/>
            <a:ext cx="5074920" cy="25603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a_point_1"/>
          <p:cNvSpPr txBox="1"/>
          <p:nvPr/>
        </p:nvSpPr>
        <p:spPr>
          <a:xfrm>
            <a:off x="841248" y="2926079"/>
            <a:ext cx="5074920" cy="101498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3" name="slot:a_axis_2"/>
          <p:cNvSpPr txBox="1"/>
          <p:nvPr/>
        </p:nvSpPr>
        <p:spPr>
          <a:xfrm>
            <a:off x="6281928" y="2642615"/>
            <a:ext cx="5074920" cy="25603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a_point_2"/>
          <p:cNvSpPr txBox="1"/>
          <p:nvPr/>
        </p:nvSpPr>
        <p:spPr>
          <a:xfrm>
            <a:off x="6281928" y="2926079"/>
            <a:ext cx="5074920" cy="101498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
        <p:nvSpPr>
          <p:cNvPr id="15" name="decor:4"/>
          <p:cNvSpPr/>
          <p:nvPr/>
        </p:nvSpPr>
        <p:spPr>
          <a:xfrm>
            <a:off x="603504" y="4169664"/>
            <a:ext cx="10972800" cy="182880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b_heading"/>
          <p:cNvSpPr txBox="1"/>
          <p:nvPr/>
        </p:nvSpPr>
        <p:spPr>
          <a:xfrm>
            <a:off x="832104" y="4206240"/>
            <a:ext cx="10332720" cy="45720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7" name="slot:b_axis_1"/>
          <p:cNvSpPr txBox="1"/>
          <p:nvPr/>
        </p:nvSpPr>
        <p:spPr>
          <a:xfrm>
            <a:off x="841248" y="4672584"/>
            <a:ext cx="5074920" cy="25603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b_point_1"/>
          <p:cNvSpPr txBox="1"/>
          <p:nvPr/>
        </p:nvSpPr>
        <p:spPr>
          <a:xfrm>
            <a:off x="841248" y="4956048"/>
            <a:ext cx="5074920" cy="101498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9" name="slot:b_axis_2"/>
          <p:cNvSpPr txBox="1"/>
          <p:nvPr/>
        </p:nvSpPr>
        <p:spPr>
          <a:xfrm>
            <a:off x="6281928" y="4672584"/>
            <a:ext cx="5074920" cy="25603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b_point_2"/>
          <p:cNvSpPr txBox="1"/>
          <p:nvPr/>
        </p:nvSpPr>
        <p:spPr>
          <a:xfrm>
            <a:off x="6281928" y="4956048"/>
            <a:ext cx="5074920" cy="101498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10972800" cy="182880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a_heading"/>
          <p:cNvSpPr txBox="1"/>
          <p:nvPr/>
        </p:nvSpPr>
        <p:spPr>
          <a:xfrm>
            <a:off x="832104" y="2276856"/>
            <a:ext cx="2194560" cy="45720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1" name="slot:a_axis_1"/>
          <p:cNvSpPr txBox="1"/>
          <p:nvPr/>
        </p:nvSpPr>
        <p:spPr>
          <a:xfrm>
            <a:off x="3291840" y="2267712"/>
            <a:ext cx="3675887" cy="25603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a_point_1"/>
          <p:cNvSpPr txBox="1"/>
          <p:nvPr/>
        </p:nvSpPr>
        <p:spPr>
          <a:xfrm>
            <a:off x="3291840" y="2624328"/>
            <a:ext cx="3675887" cy="12527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3" name="slot:a_axis_2"/>
          <p:cNvSpPr txBox="1"/>
          <p:nvPr/>
        </p:nvSpPr>
        <p:spPr>
          <a:xfrm>
            <a:off x="7315200" y="2267712"/>
            <a:ext cx="3675887" cy="25603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a_point_2"/>
          <p:cNvSpPr txBox="1"/>
          <p:nvPr/>
        </p:nvSpPr>
        <p:spPr>
          <a:xfrm>
            <a:off x="7315200" y="2624328"/>
            <a:ext cx="3675887" cy="12527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
        <p:nvSpPr>
          <p:cNvPr id="15" name="decor:4"/>
          <p:cNvSpPr/>
          <p:nvPr/>
        </p:nvSpPr>
        <p:spPr>
          <a:xfrm>
            <a:off x="603504" y="4169664"/>
            <a:ext cx="10972800" cy="182880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b_heading"/>
          <p:cNvSpPr txBox="1"/>
          <p:nvPr/>
        </p:nvSpPr>
        <p:spPr>
          <a:xfrm>
            <a:off x="832104" y="4306824"/>
            <a:ext cx="2194560" cy="45720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7" name="slot:b_axis_1"/>
          <p:cNvSpPr txBox="1"/>
          <p:nvPr/>
        </p:nvSpPr>
        <p:spPr>
          <a:xfrm>
            <a:off x="3291840" y="4297680"/>
            <a:ext cx="3675887" cy="25603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b_point_1"/>
          <p:cNvSpPr txBox="1"/>
          <p:nvPr/>
        </p:nvSpPr>
        <p:spPr>
          <a:xfrm>
            <a:off x="3291840" y="4654296"/>
            <a:ext cx="3675887" cy="12527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9" name="slot:b_axis_2"/>
          <p:cNvSpPr txBox="1"/>
          <p:nvPr/>
        </p:nvSpPr>
        <p:spPr>
          <a:xfrm>
            <a:off x="7315200" y="4297680"/>
            <a:ext cx="3675887" cy="25603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b_point_2"/>
          <p:cNvSpPr txBox="1"/>
          <p:nvPr/>
        </p:nvSpPr>
        <p:spPr>
          <a:xfrm>
            <a:off x="7315200" y="4654296"/>
            <a:ext cx="3675887" cy="12527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
        <p:nvSpPr>
          <p:cNvPr id="21" name="decor:5"/>
          <p:cNvSpPr/>
          <p:nvPr/>
        </p:nvSpPr>
        <p:spPr>
          <a:xfrm>
            <a:off x="7077456" y="2139696"/>
            <a:ext cx="22860"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ecor:6"/>
          <p:cNvSpPr/>
          <p:nvPr/>
        </p:nvSpPr>
        <p:spPr>
          <a:xfrm>
            <a:off x="3054096" y="2139696"/>
            <a:ext cx="22860"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5330952"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0" name="decor:3"/>
          <p:cNvSpPr/>
          <p:nvPr/>
        </p:nvSpPr>
        <p:spPr>
          <a:xfrm>
            <a:off x="603504" y="2734056"/>
            <a:ext cx="5330952"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5330952"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5330952"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tatic:sequence_1"/>
          <p:cNvSpPr txBox="1"/>
          <p:nvPr/>
        </p:nvSpPr>
        <p:spPr>
          <a:xfrm>
            <a:off x="6245352" y="2249424"/>
            <a:ext cx="5330952"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4" name="decor:4"/>
          <p:cNvSpPr/>
          <p:nvPr/>
        </p:nvSpPr>
        <p:spPr>
          <a:xfrm>
            <a:off x="6245352" y="2734056"/>
            <a:ext cx="5330952"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245352" y="2907792"/>
            <a:ext cx="5330952"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6" name="slot:item_2_body"/>
          <p:cNvSpPr txBox="1"/>
          <p:nvPr/>
        </p:nvSpPr>
        <p:spPr>
          <a:xfrm>
            <a:off x="6245352" y="3739896"/>
            <a:ext cx="5330952"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40645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18882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18882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18882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4110228"/>
            <a:ext cx="411480" cy="18882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4110228"/>
            <a:ext cx="2542032" cy="18882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4110228"/>
            <a:ext cx="7013448" cy="18882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3450336"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0" name="decor:3"/>
          <p:cNvSpPr/>
          <p:nvPr/>
        </p:nvSpPr>
        <p:spPr>
          <a:xfrm>
            <a:off x="603504"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3450336"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3450336"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tatic:sequence_1"/>
          <p:cNvSpPr txBox="1"/>
          <p:nvPr/>
        </p:nvSpPr>
        <p:spPr>
          <a:xfrm>
            <a:off x="4364736" y="2249424"/>
            <a:ext cx="3450336"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4" name="decor:4"/>
          <p:cNvSpPr/>
          <p:nvPr/>
        </p:nvSpPr>
        <p:spPr>
          <a:xfrm>
            <a:off x="4364736"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4364736" y="2907792"/>
            <a:ext cx="3450336"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6" name="slot:item_2_body"/>
          <p:cNvSpPr txBox="1"/>
          <p:nvPr/>
        </p:nvSpPr>
        <p:spPr>
          <a:xfrm>
            <a:off x="4364736" y="3739896"/>
            <a:ext cx="3450336"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7" name="static:sequence_2"/>
          <p:cNvSpPr txBox="1"/>
          <p:nvPr/>
        </p:nvSpPr>
        <p:spPr>
          <a:xfrm>
            <a:off x="8125968" y="2249424"/>
            <a:ext cx="3450336"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18" name="decor:5"/>
          <p:cNvSpPr/>
          <p:nvPr/>
        </p:nvSpPr>
        <p:spPr>
          <a:xfrm>
            <a:off x="8125968"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8125968" y="2907792"/>
            <a:ext cx="3450336"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0" name="slot:item_3_body"/>
          <p:cNvSpPr txBox="1"/>
          <p:nvPr/>
        </p:nvSpPr>
        <p:spPr>
          <a:xfrm>
            <a:off x="8125968" y="3739896"/>
            <a:ext cx="3450336"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34168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12405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47122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3462528"/>
            <a:ext cx="411480" cy="12405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3462528"/>
            <a:ext cx="2542032"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3462528"/>
            <a:ext cx="7013448"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234440" y="4757928"/>
            <a:ext cx="411480" cy="12405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1755648" y="4757928"/>
            <a:ext cx="2542032"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4507992" y="4757928"/>
            <a:ext cx="7013448"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0" name="decor:3"/>
          <p:cNvSpPr/>
          <p:nvPr/>
        </p:nvSpPr>
        <p:spPr>
          <a:xfrm>
            <a:off x="603504"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tatic:sequence_1"/>
          <p:cNvSpPr txBox="1"/>
          <p:nvPr/>
        </p:nvSpPr>
        <p:spPr>
          <a:xfrm>
            <a:off x="3424428"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4" name="decor:4"/>
          <p:cNvSpPr/>
          <p:nvPr/>
        </p:nvSpPr>
        <p:spPr>
          <a:xfrm>
            <a:off x="3424428"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3424428"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6" name="slot:item_2_body"/>
          <p:cNvSpPr txBox="1"/>
          <p:nvPr/>
        </p:nvSpPr>
        <p:spPr>
          <a:xfrm>
            <a:off x="3424428"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7" name="static:sequence_2"/>
          <p:cNvSpPr txBox="1"/>
          <p:nvPr/>
        </p:nvSpPr>
        <p:spPr>
          <a:xfrm>
            <a:off x="6245352"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18" name="decor:5"/>
          <p:cNvSpPr/>
          <p:nvPr/>
        </p:nvSpPr>
        <p:spPr>
          <a:xfrm>
            <a:off x="6245352"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245352"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0" name="slot:item_3_body"/>
          <p:cNvSpPr txBox="1"/>
          <p:nvPr/>
        </p:nvSpPr>
        <p:spPr>
          <a:xfrm>
            <a:off x="6245352"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
        <p:nvSpPr>
          <p:cNvPr id="21" name="static:sequence_3"/>
          <p:cNvSpPr txBox="1"/>
          <p:nvPr/>
        </p:nvSpPr>
        <p:spPr>
          <a:xfrm>
            <a:off x="9066276"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04</a:t>
            </a:r>
          </a:p>
        </p:txBody>
      </p:sp>
      <p:sp>
        <p:nvSpPr>
          <p:cNvPr id="22" name="decor:6"/>
          <p:cNvSpPr/>
          <p:nvPr/>
        </p:nvSpPr>
        <p:spPr>
          <a:xfrm>
            <a:off x="9066276"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lot:item_4_heading"/>
          <p:cNvSpPr txBox="1"/>
          <p:nvPr/>
        </p:nvSpPr>
        <p:spPr>
          <a:xfrm>
            <a:off x="9066276"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4" name="slot:item_4_body"/>
          <p:cNvSpPr txBox="1"/>
          <p:nvPr/>
        </p:nvSpPr>
        <p:spPr>
          <a:xfrm>
            <a:off x="9066276"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適用できない場面も記録し、前提の違いを残す。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309295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40645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3138677"/>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3138677"/>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3138677"/>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234440" y="503605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234440" y="4110228"/>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1755648" y="4110228"/>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4507992" y="4110228"/>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2" name="decor:7"/>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tic:number_4"/>
          <p:cNvSpPr txBox="1"/>
          <p:nvPr/>
        </p:nvSpPr>
        <p:spPr>
          <a:xfrm>
            <a:off x="1234440" y="5081778"/>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04</a:t>
            </a:r>
          </a:p>
        </p:txBody>
      </p:sp>
      <p:sp>
        <p:nvSpPr>
          <p:cNvPr id="24" name="slot:item_4_heading"/>
          <p:cNvSpPr txBox="1"/>
          <p:nvPr/>
        </p:nvSpPr>
        <p:spPr>
          <a:xfrm>
            <a:off x="1755648" y="5081778"/>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5" name="slot:item_4_body"/>
          <p:cNvSpPr txBox="1"/>
          <p:nvPr/>
        </p:nvSpPr>
        <p:spPr>
          <a:xfrm>
            <a:off x="4507992" y="5081778"/>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289864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367588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2944368"/>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2944368"/>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2944368"/>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234440" y="445312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234440" y="3721608"/>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1755648" y="3721608"/>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4507992" y="3721608"/>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2" name="decor:7"/>
          <p:cNvSpPr/>
          <p:nvPr/>
        </p:nvSpPr>
        <p:spPr>
          <a:xfrm>
            <a:off x="1234440" y="523036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tic:number_4"/>
          <p:cNvSpPr txBox="1"/>
          <p:nvPr/>
        </p:nvSpPr>
        <p:spPr>
          <a:xfrm>
            <a:off x="1234440" y="4498848"/>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04</a:t>
            </a:r>
          </a:p>
        </p:txBody>
      </p:sp>
      <p:sp>
        <p:nvSpPr>
          <p:cNvPr id="24" name="slot:item_4_heading"/>
          <p:cNvSpPr txBox="1"/>
          <p:nvPr/>
        </p:nvSpPr>
        <p:spPr>
          <a:xfrm>
            <a:off x="1755648" y="4498848"/>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5" name="slot:item_4_body"/>
          <p:cNvSpPr txBox="1"/>
          <p:nvPr/>
        </p:nvSpPr>
        <p:spPr>
          <a:xfrm>
            <a:off x="4507992" y="4498848"/>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6" name="decor:8"/>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atic:number_5"/>
          <p:cNvSpPr txBox="1"/>
          <p:nvPr/>
        </p:nvSpPr>
        <p:spPr>
          <a:xfrm>
            <a:off x="1234440" y="5276088"/>
            <a:ext cx="411480" cy="72237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05</a:t>
            </a:r>
          </a:p>
        </p:txBody>
      </p:sp>
      <p:sp>
        <p:nvSpPr>
          <p:cNvPr id="28" name="slot:item_5_heading"/>
          <p:cNvSpPr txBox="1"/>
          <p:nvPr/>
        </p:nvSpPr>
        <p:spPr>
          <a:xfrm>
            <a:off x="1755648" y="5276088"/>
            <a:ext cx="2542032" cy="72237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29" name="slot:item_5_body"/>
          <p:cNvSpPr txBox="1"/>
          <p:nvPr/>
        </p:nvSpPr>
        <p:spPr>
          <a:xfrm>
            <a:off x="4507992" y="5276088"/>
            <a:ext cx="7013448" cy="72237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27691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34168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28148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28148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28148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234440" y="40645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234440" y="34625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1755648" y="34625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4507992" y="34625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2" name="decor:7"/>
          <p:cNvSpPr/>
          <p:nvPr/>
        </p:nvSpPr>
        <p:spPr>
          <a:xfrm>
            <a:off x="1234440" y="47122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tic:number_4"/>
          <p:cNvSpPr txBox="1"/>
          <p:nvPr/>
        </p:nvSpPr>
        <p:spPr>
          <a:xfrm>
            <a:off x="1234440" y="41102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04</a:t>
            </a:r>
          </a:p>
        </p:txBody>
      </p:sp>
      <p:sp>
        <p:nvSpPr>
          <p:cNvPr id="24" name="slot:item_4_heading"/>
          <p:cNvSpPr txBox="1"/>
          <p:nvPr/>
        </p:nvSpPr>
        <p:spPr>
          <a:xfrm>
            <a:off x="1755648" y="41102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5" name="slot:item_4_body"/>
          <p:cNvSpPr txBox="1"/>
          <p:nvPr/>
        </p:nvSpPr>
        <p:spPr>
          <a:xfrm>
            <a:off x="4507992" y="41102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6" name="decor:8"/>
          <p:cNvSpPr/>
          <p:nvPr/>
        </p:nvSpPr>
        <p:spPr>
          <a:xfrm>
            <a:off x="1234440" y="53599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atic:number_5"/>
          <p:cNvSpPr txBox="1"/>
          <p:nvPr/>
        </p:nvSpPr>
        <p:spPr>
          <a:xfrm>
            <a:off x="1234440" y="47579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05</a:t>
            </a:r>
          </a:p>
        </p:txBody>
      </p:sp>
      <p:sp>
        <p:nvSpPr>
          <p:cNvPr id="28" name="slot:item_5_heading"/>
          <p:cNvSpPr txBox="1"/>
          <p:nvPr/>
        </p:nvSpPr>
        <p:spPr>
          <a:xfrm>
            <a:off x="1755648" y="47579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29" name="slot:item_5_body"/>
          <p:cNvSpPr txBox="1"/>
          <p:nvPr/>
        </p:nvSpPr>
        <p:spPr>
          <a:xfrm>
            <a:off x="4507992" y="47579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30" name="decor:9"/>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tatic:number_6"/>
          <p:cNvSpPr txBox="1"/>
          <p:nvPr/>
        </p:nvSpPr>
        <p:spPr>
          <a:xfrm>
            <a:off x="1234440" y="5405628"/>
            <a:ext cx="411480" cy="59283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06</a:t>
            </a:r>
          </a:p>
        </p:txBody>
      </p:sp>
      <p:sp>
        <p:nvSpPr>
          <p:cNvPr id="32" name="slot:item_6_heading"/>
          <p:cNvSpPr txBox="1"/>
          <p:nvPr/>
        </p:nvSpPr>
        <p:spPr>
          <a:xfrm>
            <a:off x="1755648" y="5405628"/>
            <a:ext cx="2542032" cy="5928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確認先を残す</a:t>
            </a:r>
          </a:p>
        </p:txBody>
      </p:sp>
      <p:sp>
        <p:nvSpPr>
          <p:cNvPr id="33" name="slot:item_6_body"/>
          <p:cNvSpPr txBox="1"/>
          <p:nvPr/>
        </p:nvSpPr>
        <p:spPr>
          <a:xfrm>
            <a:off x="4507992" y="5405628"/>
            <a:ext cx="7013448" cy="5928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3450336"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0" name="decor:3"/>
          <p:cNvSpPr/>
          <p:nvPr/>
        </p:nvSpPr>
        <p:spPr>
          <a:xfrm>
            <a:off x="603504"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3450336"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3450336"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lot:item_1_date"/>
          <p:cNvSpPr txBox="1"/>
          <p:nvPr/>
        </p:nvSpPr>
        <p:spPr>
          <a:xfrm>
            <a:off x="603504" y="2148840"/>
            <a:ext cx="3450336"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準備期</a:t>
            </a:r>
          </a:p>
        </p:txBody>
      </p:sp>
      <p:sp>
        <p:nvSpPr>
          <p:cNvPr id="14" name="static:sequence_1"/>
          <p:cNvSpPr txBox="1"/>
          <p:nvPr/>
        </p:nvSpPr>
        <p:spPr>
          <a:xfrm>
            <a:off x="4364736" y="2249424"/>
            <a:ext cx="3450336"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5" name="decor:4"/>
          <p:cNvSpPr/>
          <p:nvPr/>
        </p:nvSpPr>
        <p:spPr>
          <a:xfrm>
            <a:off x="4364736"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364736" y="2907792"/>
            <a:ext cx="3450336"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7" name="slot:item_2_body"/>
          <p:cNvSpPr txBox="1"/>
          <p:nvPr/>
        </p:nvSpPr>
        <p:spPr>
          <a:xfrm>
            <a:off x="4364736" y="3739896"/>
            <a:ext cx="3450336"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8" name="slot:item_2_date"/>
          <p:cNvSpPr txBox="1"/>
          <p:nvPr/>
        </p:nvSpPr>
        <p:spPr>
          <a:xfrm>
            <a:off x="4364736" y="2148840"/>
            <a:ext cx="3450336"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試行期</a:t>
            </a:r>
          </a:p>
        </p:txBody>
      </p:sp>
      <p:sp>
        <p:nvSpPr>
          <p:cNvPr id="19" name="static:sequence_2"/>
          <p:cNvSpPr txBox="1"/>
          <p:nvPr/>
        </p:nvSpPr>
        <p:spPr>
          <a:xfrm>
            <a:off x="8125968" y="2249424"/>
            <a:ext cx="3450336"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20" name="decor:5"/>
          <p:cNvSpPr/>
          <p:nvPr/>
        </p:nvSpPr>
        <p:spPr>
          <a:xfrm>
            <a:off x="8125968"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125968" y="2907792"/>
            <a:ext cx="3450336"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2" name="slot:item_3_body"/>
          <p:cNvSpPr txBox="1"/>
          <p:nvPr/>
        </p:nvSpPr>
        <p:spPr>
          <a:xfrm>
            <a:off x="8125968" y="3739896"/>
            <a:ext cx="3450336"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
        <p:nvSpPr>
          <p:cNvPr id="23" name="slot:item_3_date"/>
          <p:cNvSpPr txBox="1"/>
          <p:nvPr/>
        </p:nvSpPr>
        <p:spPr>
          <a:xfrm>
            <a:off x="8125968" y="2148840"/>
            <a:ext cx="3450336"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評価期</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1920240"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2212848" y="34168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2212848" y="2167127"/>
            <a:ext cx="2834640"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5257800" y="2167127"/>
            <a:ext cx="6263640"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date"/>
          <p:cNvSpPr txBox="1"/>
          <p:nvPr/>
        </p:nvSpPr>
        <p:spPr>
          <a:xfrm>
            <a:off x="621792" y="2167127"/>
            <a:ext cx="1170432" cy="124053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準備期</a:t>
            </a:r>
          </a:p>
        </p:txBody>
      </p:sp>
      <p:sp>
        <p:nvSpPr>
          <p:cNvPr id="14" name="decor:5"/>
          <p:cNvSpPr/>
          <p:nvPr/>
        </p:nvSpPr>
        <p:spPr>
          <a:xfrm>
            <a:off x="2212848" y="47122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2212848" y="3462528"/>
            <a:ext cx="2834640"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5257800" y="3462528"/>
            <a:ext cx="6263640"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date"/>
          <p:cNvSpPr txBox="1"/>
          <p:nvPr/>
        </p:nvSpPr>
        <p:spPr>
          <a:xfrm>
            <a:off x="621792" y="3462528"/>
            <a:ext cx="1170432" cy="124053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試行期</a:t>
            </a:r>
          </a:p>
        </p:txBody>
      </p:sp>
      <p:sp>
        <p:nvSpPr>
          <p:cNvPr id="18" name="decor:6"/>
          <p:cNvSpPr/>
          <p:nvPr/>
        </p:nvSpPr>
        <p:spPr>
          <a:xfrm>
            <a:off x="2212848" y="60076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2212848" y="4757928"/>
            <a:ext cx="2834640" cy="124053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5257800" y="4757928"/>
            <a:ext cx="6263640" cy="124053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date"/>
          <p:cNvSpPr txBox="1"/>
          <p:nvPr/>
        </p:nvSpPr>
        <p:spPr>
          <a:xfrm>
            <a:off x="621792" y="4757928"/>
            <a:ext cx="1170432" cy="124053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評価期</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0" name="decor:3"/>
          <p:cNvSpPr/>
          <p:nvPr/>
        </p:nvSpPr>
        <p:spPr>
          <a:xfrm>
            <a:off x="603504"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lot:item_1_date"/>
          <p:cNvSpPr txBox="1"/>
          <p:nvPr/>
        </p:nvSpPr>
        <p:spPr>
          <a:xfrm>
            <a:off x="603504" y="2148840"/>
            <a:ext cx="2510028"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準備期</a:t>
            </a:r>
          </a:p>
        </p:txBody>
      </p:sp>
      <p:sp>
        <p:nvSpPr>
          <p:cNvPr id="14" name="static:sequence_1"/>
          <p:cNvSpPr txBox="1"/>
          <p:nvPr/>
        </p:nvSpPr>
        <p:spPr>
          <a:xfrm>
            <a:off x="3424428"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5" name="decor:4"/>
          <p:cNvSpPr/>
          <p:nvPr/>
        </p:nvSpPr>
        <p:spPr>
          <a:xfrm>
            <a:off x="3424428"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3424428"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7" name="slot:item_2_body"/>
          <p:cNvSpPr txBox="1"/>
          <p:nvPr/>
        </p:nvSpPr>
        <p:spPr>
          <a:xfrm>
            <a:off x="3424428"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8" name="slot:item_2_date"/>
          <p:cNvSpPr txBox="1"/>
          <p:nvPr/>
        </p:nvSpPr>
        <p:spPr>
          <a:xfrm>
            <a:off x="3424428" y="2148840"/>
            <a:ext cx="2510028"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試行期</a:t>
            </a:r>
          </a:p>
        </p:txBody>
      </p:sp>
      <p:sp>
        <p:nvSpPr>
          <p:cNvPr id="19" name="static:sequence_2"/>
          <p:cNvSpPr txBox="1"/>
          <p:nvPr/>
        </p:nvSpPr>
        <p:spPr>
          <a:xfrm>
            <a:off x="6245352"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20" name="decor:5"/>
          <p:cNvSpPr/>
          <p:nvPr/>
        </p:nvSpPr>
        <p:spPr>
          <a:xfrm>
            <a:off x="6245352"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6245352"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2" name="slot:item_3_body"/>
          <p:cNvSpPr txBox="1"/>
          <p:nvPr/>
        </p:nvSpPr>
        <p:spPr>
          <a:xfrm>
            <a:off x="6245352"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
        <p:nvSpPr>
          <p:cNvPr id="23" name="slot:item_3_date"/>
          <p:cNvSpPr txBox="1"/>
          <p:nvPr/>
        </p:nvSpPr>
        <p:spPr>
          <a:xfrm>
            <a:off x="6245352" y="2148840"/>
            <a:ext cx="2510028"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評価期</a:t>
            </a:r>
          </a:p>
        </p:txBody>
      </p:sp>
      <p:sp>
        <p:nvSpPr>
          <p:cNvPr id="24" name="static:sequence_3"/>
          <p:cNvSpPr txBox="1"/>
          <p:nvPr/>
        </p:nvSpPr>
        <p:spPr>
          <a:xfrm>
            <a:off x="9066276" y="2249424"/>
            <a:ext cx="2510028"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25" name="decor:6"/>
          <p:cNvSpPr/>
          <p:nvPr/>
        </p:nvSpPr>
        <p:spPr>
          <a:xfrm>
            <a:off x="9066276" y="2734056"/>
            <a:ext cx="2510028"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9066276" y="2907792"/>
            <a:ext cx="2510028"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7" name="slot:item_4_body"/>
          <p:cNvSpPr txBox="1"/>
          <p:nvPr/>
        </p:nvSpPr>
        <p:spPr>
          <a:xfrm>
            <a:off x="9066276" y="3739896"/>
            <a:ext cx="2510028"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適用できない場面も記録し、前提の違いを残す。</a:t>
            </a:r>
          </a:p>
        </p:txBody>
      </p:sp>
      <p:sp>
        <p:nvSpPr>
          <p:cNvPr id="28" name="slot:item_4_date"/>
          <p:cNvSpPr txBox="1"/>
          <p:nvPr/>
        </p:nvSpPr>
        <p:spPr>
          <a:xfrm>
            <a:off x="9066276" y="2148840"/>
            <a:ext cx="2510028"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展開期</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1920240"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2212848" y="309295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2212848" y="2167127"/>
            <a:ext cx="2834640"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5257800" y="2167127"/>
            <a:ext cx="6263640"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date"/>
          <p:cNvSpPr txBox="1"/>
          <p:nvPr/>
        </p:nvSpPr>
        <p:spPr>
          <a:xfrm>
            <a:off x="621792" y="2167127"/>
            <a:ext cx="1170432" cy="91668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準備期</a:t>
            </a:r>
          </a:p>
        </p:txBody>
      </p:sp>
      <p:sp>
        <p:nvSpPr>
          <p:cNvPr id="14" name="decor:5"/>
          <p:cNvSpPr/>
          <p:nvPr/>
        </p:nvSpPr>
        <p:spPr>
          <a:xfrm>
            <a:off x="2212848" y="40645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2212848" y="3138677"/>
            <a:ext cx="2834640"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5257800" y="3138677"/>
            <a:ext cx="6263640"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date"/>
          <p:cNvSpPr txBox="1"/>
          <p:nvPr/>
        </p:nvSpPr>
        <p:spPr>
          <a:xfrm>
            <a:off x="621792" y="3138677"/>
            <a:ext cx="1170432" cy="91668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試行期</a:t>
            </a:r>
          </a:p>
        </p:txBody>
      </p:sp>
      <p:sp>
        <p:nvSpPr>
          <p:cNvPr id="18" name="decor:6"/>
          <p:cNvSpPr/>
          <p:nvPr/>
        </p:nvSpPr>
        <p:spPr>
          <a:xfrm>
            <a:off x="2212848" y="503605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2212848" y="4110228"/>
            <a:ext cx="2834640"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5257800" y="4110228"/>
            <a:ext cx="6263640"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date"/>
          <p:cNvSpPr txBox="1"/>
          <p:nvPr/>
        </p:nvSpPr>
        <p:spPr>
          <a:xfrm>
            <a:off x="621792" y="4110228"/>
            <a:ext cx="1170432" cy="91668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評価期</a:t>
            </a:r>
          </a:p>
        </p:txBody>
      </p:sp>
      <p:sp>
        <p:nvSpPr>
          <p:cNvPr id="22" name="decor:7"/>
          <p:cNvSpPr/>
          <p:nvPr/>
        </p:nvSpPr>
        <p:spPr>
          <a:xfrm>
            <a:off x="2212848" y="60076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lot:item_4_heading"/>
          <p:cNvSpPr txBox="1"/>
          <p:nvPr/>
        </p:nvSpPr>
        <p:spPr>
          <a:xfrm>
            <a:off x="2212848" y="5081778"/>
            <a:ext cx="2834640"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4" name="slot:item_4_body"/>
          <p:cNvSpPr txBox="1"/>
          <p:nvPr/>
        </p:nvSpPr>
        <p:spPr>
          <a:xfrm>
            <a:off x="5257800" y="5081778"/>
            <a:ext cx="6263640"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5" name="slot:item_4_date"/>
          <p:cNvSpPr txBox="1"/>
          <p:nvPr/>
        </p:nvSpPr>
        <p:spPr>
          <a:xfrm>
            <a:off x="621792" y="5081778"/>
            <a:ext cx="1170432" cy="91668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展開期</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架空集計：資料120件の記載状況。項目間には重複があり、合計を総数として扱わない。</a:t>
            </a:r>
          </a:p>
        </p:txBody>
      </p:sp>
      <p:sp>
        <p:nvSpPr>
          <p:cNvPr id="9" name="decor:3"/>
          <p:cNvSpPr/>
          <p:nvPr/>
        </p:nvSpPr>
        <p:spPr>
          <a:xfrm>
            <a:off x="603504" y="2139696"/>
            <a:ext cx="5376672"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804672" y="2368296"/>
            <a:ext cx="4974336"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対象範囲の記載</a:t>
            </a:r>
          </a:p>
        </p:txBody>
      </p:sp>
      <p:sp>
        <p:nvSpPr>
          <p:cNvPr id="11" name="slot:metric_label_1"/>
          <p:cNvSpPr txBox="1"/>
          <p:nvPr/>
        </p:nvSpPr>
        <p:spPr>
          <a:xfrm>
            <a:off x="804672" y="3282696"/>
            <a:ext cx="4974336"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120件</a:t>
            </a:r>
          </a:p>
        </p:txBody>
      </p:sp>
      <p:sp>
        <p:nvSpPr>
          <p:cNvPr id="12" name="slot:item_1_body"/>
          <p:cNvSpPr txBox="1"/>
          <p:nvPr/>
        </p:nvSpPr>
        <p:spPr>
          <a:xfrm>
            <a:off x="804672" y="4334256"/>
            <a:ext cx="4974336"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適用できる業務範囲が記載された文書。</a:t>
            </a:r>
          </a:p>
        </p:txBody>
      </p:sp>
      <p:sp>
        <p:nvSpPr>
          <p:cNvPr id="13" name="decor:4"/>
          <p:cNvSpPr/>
          <p:nvPr/>
        </p:nvSpPr>
        <p:spPr>
          <a:xfrm>
            <a:off x="6199632" y="2139696"/>
            <a:ext cx="5376672"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400800" y="2368296"/>
            <a:ext cx="4974336"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確認担当の記載</a:t>
            </a:r>
          </a:p>
        </p:txBody>
      </p:sp>
      <p:sp>
        <p:nvSpPr>
          <p:cNvPr id="15" name="slot:metric_label_2"/>
          <p:cNvSpPr txBox="1"/>
          <p:nvPr/>
        </p:nvSpPr>
        <p:spPr>
          <a:xfrm>
            <a:off x="6400800" y="3282696"/>
            <a:ext cx="4974336"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84件</a:t>
            </a:r>
          </a:p>
        </p:txBody>
      </p:sp>
      <p:sp>
        <p:nvSpPr>
          <p:cNvPr id="16" name="slot:item_2_body"/>
          <p:cNvSpPr txBox="1"/>
          <p:nvPr/>
        </p:nvSpPr>
        <p:spPr>
          <a:xfrm>
            <a:off x="6400800" y="4334256"/>
            <a:ext cx="4974336"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内容を確認する担当が記載された文書。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架空集計：資料120件の記載状況。項目間には重複があり、合計を総数として扱わない。</a:t>
            </a:r>
          </a:p>
        </p:txBody>
      </p:sp>
      <p:sp>
        <p:nvSpPr>
          <p:cNvPr id="9" name="decor:3"/>
          <p:cNvSpPr/>
          <p:nvPr/>
        </p:nvSpPr>
        <p:spPr>
          <a:xfrm>
            <a:off x="603504" y="2139696"/>
            <a:ext cx="351129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804672" y="2368296"/>
            <a:ext cx="3108960"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対象範囲の記載</a:t>
            </a:r>
          </a:p>
        </p:txBody>
      </p:sp>
      <p:sp>
        <p:nvSpPr>
          <p:cNvPr id="11" name="slot:metric_label_1"/>
          <p:cNvSpPr txBox="1"/>
          <p:nvPr/>
        </p:nvSpPr>
        <p:spPr>
          <a:xfrm>
            <a:off x="804672" y="3282696"/>
            <a:ext cx="3108960"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120件</a:t>
            </a:r>
          </a:p>
        </p:txBody>
      </p:sp>
      <p:sp>
        <p:nvSpPr>
          <p:cNvPr id="12" name="slot:item_1_body"/>
          <p:cNvSpPr txBox="1"/>
          <p:nvPr/>
        </p:nvSpPr>
        <p:spPr>
          <a:xfrm>
            <a:off x="804672" y="4334256"/>
            <a:ext cx="3108960"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適用できる業務範囲が記載された文書。</a:t>
            </a:r>
          </a:p>
        </p:txBody>
      </p:sp>
      <p:sp>
        <p:nvSpPr>
          <p:cNvPr id="13" name="decor:4"/>
          <p:cNvSpPr/>
          <p:nvPr/>
        </p:nvSpPr>
        <p:spPr>
          <a:xfrm>
            <a:off x="4334256" y="2139696"/>
            <a:ext cx="351129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4535424" y="2368296"/>
            <a:ext cx="3108960"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確認担当の記載</a:t>
            </a:r>
          </a:p>
        </p:txBody>
      </p:sp>
      <p:sp>
        <p:nvSpPr>
          <p:cNvPr id="15" name="slot:metric_label_2"/>
          <p:cNvSpPr txBox="1"/>
          <p:nvPr/>
        </p:nvSpPr>
        <p:spPr>
          <a:xfrm>
            <a:off x="4535424" y="3282696"/>
            <a:ext cx="3108960"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84件</a:t>
            </a:r>
          </a:p>
        </p:txBody>
      </p:sp>
      <p:sp>
        <p:nvSpPr>
          <p:cNvPr id="16" name="slot:item_2_body"/>
          <p:cNvSpPr txBox="1"/>
          <p:nvPr/>
        </p:nvSpPr>
        <p:spPr>
          <a:xfrm>
            <a:off x="4535424" y="4334256"/>
            <a:ext cx="3108960"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内容を確認する担当が記載された文書。</a:t>
            </a:r>
          </a:p>
        </p:txBody>
      </p:sp>
      <p:sp>
        <p:nvSpPr>
          <p:cNvPr id="17" name="decor:5"/>
          <p:cNvSpPr/>
          <p:nvPr/>
        </p:nvSpPr>
        <p:spPr>
          <a:xfrm>
            <a:off x="8065008" y="2139696"/>
            <a:ext cx="3511296"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8266176" y="2368296"/>
            <a:ext cx="3108960"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更新日の記載</a:t>
            </a:r>
          </a:p>
        </p:txBody>
      </p:sp>
      <p:sp>
        <p:nvSpPr>
          <p:cNvPr id="19" name="slot:metric_label_3"/>
          <p:cNvSpPr txBox="1"/>
          <p:nvPr/>
        </p:nvSpPr>
        <p:spPr>
          <a:xfrm>
            <a:off x="8266176" y="3282696"/>
            <a:ext cx="3108960"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24件</a:t>
            </a:r>
          </a:p>
        </p:txBody>
      </p:sp>
      <p:sp>
        <p:nvSpPr>
          <p:cNvPr id="20" name="slot:item_3_body"/>
          <p:cNvSpPr txBox="1"/>
          <p:nvPr/>
        </p:nvSpPr>
        <p:spPr>
          <a:xfrm>
            <a:off x="8266176" y="4334256"/>
            <a:ext cx="3108960"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原文の最終確認日が記載された文書。</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架空集計：資料120件の記載状況。項目間には重複があり、合計を総数として扱わない。</a:t>
            </a:r>
          </a:p>
        </p:txBody>
      </p:sp>
      <p:sp>
        <p:nvSpPr>
          <p:cNvPr id="9" name="decor:3"/>
          <p:cNvSpPr/>
          <p:nvPr/>
        </p:nvSpPr>
        <p:spPr>
          <a:xfrm>
            <a:off x="603504" y="2139696"/>
            <a:ext cx="257860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804672" y="2368296"/>
            <a:ext cx="21762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対象範囲の記載</a:t>
            </a:r>
          </a:p>
        </p:txBody>
      </p:sp>
      <p:sp>
        <p:nvSpPr>
          <p:cNvPr id="11" name="slot:metric_label_1"/>
          <p:cNvSpPr txBox="1"/>
          <p:nvPr/>
        </p:nvSpPr>
        <p:spPr>
          <a:xfrm>
            <a:off x="804672" y="3282696"/>
            <a:ext cx="2176272"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120件</a:t>
            </a:r>
          </a:p>
        </p:txBody>
      </p:sp>
      <p:sp>
        <p:nvSpPr>
          <p:cNvPr id="12" name="slot:item_1_body"/>
          <p:cNvSpPr txBox="1"/>
          <p:nvPr/>
        </p:nvSpPr>
        <p:spPr>
          <a:xfrm>
            <a:off x="804672" y="4334256"/>
            <a:ext cx="2176272"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適用できる業務範囲が記載された文書。</a:t>
            </a:r>
          </a:p>
        </p:txBody>
      </p:sp>
      <p:sp>
        <p:nvSpPr>
          <p:cNvPr id="13" name="decor:4"/>
          <p:cNvSpPr/>
          <p:nvPr/>
        </p:nvSpPr>
        <p:spPr>
          <a:xfrm>
            <a:off x="3401568" y="2139696"/>
            <a:ext cx="257860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3602736" y="2368296"/>
            <a:ext cx="21762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確認担当の記載</a:t>
            </a:r>
          </a:p>
        </p:txBody>
      </p:sp>
      <p:sp>
        <p:nvSpPr>
          <p:cNvPr id="15" name="slot:metric_label_2"/>
          <p:cNvSpPr txBox="1"/>
          <p:nvPr/>
        </p:nvSpPr>
        <p:spPr>
          <a:xfrm>
            <a:off x="3602736" y="3282696"/>
            <a:ext cx="2176272"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84件</a:t>
            </a:r>
          </a:p>
        </p:txBody>
      </p:sp>
      <p:sp>
        <p:nvSpPr>
          <p:cNvPr id="16" name="slot:item_2_body"/>
          <p:cNvSpPr txBox="1"/>
          <p:nvPr/>
        </p:nvSpPr>
        <p:spPr>
          <a:xfrm>
            <a:off x="3602736" y="4334256"/>
            <a:ext cx="2176272"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内容を確認する担当が記載された文書。</a:t>
            </a:r>
          </a:p>
        </p:txBody>
      </p:sp>
      <p:sp>
        <p:nvSpPr>
          <p:cNvPr id="17" name="decor:5"/>
          <p:cNvSpPr/>
          <p:nvPr/>
        </p:nvSpPr>
        <p:spPr>
          <a:xfrm>
            <a:off x="6199632" y="2139696"/>
            <a:ext cx="257860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400800" y="2368296"/>
            <a:ext cx="21762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更新日の記載</a:t>
            </a:r>
          </a:p>
        </p:txBody>
      </p:sp>
      <p:sp>
        <p:nvSpPr>
          <p:cNvPr id="19" name="slot:metric_label_3"/>
          <p:cNvSpPr txBox="1"/>
          <p:nvPr/>
        </p:nvSpPr>
        <p:spPr>
          <a:xfrm>
            <a:off x="6400800" y="3282696"/>
            <a:ext cx="2176272"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24件</a:t>
            </a:r>
          </a:p>
        </p:txBody>
      </p:sp>
      <p:sp>
        <p:nvSpPr>
          <p:cNvPr id="20" name="slot:item_3_body"/>
          <p:cNvSpPr txBox="1"/>
          <p:nvPr/>
        </p:nvSpPr>
        <p:spPr>
          <a:xfrm>
            <a:off x="6400800" y="4334256"/>
            <a:ext cx="2176272"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原文の最終確認日が記載された文書。</a:t>
            </a:r>
          </a:p>
        </p:txBody>
      </p:sp>
      <p:sp>
        <p:nvSpPr>
          <p:cNvPr id="21" name="decor:6"/>
          <p:cNvSpPr/>
          <p:nvPr/>
        </p:nvSpPr>
        <p:spPr>
          <a:xfrm>
            <a:off x="8997696" y="2139696"/>
            <a:ext cx="257860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4_heading"/>
          <p:cNvSpPr txBox="1"/>
          <p:nvPr/>
        </p:nvSpPr>
        <p:spPr>
          <a:xfrm>
            <a:off x="9198864" y="2368296"/>
            <a:ext cx="2176272"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留保条件の記載</a:t>
            </a:r>
          </a:p>
        </p:txBody>
      </p:sp>
      <p:sp>
        <p:nvSpPr>
          <p:cNvPr id="23" name="slot:metric_label_4"/>
          <p:cNvSpPr txBox="1"/>
          <p:nvPr/>
        </p:nvSpPr>
        <p:spPr>
          <a:xfrm>
            <a:off x="9198864" y="3282696"/>
            <a:ext cx="2176272"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12件</a:t>
            </a:r>
          </a:p>
        </p:txBody>
      </p:sp>
      <p:sp>
        <p:nvSpPr>
          <p:cNvPr id="24" name="slot:item_4_body"/>
          <p:cNvSpPr txBox="1"/>
          <p:nvPr/>
        </p:nvSpPr>
        <p:spPr>
          <a:xfrm>
            <a:off x="9198864" y="4334256"/>
            <a:ext cx="2176272"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未検証の条件や対象外の場面を記載した文書。</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架空集計：資料120件の記載状況。項目間には重複があり、合計を総数として扱わない。</a:t>
            </a:r>
          </a:p>
        </p:txBody>
      </p:sp>
      <p:sp>
        <p:nvSpPr>
          <p:cNvPr id="9" name="decor:3"/>
          <p:cNvSpPr/>
          <p:nvPr/>
        </p:nvSpPr>
        <p:spPr>
          <a:xfrm>
            <a:off x="603504" y="2139696"/>
            <a:ext cx="10972800"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832104" y="2167127"/>
            <a:ext cx="2560320" cy="11338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対象範囲の記載</a:t>
            </a:r>
          </a:p>
        </p:txBody>
      </p:sp>
      <p:sp>
        <p:nvSpPr>
          <p:cNvPr id="11" name="slot:metric_label_1"/>
          <p:cNvSpPr txBox="1"/>
          <p:nvPr/>
        </p:nvSpPr>
        <p:spPr>
          <a:xfrm>
            <a:off x="3621024" y="2167127"/>
            <a:ext cx="1828800" cy="1133856"/>
          </a:xfrm>
          <a:prstGeom prst="rect">
            <a:avLst/>
          </a:prstGeom>
          <a:noFill/>
        </p:spPr>
        <p:txBody>
          <a:bodyPr wrap="square" anchor="ctr"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120件</a:t>
            </a:r>
          </a:p>
        </p:txBody>
      </p:sp>
      <p:sp>
        <p:nvSpPr>
          <p:cNvPr id="12" name="slot:item_1_body"/>
          <p:cNvSpPr txBox="1"/>
          <p:nvPr/>
        </p:nvSpPr>
        <p:spPr>
          <a:xfrm>
            <a:off x="5815584" y="2167127"/>
            <a:ext cx="5394960" cy="11338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適用できる業務範囲が記載された文書。</a:t>
            </a:r>
          </a:p>
        </p:txBody>
      </p:sp>
      <p:sp>
        <p:nvSpPr>
          <p:cNvPr id="13" name="decor:4"/>
          <p:cNvSpPr/>
          <p:nvPr/>
        </p:nvSpPr>
        <p:spPr>
          <a:xfrm>
            <a:off x="603504" y="3456432"/>
            <a:ext cx="10972800"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832104" y="3483863"/>
            <a:ext cx="2560320" cy="11338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確認担当の記載</a:t>
            </a:r>
          </a:p>
        </p:txBody>
      </p:sp>
      <p:sp>
        <p:nvSpPr>
          <p:cNvPr id="15" name="slot:metric_label_2"/>
          <p:cNvSpPr txBox="1"/>
          <p:nvPr/>
        </p:nvSpPr>
        <p:spPr>
          <a:xfrm>
            <a:off x="3621024" y="3483863"/>
            <a:ext cx="1828800" cy="1133856"/>
          </a:xfrm>
          <a:prstGeom prst="rect">
            <a:avLst/>
          </a:prstGeom>
          <a:noFill/>
        </p:spPr>
        <p:txBody>
          <a:bodyPr wrap="square" anchor="ctr"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84件</a:t>
            </a:r>
          </a:p>
        </p:txBody>
      </p:sp>
      <p:sp>
        <p:nvSpPr>
          <p:cNvPr id="16" name="slot:item_2_body"/>
          <p:cNvSpPr txBox="1"/>
          <p:nvPr/>
        </p:nvSpPr>
        <p:spPr>
          <a:xfrm>
            <a:off x="5815584" y="3483863"/>
            <a:ext cx="5394960" cy="11338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内容を確認する担当が記載された文書。</a:t>
            </a:r>
          </a:p>
        </p:txBody>
      </p:sp>
      <p:sp>
        <p:nvSpPr>
          <p:cNvPr id="17" name="decor:5"/>
          <p:cNvSpPr/>
          <p:nvPr/>
        </p:nvSpPr>
        <p:spPr>
          <a:xfrm>
            <a:off x="603504" y="4773168"/>
            <a:ext cx="10972800"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832104" y="4800600"/>
            <a:ext cx="2560320" cy="11338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更新日の記載</a:t>
            </a:r>
          </a:p>
        </p:txBody>
      </p:sp>
      <p:sp>
        <p:nvSpPr>
          <p:cNvPr id="19" name="slot:metric_label_3"/>
          <p:cNvSpPr txBox="1"/>
          <p:nvPr/>
        </p:nvSpPr>
        <p:spPr>
          <a:xfrm>
            <a:off x="3621024" y="4800600"/>
            <a:ext cx="1828800" cy="1133856"/>
          </a:xfrm>
          <a:prstGeom prst="rect">
            <a:avLst/>
          </a:prstGeom>
          <a:noFill/>
        </p:spPr>
        <p:txBody>
          <a:bodyPr wrap="square" anchor="ctr"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24件</a:t>
            </a:r>
          </a:p>
        </p:txBody>
      </p:sp>
      <p:sp>
        <p:nvSpPr>
          <p:cNvPr id="20" name="slot:item_3_body"/>
          <p:cNvSpPr txBox="1"/>
          <p:nvPr/>
        </p:nvSpPr>
        <p:spPr>
          <a:xfrm>
            <a:off x="5815584" y="4800600"/>
            <a:ext cx="5394960" cy="11338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原文の最終確認日が記載された文書。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架空の資料一覧を、相互に重ならない確認状態で整理した例。業務への効果は未検証。</a:t>
            </a:r>
          </a:p>
        </p:txBody>
      </p:sp>
      <p:sp>
        <p:nvSpPr>
          <p:cNvPr id="9" name="decor:3"/>
          <p:cNvSpPr/>
          <p:nvPr/>
        </p:nvSpPr>
        <p:spPr>
          <a:xfrm>
            <a:off x="603504" y="2139696"/>
            <a:ext cx="10972800" cy="100584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total_heading"/>
          <p:cNvSpPr txBox="1"/>
          <p:nvPr/>
        </p:nvSpPr>
        <p:spPr>
          <a:xfrm>
            <a:off x="813816" y="2304288"/>
            <a:ext cx="2788920" cy="49377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対象資料の総数</a:t>
            </a:r>
          </a:p>
        </p:txBody>
      </p:sp>
      <p:sp>
        <p:nvSpPr>
          <p:cNvPr id="11" name="slot:total_label"/>
          <p:cNvSpPr txBox="1"/>
          <p:nvPr/>
        </p:nvSpPr>
        <p:spPr>
          <a:xfrm>
            <a:off x="3712463" y="2249424"/>
            <a:ext cx="2468880" cy="768096"/>
          </a:xfrm>
          <a:prstGeom prst="rect">
            <a:avLst/>
          </a:prstGeom>
          <a:noFill/>
        </p:spPr>
        <p:txBody>
          <a:bodyPr wrap="square" anchor="t" lIns="18288" rIns="18288" tIns="13716" bIns="13716">
            <a:noAutofit/>
          </a:bodyPr>
          <a:lstStyle/>
          <a:p>
            <a:pPr hangingPunct="0" eaLnBrk="1" latinLnBrk="0">
              <a:lnSpc>
                <a:spcPts val="4500"/>
              </a:lnSpc>
              <a:spcBef>
                <a:spcPts val="0"/>
              </a:spcBef>
              <a:spcAft>
                <a:spcPts val="0"/>
              </a:spcAft>
              <a:defRPr lang="ja-JP" sz="3600" b="1">
                <a:solidFill>
                  <a:srgbClr val="087E83"/>
                </a:solidFill>
                <a:latin typeface="Yu Gothic"/>
                <a:ea typeface="Yu Gothic"/>
                <a:cs typeface="Yu Gothic"/>
              </a:defRPr>
            </a:pPr>
            <a:r>
              <a:rPr lang="ja-JP" sz="3600" b="1">
                <a:solidFill>
                  <a:srgbClr val="087E83"/>
                </a:solidFill>
                <a:latin typeface="Yu Gothic"/>
                <a:ea typeface="Yu Gothic"/>
                <a:cs typeface="Yu Gothic"/>
              </a:rPr>
              <a:t>120件</a:t>
            </a:r>
          </a:p>
        </p:txBody>
      </p:sp>
      <p:sp>
        <p:nvSpPr>
          <p:cNvPr id="12" name="slot:total_note"/>
          <p:cNvSpPr txBox="1"/>
          <p:nvPr/>
        </p:nvSpPr>
        <p:spPr>
          <a:xfrm>
            <a:off x="6684264" y="2304288"/>
            <a:ext cx="4526280" cy="630936"/>
          </a:xfrm>
          <a:prstGeom prst="rect">
            <a:avLst/>
          </a:prstGeom>
          <a:noFill/>
        </p:spPr>
        <p:txBody>
          <a:bodyPr wrap="square" anchor="t" lIns="18288" rIns="18288" tIns="13716" bIns="13716">
            <a:noAutofit/>
          </a:bodyPr>
          <a:lstStyle/>
          <a:p>
            <a:pPr hangingPunct="0" eaLnBrk="1" latinLnBrk="0">
              <a:lnSpc>
                <a:spcPts val="2000"/>
              </a:lnSpc>
              <a:spcBef>
                <a:spcPts val="0"/>
              </a:spcBef>
              <a:spcAft>
                <a:spcPts val="0"/>
              </a:spcAft>
              <a:defRPr lang="ja-JP" sz="1600" b="0">
                <a:solidFill>
                  <a:srgbClr val="566777"/>
                </a:solidFill>
                <a:latin typeface="Yu Gothic"/>
                <a:ea typeface="Yu Gothic"/>
                <a:cs typeface="Yu Gothic"/>
              </a:defRPr>
            </a:pPr>
            <a:r>
              <a:rPr lang="ja-JP" sz="1600" b="0">
                <a:solidFill>
                  <a:srgbClr val="566777"/>
                </a:solidFill>
                <a:latin typeface="Yu Gothic"/>
                <a:ea typeface="Yu Gothic"/>
                <a:cs typeface="Yu Gothic"/>
              </a:rPr>
              <a:t>各資料を一つの状態に分類した架空の棚卸し。</a:t>
            </a:r>
          </a:p>
        </p:txBody>
      </p:sp>
      <p:sp>
        <p:nvSpPr>
          <p:cNvPr id="13" name="decor:4"/>
          <p:cNvSpPr/>
          <p:nvPr/>
        </p:nvSpPr>
        <p:spPr>
          <a:xfrm>
            <a:off x="603504"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1_heading"/>
          <p:cNvSpPr txBox="1"/>
          <p:nvPr/>
        </p:nvSpPr>
        <p:spPr>
          <a:xfrm>
            <a:off x="804672" y="3557016"/>
            <a:ext cx="3108960" cy="44805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確認済み</a:t>
            </a:r>
          </a:p>
        </p:txBody>
      </p:sp>
      <p:sp>
        <p:nvSpPr>
          <p:cNvPr id="15" name="slot:metric_label_1"/>
          <p:cNvSpPr txBox="1"/>
          <p:nvPr/>
        </p:nvSpPr>
        <p:spPr>
          <a:xfrm>
            <a:off x="804672" y="4224528"/>
            <a:ext cx="2011680" cy="649224"/>
          </a:xfrm>
          <a:prstGeom prst="rect">
            <a:avLst/>
          </a:prstGeom>
          <a:noFill/>
        </p:spPr>
        <p:txBody>
          <a:bodyPr wrap="square" anchor="t"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84件</a:t>
            </a:r>
          </a:p>
        </p:txBody>
      </p:sp>
      <p:sp>
        <p:nvSpPr>
          <p:cNvPr id="16" name="slot:item_1_body"/>
          <p:cNvSpPr txBox="1"/>
          <p:nvPr/>
        </p:nvSpPr>
        <p:spPr>
          <a:xfrm>
            <a:off x="804672" y="5175504"/>
            <a:ext cx="3108960" cy="6400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対象範囲と担当を確認済み。</a:t>
            </a:r>
          </a:p>
        </p:txBody>
      </p:sp>
      <p:sp>
        <p:nvSpPr>
          <p:cNvPr id="17" name="decor:5"/>
          <p:cNvSpPr/>
          <p:nvPr/>
        </p:nvSpPr>
        <p:spPr>
          <a:xfrm>
            <a:off x="4334256"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2_heading"/>
          <p:cNvSpPr txBox="1"/>
          <p:nvPr/>
        </p:nvSpPr>
        <p:spPr>
          <a:xfrm>
            <a:off x="4535424" y="3557016"/>
            <a:ext cx="3108960" cy="44805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要確認</a:t>
            </a:r>
          </a:p>
        </p:txBody>
      </p:sp>
      <p:sp>
        <p:nvSpPr>
          <p:cNvPr id="19" name="slot:metric_label_2"/>
          <p:cNvSpPr txBox="1"/>
          <p:nvPr/>
        </p:nvSpPr>
        <p:spPr>
          <a:xfrm>
            <a:off x="4535424" y="4224528"/>
            <a:ext cx="2011680" cy="649224"/>
          </a:xfrm>
          <a:prstGeom prst="rect">
            <a:avLst/>
          </a:prstGeom>
          <a:noFill/>
        </p:spPr>
        <p:txBody>
          <a:bodyPr wrap="square" anchor="t"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24件</a:t>
            </a:r>
          </a:p>
        </p:txBody>
      </p:sp>
      <p:sp>
        <p:nvSpPr>
          <p:cNvPr id="20" name="slot:item_2_body"/>
          <p:cNvSpPr txBox="1"/>
          <p:nvPr/>
        </p:nvSpPr>
        <p:spPr>
          <a:xfrm>
            <a:off x="4535424" y="5175504"/>
            <a:ext cx="3108960" cy="6400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条件か確認日の照合が必要。</a:t>
            </a:r>
          </a:p>
        </p:txBody>
      </p:sp>
      <p:sp>
        <p:nvSpPr>
          <p:cNvPr id="21" name="decor:6"/>
          <p:cNvSpPr/>
          <p:nvPr/>
        </p:nvSpPr>
        <p:spPr>
          <a:xfrm>
            <a:off x="8065008"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3_heading"/>
          <p:cNvSpPr txBox="1"/>
          <p:nvPr/>
        </p:nvSpPr>
        <p:spPr>
          <a:xfrm>
            <a:off x="8266176" y="3557016"/>
            <a:ext cx="3108960" cy="44805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更新予定</a:t>
            </a:r>
          </a:p>
        </p:txBody>
      </p:sp>
      <p:sp>
        <p:nvSpPr>
          <p:cNvPr id="23" name="slot:metric_label_3"/>
          <p:cNvSpPr txBox="1"/>
          <p:nvPr/>
        </p:nvSpPr>
        <p:spPr>
          <a:xfrm>
            <a:off x="8266176" y="4224528"/>
            <a:ext cx="2011680" cy="649224"/>
          </a:xfrm>
          <a:prstGeom prst="rect">
            <a:avLst/>
          </a:prstGeom>
          <a:noFill/>
        </p:spPr>
        <p:txBody>
          <a:bodyPr wrap="square" anchor="t"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12件</a:t>
            </a:r>
          </a:p>
        </p:txBody>
      </p:sp>
      <p:sp>
        <p:nvSpPr>
          <p:cNvPr id="24" name="slot:item_3_body"/>
          <p:cNvSpPr txBox="1"/>
          <p:nvPr/>
        </p:nvSpPr>
        <p:spPr>
          <a:xfrm>
            <a:off x="8266176" y="5175504"/>
            <a:ext cx="3108960" cy="6400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改訂の予定を登録済み。</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架空の資料一覧を、相互に重ならない確認状態で整理した例。業務への効果は未検証。</a:t>
            </a:r>
          </a:p>
        </p:txBody>
      </p:sp>
      <p:sp>
        <p:nvSpPr>
          <p:cNvPr id="9" name="decor:3"/>
          <p:cNvSpPr/>
          <p:nvPr/>
        </p:nvSpPr>
        <p:spPr>
          <a:xfrm>
            <a:off x="603504" y="2139696"/>
            <a:ext cx="2852928"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total_heading"/>
          <p:cNvSpPr txBox="1"/>
          <p:nvPr/>
        </p:nvSpPr>
        <p:spPr>
          <a:xfrm>
            <a:off x="813816" y="2304288"/>
            <a:ext cx="2432304" cy="49377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対象資料の総数</a:t>
            </a:r>
          </a:p>
        </p:txBody>
      </p:sp>
      <p:sp>
        <p:nvSpPr>
          <p:cNvPr id="11" name="slot:total_label"/>
          <p:cNvSpPr txBox="1"/>
          <p:nvPr/>
        </p:nvSpPr>
        <p:spPr>
          <a:xfrm>
            <a:off x="813816" y="3081528"/>
            <a:ext cx="2468880" cy="768096"/>
          </a:xfrm>
          <a:prstGeom prst="rect">
            <a:avLst/>
          </a:prstGeom>
          <a:noFill/>
        </p:spPr>
        <p:txBody>
          <a:bodyPr wrap="square" anchor="t" lIns="18288" rIns="18288" tIns="13716" bIns="13716">
            <a:noAutofit/>
          </a:bodyPr>
          <a:lstStyle/>
          <a:p>
            <a:pPr hangingPunct="0" eaLnBrk="1" latinLnBrk="0">
              <a:lnSpc>
                <a:spcPts val="4500"/>
              </a:lnSpc>
              <a:spcBef>
                <a:spcPts val="0"/>
              </a:spcBef>
              <a:spcAft>
                <a:spcPts val="0"/>
              </a:spcAft>
              <a:defRPr lang="ja-JP" sz="3600" b="1">
                <a:solidFill>
                  <a:srgbClr val="087E83"/>
                </a:solidFill>
                <a:latin typeface="Yu Gothic"/>
                <a:ea typeface="Yu Gothic"/>
                <a:cs typeface="Yu Gothic"/>
              </a:defRPr>
            </a:pPr>
            <a:r>
              <a:rPr lang="ja-JP" sz="3600" b="1">
                <a:solidFill>
                  <a:srgbClr val="087E83"/>
                </a:solidFill>
                <a:latin typeface="Yu Gothic"/>
                <a:ea typeface="Yu Gothic"/>
                <a:cs typeface="Yu Gothic"/>
              </a:rPr>
              <a:t>120件</a:t>
            </a:r>
          </a:p>
        </p:txBody>
      </p:sp>
      <p:sp>
        <p:nvSpPr>
          <p:cNvPr id="12" name="slot:total_note"/>
          <p:cNvSpPr txBox="1"/>
          <p:nvPr/>
        </p:nvSpPr>
        <p:spPr>
          <a:xfrm>
            <a:off x="813816" y="4197096"/>
            <a:ext cx="2432304" cy="1389888"/>
          </a:xfrm>
          <a:prstGeom prst="rect">
            <a:avLst/>
          </a:prstGeom>
          <a:noFill/>
        </p:spPr>
        <p:txBody>
          <a:bodyPr wrap="square" anchor="t" lIns="18288" rIns="18288" tIns="13716" bIns="13716">
            <a:noAutofit/>
          </a:bodyPr>
          <a:lstStyle/>
          <a:p>
            <a:pPr hangingPunct="0" eaLnBrk="1" latinLnBrk="0">
              <a:lnSpc>
                <a:spcPts val="2000"/>
              </a:lnSpc>
              <a:spcBef>
                <a:spcPts val="0"/>
              </a:spcBef>
              <a:spcAft>
                <a:spcPts val="0"/>
              </a:spcAft>
              <a:defRPr lang="ja-JP" sz="1600" b="0">
                <a:solidFill>
                  <a:srgbClr val="566777"/>
                </a:solidFill>
                <a:latin typeface="Yu Gothic"/>
                <a:ea typeface="Yu Gothic"/>
                <a:cs typeface="Yu Gothic"/>
              </a:defRPr>
            </a:pPr>
            <a:r>
              <a:rPr lang="ja-JP" sz="1600" b="0">
                <a:solidFill>
                  <a:srgbClr val="566777"/>
                </a:solidFill>
                <a:latin typeface="Yu Gothic"/>
                <a:ea typeface="Yu Gothic"/>
                <a:cs typeface="Yu Gothic"/>
              </a:rPr>
              <a:t>各資料を一つの状態に分類した架空の棚卸し。</a:t>
            </a:r>
          </a:p>
        </p:txBody>
      </p:sp>
      <p:sp>
        <p:nvSpPr>
          <p:cNvPr id="13" name="decor:4"/>
          <p:cNvSpPr/>
          <p:nvPr/>
        </p:nvSpPr>
        <p:spPr>
          <a:xfrm>
            <a:off x="3730752" y="2139696"/>
            <a:ext cx="7845552"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1_heading"/>
          <p:cNvSpPr txBox="1"/>
          <p:nvPr/>
        </p:nvSpPr>
        <p:spPr>
          <a:xfrm>
            <a:off x="3931920" y="2167127"/>
            <a:ext cx="1920240" cy="11338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確認済み</a:t>
            </a:r>
          </a:p>
        </p:txBody>
      </p:sp>
      <p:sp>
        <p:nvSpPr>
          <p:cNvPr id="15" name="slot:metric_label_1"/>
          <p:cNvSpPr txBox="1"/>
          <p:nvPr/>
        </p:nvSpPr>
        <p:spPr>
          <a:xfrm>
            <a:off x="5925312" y="2167127"/>
            <a:ext cx="2011680" cy="1133856"/>
          </a:xfrm>
          <a:prstGeom prst="rect">
            <a:avLst/>
          </a:prstGeom>
          <a:noFill/>
        </p:spPr>
        <p:txBody>
          <a:bodyPr wrap="square" anchor="ctr"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84件</a:t>
            </a:r>
          </a:p>
        </p:txBody>
      </p:sp>
      <p:sp>
        <p:nvSpPr>
          <p:cNvPr id="16" name="slot:item_1_body"/>
          <p:cNvSpPr txBox="1"/>
          <p:nvPr/>
        </p:nvSpPr>
        <p:spPr>
          <a:xfrm>
            <a:off x="8165592" y="2167127"/>
            <a:ext cx="3200400" cy="11338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対象範囲と担当を確認済み。</a:t>
            </a:r>
          </a:p>
        </p:txBody>
      </p:sp>
      <p:sp>
        <p:nvSpPr>
          <p:cNvPr id="17" name="decor:5"/>
          <p:cNvSpPr/>
          <p:nvPr/>
        </p:nvSpPr>
        <p:spPr>
          <a:xfrm>
            <a:off x="3730752" y="3456432"/>
            <a:ext cx="7845552"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2_heading"/>
          <p:cNvSpPr txBox="1"/>
          <p:nvPr/>
        </p:nvSpPr>
        <p:spPr>
          <a:xfrm>
            <a:off x="3931920" y="3483863"/>
            <a:ext cx="1920240" cy="11338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要確認</a:t>
            </a:r>
          </a:p>
        </p:txBody>
      </p:sp>
      <p:sp>
        <p:nvSpPr>
          <p:cNvPr id="19" name="slot:metric_label_2"/>
          <p:cNvSpPr txBox="1"/>
          <p:nvPr/>
        </p:nvSpPr>
        <p:spPr>
          <a:xfrm>
            <a:off x="5925312" y="3483863"/>
            <a:ext cx="2011680" cy="1133856"/>
          </a:xfrm>
          <a:prstGeom prst="rect">
            <a:avLst/>
          </a:prstGeom>
          <a:noFill/>
        </p:spPr>
        <p:txBody>
          <a:bodyPr wrap="square" anchor="ctr"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24件</a:t>
            </a:r>
          </a:p>
        </p:txBody>
      </p:sp>
      <p:sp>
        <p:nvSpPr>
          <p:cNvPr id="20" name="slot:item_2_body"/>
          <p:cNvSpPr txBox="1"/>
          <p:nvPr/>
        </p:nvSpPr>
        <p:spPr>
          <a:xfrm>
            <a:off x="8165592" y="3483863"/>
            <a:ext cx="3200400" cy="11338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条件か確認日の照合が必要。</a:t>
            </a:r>
          </a:p>
        </p:txBody>
      </p:sp>
      <p:sp>
        <p:nvSpPr>
          <p:cNvPr id="21" name="decor:6"/>
          <p:cNvSpPr/>
          <p:nvPr/>
        </p:nvSpPr>
        <p:spPr>
          <a:xfrm>
            <a:off x="3730752" y="4773168"/>
            <a:ext cx="7845552"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3_heading"/>
          <p:cNvSpPr txBox="1"/>
          <p:nvPr/>
        </p:nvSpPr>
        <p:spPr>
          <a:xfrm>
            <a:off x="3931920" y="4800600"/>
            <a:ext cx="1920240" cy="11338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更新予定</a:t>
            </a:r>
          </a:p>
        </p:txBody>
      </p:sp>
      <p:sp>
        <p:nvSpPr>
          <p:cNvPr id="23" name="slot:metric_label_3"/>
          <p:cNvSpPr txBox="1"/>
          <p:nvPr/>
        </p:nvSpPr>
        <p:spPr>
          <a:xfrm>
            <a:off x="5925312" y="4800600"/>
            <a:ext cx="2011680" cy="1133856"/>
          </a:xfrm>
          <a:prstGeom prst="rect">
            <a:avLst/>
          </a:prstGeom>
          <a:noFill/>
        </p:spPr>
        <p:txBody>
          <a:bodyPr wrap="square" anchor="ctr"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12件</a:t>
            </a:r>
          </a:p>
        </p:txBody>
      </p:sp>
      <p:sp>
        <p:nvSpPr>
          <p:cNvPr id="24" name="slot:item_3_body"/>
          <p:cNvSpPr txBox="1"/>
          <p:nvPr/>
        </p:nvSpPr>
        <p:spPr>
          <a:xfrm>
            <a:off x="8165592" y="4800600"/>
            <a:ext cx="3200400" cy="11338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改訂の予定を登録済み。</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5486400"/>
                <a:gridCol w="5486400"/>
              </a:tblGrid>
              <a:tr h="891540">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nchor="ctr">
                    <a:solidFill>
                      <a:srgbClr val="213547"/>
                    </a:solidFill>
                  </a:tcPr>
                </a:tc>
              </a:tr>
              <a:tr h="891540">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nchor="ctr">
                    <a:solidFill>
                      <a:srgbClr val="FFFFFF"/>
                    </a:solidFill>
                  </a:tcPr>
                </a:tc>
              </a:tr>
              <a:tr h="891540">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nchor="ctr">
                    <a:solidFill>
                      <a:srgbClr val="EDF1F4"/>
                    </a:solidFill>
                  </a:tcPr>
                </a:tc>
              </a:tr>
              <a:tr h="891540">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nchor="ctr">
                    <a:solidFill>
                      <a:srgbClr val="FFFFFF"/>
                    </a:solidFill>
                  </a:tcPr>
                </a:tc>
              </a:tr>
            </a:tbl>
          </a:graphicData>
        </a:graphic>
      </p:graphicFrame>
      <p:sp>
        <p:nvSpPr>
          <p:cNvPr id="10" name="slot:note"/>
          <p:cNvSpPr txBox="1"/>
          <p:nvPr/>
        </p:nvSpPr>
        <p:spPr>
          <a:xfrm>
            <a:off x="658368" y="5806440"/>
            <a:ext cx="10789920" cy="39319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5486400"/>
                <a:gridCol w="5486400"/>
              </a:tblGrid>
              <a:tr h="713232">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nchor="ctr">
                    <a:solidFill>
                      <a:srgbClr val="213547"/>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nchor="ctr">
                    <a:solidFill>
                      <a:srgbClr val="FFFFFF"/>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nchor="ctr">
                    <a:solidFill>
                      <a:srgbClr val="EDF1F4"/>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nchor="ctr">
                    <a:solidFill>
                      <a:srgbClr val="FFFFFF"/>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例外を見える化</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適用できない場面を記録</a:t>
                      </a:r>
                    </a:p>
                  </a:txBody>
                  <a:tcPr marL="155448" marR="155448" marT="64008" marB="64008" anchor="ctr">
                    <a:solidFill>
                      <a:srgbClr val="EDF1F4"/>
                    </a:solidFill>
                  </a:tcPr>
                </a:tc>
              </a:tr>
            </a:tbl>
          </a:graphicData>
        </a:graphic>
      </p:graphicFrame>
      <p:sp>
        <p:nvSpPr>
          <p:cNvPr id="10" name="slot:note"/>
          <p:cNvSpPr txBox="1"/>
          <p:nvPr/>
        </p:nvSpPr>
        <p:spPr>
          <a:xfrm>
            <a:off x="658368" y="5806440"/>
            <a:ext cx="10789920" cy="39319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5486400"/>
                <a:gridCol w="5486400"/>
              </a:tblGrid>
              <a:tr h="509451">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nchor="ctr">
                    <a:solidFill>
                      <a:srgbClr val="213547"/>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nchor="ctr">
                    <a:solidFill>
                      <a:srgbClr val="FFFFFF"/>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nchor="ctr">
                    <a:solidFill>
                      <a:srgbClr val="EDF1F4"/>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nchor="ctr">
                    <a:solidFill>
                      <a:srgbClr val="FFFFFF"/>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例外を見える化</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適用できない場面を記録</a:t>
                      </a:r>
                    </a:p>
                  </a:txBody>
                  <a:tcPr marL="155448" marR="155448" marT="64008" marB="64008" anchor="ctr">
                    <a:solidFill>
                      <a:srgbClr val="EDF1F4"/>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比較軸を共有する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評価項目の定義を揃える</a:t>
                      </a:r>
                    </a:p>
                  </a:txBody>
                  <a:tcPr marL="155448" marR="155448" marT="64008" marB="64008" anchor="ctr">
                    <a:solidFill>
                      <a:srgbClr val="FFFFFF"/>
                    </a:solidFill>
                  </a:tcPr>
                </a:tc>
              </a:tr>
              <a:tr h="509454">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確認先を残す</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未確認の論点を引き継ぐ</a:t>
                      </a:r>
                    </a:p>
                  </a:txBody>
                  <a:tcPr marL="155448" marR="155448" marT="64008" marB="64008" anchor="ctr">
                    <a:solidFill>
                      <a:srgbClr val="EDF1F4"/>
                    </a:solidFill>
                  </a:tcPr>
                </a:tc>
              </a:tr>
            </a:tbl>
          </a:graphicData>
        </a:graphic>
      </p:graphicFrame>
      <p:sp>
        <p:nvSpPr>
          <p:cNvPr id="10" name="slot:note"/>
          <p:cNvSpPr txBox="1"/>
          <p:nvPr/>
        </p:nvSpPr>
        <p:spPr>
          <a:xfrm>
            <a:off x="658368" y="5806440"/>
            <a:ext cx="10789920" cy="39319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3657600"/>
                <a:gridCol w="3657600"/>
                <a:gridCol w="3657600"/>
              </a:tblGrid>
              <a:tr h="713232">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留保</a:t>
                      </a:r>
                    </a:p>
                  </a:txBody>
                  <a:tcPr marL="155448" marR="155448" marT="64008" marB="64008" anchor="ctr">
                    <a:solidFill>
                      <a:srgbClr val="213547"/>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架空資料A・検索節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部署間の呼称差が残る</a:t>
                      </a:r>
                    </a:p>
                  </a:txBody>
                  <a:tcPr marL="155448" marR="155448" marT="64008" marB="64008" anchor="ctr">
                    <a:solidFill>
                      <a:srgbClr val="FFFFFF"/>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架空資料B・条件節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原文の条件を保持</a:t>
                      </a:r>
                    </a:p>
                  </a:txBody>
                  <a:tcPr marL="155448" marR="155448" marT="64008" marB="64008" anchor="ctr">
                    <a:solidFill>
                      <a:srgbClr val="EDF1F4"/>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架空資料C・運用節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確認日：未記録</a:t>
                      </a:r>
                    </a:p>
                  </a:txBody>
                  <a:tcPr marL="155448" marR="155448" marT="64008" marB="64008" anchor="ctr">
                    <a:solidFill>
                      <a:srgbClr val="FFFFFF"/>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例外を見える化</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適用できない場面を記録</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架空資料D・例外節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個別の判断が必要</a:t>
                      </a:r>
                    </a:p>
                  </a:txBody>
                  <a:tcPr marL="155448" marR="155448" marT="64008" marB="64008" anchor="ctr">
                    <a:solidFill>
                      <a:srgbClr val="EDF1F4"/>
                    </a:solidFill>
                  </a:tcPr>
                </a:tc>
              </a:tr>
            </a:tbl>
          </a:graphicData>
        </a:graphic>
      </p:graphicFrame>
      <p:sp>
        <p:nvSpPr>
          <p:cNvPr id="10" name="slot:note"/>
          <p:cNvSpPr txBox="1"/>
          <p:nvPr/>
        </p:nvSpPr>
        <p:spPr>
          <a:xfrm>
            <a:off x="658368" y="5806440"/>
            <a:ext cx="10789920" cy="39319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603504" y="2157984"/>
            <a:ext cx="6986016"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603504" y="2496312"/>
          <a:ext cx="6986016" cy="3447288"/>
        </p:xfrm>
        <a:graphic>
          <a:graphicData uri="http://schemas.openxmlformats.org/drawingml/2006/chart">
            <c:chart xmlns:c="http://schemas.openxmlformats.org/drawingml/2006/chart" r:id="rId2"/>
          </a:graphicData>
        </a:graphic>
      </p:graphicFrame>
      <p:sp>
        <p:nvSpPr>
          <p:cNvPr id="11" name="slot:insight"/>
          <p:cNvSpPr txBox="1"/>
          <p:nvPr/>
        </p:nvSpPr>
        <p:spPr>
          <a:xfrm>
            <a:off x="7955279" y="2304288"/>
            <a:ext cx="3621024" cy="28346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7955279" y="5358384"/>
            <a:ext cx="3621024" cy="65836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4572000" y="2157984"/>
            <a:ext cx="6986016"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4572000" y="2496312"/>
          <a:ext cx="6986016" cy="3447288"/>
        </p:xfrm>
        <a:graphic>
          <a:graphicData uri="http://schemas.openxmlformats.org/drawingml/2006/chart">
            <c:chart xmlns:c="http://schemas.openxmlformats.org/drawingml/2006/chart" r:id="rId2"/>
          </a:graphicData>
        </a:graphic>
      </p:graphicFrame>
      <p:sp>
        <p:nvSpPr>
          <p:cNvPr id="11" name="slot:insight"/>
          <p:cNvSpPr txBox="1"/>
          <p:nvPr/>
        </p:nvSpPr>
        <p:spPr>
          <a:xfrm>
            <a:off x="603504" y="2304288"/>
            <a:ext cx="3621024" cy="28346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603504" y="5358384"/>
            <a:ext cx="3621024" cy="65836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603504" y="2139696"/>
            <a:ext cx="1097280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603504" y="2478024"/>
          <a:ext cx="10972800" cy="2212848"/>
        </p:xfrm>
        <a:graphic>
          <a:graphicData uri="http://schemas.openxmlformats.org/drawingml/2006/chart">
            <c:chart xmlns:c="http://schemas.openxmlformats.org/drawingml/2006/chart" r:id="rId2"/>
          </a:graphicData>
        </a:graphic>
      </p:graphicFrame>
      <p:sp>
        <p:nvSpPr>
          <p:cNvPr id="11" name="slot:insight"/>
          <p:cNvSpPr txBox="1"/>
          <p:nvPr/>
        </p:nvSpPr>
        <p:spPr>
          <a:xfrm>
            <a:off x="731520" y="4983480"/>
            <a:ext cx="10698480" cy="68580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731520" y="5815584"/>
            <a:ext cx="10698480" cy="365760"/>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603504" y="3346704"/>
            <a:ext cx="1097280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603504" y="3685032"/>
          <a:ext cx="10972800" cy="2212848"/>
        </p:xfrm>
        <a:graphic>
          <a:graphicData uri="http://schemas.openxmlformats.org/drawingml/2006/chart">
            <c:chart xmlns:c="http://schemas.openxmlformats.org/drawingml/2006/chart" r:id="rId2"/>
          </a:graphicData>
        </a:graphic>
      </p:graphicFrame>
      <p:sp>
        <p:nvSpPr>
          <p:cNvPr id="11" name="slot:insight"/>
          <p:cNvSpPr txBox="1"/>
          <p:nvPr/>
        </p:nvSpPr>
        <p:spPr>
          <a:xfrm>
            <a:off x="731520" y="2130552"/>
            <a:ext cx="10698480" cy="68580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731520" y="2898648"/>
            <a:ext cx="10698480" cy="365760"/>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6692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quotation"/>
          <p:cNvSpPr txBox="1"/>
          <p:nvPr/>
        </p:nvSpPr>
        <p:spPr>
          <a:xfrm>
            <a:off x="822960" y="2478024"/>
            <a:ext cx="5230368" cy="1243965"/>
          </a:xfrm>
          <a:prstGeom prst="rect">
            <a:avLst/>
          </a:prstGeom>
          <a:noFill/>
        </p:spPr>
        <p:txBody>
          <a:bodyPr wrap="square" anchor="t"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資料を見つけた後で、いま使える内容かを判断するのに時間がかかる。</a:t>
            </a:r>
          </a:p>
        </p:txBody>
      </p:sp>
      <p:sp>
        <p:nvSpPr>
          <p:cNvPr id="11" name="slot:attribution"/>
          <p:cNvSpPr txBox="1"/>
          <p:nvPr/>
        </p:nvSpPr>
        <p:spPr>
          <a:xfrm>
            <a:off x="877824" y="3868293"/>
            <a:ext cx="5120640"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架空ヒアリングの発言例。一般化は未検証。</a:t>
            </a:r>
          </a:p>
        </p:txBody>
      </p:sp>
      <p:sp>
        <p:nvSpPr>
          <p:cNvPr id="12" name="slot:interpretation"/>
          <p:cNvSpPr txBox="1"/>
          <p:nvPr/>
        </p:nvSpPr>
        <p:spPr>
          <a:xfrm>
            <a:off x="6720840" y="2331720"/>
            <a:ext cx="4846320" cy="716026"/>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0">
                <a:solidFill>
                  <a:srgbClr val="213547"/>
                </a:solidFill>
                <a:latin typeface="Yu Gothic"/>
                <a:ea typeface="Yu Gothic"/>
                <a:cs typeface="Yu Gothic"/>
              </a:defRPr>
            </a:pPr>
            <a:r>
              <a:rPr lang="ja-JP" sz="2100" b="0">
                <a:solidFill>
                  <a:srgbClr val="213547"/>
                </a:solidFill>
                <a:latin typeface="Yu Gothic"/>
                <a:ea typeface="Yu Gothic"/>
                <a:cs typeface="Yu Gothic"/>
              </a:rPr>
              <a:t>示唆：検索結果と一緒に更新日・適用範囲・確認担当を示す。</a:t>
            </a:r>
          </a:p>
        </p:txBody>
      </p:sp>
      <p:sp>
        <p:nvSpPr>
          <p:cNvPr id="13" name="slot:caveat"/>
          <p:cNvSpPr txBox="1"/>
          <p:nvPr/>
        </p:nvSpPr>
        <p:spPr>
          <a:xfrm>
            <a:off x="6720840" y="3194050"/>
            <a:ext cx="4846320" cy="411480"/>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留保：発言と分析者の解釈を区別する。</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5907024" y="2139696"/>
            <a:ext cx="56692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quotation"/>
          <p:cNvSpPr txBox="1"/>
          <p:nvPr/>
        </p:nvSpPr>
        <p:spPr>
          <a:xfrm>
            <a:off x="6126480" y="2478024"/>
            <a:ext cx="5230368" cy="1243965"/>
          </a:xfrm>
          <a:prstGeom prst="rect">
            <a:avLst/>
          </a:prstGeom>
          <a:noFill/>
        </p:spPr>
        <p:txBody>
          <a:bodyPr wrap="square" anchor="t"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資料を見つけた後で、いま使える内容かを判断するのに時間がかかる。</a:t>
            </a:r>
          </a:p>
        </p:txBody>
      </p:sp>
      <p:sp>
        <p:nvSpPr>
          <p:cNvPr id="11" name="slot:attribution"/>
          <p:cNvSpPr txBox="1"/>
          <p:nvPr/>
        </p:nvSpPr>
        <p:spPr>
          <a:xfrm>
            <a:off x="6181344" y="3868293"/>
            <a:ext cx="5120640"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架空ヒアリングの発言例。一般化は未検証。</a:t>
            </a:r>
          </a:p>
        </p:txBody>
      </p:sp>
      <p:sp>
        <p:nvSpPr>
          <p:cNvPr id="12" name="slot:interpretation"/>
          <p:cNvSpPr txBox="1"/>
          <p:nvPr/>
        </p:nvSpPr>
        <p:spPr>
          <a:xfrm>
            <a:off x="603504" y="2331720"/>
            <a:ext cx="4846320" cy="716026"/>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0">
                <a:solidFill>
                  <a:srgbClr val="213547"/>
                </a:solidFill>
                <a:latin typeface="Yu Gothic"/>
                <a:ea typeface="Yu Gothic"/>
                <a:cs typeface="Yu Gothic"/>
              </a:defRPr>
            </a:pPr>
            <a:r>
              <a:rPr lang="ja-JP" sz="2100" b="0">
                <a:solidFill>
                  <a:srgbClr val="213547"/>
                </a:solidFill>
                <a:latin typeface="Yu Gothic"/>
                <a:ea typeface="Yu Gothic"/>
                <a:cs typeface="Yu Gothic"/>
              </a:rPr>
              <a:t>示唆：検索結果と一緒に更新日・適用範囲・確認担当を示す。</a:t>
            </a:r>
          </a:p>
        </p:txBody>
      </p:sp>
      <p:sp>
        <p:nvSpPr>
          <p:cNvPr id="13" name="slot:caveat"/>
          <p:cNvSpPr txBox="1"/>
          <p:nvPr/>
        </p:nvSpPr>
        <p:spPr>
          <a:xfrm>
            <a:off x="603504" y="3194050"/>
            <a:ext cx="4846320" cy="411480"/>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留保：発言と分析者の解釈を区別する。</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10972800" cy="219456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quotation"/>
          <p:cNvSpPr txBox="1"/>
          <p:nvPr/>
        </p:nvSpPr>
        <p:spPr>
          <a:xfrm>
            <a:off x="822960" y="2478024"/>
            <a:ext cx="10533888" cy="847090"/>
          </a:xfrm>
          <a:prstGeom prst="rect">
            <a:avLst/>
          </a:prstGeom>
          <a:noFill/>
        </p:spPr>
        <p:txBody>
          <a:bodyPr wrap="square" anchor="t"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資料を見つけた後で、いま使える内容かを判断するのに時間がかかる。</a:t>
            </a:r>
          </a:p>
        </p:txBody>
      </p:sp>
      <p:sp>
        <p:nvSpPr>
          <p:cNvPr id="11" name="slot:attribution"/>
          <p:cNvSpPr txBox="1"/>
          <p:nvPr/>
        </p:nvSpPr>
        <p:spPr>
          <a:xfrm>
            <a:off x="877824" y="3471418"/>
            <a:ext cx="10424160"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架空ヒアリングの発言例。一般化は未検証。</a:t>
            </a:r>
          </a:p>
        </p:txBody>
      </p:sp>
      <p:sp>
        <p:nvSpPr>
          <p:cNvPr id="12" name="slot:interpretation"/>
          <p:cNvSpPr txBox="1"/>
          <p:nvPr/>
        </p:nvSpPr>
        <p:spPr>
          <a:xfrm>
            <a:off x="694944" y="4645152"/>
            <a:ext cx="10789920" cy="382651"/>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0">
                <a:solidFill>
                  <a:srgbClr val="213547"/>
                </a:solidFill>
                <a:latin typeface="Yu Gothic"/>
                <a:ea typeface="Yu Gothic"/>
                <a:cs typeface="Yu Gothic"/>
              </a:defRPr>
            </a:pPr>
            <a:r>
              <a:rPr lang="ja-JP" sz="2100" b="0">
                <a:solidFill>
                  <a:srgbClr val="213547"/>
                </a:solidFill>
                <a:latin typeface="Yu Gothic"/>
                <a:ea typeface="Yu Gothic"/>
                <a:cs typeface="Yu Gothic"/>
              </a:rPr>
              <a:t>示唆：検索結果と一緒に更新日・適用範囲・確認担当を示す。</a:t>
            </a:r>
          </a:p>
        </p:txBody>
      </p:sp>
      <p:sp>
        <p:nvSpPr>
          <p:cNvPr id="13" name="slot:caveat"/>
          <p:cNvSpPr txBox="1"/>
          <p:nvPr/>
        </p:nvSpPr>
        <p:spPr>
          <a:xfrm>
            <a:off x="694944" y="5174107"/>
            <a:ext cx="10789920" cy="411480"/>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留保：発言と分析者の解釈を区別する。</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42595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85415"/>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85415"/>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3471672"/>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3471672"/>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4757928"/>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4757928"/>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最も重視する論点は検索入口を揃えること</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03520"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882896" cy="64008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813816" y="3072384"/>
            <a:ext cx="4882896" cy="164592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decor:5"/>
          <p:cNvSpPr/>
          <p:nvPr/>
        </p:nvSpPr>
        <p:spPr>
          <a:xfrm>
            <a:off x="6172200" y="2139696"/>
            <a:ext cx="5404104" cy="184708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ecor:6"/>
          <p:cNvSpPr/>
          <p:nvPr/>
        </p:nvSpPr>
        <p:spPr>
          <a:xfrm>
            <a:off x="6172200" y="2139696"/>
            <a:ext cx="41148" cy="184708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382512" y="2276856"/>
            <a:ext cx="4983480"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382512" y="2798063"/>
            <a:ext cx="4983480" cy="10972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decor:7"/>
          <p:cNvSpPr/>
          <p:nvPr/>
        </p:nvSpPr>
        <p:spPr>
          <a:xfrm>
            <a:off x="6172200" y="4160520"/>
            <a:ext cx="5404104" cy="184708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ecor:8"/>
          <p:cNvSpPr/>
          <p:nvPr/>
        </p:nvSpPr>
        <p:spPr>
          <a:xfrm>
            <a:off x="6172200" y="4160520"/>
            <a:ext cx="41148" cy="184708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382512" y="4297680"/>
            <a:ext cx="4983480"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382512" y="4818888"/>
            <a:ext cx="4983480" cy="10972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42595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atic:number_1"/>
          <p:cNvSpPr txBox="1"/>
          <p:nvPr/>
        </p:nvSpPr>
        <p:spPr>
          <a:xfrm>
            <a:off x="694944" y="2185415"/>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1" name="slot:item_1_heading"/>
          <p:cNvSpPr txBox="1"/>
          <p:nvPr/>
        </p:nvSpPr>
        <p:spPr>
          <a:xfrm>
            <a:off x="1216152" y="2185415"/>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3968496" y="2185415"/>
            <a:ext cx="75163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decor:4"/>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atic:number_2"/>
          <p:cNvSpPr txBox="1"/>
          <p:nvPr/>
        </p:nvSpPr>
        <p:spPr>
          <a:xfrm>
            <a:off x="694944" y="3471672"/>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5" name="slot:item_2_heading"/>
          <p:cNvSpPr txBox="1"/>
          <p:nvPr/>
        </p:nvSpPr>
        <p:spPr>
          <a:xfrm>
            <a:off x="1216152" y="3471672"/>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3968496" y="3471672"/>
            <a:ext cx="75163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decor:5"/>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tatic:number_3"/>
          <p:cNvSpPr txBox="1"/>
          <p:nvPr/>
        </p:nvSpPr>
        <p:spPr>
          <a:xfrm>
            <a:off x="694944" y="4757928"/>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19" name="slot:item_3_heading"/>
          <p:cNvSpPr txBox="1"/>
          <p:nvPr/>
        </p:nvSpPr>
        <p:spPr>
          <a:xfrm>
            <a:off x="1216152" y="4757928"/>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3968496" y="4757928"/>
            <a:ext cx="75163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公開レイアウト見本</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21792" y="2121408"/>
            <a:ext cx="914400" cy="388620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828800" y="3425952"/>
            <a:ext cx="9692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828800" y="2185415"/>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2350008" y="2185415"/>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5102352" y="2185415"/>
            <a:ext cx="641908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828800" y="4712208"/>
            <a:ext cx="9692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828800" y="3471672"/>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2350008" y="3471672"/>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5102352" y="3471672"/>
            <a:ext cx="641908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828800" y="5998464"/>
            <a:ext cx="9692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828800" y="4757928"/>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2350008" y="4757928"/>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5102352" y="4757928"/>
            <a:ext cx="641908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