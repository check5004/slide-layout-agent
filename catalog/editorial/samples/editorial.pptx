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架空集計（件）</c:v>
                </c:pt>
              </c:strCache>
            </c:strRef>
          </c:tx>
          <c:spPr>
            <a:solidFill>
              <a:srgbClr val="087E83"/>
            </a:solidFill>
            <a:ln>
              <a:noFill/>
            </a:ln>
          </c:spPr>
          <c:cat>
            <c:strRef>
              <c:f>Sheet1!$A$2:$A$5</c:f>
              <c:strCache>
                <c:ptCount val="4"/>
                <c:pt idx="0">
                  <c:v>検索</c:v>
                </c:pt>
                <c:pt idx="1">
                  <c:v>出典</c:v>
                </c:pt>
                <c:pt idx="2">
                  <c:v>更新</c:v>
                </c:pt>
                <c:pt idx="3">
                  <c:v>共有</c:v>
                </c:pt>
              </c:strCache>
            </c:strRef>
          </c:cat>
          <c:val>
            <c:numRef>
              <c:f>Sheet1!$B$2:$B$5</c:f>
              <c:numCache>
                <c:formatCode>General</c:formatCode>
                <c:ptCount val="4"/>
                <c:pt idx="0">
                  <c:v>42.0</c:v>
                </c:pt>
                <c:pt idx="1">
                  <c:v>35.0</c:v>
                </c:pt>
                <c:pt idx="2">
                  <c:v>28.0</c:v>
                </c:pt>
                <c:pt idx="3">
                  <c:v>18.0</c:v>
                </c:pt>
              </c:numCache>
            </c:numRef>
          </c:val>
        </c:ser>
        <c:dLbls>
          <c:numFmt formatCode="General" sourceLinked="0"/>
          <c:txPr>
            <a:bodyPr/>
            <a:lstStyle/>
            <a:p>
              <a:pPr>
                <a:defRPr sz="1600">
                  <a:solidFill>
                    <a:srgbClr val="213547"/>
                  </a:solidFill>
                  <a:latin typeface="Yu Gothic"/>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l"/>
        <c:numFmt formatCode="General" sourceLinked="0"/>
        <c:majorTickMark val="none"/>
        <c:minorTickMark val="none"/>
        <c:tickLblPos val="nextTo"/>
        <c:spPr>
          <a:ln>
            <a:noFill/>
          </a:ln>
        </c:spPr>
        <c:txPr>
          <a:bodyPr/>
          <a:lstStyle/>
          <a:p>
            <a:pPr>
              <a:defRPr sz="1500">
                <a:solidFill>
                  <a:srgbClr val="566777"/>
                </a:solidFill>
                <a:latin typeface="Yu Gothic"/>
              </a:defRPr>
            </a:pPr>
          </a:p>
        </c:txPr>
        <c:crossAx val="-2113994440"/>
        <c:crosses val="autoZero"/>
        <c:auto val="1"/>
        <c:lblAlgn val="ctr"/>
        <c:lblOffset val="100"/>
        <c:noMultiLvlLbl val="0"/>
      </c:catAx>
      <c:valAx>
        <c:axId val="-2113994440"/>
        <c:scaling>
          <c:min val="0.0"/>
        </c:scaling>
        <c:delete val="0"/>
        <c:axPos val="b"/>
        <c:majorGridlines>
          <c:spPr>
            <a:ln w="7620">
              <a:solidFill>
                <a:srgbClr val="DCE3E9"/>
              </a:solidFill>
            </a:ln>
          </c:spPr>
        </c:majorGridlines>
        <c:numFmt formatCode="General" sourceLinked="0"/>
        <c:majorTickMark val="none"/>
        <c:minorTickMark val="none"/>
        <c:tickLblPos val="nextTo"/>
        <c:spPr>
          <a:ln>
            <a:noFill/>
          </a:ln>
        </c:spPr>
        <c:txPr>
          <a:bodyPr/>
          <a:lstStyle/>
          <a:p>
            <a:pPr>
              <a:defRPr sz="1500">
                <a:solidFill>
                  <a:srgbClr val="566777"/>
                </a:solidFill>
                <a:latin typeface="Yu Gothic"/>
              </a:defRPr>
            </a:pPr>
          </a:p>
        </c:txPr>
        <c:crossAx val="-2068027336"/>
        <c:crosses val="autoZero"/>
      </c:valAx>
    </c:plotArea>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架空集計（件）</c:v>
                </c:pt>
              </c:strCache>
            </c:strRef>
          </c:tx>
          <c:spPr>
            <a:solidFill>
              <a:srgbClr val="087E83"/>
            </a:solidFill>
            <a:ln>
              <a:noFill/>
            </a:ln>
          </c:spPr>
          <c:cat>
            <c:strRef>
              <c:f>Sheet1!$A$2:$A$5</c:f>
              <c:strCache>
                <c:ptCount val="4"/>
                <c:pt idx="0">
                  <c:v>検索</c:v>
                </c:pt>
                <c:pt idx="1">
                  <c:v>出典</c:v>
                </c:pt>
                <c:pt idx="2">
                  <c:v>更新</c:v>
                </c:pt>
                <c:pt idx="3">
                  <c:v>共有</c:v>
                </c:pt>
              </c:strCache>
            </c:strRef>
          </c:cat>
          <c:val>
            <c:numRef>
              <c:f>Sheet1!$B$2:$B$5</c:f>
              <c:numCache>
                <c:formatCode>General</c:formatCode>
                <c:ptCount val="4"/>
                <c:pt idx="0">
                  <c:v>42.0</c:v>
                </c:pt>
                <c:pt idx="1">
                  <c:v>35.0</c:v>
                </c:pt>
                <c:pt idx="2">
                  <c:v>28.0</c:v>
                </c:pt>
                <c:pt idx="3">
                  <c:v>18.0</c:v>
                </c:pt>
              </c:numCache>
            </c:numRef>
          </c:val>
        </c:ser>
        <c:dLbls>
          <c:numFmt formatCode="General" sourceLinked="0"/>
          <c:txPr>
            <a:bodyPr/>
            <a:lstStyle/>
            <a:p>
              <a:pPr>
                <a:defRPr sz="1600">
                  <a:solidFill>
                    <a:srgbClr val="213547"/>
                  </a:solidFill>
                  <a:latin typeface="Yu Gothic"/>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l"/>
        <c:numFmt formatCode="General" sourceLinked="0"/>
        <c:majorTickMark val="none"/>
        <c:minorTickMark val="none"/>
        <c:tickLblPos val="nextTo"/>
        <c:spPr>
          <a:ln>
            <a:noFill/>
          </a:ln>
        </c:spPr>
        <c:txPr>
          <a:bodyPr/>
          <a:lstStyle/>
          <a:p>
            <a:pPr>
              <a:defRPr sz="1500">
                <a:solidFill>
                  <a:srgbClr val="566777"/>
                </a:solidFill>
                <a:latin typeface="Yu Gothic"/>
              </a:defRPr>
            </a:pPr>
          </a:p>
        </c:txPr>
        <c:crossAx val="-2113994440"/>
        <c:crosses val="autoZero"/>
        <c:auto val="1"/>
        <c:lblAlgn val="ctr"/>
        <c:lblOffset val="100"/>
        <c:noMultiLvlLbl val="0"/>
      </c:catAx>
      <c:valAx>
        <c:axId val="-2113994440"/>
        <c:scaling>
          <c:min val="0.0"/>
        </c:scaling>
        <c:delete val="0"/>
        <c:axPos val="b"/>
        <c:majorGridlines>
          <c:spPr>
            <a:ln w="7620">
              <a:solidFill>
                <a:srgbClr val="DCE3E9"/>
              </a:solidFill>
            </a:ln>
          </c:spPr>
        </c:majorGridlines>
        <c:numFmt formatCode="General" sourceLinked="0"/>
        <c:majorTickMark val="none"/>
        <c:minorTickMark val="none"/>
        <c:tickLblPos val="nextTo"/>
        <c:spPr>
          <a:ln>
            <a:noFill/>
          </a:ln>
        </c:spPr>
        <c:txPr>
          <a:bodyPr/>
          <a:lstStyle/>
          <a:p>
            <a:pPr>
              <a:defRPr sz="1500">
                <a:solidFill>
                  <a:srgbClr val="566777"/>
                </a:solidFill>
                <a:latin typeface="Yu Gothic"/>
              </a:defRPr>
            </a:pPr>
          </a:p>
        </c:txPr>
        <c:crossAx val="-2068027336"/>
        <c:crosses val="autoZero"/>
      </c:valAx>
    </c:plotArea>
    <c:dispBlanksAs val="gap"/>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架空集計（件）</c:v>
                </c:pt>
              </c:strCache>
            </c:strRef>
          </c:tx>
          <c:spPr>
            <a:solidFill>
              <a:srgbClr val="087E83"/>
            </a:solidFill>
            <a:ln>
              <a:noFill/>
            </a:ln>
          </c:spPr>
          <c:cat>
            <c:strRef>
              <c:f>Sheet1!$A$2:$A$5</c:f>
              <c:strCache>
                <c:ptCount val="4"/>
                <c:pt idx="0">
                  <c:v>検索</c:v>
                </c:pt>
                <c:pt idx="1">
                  <c:v>出典</c:v>
                </c:pt>
                <c:pt idx="2">
                  <c:v>更新</c:v>
                </c:pt>
                <c:pt idx="3">
                  <c:v>共有</c:v>
                </c:pt>
              </c:strCache>
            </c:strRef>
          </c:cat>
          <c:val>
            <c:numRef>
              <c:f>Sheet1!$B$2:$B$5</c:f>
              <c:numCache>
                <c:formatCode>General</c:formatCode>
                <c:ptCount val="4"/>
                <c:pt idx="0">
                  <c:v>42.0</c:v>
                </c:pt>
                <c:pt idx="1">
                  <c:v>35.0</c:v>
                </c:pt>
                <c:pt idx="2">
                  <c:v>28.0</c:v>
                </c:pt>
                <c:pt idx="3">
                  <c:v>18.0</c:v>
                </c:pt>
              </c:numCache>
            </c:numRef>
          </c:val>
        </c:ser>
        <c:dLbls>
          <c:numFmt formatCode="General" sourceLinked="0"/>
          <c:txPr>
            <a:bodyPr/>
            <a:lstStyle/>
            <a:p>
              <a:pPr>
                <a:defRPr sz="1600">
                  <a:solidFill>
                    <a:srgbClr val="213547"/>
                  </a:solidFill>
                  <a:latin typeface="Yu Gothic"/>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numFmt formatCode="General" sourceLinked="0"/>
        <c:majorTickMark val="none"/>
        <c:minorTickMark val="none"/>
        <c:tickLblPos val="nextTo"/>
        <c:spPr>
          <a:ln>
            <a:noFill/>
          </a:ln>
        </c:spPr>
        <c:txPr>
          <a:bodyPr/>
          <a:lstStyle/>
          <a:p>
            <a:pPr>
              <a:defRPr sz="1500">
                <a:solidFill>
                  <a:srgbClr val="566777"/>
                </a:solidFill>
                <a:latin typeface="Yu Gothic"/>
              </a:defRPr>
            </a:pPr>
          </a:p>
        </c:txPr>
        <c:crossAx val="-2113994440"/>
        <c:crosses val="autoZero"/>
        <c:auto val="1"/>
        <c:lblAlgn val="ctr"/>
        <c:lblOffset val="100"/>
        <c:noMultiLvlLbl val="0"/>
      </c:catAx>
      <c:valAx>
        <c:axId val="-2113994440"/>
        <c:scaling>
          <c:min val="0.0"/>
        </c:scaling>
        <c:delete val="0"/>
        <c:axPos val="l"/>
        <c:majorGridlines>
          <c:spPr>
            <a:ln w="7620">
              <a:solidFill>
                <a:srgbClr val="DCE3E9"/>
              </a:solidFill>
            </a:ln>
          </c:spPr>
        </c:majorGridlines>
        <c:numFmt formatCode="General" sourceLinked="0"/>
        <c:majorTickMark val="none"/>
        <c:minorTickMark val="none"/>
        <c:tickLblPos val="nextTo"/>
        <c:spPr>
          <a:ln>
            <a:noFill/>
          </a:ln>
        </c:spPr>
        <c:txPr>
          <a:bodyPr/>
          <a:lstStyle/>
          <a:p>
            <a:pPr>
              <a:defRPr sz="1500">
                <a:solidFill>
                  <a:srgbClr val="566777"/>
                </a:solidFill>
                <a:latin typeface="Yu Gothic"/>
              </a:defRPr>
            </a:pPr>
          </a:p>
        </c:txPr>
        <c:crossAx val="-2068027336"/>
        <c:crosses val="autoZero"/>
      </c:valAx>
    </c:plotArea>
    <c:dispBlanksAs val="gap"/>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架空集計（件）</c:v>
                </c:pt>
              </c:strCache>
            </c:strRef>
          </c:tx>
          <c:spPr>
            <a:solidFill>
              <a:srgbClr val="087E83"/>
            </a:solidFill>
            <a:ln>
              <a:noFill/>
            </a:ln>
          </c:spPr>
          <c:cat>
            <c:strRef>
              <c:f>Sheet1!$A$2:$A$5</c:f>
              <c:strCache>
                <c:ptCount val="4"/>
                <c:pt idx="0">
                  <c:v>検索</c:v>
                </c:pt>
                <c:pt idx="1">
                  <c:v>出典</c:v>
                </c:pt>
                <c:pt idx="2">
                  <c:v>更新</c:v>
                </c:pt>
                <c:pt idx="3">
                  <c:v>共有</c:v>
                </c:pt>
              </c:strCache>
            </c:strRef>
          </c:cat>
          <c:val>
            <c:numRef>
              <c:f>Sheet1!$B$2:$B$5</c:f>
              <c:numCache>
                <c:formatCode>General</c:formatCode>
                <c:ptCount val="4"/>
                <c:pt idx="0">
                  <c:v>42.0</c:v>
                </c:pt>
                <c:pt idx="1">
                  <c:v>35.0</c:v>
                </c:pt>
                <c:pt idx="2">
                  <c:v>28.0</c:v>
                </c:pt>
                <c:pt idx="3">
                  <c:v>18.0</c:v>
                </c:pt>
              </c:numCache>
            </c:numRef>
          </c:val>
        </c:ser>
        <c:dLbls>
          <c:numFmt formatCode="General" sourceLinked="0"/>
          <c:txPr>
            <a:bodyPr/>
            <a:lstStyle/>
            <a:p>
              <a:pPr>
                <a:defRPr sz="1600">
                  <a:solidFill>
                    <a:srgbClr val="213547"/>
                  </a:solidFill>
                  <a:latin typeface="Yu Gothic"/>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numFmt formatCode="General" sourceLinked="0"/>
        <c:majorTickMark val="none"/>
        <c:minorTickMark val="none"/>
        <c:tickLblPos val="nextTo"/>
        <c:spPr>
          <a:ln>
            <a:noFill/>
          </a:ln>
        </c:spPr>
        <c:txPr>
          <a:bodyPr/>
          <a:lstStyle/>
          <a:p>
            <a:pPr>
              <a:defRPr sz="1500">
                <a:solidFill>
                  <a:srgbClr val="566777"/>
                </a:solidFill>
                <a:latin typeface="Yu Gothic"/>
              </a:defRPr>
            </a:pPr>
          </a:p>
        </c:txPr>
        <c:crossAx val="-2113994440"/>
        <c:crosses val="autoZero"/>
        <c:auto val="1"/>
        <c:lblAlgn val="ctr"/>
        <c:lblOffset val="100"/>
        <c:noMultiLvlLbl val="0"/>
      </c:catAx>
      <c:valAx>
        <c:axId val="-2113994440"/>
        <c:scaling>
          <c:min val="0.0"/>
        </c:scaling>
        <c:delete val="0"/>
        <c:axPos val="l"/>
        <c:majorGridlines>
          <c:spPr>
            <a:ln w="7620">
              <a:solidFill>
                <a:srgbClr val="DCE3E9"/>
              </a:solidFill>
            </a:ln>
          </c:spPr>
        </c:majorGridlines>
        <c:numFmt formatCode="General" sourceLinked="0"/>
        <c:majorTickMark val="none"/>
        <c:minorTickMark val="none"/>
        <c:tickLblPos val="nextTo"/>
        <c:spPr>
          <a:ln>
            <a:noFill/>
          </a:ln>
        </c:spPr>
        <c:txPr>
          <a:bodyPr/>
          <a:lstStyle/>
          <a:p>
            <a:pPr>
              <a:defRPr sz="1500">
                <a:solidFill>
                  <a:srgbClr val="566777"/>
                </a:solidFill>
                <a:latin typeface="Yu Gothic"/>
              </a:defRPr>
            </a:pPr>
          </a:p>
        </c:txPr>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"slide001",</a:t>
            </a:r>
          </a:p>
          <a:p>
            <a:r>
              <a:t>  "origin": "catalog",</a:t>
            </a:r>
          </a:p>
          <a:p>
            <a:r>
              <a:t>  "layout_id": "ed_cover_brief_2",</a:t>
            </a:r>
          </a:p>
          <a:p>
            <a:r>
              <a:t>  "variant": "warm",</a:t>
            </a:r>
          </a:p>
          <a:p>
            <a:r>
              <a:t>  "rationale": "Public template fixture; short fictional slot content; no private data.",</a:t>
            </a:r>
          </a:p>
          <a:p>
            <a:r>
              <a:t>  "source_sha256": "c38e01dcb14540e486d5a11ff7b07b6cff9547c6a27e869e7c53a02aada60e2d",</a:t>
            </a:r>
          </a:p>
          <a:p>
            <a:r>
              <a:t>  "evidence": [</a:t>
            </a:r>
          </a:p>
          <a:p>
            <a:r>
              <a:t>    {</a:t>
            </a:r>
          </a:p>
          <a:p>
            <a:r>
              <a:t>      "text": "社内ナレッジ共有の調査メモ",</a:t>
            </a:r>
          </a:p>
          <a:p>
            <a:r>
              <a:t>      "refs": [</a:t>
            </a:r>
          </a:p>
          <a:p>
            <a:r>
              <a:t>        {</a:t>
            </a:r>
          </a:p>
          <a:p>
            <a:r>
              <a:t>          "source_id": "s001",</a:t>
            </a:r>
          </a:p>
          <a:p>
            <a:r>
              <a:t>          "quote": "社内ナレッジ共有の調査メモ"</a:t>
            </a:r>
          </a:p>
          <a:p>
            <a:r>
              <a:t>        }</a:t>
            </a:r>
          </a:p>
          <a:p>
            <a:r>
              <a:t>      ],</a:t>
            </a:r>
          </a:p>
          <a:p>
            <a:r>
              <a:t>      "mode": "verbatim"</a:t>
            </a:r>
          </a:p>
          <a:p>
            <a:r>
              <a:t>    },</a:t>
            </a:r>
          </a:p>
          <a:p>
            <a:r>
              <a:t>    {</a:t>
            </a:r>
          </a:p>
          <a:p>
            <a:r>
              <a:t>      "text": "検索性と信頼性を両立するための運用条件",</a:t>
            </a:r>
          </a:p>
          <a:p>
            <a:r>
              <a:t>      "refs": [</a:t>
            </a:r>
          </a:p>
          <a:p>
            <a:r>
              <a:t>        {</a:t>
            </a:r>
          </a:p>
          <a:p>
            <a:r>
              <a:t>          "source_id": "s001",</a:t>
            </a:r>
          </a:p>
          <a:p>
            <a:r>
              <a:t>          "quote": "検索性と信頼性を両立するための運用条件"</a:t>
            </a:r>
          </a:p>
          <a:p>
            <a:r>
              <a:t>        }</a:t>
            </a:r>
          </a:p>
          <a:p>
            <a:r>
              <a:t>      ],</a:t>
            </a:r>
          </a:p>
          <a:p>
            <a:r>
              <a:t>      "mode": "verbatim"</a:t>
            </a:r>
          </a:p>
          <a:p>
            <a:r>
              <a:t>    },</a:t>
            </a:r>
          </a:p>
          <a:p>
            <a:r>
              <a:t>    {</a:t>
            </a:r>
          </a:p>
          <a:p>
            <a:r>
              <a:t>      "text": "検索入口を揃える",</a:t>
            </a:r>
          </a:p>
          <a:p>
            <a:r>
              <a:t>      "refs": [</a:t>
            </a:r>
          </a:p>
          <a:p>
            <a:r>
              <a:t>        {</a:t>
            </a:r>
          </a:p>
          <a:p>
            <a:r>
              <a:t>          "source_id": "s001",</a:t>
            </a:r>
          </a:p>
          <a:p>
            <a:r>
              <a:t>          "quote": "検索入口を揃える"</a:t>
            </a:r>
          </a:p>
          <a:p>
            <a:r>
              <a:t>        }</a:t>
            </a:r>
          </a:p>
          <a:p>
            <a:r>
              <a:t>      ],</a:t>
            </a:r>
          </a:p>
          <a:p>
            <a:r>
              <a:t>      "mode": "verbatim"</a:t>
            </a:r>
          </a:p>
          <a:p>
            <a:r>
              <a:t>    },</a:t>
            </a:r>
          </a:p>
          <a:p>
            <a:r>
              <a:t>    {</a:t>
            </a:r>
          </a:p>
          <a:p>
            <a:r>
              <a:t>      "text": "用語を揃え、同じ資料へ辿れる入口を整える。",</a:t>
            </a:r>
          </a:p>
          <a:p>
            <a:r>
              <a:t>      "refs": [</a:t>
            </a:r>
          </a:p>
          <a:p>
            <a:r>
              <a:t>        {</a:t>
            </a:r>
          </a:p>
          <a:p>
            <a:r>
              <a:t>          "source_id": "s001",</a:t>
            </a:r>
          </a:p>
          <a:p>
            <a:r>
              <a:t>          "quote": "用語を揃え、同じ資料へ辿れる入口を整える。"</a:t>
            </a:r>
          </a:p>
          <a:p>
            <a:r>
              <a:t>        }</a:t>
            </a:r>
          </a:p>
          <a:p>
            <a:r>
              <a:t>      ],</a:t>
            </a:r>
          </a:p>
          <a:p>
            <a:r>
              <a:t>      "mode": "verbatim"</a:t>
            </a:r>
          </a:p>
          <a:p>
            <a:r>
              <a:t>    },</a:t>
            </a:r>
          </a:p>
          <a:p>
            <a:r>
              <a:t>    {</a:t>
            </a:r>
          </a:p>
          <a:p>
            <a:r>
              <a:t>      "text": "根拠まで辿れる",</a:t>
            </a:r>
          </a:p>
          <a:p>
            <a:r>
              <a:t>      "refs": [</a:t>
            </a:r>
          </a:p>
          <a:p>
            <a:r>
              <a:t>        {</a:t>
            </a:r>
          </a:p>
          <a:p>
            <a:r>
              <a:t>          "source_id": "s001",</a:t>
            </a:r>
          </a:p>
          <a:p>
            <a:r>
              <a:t>          "quote": "根拠まで辿れる"</a:t>
            </a:r>
          </a:p>
          <a:p>
            <a:r>
              <a:t>        }</a:t>
            </a:r>
          </a:p>
          <a:p>
            <a:r>
              <a:t>      ],</a:t>
            </a:r>
          </a:p>
          <a:p>
            <a:r>
              <a:t>      "mode": "verbatim"</a:t>
            </a:r>
          </a:p>
          <a:p>
            <a:r>
              <a:t>    },</a:t>
            </a:r>
          </a:p>
          <a:p>
            <a:r>
              <a:t>    {</a:t>
            </a:r>
          </a:p>
          <a:p>
            <a:r>
              <a:t>      "text": "原文の条件と確認日を、要約とともに残す。",</a:t>
            </a:r>
          </a:p>
          <a:p>
            <a:r>
              <a:t>      "refs": [</a:t>
            </a:r>
          </a:p>
          <a:p>
            <a:r>
              <a:t>        {</a:t>
            </a:r>
          </a:p>
          <a:p>
            <a:r>
              <a:t>          "source_id": "s001",</a:t>
            </a:r>
          </a:p>
          <a:p>
            <a:r>
              <a:t>          "quote": "原文の条件と確認日を、要約とともに残す。"</a:t>
            </a:r>
          </a:p>
          <a:p>
            <a:r>
              <a:t>        }</a:t>
            </a:r>
          </a:p>
          <a:p>
            <a:r>
              <a:t>      ],</a:t>
            </a:r>
          </a:p>
          <a:p>
            <a:r>
              <a:t>      "mode": "verbatim"</a:t>
            </a:r>
          </a:p>
          <a:p>
            <a:r>
              <a:t>    }</a:t>
            </a:r>
          </a:p>
          <a:p>
            <a:r>
              <a:t>  ],</a:t>
            </a:r>
          </a:p>
          <a:p>
            <a:r>
              <a:t>  "citations": {</a:t>
            </a:r>
          </a:p>
          <a:p>
            <a:r>
              <a:t>    "s001": "Public MIT sample: original fictional research-sharing design section 1"</a:t>
            </a:r>
          </a:p>
          <a:p>
            <a:r>
              <a:t>  },</a:t>
            </a:r>
          </a:p>
          <a:p>
            <a:r>
              <a:t>  "template_license":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null,</a:t>
            </a:r>
          </a:p>
          <a:p>
            <a:r>
              <a:t>  "catalog": "editorial",</a:t>
            </a:r>
          </a:p>
          <a:p>
            <a:r>
              <a:t>  "family": "cover",</a:t>
            </a:r>
          </a:p>
          <a:p>
            <a:r>
              <a:t>  "structural_variant": "brief",</a:t>
            </a:r>
          </a:p>
          <a:p>
            <a:r>
              <a:t>  "repetition_reason": "Catalog inventory: adjacent entries intentionally show every count/orientation for comparison; this is not a presentation sequence.",</a:t>
            </a:r>
          </a:p>
          <a:p>
            <a:r>
              <a:t>  "images": {},</a:t>
            </a:r>
          </a:p>
          <a:p>
            <a:r>
              <a:t>  "template_sha256": "373871de87754b38c8f1fed072a644fd9d624823fd0ac5a4753f6e04247dd2ff"</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"slide002",</a:t>
            </a:r>
          </a:p>
          <a:p>
            <a:r>
              <a:t>  "origin": "catalog",</a:t>
            </a:r>
          </a:p>
          <a:p>
            <a:r>
              <a:t>  "layout_id": "ed_cover_split_2",</a:t>
            </a:r>
          </a:p>
          <a:p>
            <a:r>
              <a:t>  "variant": "warm",</a:t>
            </a:r>
          </a:p>
          <a:p>
            <a:r>
              <a:t>  "rationale": "Public template fixture; short fictional slot content; no private data.",</a:t>
            </a:r>
          </a:p>
          <a:p>
            <a:r>
              <a:t>  "source_sha256": "c38e01dcb14540e486d5a11ff7b07b6cff9547c6a27e869e7c53a02aada60e2d",</a:t>
            </a:r>
          </a:p>
          <a:p>
            <a:r>
              <a:t>  "evidence": [</a:t>
            </a:r>
          </a:p>
          <a:p>
            <a:r>
              <a:t>    {</a:t>
            </a:r>
          </a:p>
          <a:p>
            <a:r>
              <a:t>      "text": "社内ナレッジ共有の調査メモ",</a:t>
            </a:r>
          </a:p>
          <a:p>
            <a:r>
              <a:t>      "refs": [</a:t>
            </a:r>
          </a:p>
          <a:p>
            <a:r>
              <a:t>        {</a:t>
            </a:r>
          </a:p>
          <a:p>
            <a:r>
              <a:t>          "source_id": "s002",</a:t>
            </a:r>
          </a:p>
          <a:p>
            <a:r>
              <a:t>          "quote": "社内ナレッジ共有の調査メモ"</a:t>
            </a:r>
          </a:p>
          <a:p>
            <a:r>
              <a:t>        }</a:t>
            </a:r>
          </a:p>
          <a:p>
            <a:r>
              <a:t>      ],</a:t>
            </a:r>
          </a:p>
          <a:p>
            <a:r>
              <a:t>      "mode": "verbatim"</a:t>
            </a:r>
          </a:p>
          <a:p>
            <a:r>
              <a:t>    },</a:t>
            </a:r>
          </a:p>
          <a:p>
            <a:r>
              <a:t>    {</a:t>
            </a:r>
          </a:p>
          <a:p>
            <a:r>
              <a:t>      "text": "検索性と信頼性を両立するための運用条件",</a:t>
            </a:r>
          </a:p>
          <a:p>
            <a:r>
              <a:t>      "refs": [</a:t>
            </a:r>
          </a:p>
          <a:p>
            <a:r>
              <a:t>        {</a:t>
            </a:r>
          </a:p>
          <a:p>
            <a:r>
              <a:t>          "source_id": "s002",</a:t>
            </a:r>
          </a:p>
          <a:p>
            <a:r>
              <a:t>          "quote": "検索性と信頼性を両立するための運用条件"</a:t>
            </a:r>
          </a:p>
          <a:p>
            <a:r>
              <a:t>        }</a:t>
            </a:r>
          </a:p>
          <a:p>
            <a:r>
              <a:t>      ],</a:t>
            </a:r>
          </a:p>
          <a:p>
            <a:r>
              <a:t>      "mode": "verbatim"</a:t>
            </a:r>
          </a:p>
          <a:p>
            <a:r>
              <a:t>    },</a:t>
            </a:r>
          </a:p>
          <a:p>
            <a:r>
              <a:t>    {</a:t>
            </a:r>
          </a:p>
          <a:p>
            <a:r>
              <a:t>      "text": "検索入口を揃える",</a:t>
            </a:r>
          </a:p>
          <a:p>
            <a:r>
              <a:t>      "refs": [</a:t>
            </a:r>
          </a:p>
          <a:p>
            <a:r>
              <a:t>        {</a:t>
            </a:r>
          </a:p>
          <a:p>
            <a:r>
              <a:t>          "source_id": "s002",</a:t>
            </a:r>
          </a:p>
          <a:p>
            <a:r>
              <a:t>          "quote": "検索入口を揃える"</a:t>
            </a:r>
          </a:p>
          <a:p>
            <a:r>
              <a:t>        }</a:t>
            </a:r>
          </a:p>
          <a:p>
            <a:r>
              <a:t>      ],</a:t>
            </a:r>
          </a:p>
          <a:p>
            <a:r>
              <a:t>      "mode": "verbatim"</a:t>
            </a:r>
          </a:p>
          <a:p>
            <a:r>
              <a:t>    },</a:t>
            </a:r>
          </a:p>
          <a:p>
            <a:r>
              <a:t>    {</a:t>
            </a:r>
          </a:p>
          <a:p>
            <a:r>
              <a:t>      "text": "用語を揃え、同じ資料へ辿れる入口を整える。",</a:t>
            </a:r>
          </a:p>
          <a:p>
            <a:r>
              <a:t>      "refs": [</a:t>
            </a:r>
          </a:p>
          <a:p>
            <a:r>
              <a:t>        {</a:t>
            </a:r>
          </a:p>
          <a:p>
            <a:r>
              <a:t>          "source_id": "s002",</a:t>
            </a:r>
          </a:p>
          <a:p>
            <a:r>
              <a:t>          "quote": "用語を揃え、同じ資料へ辿れる入口を整える。"</a:t>
            </a:r>
          </a:p>
          <a:p>
            <a:r>
              <a:t>        }</a:t>
            </a:r>
          </a:p>
          <a:p>
            <a:r>
              <a:t>      ],</a:t>
            </a:r>
          </a:p>
          <a:p>
            <a:r>
              <a:t>      "mode": "verbatim"</a:t>
            </a:r>
          </a:p>
          <a:p>
            <a:r>
              <a:t>    },</a:t>
            </a:r>
          </a:p>
          <a:p>
            <a:r>
              <a:t>    {</a:t>
            </a:r>
          </a:p>
          <a:p>
            <a:r>
              <a:t>      "text": "根拠まで辿れる",</a:t>
            </a:r>
          </a:p>
          <a:p>
            <a:r>
              <a:t>      "refs": [</a:t>
            </a:r>
          </a:p>
          <a:p>
            <a:r>
              <a:t>        {</a:t>
            </a:r>
          </a:p>
          <a:p>
            <a:r>
              <a:t>          "source_id": "s002",</a:t>
            </a:r>
          </a:p>
          <a:p>
            <a:r>
              <a:t>          "quote": "根拠まで辿れる"</a:t>
            </a:r>
          </a:p>
          <a:p>
            <a:r>
              <a:t>        }</a:t>
            </a:r>
          </a:p>
          <a:p>
            <a:r>
              <a:t>      ],</a:t>
            </a:r>
          </a:p>
          <a:p>
            <a:r>
              <a:t>      "mode": "verbatim"</a:t>
            </a:r>
          </a:p>
          <a:p>
            <a:r>
              <a:t>    },</a:t>
            </a:r>
          </a:p>
          <a:p>
            <a:r>
              <a:t>    {</a:t>
            </a:r>
          </a:p>
          <a:p>
            <a:r>
              <a:t>      "text": "原文の条件と確認日を、要約とともに残す。",</a:t>
            </a:r>
          </a:p>
          <a:p>
            <a:r>
              <a:t>      "refs": [</a:t>
            </a:r>
          </a:p>
          <a:p>
            <a:r>
              <a:t>        {</a:t>
            </a:r>
          </a:p>
          <a:p>
            <a:r>
              <a:t>          "source_id": "s002",</a:t>
            </a:r>
          </a:p>
          <a:p>
            <a:r>
              <a:t>          "quote": "原文の条件と確認日を、要約とともに残す。"</a:t>
            </a:r>
          </a:p>
          <a:p>
            <a:r>
              <a:t>        }</a:t>
            </a:r>
          </a:p>
          <a:p>
            <a:r>
              <a:t>      ],</a:t>
            </a:r>
          </a:p>
          <a:p>
            <a:r>
              <a:t>      "mode": "verbatim"</a:t>
            </a:r>
          </a:p>
          <a:p>
            <a:r>
              <a:t>    }</a:t>
            </a:r>
          </a:p>
          <a:p>
            <a:r>
              <a:t>  ],</a:t>
            </a:r>
          </a:p>
          <a:p>
            <a:r>
              <a:t>  "citations": {</a:t>
            </a:r>
          </a:p>
          <a:p>
            <a:r>
              <a:t>    "s002": "Public MIT sample: original fictional research-sharing design section 1"</a:t>
            </a:r>
          </a:p>
          <a:p>
            <a:r>
              <a:t>  },</a:t>
            </a:r>
          </a:p>
          <a:p>
            <a:r>
              <a:t>  "template_license":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null,</a:t>
            </a:r>
          </a:p>
          <a:p>
            <a:r>
              <a:t>  "catalog": "editorial",</a:t>
            </a:r>
          </a:p>
          <a:p>
            <a:r>
              <a:t>  "family": "cover",</a:t>
            </a:r>
          </a:p>
          <a:p>
            <a:r>
              <a:t>  "structural_variant": "split",</a:t>
            </a:r>
          </a:p>
          <a:p>
            <a:r>
              <a:t>  "repetition_reason": "Catalog inventory: adjacent entries intentionally show every count/orientation for comparison; this is not a presentation sequence.",</a:t>
            </a:r>
          </a:p>
          <a:p>
            <a:r>
              <a:t>  "images": {},</a:t>
            </a:r>
          </a:p>
          <a:p>
            <a:r>
              <a:t>  "template_sha256": "be9c855079d61e27c4b2297a6cd97065038c6349ae4f0a495590bdd88f4b0b6a"</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"slide003",</a:t>
            </a:r>
          </a:p>
          <a:p>
            <a:r>
              <a:t>  "origin": "catalog",</a:t>
            </a:r>
          </a:p>
          <a:p>
            <a:r>
              <a:t>  "layout_id": "ed_cover_band_2",</a:t>
            </a:r>
          </a:p>
          <a:p>
            <a:r>
              <a:t>  "variant": "warm",</a:t>
            </a:r>
          </a:p>
          <a:p>
            <a:r>
              <a:t>  "rationale": "Public template fixture; short fictional slot content; no private data.",</a:t>
            </a:r>
          </a:p>
          <a:p>
            <a:r>
              <a:t>  "source_sha256": "c38e01dcb14540e486d5a11ff7b07b6cff9547c6a27e869e7c53a02aada60e2d",</a:t>
            </a:r>
          </a:p>
          <a:p>
            <a:r>
              <a:t>  "evidence": [</a:t>
            </a:r>
          </a:p>
          <a:p>
            <a:r>
              <a:t>    {</a:t>
            </a:r>
          </a:p>
          <a:p>
            <a:r>
              <a:t>      "text": "社内ナレッジ共有の調査メモ",</a:t>
            </a:r>
          </a:p>
          <a:p>
            <a:r>
              <a:t>      "refs": [</a:t>
            </a:r>
          </a:p>
          <a:p>
            <a:r>
              <a:t>        {</a:t>
            </a:r>
          </a:p>
          <a:p>
            <a:r>
              <a:t>          "source_id": "s003",</a:t>
            </a:r>
          </a:p>
          <a:p>
            <a:r>
              <a:t>          "quote": "社内ナレッジ共有の調査メモ"</a:t>
            </a:r>
          </a:p>
          <a:p>
            <a:r>
              <a:t>        }</a:t>
            </a:r>
          </a:p>
          <a:p>
            <a:r>
              <a:t>      ],</a:t>
            </a:r>
          </a:p>
          <a:p>
            <a:r>
              <a:t>      "mode": "verbatim"</a:t>
            </a:r>
          </a:p>
          <a:p>
            <a:r>
              <a:t>    },</a:t>
            </a:r>
          </a:p>
          <a:p>
            <a:r>
              <a:t>    {</a:t>
            </a:r>
          </a:p>
          <a:p>
            <a:r>
              <a:t>      "text": "検索性と信頼性を両立するための運用条件",</a:t>
            </a:r>
          </a:p>
          <a:p>
            <a:r>
              <a:t>      "refs": [</a:t>
            </a:r>
          </a:p>
          <a:p>
            <a:r>
              <a:t>        {</a:t>
            </a:r>
          </a:p>
          <a:p>
            <a:r>
              <a:t>          "source_id": "s003",</a:t>
            </a:r>
          </a:p>
          <a:p>
            <a:r>
              <a:t>          "quote": "検索性と信頼性を両立するための運用条件"</a:t>
            </a:r>
          </a:p>
          <a:p>
            <a:r>
              <a:t>        }</a:t>
            </a:r>
          </a:p>
          <a:p>
            <a:r>
              <a:t>      ],</a:t>
            </a:r>
          </a:p>
          <a:p>
            <a:r>
              <a:t>      "mode": "verbatim"</a:t>
            </a:r>
          </a:p>
          <a:p>
            <a:r>
              <a:t>    },</a:t>
            </a:r>
          </a:p>
          <a:p>
            <a:r>
              <a:t>    {</a:t>
            </a:r>
          </a:p>
          <a:p>
            <a:r>
              <a:t>      "text": "検索入口を揃える",</a:t>
            </a:r>
          </a:p>
          <a:p>
            <a:r>
              <a:t>      "refs": [</a:t>
            </a:r>
          </a:p>
          <a:p>
            <a:r>
              <a:t>        {</a:t>
            </a:r>
          </a:p>
          <a:p>
            <a:r>
              <a:t>          "source_id": "s003",</a:t>
            </a:r>
          </a:p>
          <a:p>
            <a:r>
              <a:t>          "quote": "検索入口を揃える"</a:t>
            </a:r>
          </a:p>
          <a:p>
            <a:r>
              <a:t>        }</a:t>
            </a:r>
          </a:p>
          <a:p>
            <a:r>
              <a:t>      ],</a:t>
            </a:r>
          </a:p>
          <a:p>
            <a:r>
              <a:t>      "mode": "verbatim"</a:t>
            </a:r>
          </a:p>
          <a:p>
            <a:r>
              <a:t>    },</a:t>
            </a:r>
          </a:p>
          <a:p>
            <a:r>
              <a:t>    {</a:t>
            </a:r>
          </a:p>
          <a:p>
            <a:r>
              <a:t>      "text": "用語を揃え、同じ資料へ辿れる入口を整える。",</a:t>
            </a:r>
          </a:p>
          <a:p>
            <a:r>
              <a:t>      "refs": [</a:t>
            </a:r>
          </a:p>
          <a:p>
            <a:r>
              <a:t>        {</a:t>
            </a:r>
          </a:p>
          <a:p>
            <a:r>
              <a:t>          "source_id": "s003",</a:t>
            </a:r>
          </a:p>
          <a:p>
            <a:r>
              <a:t>          "quote": "用語を揃え、同じ資料へ辿れる入口を整える。"</a:t>
            </a:r>
          </a:p>
          <a:p>
            <a:r>
              <a:t>        }</a:t>
            </a:r>
          </a:p>
          <a:p>
            <a:r>
              <a:t>      ],</a:t>
            </a:r>
          </a:p>
          <a:p>
            <a:r>
              <a:t>      "mode": "verbatim"</a:t>
            </a:r>
          </a:p>
          <a:p>
            <a:r>
              <a:t>    },</a:t>
            </a:r>
          </a:p>
          <a:p>
            <a:r>
              <a:t>    {</a:t>
            </a:r>
          </a:p>
          <a:p>
            <a:r>
              <a:t>      "text": "根拠まで辿れる",</a:t>
            </a:r>
          </a:p>
          <a:p>
            <a:r>
              <a:t>      "refs": [</a:t>
            </a:r>
          </a:p>
          <a:p>
            <a:r>
              <a:t>        {</a:t>
            </a:r>
          </a:p>
          <a:p>
            <a:r>
              <a:t>          "source_id": "s003",</a:t>
            </a:r>
          </a:p>
          <a:p>
            <a:r>
              <a:t>          "quote": "根拠まで辿れる"</a:t>
            </a:r>
          </a:p>
          <a:p>
            <a:r>
              <a:t>        }</a:t>
            </a:r>
          </a:p>
          <a:p>
            <a:r>
              <a:t>      ],</a:t>
            </a:r>
          </a:p>
          <a:p>
            <a:r>
              <a:t>      "mode": "verbatim"</a:t>
            </a:r>
          </a:p>
          <a:p>
            <a:r>
              <a:t>    },</a:t>
            </a:r>
          </a:p>
          <a:p>
            <a:r>
              <a:t>    {</a:t>
            </a:r>
          </a:p>
          <a:p>
            <a:r>
              <a:t>      "text": "原文の条件と確認日を、要約とともに残す。",</a:t>
            </a:r>
          </a:p>
          <a:p>
            <a:r>
              <a:t>      "refs": [</a:t>
            </a:r>
          </a:p>
          <a:p>
            <a:r>
              <a:t>        {</a:t>
            </a:r>
          </a:p>
          <a:p>
            <a:r>
              <a:t>          "source_id": "s003",</a:t>
            </a:r>
          </a:p>
          <a:p>
            <a:r>
              <a:t>          "quote": "原文の条件と確認日を、要約とともに残す。"</a:t>
            </a:r>
          </a:p>
          <a:p>
            <a:r>
              <a:t>        }</a:t>
            </a:r>
          </a:p>
          <a:p>
            <a:r>
              <a:t>      ],</a:t>
            </a:r>
          </a:p>
          <a:p>
            <a:r>
              <a:t>      "mode": "verbatim"</a:t>
            </a:r>
          </a:p>
          <a:p>
            <a:r>
              <a:t>    }</a:t>
            </a:r>
          </a:p>
          <a:p>
            <a:r>
              <a:t>  ],</a:t>
            </a:r>
          </a:p>
          <a:p>
            <a:r>
              <a:t>  "citations": {</a:t>
            </a:r>
          </a:p>
          <a:p>
            <a:r>
              <a:t>    "s003": "Public MIT sample: original fictional research-sharing design section 1"</a:t>
            </a:r>
          </a:p>
          <a:p>
            <a:r>
              <a:t>  },</a:t>
            </a:r>
          </a:p>
          <a:p>
            <a:r>
              <a:t>  "template_license":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null,</a:t>
            </a:r>
          </a:p>
          <a:p>
            <a:r>
              <a:t>  "catalog": "editorial",</a:t>
            </a:r>
          </a:p>
          <a:p>
            <a:r>
              <a:t>  "family": "cover",</a:t>
            </a:r>
          </a:p>
          <a:p>
            <a:r>
              <a:t>  "structural_variant": "band",</a:t>
            </a:r>
          </a:p>
          <a:p>
            <a:r>
              <a:t>  "repetition_reason": "Catalog inventory: adjacent entries intentionally show every count/orientation for comparison; this is not a presentation sequence.",</a:t>
            </a:r>
          </a:p>
          <a:p>
            <a:r>
              <a:t>  "images": {},</a:t>
            </a:r>
          </a:p>
          <a:p>
            <a:r>
              <a:t>  "template_sha256": "9b7ad760df0a705cec748b2f5b1fcd3463aebc389e05d9409a1499fcbaf0fc57"</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"slide004",</a:t>
            </a:r>
          </a:p>
          <a:p>
            <a:r>
              <a:t>  "origin": "catalog",</a:t>
            </a:r>
          </a:p>
          <a:p>
            <a:r>
              <a:t>  "layout_id": "ed_takeaway_left_3",</a:t>
            </a:r>
          </a:p>
          <a:p>
            <a:r>
              <a:t>  "variant": "warm",</a:t>
            </a:r>
          </a:p>
          <a:p>
            <a:r>
              <a:t>  "rationale": "Public template fixture; short fictional slot content; no private data.",</a:t>
            </a:r>
          </a:p>
          <a:p>
            <a:r>
              <a:t>  "source_sha256": "c38e01dcb14540e486d5a11ff7b07b6cff9547c6a27e869e7c53a02aada60e2d",</a:t>
            </a:r>
          </a:p>
          <a:p>
            <a:r>
              <a:t>  "evidence": [</a:t>
            </a:r>
          </a:p>
          <a:p>
            <a:r>
              <a:t>    {</a:t>
            </a:r>
          </a:p>
          <a:p>
            <a:r>
              <a:t>      "text": "社内ナレッジを探しやすくする条件",</a:t>
            </a:r>
          </a:p>
          <a:p>
            <a:r>
              <a:t>      "refs": [</a:t>
            </a:r>
          </a:p>
          <a:p>
            <a:r>
              <a:t>        {</a:t>
            </a:r>
          </a:p>
          <a:p>
            <a:r>
              <a:t>          "source_id": "s004",</a:t>
            </a:r>
          </a:p>
          <a:p>
            <a:r>
              <a:t>          "quote": "社内ナレッジを探しやすくする条件"</a:t>
            </a:r>
          </a:p>
          <a:p>
            <a:r>
              <a:t>        }</a:t>
            </a:r>
          </a:p>
          <a:p>
            <a:r>
              <a:t>      ],</a:t>
            </a:r>
          </a:p>
          <a:p>
            <a:r>
              <a:t>      "mode": "verbatim"</a:t>
            </a:r>
          </a:p>
          <a:p>
            <a:r>
              <a:t>    },</a:t>
            </a:r>
          </a:p>
          <a:p>
            <a:r>
              <a:t>    {</a:t>
            </a:r>
          </a:p>
          <a:p>
            <a:r>
              <a:t>      "text": "架空の社内調査。運用条件を整理した所見であり、効果を実証したものではない。",</a:t>
            </a:r>
          </a:p>
          <a:p>
            <a:r>
              <a:t>      "refs": [</a:t>
            </a:r>
          </a:p>
          <a:p>
            <a:r>
              <a:t>        {</a:t>
            </a:r>
          </a:p>
          <a:p>
            <a:r>
              <a:t>          "source_id": "s004",</a:t>
            </a:r>
          </a:p>
          <a:p>
            <a:r>
              <a:t>          "quote": "架空の社内調査。運用条件を整理した所見であり、効果を実証したものではない。"</a:t>
            </a:r>
          </a:p>
          <a:p>
            <a:r>
              <a:t>        }</a:t>
            </a:r>
          </a:p>
          <a:p>
            <a:r>
              <a:t>      ],</a:t>
            </a:r>
          </a:p>
          <a:p>
            <a:r>
              <a:t>      "mode": "verbatim"</a:t>
            </a:r>
          </a:p>
          <a:p>
            <a:r>
              <a:t>    },</a:t>
            </a:r>
          </a:p>
          <a:p>
            <a:r>
              <a:t>    {</a:t>
            </a:r>
          </a:p>
          <a:p>
            <a:r>
              <a:t>      "text": "検索の入口だけでなく、根拠と更新責任を一緒に設計する",</a:t>
            </a:r>
          </a:p>
          <a:p>
            <a:r>
              <a:t>      "refs": [</a:t>
            </a:r>
          </a:p>
          <a:p>
            <a:r>
              <a:t>        {</a:t>
            </a:r>
          </a:p>
          <a:p>
            <a:r>
              <a:t>          "source_id": "s004",</a:t>
            </a:r>
          </a:p>
          <a:p>
            <a:r>
              <a:t>          "quote": "検索の入口だけでなく、根拠と更新責任を一緒に設計する"</a:t>
            </a:r>
          </a:p>
          <a:p>
            <a:r>
              <a:t>        }</a:t>
            </a:r>
          </a:p>
          <a:p>
            <a:r>
              <a:t>      ],</a:t>
            </a:r>
          </a:p>
          <a:p>
            <a:r>
              <a:t>      "mode": "verbatim"</a:t>
            </a:r>
          </a:p>
          <a:p>
            <a:r>
              <a:t>    },</a:t>
            </a:r>
          </a:p>
          <a:p>
            <a:r>
              <a:t>    {</a:t>
            </a:r>
          </a:p>
          <a:p>
            <a:r>
              <a:t>      "text": "検索入口を揃える",</a:t>
            </a:r>
          </a:p>
          <a:p>
            <a:r>
              <a:t>      "refs": [</a:t>
            </a:r>
          </a:p>
          <a:p>
            <a:r>
              <a:t>        {</a:t>
            </a:r>
          </a:p>
          <a:p>
            <a:r>
              <a:t>          "source_id": "s004",</a:t>
            </a:r>
          </a:p>
          <a:p>
            <a:r>
              <a:t>          "quote": "検索入口を揃える"</a:t>
            </a:r>
          </a:p>
          <a:p>
            <a:r>
              <a:t>        }</a:t>
            </a:r>
          </a:p>
          <a:p>
            <a:r>
              <a:t>      ],</a:t>
            </a:r>
          </a:p>
          <a:p>
            <a:r>
              <a:t>      "mode": "verbatim"</a:t>
            </a:r>
          </a:p>
          <a:p>
            <a:r>
              <a:t>    },</a:t>
            </a:r>
          </a:p>
          <a:p>
            <a:r>
              <a:t>    {</a:t>
            </a:r>
          </a:p>
          <a:p>
            <a:r>
              <a:t>      "text": "用語を揃え、同じ資料へ辿れる入口を整える。",</a:t>
            </a:r>
          </a:p>
          <a:p>
            <a:r>
              <a:t>      "refs": [</a:t>
            </a:r>
          </a:p>
          <a:p>
            <a:r>
              <a:t>        {</a:t>
            </a:r>
          </a:p>
          <a:p>
            <a:r>
              <a:t>          "source_id": "s004",</a:t>
            </a:r>
          </a:p>
          <a:p>
            <a:r>
              <a:t>          "quote": "用語を揃え、同じ資料へ辿れる入口を整える。"</a:t>
            </a:r>
          </a:p>
          <a:p>
            <a:r>
              <a:t>        }</a:t>
            </a:r>
          </a:p>
          <a:p>
            <a:r>
              <a:t>      ],</a:t>
            </a:r>
          </a:p>
          <a:p>
            <a:r>
              <a:t>      "mode": "verbatim"</a:t>
            </a:r>
          </a:p>
          <a:p>
            <a:r>
              <a:t>    },</a:t>
            </a:r>
          </a:p>
          <a:p>
            <a:r>
              <a:t>    {</a:t>
            </a:r>
          </a:p>
          <a:p>
            <a:r>
              <a:t>      "text": "根拠まで辿れる",</a:t>
            </a:r>
          </a:p>
          <a:p>
            <a:r>
              <a:t>      "refs": [</a:t>
            </a:r>
          </a:p>
          <a:p>
            <a:r>
              <a:t>        {</a:t>
            </a:r>
          </a:p>
          <a:p>
            <a:r>
              <a:t>          "source_id": "s004",</a:t>
            </a:r>
          </a:p>
          <a:p>
            <a:r>
              <a:t>          "quote": "根拠まで辿れる"</a:t>
            </a:r>
          </a:p>
          <a:p>
            <a:r>
              <a:t>        }</a:t>
            </a:r>
          </a:p>
          <a:p>
            <a:r>
              <a:t>      ],</a:t>
            </a:r>
          </a:p>
          <a:p>
            <a:r>
              <a:t>      "mode": "verbatim"</a:t>
            </a:r>
          </a:p>
          <a:p>
            <a:r>
              <a:t>    },</a:t>
            </a:r>
          </a:p>
          <a:p>
            <a:r>
              <a:t>    {</a:t>
            </a:r>
          </a:p>
          <a:p>
            <a:r>
              <a:t>      "text": "原文の条件と確認日を、要約とともに残す。",</a:t>
            </a:r>
          </a:p>
          <a:p>
            <a:r>
              <a:t>      "refs": [</a:t>
            </a:r>
          </a:p>
          <a:p>
            <a:r>
              <a:t>        {</a:t>
            </a:r>
          </a:p>
          <a:p>
            <a:r>
              <a:t>          "source_id": "s004",</a:t>
            </a:r>
          </a:p>
          <a:p>
            <a:r>
              <a:t>          "quote": "原文の条件と確認日を、要約とともに残す。"</a:t>
            </a:r>
          </a:p>
          <a:p>
            <a:r>
              <a:t>        }</a:t>
            </a:r>
          </a:p>
          <a:p>
            <a:r>
              <a:t>      ],</a:t>
            </a:r>
          </a:p>
          <a:p>
            <a:r>
              <a:t>      "mode": "verbatim"</a:t>
            </a:r>
          </a:p>
          <a:p>
            <a:r>
              <a:t>    },</a:t>
            </a:r>
          </a:p>
          <a:p>
            <a:r>
              <a:t>    {</a:t>
            </a:r>
          </a:p>
          <a:p>
            <a:r>
              <a:t>      "text": "更新範囲を決める",</a:t>
            </a:r>
          </a:p>
          <a:p>
            <a:r>
              <a:t>      "refs": [</a:t>
            </a:r>
          </a:p>
          <a:p>
            <a:r>
              <a:t>        {</a:t>
            </a:r>
          </a:p>
          <a:p>
            <a:r>
              <a:t>          "source_id": "s004",</a:t>
            </a:r>
          </a:p>
          <a:p>
            <a:r>
              <a:t>          "quote": "更新範囲を決める"</a:t>
            </a:r>
          </a:p>
          <a:p>
            <a:r>
              <a:t>        }</a:t>
            </a:r>
          </a:p>
          <a:p>
            <a:r>
              <a:t>      ],</a:t>
            </a:r>
          </a:p>
          <a:p>
            <a:r>
              <a:t>      "mode": "verbatim"</a:t>
            </a:r>
          </a:p>
          <a:p>
            <a:r>
              <a:t>    },</a:t>
            </a:r>
          </a:p>
          <a:p>
            <a:r>
              <a:t>    {</a:t>
            </a:r>
          </a:p>
          <a:p>
            <a:r>
              <a:t>      "text": "変更頻度に応じて担当と再確認の時期を決める。",</a:t>
            </a:r>
          </a:p>
          <a:p>
            <a:r>
              <a:t>      "refs": [</a:t>
            </a:r>
          </a:p>
          <a:p>
            <a:r>
              <a:t>        {</a:t>
            </a:r>
          </a:p>
          <a:p>
            <a:r>
              <a:t>          "source_id": "s004",</a:t>
            </a:r>
          </a:p>
          <a:p>
            <a:r>
              <a:t>          "quote": "変更頻度に応じて担当と再確認の時期を決める。"</a:t>
            </a:r>
          </a:p>
          <a:p>
            <a:r>
              <a:t>        }</a:t>
            </a:r>
          </a:p>
          <a:p>
            <a:r>
              <a:t>      ],</a:t>
            </a:r>
          </a:p>
          <a:p>
            <a:r>
              <a:t>      "mode": "verbatim"</a:t>
            </a:r>
          </a:p>
          <a:p>
            <a:r>
              <a:t>    }</a:t>
            </a:r>
          </a:p>
          <a:p>
            <a:r>
              <a:t>  ],</a:t>
            </a:r>
          </a:p>
          <a:p>
            <a:r>
              <a:t>  "citations": {</a:t>
            </a:r>
          </a:p>
          <a:p>
            <a:r>
              <a:t>    "s004": "Public MIT sample: original fictional research-sharing design section 1"</a:t>
            </a:r>
          </a:p>
          <a:p>
            <a:r>
              <a:t>  },</a:t>
            </a:r>
          </a:p>
          <a:p>
            <a:r>
              <a:t>  "template_license":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null,</a:t>
            </a:r>
          </a:p>
          <a:p>
            <a:r>
              <a:t>  "catalog": "editorial",</a:t>
            </a:r>
          </a:p>
          <a:p>
            <a:r>
              <a:t>  "family": "takeaway",</a:t>
            </a:r>
          </a:p>
          <a:p>
            <a:r>
              <a:t>  "structural_variant": "left",</a:t>
            </a:r>
          </a:p>
          <a:p>
            <a:r>
              <a:t>  "repetition_reason": "Catalog inventory: adjacent entries intentionally show every count/orientation for comparison; this is not a presentation sequence.",</a:t>
            </a:r>
          </a:p>
          <a:p>
            <a:r>
              <a:t>  "images": {},</a:t>
            </a:r>
          </a:p>
          <a:p>
            <a:r>
              <a:t>  "template_sha256": "936bb544be8057fc8b34710fc031c4fc95d502c1fe204b5256bab8d86c53d9f6"</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"slide005",</a:t>
            </a:r>
          </a:p>
          <a:p>
            <a:r>
              <a:t>  "origin": "catalog",</a:t>
            </a:r>
          </a:p>
          <a:p>
            <a:r>
              <a:t>  "layout_id": "ed_takeaway_right_3",</a:t>
            </a:r>
          </a:p>
          <a:p>
            <a:r>
              <a:t>  "variant": "warm",</a:t>
            </a:r>
          </a:p>
          <a:p>
            <a:r>
              <a:t>  "rationale": "Public template fixture; short fictional slot content; no private data.",</a:t>
            </a:r>
          </a:p>
          <a:p>
            <a:r>
              <a:t>  "source_sha256": "c38e01dcb14540e486d5a11ff7b07b6cff9547c6a27e869e7c53a02aada60e2d",</a:t>
            </a:r>
          </a:p>
          <a:p>
            <a:r>
              <a:t>  "evidence": [</a:t>
            </a:r>
          </a:p>
          <a:p>
            <a:r>
              <a:t>    {</a:t>
            </a:r>
          </a:p>
          <a:p>
            <a:r>
              <a:t>      "text": "社内ナレッジを探しやすくする条件",</a:t>
            </a:r>
          </a:p>
          <a:p>
            <a:r>
              <a:t>      "refs": [</a:t>
            </a:r>
          </a:p>
          <a:p>
            <a:r>
              <a:t>        {</a:t>
            </a:r>
          </a:p>
          <a:p>
            <a:r>
              <a:t>          "source_id": "s005",</a:t>
            </a:r>
          </a:p>
          <a:p>
            <a:r>
              <a:t>          "quote": "社内ナレッジを探しやすくする条件"</a:t>
            </a:r>
          </a:p>
          <a:p>
            <a:r>
              <a:t>        }</a:t>
            </a:r>
          </a:p>
          <a:p>
            <a:r>
              <a:t>      ],</a:t>
            </a:r>
          </a:p>
          <a:p>
            <a:r>
              <a:t>      "mode": "verbatim"</a:t>
            </a:r>
          </a:p>
          <a:p>
            <a:r>
              <a:t>    },</a:t>
            </a:r>
          </a:p>
          <a:p>
            <a:r>
              <a:t>    {</a:t>
            </a:r>
          </a:p>
          <a:p>
            <a:r>
              <a:t>      "text": "架空の社内調査。運用条件を整理した所見であり、効果を実証したものではない。",</a:t>
            </a:r>
          </a:p>
          <a:p>
            <a:r>
              <a:t>      "refs": [</a:t>
            </a:r>
          </a:p>
          <a:p>
            <a:r>
              <a:t>        {</a:t>
            </a:r>
          </a:p>
          <a:p>
            <a:r>
              <a:t>          "source_id": "s005",</a:t>
            </a:r>
          </a:p>
          <a:p>
            <a:r>
              <a:t>          "quote": "架空の社内調査。運用条件を整理した所見であり、効果を実証したものではない。"</a:t>
            </a:r>
          </a:p>
          <a:p>
            <a:r>
              <a:t>        }</a:t>
            </a:r>
          </a:p>
          <a:p>
            <a:r>
              <a:t>      ],</a:t>
            </a:r>
          </a:p>
          <a:p>
            <a:r>
              <a:t>      "mode": "verbatim"</a:t>
            </a:r>
          </a:p>
          <a:p>
            <a:r>
              <a:t>    },</a:t>
            </a:r>
          </a:p>
          <a:p>
            <a:r>
              <a:t>    {</a:t>
            </a:r>
          </a:p>
          <a:p>
            <a:r>
              <a:t>      "text": "検索の入口だけでなく、根拠と更新責任を一緒に設計する",</a:t>
            </a:r>
          </a:p>
          <a:p>
            <a:r>
              <a:t>      "refs": [</a:t>
            </a:r>
          </a:p>
          <a:p>
            <a:r>
              <a:t>        {</a:t>
            </a:r>
          </a:p>
          <a:p>
            <a:r>
              <a:t>          "source_id": "s005",</a:t>
            </a:r>
          </a:p>
          <a:p>
            <a:r>
              <a:t>          "quote": "検索の入口だけでなく、根拠と更新責任を一緒に設計する"</a:t>
            </a:r>
          </a:p>
          <a:p>
            <a:r>
              <a:t>        }</a:t>
            </a:r>
          </a:p>
          <a:p>
            <a:r>
              <a:t>      ],</a:t>
            </a:r>
          </a:p>
          <a:p>
            <a:r>
              <a:t>      "mode": "verbatim"</a:t>
            </a:r>
          </a:p>
          <a:p>
            <a:r>
              <a:t>    },</a:t>
            </a:r>
          </a:p>
          <a:p>
            <a:r>
              <a:t>    {</a:t>
            </a:r>
          </a:p>
          <a:p>
            <a:r>
              <a:t>      "text": "検索入口を揃える",</a:t>
            </a:r>
          </a:p>
          <a:p>
            <a:r>
              <a:t>      "refs": [</a:t>
            </a:r>
          </a:p>
          <a:p>
            <a:r>
              <a:t>        {</a:t>
            </a:r>
          </a:p>
          <a:p>
            <a:r>
              <a:t>          "source_id": "s005",</a:t>
            </a:r>
          </a:p>
          <a:p>
            <a:r>
              <a:t>          "quote": "検索入口を揃える"</a:t>
            </a:r>
          </a:p>
          <a:p>
            <a:r>
              <a:t>        }</a:t>
            </a:r>
          </a:p>
          <a:p>
            <a:r>
              <a:t>      ],</a:t>
            </a:r>
          </a:p>
          <a:p>
            <a:r>
              <a:t>      "mode": "verbatim"</a:t>
            </a:r>
          </a:p>
          <a:p>
            <a:r>
              <a:t>    },</a:t>
            </a:r>
          </a:p>
          <a:p>
            <a:r>
              <a:t>    {</a:t>
            </a:r>
          </a:p>
          <a:p>
            <a:r>
              <a:t>      "text": "用語を揃え、同じ資料へ辿れる入口を整える。",</a:t>
            </a:r>
          </a:p>
          <a:p>
            <a:r>
              <a:t>      "refs": [</a:t>
            </a:r>
          </a:p>
          <a:p>
            <a:r>
              <a:t>        {</a:t>
            </a:r>
          </a:p>
          <a:p>
            <a:r>
              <a:t>          "source_id": "s005",</a:t>
            </a:r>
          </a:p>
          <a:p>
            <a:r>
              <a:t>          "quote": "用語を揃え、同じ資料へ辿れる入口を整える。"</a:t>
            </a:r>
          </a:p>
          <a:p>
            <a:r>
              <a:t>        }</a:t>
            </a:r>
          </a:p>
          <a:p>
            <a:r>
              <a:t>      ],</a:t>
            </a:r>
          </a:p>
          <a:p>
            <a:r>
              <a:t>      "mode": "verbatim"</a:t>
            </a:r>
          </a:p>
          <a:p>
            <a:r>
              <a:t>    },</a:t>
            </a:r>
          </a:p>
          <a:p>
            <a:r>
              <a:t>    {</a:t>
            </a:r>
          </a:p>
          <a:p>
            <a:r>
              <a:t>      "text": "根拠まで辿れる",</a:t>
            </a:r>
          </a:p>
          <a:p>
            <a:r>
              <a:t>      "refs": [</a:t>
            </a:r>
          </a:p>
          <a:p>
            <a:r>
              <a:t>        {</a:t>
            </a:r>
          </a:p>
          <a:p>
            <a:r>
              <a:t>          "source_id": "s005",</a:t>
            </a:r>
          </a:p>
          <a:p>
            <a:r>
              <a:t>          "quote": "根拠まで辿れる"</a:t>
            </a:r>
          </a:p>
          <a:p>
            <a:r>
              <a:t>        }</a:t>
            </a:r>
          </a:p>
          <a:p>
            <a:r>
              <a:t>      ],</a:t>
            </a:r>
          </a:p>
          <a:p>
            <a:r>
              <a:t>      "mode": "verbatim"</a:t>
            </a:r>
          </a:p>
          <a:p>
            <a:r>
              <a:t>    },</a:t>
            </a:r>
          </a:p>
          <a:p>
            <a:r>
              <a:t>    {</a:t>
            </a:r>
          </a:p>
          <a:p>
            <a:r>
              <a:t>      "text": "原文の条件と確認日を、要約とともに残す。",</a:t>
            </a:r>
          </a:p>
          <a:p>
            <a:r>
              <a:t>      "refs": [</a:t>
            </a:r>
          </a:p>
          <a:p>
            <a:r>
              <a:t>        {</a:t>
            </a:r>
          </a:p>
          <a:p>
            <a:r>
              <a:t>          "source_id": "s005",</a:t>
            </a:r>
          </a:p>
          <a:p>
            <a:r>
              <a:t>          "quote": "原文の条件と確認日を、要約とともに残す。"</a:t>
            </a:r>
          </a:p>
          <a:p>
            <a:r>
              <a:t>        }</a:t>
            </a:r>
          </a:p>
          <a:p>
            <a:r>
              <a:t>      ],</a:t>
            </a:r>
          </a:p>
          <a:p>
            <a:r>
              <a:t>      "mode": "verbatim"</a:t>
            </a:r>
          </a:p>
          <a:p>
            <a:r>
              <a:t>    },</a:t>
            </a:r>
          </a:p>
          <a:p>
            <a:r>
              <a:t>    {</a:t>
            </a:r>
          </a:p>
          <a:p>
            <a:r>
              <a:t>      "text": "更新範囲を決める",</a:t>
            </a:r>
          </a:p>
          <a:p>
            <a:r>
              <a:t>      "refs": [</a:t>
            </a:r>
          </a:p>
          <a:p>
            <a:r>
              <a:t>        {</a:t>
            </a:r>
          </a:p>
          <a:p>
            <a:r>
              <a:t>          "source_id": "s005",</a:t>
            </a:r>
          </a:p>
          <a:p>
            <a:r>
              <a:t>          "quote": "更新範囲を決める"</a:t>
            </a:r>
          </a:p>
          <a:p>
            <a:r>
              <a:t>        }</a:t>
            </a:r>
          </a:p>
          <a:p>
            <a:r>
              <a:t>      ],</a:t>
            </a:r>
          </a:p>
          <a:p>
            <a:r>
              <a:t>      "mode": "verbatim"</a:t>
            </a:r>
          </a:p>
          <a:p>
            <a:r>
              <a:t>    },</a:t>
            </a:r>
          </a:p>
          <a:p>
            <a:r>
              <a:t>    {</a:t>
            </a:r>
          </a:p>
          <a:p>
            <a:r>
              <a:t>      "text": "変更頻度に応じて担当と再確認の時期を決める。",</a:t>
            </a:r>
          </a:p>
          <a:p>
            <a:r>
              <a:t>      "refs": [</a:t>
            </a:r>
          </a:p>
          <a:p>
            <a:r>
              <a:t>        {</a:t>
            </a:r>
          </a:p>
          <a:p>
            <a:r>
              <a:t>          "source_id": "s005",</a:t>
            </a:r>
          </a:p>
          <a:p>
            <a:r>
              <a:t>          "quote": "変更頻度に応じて担当と再確認の時期を決める。"</a:t>
            </a:r>
          </a:p>
          <a:p>
            <a:r>
              <a:t>        }</a:t>
            </a:r>
          </a:p>
          <a:p>
            <a:r>
              <a:t>      ],</a:t>
            </a:r>
          </a:p>
          <a:p>
            <a:r>
              <a:t>      "mode": "verbatim"</a:t>
            </a:r>
          </a:p>
          <a:p>
            <a:r>
              <a:t>    }</a:t>
            </a:r>
          </a:p>
          <a:p>
            <a:r>
              <a:t>  ],</a:t>
            </a:r>
          </a:p>
          <a:p>
            <a:r>
              <a:t>  "citations": {</a:t>
            </a:r>
          </a:p>
          <a:p>
            <a:r>
              <a:t>    "s005": "Public MIT sample: original fictional research-sharing design section 1"</a:t>
            </a:r>
          </a:p>
          <a:p>
            <a:r>
              <a:t>  },</a:t>
            </a:r>
          </a:p>
          <a:p>
            <a:r>
              <a:t>  "template_license":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null,</a:t>
            </a:r>
          </a:p>
          <a:p>
            <a:r>
              <a:t>  "catalog": "editorial",</a:t>
            </a:r>
          </a:p>
          <a:p>
            <a:r>
              <a:t>  "family": "takeaway",</a:t>
            </a:r>
          </a:p>
          <a:p>
            <a:r>
              <a:t>  "structural_variant": "right",</a:t>
            </a:r>
          </a:p>
          <a:p>
            <a:r>
              <a:t>  "repetition_reason": "Catalog inventory: adjacent entries intentionally show every count/orientation for comparison; this is not a presentation sequence.",</a:t>
            </a:r>
          </a:p>
          <a:p>
            <a:r>
              <a:t>  "images": {},</a:t>
            </a:r>
          </a:p>
          <a:p>
            <a:r>
              <a:t>  "template_sha256": "e75f4eea352e2c2c6384edecead129d3b361aeb5cb47a337d46d39fa729af0b1"</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"slide006",</a:t>
            </a:r>
          </a:p>
          <a:p>
            <a:r>
              <a:t>  "origin": "catalog",</a:t>
            </a:r>
          </a:p>
          <a:p>
            <a:r>
              <a:t>  "layout_id": "ed_takeaway_top_3",</a:t>
            </a:r>
          </a:p>
          <a:p>
            <a:r>
              <a:t>  "variant": "warm",</a:t>
            </a:r>
          </a:p>
          <a:p>
            <a:r>
              <a:t>  "rationale": "Public template fixture; short fictional slot content; no private data.",</a:t>
            </a:r>
          </a:p>
          <a:p>
            <a:r>
              <a:t>  "source_sha256": "c38e01dcb14540e486d5a11ff7b07b6cff9547c6a27e869e7c53a02aada60e2d",</a:t>
            </a:r>
          </a:p>
          <a:p>
            <a:r>
              <a:t>  "evidence": [</a:t>
            </a:r>
          </a:p>
          <a:p>
            <a:r>
              <a:t>    {</a:t>
            </a:r>
          </a:p>
          <a:p>
            <a:r>
              <a:t>      "text": "社内ナレッジを探しやすくする条件",</a:t>
            </a:r>
          </a:p>
          <a:p>
            <a:r>
              <a:t>      "refs": [</a:t>
            </a:r>
          </a:p>
          <a:p>
            <a:r>
              <a:t>        {</a:t>
            </a:r>
          </a:p>
          <a:p>
            <a:r>
              <a:t>          "source_id": "s006",</a:t>
            </a:r>
          </a:p>
          <a:p>
            <a:r>
              <a:t>          "quote": "社内ナレッジを探しやすくする条件"</a:t>
            </a:r>
          </a:p>
          <a:p>
            <a:r>
              <a:t>        }</a:t>
            </a:r>
          </a:p>
          <a:p>
            <a:r>
              <a:t>      ],</a:t>
            </a:r>
          </a:p>
          <a:p>
            <a:r>
              <a:t>      "mode": "verbatim"</a:t>
            </a:r>
          </a:p>
          <a:p>
            <a:r>
              <a:t>    },</a:t>
            </a:r>
          </a:p>
          <a:p>
            <a:r>
              <a:t>    {</a:t>
            </a:r>
          </a:p>
          <a:p>
            <a:r>
              <a:t>      "text": "架空の社内調査。運用条件を整理した所見であり、効果を実証したものではない。",</a:t>
            </a:r>
          </a:p>
          <a:p>
            <a:r>
              <a:t>      "refs": [</a:t>
            </a:r>
          </a:p>
          <a:p>
            <a:r>
              <a:t>        {</a:t>
            </a:r>
          </a:p>
          <a:p>
            <a:r>
              <a:t>          "source_id": "s006",</a:t>
            </a:r>
          </a:p>
          <a:p>
            <a:r>
              <a:t>          "quote": "架空の社内調査。運用条件を整理した所見であり、効果を実証したものではない。"</a:t>
            </a:r>
          </a:p>
          <a:p>
            <a:r>
              <a:t>        }</a:t>
            </a:r>
          </a:p>
          <a:p>
            <a:r>
              <a:t>      ],</a:t>
            </a:r>
          </a:p>
          <a:p>
            <a:r>
              <a:t>      "mode": "verbatim"</a:t>
            </a:r>
          </a:p>
          <a:p>
            <a:r>
              <a:t>    },</a:t>
            </a:r>
          </a:p>
          <a:p>
            <a:r>
              <a:t>    {</a:t>
            </a:r>
          </a:p>
          <a:p>
            <a:r>
              <a:t>      "text": "検索の入口だけでなく、根拠と更新責任を一緒に設計する",</a:t>
            </a:r>
          </a:p>
          <a:p>
            <a:r>
              <a:t>      "refs": [</a:t>
            </a:r>
          </a:p>
          <a:p>
            <a:r>
              <a:t>        {</a:t>
            </a:r>
          </a:p>
          <a:p>
            <a:r>
              <a:t>          "source_id": "s006",</a:t>
            </a:r>
          </a:p>
          <a:p>
            <a:r>
              <a:t>          "quote": "検索の入口だけでなく、根拠と更新責任を一緒に設計する"</a:t>
            </a:r>
          </a:p>
          <a:p>
            <a:r>
              <a:t>        }</a:t>
            </a:r>
          </a:p>
          <a:p>
            <a:r>
              <a:t>      ],</a:t>
            </a:r>
          </a:p>
          <a:p>
            <a:r>
              <a:t>      "mode": "verbatim"</a:t>
            </a:r>
          </a:p>
          <a:p>
            <a:r>
              <a:t>    },</a:t>
            </a:r>
          </a:p>
          <a:p>
            <a:r>
              <a:t>    {</a:t>
            </a:r>
          </a:p>
          <a:p>
            <a:r>
              <a:t>      "text": "検索入口を揃える",</a:t>
            </a:r>
          </a:p>
          <a:p>
            <a:r>
              <a:t>      "refs": [</a:t>
            </a:r>
          </a:p>
          <a:p>
            <a:r>
              <a:t>        {</a:t>
            </a:r>
          </a:p>
          <a:p>
            <a:r>
              <a:t>          "source_id": "s006",</a:t>
            </a:r>
          </a:p>
          <a:p>
            <a:r>
              <a:t>          "quote": "検索入口を揃える"</a:t>
            </a:r>
          </a:p>
          <a:p>
            <a:r>
              <a:t>        }</a:t>
            </a:r>
          </a:p>
          <a:p>
            <a:r>
              <a:t>      ],</a:t>
            </a:r>
          </a:p>
          <a:p>
            <a:r>
              <a:t>      "mode": "verbatim"</a:t>
            </a:r>
          </a:p>
          <a:p>
            <a:r>
              <a:t>    },</a:t>
            </a:r>
          </a:p>
          <a:p>
            <a:r>
              <a:t>    {</a:t>
            </a:r>
          </a:p>
          <a:p>
            <a:r>
              <a:t>      "text": "用語を揃え、同じ資料へ辿れる入口を整える。",</a:t>
            </a:r>
          </a:p>
          <a:p>
            <a:r>
              <a:t>      "refs": [</a:t>
            </a:r>
          </a:p>
          <a:p>
            <a:r>
              <a:t>        {</a:t>
            </a:r>
          </a:p>
          <a:p>
            <a:r>
              <a:t>          "source_id": "s006",</a:t>
            </a:r>
          </a:p>
          <a:p>
            <a:r>
              <a:t>          "quote": "用語を揃え、同じ資料へ辿れる入口を整える。"</a:t>
            </a:r>
          </a:p>
          <a:p>
            <a:r>
              <a:t>        }</a:t>
            </a:r>
          </a:p>
          <a:p>
            <a:r>
              <a:t>      ],</a:t>
            </a:r>
          </a:p>
          <a:p>
            <a:r>
              <a:t>      "mode": "verbatim"</a:t>
            </a:r>
          </a:p>
          <a:p>
            <a:r>
              <a:t>    },</a:t>
            </a:r>
          </a:p>
          <a:p>
            <a:r>
              <a:t>    {</a:t>
            </a:r>
          </a:p>
          <a:p>
            <a:r>
              <a:t>      "text": "根拠まで辿れる",</a:t>
            </a:r>
          </a:p>
          <a:p>
            <a:r>
              <a:t>      "refs": [</a:t>
            </a:r>
          </a:p>
          <a:p>
            <a:r>
              <a:t>        {</a:t>
            </a:r>
          </a:p>
          <a:p>
            <a:r>
              <a:t>          "source_id": "s006",</a:t>
            </a:r>
          </a:p>
          <a:p>
            <a:r>
              <a:t>          "quote": "根拠まで辿れる"</a:t>
            </a:r>
          </a:p>
          <a:p>
            <a:r>
              <a:t>        }</a:t>
            </a:r>
          </a:p>
          <a:p>
            <a:r>
              <a:t>      ],</a:t>
            </a:r>
          </a:p>
          <a:p>
            <a:r>
              <a:t>      "mode": "verbatim"</a:t>
            </a:r>
          </a:p>
          <a:p>
            <a:r>
              <a:t>    },</a:t>
            </a:r>
          </a:p>
          <a:p>
            <a:r>
              <a:t>    {</a:t>
            </a:r>
          </a:p>
          <a:p>
            <a:r>
              <a:t>      "text": "原文の条件と確認日を、要約とともに残す。",</a:t>
            </a:r>
          </a:p>
          <a:p>
            <a:r>
              <a:t>      "refs": [</a:t>
            </a:r>
          </a:p>
          <a:p>
            <a:r>
              <a:t>        {</a:t>
            </a:r>
          </a:p>
          <a:p>
            <a:r>
              <a:t>          "source_id": "s006",</a:t>
            </a:r>
          </a:p>
          <a:p>
            <a:r>
              <a:t>          "quote": "原文の条件と確認日を、要約とともに残す。"</a:t>
            </a:r>
          </a:p>
          <a:p>
            <a:r>
              <a:t>        }</a:t>
            </a:r>
          </a:p>
          <a:p>
            <a:r>
              <a:t>      ],</a:t>
            </a:r>
          </a:p>
          <a:p>
            <a:r>
              <a:t>      "mode": "verbatim"</a:t>
            </a:r>
          </a:p>
          <a:p>
            <a:r>
              <a:t>    },</a:t>
            </a:r>
          </a:p>
          <a:p>
            <a:r>
              <a:t>    {</a:t>
            </a:r>
          </a:p>
          <a:p>
            <a:r>
              <a:t>      "text": "更新範囲を決める",</a:t>
            </a:r>
          </a:p>
          <a:p>
            <a:r>
              <a:t>      "refs": [</a:t>
            </a:r>
          </a:p>
          <a:p>
            <a:r>
              <a:t>        {</a:t>
            </a:r>
          </a:p>
          <a:p>
            <a:r>
              <a:t>          "source_id": "s006",</a:t>
            </a:r>
          </a:p>
          <a:p>
            <a:r>
              <a:t>          "quote": "更新範囲を決める"</a:t>
            </a:r>
          </a:p>
          <a:p>
            <a:r>
              <a:t>        }</a:t>
            </a:r>
          </a:p>
          <a:p>
            <a:r>
              <a:t>      ],</a:t>
            </a:r>
          </a:p>
          <a:p>
            <a:r>
              <a:t>      "mode": "verbatim"</a:t>
            </a:r>
          </a:p>
          <a:p>
            <a:r>
              <a:t>    },</a:t>
            </a:r>
          </a:p>
          <a:p>
            <a:r>
              <a:t>    {</a:t>
            </a:r>
          </a:p>
          <a:p>
            <a:r>
              <a:t>      "text": "変更頻度に応じて担当と再確認の時期を決める。",</a:t>
            </a:r>
          </a:p>
          <a:p>
            <a:r>
              <a:t>      "refs": [</a:t>
            </a:r>
          </a:p>
          <a:p>
            <a:r>
              <a:t>        {</a:t>
            </a:r>
          </a:p>
          <a:p>
            <a:r>
              <a:t>          "source_id": "s006",</a:t>
            </a:r>
          </a:p>
          <a:p>
            <a:r>
              <a:t>          "quote": "変更頻度に応じて担当と再確認の時期を決める。"</a:t>
            </a:r>
          </a:p>
          <a:p>
            <a:r>
              <a:t>        }</a:t>
            </a:r>
          </a:p>
          <a:p>
            <a:r>
              <a:t>      ],</a:t>
            </a:r>
          </a:p>
          <a:p>
            <a:r>
              <a:t>      "mode": "verbatim"</a:t>
            </a:r>
          </a:p>
          <a:p>
            <a:r>
              <a:t>    }</a:t>
            </a:r>
          </a:p>
          <a:p>
            <a:r>
              <a:t>  ],</a:t>
            </a:r>
          </a:p>
          <a:p>
            <a:r>
              <a:t>  "citations": {</a:t>
            </a:r>
          </a:p>
          <a:p>
            <a:r>
              <a:t>    "s006": "Public MIT sample: original fictional research-sharing design section 1"</a:t>
            </a:r>
          </a:p>
          <a:p>
            <a:r>
              <a:t>  },</a:t>
            </a:r>
          </a:p>
          <a:p>
            <a:r>
              <a:t>  "template_license":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null,</a:t>
            </a:r>
          </a:p>
          <a:p>
            <a:r>
              <a:t>  "catalog": "editorial",</a:t>
            </a:r>
          </a:p>
          <a:p>
            <a:r>
              <a:t>  "family": "takeaway",</a:t>
            </a:r>
          </a:p>
          <a:p>
            <a:r>
              <a:t>  "structural_variant": "top",</a:t>
            </a:r>
          </a:p>
          <a:p>
            <a:r>
              <a:t>  "repetition_reason": "Catalog inventory: adjacent entries intentionally show every count/orientation for comparison; this is not a presentation sequence.",</a:t>
            </a:r>
          </a:p>
          <a:p>
            <a:r>
              <a:t>  "images": {},</a:t>
            </a:r>
          </a:p>
          <a:p>
            <a:r>
              <a:t>  "template_sha256": "fd19d21e4575b63234954006a4aefea20ae9129ce0e3ab668e01302d238ddefa"</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"slide007",</a:t>
            </a:r>
          </a:p>
          <a:p>
            <a:r>
              <a:t>  "origin": "catalog",</a:t>
            </a:r>
          </a:p>
          <a:p>
            <a:r>
              <a:t>  "layout_id": "ed_takeaway_rail_3",</a:t>
            </a:r>
          </a:p>
          <a:p>
            <a:r>
              <a:t>  "variant": "warm",</a:t>
            </a:r>
          </a:p>
          <a:p>
            <a:r>
              <a:t>  "rationale": "Public template fixture; short fictional slot content; no private data.",</a:t>
            </a:r>
          </a:p>
          <a:p>
            <a:r>
              <a:t>  "source_sha256": "c38e01dcb14540e486d5a11ff7b07b6cff9547c6a27e869e7c53a02aada60e2d",</a:t>
            </a:r>
          </a:p>
          <a:p>
            <a:r>
              <a:t>  "evidence": [</a:t>
            </a:r>
          </a:p>
          <a:p>
            <a:r>
              <a:t>    {</a:t>
            </a:r>
          </a:p>
          <a:p>
            <a:r>
              <a:t>      "text": "社内ナレッジを探しやすくする条件",</a:t>
            </a:r>
          </a:p>
          <a:p>
            <a:r>
              <a:t>      "refs": [</a:t>
            </a:r>
          </a:p>
          <a:p>
            <a:r>
              <a:t>        {</a:t>
            </a:r>
          </a:p>
          <a:p>
            <a:r>
              <a:t>          "source_id": "s007",</a:t>
            </a:r>
          </a:p>
          <a:p>
            <a:r>
              <a:t>          "quote": "社内ナレッジを探しやすくする条件"</a:t>
            </a:r>
          </a:p>
          <a:p>
            <a:r>
              <a:t>        }</a:t>
            </a:r>
          </a:p>
          <a:p>
            <a:r>
              <a:t>      ],</a:t>
            </a:r>
          </a:p>
          <a:p>
            <a:r>
              <a:t>      "mode": "verbatim"</a:t>
            </a:r>
          </a:p>
          <a:p>
            <a:r>
              <a:t>    },</a:t>
            </a:r>
          </a:p>
          <a:p>
            <a:r>
              <a:t>    {</a:t>
            </a:r>
          </a:p>
          <a:p>
            <a:r>
              <a:t>      "text": "架空の社内調査。運用条件を整理した所見であり、効果を実証したものではない。",</a:t>
            </a:r>
          </a:p>
          <a:p>
            <a:r>
              <a:t>      "refs": [</a:t>
            </a:r>
          </a:p>
          <a:p>
            <a:r>
              <a:t>        {</a:t>
            </a:r>
          </a:p>
          <a:p>
            <a:r>
              <a:t>          "source_id": "s007",</a:t>
            </a:r>
          </a:p>
          <a:p>
            <a:r>
              <a:t>          "quote": "架空の社内調査。運用条件を整理した所見であり、効果を実証したものではない。"</a:t>
            </a:r>
          </a:p>
          <a:p>
            <a:r>
              <a:t>        }</a:t>
            </a:r>
          </a:p>
          <a:p>
            <a:r>
              <a:t>      ],</a:t>
            </a:r>
          </a:p>
          <a:p>
            <a:r>
              <a:t>      "mode": "verbatim"</a:t>
            </a:r>
          </a:p>
          <a:p>
            <a:r>
              <a:t>    },</a:t>
            </a:r>
          </a:p>
          <a:p>
            <a:r>
              <a:t>    {</a:t>
            </a:r>
          </a:p>
          <a:p>
            <a:r>
              <a:t>      "text": "検索の入口だけでなく、根拠と更新責任を一緒に設計する",</a:t>
            </a:r>
          </a:p>
          <a:p>
            <a:r>
              <a:t>      "refs": [</a:t>
            </a:r>
          </a:p>
          <a:p>
            <a:r>
              <a:t>        {</a:t>
            </a:r>
          </a:p>
          <a:p>
            <a:r>
              <a:t>          "source_id": "s007",</a:t>
            </a:r>
          </a:p>
          <a:p>
            <a:r>
              <a:t>          "quote": "検索の入口だけでなく、根拠と更新責任を一緒に設計する"</a:t>
            </a:r>
          </a:p>
          <a:p>
            <a:r>
              <a:t>        }</a:t>
            </a:r>
          </a:p>
          <a:p>
            <a:r>
              <a:t>      ],</a:t>
            </a:r>
          </a:p>
          <a:p>
            <a:r>
              <a:t>      "mode": "verbatim"</a:t>
            </a:r>
          </a:p>
          <a:p>
            <a:r>
              <a:t>    },</a:t>
            </a:r>
          </a:p>
          <a:p>
            <a:r>
              <a:t>    {</a:t>
            </a:r>
          </a:p>
          <a:p>
            <a:r>
              <a:t>      "text": "検索入口を揃える",</a:t>
            </a:r>
          </a:p>
          <a:p>
            <a:r>
              <a:t>      "refs": [</a:t>
            </a:r>
          </a:p>
          <a:p>
            <a:r>
              <a:t>        {</a:t>
            </a:r>
          </a:p>
          <a:p>
            <a:r>
              <a:t>          "source_id": "s007",</a:t>
            </a:r>
          </a:p>
          <a:p>
            <a:r>
              <a:t>          "quote": "検索入口を揃える"</a:t>
            </a:r>
          </a:p>
          <a:p>
            <a:r>
              <a:t>        }</a:t>
            </a:r>
          </a:p>
          <a:p>
            <a:r>
              <a:t>      ],</a:t>
            </a:r>
          </a:p>
          <a:p>
            <a:r>
              <a:t>      "mode": "verbatim"</a:t>
            </a:r>
          </a:p>
          <a:p>
            <a:r>
              <a:t>    },</a:t>
            </a:r>
          </a:p>
          <a:p>
            <a:r>
              <a:t>    {</a:t>
            </a:r>
          </a:p>
          <a:p>
            <a:r>
              <a:t>      "text": "用語を揃え、同じ資料へ辿れる入口を整える。",</a:t>
            </a:r>
          </a:p>
          <a:p>
            <a:r>
              <a:t>      "refs": [</a:t>
            </a:r>
          </a:p>
          <a:p>
            <a:r>
              <a:t>        {</a:t>
            </a:r>
          </a:p>
          <a:p>
            <a:r>
              <a:t>          "source_id": "s007",</a:t>
            </a:r>
          </a:p>
          <a:p>
            <a:r>
              <a:t>          "quote": "用語を揃え、同じ資料へ辿れる入口を整える。"</a:t>
            </a:r>
          </a:p>
          <a:p>
            <a:r>
              <a:t>        }</a:t>
            </a:r>
          </a:p>
          <a:p>
            <a:r>
              <a:t>      ],</a:t>
            </a:r>
          </a:p>
          <a:p>
            <a:r>
              <a:t>      "mode": "verbatim"</a:t>
            </a:r>
          </a:p>
          <a:p>
            <a:r>
              <a:t>    },</a:t>
            </a:r>
          </a:p>
          <a:p>
            <a:r>
              <a:t>    {</a:t>
            </a:r>
          </a:p>
          <a:p>
            <a:r>
              <a:t>      "text": "根拠まで辿れる",</a:t>
            </a:r>
          </a:p>
          <a:p>
            <a:r>
              <a:t>      "refs": [</a:t>
            </a:r>
          </a:p>
          <a:p>
            <a:r>
              <a:t>        {</a:t>
            </a:r>
          </a:p>
          <a:p>
            <a:r>
              <a:t>          "source_id": "s007",</a:t>
            </a:r>
          </a:p>
          <a:p>
            <a:r>
              <a:t>          "quote": "根拠まで辿れる"</a:t>
            </a:r>
          </a:p>
          <a:p>
            <a:r>
              <a:t>        }</a:t>
            </a:r>
          </a:p>
          <a:p>
            <a:r>
              <a:t>      ],</a:t>
            </a:r>
          </a:p>
          <a:p>
            <a:r>
              <a:t>      "mode": "verbatim"</a:t>
            </a:r>
          </a:p>
          <a:p>
            <a:r>
              <a:t>    },</a:t>
            </a:r>
          </a:p>
          <a:p>
            <a:r>
              <a:t>    {</a:t>
            </a:r>
          </a:p>
          <a:p>
            <a:r>
              <a:t>      "text": "原文の条件と確認日を、要約とともに残す。",</a:t>
            </a:r>
          </a:p>
          <a:p>
            <a:r>
              <a:t>      "refs": [</a:t>
            </a:r>
          </a:p>
          <a:p>
            <a:r>
              <a:t>        {</a:t>
            </a:r>
          </a:p>
          <a:p>
            <a:r>
              <a:t>          "source_id": "s007",</a:t>
            </a:r>
          </a:p>
          <a:p>
            <a:r>
              <a:t>          "quote": "原文の条件と確認日を、要約とともに残す。"</a:t>
            </a:r>
          </a:p>
          <a:p>
            <a:r>
              <a:t>        }</a:t>
            </a:r>
          </a:p>
          <a:p>
            <a:r>
              <a:t>      ],</a:t>
            </a:r>
          </a:p>
          <a:p>
            <a:r>
              <a:t>      "mode": "verbatim"</a:t>
            </a:r>
          </a:p>
          <a:p>
            <a:r>
              <a:t>    },</a:t>
            </a:r>
          </a:p>
          <a:p>
            <a:r>
              <a:t>    {</a:t>
            </a:r>
          </a:p>
          <a:p>
            <a:r>
              <a:t>      "text": "更新範囲を決める",</a:t>
            </a:r>
          </a:p>
          <a:p>
            <a:r>
              <a:t>      "refs": [</a:t>
            </a:r>
          </a:p>
          <a:p>
            <a:r>
              <a:t>        {</a:t>
            </a:r>
          </a:p>
          <a:p>
            <a:r>
              <a:t>          "source_id": "s007",</a:t>
            </a:r>
          </a:p>
          <a:p>
            <a:r>
              <a:t>          "quote": "更新範囲を決める"</a:t>
            </a:r>
          </a:p>
          <a:p>
            <a:r>
              <a:t>        }</a:t>
            </a:r>
          </a:p>
          <a:p>
            <a:r>
              <a:t>      ],</a:t>
            </a:r>
          </a:p>
          <a:p>
            <a:r>
              <a:t>      "mode": "verbatim"</a:t>
            </a:r>
          </a:p>
          <a:p>
            <a:r>
              <a:t>    },</a:t>
            </a:r>
          </a:p>
          <a:p>
            <a:r>
              <a:t>    {</a:t>
            </a:r>
          </a:p>
          <a:p>
            <a:r>
              <a:t>      "text": "変更頻度に応じて担当と再確認の時期を決める。",</a:t>
            </a:r>
          </a:p>
          <a:p>
            <a:r>
              <a:t>      "refs": [</a:t>
            </a:r>
          </a:p>
          <a:p>
            <a:r>
              <a:t>        {</a:t>
            </a:r>
          </a:p>
          <a:p>
            <a:r>
              <a:t>          "source_id": "s007",</a:t>
            </a:r>
          </a:p>
          <a:p>
            <a:r>
              <a:t>          "quote": "変更頻度に応じて担当と再確認の時期を決める。"</a:t>
            </a:r>
          </a:p>
          <a:p>
            <a:r>
              <a:t>        }</a:t>
            </a:r>
          </a:p>
          <a:p>
            <a:r>
              <a:t>      ],</a:t>
            </a:r>
          </a:p>
          <a:p>
            <a:r>
              <a:t>      "mode": "verbatim"</a:t>
            </a:r>
          </a:p>
          <a:p>
            <a:r>
              <a:t>    }</a:t>
            </a:r>
          </a:p>
          <a:p>
            <a:r>
              <a:t>  ],</a:t>
            </a:r>
          </a:p>
          <a:p>
            <a:r>
              <a:t>  "citations": {</a:t>
            </a:r>
          </a:p>
          <a:p>
            <a:r>
              <a:t>    "s007": "Public MIT sample: original fictional research-sharing design section 1"</a:t>
            </a:r>
          </a:p>
          <a:p>
            <a:r>
              <a:t>  },</a:t>
            </a:r>
          </a:p>
          <a:p>
            <a:r>
              <a:t>  "template_license":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null,</a:t>
            </a:r>
          </a:p>
          <a:p>
            <a:r>
              <a:t>  "catalog": "editorial",</a:t>
            </a:r>
          </a:p>
          <a:p>
            <a:r>
              <a:t>  "family": "takeaway",</a:t>
            </a:r>
          </a:p>
          <a:p>
            <a:r>
              <a:t>  "structural_variant": "rail",</a:t>
            </a:r>
          </a:p>
          <a:p>
            <a:r>
              <a:t>  "repetition_reason": "Catalog inventory: adjacent entries intentionally show every count/orientation for comparison; this is not a presentation sequence.",</a:t>
            </a:r>
          </a:p>
          <a:p>
            <a:r>
              <a:t>  "images": {},</a:t>
            </a:r>
          </a:p>
          <a:p>
            <a:r>
              <a:t>  "template_sha256": "bddd3ae35a03cbaf7ab551c9329076a039e739953861f4fc2c7044a3ee62cc45"</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"slide008",</a:t>
            </a:r>
          </a:p>
          <a:p>
            <a:r>
              <a:t>  "origin": "catalog",</a:t>
            </a:r>
          </a:p>
          <a:p>
            <a:r>
              <a:t>  "layout_id": "ed_bullets_rows_2",</a:t>
            </a:r>
          </a:p>
          <a:p>
            <a:r>
              <a:t>  "variant": "warm",</a:t>
            </a:r>
          </a:p>
          <a:p>
            <a:r>
              <a:t>  "rationale": "Public template fixture; short fictional slot content; no private data.",</a:t>
            </a:r>
          </a:p>
          <a:p>
            <a:r>
              <a:t>  "source_sha256": "c38e01dcb14540e486d5a11ff7b07b6cff9547c6a27e869e7c53a02aada60e2d",</a:t>
            </a:r>
          </a:p>
          <a:p>
            <a:r>
              <a:t>  "evidence": [</a:t>
            </a:r>
          </a:p>
          <a:p>
            <a:r>
              <a:t>    {</a:t>
            </a:r>
          </a:p>
          <a:p>
            <a:r>
              <a:t>      "text": "社内ナレッジを探しやすくする条件",</a:t>
            </a:r>
          </a:p>
          <a:p>
            <a:r>
              <a:t>      "refs": [</a:t>
            </a:r>
          </a:p>
          <a:p>
            <a:r>
              <a:t>        {</a:t>
            </a:r>
          </a:p>
          <a:p>
            <a:r>
              <a:t>          "source_id": "s008",</a:t>
            </a:r>
          </a:p>
          <a:p>
            <a:r>
              <a:t>          "quote": "社内ナレッジを探しやすくする条件"</a:t>
            </a:r>
          </a:p>
          <a:p>
            <a:r>
              <a:t>        }</a:t>
            </a:r>
          </a:p>
          <a:p>
            <a:r>
              <a:t>      ],</a:t>
            </a:r>
          </a:p>
          <a:p>
            <a:r>
              <a:t>      "mode": "verbatim"</a:t>
            </a:r>
          </a:p>
          <a:p>
            <a:r>
              <a:t>    },</a:t>
            </a:r>
          </a:p>
          <a:p>
            <a:r>
              <a:t>    {</a:t>
            </a:r>
          </a:p>
          <a:p>
            <a:r>
              <a:t>      "text": "架空の社内調査。運用条件を整理した所見であり、効果を実証したものではない。",</a:t>
            </a:r>
          </a:p>
          <a:p>
            <a:r>
              <a:t>      "refs": [</a:t>
            </a:r>
          </a:p>
          <a:p>
            <a:r>
              <a:t>        {</a:t>
            </a:r>
          </a:p>
          <a:p>
            <a:r>
              <a:t>          "source_id": "s008",</a:t>
            </a:r>
          </a:p>
          <a:p>
            <a:r>
              <a:t>          "quote": "架空の社内調査。運用条件を整理した所見であり、効果を実証したものではない。"</a:t>
            </a:r>
          </a:p>
          <a:p>
            <a:r>
              <a:t>        }</a:t>
            </a:r>
          </a:p>
          <a:p>
            <a:r>
              <a:t>      ],</a:t>
            </a:r>
          </a:p>
          <a:p>
            <a:r>
              <a:t>      "mode": "verbatim"</a:t>
            </a:r>
          </a:p>
          <a:p>
            <a:r>
              <a:t>    },</a:t>
            </a:r>
          </a:p>
          <a:p>
            <a:r>
              <a:t>    {</a:t>
            </a:r>
          </a:p>
          <a:p>
            <a:r>
              <a:t>      "text": "検索入口を揃える",</a:t>
            </a:r>
          </a:p>
          <a:p>
            <a:r>
              <a:t>      "refs": [</a:t>
            </a:r>
          </a:p>
          <a:p>
            <a:r>
              <a:t>        {</a:t>
            </a:r>
          </a:p>
          <a:p>
            <a:r>
              <a:t>          "source_id": "s008",</a:t>
            </a:r>
          </a:p>
          <a:p>
            <a:r>
              <a:t>          "quote": "検索入口を揃える"</a:t>
            </a:r>
          </a:p>
          <a:p>
            <a:r>
              <a:t>        }</a:t>
            </a:r>
          </a:p>
          <a:p>
            <a:r>
              <a:t>      ],</a:t>
            </a:r>
          </a:p>
          <a:p>
            <a:r>
              <a:t>      "mode": "verbatim"</a:t>
            </a:r>
          </a:p>
          <a:p>
            <a:r>
              <a:t>    },</a:t>
            </a:r>
          </a:p>
          <a:p>
            <a:r>
              <a:t>    {</a:t>
            </a:r>
          </a:p>
          <a:p>
            <a:r>
              <a:t>      "text": "用語を揃え、同じ資料へ辿れる入口を整える。",</a:t>
            </a:r>
          </a:p>
          <a:p>
            <a:r>
              <a:t>      "refs": [</a:t>
            </a:r>
          </a:p>
          <a:p>
            <a:r>
              <a:t>        {</a:t>
            </a:r>
          </a:p>
          <a:p>
            <a:r>
              <a:t>          "source_id": "s008",</a:t>
            </a:r>
          </a:p>
          <a:p>
            <a:r>
              <a:t>          "quote": "用語を揃え、同じ資料へ辿れる入口を整える。"</a:t>
            </a:r>
          </a:p>
          <a:p>
            <a:r>
              <a:t>        }</a:t>
            </a:r>
          </a:p>
          <a:p>
            <a:r>
              <a:t>      ],</a:t>
            </a:r>
          </a:p>
          <a:p>
            <a:r>
              <a:t>      "mode": "verbatim"</a:t>
            </a:r>
          </a:p>
          <a:p>
            <a:r>
              <a:t>    },</a:t>
            </a:r>
          </a:p>
          <a:p>
            <a:r>
              <a:t>    {</a:t>
            </a:r>
          </a:p>
          <a:p>
            <a:r>
              <a:t>      "text": "根拠まで辿れる",</a:t>
            </a:r>
          </a:p>
          <a:p>
            <a:r>
              <a:t>      "refs": [</a:t>
            </a:r>
          </a:p>
          <a:p>
            <a:r>
              <a:t>        {</a:t>
            </a:r>
          </a:p>
          <a:p>
            <a:r>
              <a:t>          "source_id": "s008",</a:t>
            </a:r>
          </a:p>
          <a:p>
            <a:r>
              <a:t>          "quote": "根拠まで辿れる"</a:t>
            </a:r>
          </a:p>
          <a:p>
            <a:r>
              <a:t>        }</a:t>
            </a:r>
          </a:p>
          <a:p>
            <a:r>
              <a:t>      ],</a:t>
            </a:r>
          </a:p>
          <a:p>
            <a:r>
              <a:t>      "mode": "verbatim"</a:t>
            </a:r>
          </a:p>
          <a:p>
            <a:r>
              <a:t>    },</a:t>
            </a:r>
          </a:p>
          <a:p>
            <a:r>
              <a:t>    {</a:t>
            </a:r>
          </a:p>
          <a:p>
            <a:r>
              <a:t>      "text": "原文の条件と確認日を、要約とともに残す。",</a:t>
            </a:r>
          </a:p>
          <a:p>
            <a:r>
              <a:t>      "refs": [</a:t>
            </a:r>
          </a:p>
          <a:p>
            <a:r>
              <a:t>        {</a:t>
            </a:r>
          </a:p>
          <a:p>
            <a:r>
              <a:t>          "source_id": "s008",</a:t>
            </a:r>
          </a:p>
          <a:p>
            <a:r>
              <a:t>          "quote": "原文の条件と確認日を、要約とともに残す。"</a:t>
            </a:r>
          </a:p>
          <a:p>
            <a:r>
              <a:t>        }</a:t>
            </a:r>
          </a:p>
          <a:p>
            <a:r>
              <a:t>      ],</a:t>
            </a:r>
          </a:p>
          <a:p>
            <a:r>
              <a:t>      "mode": "verbatim"</a:t>
            </a:r>
          </a:p>
          <a:p>
            <a:r>
              <a:t>    }</a:t>
            </a:r>
          </a:p>
          <a:p>
            <a:r>
              <a:t>  ],</a:t>
            </a:r>
          </a:p>
          <a:p>
            <a:r>
              <a:t>  "citations": {</a:t>
            </a:r>
          </a:p>
          <a:p>
            <a:r>
              <a:t>    "s008": "Public MIT sample: original fictional research-sharing design section 1"</a:t>
            </a:r>
          </a:p>
          <a:p>
            <a:r>
              <a:t>  },</a:t>
            </a:r>
          </a:p>
          <a:p>
            <a:r>
              <a:t>  "template_license":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null,</a:t>
            </a:r>
          </a:p>
          <a:p>
            <a:r>
              <a:t>  "catalog": "editorial",</a:t>
            </a:r>
          </a:p>
          <a:p>
            <a:r>
              <a:t>  "family": "bullets",</a:t>
            </a:r>
          </a:p>
          <a:p>
            <a:r>
              <a:t>  "structural_variant": "rows",</a:t>
            </a:r>
          </a:p>
          <a:p>
            <a:r>
              <a:t>  "repetition_reason": "Catalog inventory: adjacent entries intentionally show every count/orientation for comparison; this is not a presentation sequence.",</a:t>
            </a:r>
          </a:p>
          <a:p>
            <a:r>
              <a:t>  "images": {},</a:t>
            </a:r>
          </a:p>
          <a:p>
            <a:r>
              <a:t>  "template_sha256": "72f3726c644e36914eaa226283a5befc4a43e8c321d36d3fde59559e8c73466b"</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"slide009",</a:t>
            </a:r>
          </a:p>
          <a:p>
            <a:r>
              <a:t>  "origin": "catalog",</a:t>
            </a:r>
          </a:p>
          <a:p>
            <a:r>
              <a:t>  "layout_id": "ed_bullets_columns_2",</a:t>
            </a:r>
          </a:p>
          <a:p>
            <a:r>
              <a:t>  "variant": "warm",</a:t>
            </a:r>
          </a:p>
          <a:p>
            <a:r>
              <a:t>  "rationale": "Public template fixture; short fictional slot content; no private data.",</a:t>
            </a:r>
          </a:p>
          <a:p>
            <a:r>
              <a:t>  "source_sha256": "c38e01dcb14540e486d5a11ff7b07b6cff9547c6a27e869e7c53a02aada60e2d",</a:t>
            </a:r>
          </a:p>
          <a:p>
            <a:r>
              <a:t>  "evidence": [</a:t>
            </a:r>
          </a:p>
          <a:p>
            <a:r>
              <a:t>    {</a:t>
            </a:r>
          </a:p>
          <a:p>
            <a:r>
              <a:t>      "text": "社内ナレッジを探しやすくする条件",</a:t>
            </a:r>
          </a:p>
          <a:p>
            <a:r>
              <a:t>      "refs": [</a:t>
            </a:r>
          </a:p>
          <a:p>
            <a:r>
              <a:t>        {</a:t>
            </a:r>
          </a:p>
          <a:p>
            <a:r>
              <a:t>          "source_id": "s009",</a:t>
            </a:r>
          </a:p>
          <a:p>
            <a:r>
              <a:t>          "quote": "社内ナレッジを探しやすくする条件"</a:t>
            </a:r>
          </a:p>
          <a:p>
            <a:r>
              <a:t>        }</a:t>
            </a:r>
          </a:p>
          <a:p>
            <a:r>
              <a:t>      ],</a:t>
            </a:r>
          </a:p>
          <a:p>
            <a:r>
              <a:t>      "mode": "verbatim"</a:t>
            </a:r>
          </a:p>
          <a:p>
            <a:r>
              <a:t>    },</a:t>
            </a:r>
          </a:p>
          <a:p>
            <a:r>
              <a:t>    {</a:t>
            </a:r>
          </a:p>
          <a:p>
            <a:r>
              <a:t>      "text": "架空の社内調査。運用条件を整理した所見であり、効果を実証したものではない。",</a:t>
            </a:r>
          </a:p>
          <a:p>
            <a:r>
              <a:t>      "refs": [</a:t>
            </a:r>
          </a:p>
          <a:p>
            <a:r>
              <a:t>        {</a:t>
            </a:r>
          </a:p>
          <a:p>
            <a:r>
              <a:t>          "source_id": "s009",</a:t>
            </a:r>
          </a:p>
          <a:p>
            <a:r>
              <a:t>          "quote": "架空の社内調査。運用条件を整理した所見であり、効果を実証したものではない。"</a:t>
            </a:r>
          </a:p>
          <a:p>
            <a:r>
              <a:t>        }</a:t>
            </a:r>
          </a:p>
          <a:p>
            <a:r>
              <a:t>      ],</a:t>
            </a:r>
          </a:p>
          <a:p>
            <a:r>
              <a:t>      "mode": "verbatim"</a:t>
            </a:r>
          </a:p>
          <a:p>
            <a:r>
              <a:t>    },</a:t>
            </a:r>
          </a:p>
          <a:p>
            <a:r>
              <a:t>    {</a:t>
            </a:r>
          </a:p>
          <a:p>
            <a:r>
              <a:t>      "text": "検索入口を揃える",</a:t>
            </a:r>
          </a:p>
          <a:p>
            <a:r>
              <a:t>      "refs": [</a:t>
            </a:r>
          </a:p>
          <a:p>
            <a:r>
              <a:t>        {</a:t>
            </a:r>
          </a:p>
          <a:p>
            <a:r>
              <a:t>          "source_id": "s009",</a:t>
            </a:r>
          </a:p>
          <a:p>
            <a:r>
              <a:t>          "quote": "検索入口を揃える"</a:t>
            </a:r>
          </a:p>
          <a:p>
            <a:r>
              <a:t>        }</a:t>
            </a:r>
          </a:p>
          <a:p>
            <a:r>
              <a:t>      ],</a:t>
            </a:r>
          </a:p>
          <a:p>
            <a:r>
              <a:t>      "mode": "verbatim"</a:t>
            </a:r>
          </a:p>
          <a:p>
            <a:r>
              <a:t>    },</a:t>
            </a:r>
          </a:p>
          <a:p>
            <a:r>
              <a:t>    {</a:t>
            </a:r>
          </a:p>
          <a:p>
            <a:r>
              <a:t>      "text": "用語を揃え、同じ資料へ辿れる入口を整える。",</a:t>
            </a:r>
          </a:p>
          <a:p>
            <a:r>
              <a:t>      "refs": [</a:t>
            </a:r>
          </a:p>
          <a:p>
            <a:r>
              <a:t>        {</a:t>
            </a:r>
          </a:p>
          <a:p>
            <a:r>
              <a:t>          "source_id": "s009",</a:t>
            </a:r>
          </a:p>
          <a:p>
            <a:r>
              <a:t>          "quote": "用語を揃え、同じ資料へ辿れる入口を整える。"</a:t>
            </a:r>
          </a:p>
          <a:p>
            <a:r>
              <a:t>        }</a:t>
            </a:r>
          </a:p>
          <a:p>
            <a:r>
              <a:t>      ],</a:t>
            </a:r>
          </a:p>
          <a:p>
            <a:r>
              <a:t>      "mode": "verbatim"</a:t>
            </a:r>
          </a:p>
          <a:p>
            <a:r>
              <a:t>    },</a:t>
            </a:r>
          </a:p>
          <a:p>
            <a:r>
              <a:t>    {</a:t>
            </a:r>
          </a:p>
          <a:p>
            <a:r>
              <a:t>      "text": "根拠まで辿れる",</a:t>
            </a:r>
          </a:p>
          <a:p>
            <a:r>
              <a:t>      "refs": [</a:t>
            </a:r>
          </a:p>
          <a:p>
            <a:r>
              <a:t>        {</a:t>
            </a:r>
          </a:p>
          <a:p>
            <a:r>
              <a:t>          "source_id": "s009",</a:t>
            </a:r>
          </a:p>
          <a:p>
            <a:r>
              <a:t>          "quote": "根拠まで辿れる"</a:t>
            </a:r>
          </a:p>
          <a:p>
            <a:r>
              <a:t>        }</a:t>
            </a:r>
          </a:p>
          <a:p>
            <a:r>
              <a:t>      ],</a:t>
            </a:r>
          </a:p>
          <a:p>
            <a:r>
              <a:t>      "mode": "verbatim"</a:t>
            </a:r>
          </a:p>
          <a:p>
            <a:r>
              <a:t>    },</a:t>
            </a:r>
          </a:p>
          <a:p>
            <a:r>
              <a:t>    {</a:t>
            </a:r>
          </a:p>
          <a:p>
            <a:r>
              <a:t>      "text": "原文の条件と確認日を、要約とともに残す。",</a:t>
            </a:r>
          </a:p>
          <a:p>
            <a:r>
              <a:t>      "refs": [</a:t>
            </a:r>
          </a:p>
          <a:p>
            <a:r>
              <a:t>        {</a:t>
            </a:r>
          </a:p>
          <a:p>
            <a:r>
              <a:t>          "source_id": "s009",</a:t>
            </a:r>
          </a:p>
          <a:p>
            <a:r>
              <a:t>          "quote": "原文の条件と確認日を、要約とともに残す。"</a:t>
            </a:r>
          </a:p>
          <a:p>
            <a:r>
              <a:t>        }</a:t>
            </a:r>
          </a:p>
          <a:p>
            <a:r>
              <a:t>      ],</a:t>
            </a:r>
          </a:p>
          <a:p>
            <a:r>
              <a:t>      "mode": "verbatim"</a:t>
            </a:r>
          </a:p>
          <a:p>
            <a:r>
              <a:t>    }</a:t>
            </a:r>
          </a:p>
          <a:p>
            <a:r>
              <a:t>  ],</a:t>
            </a:r>
          </a:p>
          <a:p>
            <a:r>
              <a:t>  "citations": {</a:t>
            </a:r>
          </a:p>
          <a:p>
            <a:r>
              <a:t>    "s009": "Public MIT sample: original fictional research-sharing design section 1"</a:t>
            </a:r>
          </a:p>
          <a:p>
            <a:r>
              <a:t>  },</a:t>
            </a:r>
          </a:p>
          <a:p>
            <a:r>
              <a:t>  "template_license":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null,</a:t>
            </a:r>
          </a:p>
          <a:p>
            <a:r>
              <a:t>  "catalog": "editorial",</a:t>
            </a:r>
          </a:p>
          <a:p>
            <a:r>
              <a:t>  "family": "bullets",</a:t>
            </a:r>
          </a:p>
          <a:p>
            <a:r>
              <a:t>  "structural_variant": "columns",</a:t>
            </a:r>
          </a:p>
          <a:p>
            <a:r>
              <a:t>  "repetition_reason": "Catalog inventory: adjacent entries intentionally show every count/orientation for comparison; this is not a presentation sequence.",</a:t>
            </a:r>
          </a:p>
          <a:p>
            <a:r>
              <a:t>  "images": {},</a:t>
            </a:r>
          </a:p>
          <a:p>
            <a:r>
              <a:t>  "template_sha256": "df6f934f78e344a76aec8baf30afce3c290f784ff2ad7821c58f16956ca14efe"</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"slide010",</a:t>
            </a:r>
          </a:p>
          <a:p>
            <a:r>
              <a:t>  "origin": "catalog",</a:t>
            </a:r>
          </a:p>
          <a:p>
            <a:r>
              <a:t>  "layout_id": "ed_bullets_rows_3",</a:t>
            </a:r>
          </a:p>
          <a:p>
            <a:r>
              <a:t>  "variant": "warm",</a:t>
            </a:r>
          </a:p>
          <a:p>
            <a:r>
              <a:t>  "rationale": "Public template fixture; short fictional slot content; no private data.",</a:t>
            </a:r>
          </a:p>
          <a:p>
            <a:r>
              <a:t>  "source_sha256": "c38e01dcb14540e486d5a11ff7b07b6cff9547c6a27e869e7c53a02aada60e2d",</a:t>
            </a:r>
          </a:p>
          <a:p>
            <a:r>
              <a:t>  "evidence": [</a:t>
            </a:r>
          </a:p>
          <a:p>
            <a:r>
              <a:t>    {</a:t>
            </a:r>
          </a:p>
          <a:p>
            <a:r>
              <a:t>      "text": "社内ナレッジを探しやすくする条件",</a:t>
            </a:r>
          </a:p>
          <a:p>
            <a:r>
              <a:t>      "refs": [</a:t>
            </a:r>
          </a:p>
          <a:p>
            <a:r>
              <a:t>        {</a:t>
            </a:r>
          </a:p>
          <a:p>
            <a:r>
              <a:t>          "source_id": "s010",</a:t>
            </a:r>
          </a:p>
          <a:p>
            <a:r>
              <a:t>          "quote": "社内ナレッジを探しやすくする条件"</a:t>
            </a:r>
          </a:p>
          <a:p>
            <a:r>
              <a:t>        }</a:t>
            </a:r>
          </a:p>
          <a:p>
            <a:r>
              <a:t>      ],</a:t>
            </a:r>
          </a:p>
          <a:p>
            <a:r>
              <a:t>      "mode": "verbatim"</a:t>
            </a:r>
          </a:p>
          <a:p>
            <a:r>
              <a:t>    },</a:t>
            </a:r>
          </a:p>
          <a:p>
            <a:r>
              <a:t>    {</a:t>
            </a:r>
          </a:p>
          <a:p>
            <a:r>
              <a:t>      "text": "架空の社内調査。運用条件を整理した所見であり、効果を実証したものではない。",</a:t>
            </a:r>
          </a:p>
          <a:p>
            <a:r>
              <a:t>      "refs": [</a:t>
            </a:r>
          </a:p>
          <a:p>
            <a:r>
              <a:t>        {</a:t>
            </a:r>
          </a:p>
          <a:p>
            <a:r>
              <a:t>          "source_id": "s010",</a:t>
            </a:r>
          </a:p>
          <a:p>
            <a:r>
              <a:t>          "quote": "架空の社内調査。運用条件を整理した所見であり、効果を実証したものではない。"</a:t>
            </a:r>
          </a:p>
          <a:p>
            <a:r>
              <a:t>        }</a:t>
            </a:r>
          </a:p>
          <a:p>
            <a:r>
              <a:t>      ],</a:t>
            </a:r>
          </a:p>
          <a:p>
            <a:r>
              <a:t>      "mode": "verbatim"</a:t>
            </a:r>
          </a:p>
          <a:p>
            <a:r>
              <a:t>    },</a:t>
            </a:r>
          </a:p>
          <a:p>
            <a:r>
              <a:t>    {</a:t>
            </a:r>
          </a:p>
          <a:p>
            <a:r>
              <a:t>      "text": "検索入口を揃える",</a:t>
            </a:r>
          </a:p>
          <a:p>
            <a:r>
              <a:t>      "refs": [</a:t>
            </a:r>
          </a:p>
          <a:p>
            <a:r>
              <a:t>        {</a:t>
            </a:r>
          </a:p>
          <a:p>
            <a:r>
              <a:t>          "source_id": "s010",</a:t>
            </a:r>
          </a:p>
          <a:p>
            <a:r>
              <a:t>          "quote": "検索入口を揃える"</a:t>
            </a:r>
          </a:p>
          <a:p>
            <a:r>
              <a:t>        }</a:t>
            </a:r>
          </a:p>
          <a:p>
            <a:r>
              <a:t>      ],</a:t>
            </a:r>
          </a:p>
          <a:p>
            <a:r>
              <a:t>      "mode": "verbatim"</a:t>
            </a:r>
          </a:p>
          <a:p>
            <a:r>
              <a:t>    },</a:t>
            </a:r>
          </a:p>
          <a:p>
            <a:r>
              <a:t>    {</a:t>
            </a:r>
          </a:p>
          <a:p>
            <a:r>
              <a:t>      "text": "用語を揃え、同じ資料へ辿れる入口を整える。",</a:t>
            </a:r>
          </a:p>
          <a:p>
            <a:r>
              <a:t>      "refs": [</a:t>
            </a:r>
          </a:p>
          <a:p>
            <a:r>
              <a:t>        {</a:t>
            </a:r>
          </a:p>
          <a:p>
            <a:r>
              <a:t>          "source_id": "s010",</a:t>
            </a:r>
          </a:p>
          <a:p>
            <a:r>
              <a:t>          "quote": "用語を揃え、同じ資料へ辿れる入口を整える。"</a:t>
            </a:r>
          </a:p>
          <a:p>
            <a:r>
              <a:t>        }</a:t>
            </a:r>
          </a:p>
          <a:p>
            <a:r>
              <a:t>      ],</a:t>
            </a:r>
          </a:p>
          <a:p>
            <a:r>
              <a:t>      "mode": "verbatim"</a:t>
            </a:r>
          </a:p>
          <a:p>
            <a:r>
              <a:t>    },</a:t>
            </a:r>
          </a:p>
          <a:p>
            <a:r>
              <a:t>    {</a:t>
            </a:r>
          </a:p>
          <a:p>
            <a:r>
              <a:t>      "text": "根拠まで辿れる",</a:t>
            </a:r>
          </a:p>
          <a:p>
            <a:r>
              <a:t>      "refs": [</a:t>
            </a:r>
          </a:p>
          <a:p>
            <a:r>
              <a:t>        {</a:t>
            </a:r>
          </a:p>
          <a:p>
            <a:r>
              <a:t>          "source_id": "s010",</a:t>
            </a:r>
          </a:p>
          <a:p>
            <a:r>
              <a:t>          "quote": "根拠まで辿れる"</a:t>
            </a:r>
          </a:p>
          <a:p>
            <a:r>
              <a:t>        }</a:t>
            </a:r>
          </a:p>
          <a:p>
            <a:r>
              <a:t>      ],</a:t>
            </a:r>
          </a:p>
          <a:p>
            <a:r>
              <a:t>      "mode": "verbatim"</a:t>
            </a:r>
          </a:p>
          <a:p>
            <a:r>
              <a:t>    },</a:t>
            </a:r>
          </a:p>
          <a:p>
            <a:r>
              <a:t>    {</a:t>
            </a:r>
          </a:p>
          <a:p>
            <a:r>
              <a:t>      "text": "原文の条件と確認日を、要約とともに残す。",</a:t>
            </a:r>
          </a:p>
          <a:p>
            <a:r>
              <a:t>      "refs": [</a:t>
            </a:r>
          </a:p>
          <a:p>
            <a:r>
              <a:t>        {</a:t>
            </a:r>
          </a:p>
          <a:p>
            <a:r>
              <a:t>          "source_id": "s010",</a:t>
            </a:r>
          </a:p>
          <a:p>
            <a:r>
              <a:t>          "quote": "原文の条件と確認日を、要約とともに残す。"</a:t>
            </a:r>
          </a:p>
          <a:p>
            <a:r>
              <a:t>        }</a:t>
            </a:r>
          </a:p>
          <a:p>
            <a:r>
              <a:t>      ],</a:t>
            </a:r>
          </a:p>
          <a:p>
            <a:r>
              <a:t>      "mode": "verbatim"</a:t>
            </a:r>
          </a:p>
          <a:p>
            <a:r>
              <a:t>    },</a:t>
            </a:r>
          </a:p>
          <a:p>
            <a:r>
              <a:t>    {</a:t>
            </a:r>
          </a:p>
          <a:p>
            <a:r>
              <a:t>      "text": "更新範囲を決める",</a:t>
            </a:r>
          </a:p>
          <a:p>
            <a:r>
              <a:t>      "refs": [</a:t>
            </a:r>
          </a:p>
          <a:p>
            <a:r>
              <a:t>        {</a:t>
            </a:r>
          </a:p>
          <a:p>
            <a:r>
              <a:t>          "source_id": "s010",</a:t>
            </a:r>
          </a:p>
          <a:p>
            <a:r>
              <a:t>          "quote": "更新範囲を決める"</a:t>
            </a:r>
          </a:p>
          <a:p>
            <a:r>
              <a:t>        }</a:t>
            </a:r>
          </a:p>
          <a:p>
            <a:r>
              <a:t>      ],</a:t>
            </a:r>
          </a:p>
          <a:p>
            <a:r>
              <a:t>      "mode": "verbatim"</a:t>
            </a:r>
          </a:p>
          <a:p>
            <a:r>
              <a:t>    },</a:t>
            </a:r>
          </a:p>
          <a:p>
            <a:r>
              <a:t>    {</a:t>
            </a:r>
          </a:p>
          <a:p>
            <a:r>
              <a:t>      "text": "変更頻度に応じて担当と再確認の時期を決める。",</a:t>
            </a:r>
          </a:p>
          <a:p>
            <a:r>
              <a:t>      "refs": [</a:t>
            </a:r>
          </a:p>
          <a:p>
            <a:r>
              <a:t>        {</a:t>
            </a:r>
          </a:p>
          <a:p>
            <a:r>
              <a:t>          "source_id": "s010",</a:t>
            </a:r>
          </a:p>
          <a:p>
            <a:r>
              <a:t>          "quote": "変更頻度に応じて担当と再確認の時期を決める。"</a:t>
            </a:r>
          </a:p>
          <a:p>
            <a:r>
              <a:t>        }</a:t>
            </a:r>
          </a:p>
          <a:p>
            <a:r>
              <a:t>      ],</a:t>
            </a:r>
          </a:p>
          <a:p>
            <a:r>
              <a:t>      "mode": "verbatim"</a:t>
            </a:r>
          </a:p>
          <a:p>
            <a:r>
              <a:t>    }</a:t>
            </a:r>
          </a:p>
          <a:p>
            <a:r>
              <a:t>  ],</a:t>
            </a:r>
          </a:p>
          <a:p>
            <a:r>
              <a:t>  "citations": {</a:t>
            </a:r>
          </a:p>
          <a:p>
            <a:r>
              <a:t>    "s010": "Public MIT sample: original fictional research-sharing design section 1"</a:t>
            </a:r>
          </a:p>
          <a:p>
            <a:r>
              <a:t>  },</a:t>
            </a:r>
          </a:p>
          <a:p>
            <a:r>
              <a:t>  "template_license":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null,</a:t>
            </a:r>
          </a:p>
          <a:p>
            <a:r>
              <a:t>  "catalog": "editorial",</a:t>
            </a:r>
          </a:p>
          <a:p>
            <a:r>
              <a:t>  "family": "bullets",</a:t>
            </a:r>
          </a:p>
          <a:p>
            <a:r>
              <a:t>  "structural_variant": "rows",</a:t>
            </a:r>
          </a:p>
          <a:p>
            <a:r>
              <a:t>  "repetition_reason": "Catalog inventory: adjacent entries intentionally show every count/orientation for comparison; this is not a presentation sequence.",</a:t>
            </a:r>
          </a:p>
          <a:p>
            <a:r>
              <a:t>  "images": {},</a:t>
            </a:r>
          </a:p>
          <a:p>
            <a:r>
              <a:t>  "template_sha256": "cf2b090d44355695b130662afb370ab7e81c823bed8cae86c1e0fc08dd0ae17a"</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"slide011",</a:t>
            </a:r>
          </a:p>
          <a:p>
            <a:r>
              <a:t>  "origin": "catalog",</a:t>
            </a:r>
          </a:p>
          <a:p>
            <a:r>
              <a:t>  "layout_id": "ed_bullets_columns_3",</a:t>
            </a:r>
          </a:p>
          <a:p>
            <a:r>
              <a:t>  "variant": "warm",</a:t>
            </a:r>
          </a:p>
          <a:p>
            <a:r>
              <a:t>  "rationale": "Public template fixture; short fictional slot content; no private data.",</a:t>
            </a:r>
          </a:p>
          <a:p>
            <a:r>
              <a:t>  "source_sha256": "c38e01dcb14540e486d5a11ff7b07b6cff9547c6a27e869e7c53a02aada60e2d",</a:t>
            </a:r>
          </a:p>
          <a:p>
            <a:r>
              <a:t>  "evidence": [</a:t>
            </a:r>
          </a:p>
          <a:p>
            <a:r>
              <a:t>    {</a:t>
            </a:r>
          </a:p>
          <a:p>
            <a:r>
              <a:t>      "text": "社内ナレッジを探しやすくする条件",</a:t>
            </a:r>
          </a:p>
          <a:p>
            <a:r>
              <a:t>      "refs": [</a:t>
            </a:r>
          </a:p>
          <a:p>
            <a:r>
              <a:t>        {</a:t>
            </a:r>
          </a:p>
          <a:p>
            <a:r>
              <a:t>          "source_id": "s011",</a:t>
            </a:r>
          </a:p>
          <a:p>
            <a:r>
              <a:t>          "quote": "社内ナレッジを探しやすくする条件"</a:t>
            </a:r>
          </a:p>
          <a:p>
            <a:r>
              <a:t>        }</a:t>
            </a:r>
          </a:p>
          <a:p>
            <a:r>
              <a:t>      ],</a:t>
            </a:r>
          </a:p>
          <a:p>
            <a:r>
              <a:t>      "mode": "verbatim"</a:t>
            </a:r>
          </a:p>
          <a:p>
            <a:r>
              <a:t>    },</a:t>
            </a:r>
          </a:p>
          <a:p>
            <a:r>
              <a:t>    {</a:t>
            </a:r>
          </a:p>
          <a:p>
            <a:r>
              <a:t>      "text": "架空の社内調査。運用条件を整理した所見であり、効果を実証したものではない。",</a:t>
            </a:r>
          </a:p>
          <a:p>
            <a:r>
              <a:t>      "refs": [</a:t>
            </a:r>
          </a:p>
          <a:p>
            <a:r>
              <a:t>        {</a:t>
            </a:r>
          </a:p>
          <a:p>
            <a:r>
              <a:t>          "source_id": "s011",</a:t>
            </a:r>
          </a:p>
          <a:p>
            <a:r>
              <a:t>          "quote": "架空の社内調査。運用条件を整理した所見であり、効果を実証したものではない。"</a:t>
            </a:r>
          </a:p>
          <a:p>
            <a:r>
              <a:t>        }</a:t>
            </a:r>
          </a:p>
          <a:p>
            <a:r>
              <a:t>      ],</a:t>
            </a:r>
          </a:p>
          <a:p>
            <a:r>
              <a:t>      "mode": "verbatim"</a:t>
            </a:r>
          </a:p>
          <a:p>
            <a:r>
              <a:t>    },</a:t>
            </a:r>
          </a:p>
          <a:p>
            <a:r>
              <a:t>    {</a:t>
            </a:r>
          </a:p>
          <a:p>
            <a:r>
              <a:t>      "text": "検索入口を揃える",</a:t>
            </a:r>
          </a:p>
          <a:p>
            <a:r>
              <a:t>      "refs": [</a:t>
            </a:r>
          </a:p>
          <a:p>
            <a:r>
              <a:t>        {</a:t>
            </a:r>
          </a:p>
          <a:p>
            <a:r>
              <a:t>          "source_id": "s011",</a:t>
            </a:r>
          </a:p>
          <a:p>
            <a:r>
              <a:t>          "quote": "検索入口を揃える"</a:t>
            </a:r>
          </a:p>
          <a:p>
            <a:r>
              <a:t>        }</a:t>
            </a:r>
          </a:p>
          <a:p>
            <a:r>
              <a:t>      ],</a:t>
            </a:r>
          </a:p>
          <a:p>
            <a:r>
              <a:t>      "mode": "verbatim"</a:t>
            </a:r>
          </a:p>
          <a:p>
            <a:r>
              <a:t>    },</a:t>
            </a:r>
          </a:p>
          <a:p>
            <a:r>
              <a:t>    {</a:t>
            </a:r>
          </a:p>
          <a:p>
            <a:r>
              <a:t>      "text": "用語を揃え、同じ資料へ辿れる入口を整える。",</a:t>
            </a:r>
          </a:p>
          <a:p>
            <a:r>
              <a:t>      "refs": [</a:t>
            </a:r>
          </a:p>
          <a:p>
            <a:r>
              <a:t>        {</a:t>
            </a:r>
          </a:p>
          <a:p>
            <a:r>
              <a:t>          "source_id": "s011",</a:t>
            </a:r>
          </a:p>
          <a:p>
            <a:r>
              <a:t>          "quote": "用語を揃え、同じ資料へ辿れる入口を整える。"</a:t>
            </a:r>
          </a:p>
          <a:p>
            <a:r>
              <a:t>        }</a:t>
            </a:r>
          </a:p>
          <a:p>
            <a:r>
              <a:t>      ],</a:t>
            </a:r>
          </a:p>
          <a:p>
            <a:r>
              <a:t>      "mode": "verbatim"</a:t>
            </a:r>
          </a:p>
          <a:p>
            <a:r>
              <a:t>    },</a:t>
            </a:r>
          </a:p>
          <a:p>
            <a:r>
              <a:t>    {</a:t>
            </a:r>
          </a:p>
          <a:p>
            <a:r>
              <a:t>      "text": "根拠まで辿れる",</a:t>
            </a:r>
          </a:p>
          <a:p>
            <a:r>
              <a:t>      "refs": [</a:t>
            </a:r>
          </a:p>
          <a:p>
            <a:r>
              <a:t>        {</a:t>
            </a:r>
          </a:p>
          <a:p>
            <a:r>
              <a:t>          "source_id": "s011",</a:t>
            </a:r>
          </a:p>
          <a:p>
            <a:r>
              <a:t>          "quote": "根拠まで辿れる"</a:t>
            </a:r>
          </a:p>
          <a:p>
            <a:r>
              <a:t>        }</a:t>
            </a:r>
          </a:p>
          <a:p>
            <a:r>
              <a:t>      ],</a:t>
            </a:r>
          </a:p>
          <a:p>
            <a:r>
              <a:t>      "mode": "verbatim"</a:t>
            </a:r>
          </a:p>
          <a:p>
            <a:r>
              <a:t>    },</a:t>
            </a:r>
          </a:p>
          <a:p>
            <a:r>
              <a:t>    {</a:t>
            </a:r>
          </a:p>
          <a:p>
            <a:r>
              <a:t>      "text": "原文の条件と確認日を、要約とともに残す。",</a:t>
            </a:r>
          </a:p>
          <a:p>
            <a:r>
              <a:t>      "refs": [</a:t>
            </a:r>
          </a:p>
          <a:p>
            <a:r>
              <a:t>        {</a:t>
            </a:r>
          </a:p>
          <a:p>
            <a:r>
              <a:t>          "source_id": "s011",</a:t>
            </a:r>
          </a:p>
          <a:p>
            <a:r>
              <a:t>          "quote": "原文の条件と確認日を、要約とともに残す。"</a:t>
            </a:r>
          </a:p>
          <a:p>
            <a:r>
              <a:t>        }</a:t>
            </a:r>
          </a:p>
          <a:p>
            <a:r>
              <a:t>      ],</a:t>
            </a:r>
          </a:p>
          <a:p>
            <a:r>
              <a:t>      "mode": "verbatim"</a:t>
            </a:r>
          </a:p>
          <a:p>
            <a:r>
              <a:t>    },</a:t>
            </a:r>
          </a:p>
          <a:p>
            <a:r>
              <a:t>    {</a:t>
            </a:r>
          </a:p>
          <a:p>
            <a:r>
              <a:t>      "text": "更新範囲を決める",</a:t>
            </a:r>
          </a:p>
          <a:p>
            <a:r>
              <a:t>      "refs": [</a:t>
            </a:r>
          </a:p>
          <a:p>
            <a:r>
              <a:t>        {</a:t>
            </a:r>
          </a:p>
          <a:p>
            <a:r>
              <a:t>          "source_id": "s011",</a:t>
            </a:r>
          </a:p>
          <a:p>
            <a:r>
              <a:t>          "quote": "更新範囲を決める"</a:t>
            </a:r>
          </a:p>
          <a:p>
            <a:r>
              <a:t>        }</a:t>
            </a:r>
          </a:p>
          <a:p>
            <a:r>
              <a:t>      ],</a:t>
            </a:r>
          </a:p>
          <a:p>
            <a:r>
              <a:t>      "mode": "verbatim"</a:t>
            </a:r>
          </a:p>
          <a:p>
            <a:r>
              <a:t>    },</a:t>
            </a:r>
          </a:p>
          <a:p>
            <a:r>
              <a:t>    {</a:t>
            </a:r>
          </a:p>
          <a:p>
            <a:r>
              <a:t>      "text": "変更頻度に応じて担当と再確認の時期を決める。",</a:t>
            </a:r>
          </a:p>
          <a:p>
            <a:r>
              <a:t>      "refs": [</a:t>
            </a:r>
          </a:p>
          <a:p>
            <a:r>
              <a:t>        {</a:t>
            </a:r>
          </a:p>
          <a:p>
            <a:r>
              <a:t>          "source_id": "s011",</a:t>
            </a:r>
          </a:p>
          <a:p>
            <a:r>
              <a:t>          "quote": "変更頻度に応じて担当と再確認の時期を決める。"</a:t>
            </a:r>
          </a:p>
          <a:p>
            <a:r>
              <a:t>        }</a:t>
            </a:r>
          </a:p>
          <a:p>
            <a:r>
              <a:t>      ],</a:t>
            </a:r>
          </a:p>
          <a:p>
            <a:r>
              <a:t>      "mode": "verbatim"</a:t>
            </a:r>
          </a:p>
          <a:p>
            <a:r>
              <a:t>    }</a:t>
            </a:r>
          </a:p>
          <a:p>
            <a:r>
              <a:t>  ],</a:t>
            </a:r>
          </a:p>
          <a:p>
            <a:r>
              <a:t>  "citations": {</a:t>
            </a:r>
          </a:p>
          <a:p>
            <a:r>
              <a:t>    "s011": "Public MIT sample: original fictional research-sharing design section 1"</a:t>
            </a:r>
          </a:p>
          <a:p>
            <a:r>
              <a:t>  },</a:t>
            </a:r>
          </a:p>
          <a:p>
            <a:r>
              <a:t>  "template_license":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null,</a:t>
            </a:r>
          </a:p>
          <a:p>
            <a:r>
              <a:t>  "catalog": "editorial",</a:t>
            </a:r>
          </a:p>
          <a:p>
            <a:r>
              <a:t>  "family": "bullets",</a:t>
            </a:r>
          </a:p>
          <a:p>
            <a:r>
              <a:t>  "structural_variant": "columns",</a:t>
            </a:r>
          </a:p>
          <a:p>
            <a:r>
              <a:t>  "repetition_reason": "Catalog inventory: adjacent entries intentionally show every count/orientation for comparison; this is not a presentation sequence.",</a:t>
            </a:r>
          </a:p>
          <a:p>
            <a:r>
              <a:t>  "images": {},</a:t>
            </a:r>
          </a:p>
          <a:p>
            <a:r>
              <a:t>  "template_sha256": "2fd6ceb0c4c1c6341acc3fa919fa11575d8891a235ccf9346e503d4286b98aad"</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"slide012",</a:t>
            </a:r>
          </a:p>
          <a:p>
            <a:r>
              <a:t>  "origin": "catalog",</a:t>
            </a:r>
          </a:p>
          <a:p>
            <a:r>
              <a:t>  "layout_id": "ed_bullets_rows_4",</a:t>
            </a:r>
          </a:p>
          <a:p>
            <a:r>
              <a:t>  "variant": "warm",</a:t>
            </a:r>
          </a:p>
          <a:p>
            <a:r>
              <a:t>  "rationale": "Public template fixture; short fictional slot content; no private data.",</a:t>
            </a:r>
          </a:p>
          <a:p>
            <a:r>
              <a:t>  "source_sha256": "c38e01dcb14540e486d5a11ff7b07b6cff9547c6a27e869e7c53a02aada60e2d",</a:t>
            </a:r>
          </a:p>
          <a:p>
            <a:r>
              <a:t>  "evidence": [</a:t>
            </a:r>
          </a:p>
          <a:p>
            <a:r>
              <a:t>    {</a:t>
            </a:r>
          </a:p>
          <a:p>
            <a:r>
              <a:t>      "text": "社内ナレッジを探しやすくする条件",</a:t>
            </a:r>
          </a:p>
          <a:p>
            <a:r>
              <a:t>      "refs": [</a:t>
            </a:r>
          </a:p>
          <a:p>
            <a:r>
              <a:t>        {</a:t>
            </a:r>
          </a:p>
          <a:p>
            <a:r>
              <a:t>          "source_id": "s012",</a:t>
            </a:r>
          </a:p>
          <a:p>
            <a:r>
              <a:t>          "quote": "社内ナレッジを探しやすくする条件"</a:t>
            </a:r>
          </a:p>
          <a:p>
            <a:r>
              <a:t>        }</a:t>
            </a:r>
          </a:p>
          <a:p>
            <a:r>
              <a:t>      ],</a:t>
            </a:r>
          </a:p>
          <a:p>
            <a:r>
              <a:t>      "mode": "verbatim"</a:t>
            </a:r>
          </a:p>
          <a:p>
            <a:r>
              <a:t>    },</a:t>
            </a:r>
          </a:p>
          <a:p>
            <a:r>
              <a:t>    {</a:t>
            </a:r>
          </a:p>
          <a:p>
            <a:r>
              <a:t>      "text": "架空の社内調査。運用条件を整理した所見であり、効果を実証したものではない。",</a:t>
            </a:r>
          </a:p>
          <a:p>
            <a:r>
              <a:t>      "refs": [</a:t>
            </a:r>
          </a:p>
          <a:p>
            <a:r>
              <a:t>        {</a:t>
            </a:r>
          </a:p>
          <a:p>
            <a:r>
              <a:t>          "source_id": "s012",</a:t>
            </a:r>
          </a:p>
          <a:p>
            <a:r>
              <a:t>          "quote": "架空の社内調査。運用条件を整理した所見であり、効果を実証したものではない。"</a:t>
            </a:r>
          </a:p>
          <a:p>
            <a:r>
              <a:t>        }</a:t>
            </a:r>
          </a:p>
          <a:p>
            <a:r>
              <a:t>      ],</a:t>
            </a:r>
          </a:p>
          <a:p>
            <a:r>
              <a:t>      "mode": "verbatim"</a:t>
            </a:r>
          </a:p>
          <a:p>
            <a:r>
              <a:t>    },</a:t>
            </a:r>
          </a:p>
          <a:p>
            <a:r>
              <a:t>    {</a:t>
            </a:r>
          </a:p>
          <a:p>
            <a:r>
              <a:t>      "text": "検索入口を揃える",</a:t>
            </a:r>
          </a:p>
          <a:p>
            <a:r>
              <a:t>      "refs": [</a:t>
            </a:r>
          </a:p>
          <a:p>
            <a:r>
              <a:t>        {</a:t>
            </a:r>
          </a:p>
          <a:p>
            <a:r>
              <a:t>          "source_id": "s012",</a:t>
            </a:r>
          </a:p>
          <a:p>
            <a:r>
              <a:t>          "quote": "検索入口を揃える"</a:t>
            </a:r>
          </a:p>
          <a:p>
            <a:r>
              <a:t>        }</a:t>
            </a:r>
          </a:p>
          <a:p>
            <a:r>
              <a:t>      ],</a:t>
            </a:r>
          </a:p>
          <a:p>
            <a:r>
              <a:t>      "mode": "verbatim"</a:t>
            </a:r>
          </a:p>
          <a:p>
            <a:r>
              <a:t>    },</a:t>
            </a:r>
          </a:p>
          <a:p>
            <a:r>
              <a:t>    {</a:t>
            </a:r>
          </a:p>
          <a:p>
            <a:r>
              <a:t>      "text": "用語を揃え、同じ資料へ辿れる入口を整える。",</a:t>
            </a:r>
          </a:p>
          <a:p>
            <a:r>
              <a:t>      "refs": [</a:t>
            </a:r>
          </a:p>
          <a:p>
            <a:r>
              <a:t>        {</a:t>
            </a:r>
          </a:p>
          <a:p>
            <a:r>
              <a:t>          "source_id": "s012",</a:t>
            </a:r>
          </a:p>
          <a:p>
            <a:r>
              <a:t>          "quote": "用語を揃え、同じ資料へ辿れる入口を整える。"</a:t>
            </a:r>
          </a:p>
          <a:p>
            <a:r>
              <a:t>        }</a:t>
            </a:r>
          </a:p>
          <a:p>
            <a:r>
              <a:t>      ],</a:t>
            </a:r>
          </a:p>
          <a:p>
            <a:r>
              <a:t>      "mode": "verbatim"</a:t>
            </a:r>
          </a:p>
          <a:p>
            <a:r>
              <a:t>    },</a:t>
            </a:r>
          </a:p>
          <a:p>
            <a:r>
              <a:t>    {</a:t>
            </a:r>
          </a:p>
          <a:p>
            <a:r>
              <a:t>      "text": "根拠まで辿れる",</a:t>
            </a:r>
          </a:p>
          <a:p>
            <a:r>
              <a:t>      "refs": [</a:t>
            </a:r>
          </a:p>
          <a:p>
            <a:r>
              <a:t>        {</a:t>
            </a:r>
          </a:p>
          <a:p>
            <a:r>
              <a:t>          "source_id": "s012",</a:t>
            </a:r>
          </a:p>
          <a:p>
            <a:r>
              <a:t>          "quote": "根拠まで辿れる"</a:t>
            </a:r>
          </a:p>
          <a:p>
            <a:r>
              <a:t>        }</a:t>
            </a:r>
          </a:p>
          <a:p>
            <a:r>
              <a:t>      ],</a:t>
            </a:r>
          </a:p>
          <a:p>
            <a:r>
              <a:t>      "mode": "verbatim"</a:t>
            </a:r>
          </a:p>
          <a:p>
            <a:r>
              <a:t>    },</a:t>
            </a:r>
          </a:p>
          <a:p>
            <a:r>
              <a:t>    {</a:t>
            </a:r>
          </a:p>
          <a:p>
            <a:r>
              <a:t>      "text": "原文の条件と確認日を、要約とともに残す。",</a:t>
            </a:r>
          </a:p>
          <a:p>
            <a:r>
              <a:t>      "refs": [</a:t>
            </a:r>
          </a:p>
          <a:p>
            <a:r>
              <a:t>        {</a:t>
            </a:r>
          </a:p>
          <a:p>
            <a:r>
              <a:t>          "source_id": "s012",</a:t>
            </a:r>
          </a:p>
          <a:p>
            <a:r>
              <a:t>          "quote": "原文の条件と確認日を、要約とともに残す。"</a:t>
            </a:r>
          </a:p>
          <a:p>
            <a:r>
              <a:t>        }</a:t>
            </a:r>
          </a:p>
          <a:p>
            <a:r>
              <a:t>      ],</a:t>
            </a:r>
          </a:p>
          <a:p>
            <a:r>
              <a:t>      "mode": "verbatim"</a:t>
            </a:r>
          </a:p>
          <a:p>
            <a:r>
              <a:t>    },</a:t>
            </a:r>
          </a:p>
          <a:p>
            <a:r>
              <a:t>    {</a:t>
            </a:r>
          </a:p>
          <a:p>
            <a:r>
              <a:t>      "text": "更新範囲を決める",</a:t>
            </a:r>
          </a:p>
          <a:p>
            <a:r>
              <a:t>      "refs": [</a:t>
            </a:r>
          </a:p>
          <a:p>
            <a:r>
              <a:t>        {</a:t>
            </a:r>
          </a:p>
          <a:p>
            <a:r>
              <a:t>          "source_id": "s012",</a:t>
            </a:r>
          </a:p>
          <a:p>
            <a:r>
              <a:t>          "quote": "更新範囲を決める"</a:t>
            </a:r>
          </a:p>
          <a:p>
            <a:r>
              <a:t>        }</a:t>
            </a:r>
          </a:p>
          <a:p>
            <a:r>
              <a:t>      ],</a:t>
            </a:r>
          </a:p>
          <a:p>
            <a:r>
              <a:t>      "mode": "verbatim"</a:t>
            </a:r>
          </a:p>
          <a:p>
            <a:r>
              <a:t>    },</a:t>
            </a:r>
          </a:p>
          <a:p>
            <a:r>
              <a:t>    {</a:t>
            </a:r>
          </a:p>
          <a:p>
            <a:r>
              <a:t>      "text": "変更頻度に応じて担当と再確認の時期を決める。",</a:t>
            </a:r>
          </a:p>
          <a:p>
            <a:r>
              <a:t>      "refs": [</a:t>
            </a:r>
          </a:p>
          <a:p>
            <a:r>
              <a:t>        {</a:t>
            </a:r>
          </a:p>
          <a:p>
            <a:r>
              <a:t>          "source_id": "s012",</a:t>
            </a:r>
          </a:p>
          <a:p>
            <a:r>
              <a:t>          "quote": "変更頻度に応じて担当と再確認の時期を決める。"</a:t>
            </a:r>
          </a:p>
          <a:p>
            <a:r>
              <a:t>        }</a:t>
            </a:r>
          </a:p>
          <a:p>
            <a:r>
              <a:t>      ],</a:t>
            </a:r>
          </a:p>
          <a:p>
            <a:r>
              <a:t>      "mode": "verbatim"</a:t>
            </a:r>
          </a:p>
          <a:p>
            <a:r>
              <a:t>    },</a:t>
            </a:r>
          </a:p>
          <a:p>
            <a:r>
              <a:t>    {</a:t>
            </a:r>
          </a:p>
          <a:p>
            <a:r>
              <a:t>      "text": "例外を見える化",</a:t>
            </a:r>
          </a:p>
          <a:p>
            <a:r>
              <a:t>      "refs": [</a:t>
            </a:r>
          </a:p>
          <a:p>
            <a:r>
              <a:t>        {</a:t>
            </a:r>
          </a:p>
          <a:p>
            <a:r>
              <a:t>          "source_id": "s012",</a:t>
            </a:r>
          </a:p>
          <a:p>
            <a:r>
              <a:t>          "quote": "例外を見える化"</a:t>
            </a:r>
          </a:p>
          <a:p>
            <a:r>
              <a:t>        }</a:t>
            </a:r>
          </a:p>
          <a:p>
            <a:r>
              <a:t>      ],</a:t>
            </a:r>
          </a:p>
          <a:p>
            <a:r>
              <a:t>      "mode": "verbatim"</a:t>
            </a:r>
          </a:p>
          <a:p>
            <a:r>
              <a:t>    },</a:t>
            </a:r>
          </a:p>
          <a:p>
            <a:r>
              <a:t>    {</a:t>
            </a:r>
          </a:p>
          <a:p>
            <a:r>
              <a:t>      "text": "適用できない場面も記録し、前提の違いを残す。",</a:t>
            </a:r>
          </a:p>
          <a:p>
            <a:r>
              <a:t>      "refs": [</a:t>
            </a:r>
          </a:p>
          <a:p>
            <a:r>
              <a:t>        {</a:t>
            </a:r>
          </a:p>
          <a:p>
            <a:r>
              <a:t>          "source_id": "s012",</a:t>
            </a:r>
          </a:p>
          <a:p>
            <a:r>
              <a:t>          "quote": "適用できない場面も記録し、前提の違いを残す。"</a:t>
            </a:r>
          </a:p>
          <a:p>
            <a:r>
              <a:t>        }</a:t>
            </a:r>
          </a:p>
          <a:p>
            <a:r>
              <a:t>      ],</a:t>
            </a:r>
          </a:p>
          <a:p>
            <a:r>
              <a:t>      "mode": "verbatim"</a:t>
            </a:r>
          </a:p>
          <a:p>
            <a:r>
              <a:t>    }</a:t>
            </a:r>
          </a:p>
          <a:p>
            <a:r>
              <a:t>  ],</a:t>
            </a:r>
          </a:p>
          <a:p>
            <a:r>
              <a:t>  "citations": {</a:t>
            </a:r>
          </a:p>
          <a:p>
            <a:r>
              <a:t>    "s012": "Public MIT sample: original fictional research-sharing design section 1"</a:t>
            </a:r>
          </a:p>
          <a:p>
            <a:r>
              <a:t>  },</a:t>
            </a:r>
          </a:p>
          <a:p>
            <a:r>
              <a:t>  "template_license":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null,</a:t>
            </a:r>
          </a:p>
          <a:p>
            <a:r>
              <a:t>  "catalog": "editorial",</a:t>
            </a:r>
          </a:p>
          <a:p>
            <a:r>
              <a:t>  "family": "bullets",</a:t>
            </a:r>
          </a:p>
          <a:p>
            <a:r>
              <a:t>  "structural_variant": "rows",</a:t>
            </a:r>
          </a:p>
          <a:p>
            <a:r>
              <a:t>  "repetition_reason": "Catalog inventory: adjacent entries intentionally show every count/orientation for comparison; this is not a presentation sequence.",</a:t>
            </a:r>
          </a:p>
          <a:p>
            <a:r>
              <a:t>  "images": {},</a:t>
            </a:r>
          </a:p>
          <a:p>
            <a:r>
              <a:t>  "template_sha256": "4a9b85e7ec35d95e9c813bc33f2604231c9720f0cbd7217e4595e246125e67f2"</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"slide013",</a:t>
            </a:r>
          </a:p>
          <a:p>
            <a:r>
              <a:t>  "origin": "catalog",</a:t>
            </a:r>
          </a:p>
          <a:p>
            <a:r>
              <a:t>  "layout_id": "ed_bullets_columns_4",</a:t>
            </a:r>
          </a:p>
          <a:p>
            <a:r>
              <a:t>  "variant": "warm",</a:t>
            </a:r>
          </a:p>
          <a:p>
            <a:r>
              <a:t>  "rationale": "Public template fixture; short fictional slot content; no private data.",</a:t>
            </a:r>
          </a:p>
          <a:p>
            <a:r>
              <a:t>  "source_sha256": "c38e01dcb14540e486d5a11ff7b07b6cff9547c6a27e869e7c53a02aada60e2d",</a:t>
            </a:r>
          </a:p>
          <a:p>
            <a:r>
              <a:t>  "evidence": [</a:t>
            </a:r>
          </a:p>
          <a:p>
            <a:r>
              <a:t>    {</a:t>
            </a:r>
          </a:p>
          <a:p>
            <a:r>
              <a:t>      "text": "社内ナレッジを探しやすくする条件",</a:t>
            </a:r>
          </a:p>
          <a:p>
            <a:r>
              <a:t>      "refs": [</a:t>
            </a:r>
          </a:p>
          <a:p>
            <a:r>
              <a:t>        {</a:t>
            </a:r>
          </a:p>
          <a:p>
            <a:r>
              <a:t>          "source_id": "s013",</a:t>
            </a:r>
          </a:p>
          <a:p>
            <a:r>
              <a:t>          "quote": "社内ナレッジを探しやすくする条件"</a:t>
            </a:r>
          </a:p>
          <a:p>
            <a:r>
              <a:t>        }</a:t>
            </a:r>
          </a:p>
          <a:p>
            <a:r>
              <a:t>      ],</a:t>
            </a:r>
          </a:p>
          <a:p>
            <a:r>
              <a:t>      "mode": "verbatim"</a:t>
            </a:r>
          </a:p>
          <a:p>
            <a:r>
              <a:t>    },</a:t>
            </a:r>
          </a:p>
          <a:p>
            <a:r>
              <a:t>    {</a:t>
            </a:r>
          </a:p>
          <a:p>
            <a:r>
              <a:t>      "text": "架空の社内調査。運用条件を整理した所見であり、効果を実証したものではない。",</a:t>
            </a:r>
          </a:p>
          <a:p>
            <a:r>
              <a:t>      "refs": [</a:t>
            </a:r>
          </a:p>
          <a:p>
            <a:r>
              <a:t>        {</a:t>
            </a:r>
          </a:p>
          <a:p>
            <a:r>
              <a:t>          "source_id": "s013",</a:t>
            </a:r>
          </a:p>
          <a:p>
            <a:r>
              <a:t>          "quote": "架空の社内調査。運用条件を整理した所見であり、効果を実証したものではない。"</a:t>
            </a:r>
          </a:p>
          <a:p>
            <a:r>
              <a:t>        }</a:t>
            </a:r>
          </a:p>
          <a:p>
            <a:r>
              <a:t>      ],</a:t>
            </a:r>
          </a:p>
          <a:p>
            <a:r>
              <a:t>      "mode": "verbatim"</a:t>
            </a:r>
          </a:p>
          <a:p>
            <a:r>
              <a:t>    },</a:t>
            </a:r>
          </a:p>
          <a:p>
            <a:r>
              <a:t>    {</a:t>
            </a:r>
          </a:p>
          <a:p>
            <a:r>
              <a:t>      "text": "検索入口を揃える",</a:t>
            </a:r>
          </a:p>
          <a:p>
            <a:r>
              <a:t>      "refs": [</a:t>
            </a:r>
          </a:p>
          <a:p>
            <a:r>
              <a:t>        {</a:t>
            </a:r>
          </a:p>
          <a:p>
            <a:r>
              <a:t>          "source_id": "s013",</a:t>
            </a:r>
          </a:p>
          <a:p>
            <a:r>
              <a:t>          "quote": "検索入口を揃える"</a:t>
            </a:r>
          </a:p>
          <a:p>
            <a:r>
              <a:t>        }</a:t>
            </a:r>
          </a:p>
          <a:p>
            <a:r>
              <a:t>      ],</a:t>
            </a:r>
          </a:p>
          <a:p>
            <a:r>
              <a:t>      "mode": "verbatim"</a:t>
            </a:r>
          </a:p>
          <a:p>
            <a:r>
              <a:t>    },</a:t>
            </a:r>
          </a:p>
          <a:p>
            <a:r>
              <a:t>    {</a:t>
            </a:r>
          </a:p>
          <a:p>
            <a:r>
              <a:t>      "text": "用語を揃え、同じ資料へ辿れる入口を整える。",</a:t>
            </a:r>
          </a:p>
          <a:p>
            <a:r>
              <a:t>      "refs": [</a:t>
            </a:r>
          </a:p>
          <a:p>
            <a:r>
              <a:t>        {</a:t>
            </a:r>
          </a:p>
          <a:p>
            <a:r>
              <a:t>          "source_id": "s013",</a:t>
            </a:r>
          </a:p>
          <a:p>
            <a:r>
              <a:t>          "quote": "用語を揃え、同じ資料へ辿れる入口を整える。"</a:t>
            </a:r>
          </a:p>
          <a:p>
            <a:r>
              <a:t>        }</a:t>
            </a:r>
          </a:p>
          <a:p>
            <a:r>
              <a:t>      ],</a:t>
            </a:r>
          </a:p>
          <a:p>
            <a:r>
              <a:t>      "mode": "verbatim"</a:t>
            </a:r>
          </a:p>
          <a:p>
            <a:r>
              <a:t>    },</a:t>
            </a:r>
          </a:p>
          <a:p>
            <a:r>
              <a:t>    {</a:t>
            </a:r>
          </a:p>
          <a:p>
            <a:r>
              <a:t>      "text": "根拠まで辿れる",</a:t>
            </a:r>
          </a:p>
          <a:p>
            <a:r>
              <a:t>      "refs": [</a:t>
            </a:r>
          </a:p>
          <a:p>
            <a:r>
              <a:t>        {</a:t>
            </a:r>
          </a:p>
          <a:p>
            <a:r>
              <a:t>          "source_id": "s013",</a:t>
            </a:r>
          </a:p>
          <a:p>
            <a:r>
              <a:t>          "quote": "根拠まで辿れる"</a:t>
            </a:r>
          </a:p>
          <a:p>
            <a:r>
              <a:t>        }</a:t>
            </a:r>
          </a:p>
          <a:p>
            <a:r>
              <a:t>      ],</a:t>
            </a:r>
          </a:p>
          <a:p>
            <a:r>
              <a:t>      "mode": "verbatim"</a:t>
            </a:r>
          </a:p>
          <a:p>
            <a:r>
              <a:t>    },</a:t>
            </a:r>
          </a:p>
          <a:p>
            <a:r>
              <a:t>    {</a:t>
            </a:r>
          </a:p>
          <a:p>
            <a:r>
              <a:t>      "text": "原文の条件と確認日を、要約とともに残す。",</a:t>
            </a:r>
          </a:p>
          <a:p>
            <a:r>
              <a:t>      "refs": [</a:t>
            </a:r>
          </a:p>
          <a:p>
            <a:r>
              <a:t>        {</a:t>
            </a:r>
          </a:p>
          <a:p>
            <a:r>
              <a:t>          "source_id": "s013",</a:t>
            </a:r>
          </a:p>
          <a:p>
            <a:r>
              <a:t>          "quote": "原文の条件と確認日を、要約とともに残す。"</a:t>
            </a:r>
          </a:p>
          <a:p>
            <a:r>
              <a:t>        }</a:t>
            </a:r>
          </a:p>
          <a:p>
            <a:r>
              <a:t>      ],</a:t>
            </a:r>
          </a:p>
          <a:p>
            <a:r>
              <a:t>      "mode": "verbatim"</a:t>
            </a:r>
          </a:p>
          <a:p>
            <a:r>
              <a:t>    },</a:t>
            </a:r>
          </a:p>
          <a:p>
            <a:r>
              <a:t>    {</a:t>
            </a:r>
          </a:p>
          <a:p>
            <a:r>
              <a:t>      "text": "更新範囲を決める",</a:t>
            </a:r>
          </a:p>
          <a:p>
            <a:r>
              <a:t>      "refs": [</a:t>
            </a:r>
          </a:p>
          <a:p>
            <a:r>
              <a:t>        {</a:t>
            </a:r>
          </a:p>
          <a:p>
            <a:r>
              <a:t>          "source_id": "s013",</a:t>
            </a:r>
          </a:p>
          <a:p>
            <a:r>
              <a:t>          "quote": "更新範囲を決める"</a:t>
            </a:r>
          </a:p>
          <a:p>
            <a:r>
              <a:t>        }</a:t>
            </a:r>
          </a:p>
          <a:p>
            <a:r>
              <a:t>      ],</a:t>
            </a:r>
          </a:p>
          <a:p>
            <a:r>
              <a:t>      "mode": "verbatim"</a:t>
            </a:r>
          </a:p>
          <a:p>
            <a:r>
              <a:t>    },</a:t>
            </a:r>
          </a:p>
          <a:p>
            <a:r>
              <a:t>    {</a:t>
            </a:r>
          </a:p>
          <a:p>
            <a:r>
              <a:t>      "text": "変更頻度に応じて担当と再確認の時期を決める。",</a:t>
            </a:r>
          </a:p>
          <a:p>
            <a:r>
              <a:t>      "refs": [</a:t>
            </a:r>
          </a:p>
          <a:p>
            <a:r>
              <a:t>        {</a:t>
            </a:r>
          </a:p>
          <a:p>
            <a:r>
              <a:t>          "source_id": "s013",</a:t>
            </a:r>
          </a:p>
          <a:p>
            <a:r>
              <a:t>          "quote": "変更頻度に応じて担当と再確認の時期を決める。"</a:t>
            </a:r>
          </a:p>
          <a:p>
            <a:r>
              <a:t>        }</a:t>
            </a:r>
          </a:p>
          <a:p>
            <a:r>
              <a:t>      ],</a:t>
            </a:r>
          </a:p>
          <a:p>
            <a:r>
              <a:t>      "mode": "verbatim"</a:t>
            </a:r>
          </a:p>
          <a:p>
            <a:r>
              <a:t>    },</a:t>
            </a:r>
          </a:p>
          <a:p>
            <a:r>
              <a:t>    {</a:t>
            </a:r>
          </a:p>
          <a:p>
            <a:r>
              <a:t>      "text": "例外を見える化",</a:t>
            </a:r>
          </a:p>
          <a:p>
            <a:r>
              <a:t>      "refs": [</a:t>
            </a:r>
          </a:p>
          <a:p>
            <a:r>
              <a:t>        {</a:t>
            </a:r>
          </a:p>
          <a:p>
            <a:r>
              <a:t>          "source_id": "s013",</a:t>
            </a:r>
          </a:p>
          <a:p>
            <a:r>
              <a:t>          "quote": "例外を見える化"</a:t>
            </a:r>
          </a:p>
          <a:p>
            <a:r>
              <a:t>        }</a:t>
            </a:r>
          </a:p>
          <a:p>
            <a:r>
              <a:t>      ],</a:t>
            </a:r>
          </a:p>
          <a:p>
            <a:r>
              <a:t>      "mode": "verbatim"</a:t>
            </a:r>
          </a:p>
          <a:p>
            <a:r>
              <a:t>    },</a:t>
            </a:r>
          </a:p>
          <a:p>
            <a:r>
              <a:t>    {</a:t>
            </a:r>
          </a:p>
          <a:p>
            <a:r>
              <a:t>      "text": "適用できない場面も記録し、前提の違いを残す。",</a:t>
            </a:r>
          </a:p>
          <a:p>
            <a:r>
              <a:t>      "refs": [</a:t>
            </a:r>
          </a:p>
          <a:p>
            <a:r>
              <a:t>        {</a:t>
            </a:r>
          </a:p>
          <a:p>
            <a:r>
              <a:t>          "source_id": "s013",</a:t>
            </a:r>
          </a:p>
          <a:p>
            <a:r>
              <a:t>          "quote": "適用できない場面も記録し、前提の違いを残す。"</a:t>
            </a:r>
          </a:p>
          <a:p>
            <a:r>
              <a:t>        }</a:t>
            </a:r>
          </a:p>
          <a:p>
            <a:r>
              <a:t>      ],</a:t>
            </a:r>
          </a:p>
          <a:p>
            <a:r>
              <a:t>      "mode": "verbatim"</a:t>
            </a:r>
          </a:p>
          <a:p>
            <a:r>
              <a:t>    }</a:t>
            </a:r>
          </a:p>
          <a:p>
            <a:r>
              <a:t>  ],</a:t>
            </a:r>
          </a:p>
          <a:p>
            <a:r>
              <a:t>  "citations": {</a:t>
            </a:r>
          </a:p>
          <a:p>
            <a:r>
              <a:t>    "s013": "Public MIT sample: original fictional research-sharing design section 1"</a:t>
            </a:r>
          </a:p>
          <a:p>
            <a:r>
              <a:t>  },</a:t>
            </a:r>
          </a:p>
          <a:p>
            <a:r>
              <a:t>  "template_license":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null,</a:t>
            </a:r>
          </a:p>
          <a:p>
            <a:r>
              <a:t>  "catalog": "editorial",</a:t>
            </a:r>
          </a:p>
          <a:p>
            <a:r>
              <a:t>  "family": "bullets",</a:t>
            </a:r>
          </a:p>
          <a:p>
            <a:r>
              <a:t>  "structural_variant": "columns",</a:t>
            </a:r>
          </a:p>
          <a:p>
            <a:r>
              <a:t>  "repetition_reason": "Catalog inventory: adjacent entries intentionally show every count/orientation for comparison; this is not a presentation sequence.",</a:t>
            </a:r>
          </a:p>
          <a:p>
            <a:r>
              <a:t>  "images": {},</a:t>
            </a:r>
          </a:p>
          <a:p>
            <a:r>
              <a:t>  "template_sha256": "907f19c6a534999e2587a5612028f3a53ec554091fb0420019bdcdd152e786f4"</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"slide014",</a:t>
            </a:r>
          </a:p>
          <a:p>
            <a:r>
              <a:t>  "origin": "catalog",</a:t>
            </a:r>
          </a:p>
          <a:p>
            <a:r>
              <a:t>  "layout_id": "ed_bullets_rows_5",</a:t>
            </a:r>
          </a:p>
          <a:p>
            <a:r>
              <a:t>  "variant": "warm",</a:t>
            </a:r>
          </a:p>
          <a:p>
            <a:r>
              <a:t>  "rationale": "Public template fixture; short fictional slot content; no private data.",</a:t>
            </a:r>
          </a:p>
          <a:p>
            <a:r>
              <a:t>  "source_sha256": "c38e01dcb14540e486d5a11ff7b07b6cff9547c6a27e869e7c53a02aada60e2d",</a:t>
            </a:r>
          </a:p>
          <a:p>
            <a:r>
              <a:t>  "evidence": [</a:t>
            </a:r>
          </a:p>
          <a:p>
            <a:r>
              <a:t>    {</a:t>
            </a:r>
          </a:p>
          <a:p>
            <a:r>
              <a:t>      "text": "社内ナレッジを探しやすくする条件",</a:t>
            </a:r>
          </a:p>
          <a:p>
            <a:r>
              <a:t>      "refs": [</a:t>
            </a:r>
          </a:p>
          <a:p>
            <a:r>
              <a:t>        {</a:t>
            </a:r>
          </a:p>
          <a:p>
            <a:r>
              <a:t>          "source_id": "s014",</a:t>
            </a:r>
          </a:p>
          <a:p>
            <a:r>
              <a:t>          "quote": "社内ナレッジを探しやすくする条件"</a:t>
            </a:r>
          </a:p>
          <a:p>
            <a:r>
              <a:t>        }</a:t>
            </a:r>
          </a:p>
          <a:p>
            <a:r>
              <a:t>      ],</a:t>
            </a:r>
          </a:p>
          <a:p>
            <a:r>
              <a:t>      "mode": "verbatim"</a:t>
            </a:r>
          </a:p>
          <a:p>
            <a:r>
              <a:t>    },</a:t>
            </a:r>
          </a:p>
          <a:p>
            <a:r>
              <a:t>    {</a:t>
            </a:r>
          </a:p>
          <a:p>
            <a:r>
              <a:t>      "text": "架空の社内調査。運用条件を整理した所見であり、効果を実証したものではない。",</a:t>
            </a:r>
          </a:p>
          <a:p>
            <a:r>
              <a:t>      "refs": [</a:t>
            </a:r>
          </a:p>
          <a:p>
            <a:r>
              <a:t>        {</a:t>
            </a:r>
          </a:p>
          <a:p>
            <a:r>
              <a:t>          "source_id": "s014",</a:t>
            </a:r>
          </a:p>
          <a:p>
            <a:r>
              <a:t>          "quote": "架空の社内調査。運用条件を整理した所見であり、効果を実証したものではない。"</a:t>
            </a:r>
          </a:p>
          <a:p>
            <a:r>
              <a:t>        }</a:t>
            </a:r>
          </a:p>
          <a:p>
            <a:r>
              <a:t>      ],</a:t>
            </a:r>
          </a:p>
          <a:p>
            <a:r>
              <a:t>      "mode": "verbatim"</a:t>
            </a:r>
          </a:p>
          <a:p>
            <a:r>
              <a:t>    },</a:t>
            </a:r>
          </a:p>
          <a:p>
            <a:r>
              <a:t>    {</a:t>
            </a:r>
          </a:p>
          <a:p>
            <a:r>
              <a:t>      "text": "検索入口を揃える",</a:t>
            </a:r>
          </a:p>
          <a:p>
            <a:r>
              <a:t>      "refs": [</a:t>
            </a:r>
          </a:p>
          <a:p>
            <a:r>
              <a:t>        {</a:t>
            </a:r>
          </a:p>
          <a:p>
            <a:r>
              <a:t>          "source_id": "s014",</a:t>
            </a:r>
          </a:p>
          <a:p>
            <a:r>
              <a:t>          "quote": "検索入口を揃える"</a:t>
            </a:r>
          </a:p>
          <a:p>
            <a:r>
              <a:t>        }</a:t>
            </a:r>
          </a:p>
          <a:p>
            <a:r>
              <a:t>      ],</a:t>
            </a:r>
          </a:p>
          <a:p>
            <a:r>
              <a:t>      "mode": "verbatim"</a:t>
            </a:r>
          </a:p>
          <a:p>
            <a:r>
              <a:t>    },</a:t>
            </a:r>
          </a:p>
          <a:p>
            <a:r>
              <a:t>    {</a:t>
            </a:r>
          </a:p>
          <a:p>
            <a:r>
              <a:t>      "text": "用語を揃え、同じ資料へ辿れる入口を整える。",</a:t>
            </a:r>
          </a:p>
          <a:p>
            <a:r>
              <a:t>      "refs": [</a:t>
            </a:r>
          </a:p>
          <a:p>
            <a:r>
              <a:t>        {</a:t>
            </a:r>
          </a:p>
          <a:p>
            <a:r>
              <a:t>          "source_id": "s014",</a:t>
            </a:r>
          </a:p>
          <a:p>
            <a:r>
              <a:t>          "quote": "用語を揃え、同じ資料へ辿れる入口を整える。"</a:t>
            </a:r>
          </a:p>
          <a:p>
            <a:r>
              <a:t>        }</a:t>
            </a:r>
          </a:p>
          <a:p>
            <a:r>
              <a:t>      ],</a:t>
            </a:r>
          </a:p>
          <a:p>
            <a:r>
              <a:t>      "mode": "verbatim"</a:t>
            </a:r>
          </a:p>
          <a:p>
            <a:r>
              <a:t>    },</a:t>
            </a:r>
          </a:p>
          <a:p>
            <a:r>
              <a:t>    {</a:t>
            </a:r>
          </a:p>
          <a:p>
            <a:r>
              <a:t>      "text": "根拠まで辿れる",</a:t>
            </a:r>
          </a:p>
          <a:p>
            <a:r>
              <a:t>      "refs": [</a:t>
            </a:r>
          </a:p>
          <a:p>
            <a:r>
              <a:t>        {</a:t>
            </a:r>
          </a:p>
          <a:p>
            <a:r>
              <a:t>          "source_id": "s014",</a:t>
            </a:r>
          </a:p>
          <a:p>
            <a:r>
              <a:t>          "quote": "根拠まで辿れる"</a:t>
            </a:r>
          </a:p>
          <a:p>
            <a:r>
              <a:t>        }</a:t>
            </a:r>
          </a:p>
          <a:p>
            <a:r>
              <a:t>      ],</a:t>
            </a:r>
          </a:p>
          <a:p>
            <a:r>
              <a:t>      "mode": "verbatim"</a:t>
            </a:r>
          </a:p>
          <a:p>
            <a:r>
              <a:t>    },</a:t>
            </a:r>
          </a:p>
          <a:p>
            <a:r>
              <a:t>    {</a:t>
            </a:r>
          </a:p>
          <a:p>
            <a:r>
              <a:t>      "text": "原文の条件と確認日を、要約とともに残す。",</a:t>
            </a:r>
          </a:p>
          <a:p>
            <a:r>
              <a:t>      "refs": [</a:t>
            </a:r>
          </a:p>
          <a:p>
            <a:r>
              <a:t>        {</a:t>
            </a:r>
          </a:p>
          <a:p>
            <a:r>
              <a:t>          "source_id": "s014",</a:t>
            </a:r>
          </a:p>
          <a:p>
            <a:r>
              <a:t>          "quote": "原文の条件と確認日を、要約とともに残す。"</a:t>
            </a:r>
          </a:p>
          <a:p>
            <a:r>
              <a:t>        }</a:t>
            </a:r>
          </a:p>
          <a:p>
            <a:r>
              <a:t>      ],</a:t>
            </a:r>
          </a:p>
          <a:p>
            <a:r>
              <a:t>      "mode": "verbatim"</a:t>
            </a:r>
          </a:p>
          <a:p>
            <a:r>
              <a:t>    },</a:t>
            </a:r>
          </a:p>
          <a:p>
            <a:r>
              <a:t>    {</a:t>
            </a:r>
          </a:p>
          <a:p>
            <a:r>
              <a:t>      "text": "更新範囲を決める",</a:t>
            </a:r>
          </a:p>
          <a:p>
            <a:r>
              <a:t>      "refs": [</a:t>
            </a:r>
          </a:p>
          <a:p>
            <a:r>
              <a:t>        {</a:t>
            </a:r>
          </a:p>
          <a:p>
            <a:r>
              <a:t>          "source_id": "s014",</a:t>
            </a:r>
          </a:p>
          <a:p>
            <a:r>
              <a:t>          "quote": "更新範囲を決める"</a:t>
            </a:r>
          </a:p>
          <a:p>
            <a:r>
              <a:t>        }</a:t>
            </a:r>
          </a:p>
          <a:p>
            <a:r>
              <a:t>      ],</a:t>
            </a:r>
          </a:p>
          <a:p>
            <a:r>
              <a:t>      "mode": "verbatim"</a:t>
            </a:r>
          </a:p>
          <a:p>
            <a:r>
              <a:t>    },</a:t>
            </a:r>
          </a:p>
          <a:p>
            <a:r>
              <a:t>    {</a:t>
            </a:r>
          </a:p>
          <a:p>
            <a:r>
              <a:t>      "text": "変更頻度に応じて担当と再確認の時期を決める。",</a:t>
            </a:r>
          </a:p>
          <a:p>
            <a:r>
              <a:t>      "refs": [</a:t>
            </a:r>
          </a:p>
          <a:p>
            <a:r>
              <a:t>        {</a:t>
            </a:r>
          </a:p>
          <a:p>
            <a:r>
              <a:t>          "source_id": "s014",</a:t>
            </a:r>
          </a:p>
          <a:p>
            <a:r>
              <a:t>          "quote": "変更頻度に応じて担当と再確認の時期を決める。"</a:t>
            </a:r>
          </a:p>
          <a:p>
            <a:r>
              <a:t>        }</a:t>
            </a:r>
          </a:p>
          <a:p>
            <a:r>
              <a:t>      ],</a:t>
            </a:r>
          </a:p>
          <a:p>
            <a:r>
              <a:t>      "mode": "verbatim"</a:t>
            </a:r>
          </a:p>
          <a:p>
            <a:r>
              <a:t>    },</a:t>
            </a:r>
          </a:p>
          <a:p>
            <a:r>
              <a:t>    {</a:t>
            </a:r>
          </a:p>
          <a:p>
            <a:r>
              <a:t>      "text": "例外を見える化",</a:t>
            </a:r>
          </a:p>
          <a:p>
            <a:r>
              <a:t>      "refs": [</a:t>
            </a:r>
          </a:p>
          <a:p>
            <a:r>
              <a:t>        {</a:t>
            </a:r>
          </a:p>
          <a:p>
            <a:r>
              <a:t>          "source_id": "s014",</a:t>
            </a:r>
          </a:p>
          <a:p>
            <a:r>
              <a:t>          "quote": "例外を見える化"</a:t>
            </a:r>
          </a:p>
          <a:p>
            <a:r>
              <a:t>        }</a:t>
            </a:r>
          </a:p>
          <a:p>
            <a:r>
              <a:t>      ],</a:t>
            </a:r>
          </a:p>
          <a:p>
            <a:r>
              <a:t>      "mode": "verbatim"</a:t>
            </a:r>
          </a:p>
          <a:p>
            <a:r>
              <a:t>    },</a:t>
            </a:r>
          </a:p>
          <a:p>
            <a:r>
              <a:t>    {</a:t>
            </a:r>
          </a:p>
          <a:p>
            <a:r>
              <a:t>      "text": "適用できない場面も記録し、前提の違いを残す。",</a:t>
            </a:r>
          </a:p>
          <a:p>
            <a:r>
              <a:t>      "refs": [</a:t>
            </a:r>
          </a:p>
          <a:p>
            <a:r>
              <a:t>        {</a:t>
            </a:r>
          </a:p>
          <a:p>
            <a:r>
              <a:t>          "source_id": "s014",</a:t>
            </a:r>
          </a:p>
          <a:p>
            <a:r>
              <a:t>          "quote": "適用できない場面も記録し、前提の違いを残す。"</a:t>
            </a:r>
          </a:p>
          <a:p>
            <a:r>
              <a:t>        }</a:t>
            </a:r>
          </a:p>
          <a:p>
            <a:r>
              <a:t>      ],</a:t>
            </a:r>
          </a:p>
          <a:p>
            <a:r>
              <a:t>      "mode": "verbatim"</a:t>
            </a:r>
          </a:p>
          <a:p>
            <a:r>
              <a:t>    },</a:t>
            </a:r>
          </a:p>
          <a:p>
            <a:r>
              <a:t>    {</a:t>
            </a:r>
          </a:p>
          <a:p>
            <a:r>
              <a:t>      "text": "比較軸を共有する",</a:t>
            </a:r>
          </a:p>
          <a:p>
            <a:r>
              <a:t>      "refs": [</a:t>
            </a:r>
          </a:p>
          <a:p>
            <a:r>
              <a:t>        {</a:t>
            </a:r>
          </a:p>
          <a:p>
            <a:r>
              <a:t>          "source_id": "s014",</a:t>
            </a:r>
          </a:p>
          <a:p>
            <a:r>
              <a:t>          "quote": "比較軸を共有する"</a:t>
            </a:r>
          </a:p>
          <a:p>
            <a:r>
              <a:t>        }</a:t>
            </a:r>
          </a:p>
          <a:p>
            <a:r>
              <a:t>      ],</a:t>
            </a:r>
          </a:p>
          <a:p>
            <a:r>
              <a:t>      "mode": "verbatim"</a:t>
            </a:r>
          </a:p>
          <a:p>
            <a:r>
              <a:t>    },</a:t>
            </a:r>
          </a:p>
          <a:p>
            <a:r>
              <a:t>    {</a:t>
            </a:r>
          </a:p>
          <a:p>
            <a:r>
              <a:t>      "text": "評価項目を揃え、異なる条件の結果を混同しない。",</a:t>
            </a:r>
          </a:p>
          <a:p>
            <a:r>
              <a:t>      "refs": [</a:t>
            </a:r>
          </a:p>
          <a:p>
            <a:r>
              <a:t>        {</a:t>
            </a:r>
          </a:p>
          <a:p>
            <a:r>
              <a:t>          "source_id": "s014",</a:t>
            </a:r>
          </a:p>
          <a:p>
            <a:r>
              <a:t>          "quote": "評価項目を揃え、異なる条件の結果を混同しない。"</a:t>
            </a:r>
          </a:p>
          <a:p>
            <a:r>
              <a:t>        }</a:t>
            </a:r>
          </a:p>
          <a:p>
            <a:r>
              <a:t>      ],</a:t>
            </a:r>
          </a:p>
          <a:p>
            <a:r>
              <a:t>      "mode": "verbatim"</a:t>
            </a:r>
          </a:p>
          <a:p>
            <a:r>
              <a:t>    }</a:t>
            </a:r>
          </a:p>
          <a:p>
            <a:r>
              <a:t>  ],</a:t>
            </a:r>
          </a:p>
          <a:p>
            <a:r>
              <a:t>  "citations": {</a:t>
            </a:r>
          </a:p>
          <a:p>
            <a:r>
              <a:t>    "s014": "Public MIT sample: original fictional research-sharing design section 1"</a:t>
            </a:r>
          </a:p>
          <a:p>
            <a:r>
              <a:t>  },</a:t>
            </a:r>
          </a:p>
          <a:p>
            <a:r>
              <a:t>  "template_license":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null,</a:t>
            </a:r>
          </a:p>
          <a:p>
            <a:r>
              <a:t>  "catalog": "editorial",</a:t>
            </a:r>
          </a:p>
          <a:p>
            <a:r>
              <a:t>  "family": "bullets",</a:t>
            </a:r>
          </a:p>
          <a:p>
            <a:r>
              <a:t>  "structural_variant": "rows",</a:t>
            </a:r>
          </a:p>
          <a:p>
            <a:r>
              <a:t>  "repetition_reason": "Catalog inventory: adjacent entries intentionally show every count/orientation for comparison; this is not a presentation sequence.",</a:t>
            </a:r>
          </a:p>
          <a:p>
            <a:r>
              <a:t>  "images": {},</a:t>
            </a:r>
          </a:p>
          <a:p>
            <a:r>
              <a:t>  "template_sha256": "41c31f5dd415e763dff2473a87c742232647d24c98709ef96504aba7884905d5"</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"slide015",</a:t>
            </a:r>
          </a:p>
          <a:p>
            <a:r>
              <a:t>  "origin": "catalog",</a:t>
            </a:r>
          </a:p>
          <a:p>
            <a:r>
              <a:t>  "layout_id": "ed_bullets_columns_5",</a:t>
            </a:r>
          </a:p>
          <a:p>
            <a:r>
              <a:t>  "variant": "warm",</a:t>
            </a:r>
          </a:p>
          <a:p>
            <a:r>
              <a:t>  "rationale": "Public template fixture; short fictional slot content; no private data.",</a:t>
            </a:r>
          </a:p>
          <a:p>
            <a:r>
              <a:t>  "source_sha256": "c38e01dcb14540e486d5a11ff7b07b6cff9547c6a27e869e7c53a02aada60e2d",</a:t>
            </a:r>
          </a:p>
          <a:p>
            <a:r>
              <a:t>  "evidence": [</a:t>
            </a:r>
          </a:p>
          <a:p>
            <a:r>
              <a:t>    {</a:t>
            </a:r>
          </a:p>
          <a:p>
            <a:r>
              <a:t>      "text": "社内ナレッジを探しやすくする条件",</a:t>
            </a:r>
          </a:p>
          <a:p>
            <a:r>
              <a:t>      "refs": [</a:t>
            </a:r>
          </a:p>
          <a:p>
            <a:r>
              <a:t>        {</a:t>
            </a:r>
          </a:p>
          <a:p>
            <a:r>
              <a:t>          "source_id": "s015",</a:t>
            </a:r>
          </a:p>
          <a:p>
            <a:r>
              <a:t>          "quote": "社内ナレッジを探しやすくする条件"</a:t>
            </a:r>
          </a:p>
          <a:p>
            <a:r>
              <a:t>        }</a:t>
            </a:r>
          </a:p>
          <a:p>
            <a:r>
              <a:t>      ],</a:t>
            </a:r>
          </a:p>
          <a:p>
            <a:r>
              <a:t>      "mode": "verbatim"</a:t>
            </a:r>
          </a:p>
          <a:p>
            <a:r>
              <a:t>    },</a:t>
            </a:r>
          </a:p>
          <a:p>
            <a:r>
              <a:t>    {</a:t>
            </a:r>
          </a:p>
          <a:p>
            <a:r>
              <a:t>      "text": "架空の社内調査。運用条件を整理した所見であり、効果を実証したものではない。",</a:t>
            </a:r>
          </a:p>
          <a:p>
            <a:r>
              <a:t>      "refs": [</a:t>
            </a:r>
          </a:p>
          <a:p>
            <a:r>
              <a:t>        {</a:t>
            </a:r>
          </a:p>
          <a:p>
            <a:r>
              <a:t>          "source_id": "s015",</a:t>
            </a:r>
          </a:p>
          <a:p>
            <a:r>
              <a:t>          "quote": "架空の社内調査。運用条件を整理した所見であり、効果を実証したものではない。"</a:t>
            </a:r>
          </a:p>
          <a:p>
            <a:r>
              <a:t>        }</a:t>
            </a:r>
          </a:p>
          <a:p>
            <a:r>
              <a:t>      ],</a:t>
            </a:r>
          </a:p>
          <a:p>
            <a:r>
              <a:t>      "mode": "verbatim"</a:t>
            </a:r>
          </a:p>
          <a:p>
            <a:r>
              <a:t>    },</a:t>
            </a:r>
          </a:p>
          <a:p>
            <a:r>
              <a:t>    {</a:t>
            </a:r>
          </a:p>
          <a:p>
            <a:r>
              <a:t>      "text": "検索入口を揃える",</a:t>
            </a:r>
          </a:p>
          <a:p>
            <a:r>
              <a:t>      "refs": [</a:t>
            </a:r>
          </a:p>
          <a:p>
            <a:r>
              <a:t>        {</a:t>
            </a:r>
          </a:p>
          <a:p>
            <a:r>
              <a:t>          "source_id": "s015",</a:t>
            </a:r>
          </a:p>
          <a:p>
            <a:r>
              <a:t>          "quote": "検索入口を揃える"</a:t>
            </a:r>
          </a:p>
          <a:p>
            <a:r>
              <a:t>        }</a:t>
            </a:r>
          </a:p>
          <a:p>
            <a:r>
              <a:t>      ],</a:t>
            </a:r>
          </a:p>
          <a:p>
            <a:r>
              <a:t>      "mode": "verbatim"</a:t>
            </a:r>
          </a:p>
          <a:p>
            <a:r>
              <a:t>    },</a:t>
            </a:r>
          </a:p>
          <a:p>
            <a:r>
              <a:t>    {</a:t>
            </a:r>
          </a:p>
          <a:p>
            <a:r>
              <a:t>      "text": "用語を揃え、同じ資料へ辿れる入口を整える。",</a:t>
            </a:r>
          </a:p>
          <a:p>
            <a:r>
              <a:t>      "refs": [</a:t>
            </a:r>
          </a:p>
          <a:p>
            <a:r>
              <a:t>        {</a:t>
            </a:r>
          </a:p>
          <a:p>
            <a:r>
              <a:t>          "source_id": "s015",</a:t>
            </a:r>
          </a:p>
          <a:p>
            <a:r>
              <a:t>          "quote": "用語を揃え、同じ資料へ辿れる入口を整える。"</a:t>
            </a:r>
          </a:p>
          <a:p>
            <a:r>
              <a:t>        }</a:t>
            </a:r>
          </a:p>
          <a:p>
            <a:r>
              <a:t>      ],</a:t>
            </a:r>
          </a:p>
          <a:p>
            <a:r>
              <a:t>      "mode": "verbatim"</a:t>
            </a:r>
          </a:p>
          <a:p>
            <a:r>
              <a:t>    },</a:t>
            </a:r>
          </a:p>
          <a:p>
            <a:r>
              <a:t>    {</a:t>
            </a:r>
          </a:p>
          <a:p>
            <a:r>
              <a:t>      "text": "根拠まで辿れる",</a:t>
            </a:r>
          </a:p>
          <a:p>
            <a:r>
              <a:t>      "refs": [</a:t>
            </a:r>
          </a:p>
          <a:p>
            <a:r>
              <a:t>        {</a:t>
            </a:r>
          </a:p>
          <a:p>
            <a:r>
              <a:t>          "source_id": "s015",</a:t>
            </a:r>
          </a:p>
          <a:p>
            <a:r>
              <a:t>          "quote": "根拠まで辿れる"</a:t>
            </a:r>
          </a:p>
          <a:p>
            <a:r>
              <a:t>        }</a:t>
            </a:r>
          </a:p>
          <a:p>
            <a:r>
              <a:t>      ],</a:t>
            </a:r>
          </a:p>
          <a:p>
            <a:r>
              <a:t>      "mode": "verbatim"</a:t>
            </a:r>
          </a:p>
          <a:p>
            <a:r>
              <a:t>    },</a:t>
            </a:r>
          </a:p>
          <a:p>
            <a:r>
              <a:t>    {</a:t>
            </a:r>
          </a:p>
          <a:p>
            <a:r>
              <a:t>      "text": "原文の条件と確認日を、要約とともに残す。",</a:t>
            </a:r>
          </a:p>
          <a:p>
            <a:r>
              <a:t>      "refs": [</a:t>
            </a:r>
          </a:p>
          <a:p>
            <a:r>
              <a:t>        {</a:t>
            </a:r>
          </a:p>
          <a:p>
            <a:r>
              <a:t>          "source_id": "s015",</a:t>
            </a:r>
          </a:p>
          <a:p>
            <a:r>
              <a:t>          "quote": "原文の条件と確認日を、要約とともに残す。"</a:t>
            </a:r>
          </a:p>
          <a:p>
            <a:r>
              <a:t>        }</a:t>
            </a:r>
          </a:p>
          <a:p>
            <a:r>
              <a:t>      ],</a:t>
            </a:r>
          </a:p>
          <a:p>
            <a:r>
              <a:t>      "mode": "verbatim"</a:t>
            </a:r>
          </a:p>
          <a:p>
            <a:r>
              <a:t>    },</a:t>
            </a:r>
          </a:p>
          <a:p>
            <a:r>
              <a:t>    {</a:t>
            </a:r>
          </a:p>
          <a:p>
            <a:r>
              <a:t>      "text": "更新範囲を決める",</a:t>
            </a:r>
          </a:p>
          <a:p>
            <a:r>
              <a:t>      "refs": [</a:t>
            </a:r>
          </a:p>
          <a:p>
            <a:r>
              <a:t>        {</a:t>
            </a:r>
          </a:p>
          <a:p>
            <a:r>
              <a:t>          "source_id": "s015",</a:t>
            </a:r>
          </a:p>
          <a:p>
            <a:r>
              <a:t>          "quote": "更新範囲を決める"</a:t>
            </a:r>
          </a:p>
          <a:p>
            <a:r>
              <a:t>        }</a:t>
            </a:r>
          </a:p>
          <a:p>
            <a:r>
              <a:t>      ],</a:t>
            </a:r>
          </a:p>
          <a:p>
            <a:r>
              <a:t>      "mode": "verbatim"</a:t>
            </a:r>
          </a:p>
          <a:p>
            <a:r>
              <a:t>    },</a:t>
            </a:r>
          </a:p>
          <a:p>
            <a:r>
              <a:t>    {</a:t>
            </a:r>
          </a:p>
          <a:p>
            <a:r>
              <a:t>      "text": "変更頻度に応じて担当と再確認の時期を決める。",</a:t>
            </a:r>
          </a:p>
          <a:p>
            <a:r>
              <a:t>      "refs": [</a:t>
            </a:r>
          </a:p>
          <a:p>
            <a:r>
              <a:t>        {</a:t>
            </a:r>
          </a:p>
          <a:p>
            <a:r>
              <a:t>          "source_id": "s015",</a:t>
            </a:r>
          </a:p>
          <a:p>
            <a:r>
              <a:t>          "quote": "変更頻度に応じて担当と再確認の時期を決める。"</a:t>
            </a:r>
          </a:p>
          <a:p>
            <a:r>
              <a:t>        }</a:t>
            </a:r>
          </a:p>
          <a:p>
            <a:r>
              <a:t>      ],</a:t>
            </a:r>
          </a:p>
          <a:p>
            <a:r>
              <a:t>      "mode": "verbatim"</a:t>
            </a:r>
          </a:p>
          <a:p>
            <a:r>
              <a:t>    },</a:t>
            </a:r>
          </a:p>
          <a:p>
            <a:r>
              <a:t>    {</a:t>
            </a:r>
          </a:p>
          <a:p>
            <a:r>
              <a:t>      "text": "例外を見える化",</a:t>
            </a:r>
          </a:p>
          <a:p>
            <a:r>
              <a:t>      "refs": [</a:t>
            </a:r>
          </a:p>
          <a:p>
            <a:r>
              <a:t>        {</a:t>
            </a:r>
          </a:p>
          <a:p>
            <a:r>
              <a:t>          "source_id": "s015",</a:t>
            </a:r>
          </a:p>
          <a:p>
            <a:r>
              <a:t>          "quote": "例外を見える化"</a:t>
            </a:r>
          </a:p>
          <a:p>
            <a:r>
              <a:t>        }</a:t>
            </a:r>
          </a:p>
          <a:p>
            <a:r>
              <a:t>      ],</a:t>
            </a:r>
          </a:p>
          <a:p>
            <a:r>
              <a:t>      "mode": "verbatim"</a:t>
            </a:r>
          </a:p>
          <a:p>
            <a:r>
              <a:t>    },</a:t>
            </a:r>
          </a:p>
          <a:p>
            <a:r>
              <a:t>    {</a:t>
            </a:r>
          </a:p>
          <a:p>
            <a:r>
              <a:t>      "text": "適用できない場面も記録し、前提の違いを残す。",</a:t>
            </a:r>
          </a:p>
          <a:p>
            <a:r>
              <a:t>      "refs": [</a:t>
            </a:r>
          </a:p>
          <a:p>
            <a:r>
              <a:t>        {</a:t>
            </a:r>
          </a:p>
          <a:p>
            <a:r>
              <a:t>          "source_id": "s015",</a:t>
            </a:r>
          </a:p>
          <a:p>
            <a:r>
              <a:t>          "quote": "適用できない場面も記録し、前提の違いを残す。"</a:t>
            </a:r>
          </a:p>
          <a:p>
            <a:r>
              <a:t>        }</a:t>
            </a:r>
          </a:p>
          <a:p>
            <a:r>
              <a:t>      ],</a:t>
            </a:r>
          </a:p>
          <a:p>
            <a:r>
              <a:t>      "mode": "verbatim"</a:t>
            </a:r>
          </a:p>
          <a:p>
            <a:r>
              <a:t>    },</a:t>
            </a:r>
          </a:p>
          <a:p>
            <a:r>
              <a:t>    {</a:t>
            </a:r>
          </a:p>
          <a:p>
            <a:r>
              <a:t>      "text": "比較軸を共有する",</a:t>
            </a:r>
          </a:p>
          <a:p>
            <a:r>
              <a:t>      "refs": [</a:t>
            </a:r>
          </a:p>
          <a:p>
            <a:r>
              <a:t>        {</a:t>
            </a:r>
          </a:p>
          <a:p>
            <a:r>
              <a:t>          "source_id": "s015",</a:t>
            </a:r>
          </a:p>
          <a:p>
            <a:r>
              <a:t>          "quote": "比較軸を共有する"</a:t>
            </a:r>
          </a:p>
          <a:p>
            <a:r>
              <a:t>        }</a:t>
            </a:r>
          </a:p>
          <a:p>
            <a:r>
              <a:t>      ],</a:t>
            </a:r>
          </a:p>
          <a:p>
            <a:r>
              <a:t>      "mode": "verbatim"</a:t>
            </a:r>
          </a:p>
          <a:p>
            <a:r>
              <a:t>    },</a:t>
            </a:r>
          </a:p>
          <a:p>
            <a:r>
              <a:t>    {</a:t>
            </a:r>
          </a:p>
          <a:p>
            <a:r>
              <a:t>      "text": "評価項目を揃え、異なる条件の結果を混同しない。",</a:t>
            </a:r>
          </a:p>
          <a:p>
            <a:r>
              <a:t>      "refs": [</a:t>
            </a:r>
          </a:p>
          <a:p>
            <a:r>
              <a:t>        {</a:t>
            </a:r>
          </a:p>
          <a:p>
            <a:r>
              <a:t>          "source_id": "s015",</a:t>
            </a:r>
          </a:p>
          <a:p>
            <a:r>
              <a:t>          "quote": "評価項目を揃え、異なる条件の結果を混同しない。"</a:t>
            </a:r>
          </a:p>
          <a:p>
            <a:r>
              <a:t>        }</a:t>
            </a:r>
          </a:p>
          <a:p>
            <a:r>
              <a:t>      ],</a:t>
            </a:r>
          </a:p>
          <a:p>
            <a:r>
              <a:t>      "mode": "verbatim"</a:t>
            </a:r>
          </a:p>
          <a:p>
            <a:r>
              <a:t>    }</a:t>
            </a:r>
          </a:p>
          <a:p>
            <a:r>
              <a:t>  ],</a:t>
            </a:r>
          </a:p>
          <a:p>
            <a:r>
              <a:t>  "citations": {</a:t>
            </a:r>
          </a:p>
          <a:p>
            <a:r>
              <a:t>    "s015": "Public MIT sample: original fictional research-sharing design section 1"</a:t>
            </a:r>
          </a:p>
          <a:p>
            <a:r>
              <a:t>  },</a:t>
            </a:r>
          </a:p>
          <a:p>
            <a:r>
              <a:t>  "template_license":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null,</a:t>
            </a:r>
          </a:p>
          <a:p>
            <a:r>
              <a:t>  "catalog": "editorial",</a:t>
            </a:r>
          </a:p>
          <a:p>
            <a:r>
              <a:t>  "family": "bullets",</a:t>
            </a:r>
          </a:p>
          <a:p>
            <a:r>
              <a:t>  "structural_variant": "columns",</a:t>
            </a:r>
          </a:p>
          <a:p>
            <a:r>
              <a:t>  "repetition_reason": "Catalog inventory: adjacent entries intentionally show every count/orientation for comparison; this is not a presentation sequence.",</a:t>
            </a:r>
          </a:p>
          <a:p>
            <a:r>
              <a:t>  "images": {},</a:t>
            </a:r>
          </a:p>
          <a:p>
            <a:r>
              <a:t>  "template_sha256": "41880babf7cf239ae85a2faefbbe93797d55694593ed0bf45ca01b99d79da6e1"</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"slide016",</a:t>
            </a:r>
          </a:p>
          <a:p>
            <a:r>
              <a:t>  "origin": "catalog",</a:t>
            </a:r>
          </a:p>
          <a:p>
            <a:r>
              <a:t>  "layout_id": "ed_bullets_rows_6",</a:t>
            </a:r>
          </a:p>
          <a:p>
            <a:r>
              <a:t>  "variant": "warm",</a:t>
            </a:r>
          </a:p>
          <a:p>
            <a:r>
              <a:t>  "rationale": "Public template fixture; short fictional slot content; no private data.",</a:t>
            </a:r>
          </a:p>
          <a:p>
            <a:r>
              <a:t>  "source_sha256": "c38e01dcb14540e486d5a11ff7b07b6cff9547c6a27e869e7c53a02aada60e2d",</a:t>
            </a:r>
          </a:p>
          <a:p>
            <a:r>
              <a:t>  "evidence": [</a:t>
            </a:r>
          </a:p>
          <a:p>
            <a:r>
              <a:t>    {</a:t>
            </a:r>
          </a:p>
          <a:p>
            <a:r>
              <a:t>      "text": "社内ナレッジを探しやすくする条件",</a:t>
            </a:r>
          </a:p>
          <a:p>
            <a:r>
              <a:t>      "refs": [</a:t>
            </a:r>
          </a:p>
          <a:p>
            <a:r>
              <a:t>        {</a:t>
            </a:r>
          </a:p>
          <a:p>
            <a:r>
              <a:t>          "source_id": "s016",</a:t>
            </a:r>
          </a:p>
          <a:p>
            <a:r>
              <a:t>          "quote": "社内ナレッジを探しやすくする条件"</a:t>
            </a:r>
          </a:p>
          <a:p>
            <a:r>
              <a:t>        }</a:t>
            </a:r>
          </a:p>
          <a:p>
            <a:r>
              <a:t>      ],</a:t>
            </a:r>
          </a:p>
          <a:p>
            <a:r>
              <a:t>      "mode": "verbatim"</a:t>
            </a:r>
          </a:p>
          <a:p>
            <a:r>
              <a:t>    },</a:t>
            </a:r>
          </a:p>
          <a:p>
            <a:r>
              <a:t>    {</a:t>
            </a:r>
          </a:p>
          <a:p>
            <a:r>
              <a:t>      "text": "架空の社内調査。運用条件を整理した所見であり、効果を実証したものではない。",</a:t>
            </a:r>
          </a:p>
          <a:p>
            <a:r>
              <a:t>      "refs": [</a:t>
            </a:r>
          </a:p>
          <a:p>
            <a:r>
              <a:t>        {</a:t>
            </a:r>
          </a:p>
          <a:p>
            <a:r>
              <a:t>          "source_id": "s016",</a:t>
            </a:r>
          </a:p>
          <a:p>
            <a:r>
              <a:t>          "quote": "架空の社内調査。運用条件を整理した所見であり、効果を実証したものではない。"</a:t>
            </a:r>
          </a:p>
          <a:p>
            <a:r>
              <a:t>        }</a:t>
            </a:r>
          </a:p>
          <a:p>
            <a:r>
              <a:t>      ],</a:t>
            </a:r>
          </a:p>
          <a:p>
            <a:r>
              <a:t>      "mode": "verbatim"</a:t>
            </a:r>
          </a:p>
          <a:p>
            <a:r>
              <a:t>    },</a:t>
            </a:r>
          </a:p>
          <a:p>
            <a:r>
              <a:t>    {</a:t>
            </a:r>
          </a:p>
          <a:p>
            <a:r>
              <a:t>      "text": "検索入口を揃える",</a:t>
            </a:r>
          </a:p>
          <a:p>
            <a:r>
              <a:t>      "refs": [</a:t>
            </a:r>
          </a:p>
          <a:p>
            <a:r>
              <a:t>        {</a:t>
            </a:r>
          </a:p>
          <a:p>
            <a:r>
              <a:t>          "source_id": "s016",</a:t>
            </a:r>
          </a:p>
          <a:p>
            <a:r>
              <a:t>          "quote": "検索入口を揃える"</a:t>
            </a:r>
          </a:p>
          <a:p>
            <a:r>
              <a:t>        }</a:t>
            </a:r>
          </a:p>
          <a:p>
            <a:r>
              <a:t>      ],</a:t>
            </a:r>
          </a:p>
          <a:p>
            <a:r>
              <a:t>      "mode": "verbatim"</a:t>
            </a:r>
          </a:p>
          <a:p>
            <a:r>
              <a:t>    },</a:t>
            </a:r>
          </a:p>
          <a:p>
            <a:r>
              <a:t>    {</a:t>
            </a:r>
          </a:p>
          <a:p>
            <a:r>
              <a:t>      "text": "用語を揃え、同じ資料へ辿れる入口を整える。",</a:t>
            </a:r>
          </a:p>
          <a:p>
            <a:r>
              <a:t>      "refs": [</a:t>
            </a:r>
          </a:p>
          <a:p>
            <a:r>
              <a:t>        {</a:t>
            </a:r>
          </a:p>
          <a:p>
            <a:r>
              <a:t>          "source_id": "s016",</a:t>
            </a:r>
          </a:p>
          <a:p>
            <a:r>
              <a:t>          "quote": "用語を揃え、同じ資料へ辿れる入口を整える。"</a:t>
            </a:r>
          </a:p>
          <a:p>
            <a:r>
              <a:t>        }</a:t>
            </a:r>
          </a:p>
          <a:p>
            <a:r>
              <a:t>      ],</a:t>
            </a:r>
          </a:p>
          <a:p>
            <a:r>
              <a:t>      "mode": "verbatim"</a:t>
            </a:r>
          </a:p>
          <a:p>
            <a:r>
              <a:t>    },</a:t>
            </a:r>
          </a:p>
          <a:p>
            <a:r>
              <a:t>    {</a:t>
            </a:r>
          </a:p>
          <a:p>
            <a:r>
              <a:t>      "text": "根拠まで辿れる",</a:t>
            </a:r>
          </a:p>
          <a:p>
            <a:r>
              <a:t>      "refs": [</a:t>
            </a:r>
          </a:p>
          <a:p>
            <a:r>
              <a:t>        {</a:t>
            </a:r>
          </a:p>
          <a:p>
            <a:r>
              <a:t>          "source_id": "s016",</a:t>
            </a:r>
          </a:p>
          <a:p>
            <a:r>
              <a:t>          "quote": "根拠まで辿れる"</a:t>
            </a:r>
          </a:p>
          <a:p>
            <a:r>
              <a:t>        }</a:t>
            </a:r>
          </a:p>
          <a:p>
            <a:r>
              <a:t>      ],</a:t>
            </a:r>
          </a:p>
          <a:p>
            <a:r>
              <a:t>      "mode": "verbatim"</a:t>
            </a:r>
          </a:p>
          <a:p>
            <a:r>
              <a:t>    },</a:t>
            </a:r>
          </a:p>
          <a:p>
            <a:r>
              <a:t>    {</a:t>
            </a:r>
          </a:p>
          <a:p>
            <a:r>
              <a:t>      "text": "原文の条件と確認日を、要約とともに残す。",</a:t>
            </a:r>
          </a:p>
          <a:p>
            <a:r>
              <a:t>      "refs": [</a:t>
            </a:r>
          </a:p>
          <a:p>
            <a:r>
              <a:t>        {</a:t>
            </a:r>
          </a:p>
          <a:p>
            <a:r>
              <a:t>          "source_id": "s016",</a:t>
            </a:r>
          </a:p>
          <a:p>
            <a:r>
              <a:t>          "quote": "原文の条件と確認日を、要約とともに残す。"</a:t>
            </a:r>
          </a:p>
          <a:p>
            <a:r>
              <a:t>        }</a:t>
            </a:r>
          </a:p>
          <a:p>
            <a:r>
              <a:t>      ],</a:t>
            </a:r>
          </a:p>
          <a:p>
            <a:r>
              <a:t>      "mode": "verbatim"</a:t>
            </a:r>
          </a:p>
          <a:p>
            <a:r>
              <a:t>    },</a:t>
            </a:r>
          </a:p>
          <a:p>
            <a:r>
              <a:t>    {</a:t>
            </a:r>
          </a:p>
          <a:p>
            <a:r>
              <a:t>      "text": "更新範囲を決める",</a:t>
            </a:r>
          </a:p>
          <a:p>
            <a:r>
              <a:t>      "refs": [</a:t>
            </a:r>
          </a:p>
          <a:p>
            <a:r>
              <a:t>        {</a:t>
            </a:r>
          </a:p>
          <a:p>
            <a:r>
              <a:t>          "source_id": "s016",</a:t>
            </a:r>
          </a:p>
          <a:p>
            <a:r>
              <a:t>          "quote": "更新範囲を決める"</a:t>
            </a:r>
          </a:p>
          <a:p>
            <a:r>
              <a:t>        }</a:t>
            </a:r>
          </a:p>
          <a:p>
            <a:r>
              <a:t>      ],</a:t>
            </a:r>
          </a:p>
          <a:p>
            <a:r>
              <a:t>      "mode": "verbatim"</a:t>
            </a:r>
          </a:p>
          <a:p>
            <a:r>
              <a:t>    },</a:t>
            </a:r>
          </a:p>
          <a:p>
            <a:r>
              <a:t>    {</a:t>
            </a:r>
          </a:p>
          <a:p>
            <a:r>
              <a:t>      "text": "変更頻度に応じて担当と再確認の時期を決める。",</a:t>
            </a:r>
          </a:p>
          <a:p>
            <a:r>
              <a:t>      "refs": [</a:t>
            </a:r>
          </a:p>
          <a:p>
            <a:r>
              <a:t>        {</a:t>
            </a:r>
          </a:p>
          <a:p>
            <a:r>
              <a:t>          "source_id": "s016",</a:t>
            </a:r>
          </a:p>
          <a:p>
            <a:r>
              <a:t>          "quote": "変更頻度に応じて担当と再確認の時期を決める。"</a:t>
            </a:r>
          </a:p>
          <a:p>
            <a:r>
              <a:t>        }</a:t>
            </a:r>
          </a:p>
          <a:p>
            <a:r>
              <a:t>      ],</a:t>
            </a:r>
          </a:p>
          <a:p>
            <a:r>
              <a:t>      "mode": "verbatim"</a:t>
            </a:r>
          </a:p>
          <a:p>
            <a:r>
              <a:t>    },</a:t>
            </a:r>
          </a:p>
          <a:p>
            <a:r>
              <a:t>    {</a:t>
            </a:r>
          </a:p>
          <a:p>
            <a:r>
              <a:t>      "text": "例外を見える化",</a:t>
            </a:r>
          </a:p>
          <a:p>
            <a:r>
              <a:t>      "refs": [</a:t>
            </a:r>
          </a:p>
          <a:p>
            <a:r>
              <a:t>        {</a:t>
            </a:r>
          </a:p>
          <a:p>
            <a:r>
              <a:t>          "source_id": "s016",</a:t>
            </a:r>
          </a:p>
          <a:p>
            <a:r>
              <a:t>          "quote": "例外を見える化"</a:t>
            </a:r>
          </a:p>
          <a:p>
            <a:r>
              <a:t>        }</a:t>
            </a:r>
          </a:p>
          <a:p>
            <a:r>
              <a:t>      ],</a:t>
            </a:r>
          </a:p>
          <a:p>
            <a:r>
              <a:t>      "mode": "verbatim"</a:t>
            </a:r>
          </a:p>
          <a:p>
            <a:r>
              <a:t>    },</a:t>
            </a:r>
          </a:p>
          <a:p>
            <a:r>
              <a:t>    {</a:t>
            </a:r>
          </a:p>
          <a:p>
            <a:r>
              <a:t>      "text": "適用できない場面も記録し、前提の違いを残す。",</a:t>
            </a:r>
          </a:p>
          <a:p>
            <a:r>
              <a:t>      "refs": [</a:t>
            </a:r>
          </a:p>
          <a:p>
            <a:r>
              <a:t>        {</a:t>
            </a:r>
          </a:p>
          <a:p>
            <a:r>
              <a:t>          "source_id": "s016",</a:t>
            </a:r>
          </a:p>
          <a:p>
            <a:r>
              <a:t>          "quote": "適用できない場面も記録し、前提の違いを残す。"</a:t>
            </a:r>
          </a:p>
          <a:p>
            <a:r>
              <a:t>        }</a:t>
            </a:r>
          </a:p>
          <a:p>
            <a:r>
              <a:t>      ],</a:t>
            </a:r>
          </a:p>
          <a:p>
            <a:r>
              <a:t>      "mode": "verbatim"</a:t>
            </a:r>
          </a:p>
          <a:p>
            <a:r>
              <a:t>    },</a:t>
            </a:r>
          </a:p>
          <a:p>
            <a:r>
              <a:t>    {</a:t>
            </a:r>
          </a:p>
          <a:p>
            <a:r>
              <a:t>      "text": "比較軸を共有する",</a:t>
            </a:r>
          </a:p>
          <a:p>
            <a:r>
              <a:t>      "refs": [</a:t>
            </a:r>
          </a:p>
          <a:p>
            <a:r>
              <a:t>        {</a:t>
            </a:r>
          </a:p>
          <a:p>
            <a:r>
              <a:t>          "source_id": "s016",</a:t>
            </a:r>
          </a:p>
          <a:p>
            <a:r>
              <a:t>          "quote": "比較軸を共有する"</a:t>
            </a:r>
          </a:p>
          <a:p>
            <a:r>
              <a:t>        }</a:t>
            </a:r>
          </a:p>
          <a:p>
            <a:r>
              <a:t>      ],</a:t>
            </a:r>
          </a:p>
          <a:p>
            <a:r>
              <a:t>      "mode": "verbatim"</a:t>
            </a:r>
          </a:p>
          <a:p>
            <a:r>
              <a:t>    },</a:t>
            </a:r>
          </a:p>
          <a:p>
            <a:r>
              <a:t>    {</a:t>
            </a:r>
          </a:p>
          <a:p>
            <a:r>
              <a:t>      "text": "評価項目を揃え、異なる条件の結果を混同しない。",</a:t>
            </a:r>
          </a:p>
          <a:p>
            <a:r>
              <a:t>      "refs": [</a:t>
            </a:r>
          </a:p>
          <a:p>
            <a:r>
              <a:t>        {</a:t>
            </a:r>
          </a:p>
          <a:p>
            <a:r>
              <a:t>          "source_id": "s016",</a:t>
            </a:r>
          </a:p>
          <a:p>
            <a:r>
              <a:t>          "quote": "評価項目を揃え、異なる条件の結果を混同しない。"</a:t>
            </a:r>
          </a:p>
          <a:p>
            <a:r>
              <a:t>        }</a:t>
            </a:r>
          </a:p>
          <a:p>
            <a:r>
              <a:t>      ],</a:t>
            </a:r>
          </a:p>
          <a:p>
            <a:r>
              <a:t>      "mode": "verbatim"</a:t>
            </a:r>
          </a:p>
          <a:p>
            <a:r>
              <a:t>    },</a:t>
            </a:r>
          </a:p>
          <a:p>
            <a:r>
              <a:t>    {</a:t>
            </a:r>
          </a:p>
          <a:p>
            <a:r>
              <a:t>      "text": "確認先を残す",</a:t>
            </a:r>
          </a:p>
          <a:p>
            <a:r>
              <a:t>      "refs": [</a:t>
            </a:r>
          </a:p>
          <a:p>
            <a:r>
              <a:t>        {</a:t>
            </a:r>
          </a:p>
          <a:p>
            <a:r>
              <a:t>          "source_id": "s016",</a:t>
            </a:r>
          </a:p>
          <a:p>
            <a:r>
              <a:t>          "quote": "確認先を残す"</a:t>
            </a:r>
          </a:p>
          <a:p>
            <a:r>
              <a:t>        }</a:t>
            </a:r>
          </a:p>
          <a:p>
            <a:r>
              <a:t>      ],</a:t>
            </a:r>
          </a:p>
          <a:p>
            <a:r>
              <a:t>      "mode": "verbatim"</a:t>
            </a:r>
          </a:p>
          <a:p>
            <a:r>
              <a:t>    },</a:t>
            </a:r>
          </a:p>
          <a:p>
            <a:r>
              <a:t>    {</a:t>
            </a:r>
          </a:p>
          <a:p>
            <a:r>
              <a:t>      "text": "未確認の論点と、追加調査で確かめる点を残す。",</a:t>
            </a:r>
          </a:p>
          <a:p>
            <a:r>
              <a:t>      "refs": [</a:t>
            </a:r>
          </a:p>
          <a:p>
            <a:r>
              <a:t>        {</a:t>
            </a:r>
          </a:p>
          <a:p>
            <a:r>
              <a:t>          "source_id": "s016",</a:t>
            </a:r>
          </a:p>
          <a:p>
            <a:r>
              <a:t>          "quote": "未確認の論点と、追加調査で確かめる点を残す。"</a:t>
            </a:r>
          </a:p>
          <a:p>
            <a:r>
              <a:t>        }</a:t>
            </a:r>
          </a:p>
          <a:p>
            <a:r>
              <a:t>      ],</a:t>
            </a:r>
          </a:p>
          <a:p>
            <a:r>
              <a:t>      "mode": "verbatim"</a:t>
            </a:r>
          </a:p>
          <a:p>
            <a:r>
              <a:t>    }</a:t>
            </a:r>
          </a:p>
          <a:p>
            <a:r>
              <a:t>  ],</a:t>
            </a:r>
          </a:p>
          <a:p>
            <a:r>
              <a:t>  "citations": {</a:t>
            </a:r>
          </a:p>
          <a:p>
            <a:r>
              <a:t>    "s016": "Public MIT sample: original fictional research-sharing design section 1"</a:t>
            </a:r>
          </a:p>
          <a:p>
            <a:r>
              <a:t>  },</a:t>
            </a:r>
          </a:p>
          <a:p>
            <a:r>
              <a:t>  "template_license":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null,</a:t>
            </a:r>
          </a:p>
          <a:p>
            <a:r>
              <a:t>  "catalog": "editorial",</a:t>
            </a:r>
          </a:p>
          <a:p>
            <a:r>
              <a:t>  "family": "bullets",</a:t>
            </a:r>
          </a:p>
          <a:p>
            <a:r>
              <a:t>  "structural_variant": "rows",</a:t>
            </a:r>
          </a:p>
          <a:p>
            <a:r>
              <a:t>  "repetition_reason": "Catalog inventory: adjacent entries intentionally show every count/orientation for comparison; this is not a presentation sequence.",</a:t>
            </a:r>
          </a:p>
          <a:p>
            <a:r>
              <a:t>  "images": {},</a:t>
            </a:r>
          </a:p>
          <a:p>
            <a:r>
              <a:t>  "template_sha256": "3279379d892b41ca843e67caeb08797e833de97de54e469e9b4ad0192d1942ee"</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"slide017",</a:t>
            </a:r>
          </a:p>
          <a:p>
            <a:r>
              <a:t>  "origin": "catalog",</a:t>
            </a:r>
          </a:p>
          <a:p>
            <a:r>
              <a:t>  "layout_id": "ed_bullets_columns_6",</a:t>
            </a:r>
          </a:p>
          <a:p>
            <a:r>
              <a:t>  "variant": "warm",</a:t>
            </a:r>
          </a:p>
          <a:p>
            <a:r>
              <a:t>  "rationale": "Public template fixture; short fictional slot content; no private data.",</a:t>
            </a:r>
          </a:p>
          <a:p>
            <a:r>
              <a:t>  "source_sha256": "c38e01dcb14540e486d5a11ff7b07b6cff9547c6a27e869e7c53a02aada60e2d",</a:t>
            </a:r>
          </a:p>
          <a:p>
            <a:r>
              <a:t>  "evidence": [</a:t>
            </a:r>
          </a:p>
          <a:p>
            <a:r>
              <a:t>    {</a:t>
            </a:r>
          </a:p>
          <a:p>
            <a:r>
              <a:t>      "text": "社内ナレッジを探しやすくする条件",</a:t>
            </a:r>
          </a:p>
          <a:p>
            <a:r>
              <a:t>      "refs": [</a:t>
            </a:r>
          </a:p>
          <a:p>
            <a:r>
              <a:t>        {</a:t>
            </a:r>
          </a:p>
          <a:p>
            <a:r>
              <a:t>          "source_id": "s017",</a:t>
            </a:r>
          </a:p>
          <a:p>
            <a:r>
              <a:t>          "quote": "社内ナレッジを探しやすくする条件"</a:t>
            </a:r>
          </a:p>
          <a:p>
            <a:r>
              <a:t>        }</a:t>
            </a:r>
          </a:p>
          <a:p>
            <a:r>
              <a:t>      ],</a:t>
            </a:r>
          </a:p>
          <a:p>
            <a:r>
              <a:t>      "mode": "verbatim"</a:t>
            </a:r>
          </a:p>
          <a:p>
            <a:r>
              <a:t>    },</a:t>
            </a:r>
          </a:p>
          <a:p>
            <a:r>
              <a:t>    {</a:t>
            </a:r>
          </a:p>
          <a:p>
            <a:r>
              <a:t>      "text": "架空の社内調査。運用条件を整理した所見であり、効果を実証したものではない。",</a:t>
            </a:r>
          </a:p>
          <a:p>
            <a:r>
              <a:t>      "refs": [</a:t>
            </a:r>
          </a:p>
          <a:p>
            <a:r>
              <a:t>        {</a:t>
            </a:r>
          </a:p>
          <a:p>
            <a:r>
              <a:t>          "source_id": "s017",</a:t>
            </a:r>
          </a:p>
          <a:p>
            <a:r>
              <a:t>          "quote": "架空の社内調査。運用条件を整理した所見であり、効果を実証したものではない。"</a:t>
            </a:r>
          </a:p>
          <a:p>
            <a:r>
              <a:t>        }</a:t>
            </a:r>
          </a:p>
          <a:p>
            <a:r>
              <a:t>      ],</a:t>
            </a:r>
          </a:p>
          <a:p>
            <a:r>
              <a:t>      "mode": "verbatim"</a:t>
            </a:r>
          </a:p>
          <a:p>
            <a:r>
              <a:t>    },</a:t>
            </a:r>
          </a:p>
          <a:p>
            <a:r>
              <a:t>    {</a:t>
            </a:r>
          </a:p>
          <a:p>
            <a:r>
              <a:t>      "text": "検索入口を揃える",</a:t>
            </a:r>
          </a:p>
          <a:p>
            <a:r>
              <a:t>      "refs": [</a:t>
            </a:r>
          </a:p>
          <a:p>
            <a:r>
              <a:t>        {</a:t>
            </a:r>
          </a:p>
          <a:p>
            <a:r>
              <a:t>          "source_id": "s017",</a:t>
            </a:r>
          </a:p>
          <a:p>
            <a:r>
              <a:t>          "quote": "検索入口を揃える"</a:t>
            </a:r>
          </a:p>
          <a:p>
            <a:r>
              <a:t>        }</a:t>
            </a:r>
          </a:p>
          <a:p>
            <a:r>
              <a:t>      ],</a:t>
            </a:r>
          </a:p>
          <a:p>
            <a:r>
              <a:t>      "mode": "verbatim"</a:t>
            </a:r>
          </a:p>
          <a:p>
            <a:r>
              <a:t>    },</a:t>
            </a:r>
          </a:p>
          <a:p>
            <a:r>
              <a:t>    {</a:t>
            </a:r>
          </a:p>
          <a:p>
            <a:r>
              <a:t>      "text": "用語を揃え、同じ資料へ辿れる入口を整える。",</a:t>
            </a:r>
          </a:p>
          <a:p>
            <a:r>
              <a:t>      "refs": [</a:t>
            </a:r>
          </a:p>
          <a:p>
            <a:r>
              <a:t>        {</a:t>
            </a:r>
          </a:p>
          <a:p>
            <a:r>
              <a:t>          "source_id": "s017",</a:t>
            </a:r>
          </a:p>
          <a:p>
            <a:r>
              <a:t>          "quote": "用語を揃え、同じ資料へ辿れる入口を整える。"</a:t>
            </a:r>
          </a:p>
          <a:p>
            <a:r>
              <a:t>        }</a:t>
            </a:r>
          </a:p>
          <a:p>
            <a:r>
              <a:t>      ],</a:t>
            </a:r>
          </a:p>
          <a:p>
            <a:r>
              <a:t>      "mode": "verbatim"</a:t>
            </a:r>
          </a:p>
          <a:p>
            <a:r>
              <a:t>    },</a:t>
            </a:r>
          </a:p>
          <a:p>
            <a:r>
              <a:t>    {</a:t>
            </a:r>
          </a:p>
          <a:p>
            <a:r>
              <a:t>      "text": "根拠まで辿れる",</a:t>
            </a:r>
          </a:p>
          <a:p>
            <a:r>
              <a:t>      "refs": [</a:t>
            </a:r>
          </a:p>
          <a:p>
            <a:r>
              <a:t>        {</a:t>
            </a:r>
          </a:p>
          <a:p>
            <a:r>
              <a:t>          "source_id": "s017",</a:t>
            </a:r>
          </a:p>
          <a:p>
            <a:r>
              <a:t>          "quote": "根拠まで辿れる"</a:t>
            </a:r>
          </a:p>
          <a:p>
            <a:r>
              <a:t>        }</a:t>
            </a:r>
          </a:p>
          <a:p>
            <a:r>
              <a:t>      ],</a:t>
            </a:r>
          </a:p>
          <a:p>
            <a:r>
              <a:t>      "mode": "verbatim"</a:t>
            </a:r>
          </a:p>
          <a:p>
            <a:r>
              <a:t>    },</a:t>
            </a:r>
          </a:p>
          <a:p>
            <a:r>
              <a:t>    {</a:t>
            </a:r>
          </a:p>
          <a:p>
            <a:r>
              <a:t>      "text": "原文の条件と確認日を、要約とともに残す。",</a:t>
            </a:r>
          </a:p>
          <a:p>
            <a:r>
              <a:t>      "refs": [</a:t>
            </a:r>
          </a:p>
          <a:p>
            <a:r>
              <a:t>        {</a:t>
            </a:r>
          </a:p>
          <a:p>
            <a:r>
              <a:t>          "source_id": "s017",</a:t>
            </a:r>
          </a:p>
          <a:p>
            <a:r>
              <a:t>          "quote": "原文の条件と確認日を、要約とともに残す。"</a:t>
            </a:r>
          </a:p>
          <a:p>
            <a:r>
              <a:t>        }</a:t>
            </a:r>
          </a:p>
          <a:p>
            <a:r>
              <a:t>      ],</a:t>
            </a:r>
          </a:p>
          <a:p>
            <a:r>
              <a:t>      "mode": "verbatim"</a:t>
            </a:r>
          </a:p>
          <a:p>
            <a:r>
              <a:t>    },</a:t>
            </a:r>
          </a:p>
          <a:p>
            <a:r>
              <a:t>    {</a:t>
            </a:r>
          </a:p>
          <a:p>
            <a:r>
              <a:t>      "text": "更新範囲を決める",</a:t>
            </a:r>
          </a:p>
          <a:p>
            <a:r>
              <a:t>      "refs": [</a:t>
            </a:r>
          </a:p>
          <a:p>
            <a:r>
              <a:t>        {</a:t>
            </a:r>
          </a:p>
          <a:p>
            <a:r>
              <a:t>          "source_id": "s017",</a:t>
            </a:r>
          </a:p>
          <a:p>
            <a:r>
              <a:t>          "quote": "更新範囲を決める"</a:t>
            </a:r>
          </a:p>
          <a:p>
            <a:r>
              <a:t>        }</a:t>
            </a:r>
          </a:p>
          <a:p>
            <a:r>
              <a:t>      ],</a:t>
            </a:r>
          </a:p>
          <a:p>
            <a:r>
              <a:t>      "mode": "verbatim"</a:t>
            </a:r>
          </a:p>
          <a:p>
            <a:r>
              <a:t>    },</a:t>
            </a:r>
          </a:p>
          <a:p>
            <a:r>
              <a:t>    {</a:t>
            </a:r>
          </a:p>
          <a:p>
            <a:r>
              <a:t>      "text": "変更頻度に応じて担当と再確認の時期を決める。",</a:t>
            </a:r>
          </a:p>
          <a:p>
            <a:r>
              <a:t>      "refs": [</a:t>
            </a:r>
          </a:p>
          <a:p>
            <a:r>
              <a:t>        {</a:t>
            </a:r>
          </a:p>
          <a:p>
            <a:r>
              <a:t>          "source_id": "s017",</a:t>
            </a:r>
          </a:p>
          <a:p>
            <a:r>
              <a:t>          "quote": "変更頻度に応じて担当と再確認の時期を決める。"</a:t>
            </a:r>
          </a:p>
          <a:p>
            <a:r>
              <a:t>        }</a:t>
            </a:r>
          </a:p>
          <a:p>
            <a:r>
              <a:t>      ],</a:t>
            </a:r>
          </a:p>
          <a:p>
            <a:r>
              <a:t>      "mode": "verbatim"</a:t>
            </a:r>
          </a:p>
          <a:p>
            <a:r>
              <a:t>    },</a:t>
            </a:r>
          </a:p>
          <a:p>
            <a:r>
              <a:t>    {</a:t>
            </a:r>
          </a:p>
          <a:p>
            <a:r>
              <a:t>      "text": "例外を見える化",</a:t>
            </a:r>
          </a:p>
          <a:p>
            <a:r>
              <a:t>      "refs": [</a:t>
            </a:r>
          </a:p>
          <a:p>
            <a:r>
              <a:t>        {</a:t>
            </a:r>
          </a:p>
          <a:p>
            <a:r>
              <a:t>          "source_id": "s017",</a:t>
            </a:r>
          </a:p>
          <a:p>
            <a:r>
              <a:t>          "quote": "例外を見える化"</a:t>
            </a:r>
          </a:p>
          <a:p>
            <a:r>
              <a:t>        }</a:t>
            </a:r>
          </a:p>
          <a:p>
            <a:r>
              <a:t>      ],</a:t>
            </a:r>
          </a:p>
          <a:p>
            <a:r>
              <a:t>      "mode": "verbatim"</a:t>
            </a:r>
          </a:p>
          <a:p>
            <a:r>
              <a:t>    },</a:t>
            </a:r>
          </a:p>
          <a:p>
            <a:r>
              <a:t>    {</a:t>
            </a:r>
          </a:p>
          <a:p>
            <a:r>
              <a:t>      "text": "適用できない場面も記録し、前提の違いを残す。",</a:t>
            </a:r>
          </a:p>
          <a:p>
            <a:r>
              <a:t>      "refs": [</a:t>
            </a:r>
          </a:p>
          <a:p>
            <a:r>
              <a:t>        {</a:t>
            </a:r>
          </a:p>
          <a:p>
            <a:r>
              <a:t>          "source_id": "s017",</a:t>
            </a:r>
          </a:p>
          <a:p>
            <a:r>
              <a:t>          "quote": "適用できない場面も記録し、前提の違いを残す。"</a:t>
            </a:r>
          </a:p>
          <a:p>
            <a:r>
              <a:t>        }</a:t>
            </a:r>
          </a:p>
          <a:p>
            <a:r>
              <a:t>      ],</a:t>
            </a:r>
          </a:p>
          <a:p>
            <a:r>
              <a:t>      "mode": "verbatim"</a:t>
            </a:r>
          </a:p>
          <a:p>
            <a:r>
              <a:t>    },</a:t>
            </a:r>
          </a:p>
          <a:p>
            <a:r>
              <a:t>    {</a:t>
            </a:r>
          </a:p>
          <a:p>
            <a:r>
              <a:t>      "text": "比較軸を共有する",</a:t>
            </a:r>
          </a:p>
          <a:p>
            <a:r>
              <a:t>      "refs": [</a:t>
            </a:r>
          </a:p>
          <a:p>
            <a:r>
              <a:t>        {</a:t>
            </a:r>
          </a:p>
          <a:p>
            <a:r>
              <a:t>          "source_id": "s017",</a:t>
            </a:r>
          </a:p>
          <a:p>
            <a:r>
              <a:t>          "quote": "比較軸を共有する"</a:t>
            </a:r>
          </a:p>
          <a:p>
            <a:r>
              <a:t>        }</a:t>
            </a:r>
          </a:p>
          <a:p>
            <a:r>
              <a:t>      ],</a:t>
            </a:r>
          </a:p>
          <a:p>
            <a:r>
              <a:t>      "mode": "verbatim"</a:t>
            </a:r>
          </a:p>
          <a:p>
            <a:r>
              <a:t>    },</a:t>
            </a:r>
          </a:p>
          <a:p>
            <a:r>
              <a:t>    {</a:t>
            </a:r>
          </a:p>
          <a:p>
            <a:r>
              <a:t>      "text": "評価項目を揃え、異なる条件の結果を混同しない。",</a:t>
            </a:r>
          </a:p>
          <a:p>
            <a:r>
              <a:t>      "refs": [</a:t>
            </a:r>
          </a:p>
          <a:p>
            <a:r>
              <a:t>        {</a:t>
            </a:r>
          </a:p>
          <a:p>
            <a:r>
              <a:t>          "source_id": "s017",</a:t>
            </a:r>
          </a:p>
          <a:p>
            <a:r>
              <a:t>          "quote": "評価項目を揃え、異なる条件の結果を混同しない。"</a:t>
            </a:r>
          </a:p>
          <a:p>
            <a:r>
              <a:t>        }</a:t>
            </a:r>
          </a:p>
          <a:p>
            <a:r>
              <a:t>      ],</a:t>
            </a:r>
          </a:p>
          <a:p>
            <a:r>
              <a:t>      "mode": "verbatim"</a:t>
            </a:r>
          </a:p>
          <a:p>
            <a:r>
              <a:t>    },</a:t>
            </a:r>
          </a:p>
          <a:p>
            <a:r>
              <a:t>    {</a:t>
            </a:r>
          </a:p>
          <a:p>
            <a:r>
              <a:t>      "text": "確認先を残す",</a:t>
            </a:r>
          </a:p>
          <a:p>
            <a:r>
              <a:t>      "refs": [</a:t>
            </a:r>
          </a:p>
          <a:p>
            <a:r>
              <a:t>        {</a:t>
            </a:r>
          </a:p>
          <a:p>
            <a:r>
              <a:t>          "source_id": "s017",</a:t>
            </a:r>
          </a:p>
          <a:p>
            <a:r>
              <a:t>          "quote": "確認先を残す"</a:t>
            </a:r>
          </a:p>
          <a:p>
            <a:r>
              <a:t>        }</a:t>
            </a:r>
          </a:p>
          <a:p>
            <a:r>
              <a:t>      ],</a:t>
            </a:r>
          </a:p>
          <a:p>
            <a:r>
              <a:t>      "mode": "verbatim"</a:t>
            </a:r>
          </a:p>
          <a:p>
            <a:r>
              <a:t>    },</a:t>
            </a:r>
          </a:p>
          <a:p>
            <a:r>
              <a:t>    {</a:t>
            </a:r>
          </a:p>
          <a:p>
            <a:r>
              <a:t>      "text": "未確認の論点と、追加調査で確かめる点を残す。",</a:t>
            </a:r>
          </a:p>
          <a:p>
            <a:r>
              <a:t>      "refs": [</a:t>
            </a:r>
          </a:p>
          <a:p>
            <a:r>
              <a:t>        {</a:t>
            </a:r>
          </a:p>
          <a:p>
            <a:r>
              <a:t>          "source_id": "s017",</a:t>
            </a:r>
          </a:p>
          <a:p>
            <a:r>
              <a:t>          "quote": "未確認の論点と、追加調査で確かめる点を残す。"</a:t>
            </a:r>
          </a:p>
          <a:p>
            <a:r>
              <a:t>        }</a:t>
            </a:r>
          </a:p>
          <a:p>
            <a:r>
              <a:t>      ],</a:t>
            </a:r>
          </a:p>
          <a:p>
            <a:r>
              <a:t>      "mode": "verbatim"</a:t>
            </a:r>
          </a:p>
          <a:p>
            <a:r>
              <a:t>    }</a:t>
            </a:r>
          </a:p>
          <a:p>
            <a:r>
              <a:t>  ],</a:t>
            </a:r>
          </a:p>
          <a:p>
            <a:r>
              <a:t>  "citations": {</a:t>
            </a:r>
          </a:p>
          <a:p>
            <a:r>
              <a:t>    "s017": "Public MIT sample: original fictional research-sharing design section 1"</a:t>
            </a:r>
          </a:p>
          <a:p>
            <a:r>
              <a:t>  },</a:t>
            </a:r>
          </a:p>
          <a:p>
            <a:r>
              <a:t>  "template_license":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null,</a:t>
            </a:r>
          </a:p>
          <a:p>
            <a:r>
              <a:t>  "catalog": "editorial",</a:t>
            </a:r>
          </a:p>
          <a:p>
            <a:r>
              <a:t>  "family": "bullets",</a:t>
            </a:r>
          </a:p>
          <a:p>
            <a:r>
              <a:t>  "structural_variant": "columns",</a:t>
            </a:r>
          </a:p>
          <a:p>
            <a:r>
              <a:t>  "repetition_reason": "Catalog inventory: adjacent entries intentionally show every count/orientation for comparison; this is not a presentation sequence.",</a:t>
            </a:r>
          </a:p>
          <a:p>
            <a:r>
              <a:t>  "images": {},</a:t>
            </a:r>
          </a:p>
          <a:p>
            <a:r>
              <a:t>  "template_sha256": "8a62c50543efb635386f080d6c7628087d0489adbeee14f3fa698e98553e7899"</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"slide018",</a:t>
            </a:r>
          </a:p>
          <a:p>
            <a:r>
              <a:t>  "origin": "catalog",</a:t>
            </a:r>
          </a:p>
          <a:p>
            <a:r>
              <a:t>  "layout_id": "ed_cards_grid_2",</a:t>
            </a:r>
          </a:p>
          <a:p>
            <a:r>
              <a:t>  "variant": "warm",</a:t>
            </a:r>
          </a:p>
          <a:p>
            <a:r>
              <a:t>  "rationale": "Public template fixture; short fictional slot content; no private data.",</a:t>
            </a:r>
          </a:p>
          <a:p>
            <a:r>
              <a:t>  "source_sha256": "c38e01dcb14540e486d5a11ff7b07b6cff9547c6a27e869e7c53a02aada60e2d",</a:t>
            </a:r>
          </a:p>
          <a:p>
            <a:r>
              <a:t>  "evidence": [</a:t>
            </a:r>
          </a:p>
          <a:p>
            <a:r>
              <a:t>    {</a:t>
            </a:r>
          </a:p>
          <a:p>
            <a:r>
              <a:t>      "text": "社内ナレッジを探しやすくする条件",</a:t>
            </a:r>
          </a:p>
          <a:p>
            <a:r>
              <a:t>      "refs": [</a:t>
            </a:r>
          </a:p>
          <a:p>
            <a:r>
              <a:t>        {</a:t>
            </a:r>
          </a:p>
          <a:p>
            <a:r>
              <a:t>          "source_id": "s018",</a:t>
            </a:r>
          </a:p>
          <a:p>
            <a:r>
              <a:t>          "quote": "社内ナレッジを探しやすくする条件"</a:t>
            </a:r>
          </a:p>
          <a:p>
            <a:r>
              <a:t>        }</a:t>
            </a:r>
          </a:p>
          <a:p>
            <a:r>
              <a:t>      ],</a:t>
            </a:r>
          </a:p>
          <a:p>
            <a:r>
              <a:t>      "mode": "verbatim"</a:t>
            </a:r>
          </a:p>
          <a:p>
            <a:r>
              <a:t>    },</a:t>
            </a:r>
          </a:p>
          <a:p>
            <a:r>
              <a:t>    {</a:t>
            </a:r>
          </a:p>
          <a:p>
            <a:r>
              <a:t>      "text": "架空の社内調査。運用条件を整理した所見であり、効果を実証したものではない。",</a:t>
            </a:r>
          </a:p>
          <a:p>
            <a:r>
              <a:t>      "refs": [</a:t>
            </a:r>
          </a:p>
          <a:p>
            <a:r>
              <a:t>        {</a:t>
            </a:r>
          </a:p>
          <a:p>
            <a:r>
              <a:t>          "source_id": "s018",</a:t>
            </a:r>
          </a:p>
          <a:p>
            <a:r>
              <a:t>          "quote": "架空の社内調査。運用条件を整理した所見であり、効果を実証したものではない。"</a:t>
            </a:r>
          </a:p>
          <a:p>
            <a:r>
              <a:t>        }</a:t>
            </a:r>
          </a:p>
          <a:p>
            <a:r>
              <a:t>      ],</a:t>
            </a:r>
          </a:p>
          <a:p>
            <a:r>
              <a:t>      "mode": "verbatim"</a:t>
            </a:r>
          </a:p>
          <a:p>
            <a:r>
              <a:t>    },</a:t>
            </a:r>
          </a:p>
          <a:p>
            <a:r>
              <a:t>    {</a:t>
            </a:r>
          </a:p>
          <a:p>
            <a:r>
              <a:t>      "text": "検索入口を揃える",</a:t>
            </a:r>
          </a:p>
          <a:p>
            <a:r>
              <a:t>      "refs": [</a:t>
            </a:r>
          </a:p>
          <a:p>
            <a:r>
              <a:t>        {</a:t>
            </a:r>
          </a:p>
          <a:p>
            <a:r>
              <a:t>          "source_id": "s018",</a:t>
            </a:r>
          </a:p>
          <a:p>
            <a:r>
              <a:t>          "quote": "検索入口を揃える"</a:t>
            </a:r>
          </a:p>
          <a:p>
            <a:r>
              <a:t>        }</a:t>
            </a:r>
          </a:p>
          <a:p>
            <a:r>
              <a:t>      ],</a:t>
            </a:r>
          </a:p>
          <a:p>
            <a:r>
              <a:t>      "mode": "verbatim"</a:t>
            </a:r>
          </a:p>
          <a:p>
            <a:r>
              <a:t>    },</a:t>
            </a:r>
          </a:p>
          <a:p>
            <a:r>
              <a:t>    {</a:t>
            </a:r>
          </a:p>
          <a:p>
            <a:r>
              <a:t>      "text": "用語の揺れを減らし、部門をまたいでも同じ資料へ辿れる導線を整える。検索結果には対象範囲を添え、読み手が必要な情報かを判断できるようにする。",</a:t>
            </a:r>
          </a:p>
          <a:p>
            <a:r>
              <a:t>      "refs": [</a:t>
            </a:r>
          </a:p>
          <a:p>
            <a:r>
              <a:t>        {</a:t>
            </a:r>
          </a:p>
          <a:p>
            <a:r>
              <a:t>          "source_id": "s018",</a:t>
            </a:r>
          </a:p>
          <a:p>
            <a:r>
              <a:t>          "quote": "用語の揺れを減らし、部門をまたいでも同じ資料へ辿れる導線を整える。検索結果には対象範囲を添え、読み手が必要な情報かを判断できるようにする。"</a:t>
            </a:r>
          </a:p>
          <a:p>
            <a:r>
              <a:t>        }</a:t>
            </a:r>
          </a:p>
          <a:p>
            <a:r>
              <a:t>      ],</a:t>
            </a:r>
          </a:p>
          <a:p>
            <a:r>
              <a:t>      "mode": "verbatim"</a:t>
            </a:r>
          </a:p>
          <a:p>
            <a:r>
              <a:t>    },</a:t>
            </a:r>
          </a:p>
          <a:p>
            <a:r>
              <a:t>    {</a:t>
            </a:r>
          </a:p>
          <a:p>
            <a:r>
              <a:t>      "text": "対象：資料の入口を確認",</a:t>
            </a:r>
          </a:p>
          <a:p>
            <a:r>
              <a:t>      "refs": [</a:t>
            </a:r>
          </a:p>
          <a:p>
            <a:r>
              <a:t>        {</a:t>
            </a:r>
          </a:p>
          <a:p>
            <a:r>
              <a:t>          "source_id": "s018",</a:t>
            </a:r>
          </a:p>
          <a:p>
            <a:r>
              <a:t>          "quote": "対象：資料の入口を確認"</a:t>
            </a:r>
          </a:p>
          <a:p>
            <a:r>
              <a:t>        }</a:t>
            </a:r>
          </a:p>
          <a:p>
            <a:r>
              <a:t>      ],</a:t>
            </a:r>
          </a:p>
          <a:p>
            <a:r>
              <a:t>      "mode": "verbatim"</a:t>
            </a:r>
          </a:p>
          <a:p>
            <a:r>
              <a:t>    },</a:t>
            </a:r>
          </a:p>
          <a:p>
            <a:r>
              <a:t>    {</a:t>
            </a:r>
          </a:p>
          <a:p>
            <a:r>
              <a:t>      "text": "根拠まで辿れる",</a:t>
            </a:r>
          </a:p>
          <a:p>
            <a:r>
              <a:t>      "refs": [</a:t>
            </a:r>
          </a:p>
          <a:p>
            <a:r>
              <a:t>        {</a:t>
            </a:r>
          </a:p>
          <a:p>
            <a:r>
              <a:t>          "source_id": "s018",</a:t>
            </a:r>
          </a:p>
          <a:p>
            <a:r>
              <a:t>          "quote": "根拠まで辿れる"</a:t>
            </a:r>
          </a:p>
          <a:p>
            <a:r>
              <a:t>        }</a:t>
            </a:r>
          </a:p>
          <a:p>
            <a:r>
              <a:t>      ],</a:t>
            </a:r>
          </a:p>
          <a:p>
            <a:r>
              <a:t>      "mode": "verbatim"</a:t>
            </a:r>
          </a:p>
          <a:p>
            <a:r>
              <a:t>    },</a:t>
            </a:r>
          </a:p>
          <a:p>
            <a:r>
              <a:t>    {</a:t>
            </a:r>
          </a:p>
          <a:p>
            <a:r>
              <a:t>      "text": "要約だけで判断せず、原文の条件と確認日を一緒に読み取れる形にする。引用先の位置も残し、解釈に疑問があれば読み手が前提を確かめられるようにする。",</a:t>
            </a:r>
          </a:p>
          <a:p>
            <a:r>
              <a:t>      "refs": [</a:t>
            </a:r>
          </a:p>
          <a:p>
            <a:r>
              <a:t>        {</a:t>
            </a:r>
          </a:p>
          <a:p>
            <a:r>
              <a:t>          "source_id": "s018",</a:t>
            </a:r>
          </a:p>
          <a:p>
            <a:r>
              <a:t>          "quote": "要約だけで判断せず、原文の条件と確認日を一緒に読み取れる形にする。引用先の位置も残し、解釈に疑問があれば読み手が前提を確かめられるようにする。"</a:t>
            </a:r>
          </a:p>
          <a:p>
            <a:r>
              <a:t>        }</a:t>
            </a:r>
          </a:p>
          <a:p>
            <a:r>
              <a:t>      ],</a:t>
            </a:r>
          </a:p>
          <a:p>
            <a:r>
              <a:t>      "mode": "verbatim"</a:t>
            </a:r>
          </a:p>
          <a:p>
            <a:r>
              <a:t>    },</a:t>
            </a:r>
          </a:p>
          <a:p>
            <a:r>
              <a:t>    {</a:t>
            </a:r>
          </a:p>
          <a:p>
            <a:r>
              <a:t>      "text": "根拠：原文の条件を保持",</a:t>
            </a:r>
          </a:p>
          <a:p>
            <a:r>
              <a:t>      "refs": [</a:t>
            </a:r>
          </a:p>
          <a:p>
            <a:r>
              <a:t>        {</a:t>
            </a:r>
          </a:p>
          <a:p>
            <a:r>
              <a:t>          "source_id": "s018",</a:t>
            </a:r>
          </a:p>
          <a:p>
            <a:r>
              <a:t>          "quote": "根拠：原文の条件を保持"</a:t>
            </a:r>
          </a:p>
          <a:p>
            <a:r>
              <a:t>        }</a:t>
            </a:r>
          </a:p>
          <a:p>
            <a:r>
              <a:t>      ],</a:t>
            </a:r>
          </a:p>
          <a:p>
            <a:r>
              <a:t>      "mode": "verbatim"</a:t>
            </a:r>
          </a:p>
          <a:p>
            <a:r>
              <a:t>    }</a:t>
            </a:r>
          </a:p>
          <a:p>
            <a:r>
              <a:t>  ],</a:t>
            </a:r>
          </a:p>
          <a:p>
            <a:r>
              <a:t>  "citations": {</a:t>
            </a:r>
          </a:p>
          <a:p>
            <a:r>
              <a:t>    "s018": "Public MIT sample: original fictional research-sharing design section 1"</a:t>
            </a:r>
          </a:p>
          <a:p>
            <a:r>
              <a:t>  },</a:t>
            </a:r>
          </a:p>
          <a:p>
            <a:r>
              <a:t>  "template_license":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null,</a:t>
            </a:r>
          </a:p>
          <a:p>
            <a:r>
              <a:t>  "catalog": "editorial",</a:t>
            </a:r>
          </a:p>
          <a:p>
            <a:r>
              <a:t>  "family": "cards",</a:t>
            </a:r>
          </a:p>
          <a:p>
            <a:r>
              <a:t>  "structural_variant": "grid",</a:t>
            </a:r>
          </a:p>
          <a:p>
            <a:r>
              <a:t>  "repetition_reason": "Catalog inventory: adjacent entries intentionally show every count/orientation for comparison; this is not a presentation sequence.",</a:t>
            </a:r>
          </a:p>
          <a:p>
            <a:r>
              <a:t>  "images": {},</a:t>
            </a:r>
          </a:p>
          <a:p>
            <a:r>
              <a:t>  "template_sha256": "c52dab2ba67eab38e834306d214f0469e221d8dec74d9e8f7cc4d9f9e340505f"</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"slide019",</a:t>
            </a:r>
          </a:p>
          <a:p>
            <a:r>
              <a:t>  "origin": "catalog",</a:t>
            </a:r>
          </a:p>
          <a:p>
            <a:r>
              <a:t>  "layout_id": "ed_cards_rows_2",</a:t>
            </a:r>
          </a:p>
          <a:p>
            <a:r>
              <a:t>  "variant": "warm",</a:t>
            </a:r>
          </a:p>
          <a:p>
            <a:r>
              <a:t>  "rationale": "Public template fixture; short fictional slot content; no private data.",</a:t>
            </a:r>
          </a:p>
          <a:p>
            <a:r>
              <a:t>  "source_sha256": "c38e01dcb14540e486d5a11ff7b07b6cff9547c6a27e869e7c53a02aada60e2d",</a:t>
            </a:r>
          </a:p>
          <a:p>
            <a:r>
              <a:t>  "evidence": [</a:t>
            </a:r>
          </a:p>
          <a:p>
            <a:r>
              <a:t>    {</a:t>
            </a:r>
          </a:p>
          <a:p>
            <a:r>
              <a:t>      "text": "社内ナレッジを探しやすくする条件",</a:t>
            </a:r>
          </a:p>
          <a:p>
            <a:r>
              <a:t>      "refs": [</a:t>
            </a:r>
          </a:p>
          <a:p>
            <a:r>
              <a:t>        {</a:t>
            </a:r>
          </a:p>
          <a:p>
            <a:r>
              <a:t>          "source_id": "s019",</a:t>
            </a:r>
          </a:p>
          <a:p>
            <a:r>
              <a:t>          "quote": "社内ナレッジを探しやすくする条件"</a:t>
            </a:r>
          </a:p>
          <a:p>
            <a:r>
              <a:t>        }</a:t>
            </a:r>
          </a:p>
          <a:p>
            <a:r>
              <a:t>      ],</a:t>
            </a:r>
          </a:p>
          <a:p>
            <a:r>
              <a:t>      "mode": "verbatim"</a:t>
            </a:r>
          </a:p>
          <a:p>
            <a:r>
              <a:t>    },</a:t>
            </a:r>
          </a:p>
          <a:p>
            <a:r>
              <a:t>    {</a:t>
            </a:r>
          </a:p>
          <a:p>
            <a:r>
              <a:t>      "text": "架空の社内調査。運用条件を整理した所見であり、効果を実証したものではない。",</a:t>
            </a:r>
          </a:p>
          <a:p>
            <a:r>
              <a:t>      "refs": [</a:t>
            </a:r>
          </a:p>
          <a:p>
            <a:r>
              <a:t>        {</a:t>
            </a:r>
          </a:p>
          <a:p>
            <a:r>
              <a:t>          "source_id": "s019",</a:t>
            </a:r>
          </a:p>
          <a:p>
            <a:r>
              <a:t>          "quote": "架空の社内調査。運用条件を整理した所見であり、効果を実証したものではない。"</a:t>
            </a:r>
          </a:p>
          <a:p>
            <a:r>
              <a:t>        }</a:t>
            </a:r>
          </a:p>
          <a:p>
            <a:r>
              <a:t>      ],</a:t>
            </a:r>
          </a:p>
          <a:p>
            <a:r>
              <a:t>      "mode": "verbatim"</a:t>
            </a:r>
          </a:p>
          <a:p>
            <a:r>
              <a:t>    },</a:t>
            </a:r>
          </a:p>
          <a:p>
            <a:r>
              <a:t>    {</a:t>
            </a:r>
          </a:p>
          <a:p>
            <a:r>
              <a:t>      "text": "検索入口を揃える",</a:t>
            </a:r>
          </a:p>
          <a:p>
            <a:r>
              <a:t>      "refs": [</a:t>
            </a:r>
          </a:p>
          <a:p>
            <a:r>
              <a:t>        {</a:t>
            </a:r>
          </a:p>
          <a:p>
            <a:r>
              <a:t>          "source_id": "s019",</a:t>
            </a:r>
          </a:p>
          <a:p>
            <a:r>
              <a:t>          "quote": "検索入口を揃える"</a:t>
            </a:r>
          </a:p>
          <a:p>
            <a:r>
              <a:t>        }</a:t>
            </a:r>
          </a:p>
          <a:p>
            <a:r>
              <a:t>      ],</a:t>
            </a:r>
          </a:p>
          <a:p>
            <a:r>
              <a:t>      "mode": "verbatim"</a:t>
            </a:r>
          </a:p>
          <a:p>
            <a:r>
              <a:t>    },</a:t>
            </a:r>
          </a:p>
          <a:p>
            <a:r>
              <a:t>    {</a:t>
            </a:r>
          </a:p>
          <a:p>
            <a:r>
              <a:t>      "text": "用語を揃え、同じ資料へ辿れる入口を整える。",</a:t>
            </a:r>
          </a:p>
          <a:p>
            <a:r>
              <a:t>      "refs": [</a:t>
            </a:r>
          </a:p>
          <a:p>
            <a:r>
              <a:t>        {</a:t>
            </a:r>
          </a:p>
          <a:p>
            <a:r>
              <a:t>          "source_id": "s019",</a:t>
            </a:r>
          </a:p>
          <a:p>
            <a:r>
              <a:t>          "quote": "用語を揃え、同じ資料へ辿れる入口を整える。"</a:t>
            </a:r>
          </a:p>
          <a:p>
            <a:r>
              <a:t>        }</a:t>
            </a:r>
          </a:p>
          <a:p>
            <a:r>
              <a:t>      ],</a:t>
            </a:r>
          </a:p>
          <a:p>
            <a:r>
              <a:t>      "mode": "verbatim"</a:t>
            </a:r>
          </a:p>
          <a:p>
            <a:r>
              <a:t>    },</a:t>
            </a:r>
          </a:p>
          <a:p>
            <a:r>
              <a:t>    {</a:t>
            </a:r>
          </a:p>
          <a:p>
            <a:r>
              <a:t>      "text": "留保：追加の確認が必要",</a:t>
            </a:r>
          </a:p>
          <a:p>
            <a:r>
              <a:t>      "refs": [</a:t>
            </a:r>
          </a:p>
          <a:p>
            <a:r>
              <a:t>        {</a:t>
            </a:r>
          </a:p>
          <a:p>
            <a:r>
              <a:t>          "source_id": "s019",</a:t>
            </a:r>
          </a:p>
          <a:p>
            <a:r>
              <a:t>          "quote": "留保：追加の確認が必要"</a:t>
            </a:r>
          </a:p>
          <a:p>
            <a:r>
              <a:t>        }</a:t>
            </a:r>
          </a:p>
          <a:p>
            <a:r>
              <a:t>      ],</a:t>
            </a:r>
          </a:p>
          <a:p>
            <a:r>
              <a:t>      "mode": "verbatim"</a:t>
            </a:r>
          </a:p>
          <a:p>
            <a:r>
              <a:t>    },</a:t>
            </a:r>
          </a:p>
          <a:p>
            <a:r>
              <a:t>    {</a:t>
            </a:r>
          </a:p>
          <a:p>
            <a:r>
              <a:t>      "text": "根拠まで辿れる",</a:t>
            </a:r>
          </a:p>
          <a:p>
            <a:r>
              <a:t>      "refs": [</a:t>
            </a:r>
          </a:p>
          <a:p>
            <a:r>
              <a:t>        {</a:t>
            </a:r>
          </a:p>
          <a:p>
            <a:r>
              <a:t>          "source_id": "s019",</a:t>
            </a:r>
          </a:p>
          <a:p>
            <a:r>
              <a:t>          "quote": "根拠まで辿れる"</a:t>
            </a:r>
          </a:p>
          <a:p>
            <a:r>
              <a:t>        }</a:t>
            </a:r>
          </a:p>
          <a:p>
            <a:r>
              <a:t>      ],</a:t>
            </a:r>
          </a:p>
          <a:p>
            <a:r>
              <a:t>      "mode": "verbatim"</a:t>
            </a:r>
          </a:p>
          <a:p>
            <a:r>
              <a:t>    },</a:t>
            </a:r>
          </a:p>
          <a:p>
            <a:r>
              <a:t>    {</a:t>
            </a:r>
          </a:p>
          <a:p>
            <a:r>
              <a:t>      "text": "原文の条件と確認日を、要約とともに残す。",</a:t>
            </a:r>
          </a:p>
          <a:p>
            <a:r>
              <a:t>      "refs": [</a:t>
            </a:r>
          </a:p>
          <a:p>
            <a:r>
              <a:t>        {</a:t>
            </a:r>
          </a:p>
          <a:p>
            <a:r>
              <a:t>          "source_id": "s019",</a:t>
            </a:r>
          </a:p>
          <a:p>
            <a:r>
              <a:t>          "quote": "原文の条件と確認日を、要約とともに残す。"</a:t>
            </a:r>
          </a:p>
          <a:p>
            <a:r>
              <a:t>        }</a:t>
            </a:r>
          </a:p>
          <a:p>
            <a:r>
              <a:t>      ],</a:t>
            </a:r>
          </a:p>
          <a:p>
            <a:r>
              <a:t>      "mode": "verbatim"</a:t>
            </a:r>
          </a:p>
          <a:p>
            <a:r>
              <a:t>    },</a:t>
            </a:r>
          </a:p>
          <a:p>
            <a:r>
              <a:t>    {</a:t>
            </a:r>
          </a:p>
          <a:p>
            <a:r>
              <a:t>      "text": "留保：追加の確認が必要",</a:t>
            </a:r>
          </a:p>
          <a:p>
            <a:r>
              <a:t>      "refs": [</a:t>
            </a:r>
          </a:p>
          <a:p>
            <a:r>
              <a:t>        {</a:t>
            </a:r>
          </a:p>
          <a:p>
            <a:r>
              <a:t>          "source_id": "s019",</a:t>
            </a:r>
          </a:p>
          <a:p>
            <a:r>
              <a:t>          "quote": "留保：追加の確認が必要"</a:t>
            </a:r>
          </a:p>
          <a:p>
            <a:r>
              <a:t>        }</a:t>
            </a:r>
          </a:p>
          <a:p>
            <a:r>
              <a:t>      ],</a:t>
            </a:r>
          </a:p>
          <a:p>
            <a:r>
              <a:t>      "mode": "verbatim"</a:t>
            </a:r>
          </a:p>
          <a:p>
            <a:r>
              <a:t>    }</a:t>
            </a:r>
          </a:p>
          <a:p>
            <a:r>
              <a:t>  ],</a:t>
            </a:r>
          </a:p>
          <a:p>
            <a:r>
              <a:t>  "citations": {</a:t>
            </a:r>
          </a:p>
          <a:p>
            <a:r>
              <a:t>    "s019": "Public MIT sample: original fictional research-sharing design section 1"</a:t>
            </a:r>
          </a:p>
          <a:p>
            <a:r>
              <a:t>  },</a:t>
            </a:r>
          </a:p>
          <a:p>
            <a:r>
              <a:t>  "template_license":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null,</a:t>
            </a:r>
          </a:p>
          <a:p>
            <a:r>
              <a:t>  "catalog": "editorial",</a:t>
            </a:r>
          </a:p>
          <a:p>
            <a:r>
              <a:t>  "family": "cards",</a:t>
            </a:r>
          </a:p>
          <a:p>
            <a:r>
              <a:t>  "structural_variant": "rows",</a:t>
            </a:r>
          </a:p>
          <a:p>
            <a:r>
              <a:t>  "repetition_reason": "Catalog inventory: adjacent entries intentionally show every count/orientation for comparison; this is not a presentation sequence.",</a:t>
            </a:r>
          </a:p>
          <a:p>
            <a:r>
              <a:t>  "images": {},</a:t>
            </a:r>
          </a:p>
          <a:p>
            <a:r>
              <a:t>  "template_sha256": "440019d20f5a335dab83c072b37e653f3218cfe77f57792428b4d015eb985246"</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"slide020",</a:t>
            </a:r>
          </a:p>
          <a:p>
            <a:r>
              <a:t>  "origin": "catalog",</a:t>
            </a:r>
          </a:p>
          <a:p>
            <a:r>
              <a:t>  "layout_id": "ed_cards_grid_3",</a:t>
            </a:r>
          </a:p>
          <a:p>
            <a:r>
              <a:t>  "variant": "warm",</a:t>
            </a:r>
          </a:p>
          <a:p>
            <a:r>
              <a:t>  "rationale": "Public template fixture; short fictional slot content; no private data.",</a:t>
            </a:r>
          </a:p>
          <a:p>
            <a:r>
              <a:t>  "source_sha256": "c38e01dcb14540e486d5a11ff7b07b6cff9547c6a27e869e7c53a02aada60e2d",</a:t>
            </a:r>
          </a:p>
          <a:p>
            <a:r>
              <a:t>  "evidence": [</a:t>
            </a:r>
          </a:p>
          <a:p>
            <a:r>
              <a:t>    {</a:t>
            </a:r>
          </a:p>
          <a:p>
            <a:r>
              <a:t>      "text": "社内ナレッジを探しやすくする条件",</a:t>
            </a:r>
          </a:p>
          <a:p>
            <a:r>
              <a:t>      "refs": [</a:t>
            </a:r>
          </a:p>
          <a:p>
            <a:r>
              <a:t>        {</a:t>
            </a:r>
          </a:p>
          <a:p>
            <a:r>
              <a:t>          "source_id": "s020",</a:t>
            </a:r>
          </a:p>
          <a:p>
            <a:r>
              <a:t>          "quote": "社内ナレッジを探しやすくする条件"</a:t>
            </a:r>
          </a:p>
          <a:p>
            <a:r>
              <a:t>        }</a:t>
            </a:r>
          </a:p>
          <a:p>
            <a:r>
              <a:t>      ],</a:t>
            </a:r>
          </a:p>
          <a:p>
            <a:r>
              <a:t>      "mode": "verbatim"</a:t>
            </a:r>
          </a:p>
          <a:p>
            <a:r>
              <a:t>    },</a:t>
            </a:r>
          </a:p>
          <a:p>
            <a:r>
              <a:t>    {</a:t>
            </a:r>
          </a:p>
          <a:p>
            <a:r>
              <a:t>      "text": "架空の社内調査。運用条件を整理した所見であり、効果を実証したものではない。",</a:t>
            </a:r>
          </a:p>
          <a:p>
            <a:r>
              <a:t>      "refs": [</a:t>
            </a:r>
          </a:p>
          <a:p>
            <a:r>
              <a:t>        {</a:t>
            </a:r>
          </a:p>
          <a:p>
            <a:r>
              <a:t>          "source_id": "s020",</a:t>
            </a:r>
          </a:p>
          <a:p>
            <a:r>
              <a:t>          "quote": "架空の社内調査。運用条件を整理した所見であり、効果を実証したものではない。"</a:t>
            </a:r>
          </a:p>
          <a:p>
            <a:r>
              <a:t>        }</a:t>
            </a:r>
          </a:p>
          <a:p>
            <a:r>
              <a:t>      ],</a:t>
            </a:r>
          </a:p>
          <a:p>
            <a:r>
              <a:t>      "mode": "verbatim"</a:t>
            </a:r>
          </a:p>
          <a:p>
            <a:r>
              <a:t>    },</a:t>
            </a:r>
          </a:p>
          <a:p>
            <a:r>
              <a:t>    {</a:t>
            </a:r>
          </a:p>
          <a:p>
            <a:r>
              <a:t>      "text": "検索入口を揃える",</a:t>
            </a:r>
          </a:p>
          <a:p>
            <a:r>
              <a:t>      "refs": [</a:t>
            </a:r>
          </a:p>
          <a:p>
            <a:r>
              <a:t>        {</a:t>
            </a:r>
          </a:p>
          <a:p>
            <a:r>
              <a:t>          "source_id": "s020",</a:t>
            </a:r>
          </a:p>
          <a:p>
            <a:r>
              <a:t>          "quote": "検索入口を揃える"</a:t>
            </a:r>
          </a:p>
          <a:p>
            <a:r>
              <a:t>        }</a:t>
            </a:r>
          </a:p>
          <a:p>
            <a:r>
              <a:t>      ],</a:t>
            </a:r>
          </a:p>
          <a:p>
            <a:r>
              <a:t>      "mode": "verbatim"</a:t>
            </a:r>
          </a:p>
          <a:p>
            <a:r>
              <a:t>    },</a:t>
            </a:r>
          </a:p>
          <a:p>
            <a:r>
              <a:t>    {</a:t>
            </a:r>
          </a:p>
          <a:p>
            <a:r>
              <a:t>      "text": "用語の揺れを減らし、部門をまたいでも同じ資料へ辿れる導線を整える。検索結果には対象範囲を添え、読み手が必要な情報かを判断できるようにする。",</a:t>
            </a:r>
          </a:p>
          <a:p>
            <a:r>
              <a:t>      "refs": [</a:t>
            </a:r>
          </a:p>
          <a:p>
            <a:r>
              <a:t>        {</a:t>
            </a:r>
          </a:p>
          <a:p>
            <a:r>
              <a:t>          "source_id": "s020",</a:t>
            </a:r>
          </a:p>
          <a:p>
            <a:r>
              <a:t>          "quote": "用語の揺れを減らし、部門をまたいでも同じ資料へ辿れる導線を整える。検索結果には対象範囲を添え、読み手が必要な情報かを判断できるようにする。"</a:t>
            </a:r>
          </a:p>
          <a:p>
            <a:r>
              <a:t>        }</a:t>
            </a:r>
          </a:p>
          <a:p>
            <a:r>
              <a:t>      ],</a:t>
            </a:r>
          </a:p>
          <a:p>
            <a:r>
              <a:t>      "mode": "verbatim"</a:t>
            </a:r>
          </a:p>
          <a:p>
            <a:r>
              <a:t>    },</a:t>
            </a:r>
          </a:p>
          <a:p>
            <a:r>
              <a:t>    {</a:t>
            </a:r>
          </a:p>
          <a:p>
            <a:r>
              <a:t>      "text": "対象：資料の入口を確認",</a:t>
            </a:r>
          </a:p>
          <a:p>
            <a:r>
              <a:t>      "refs": [</a:t>
            </a:r>
          </a:p>
          <a:p>
            <a:r>
              <a:t>        {</a:t>
            </a:r>
          </a:p>
          <a:p>
            <a:r>
              <a:t>          "source_id": "s020",</a:t>
            </a:r>
          </a:p>
          <a:p>
            <a:r>
              <a:t>          "quote": "対象：資料の入口を確認"</a:t>
            </a:r>
          </a:p>
          <a:p>
            <a:r>
              <a:t>        }</a:t>
            </a:r>
          </a:p>
          <a:p>
            <a:r>
              <a:t>      ],</a:t>
            </a:r>
          </a:p>
          <a:p>
            <a:r>
              <a:t>      "mode": "verbatim"</a:t>
            </a:r>
          </a:p>
          <a:p>
            <a:r>
              <a:t>    },</a:t>
            </a:r>
          </a:p>
          <a:p>
            <a:r>
              <a:t>    {</a:t>
            </a:r>
          </a:p>
          <a:p>
            <a:r>
              <a:t>      "text": "根拠まで辿れる",</a:t>
            </a:r>
          </a:p>
          <a:p>
            <a:r>
              <a:t>      "refs": [</a:t>
            </a:r>
          </a:p>
          <a:p>
            <a:r>
              <a:t>        {</a:t>
            </a:r>
          </a:p>
          <a:p>
            <a:r>
              <a:t>          "source_id": "s020",</a:t>
            </a:r>
          </a:p>
          <a:p>
            <a:r>
              <a:t>          "quote": "根拠まで辿れる"</a:t>
            </a:r>
          </a:p>
          <a:p>
            <a:r>
              <a:t>        }</a:t>
            </a:r>
          </a:p>
          <a:p>
            <a:r>
              <a:t>      ],</a:t>
            </a:r>
          </a:p>
          <a:p>
            <a:r>
              <a:t>      "mode": "verbatim"</a:t>
            </a:r>
          </a:p>
          <a:p>
            <a:r>
              <a:t>    },</a:t>
            </a:r>
          </a:p>
          <a:p>
            <a:r>
              <a:t>    {</a:t>
            </a:r>
          </a:p>
          <a:p>
            <a:r>
              <a:t>      "text": "要約だけで判断せず、原文の条件と確認日を一緒に読み取れる形にする。引用先の位置も残し、解釈に疑問があれば読み手が前提を確かめられるようにする。",</a:t>
            </a:r>
          </a:p>
          <a:p>
            <a:r>
              <a:t>      "refs": [</a:t>
            </a:r>
          </a:p>
          <a:p>
            <a:r>
              <a:t>        {</a:t>
            </a:r>
          </a:p>
          <a:p>
            <a:r>
              <a:t>          "source_id": "s020",</a:t>
            </a:r>
          </a:p>
          <a:p>
            <a:r>
              <a:t>          "quote": "要約だけで判断せず、原文の条件と確認日を一緒に読み取れる形にする。引用先の位置も残し、解釈に疑問があれば読み手が前提を確かめられるようにする。"</a:t>
            </a:r>
          </a:p>
          <a:p>
            <a:r>
              <a:t>        }</a:t>
            </a:r>
          </a:p>
          <a:p>
            <a:r>
              <a:t>      ],</a:t>
            </a:r>
          </a:p>
          <a:p>
            <a:r>
              <a:t>      "mode": "verbatim"</a:t>
            </a:r>
          </a:p>
          <a:p>
            <a:r>
              <a:t>    },</a:t>
            </a:r>
          </a:p>
          <a:p>
            <a:r>
              <a:t>    {</a:t>
            </a:r>
          </a:p>
          <a:p>
            <a:r>
              <a:t>      "text": "根拠：原文の条件を保持",</a:t>
            </a:r>
          </a:p>
          <a:p>
            <a:r>
              <a:t>      "refs": [</a:t>
            </a:r>
          </a:p>
          <a:p>
            <a:r>
              <a:t>        {</a:t>
            </a:r>
          </a:p>
          <a:p>
            <a:r>
              <a:t>          "source_id": "s020",</a:t>
            </a:r>
          </a:p>
          <a:p>
            <a:r>
              <a:t>          "quote": "根拠：原文の条件を保持"</a:t>
            </a:r>
          </a:p>
          <a:p>
            <a:r>
              <a:t>        }</a:t>
            </a:r>
          </a:p>
          <a:p>
            <a:r>
              <a:t>      ],</a:t>
            </a:r>
          </a:p>
          <a:p>
            <a:r>
              <a:t>      "mode": "verbatim"</a:t>
            </a:r>
          </a:p>
          <a:p>
            <a:r>
              <a:t>    },</a:t>
            </a:r>
          </a:p>
          <a:p>
            <a:r>
              <a:t>    {</a:t>
            </a:r>
          </a:p>
          <a:p>
            <a:r>
              <a:t>      "text": "更新範囲を決める",</a:t>
            </a:r>
          </a:p>
          <a:p>
            <a:r>
              <a:t>      "refs": [</a:t>
            </a:r>
          </a:p>
          <a:p>
            <a:r>
              <a:t>        {</a:t>
            </a:r>
          </a:p>
          <a:p>
            <a:r>
              <a:t>          "source_id": "s020",</a:t>
            </a:r>
          </a:p>
          <a:p>
            <a:r>
              <a:t>          "quote": "更新範囲を決める"</a:t>
            </a:r>
          </a:p>
          <a:p>
            <a:r>
              <a:t>        }</a:t>
            </a:r>
          </a:p>
          <a:p>
            <a:r>
              <a:t>      ],</a:t>
            </a:r>
          </a:p>
          <a:p>
            <a:r>
              <a:t>      "mode": "verbatim"</a:t>
            </a:r>
          </a:p>
          <a:p>
            <a:r>
              <a:t>    },</a:t>
            </a:r>
          </a:p>
          <a:p>
            <a:r>
              <a:t>    {</a:t>
            </a:r>
          </a:p>
          <a:p>
            <a:r>
              <a:t>      "text": "変更頻度に応じて確認担当を置き、古い記述を見分けられるようにする。更新が止まった資料は利用条件を明記し、再確認の対象として管理する。",</a:t>
            </a:r>
          </a:p>
          <a:p>
            <a:r>
              <a:t>      "refs": [</a:t>
            </a:r>
          </a:p>
          <a:p>
            <a:r>
              <a:t>        {</a:t>
            </a:r>
          </a:p>
          <a:p>
            <a:r>
              <a:t>          "source_id": "s020",</a:t>
            </a:r>
          </a:p>
          <a:p>
            <a:r>
              <a:t>          "quote": "変更頻度に応じて確認担当を置き、古い記述を見分けられるようにする。更新が止まった資料は利用条件を明記し、再確認の対象として管理する。"</a:t>
            </a:r>
          </a:p>
          <a:p>
            <a:r>
              <a:t>        }</a:t>
            </a:r>
          </a:p>
          <a:p>
            <a:r>
              <a:t>      ],</a:t>
            </a:r>
          </a:p>
          <a:p>
            <a:r>
              <a:t>      "mode": "verbatim"</a:t>
            </a:r>
          </a:p>
          <a:p>
            <a:r>
              <a:t>    },</a:t>
            </a:r>
          </a:p>
          <a:p>
            <a:r>
              <a:t>    {</a:t>
            </a:r>
          </a:p>
          <a:p>
            <a:r>
              <a:t>      "text": "留保：運用負荷は未検証",</a:t>
            </a:r>
          </a:p>
          <a:p>
            <a:r>
              <a:t>      "refs": [</a:t>
            </a:r>
          </a:p>
          <a:p>
            <a:r>
              <a:t>        {</a:t>
            </a:r>
          </a:p>
          <a:p>
            <a:r>
              <a:t>          "source_id": "s020",</a:t>
            </a:r>
          </a:p>
          <a:p>
            <a:r>
              <a:t>          "quote": "留保：運用負荷は未検証"</a:t>
            </a:r>
          </a:p>
          <a:p>
            <a:r>
              <a:t>        }</a:t>
            </a:r>
          </a:p>
          <a:p>
            <a:r>
              <a:t>      ],</a:t>
            </a:r>
          </a:p>
          <a:p>
            <a:r>
              <a:t>      "mode": "verbatim"</a:t>
            </a:r>
          </a:p>
          <a:p>
            <a:r>
              <a:t>    }</a:t>
            </a:r>
          </a:p>
          <a:p>
            <a:r>
              <a:t>  ],</a:t>
            </a:r>
          </a:p>
          <a:p>
            <a:r>
              <a:t>  "citations": {</a:t>
            </a:r>
          </a:p>
          <a:p>
            <a:r>
              <a:t>    "s020": "Public MIT sample: original fictional research-sharing design section 1"</a:t>
            </a:r>
          </a:p>
          <a:p>
            <a:r>
              <a:t>  },</a:t>
            </a:r>
          </a:p>
          <a:p>
            <a:r>
              <a:t>  "template_license":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null,</a:t>
            </a:r>
          </a:p>
          <a:p>
            <a:r>
              <a:t>  "catalog": "editorial",</a:t>
            </a:r>
          </a:p>
          <a:p>
            <a:r>
              <a:t>  "family": "cards",</a:t>
            </a:r>
          </a:p>
          <a:p>
            <a:r>
              <a:t>  "structural_variant": "grid",</a:t>
            </a:r>
          </a:p>
          <a:p>
            <a:r>
              <a:t>  "repetition_reason": "Catalog inventory: adjacent entries intentionally show every count/orientation for comparison; this is not a presentation sequence.",</a:t>
            </a:r>
          </a:p>
          <a:p>
            <a:r>
              <a:t>  "images": {},</a:t>
            </a:r>
          </a:p>
          <a:p>
            <a:r>
              <a:t>  "template_sha256": "d84dc9a9af4e114daf074a82c3dc7112852bcfcf402cd8851b2a5427b4d56685"</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"slide021",</a:t>
            </a:r>
          </a:p>
          <a:p>
            <a:r>
              <a:t>  "origin": "catalog",</a:t>
            </a:r>
          </a:p>
          <a:p>
            <a:r>
              <a:t>  "layout_id": "ed_cards_rows_3",</a:t>
            </a:r>
          </a:p>
          <a:p>
            <a:r>
              <a:t>  "variant": "warm",</a:t>
            </a:r>
          </a:p>
          <a:p>
            <a:r>
              <a:t>  "rationale": "Public template fixture; short fictional slot content; no private data.",</a:t>
            </a:r>
          </a:p>
          <a:p>
            <a:r>
              <a:t>  "source_sha256": "c38e01dcb14540e486d5a11ff7b07b6cff9547c6a27e869e7c53a02aada60e2d",</a:t>
            </a:r>
          </a:p>
          <a:p>
            <a:r>
              <a:t>  "evidence": [</a:t>
            </a:r>
          </a:p>
          <a:p>
            <a:r>
              <a:t>    {</a:t>
            </a:r>
          </a:p>
          <a:p>
            <a:r>
              <a:t>      "text": "社内ナレッジを探しやすくする条件",</a:t>
            </a:r>
          </a:p>
          <a:p>
            <a:r>
              <a:t>      "refs": [</a:t>
            </a:r>
          </a:p>
          <a:p>
            <a:r>
              <a:t>        {</a:t>
            </a:r>
          </a:p>
          <a:p>
            <a:r>
              <a:t>          "source_id": "s021",</a:t>
            </a:r>
          </a:p>
          <a:p>
            <a:r>
              <a:t>          "quote": "社内ナレッジを探しやすくする条件"</a:t>
            </a:r>
          </a:p>
          <a:p>
            <a:r>
              <a:t>        }</a:t>
            </a:r>
          </a:p>
          <a:p>
            <a:r>
              <a:t>      ],</a:t>
            </a:r>
          </a:p>
          <a:p>
            <a:r>
              <a:t>      "mode": "verbatim"</a:t>
            </a:r>
          </a:p>
          <a:p>
            <a:r>
              <a:t>    },</a:t>
            </a:r>
          </a:p>
          <a:p>
            <a:r>
              <a:t>    {</a:t>
            </a:r>
          </a:p>
          <a:p>
            <a:r>
              <a:t>      "text": "架空の社内調査。運用条件を整理した所見であり、効果を実証したものではない。",</a:t>
            </a:r>
          </a:p>
          <a:p>
            <a:r>
              <a:t>      "refs": [</a:t>
            </a:r>
          </a:p>
          <a:p>
            <a:r>
              <a:t>        {</a:t>
            </a:r>
          </a:p>
          <a:p>
            <a:r>
              <a:t>          "source_id": "s021",</a:t>
            </a:r>
          </a:p>
          <a:p>
            <a:r>
              <a:t>          "quote": "架空の社内調査。運用条件を整理した所見であり、効果を実証したものではない。"</a:t>
            </a:r>
          </a:p>
          <a:p>
            <a:r>
              <a:t>        }</a:t>
            </a:r>
          </a:p>
          <a:p>
            <a:r>
              <a:t>      ],</a:t>
            </a:r>
          </a:p>
          <a:p>
            <a:r>
              <a:t>      "mode": "verbatim"</a:t>
            </a:r>
          </a:p>
          <a:p>
            <a:r>
              <a:t>    },</a:t>
            </a:r>
          </a:p>
          <a:p>
            <a:r>
              <a:t>    {</a:t>
            </a:r>
          </a:p>
          <a:p>
            <a:r>
              <a:t>      "text": "検索入口を揃える",</a:t>
            </a:r>
          </a:p>
          <a:p>
            <a:r>
              <a:t>      "refs": [</a:t>
            </a:r>
          </a:p>
          <a:p>
            <a:r>
              <a:t>        {</a:t>
            </a:r>
          </a:p>
          <a:p>
            <a:r>
              <a:t>          "source_id": "s021",</a:t>
            </a:r>
          </a:p>
          <a:p>
            <a:r>
              <a:t>          "quote": "検索入口を揃える"</a:t>
            </a:r>
          </a:p>
          <a:p>
            <a:r>
              <a:t>        }</a:t>
            </a:r>
          </a:p>
          <a:p>
            <a:r>
              <a:t>      ],</a:t>
            </a:r>
          </a:p>
          <a:p>
            <a:r>
              <a:t>      "mode": "verbatim"</a:t>
            </a:r>
          </a:p>
          <a:p>
            <a:r>
              <a:t>    },</a:t>
            </a:r>
          </a:p>
          <a:p>
            <a:r>
              <a:t>    {</a:t>
            </a:r>
          </a:p>
          <a:p>
            <a:r>
              <a:t>      "text": "用語を揃え、同じ資料へ辿れる入口を整える。",</a:t>
            </a:r>
          </a:p>
          <a:p>
            <a:r>
              <a:t>      "refs": [</a:t>
            </a:r>
          </a:p>
          <a:p>
            <a:r>
              <a:t>        {</a:t>
            </a:r>
          </a:p>
          <a:p>
            <a:r>
              <a:t>          "source_id": "s021",</a:t>
            </a:r>
          </a:p>
          <a:p>
            <a:r>
              <a:t>          "quote": "用語を揃え、同じ資料へ辿れる入口を整える。"</a:t>
            </a:r>
          </a:p>
          <a:p>
            <a:r>
              <a:t>        }</a:t>
            </a:r>
          </a:p>
          <a:p>
            <a:r>
              <a:t>      ],</a:t>
            </a:r>
          </a:p>
          <a:p>
            <a:r>
              <a:t>      "mode": "verbatim"</a:t>
            </a:r>
          </a:p>
          <a:p>
            <a:r>
              <a:t>    },</a:t>
            </a:r>
          </a:p>
          <a:p>
            <a:r>
              <a:t>    {</a:t>
            </a:r>
          </a:p>
          <a:p>
            <a:r>
              <a:t>      "text": "留保：追加の確認が必要",</a:t>
            </a:r>
          </a:p>
          <a:p>
            <a:r>
              <a:t>      "refs": [</a:t>
            </a:r>
          </a:p>
          <a:p>
            <a:r>
              <a:t>        {</a:t>
            </a:r>
          </a:p>
          <a:p>
            <a:r>
              <a:t>          "source_id": "s021",</a:t>
            </a:r>
          </a:p>
          <a:p>
            <a:r>
              <a:t>          "quote": "留保：追加の確認が必要"</a:t>
            </a:r>
          </a:p>
          <a:p>
            <a:r>
              <a:t>        }</a:t>
            </a:r>
          </a:p>
          <a:p>
            <a:r>
              <a:t>      ],</a:t>
            </a:r>
          </a:p>
          <a:p>
            <a:r>
              <a:t>      "mode": "verbatim"</a:t>
            </a:r>
          </a:p>
          <a:p>
            <a:r>
              <a:t>    },</a:t>
            </a:r>
          </a:p>
          <a:p>
            <a:r>
              <a:t>    {</a:t>
            </a:r>
          </a:p>
          <a:p>
            <a:r>
              <a:t>      "text": "根拠まで辿れる",</a:t>
            </a:r>
          </a:p>
          <a:p>
            <a:r>
              <a:t>      "refs": [</a:t>
            </a:r>
          </a:p>
          <a:p>
            <a:r>
              <a:t>        {</a:t>
            </a:r>
          </a:p>
          <a:p>
            <a:r>
              <a:t>          "source_id": "s021",</a:t>
            </a:r>
          </a:p>
          <a:p>
            <a:r>
              <a:t>          "quote": "根拠まで辿れる"</a:t>
            </a:r>
          </a:p>
          <a:p>
            <a:r>
              <a:t>        }</a:t>
            </a:r>
          </a:p>
          <a:p>
            <a:r>
              <a:t>      ],</a:t>
            </a:r>
          </a:p>
          <a:p>
            <a:r>
              <a:t>      "mode": "verbatim"</a:t>
            </a:r>
          </a:p>
          <a:p>
            <a:r>
              <a:t>    },</a:t>
            </a:r>
          </a:p>
          <a:p>
            <a:r>
              <a:t>    {</a:t>
            </a:r>
          </a:p>
          <a:p>
            <a:r>
              <a:t>      "text": "原文の条件と確認日を、要約とともに残す。",</a:t>
            </a:r>
          </a:p>
          <a:p>
            <a:r>
              <a:t>      "refs": [</a:t>
            </a:r>
          </a:p>
          <a:p>
            <a:r>
              <a:t>        {</a:t>
            </a:r>
          </a:p>
          <a:p>
            <a:r>
              <a:t>          "source_id": "s021",</a:t>
            </a:r>
          </a:p>
          <a:p>
            <a:r>
              <a:t>          "quote": "原文の条件と確認日を、要約とともに残す。"</a:t>
            </a:r>
          </a:p>
          <a:p>
            <a:r>
              <a:t>        }</a:t>
            </a:r>
          </a:p>
          <a:p>
            <a:r>
              <a:t>      ],</a:t>
            </a:r>
          </a:p>
          <a:p>
            <a:r>
              <a:t>      "mode": "verbatim"</a:t>
            </a:r>
          </a:p>
          <a:p>
            <a:r>
              <a:t>    },</a:t>
            </a:r>
          </a:p>
          <a:p>
            <a:r>
              <a:t>    {</a:t>
            </a:r>
          </a:p>
          <a:p>
            <a:r>
              <a:t>      "text": "留保：追加の確認が必要",</a:t>
            </a:r>
          </a:p>
          <a:p>
            <a:r>
              <a:t>      "refs": [</a:t>
            </a:r>
          </a:p>
          <a:p>
            <a:r>
              <a:t>        {</a:t>
            </a:r>
          </a:p>
          <a:p>
            <a:r>
              <a:t>          "source_id": "s021",</a:t>
            </a:r>
          </a:p>
          <a:p>
            <a:r>
              <a:t>          "quote": "留保：追加の確認が必要"</a:t>
            </a:r>
          </a:p>
          <a:p>
            <a:r>
              <a:t>        }</a:t>
            </a:r>
          </a:p>
          <a:p>
            <a:r>
              <a:t>      ],</a:t>
            </a:r>
          </a:p>
          <a:p>
            <a:r>
              <a:t>      "mode": "verbatim"</a:t>
            </a:r>
          </a:p>
          <a:p>
            <a:r>
              <a:t>    },</a:t>
            </a:r>
          </a:p>
          <a:p>
            <a:r>
              <a:t>    {</a:t>
            </a:r>
          </a:p>
          <a:p>
            <a:r>
              <a:t>      "text": "更新範囲を決める",</a:t>
            </a:r>
          </a:p>
          <a:p>
            <a:r>
              <a:t>      "refs": [</a:t>
            </a:r>
          </a:p>
          <a:p>
            <a:r>
              <a:t>        {</a:t>
            </a:r>
          </a:p>
          <a:p>
            <a:r>
              <a:t>          "source_id": "s021",</a:t>
            </a:r>
          </a:p>
          <a:p>
            <a:r>
              <a:t>          "quote": "更新範囲を決める"</a:t>
            </a:r>
          </a:p>
          <a:p>
            <a:r>
              <a:t>        }</a:t>
            </a:r>
          </a:p>
          <a:p>
            <a:r>
              <a:t>      ],</a:t>
            </a:r>
          </a:p>
          <a:p>
            <a:r>
              <a:t>      "mode": "verbatim"</a:t>
            </a:r>
          </a:p>
          <a:p>
            <a:r>
              <a:t>    },</a:t>
            </a:r>
          </a:p>
          <a:p>
            <a:r>
              <a:t>    {</a:t>
            </a:r>
          </a:p>
          <a:p>
            <a:r>
              <a:t>      "text": "変更頻度に応じて担当と再確認の時期を決める。",</a:t>
            </a:r>
          </a:p>
          <a:p>
            <a:r>
              <a:t>      "refs": [</a:t>
            </a:r>
          </a:p>
          <a:p>
            <a:r>
              <a:t>        {</a:t>
            </a:r>
          </a:p>
          <a:p>
            <a:r>
              <a:t>          "source_id": "s021",</a:t>
            </a:r>
          </a:p>
          <a:p>
            <a:r>
              <a:t>          "quote": "変更頻度に応じて担当と再確認の時期を決める。"</a:t>
            </a:r>
          </a:p>
          <a:p>
            <a:r>
              <a:t>        }</a:t>
            </a:r>
          </a:p>
          <a:p>
            <a:r>
              <a:t>      ],</a:t>
            </a:r>
          </a:p>
          <a:p>
            <a:r>
              <a:t>      "mode": "verbatim"</a:t>
            </a:r>
          </a:p>
          <a:p>
            <a:r>
              <a:t>    },</a:t>
            </a:r>
          </a:p>
          <a:p>
            <a:r>
              <a:t>    {</a:t>
            </a:r>
          </a:p>
          <a:p>
            <a:r>
              <a:t>      "text": "留保：追加の確認が必要",</a:t>
            </a:r>
          </a:p>
          <a:p>
            <a:r>
              <a:t>      "refs": [</a:t>
            </a:r>
          </a:p>
          <a:p>
            <a:r>
              <a:t>        {</a:t>
            </a:r>
          </a:p>
          <a:p>
            <a:r>
              <a:t>          "source_id": "s021",</a:t>
            </a:r>
          </a:p>
          <a:p>
            <a:r>
              <a:t>          "quote": "留保：追加の確認が必要"</a:t>
            </a:r>
          </a:p>
          <a:p>
            <a:r>
              <a:t>        }</a:t>
            </a:r>
          </a:p>
          <a:p>
            <a:r>
              <a:t>      ],</a:t>
            </a:r>
          </a:p>
          <a:p>
            <a:r>
              <a:t>      "mode": "verbatim"</a:t>
            </a:r>
          </a:p>
          <a:p>
            <a:r>
              <a:t>    }</a:t>
            </a:r>
          </a:p>
          <a:p>
            <a:r>
              <a:t>  ],</a:t>
            </a:r>
          </a:p>
          <a:p>
            <a:r>
              <a:t>  "citations": {</a:t>
            </a:r>
          </a:p>
          <a:p>
            <a:r>
              <a:t>    "s021": "Public MIT sample: original fictional research-sharing design section 1"</a:t>
            </a:r>
          </a:p>
          <a:p>
            <a:r>
              <a:t>  },</a:t>
            </a:r>
          </a:p>
          <a:p>
            <a:r>
              <a:t>  "template_license":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null,</a:t>
            </a:r>
          </a:p>
          <a:p>
            <a:r>
              <a:t>  "catalog": "editorial",</a:t>
            </a:r>
          </a:p>
          <a:p>
            <a:r>
              <a:t>  "family": "cards",</a:t>
            </a:r>
          </a:p>
          <a:p>
            <a:r>
              <a:t>  "structural_variant": "rows",</a:t>
            </a:r>
          </a:p>
          <a:p>
            <a:r>
              <a:t>  "repetition_reason": "Catalog inventory: adjacent entries intentionally show every count/orientation for comparison; this is not a presentation sequence.",</a:t>
            </a:r>
          </a:p>
          <a:p>
            <a:r>
              <a:t>  "images": {},</a:t>
            </a:r>
          </a:p>
          <a:p>
            <a:r>
              <a:t>  "template_sha256": "5cfc34d5aeabb2ee77faf4cc69ad1b47369e98b65dc7d1c8e9122baab7ab45ae"</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"slide022",</a:t>
            </a:r>
          </a:p>
          <a:p>
            <a:r>
              <a:t>  "origin": "catalog",</a:t>
            </a:r>
          </a:p>
          <a:p>
            <a:r>
              <a:t>  "layout_id": "ed_cards_grid_4",</a:t>
            </a:r>
          </a:p>
          <a:p>
            <a:r>
              <a:t>  "variant": "warm",</a:t>
            </a:r>
          </a:p>
          <a:p>
            <a:r>
              <a:t>  "rationale": "Public template fixture; short fictional slot content; no private data.",</a:t>
            </a:r>
          </a:p>
          <a:p>
            <a:r>
              <a:t>  "source_sha256": "c38e01dcb14540e486d5a11ff7b07b6cff9547c6a27e869e7c53a02aada60e2d",</a:t>
            </a:r>
          </a:p>
          <a:p>
            <a:r>
              <a:t>  "evidence": [</a:t>
            </a:r>
          </a:p>
          <a:p>
            <a:r>
              <a:t>    {</a:t>
            </a:r>
          </a:p>
          <a:p>
            <a:r>
              <a:t>      "text": "社内ナレッジを探しやすくする条件",</a:t>
            </a:r>
          </a:p>
          <a:p>
            <a:r>
              <a:t>      "refs": [</a:t>
            </a:r>
          </a:p>
          <a:p>
            <a:r>
              <a:t>        {</a:t>
            </a:r>
          </a:p>
          <a:p>
            <a:r>
              <a:t>          "source_id": "s022",</a:t>
            </a:r>
          </a:p>
          <a:p>
            <a:r>
              <a:t>          "quote": "社内ナレッジを探しやすくする条件"</a:t>
            </a:r>
          </a:p>
          <a:p>
            <a:r>
              <a:t>        }</a:t>
            </a:r>
          </a:p>
          <a:p>
            <a:r>
              <a:t>      ],</a:t>
            </a:r>
          </a:p>
          <a:p>
            <a:r>
              <a:t>      "mode": "verbatim"</a:t>
            </a:r>
          </a:p>
          <a:p>
            <a:r>
              <a:t>    },</a:t>
            </a:r>
          </a:p>
          <a:p>
            <a:r>
              <a:t>    {</a:t>
            </a:r>
          </a:p>
          <a:p>
            <a:r>
              <a:t>      "text": "架空の社内調査。運用条件を整理した所見であり、効果を実証したものではない。",</a:t>
            </a:r>
          </a:p>
          <a:p>
            <a:r>
              <a:t>      "refs": [</a:t>
            </a:r>
          </a:p>
          <a:p>
            <a:r>
              <a:t>        {</a:t>
            </a:r>
          </a:p>
          <a:p>
            <a:r>
              <a:t>          "source_id": "s022",</a:t>
            </a:r>
          </a:p>
          <a:p>
            <a:r>
              <a:t>          "quote": "架空の社内調査。運用条件を整理した所見であり、効果を実証したものではない。"</a:t>
            </a:r>
          </a:p>
          <a:p>
            <a:r>
              <a:t>        }</a:t>
            </a:r>
          </a:p>
          <a:p>
            <a:r>
              <a:t>      ],</a:t>
            </a:r>
          </a:p>
          <a:p>
            <a:r>
              <a:t>      "mode": "verbatim"</a:t>
            </a:r>
          </a:p>
          <a:p>
            <a:r>
              <a:t>    },</a:t>
            </a:r>
          </a:p>
          <a:p>
            <a:r>
              <a:t>    {</a:t>
            </a:r>
          </a:p>
          <a:p>
            <a:r>
              <a:t>      "text": "検索入口を揃える",</a:t>
            </a:r>
          </a:p>
          <a:p>
            <a:r>
              <a:t>      "refs": [</a:t>
            </a:r>
          </a:p>
          <a:p>
            <a:r>
              <a:t>        {</a:t>
            </a:r>
          </a:p>
          <a:p>
            <a:r>
              <a:t>          "source_id": "s022",</a:t>
            </a:r>
          </a:p>
          <a:p>
            <a:r>
              <a:t>          "quote": "検索入口を揃える"</a:t>
            </a:r>
          </a:p>
          <a:p>
            <a:r>
              <a:t>        }</a:t>
            </a:r>
          </a:p>
          <a:p>
            <a:r>
              <a:t>      ],</a:t>
            </a:r>
          </a:p>
          <a:p>
            <a:r>
              <a:t>      "mode": "verbatim"</a:t>
            </a:r>
          </a:p>
          <a:p>
            <a:r>
              <a:t>    },</a:t>
            </a:r>
          </a:p>
          <a:p>
            <a:r>
              <a:t>    {</a:t>
            </a:r>
          </a:p>
          <a:p>
            <a:r>
              <a:t>      "text": "用語を揃え、同じ資料へ辿れる入口を整える。",</a:t>
            </a:r>
          </a:p>
          <a:p>
            <a:r>
              <a:t>      "refs": [</a:t>
            </a:r>
          </a:p>
          <a:p>
            <a:r>
              <a:t>        {</a:t>
            </a:r>
          </a:p>
          <a:p>
            <a:r>
              <a:t>          "source_id": "s022",</a:t>
            </a:r>
          </a:p>
          <a:p>
            <a:r>
              <a:t>          "quote": "用語を揃え、同じ資料へ辿れる入口を整える。"</a:t>
            </a:r>
          </a:p>
          <a:p>
            <a:r>
              <a:t>        }</a:t>
            </a:r>
          </a:p>
          <a:p>
            <a:r>
              <a:t>      ],</a:t>
            </a:r>
          </a:p>
          <a:p>
            <a:r>
              <a:t>      "mode": "verbatim"</a:t>
            </a:r>
          </a:p>
          <a:p>
            <a:r>
              <a:t>    },</a:t>
            </a:r>
          </a:p>
          <a:p>
            <a:r>
              <a:t>    {</a:t>
            </a:r>
          </a:p>
          <a:p>
            <a:r>
              <a:t>      "text": "対象：資料の入口を確認",</a:t>
            </a:r>
          </a:p>
          <a:p>
            <a:r>
              <a:t>      "refs": [</a:t>
            </a:r>
          </a:p>
          <a:p>
            <a:r>
              <a:t>        {</a:t>
            </a:r>
          </a:p>
          <a:p>
            <a:r>
              <a:t>          "source_id": "s022",</a:t>
            </a:r>
          </a:p>
          <a:p>
            <a:r>
              <a:t>          "quote": "対象：資料の入口を確認"</a:t>
            </a:r>
          </a:p>
          <a:p>
            <a:r>
              <a:t>        }</a:t>
            </a:r>
          </a:p>
          <a:p>
            <a:r>
              <a:t>      ],</a:t>
            </a:r>
          </a:p>
          <a:p>
            <a:r>
              <a:t>      "mode": "verbatim"</a:t>
            </a:r>
          </a:p>
          <a:p>
            <a:r>
              <a:t>    },</a:t>
            </a:r>
          </a:p>
          <a:p>
            <a:r>
              <a:t>    {</a:t>
            </a:r>
          </a:p>
          <a:p>
            <a:r>
              <a:t>      "text": "根拠まで辿れる",</a:t>
            </a:r>
          </a:p>
          <a:p>
            <a:r>
              <a:t>      "refs": [</a:t>
            </a:r>
          </a:p>
          <a:p>
            <a:r>
              <a:t>        {</a:t>
            </a:r>
          </a:p>
          <a:p>
            <a:r>
              <a:t>          "source_id": "s022",</a:t>
            </a:r>
          </a:p>
          <a:p>
            <a:r>
              <a:t>          "quote": "根拠まで辿れる"</a:t>
            </a:r>
          </a:p>
          <a:p>
            <a:r>
              <a:t>        }</a:t>
            </a:r>
          </a:p>
          <a:p>
            <a:r>
              <a:t>      ],</a:t>
            </a:r>
          </a:p>
          <a:p>
            <a:r>
              <a:t>      "mode": "verbatim"</a:t>
            </a:r>
          </a:p>
          <a:p>
            <a:r>
              <a:t>    },</a:t>
            </a:r>
          </a:p>
          <a:p>
            <a:r>
              <a:t>    {</a:t>
            </a:r>
          </a:p>
          <a:p>
            <a:r>
              <a:t>      "text": "原文の条件と確認日を、要約とともに残す。",</a:t>
            </a:r>
          </a:p>
          <a:p>
            <a:r>
              <a:t>      "refs": [</a:t>
            </a:r>
          </a:p>
          <a:p>
            <a:r>
              <a:t>        {</a:t>
            </a:r>
          </a:p>
          <a:p>
            <a:r>
              <a:t>          "source_id": "s022",</a:t>
            </a:r>
          </a:p>
          <a:p>
            <a:r>
              <a:t>          "quote": "原文の条件と確認日を、要約とともに残す。"</a:t>
            </a:r>
          </a:p>
          <a:p>
            <a:r>
              <a:t>        }</a:t>
            </a:r>
          </a:p>
          <a:p>
            <a:r>
              <a:t>      ],</a:t>
            </a:r>
          </a:p>
          <a:p>
            <a:r>
              <a:t>      "mode": "verbatim"</a:t>
            </a:r>
          </a:p>
          <a:p>
            <a:r>
              <a:t>    },</a:t>
            </a:r>
          </a:p>
          <a:p>
            <a:r>
              <a:t>    {</a:t>
            </a:r>
          </a:p>
          <a:p>
            <a:r>
              <a:t>      "text": "根拠：原文の条件を保持",</a:t>
            </a:r>
          </a:p>
          <a:p>
            <a:r>
              <a:t>      "refs": [</a:t>
            </a:r>
          </a:p>
          <a:p>
            <a:r>
              <a:t>        {</a:t>
            </a:r>
          </a:p>
          <a:p>
            <a:r>
              <a:t>          "source_id": "s022",</a:t>
            </a:r>
          </a:p>
          <a:p>
            <a:r>
              <a:t>          "quote": "根拠：原文の条件を保持"</a:t>
            </a:r>
          </a:p>
          <a:p>
            <a:r>
              <a:t>        }</a:t>
            </a:r>
          </a:p>
          <a:p>
            <a:r>
              <a:t>      ],</a:t>
            </a:r>
          </a:p>
          <a:p>
            <a:r>
              <a:t>      "mode": "verbatim"</a:t>
            </a:r>
          </a:p>
          <a:p>
            <a:r>
              <a:t>    },</a:t>
            </a:r>
          </a:p>
          <a:p>
            <a:r>
              <a:t>    {</a:t>
            </a:r>
          </a:p>
          <a:p>
            <a:r>
              <a:t>      "text": "更新範囲を決める",</a:t>
            </a:r>
          </a:p>
          <a:p>
            <a:r>
              <a:t>      "refs": [</a:t>
            </a:r>
          </a:p>
          <a:p>
            <a:r>
              <a:t>        {</a:t>
            </a:r>
          </a:p>
          <a:p>
            <a:r>
              <a:t>          "source_id": "s022",</a:t>
            </a:r>
          </a:p>
          <a:p>
            <a:r>
              <a:t>          "quote": "更新範囲を決める"</a:t>
            </a:r>
          </a:p>
          <a:p>
            <a:r>
              <a:t>        }</a:t>
            </a:r>
          </a:p>
          <a:p>
            <a:r>
              <a:t>      ],</a:t>
            </a:r>
          </a:p>
          <a:p>
            <a:r>
              <a:t>      "mode": "verbatim"</a:t>
            </a:r>
          </a:p>
          <a:p>
            <a:r>
              <a:t>    },</a:t>
            </a:r>
          </a:p>
          <a:p>
            <a:r>
              <a:t>    {</a:t>
            </a:r>
          </a:p>
          <a:p>
            <a:r>
              <a:t>      "text": "変更頻度に応じて担当と再確認の時期を決める。",</a:t>
            </a:r>
          </a:p>
          <a:p>
            <a:r>
              <a:t>      "refs": [</a:t>
            </a:r>
          </a:p>
          <a:p>
            <a:r>
              <a:t>        {</a:t>
            </a:r>
          </a:p>
          <a:p>
            <a:r>
              <a:t>          "source_id": "s022",</a:t>
            </a:r>
          </a:p>
          <a:p>
            <a:r>
              <a:t>          "quote": "変更頻度に応じて担当と再確認の時期を決める。"</a:t>
            </a:r>
          </a:p>
          <a:p>
            <a:r>
              <a:t>        }</a:t>
            </a:r>
          </a:p>
          <a:p>
            <a:r>
              <a:t>      ],</a:t>
            </a:r>
          </a:p>
          <a:p>
            <a:r>
              <a:t>      "mode": "verbatim"</a:t>
            </a:r>
          </a:p>
          <a:p>
            <a:r>
              <a:t>    },</a:t>
            </a:r>
          </a:p>
          <a:p>
            <a:r>
              <a:t>    {</a:t>
            </a:r>
          </a:p>
          <a:p>
            <a:r>
              <a:t>      "text": "留保：運用負荷は未検証",</a:t>
            </a:r>
          </a:p>
          <a:p>
            <a:r>
              <a:t>      "refs": [</a:t>
            </a:r>
          </a:p>
          <a:p>
            <a:r>
              <a:t>        {</a:t>
            </a:r>
          </a:p>
          <a:p>
            <a:r>
              <a:t>          "source_id": "s022",</a:t>
            </a:r>
          </a:p>
          <a:p>
            <a:r>
              <a:t>          "quote": "留保：運用負荷は未検証"</a:t>
            </a:r>
          </a:p>
          <a:p>
            <a:r>
              <a:t>        }</a:t>
            </a:r>
          </a:p>
          <a:p>
            <a:r>
              <a:t>      ],</a:t>
            </a:r>
          </a:p>
          <a:p>
            <a:r>
              <a:t>      "mode": "verbatim"</a:t>
            </a:r>
          </a:p>
          <a:p>
            <a:r>
              <a:t>    },</a:t>
            </a:r>
          </a:p>
          <a:p>
            <a:r>
              <a:t>    {</a:t>
            </a:r>
          </a:p>
          <a:p>
            <a:r>
              <a:t>      "text": "例外を見える化",</a:t>
            </a:r>
          </a:p>
          <a:p>
            <a:r>
              <a:t>      "refs": [</a:t>
            </a:r>
          </a:p>
          <a:p>
            <a:r>
              <a:t>        {</a:t>
            </a:r>
          </a:p>
          <a:p>
            <a:r>
              <a:t>          "source_id": "s022",</a:t>
            </a:r>
          </a:p>
          <a:p>
            <a:r>
              <a:t>          "quote": "例外を見える化"</a:t>
            </a:r>
          </a:p>
          <a:p>
            <a:r>
              <a:t>        }</a:t>
            </a:r>
          </a:p>
          <a:p>
            <a:r>
              <a:t>      ],</a:t>
            </a:r>
          </a:p>
          <a:p>
            <a:r>
              <a:t>      "mode": "verbatim"</a:t>
            </a:r>
          </a:p>
          <a:p>
            <a:r>
              <a:t>    },</a:t>
            </a:r>
          </a:p>
          <a:p>
            <a:r>
              <a:t>    {</a:t>
            </a:r>
          </a:p>
          <a:p>
            <a:r>
              <a:t>      "text": "適用できない場面も記録し、前提の違いを残す。",</a:t>
            </a:r>
          </a:p>
          <a:p>
            <a:r>
              <a:t>      "refs": [</a:t>
            </a:r>
          </a:p>
          <a:p>
            <a:r>
              <a:t>        {</a:t>
            </a:r>
          </a:p>
          <a:p>
            <a:r>
              <a:t>          "source_id": "s022",</a:t>
            </a:r>
          </a:p>
          <a:p>
            <a:r>
              <a:t>          "quote": "適用できない場面も記録し、前提の違いを残す。"</a:t>
            </a:r>
          </a:p>
          <a:p>
            <a:r>
              <a:t>        }</a:t>
            </a:r>
          </a:p>
          <a:p>
            <a:r>
              <a:t>      ],</a:t>
            </a:r>
          </a:p>
          <a:p>
            <a:r>
              <a:t>      "mode": "verbatim"</a:t>
            </a:r>
          </a:p>
          <a:p>
            <a:r>
              <a:t>    },</a:t>
            </a:r>
          </a:p>
          <a:p>
            <a:r>
              <a:t>    {</a:t>
            </a:r>
          </a:p>
          <a:p>
            <a:r>
              <a:t>      "text": "注意：対象外の場面を含む",</a:t>
            </a:r>
          </a:p>
          <a:p>
            <a:r>
              <a:t>      "refs": [</a:t>
            </a:r>
          </a:p>
          <a:p>
            <a:r>
              <a:t>        {</a:t>
            </a:r>
          </a:p>
          <a:p>
            <a:r>
              <a:t>          "source_id": "s022",</a:t>
            </a:r>
          </a:p>
          <a:p>
            <a:r>
              <a:t>          "quote": "注意：対象外の場面を含む"</a:t>
            </a:r>
          </a:p>
          <a:p>
            <a:r>
              <a:t>        }</a:t>
            </a:r>
          </a:p>
          <a:p>
            <a:r>
              <a:t>      ],</a:t>
            </a:r>
          </a:p>
          <a:p>
            <a:r>
              <a:t>      "mode": "verbatim"</a:t>
            </a:r>
          </a:p>
          <a:p>
            <a:r>
              <a:t>    }</a:t>
            </a:r>
          </a:p>
          <a:p>
            <a:r>
              <a:t>  ],</a:t>
            </a:r>
          </a:p>
          <a:p>
            <a:r>
              <a:t>  "citations": {</a:t>
            </a:r>
          </a:p>
          <a:p>
            <a:r>
              <a:t>    "s022": "Public MIT sample: original fictional research-sharing design section 1"</a:t>
            </a:r>
          </a:p>
          <a:p>
            <a:r>
              <a:t>  },</a:t>
            </a:r>
          </a:p>
          <a:p>
            <a:r>
              <a:t>  "template_license":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null,</a:t>
            </a:r>
          </a:p>
          <a:p>
            <a:r>
              <a:t>  "catalog": "editorial",</a:t>
            </a:r>
          </a:p>
          <a:p>
            <a:r>
              <a:t>  "family": "cards",</a:t>
            </a:r>
          </a:p>
          <a:p>
            <a:r>
              <a:t>  "structural_variant": "grid",</a:t>
            </a:r>
          </a:p>
          <a:p>
            <a:r>
              <a:t>  "repetition_reason": "Catalog inventory: adjacent entries intentionally show every count/orientation for comparison; this is not a presentation sequence.",</a:t>
            </a:r>
          </a:p>
          <a:p>
            <a:r>
              <a:t>  "images": {},</a:t>
            </a:r>
          </a:p>
          <a:p>
            <a:r>
              <a:t>  "template_sha256": "bf58e1c9985efa2df781a4e3147de84fb9cdf0a8c221351334880832ac2dcae1"</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"slide023",</a:t>
            </a:r>
          </a:p>
          <a:p>
            <a:r>
              <a:t>  "origin": "catalog",</a:t>
            </a:r>
          </a:p>
          <a:p>
            <a:r>
              <a:t>  "layout_id": "ed_cards_rows_4",</a:t>
            </a:r>
          </a:p>
          <a:p>
            <a:r>
              <a:t>  "variant": "warm",</a:t>
            </a:r>
          </a:p>
          <a:p>
            <a:r>
              <a:t>  "rationale": "Public template fixture; short fictional slot content; no private data.",</a:t>
            </a:r>
          </a:p>
          <a:p>
            <a:r>
              <a:t>  "source_sha256": "c38e01dcb14540e486d5a11ff7b07b6cff9547c6a27e869e7c53a02aada60e2d",</a:t>
            </a:r>
          </a:p>
          <a:p>
            <a:r>
              <a:t>  "evidence": [</a:t>
            </a:r>
          </a:p>
          <a:p>
            <a:r>
              <a:t>    {</a:t>
            </a:r>
          </a:p>
          <a:p>
            <a:r>
              <a:t>      "text": "社内ナレッジを探しやすくする条件",</a:t>
            </a:r>
          </a:p>
          <a:p>
            <a:r>
              <a:t>      "refs": [</a:t>
            </a:r>
          </a:p>
          <a:p>
            <a:r>
              <a:t>        {</a:t>
            </a:r>
          </a:p>
          <a:p>
            <a:r>
              <a:t>          "source_id": "s023",</a:t>
            </a:r>
          </a:p>
          <a:p>
            <a:r>
              <a:t>          "quote": "社内ナレッジを探しやすくする条件"</a:t>
            </a:r>
          </a:p>
          <a:p>
            <a:r>
              <a:t>        }</a:t>
            </a:r>
          </a:p>
          <a:p>
            <a:r>
              <a:t>      ],</a:t>
            </a:r>
          </a:p>
          <a:p>
            <a:r>
              <a:t>      "mode": "verbatim"</a:t>
            </a:r>
          </a:p>
          <a:p>
            <a:r>
              <a:t>    },</a:t>
            </a:r>
          </a:p>
          <a:p>
            <a:r>
              <a:t>    {</a:t>
            </a:r>
          </a:p>
          <a:p>
            <a:r>
              <a:t>      "text": "架空の社内調査。運用条件を整理した所見であり、効果を実証したものではない。",</a:t>
            </a:r>
          </a:p>
          <a:p>
            <a:r>
              <a:t>      "refs": [</a:t>
            </a:r>
          </a:p>
          <a:p>
            <a:r>
              <a:t>        {</a:t>
            </a:r>
          </a:p>
          <a:p>
            <a:r>
              <a:t>          "source_id": "s023",</a:t>
            </a:r>
          </a:p>
          <a:p>
            <a:r>
              <a:t>          "quote": "架空の社内調査。運用条件を整理した所見であり、効果を実証したものではない。"</a:t>
            </a:r>
          </a:p>
          <a:p>
            <a:r>
              <a:t>        }</a:t>
            </a:r>
          </a:p>
          <a:p>
            <a:r>
              <a:t>      ],</a:t>
            </a:r>
          </a:p>
          <a:p>
            <a:r>
              <a:t>      "mode": "verbatim"</a:t>
            </a:r>
          </a:p>
          <a:p>
            <a:r>
              <a:t>    },</a:t>
            </a:r>
          </a:p>
          <a:p>
            <a:r>
              <a:t>    {</a:t>
            </a:r>
          </a:p>
          <a:p>
            <a:r>
              <a:t>      "text": "検索入口を揃える",</a:t>
            </a:r>
          </a:p>
          <a:p>
            <a:r>
              <a:t>      "refs": [</a:t>
            </a:r>
          </a:p>
          <a:p>
            <a:r>
              <a:t>        {</a:t>
            </a:r>
          </a:p>
          <a:p>
            <a:r>
              <a:t>          "source_id": "s023",</a:t>
            </a:r>
          </a:p>
          <a:p>
            <a:r>
              <a:t>          "quote": "検索入口を揃える"</a:t>
            </a:r>
          </a:p>
          <a:p>
            <a:r>
              <a:t>        }</a:t>
            </a:r>
          </a:p>
          <a:p>
            <a:r>
              <a:t>      ],</a:t>
            </a:r>
          </a:p>
          <a:p>
            <a:r>
              <a:t>      "mode": "verbatim"</a:t>
            </a:r>
          </a:p>
          <a:p>
            <a:r>
              <a:t>    },</a:t>
            </a:r>
          </a:p>
          <a:p>
            <a:r>
              <a:t>    {</a:t>
            </a:r>
          </a:p>
          <a:p>
            <a:r>
              <a:t>      "text": "用語を揃え、同じ資料へ辿れる入口を整える。",</a:t>
            </a:r>
          </a:p>
          <a:p>
            <a:r>
              <a:t>      "refs": [</a:t>
            </a:r>
          </a:p>
          <a:p>
            <a:r>
              <a:t>        {</a:t>
            </a:r>
          </a:p>
          <a:p>
            <a:r>
              <a:t>          "source_id": "s023",</a:t>
            </a:r>
          </a:p>
          <a:p>
            <a:r>
              <a:t>          "quote": "用語を揃え、同じ資料へ辿れる入口を整える。"</a:t>
            </a:r>
          </a:p>
          <a:p>
            <a:r>
              <a:t>        }</a:t>
            </a:r>
          </a:p>
          <a:p>
            <a:r>
              <a:t>      ],</a:t>
            </a:r>
          </a:p>
          <a:p>
            <a:r>
              <a:t>      "mode": "verbatim"</a:t>
            </a:r>
          </a:p>
          <a:p>
            <a:r>
              <a:t>    },</a:t>
            </a:r>
          </a:p>
          <a:p>
            <a:r>
              <a:t>    {</a:t>
            </a:r>
          </a:p>
          <a:p>
            <a:r>
              <a:t>      "text": "留保：追加の確認が必要",</a:t>
            </a:r>
          </a:p>
          <a:p>
            <a:r>
              <a:t>      "refs": [</a:t>
            </a:r>
          </a:p>
          <a:p>
            <a:r>
              <a:t>        {</a:t>
            </a:r>
          </a:p>
          <a:p>
            <a:r>
              <a:t>          "source_id": "s023",</a:t>
            </a:r>
          </a:p>
          <a:p>
            <a:r>
              <a:t>          "quote": "留保：追加の確認が必要"</a:t>
            </a:r>
          </a:p>
          <a:p>
            <a:r>
              <a:t>        }</a:t>
            </a:r>
          </a:p>
          <a:p>
            <a:r>
              <a:t>      ],</a:t>
            </a:r>
          </a:p>
          <a:p>
            <a:r>
              <a:t>      "mode": "verbatim"</a:t>
            </a:r>
          </a:p>
          <a:p>
            <a:r>
              <a:t>    },</a:t>
            </a:r>
          </a:p>
          <a:p>
            <a:r>
              <a:t>    {</a:t>
            </a:r>
          </a:p>
          <a:p>
            <a:r>
              <a:t>      "text": "根拠まで辿れる",</a:t>
            </a:r>
          </a:p>
          <a:p>
            <a:r>
              <a:t>      "refs": [</a:t>
            </a:r>
          </a:p>
          <a:p>
            <a:r>
              <a:t>        {</a:t>
            </a:r>
          </a:p>
          <a:p>
            <a:r>
              <a:t>          "source_id": "s023",</a:t>
            </a:r>
          </a:p>
          <a:p>
            <a:r>
              <a:t>          "quote": "根拠まで辿れる"</a:t>
            </a:r>
          </a:p>
          <a:p>
            <a:r>
              <a:t>        }</a:t>
            </a:r>
          </a:p>
          <a:p>
            <a:r>
              <a:t>      ],</a:t>
            </a:r>
          </a:p>
          <a:p>
            <a:r>
              <a:t>      "mode": "verbatim"</a:t>
            </a:r>
          </a:p>
          <a:p>
            <a:r>
              <a:t>    },</a:t>
            </a:r>
          </a:p>
          <a:p>
            <a:r>
              <a:t>    {</a:t>
            </a:r>
          </a:p>
          <a:p>
            <a:r>
              <a:t>      "text": "原文の条件と確認日を、要約とともに残す。",</a:t>
            </a:r>
          </a:p>
          <a:p>
            <a:r>
              <a:t>      "refs": [</a:t>
            </a:r>
          </a:p>
          <a:p>
            <a:r>
              <a:t>        {</a:t>
            </a:r>
          </a:p>
          <a:p>
            <a:r>
              <a:t>          "source_id": "s023",</a:t>
            </a:r>
          </a:p>
          <a:p>
            <a:r>
              <a:t>          "quote": "原文の条件と確認日を、要約とともに残す。"</a:t>
            </a:r>
          </a:p>
          <a:p>
            <a:r>
              <a:t>        }</a:t>
            </a:r>
          </a:p>
          <a:p>
            <a:r>
              <a:t>      ],</a:t>
            </a:r>
          </a:p>
          <a:p>
            <a:r>
              <a:t>      "mode": "verbatim"</a:t>
            </a:r>
          </a:p>
          <a:p>
            <a:r>
              <a:t>    },</a:t>
            </a:r>
          </a:p>
          <a:p>
            <a:r>
              <a:t>    {</a:t>
            </a:r>
          </a:p>
          <a:p>
            <a:r>
              <a:t>      "text": "留保：追加の確認が必要",</a:t>
            </a:r>
          </a:p>
          <a:p>
            <a:r>
              <a:t>      "refs": [</a:t>
            </a:r>
          </a:p>
          <a:p>
            <a:r>
              <a:t>        {</a:t>
            </a:r>
          </a:p>
          <a:p>
            <a:r>
              <a:t>          "source_id": "s023",</a:t>
            </a:r>
          </a:p>
          <a:p>
            <a:r>
              <a:t>          "quote": "留保：追加の確認が必要"</a:t>
            </a:r>
          </a:p>
          <a:p>
            <a:r>
              <a:t>        }</a:t>
            </a:r>
          </a:p>
          <a:p>
            <a:r>
              <a:t>      ],</a:t>
            </a:r>
          </a:p>
          <a:p>
            <a:r>
              <a:t>      "mode": "verbatim"</a:t>
            </a:r>
          </a:p>
          <a:p>
            <a:r>
              <a:t>    },</a:t>
            </a:r>
          </a:p>
          <a:p>
            <a:r>
              <a:t>    {</a:t>
            </a:r>
          </a:p>
          <a:p>
            <a:r>
              <a:t>      "text": "更新範囲を決める",</a:t>
            </a:r>
          </a:p>
          <a:p>
            <a:r>
              <a:t>      "refs": [</a:t>
            </a:r>
          </a:p>
          <a:p>
            <a:r>
              <a:t>        {</a:t>
            </a:r>
          </a:p>
          <a:p>
            <a:r>
              <a:t>          "source_id": "s023",</a:t>
            </a:r>
          </a:p>
          <a:p>
            <a:r>
              <a:t>          "quote": "更新範囲を決める"</a:t>
            </a:r>
          </a:p>
          <a:p>
            <a:r>
              <a:t>        }</a:t>
            </a:r>
          </a:p>
          <a:p>
            <a:r>
              <a:t>      ],</a:t>
            </a:r>
          </a:p>
          <a:p>
            <a:r>
              <a:t>      "mode": "verbatim"</a:t>
            </a:r>
          </a:p>
          <a:p>
            <a:r>
              <a:t>    },</a:t>
            </a:r>
          </a:p>
          <a:p>
            <a:r>
              <a:t>    {</a:t>
            </a:r>
          </a:p>
          <a:p>
            <a:r>
              <a:t>      "text": "変更頻度に応じて担当と再確認の時期を決める。",</a:t>
            </a:r>
          </a:p>
          <a:p>
            <a:r>
              <a:t>      "refs": [</a:t>
            </a:r>
          </a:p>
          <a:p>
            <a:r>
              <a:t>        {</a:t>
            </a:r>
          </a:p>
          <a:p>
            <a:r>
              <a:t>          "source_id": "s023",</a:t>
            </a:r>
          </a:p>
          <a:p>
            <a:r>
              <a:t>          "quote": "変更頻度に応じて担当と再確認の時期を決める。"</a:t>
            </a:r>
          </a:p>
          <a:p>
            <a:r>
              <a:t>        }</a:t>
            </a:r>
          </a:p>
          <a:p>
            <a:r>
              <a:t>      ],</a:t>
            </a:r>
          </a:p>
          <a:p>
            <a:r>
              <a:t>      "mode": "verbatim"</a:t>
            </a:r>
          </a:p>
          <a:p>
            <a:r>
              <a:t>    },</a:t>
            </a:r>
          </a:p>
          <a:p>
            <a:r>
              <a:t>    {</a:t>
            </a:r>
          </a:p>
          <a:p>
            <a:r>
              <a:t>      "text": "留保：追加の確認が必要",</a:t>
            </a:r>
          </a:p>
          <a:p>
            <a:r>
              <a:t>      "refs": [</a:t>
            </a:r>
          </a:p>
          <a:p>
            <a:r>
              <a:t>        {</a:t>
            </a:r>
          </a:p>
          <a:p>
            <a:r>
              <a:t>          "source_id": "s023",</a:t>
            </a:r>
          </a:p>
          <a:p>
            <a:r>
              <a:t>          "quote": "留保：追加の確認が必要"</a:t>
            </a:r>
          </a:p>
          <a:p>
            <a:r>
              <a:t>        }</a:t>
            </a:r>
          </a:p>
          <a:p>
            <a:r>
              <a:t>      ],</a:t>
            </a:r>
          </a:p>
          <a:p>
            <a:r>
              <a:t>      "mode": "verbatim"</a:t>
            </a:r>
          </a:p>
          <a:p>
            <a:r>
              <a:t>    },</a:t>
            </a:r>
          </a:p>
          <a:p>
            <a:r>
              <a:t>    {</a:t>
            </a:r>
          </a:p>
          <a:p>
            <a:r>
              <a:t>      "text": "例外を見える化",</a:t>
            </a:r>
          </a:p>
          <a:p>
            <a:r>
              <a:t>      "refs": [</a:t>
            </a:r>
          </a:p>
          <a:p>
            <a:r>
              <a:t>        {</a:t>
            </a:r>
          </a:p>
          <a:p>
            <a:r>
              <a:t>          "source_id": "s023",</a:t>
            </a:r>
          </a:p>
          <a:p>
            <a:r>
              <a:t>          "quote": "例外を見える化"</a:t>
            </a:r>
          </a:p>
          <a:p>
            <a:r>
              <a:t>        }</a:t>
            </a:r>
          </a:p>
          <a:p>
            <a:r>
              <a:t>      ],</a:t>
            </a:r>
          </a:p>
          <a:p>
            <a:r>
              <a:t>      "mode": "verbatim"</a:t>
            </a:r>
          </a:p>
          <a:p>
            <a:r>
              <a:t>    },</a:t>
            </a:r>
          </a:p>
          <a:p>
            <a:r>
              <a:t>    {</a:t>
            </a:r>
          </a:p>
          <a:p>
            <a:r>
              <a:t>      "text": "適用できない場面も記録し、前提の違いを残す。",</a:t>
            </a:r>
          </a:p>
          <a:p>
            <a:r>
              <a:t>      "refs": [</a:t>
            </a:r>
          </a:p>
          <a:p>
            <a:r>
              <a:t>        {</a:t>
            </a:r>
          </a:p>
          <a:p>
            <a:r>
              <a:t>          "source_id": "s023",</a:t>
            </a:r>
          </a:p>
          <a:p>
            <a:r>
              <a:t>          "quote": "適用できない場面も記録し、前提の違いを残す。"</a:t>
            </a:r>
          </a:p>
          <a:p>
            <a:r>
              <a:t>        }</a:t>
            </a:r>
          </a:p>
          <a:p>
            <a:r>
              <a:t>      ],</a:t>
            </a:r>
          </a:p>
          <a:p>
            <a:r>
              <a:t>      "mode": "verbatim"</a:t>
            </a:r>
          </a:p>
          <a:p>
            <a:r>
              <a:t>    },</a:t>
            </a:r>
          </a:p>
          <a:p>
            <a:r>
              <a:t>    {</a:t>
            </a:r>
          </a:p>
          <a:p>
            <a:r>
              <a:t>      "text": "留保：追加の確認が必要",</a:t>
            </a:r>
          </a:p>
          <a:p>
            <a:r>
              <a:t>      "refs": [</a:t>
            </a:r>
          </a:p>
          <a:p>
            <a:r>
              <a:t>        {</a:t>
            </a:r>
          </a:p>
          <a:p>
            <a:r>
              <a:t>          "source_id": "s023",</a:t>
            </a:r>
          </a:p>
          <a:p>
            <a:r>
              <a:t>          "quote": "留保：追加の確認が必要"</a:t>
            </a:r>
          </a:p>
          <a:p>
            <a:r>
              <a:t>        }</a:t>
            </a:r>
          </a:p>
          <a:p>
            <a:r>
              <a:t>      ],</a:t>
            </a:r>
          </a:p>
          <a:p>
            <a:r>
              <a:t>      "mode": "verbatim"</a:t>
            </a:r>
          </a:p>
          <a:p>
            <a:r>
              <a:t>    }</a:t>
            </a:r>
          </a:p>
          <a:p>
            <a:r>
              <a:t>  ],</a:t>
            </a:r>
          </a:p>
          <a:p>
            <a:r>
              <a:t>  "citations": {</a:t>
            </a:r>
          </a:p>
          <a:p>
            <a:r>
              <a:t>    "s023": "Public MIT sample: original fictional research-sharing design section 1"</a:t>
            </a:r>
          </a:p>
          <a:p>
            <a:r>
              <a:t>  },</a:t>
            </a:r>
          </a:p>
          <a:p>
            <a:r>
              <a:t>  "template_license":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null,</a:t>
            </a:r>
          </a:p>
          <a:p>
            <a:r>
              <a:t>  "catalog": "editorial",</a:t>
            </a:r>
          </a:p>
          <a:p>
            <a:r>
              <a:t>  "family": "cards",</a:t>
            </a:r>
          </a:p>
          <a:p>
            <a:r>
              <a:t>  "structural_variant": "rows",</a:t>
            </a:r>
          </a:p>
          <a:p>
            <a:r>
              <a:t>  "repetition_reason": "Catalog inventory: adjacent entries intentionally show every count/orientation for comparison; this is not a presentation sequence.",</a:t>
            </a:r>
          </a:p>
          <a:p>
            <a:r>
              <a:t>  "images": {},</a:t>
            </a:r>
          </a:p>
          <a:p>
            <a:r>
              <a:t>  "template_sha256": "d8eaf48fd337606e0f3273466c70eed3b35c566b145360ca90f7e1a2dfdcb5b2"</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"slide024",</a:t>
            </a:r>
          </a:p>
          <a:p>
            <a:r>
              <a:t>  "origin": "catalog",</a:t>
            </a:r>
          </a:p>
          <a:p>
            <a:r>
              <a:t>  "layout_id": "ed_cards_grid_5",</a:t>
            </a:r>
          </a:p>
          <a:p>
            <a:r>
              <a:t>  "variant": "warm",</a:t>
            </a:r>
          </a:p>
          <a:p>
            <a:r>
              <a:t>  "rationale": "Public template fixture; short fictional slot content; no private data.",</a:t>
            </a:r>
          </a:p>
          <a:p>
            <a:r>
              <a:t>  "source_sha256": "c38e01dcb14540e486d5a11ff7b07b6cff9547c6a27e869e7c53a02aada60e2d",</a:t>
            </a:r>
          </a:p>
          <a:p>
            <a:r>
              <a:t>  "evidence": [</a:t>
            </a:r>
          </a:p>
          <a:p>
            <a:r>
              <a:t>    {</a:t>
            </a:r>
          </a:p>
          <a:p>
            <a:r>
              <a:t>      "text": "社内ナレッジを探しやすくする条件",</a:t>
            </a:r>
          </a:p>
          <a:p>
            <a:r>
              <a:t>      "refs": [</a:t>
            </a:r>
          </a:p>
          <a:p>
            <a:r>
              <a:t>        {</a:t>
            </a:r>
          </a:p>
          <a:p>
            <a:r>
              <a:t>          "source_id": "s024",</a:t>
            </a:r>
          </a:p>
          <a:p>
            <a:r>
              <a:t>          "quote": "社内ナレッジを探しやすくする条件"</a:t>
            </a:r>
          </a:p>
          <a:p>
            <a:r>
              <a:t>        }</a:t>
            </a:r>
          </a:p>
          <a:p>
            <a:r>
              <a:t>      ],</a:t>
            </a:r>
          </a:p>
          <a:p>
            <a:r>
              <a:t>      "mode": "verbatim"</a:t>
            </a:r>
          </a:p>
          <a:p>
            <a:r>
              <a:t>    },</a:t>
            </a:r>
          </a:p>
          <a:p>
            <a:r>
              <a:t>    {</a:t>
            </a:r>
          </a:p>
          <a:p>
            <a:r>
              <a:t>      "text": "架空の社内調査。運用条件を整理した所見であり、効果を実証したものではない。",</a:t>
            </a:r>
          </a:p>
          <a:p>
            <a:r>
              <a:t>      "refs": [</a:t>
            </a:r>
          </a:p>
          <a:p>
            <a:r>
              <a:t>        {</a:t>
            </a:r>
          </a:p>
          <a:p>
            <a:r>
              <a:t>          "source_id": "s024",</a:t>
            </a:r>
          </a:p>
          <a:p>
            <a:r>
              <a:t>          "quote": "架空の社内調査。運用条件を整理した所見であり、効果を実証したものではない。"</a:t>
            </a:r>
          </a:p>
          <a:p>
            <a:r>
              <a:t>        }</a:t>
            </a:r>
          </a:p>
          <a:p>
            <a:r>
              <a:t>      ],</a:t>
            </a:r>
          </a:p>
          <a:p>
            <a:r>
              <a:t>      "mode": "verbatim"</a:t>
            </a:r>
          </a:p>
          <a:p>
            <a:r>
              <a:t>    },</a:t>
            </a:r>
          </a:p>
          <a:p>
            <a:r>
              <a:t>    {</a:t>
            </a:r>
          </a:p>
          <a:p>
            <a:r>
              <a:t>      "text": "検索入口を揃える",</a:t>
            </a:r>
          </a:p>
          <a:p>
            <a:r>
              <a:t>      "refs": [</a:t>
            </a:r>
          </a:p>
          <a:p>
            <a:r>
              <a:t>        {</a:t>
            </a:r>
          </a:p>
          <a:p>
            <a:r>
              <a:t>          "source_id": "s024",</a:t>
            </a:r>
          </a:p>
          <a:p>
            <a:r>
              <a:t>          "quote": "検索入口を揃える"</a:t>
            </a:r>
          </a:p>
          <a:p>
            <a:r>
              <a:t>        }</a:t>
            </a:r>
          </a:p>
          <a:p>
            <a:r>
              <a:t>      ],</a:t>
            </a:r>
          </a:p>
          <a:p>
            <a:r>
              <a:t>      "mode": "verbatim"</a:t>
            </a:r>
          </a:p>
          <a:p>
            <a:r>
              <a:t>    },</a:t>
            </a:r>
          </a:p>
          <a:p>
            <a:r>
              <a:t>    {</a:t>
            </a:r>
          </a:p>
          <a:p>
            <a:r>
              <a:t>      "text": "用語を揃え、同じ資料へ辿れる入口を整える。",</a:t>
            </a:r>
          </a:p>
          <a:p>
            <a:r>
              <a:t>      "refs": [</a:t>
            </a:r>
          </a:p>
          <a:p>
            <a:r>
              <a:t>        {</a:t>
            </a:r>
          </a:p>
          <a:p>
            <a:r>
              <a:t>          "source_id": "s024",</a:t>
            </a:r>
          </a:p>
          <a:p>
            <a:r>
              <a:t>          "quote": "用語を揃え、同じ資料へ辿れる入口を整える。"</a:t>
            </a:r>
          </a:p>
          <a:p>
            <a:r>
              <a:t>        }</a:t>
            </a:r>
          </a:p>
          <a:p>
            <a:r>
              <a:t>      ],</a:t>
            </a:r>
          </a:p>
          <a:p>
            <a:r>
              <a:t>      "mode": "verbatim"</a:t>
            </a:r>
          </a:p>
          <a:p>
            <a:r>
              <a:t>    },</a:t>
            </a:r>
          </a:p>
          <a:p>
            <a:r>
              <a:t>    {</a:t>
            </a:r>
          </a:p>
          <a:p>
            <a:r>
              <a:t>      "text": "対象：資料の入口を確認",</a:t>
            </a:r>
          </a:p>
          <a:p>
            <a:r>
              <a:t>      "refs": [</a:t>
            </a:r>
          </a:p>
          <a:p>
            <a:r>
              <a:t>        {</a:t>
            </a:r>
          </a:p>
          <a:p>
            <a:r>
              <a:t>          "source_id": "s024",</a:t>
            </a:r>
          </a:p>
          <a:p>
            <a:r>
              <a:t>          "quote": "対象：資料の入口を確認"</a:t>
            </a:r>
          </a:p>
          <a:p>
            <a:r>
              <a:t>        }</a:t>
            </a:r>
          </a:p>
          <a:p>
            <a:r>
              <a:t>      ],</a:t>
            </a:r>
          </a:p>
          <a:p>
            <a:r>
              <a:t>      "mode": "verbatim"</a:t>
            </a:r>
          </a:p>
          <a:p>
            <a:r>
              <a:t>    },</a:t>
            </a:r>
          </a:p>
          <a:p>
            <a:r>
              <a:t>    {</a:t>
            </a:r>
          </a:p>
          <a:p>
            <a:r>
              <a:t>      "text": "根拠まで辿れる",</a:t>
            </a:r>
          </a:p>
          <a:p>
            <a:r>
              <a:t>      "refs": [</a:t>
            </a:r>
          </a:p>
          <a:p>
            <a:r>
              <a:t>        {</a:t>
            </a:r>
          </a:p>
          <a:p>
            <a:r>
              <a:t>          "source_id": "s024",</a:t>
            </a:r>
          </a:p>
          <a:p>
            <a:r>
              <a:t>          "quote": "根拠まで辿れる"</a:t>
            </a:r>
          </a:p>
          <a:p>
            <a:r>
              <a:t>        }</a:t>
            </a:r>
          </a:p>
          <a:p>
            <a:r>
              <a:t>      ],</a:t>
            </a:r>
          </a:p>
          <a:p>
            <a:r>
              <a:t>      "mode": "verbatim"</a:t>
            </a:r>
          </a:p>
          <a:p>
            <a:r>
              <a:t>    },</a:t>
            </a:r>
          </a:p>
          <a:p>
            <a:r>
              <a:t>    {</a:t>
            </a:r>
          </a:p>
          <a:p>
            <a:r>
              <a:t>      "text": "原文の条件と確認日を、要約とともに残す。",</a:t>
            </a:r>
          </a:p>
          <a:p>
            <a:r>
              <a:t>      "refs": [</a:t>
            </a:r>
          </a:p>
          <a:p>
            <a:r>
              <a:t>        {</a:t>
            </a:r>
          </a:p>
          <a:p>
            <a:r>
              <a:t>          "source_id": "s024",</a:t>
            </a:r>
          </a:p>
          <a:p>
            <a:r>
              <a:t>          "quote": "原文の条件と確認日を、要約とともに残す。"</a:t>
            </a:r>
          </a:p>
          <a:p>
            <a:r>
              <a:t>        }</a:t>
            </a:r>
          </a:p>
          <a:p>
            <a:r>
              <a:t>      ],</a:t>
            </a:r>
          </a:p>
          <a:p>
            <a:r>
              <a:t>      "mode": "verbatim"</a:t>
            </a:r>
          </a:p>
          <a:p>
            <a:r>
              <a:t>    },</a:t>
            </a:r>
          </a:p>
          <a:p>
            <a:r>
              <a:t>    {</a:t>
            </a:r>
          </a:p>
          <a:p>
            <a:r>
              <a:t>      "text": "根拠：原文の条件を保持",</a:t>
            </a:r>
          </a:p>
          <a:p>
            <a:r>
              <a:t>      "refs": [</a:t>
            </a:r>
          </a:p>
          <a:p>
            <a:r>
              <a:t>        {</a:t>
            </a:r>
          </a:p>
          <a:p>
            <a:r>
              <a:t>          "source_id": "s024",</a:t>
            </a:r>
          </a:p>
          <a:p>
            <a:r>
              <a:t>          "quote": "根拠：原文の条件を保持"</a:t>
            </a:r>
          </a:p>
          <a:p>
            <a:r>
              <a:t>        }</a:t>
            </a:r>
          </a:p>
          <a:p>
            <a:r>
              <a:t>      ],</a:t>
            </a:r>
          </a:p>
          <a:p>
            <a:r>
              <a:t>      "mode": "verbatim"</a:t>
            </a:r>
          </a:p>
          <a:p>
            <a:r>
              <a:t>    },</a:t>
            </a:r>
          </a:p>
          <a:p>
            <a:r>
              <a:t>    {</a:t>
            </a:r>
          </a:p>
          <a:p>
            <a:r>
              <a:t>      "text": "更新範囲を決める",</a:t>
            </a:r>
          </a:p>
          <a:p>
            <a:r>
              <a:t>      "refs": [</a:t>
            </a:r>
          </a:p>
          <a:p>
            <a:r>
              <a:t>        {</a:t>
            </a:r>
          </a:p>
          <a:p>
            <a:r>
              <a:t>          "source_id": "s024",</a:t>
            </a:r>
          </a:p>
          <a:p>
            <a:r>
              <a:t>          "quote": "更新範囲を決める"</a:t>
            </a:r>
          </a:p>
          <a:p>
            <a:r>
              <a:t>        }</a:t>
            </a:r>
          </a:p>
          <a:p>
            <a:r>
              <a:t>      ],</a:t>
            </a:r>
          </a:p>
          <a:p>
            <a:r>
              <a:t>      "mode": "verbatim"</a:t>
            </a:r>
          </a:p>
          <a:p>
            <a:r>
              <a:t>    },</a:t>
            </a:r>
          </a:p>
          <a:p>
            <a:r>
              <a:t>    {</a:t>
            </a:r>
          </a:p>
          <a:p>
            <a:r>
              <a:t>      "text": "変更頻度に応じて担当と再確認の時期を決める。",</a:t>
            </a:r>
          </a:p>
          <a:p>
            <a:r>
              <a:t>      "refs": [</a:t>
            </a:r>
          </a:p>
          <a:p>
            <a:r>
              <a:t>        {</a:t>
            </a:r>
          </a:p>
          <a:p>
            <a:r>
              <a:t>          "source_id": "s024",</a:t>
            </a:r>
          </a:p>
          <a:p>
            <a:r>
              <a:t>          "quote": "変更頻度に応じて担当と再確認の時期を決める。"</a:t>
            </a:r>
          </a:p>
          <a:p>
            <a:r>
              <a:t>        }</a:t>
            </a:r>
          </a:p>
          <a:p>
            <a:r>
              <a:t>      ],</a:t>
            </a:r>
          </a:p>
          <a:p>
            <a:r>
              <a:t>      "mode": "verbatim"</a:t>
            </a:r>
          </a:p>
          <a:p>
            <a:r>
              <a:t>    },</a:t>
            </a:r>
          </a:p>
          <a:p>
            <a:r>
              <a:t>    {</a:t>
            </a:r>
          </a:p>
          <a:p>
            <a:r>
              <a:t>      "text": "留保：運用負荷は未検証",</a:t>
            </a:r>
          </a:p>
          <a:p>
            <a:r>
              <a:t>      "refs": [</a:t>
            </a:r>
          </a:p>
          <a:p>
            <a:r>
              <a:t>        {</a:t>
            </a:r>
          </a:p>
          <a:p>
            <a:r>
              <a:t>          "source_id": "s024",</a:t>
            </a:r>
          </a:p>
          <a:p>
            <a:r>
              <a:t>          "quote": "留保：運用負荷は未検証"</a:t>
            </a:r>
          </a:p>
          <a:p>
            <a:r>
              <a:t>        }</a:t>
            </a:r>
          </a:p>
          <a:p>
            <a:r>
              <a:t>      ],</a:t>
            </a:r>
          </a:p>
          <a:p>
            <a:r>
              <a:t>      "mode": "verbatim"</a:t>
            </a:r>
          </a:p>
          <a:p>
            <a:r>
              <a:t>    },</a:t>
            </a:r>
          </a:p>
          <a:p>
            <a:r>
              <a:t>    {</a:t>
            </a:r>
          </a:p>
          <a:p>
            <a:r>
              <a:t>      "text": "例外を見える化",</a:t>
            </a:r>
          </a:p>
          <a:p>
            <a:r>
              <a:t>      "refs": [</a:t>
            </a:r>
          </a:p>
          <a:p>
            <a:r>
              <a:t>        {</a:t>
            </a:r>
          </a:p>
          <a:p>
            <a:r>
              <a:t>          "source_id": "s024",</a:t>
            </a:r>
          </a:p>
          <a:p>
            <a:r>
              <a:t>          "quote": "例外を見える化"</a:t>
            </a:r>
          </a:p>
          <a:p>
            <a:r>
              <a:t>        }</a:t>
            </a:r>
          </a:p>
          <a:p>
            <a:r>
              <a:t>      ],</a:t>
            </a:r>
          </a:p>
          <a:p>
            <a:r>
              <a:t>      "mode": "verbatim"</a:t>
            </a:r>
          </a:p>
          <a:p>
            <a:r>
              <a:t>    },</a:t>
            </a:r>
          </a:p>
          <a:p>
            <a:r>
              <a:t>    {</a:t>
            </a:r>
          </a:p>
          <a:p>
            <a:r>
              <a:t>      "text": "適用できない場面も記録し、前提の違いを残す。",</a:t>
            </a:r>
          </a:p>
          <a:p>
            <a:r>
              <a:t>      "refs": [</a:t>
            </a:r>
          </a:p>
          <a:p>
            <a:r>
              <a:t>        {</a:t>
            </a:r>
          </a:p>
          <a:p>
            <a:r>
              <a:t>          "source_id": "s024",</a:t>
            </a:r>
          </a:p>
          <a:p>
            <a:r>
              <a:t>          "quote": "適用できない場面も記録し、前提の違いを残す。"</a:t>
            </a:r>
          </a:p>
          <a:p>
            <a:r>
              <a:t>        }</a:t>
            </a:r>
          </a:p>
          <a:p>
            <a:r>
              <a:t>      ],</a:t>
            </a:r>
          </a:p>
          <a:p>
            <a:r>
              <a:t>      "mode": "verbatim"</a:t>
            </a:r>
          </a:p>
          <a:p>
            <a:r>
              <a:t>    },</a:t>
            </a:r>
          </a:p>
          <a:p>
            <a:r>
              <a:t>    {</a:t>
            </a:r>
          </a:p>
          <a:p>
            <a:r>
              <a:t>      "text": "注意：対象外の場面を含む",</a:t>
            </a:r>
          </a:p>
          <a:p>
            <a:r>
              <a:t>      "refs": [</a:t>
            </a:r>
          </a:p>
          <a:p>
            <a:r>
              <a:t>        {</a:t>
            </a:r>
          </a:p>
          <a:p>
            <a:r>
              <a:t>          "source_id": "s024",</a:t>
            </a:r>
          </a:p>
          <a:p>
            <a:r>
              <a:t>          "quote": "注意：対象外の場面を含む"</a:t>
            </a:r>
          </a:p>
          <a:p>
            <a:r>
              <a:t>        }</a:t>
            </a:r>
          </a:p>
          <a:p>
            <a:r>
              <a:t>      ],</a:t>
            </a:r>
          </a:p>
          <a:p>
            <a:r>
              <a:t>      "mode": "verbatim"</a:t>
            </a:r>
          </a:p>
          <a:p>
            <a:r>
              <a:t>    },</a:t>
            </a:r>
          </a:p>
          <a:p>
            <a:r>
              <a:t>    {</a:t>
            </a:r>
          </a:p>
          <a:p>
            <a:r>
              <a:t>      "text": "比較軸を共有する",</a:t>
            </a:r>
          </a:p>
          <a:p>
            <a:r>
              <a:t>      "refs": [</a:t>
            </a:r>
          </a:p>
          <a:p>
            <a:r>
              <a:t>        {</a:t>
            </a:r>
          </a:p>
          <a:p>
            <a:r>
              <a:t>          "source_id": "s024",</a:t>
            </a:r>
          </a:p>
          <a:p>
            <a:r>
              <a:t>          "quote": "比較軸を共有する"</a:t>
            </a:r>
          </a:p>
          <a:p>
            <a:r>
              <a:t>        }</a:t>
            </a:r>
          </a:p>
          <a:p>
            <a:r>
              <a:t>      ],</a:t>
            </a:r>
          </a:p>
          <a:p>
            <a:r>
              <a:t>      "mode": "verbatim"</a:t>
            </a:r>
          </a:p>
          <a:p>
            <a:r>
              <a:t>    },</a:t>
            </a:r>
          </a:p>
          <a:p>
            <a:r>
              <a:t>    {</a:t>
            </a:r>
          </a:p>
          <a:p>
            <a:r>
              <a:t>      "text": "評価項目を揃え、異なる条件の結果を混同しない。",</a:t>
            </a:r>
          </a:p>
          <a:p>
            <a:r>
              <a:t>      "refs": [</a:t>
            </a:r>
          </a:p>
          <a:p>
            <a:r>
              <a:t>        {</a:t>
            </a:r>
          </a:p>
          <a:p>
            <a:r>
              <a:t>          "source_id": "s024",</a:t>
            </a:r>
          </a:p>
          <a:p>
            <a:r>
              <a:t>          "quote": "評価項目を揃え、異なる条件の結果を混同しない。"</a:t>
            </a:r>
          </a:p>
          <a:p>
            <a:r>
              <a:t>        }</a:t>
            </a:r>
          </a:p>
          <a:p>
            <a:r>
              <a:t>      ],</a:t>
            </a:r>
          </a:p>
          <a:p>
            <a:r>
              <a:t>      "mode": "verbatim"</a:t>
            </a:r>
          </a:p>
          <a:p>
            <a:r>
              <a:t>    },</a:t>
            </a:r>
          </a:p>
          <a:p>
            <a:r>
              <a:t>    {</a:t>
            </a:r>
          </a:p>
          <a:p>
            <a:r>
              <a:t>      "text": "根拠：比較条件を照合",</a:t>
            </a:r>
          </a:p>
          <a:p>
            <a:r>
              <a:t>      "refs": [</a:t>
            </a:r>
          </a:p>
          <a:p>
            <a:r>
              <a:t>        {</a:t>
            </a:r>
          </a:p>
          <a:p>
            <a:r>
              <a:t>          "source_id": "s024",</a:t>
            </a:r>
          </a:p>
          <a:p>
            <a:r>
              <a:t>          "quote": "根拠：比較条件を照合"</a:t>
            </a:r>
          </a:p>
          <a:p>
            <a:r>
              <a:t>        }</a:t>
            </a:r>
          </a:p>
          <a:p>
            <a:r>
              <a:t>      ],</a:t>
            </a:r>
          </a:p>
          <a:p>
            <a:r>
              <a:t>      "mode": "verbatim"</a:t>
            </a:r>
          </a:p>
          <a:p>
            <a:r>
              <a:t>    }</a:t>
            </a:r>
          </a:p>
          <a:p>
            <a:r>
              <a:t>  ],</a:t>
            </a:r>
          </a:p>
          <a:p>
            <a:r>
              <a:t>  "citations": {</a:t>
            </a:r>
          </a:p>
          <a:p>
            <a:r>
              <a:t>    "s024": "Public MIT sample: original fictional research-sharing design section 1"</a:t>
            </a:r>
          </a:p>
          <a:p>
            <a:r>
              <a:t>  },</a:t>
            </a:r>
          </a:p>
          <a:p>
            <a:r>
              <a:t>  "template_license":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null,</a:t>
            </a:r>
          </a:p>
          <a:p>
            <a:r>
              <a:t>  "catalog": "editorial",</a:t>
            </a:r>
          </a:p>
          <a:p>
            <a:r>
              <a:t>  "family": "cards",</a:t>
            </a:r>
          </a:p>
          <a:p>
            <a:r>
              <a:t>  "structural_variant": "grid",</a:t>
            </a:r>
          </a:p>
          <a:p>
            <a:r>
              <a:t>  "repetition_reason": "Catalog inventory: adjacent entries intentionally show every count/orientation for comparison; this is not a presentation sequence.",</a:t>
            </a:r>
          </a:p>
          <a:p>
            <a:r>
              <a:t>  "images": {},</a:t>
            </a:r>
          </a:p>
          <a:p>
            <a:r>
              <a:t>  "template_sha256": "925f6210b96d49714fc48cf7f0dea61005a57e34fe55ec90ed0fcb7422614a1f"</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"slide025",</a:t>
            </a:r>
          </a:p>
          <a:p>
            <a:r>
              <a:t>  "origin": "catalog",</a:t>
            </a:r>
          </a:p>
          <a:p>
            <a:r>
              <a:t>  "layout_id": "ed_cards_rows_5",</a:t>
            </a:r>
          </a:p>
          <a:p>
            <a:r>
              <a:t>  "variant": "warm",</a:t>
            </a:r>
          </a:p>
          <a:p>
            <a:r>
              <a:t>  "rationale": "Public template fixture; short fictional slot content; no private data.",</a:t>
            </a:r>
          </a:p>
          <a:p>
            <a:r>
              <a:t>  "source_sha256": "c38e01dcb14540e486d5a11ff7b07b6cff9547c6a27e869e7c53a02aada60e2d",</a:t>
            </a:r>
          </a:p>
          <a:p>
            <a:r>
              <a:t>  "evidence": [</a:t>
            </a:r>
          </a:p>
          <a:p>
            <a:r>
              <a:t>    {</a:t>
            </a:r>
          </a:p>
          <a:p>
            <a:r>
              <a:t>      "text": "社内ナレッジを探しやすくする条件",</a:t>
            </a:r>
          </a:p>
          <a:p>
            <a:r>
              <a:t>      "refs": [</a:t>
            </a:r>
          </a:p>
          <a:p>
            <a:r>
              <a:t>        {</a:t>
            </a:r>
          </a:p>
          <a:p>
            <a:r>
              <a:t>          "source_id": "s025",</a:t>
            </a:r>
          </a:p>
          <a:p>
            <a:r>
              <a:t>          "quote": "社内ナレッジを探しやすくする条件"</a:t>
            </a:r>
          </a:p>
          <a:p>
            <a:r>
              <a:t>        }</a:t>
            </a:r>
          </a:p>
          <a:p>
            <a:r>
              <a:t>      ],</a:t>
            </a:r>
          </a:p>
          <a:p>
            <a:r>
              <a:t>      "mode": "verbatim"</a:t>
            </a:r>
          </a:p>
          <a:p>
            <a:r>
              <a:t>    },</a:t>
            </a:r>
          </a:p>
          <a:p>
            <a:r>
              <a:t>    {</a:t>
            </a:r>
          </a:p>
          <a:p>
            <a:r>
              <a:t>      "text": "架空の社内調査。運用条件を整理した所見であり、効果を実証したものではない。",</a:t>
            </a:r>
          </a:p>
          <a:p>
            <a:r>
              <a:t>      "refs": [</a:t>
            </a:r>
          </a:p>
          <a:p>
            <a:r>
              <a:t>        {</a:t>
            </a:r>
          </a:p>
          <a:p>
            <a:r>
              <a:t>          "source_id": "s025",</a:t>
            </a:r>
          </a:p>
          <a:p>
            <a:r>
              <a:t>          "quote": "架空の社内調査。運用条件を整理した所見であり、効果を実証したものではない。"</a:t>
            </a:r>
          </a:p>
          <a:p>
            <a:r>
              <a:t>        }</a:t>
            </a:r>
          </a:p>
          <a:p>
            <a:r>
              <a:t>      ],</a:t>
            </a:r>
          </a:p>
          <a:p>
            <a:r>
              <a:t>      "mode": "verbatim"</a:t>
            </a:r>
          </a:p>
          <a:p>
            <a:r>
              <a:t>    },</a:t>
            </a:r>
          </a:p>
          <a:p>
            <a:r>
              <a:t>    {</a:t>
            </a:r>
          </a:p>
          <a:p>
            <a:r>
              <a:t>      "text": "検索の入口を部署間で揃える",</a:t>
            </a:r>
          </a:p>
          <a:p>
            <a:r>
              <a:t>      "refs": [</a:t>
            </a:r>
          </a:p>
          <a:p>
            <a:r>
              <a:t>        {</a:t>
            </a:r>
          </a:p>
          <a:p>
            <a:r>
              <a:t>          "source_id": "s025",</a:t>
            </a:r>
          </a:p>
          <a:p>
            <a:r>
              <a:t>          "quote": "検索の入口を部署間で揃える"</a:t>
            </a:r>
          </a:p>
          <a:p>
            <a:r>
              <a:t>        }</a:t>
            </a:r>
          </a:p>
          <a:p>
            <a:r>
              <a:t>      ],</a:t>
            </a:r>
          </a:p>
          <a:p>
            <a:r>
              <a:t>      "mode": "verbatim"</a:t>
            </a:r>
          </a:p>
          <a:p>
            <a:r>
              <a:t>    },</a:t>
            </a:r>
          </a:p>
          <a:p>
            <a:r>
              <a:t>    {</a:t>
            </a:r>
          </a:p>
          <a:p>
            <a:r>
              <a:t>      "text": "用語を揃え、\n同じ資料へ辿れる入口を整える。",</a:t>
            </a:r>
          </a:p>
          <a:p>
            <a:r>
              <a:t>      "refs": [</a:t>
            </a:r>
          </a:p>
          <a:p>
            <a:r>
              <a:t>        {</a:t>
            </a:r>
          </a:p>
          <a:p>
            <a:r>
              <a:t>          "source_id": "s025",</a:t>
            </a:r>
          </a:p>
          <a:p>
            <a:r>
              <a:t>          "quote": "用語を揃え、\n同じ資料へ辿れる入口を整える。"</a:t>
            </a:r>
          </a:p>
          <a:p>
            <a:r>
              <a:t>        }</a:t>
            </a:r>
          </a:p>
          <a:p>
            <a:r>
              <a:t>      ],</a:t>
            </a:r>
          </a:p>
          <a:p>
            <a:r>
              <a:t>      "mode": "verbatim"</a:t>
            </a:r>
          </a:p>
          <a:p>
            <a:r>
              <a:t>    },</a:t>
            </a:r>
          </a:p>
          <a:p>
            <a:r>
              <a:t>    {</a:t>
            </a:r>
          </a:p>
          <a:p>
            <a:r>
              <a:t>      "text": "根拠：架空資料A\n確認：日付未記録",</a:t>
            </a:r>
          </a:p>
          <a:p>
            <a:r>
              <a:t>      "refs": [</a:t>
            </a:r>
          </a:p>
          <a:p>
            <a:r>
              <a:t>        {</a:t>
            </a:r>
          </a:p>
          <a:p>
            <a:r>
              <a:t>          "source_id": "s025",</a:t>
            </a:r>
          </a:p>
          <a:p>
            <a:r>
              <a:t>          "quote": "根拠：架空資料A\n確認：日付未記録"</a:t>
            </a:r>
          </a:p>
          <a:p>
            <a:r>
              <a:t>        }</a:t>
            </a:r>
          </a:p>
          <a:p>
            <a:r>
              <a:t>      ],</a:t>
            </a:r>
          </a:p>
          <a:p>
            <a:r>
              <a:t>      "mode": "verbatim"</a:t>
            </a:r>
          </a:p>
          <a:p>
            <a:r>
              <a:t>    },</a:t>
            </a:r>
          </a:p>
          <a:p>
            <a:r>
              <a:t>    {</a:t>
            </a:r>
          </a:p>
          <a:p>
            <a:r>
              <a:t>      "text": "原文の根拠と条件へ辿れる",</a:t>
            </a:r>
          </a:p>
          <a:p>
            <a:r>
              <a:t>      "refs": [</a:t>
            </a:r>
          </a:p>
          <a:p>
            <a:r>
              <a:t>        {</a:t>
            </a:r>
          </a:p>
          <a:p>
            <a:r>
              <a:t>          "source_id": "s025",</a:t>
            </a:r>
          </a:p>
          <a:p>
            <a:r>
              <a:t>          "quote": "原文の根拠と条件へ辿れる"</a:t>
            </a:r>
          </a:p>
          <a:p>
            <a:r>
              <a:t>        }</a:t>
            </a:r>
          </a:p>
          <a:p>
            <a:r>
              <a:t>      ],</a:t>
            </a:r>
          </a:p>
          <a:p>
            <a:r>
              <a:t>      "mode": "verbatim"</a:t>
            </a:r>
          </a:p>
          <a:p>
            <a:r>
              <a:t>    },</a:t>
            </a:r>
          </a:p>
          <a:p>
            <a:r>
              <a:t>    {</a:t>
            </a:r>
          </a:p>
          <a:p>
            <a:r>
              <a:t>      "text": "原文の条件と確認日を、\n要約とともに残す。",</a:t>
            </a:r>
          </a:p>
          <a:p>
            <a:r>
              <a:t>      "refs": [</a:t>
            </a:r>
          </a:p>
          <a:p>
            <a:r>
              <a:t>        {</a:t>
            </a:r>
          </a:p>
          <a:p>
            <a:r>
              <a:t>          "source_id": "s025",</a:t>
            </a:r>
          </a:p>
          <a:p>
            <a:r>
              <a:t>          "quote": "原文の条件と確認日を、\n要約とともに残す。"</a:t>
            </a:r>
          </a:p>
          <a:p>
            <a:r>
              <a:t>        }</a:t>
            </a:r>
          </a:p>
          <a:p>
            <a:r>
              <a:t>      ],</a:t>
            </a:r>
          </a:p>
          <a:p>
            <a:r>
              <a:t>      "mode": "verbatim"</a:t>
            </a:r>
          </a:p>
          <a:p>
            <a:r>
              <a:t>    },</a:t>
            </a:r>
          </a:p>
          <a:p>
            <a:r>
              <a:t>    {</a:t>
            </a:r>
          </a:p>
          <a:p>
            <a:r>
              <a:t>      "text": "根拠：架空資料B\n確認：日付未記録",</a:t>
            </a:r>
          </a:p>
          <a:p>
            <a:r>
              <a:t>      "refs": [</a:t>
            </a:r>
          </a:p>
          <a:p>
            <a:r>
              <a:t>        {</a:t>
            </a:r>
          </a:p>
          <a:p>
            <a:r>
              <a:t>          "source_id": "s025",</a:t>
            </a:r>
          </a:p>
          <a:p>
            <a:r>
              <a:t>          "quote": "根拠：架空資料B\n確認：日付未記録"</a:t>
            </a:r>
          </a:p>
          <a:p>
            <a:r>
              <a:t>        }</a:t>
            </a:r>
          </a:p>
          <a:p>
            <a:r>
              <a:t>      ],</a:t>
            </a:r>
          </a:p>
          <a:p>
            <a:r>
              <a:t>      "mode": "verbatim"</a:t>
            </a:r>
          </a:p>
          <a:p>
            <a:r>
              <a:t>    },</a:t>
            </a:r>
          </a:p>
          <a:p>
            <a:r>
              <a:t>    {</a:t>
            </a:r>
          </a:p>
          <a:p>
            <a:r>
              <a:t>      "text": "更新範囲と担当を明確にする",</a:t>
            </a:r>
          </a:p>
          <a:p>
            <a:r>
              <a:t>      "refs": [</a:t>
            </a:r>
          </a:p>
          <a:p>
            <a:r>
              <a:t>        {</a:t>
            </a:r>
          </a:p>
          <a:p>
            <a:r>
              <a:t>          "source_id": "s025",</a:t>
            </a:r>
          </a:p>
          <a:p>
            <a:r>
              <a:t>          "quote": "更新範囲と担当を明確にする"</a:t>
            </a:r>
          </a:p>
          <a:p>
            <a:r>
              <a:t>        }</a:t>
            </a:r>
          </a:p>
          <a:p>
            <a:r>
              <a:t>      ],</a:t>
            </a:r>
          </a:p>
          <a:p>
            <a:r>
              <a:t>      "mode": "verbatim"</a:t>
            </a:r>
          </a:p>
          <a:p>
            <a:r>
              <a:t>    },</a:t>
            </a:r>
          </a:p>
          <a:p>
            <a:r>
              <a:t>    {</a:t>
            </a:r>
          </a:p>
          <a:p>
            <a:r>
              <a:t>      "text": "変更頻度に応じて、\n担当と再確認の時期を決める。",</a:t>
            </a:r>
          </a:p>
          <a:p>
            <a:r>
              <a:t>      "refs": [</a:t>
            </a:r>
          </a:p>
          <a:p>
            <a:r>
              <a:t>        {</a:t>
            </a:r>
          </a:p>
          <a:p>
            <a:r>
              <a:t>          "source_id": "s025",</a:t>
            </a:r>
          </a:p>
          <a:p>
            <a:r>
              <a:t>          "quote": "変更頻度に応じて、\n担当と再確認の時期を決める。"</a:t>
            </a:r>
          </a:p>
          <a:p>
            <a:r>
              <a:t>        }</a:t>
            </a:r>
          </a:p>
          <a:p>
            <a:r>
              <a:t>      ],</a:t>
            </a:r>
          </a:p>
          <a:p>
            <a:r>
              <a:t>      "mode": "verbatim"</a:t>
            </a:r>
          </a:p>
          <a:p>
            <a:r>
              <a:t>    },</a:t>
            </a:r>
          </a:p>
          <a:p>
            <a:r>
              <a:t>    {</a:t>
            </a:r>
          </a:p>
          <a:p>
            <a:r>
              <a:t>      "text": "根拠：架空資料C\n確認：日付未記録",</a:t>
            </a:r>
          </a:p>
          <a:p>
            <a:r>
              <a:t>      "refs": [</a:t>
            </a:r>
          </a:p>
          <a:p>
            <a:r>
              <a:t>        {</a:t>
            </a:r>
          </a:p>
          <a:p>
            <a:r>
              <a:t>          "source_id": "s025",</a:t>
            </a:r>
          </a:p>
          <a:p>
            <a:r>
              <a:t>          "quote": "根拠：架空資料C\n確認：日付未記録"</a:t>
            </a:r>
          </a:p>
          <a:p>
            <a:r>
              <a:t>        }</a:t>
            </a:r>
          </a:p>
          <a:p>
            <a:r>
              <a:t>      ],</a:t>
            </a:r>
          </a:p>
          <a:p>
            <a:r>
              <a:t>      "mode": "verbatim"</a:t>
            </a:r>
          </a:p>
          <a:p>
            <a:r>
              <a:t>    },</a:t>
            </a:r>
          </a:p>
          <a:p>
            <a:r>
              <a:t>    {</a:t>
            </a:r>
          </a:p>
          <a:p>
            <a:r>
              <a:t>      "text": "適用できない場面も記録する",</a:t>
            </a:r>
          </a:p>
          <a:p>
            <a:r>
              <a:t>      "refs": [</a:t>
            </a:r>
          </a:p>
          <a:p>
            <a:r>
              <a:t>        {</a:t>
            </a:r>
          </a:p>
          <a:p>
            <a:r>
              <a:t>          "source_id": "s025",</a:t>
            </a:r>
          </a:p>
          <a:p>
            <a:r>
              <a:t>          "quote": "適用できない場面も記録する"</a:t>
            </a:r>
          </a:p>
          <a:p>
            <a:r>
              <a:t>        }</a:t>
            </a:r>
          </a:p>
          <a:p>
            <a:r>
              <a:t>      ],</a:t>
            </a:r>
          </a:p>
          <a:p>
            <a:r>
              <a:t>      "mode": "verbatim"</a:t>
            </a:r>
          </a:p>
          <a:p>
            <a:r>
              <a:t>    },</a:t>
            </a:r>
          </a:p>
          <a:p>
            <a:r>
              <a:t>    {</a:t>
            </a:r>
          </a:p>
          <a:p>
            <a:r>
              <a:t>      "text": "適用できない場面も記録し、\n前提の違いを残す。",</a:t>
            </a:r>
          </a:p>
          <a:p>
            <a:r>
              <a:t>      "refs": [</a:t>
            </a:r>
          </a:p>
          <a:p>
            <a:r>
              <a:t>        {</a:t>
            </a:r>
          </a:p>
          <a:p>
            <a:r>
              <a:t>          "source_id": "s025",</a:t>
            </a:r>
          </a:p>
          <a:p>
            <a:r>
              <a:t>          "quote": "適用できない場面も記録し、\n前提の違いを残す。"</a:t>
            </a:r>
          </a:p>
          <a:p>
            <a:r>
              <a:t>        }</a:t>
            </a:r>
          </a:p>
          <a:p>
            <a:r>
              <a:t>      ],</a:t>
            </a:r>
          </a:p>
          <a:p>
            <a:r>
              <a:t>      "mode": "verbatim"</a:t>
            </a:r>
          </a:p>
          <a:p>
            <a:r>
              <a:t>    },</a:t>
            </a:r>
          </a:p>
          <a:p>
            <a:r>
              <a:t>    {</a:t>
            </a:r>
          </a:p>
          <a:p>
            <a:r>
              <a:t>      "text": "根拠：架空資料D\n確認：日付未記録",</a:t>
            </a:r>
          </a:p>
          <a:p>
            <a:r>
              <a:t>      "refs": [</a:t>
            </a:r>
          </a:p>
          <a:p>
            <a:r>
              <a:t>        {</a:t>
            </a:r>
          </a:p>
          <a:p>
            <a:r>
              <a:t>          "source_id": "s025",</a:t>
            </a:r>
          </a:p>
          <a:p>
            <a:r>
              <a:t>          "quote": "根拠：架空資料D\n確認：日付未記録"</a:t>
            </a:r>
          </a:p>
          <a:p>
            <a:r>
              <a:t>        }</a:t>
            </a:r>
          </a:p>
          <a:p>
            <a:r>
              <a:t>      ],</a:t>
            </a:r>
          </a:p>
          <a:p>
            <a:r>
              <a:t>      "mode": "verbatim"</a:t>
            </a:r>
          </a:p>
          <a:p>
            <a:r>
              <a:t>    },</a:t>
            </a:r>
          </a:p>
          <a:p>
            <a:r>
              <a:t>    {</a:t>
            </a:r>
          </a:p>
          <a:p>
            <a:r>
              <a:t>      "text": "比較する条件を共有する",</a:t>
            </a:r>
          </a:p>
          <a:p>
            <a:r>
              <a:t>      "refs": [</a:t>
            </a:r>
          </a:p>
          <a:p>
            <a:r>
              <a:t>        {</a:t>
            </a:r>
          </a:p>
          <a:p>
            <a:r>
              <a:t>          "source_id": "s025",</a:t>
            </a:r>
          </a:p>
          <a:p>
            <a:r>
              <a:t>          "quote": "比較する条件を共有する"</a:t>
            </a:r>
          </a:p>
          <a:p>
            <a:r>
              <a:t>        }</a:t>
            </a:r>
          </a:p>
          <a:p>
            <a:r>
              <a:t>      ],</a:t>
            </a:r>
          </a:p>
          <a:p>
            <a:r>
              <a:t>      "mode": "verbatim"</a:t>
            </a:r>
          </a:p>
          <a:p>
            <a:r>
              <a:t>    },</a:t>
            </a:r>
          </a:p>
          <a:p>
            <a:r>
              <a:t>    {</a:t>
            </a:r>
          </a:p>
          <a:p>
            <a:r>
              <a:t>      "text": "評価項目を揃え、\n異なる条件の結果を混同しない。",</a:t>
            </a:r>
          </a:p>
          <a:p>
            <a:r>
              <a:t>      "refs": [</a:t>
            </a:r>
          </a:p>
          <a:p>
            <a:r>
              <a:t>        {</a:t>
            </a:r>
          </a:p>
          <a:p>
            <a:r>
              <a:t>          "source_id": "s025",</a:t>
            </a:r>
          </a:p>
          <a:p>
            <a:r>
              <a:t>          "quote": "評価項目を揃え、\n異なる条件の結果を混同しない。"</a:t>
            </a:r>
          </a:p>
          <a:p>
            <a:r>
              <a:t>        }</a:t>
            </a:r>
          </a:p>
          <a:p>
            <a:r>
              <a:t>      ],</a:t>
            </a:r>
          </a:p>
          <a:p>
            <a:r>
              <a:t>      "mode": "verbatim"</a:t>
            </a:r>
          </a:p>
          <a:p>
            <a:r>
              <a:t>    },</a:t>
            </a:r>
          </a:p>
          <a:p>
            <a:r>
              <a:t>    {</a:t>
            </a:r>
          </a:p>
          <a:p>
            <a:r>
              <a:t>      "text": "根拠：架空資料E\n確認：日付未記録",</a:t>
            </a:r>
          </a:p>
          <a:p>
            <a:r>
              <a:t>      "refs": [</a:t>
            </a:r>
          </a:p>
          <a:p>
            <a:r>
              <a:t>        {</a:t>
            </a:r>
          </a:p>
          <a:p>
            <a:r>
              <a:t>          "source_id": "s025",</a:t>
            </a:r>
          </a:p>
          <a:p>
            <a:r>
              <a:t>          "quote": "根拠：架空資料E\n確認：日付未記録"</a:t>
            </a:r>
          </a:p>
          <a:p>
            <a:r>
              <a:t>        }</a:t>
            </a:r>
          </a:p>
          <a:p>
            <a:r>
              <a:t>      ],</a:t>
            </a:r>
          </a:p>
          <a:p>
            <a:r>
              <a:t>      "mode": "verbatim"</a:t>
            </a:r>
          </a:p>
          <a:p>
            <a:r>
              <a:t>    }</a:t>
            </a:r>
          </a:p>
          <a:p>
            <a:r>
              <a:t>  ],</a:t>
            </a:r>
          </a:p>
          <a:p>
            <a:r>
              <a:t>  "citations": {</a:t>
            </a:r>
          </a:p>
          <a:p>
            <a:r>
              <a:t>    "s025": "Public MIT sample: original fictional research-sharing design section 1"</a:t>
            </a:r>
          </a:p>
          <a:p>
            <a:r>
              <a:t>  },</a:t>
            </a:r>
          </a:p>
          <a:p>
            <a:r>
              <a:t>  "template_license":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null,</a:t>
            </a:r>
          </a:p>
          <a:p>
            <a:r>
              <a:t>  "catalog": "editorial",</a:t>
            </a:r>
          </a:p>
          <a:p>
            <a:r>
              <a:t>  "family": "cards",</a:t>
            </a:r>
          </a:p>
          <a:p>
            <a:r>
              <a:t>  "structural_variant": "rows",</a:t>
            </a:r>
          </a:p>
          <a:p>
            <a:r>
              <a:t>  "repetition_reason": "Catalog inventory: adjacent entries intentionally show every count/orientation for comparison; this is not a presentation sequence.",</a:t>
            </a:r>
          </a:p>
          <a:p>
            <a:r>
              <a:t>  "images": {},</a:t>
            </a:r>
          </a:p>
          <a:p>
            <a:r>
              <a:t>  "template_sha256": "e2535fb3d45d0375b21722a6024857ae98f6141b0f5139af4a94e98498f88a50"</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"slide026",</a:t>
            </a:r>
          </a:p>
          <a:p>
            <a:r>
              <a:t>  "origin": "catalog",</a:t>
            </a:r>
          </a:p>
          <a:p>
            <a:r>
              <a:t>  "layout_id": "ed_cards_grid_6",</a:t>
            </a:r>
          </a:p>
          <a:p>
            <a:r>
              <a:t>  "variant": "warm",</a:t>
            </a:r>
          </a:p>
          <a:p>
            <a:r>
              <a:t>  "rationale": "Public template fixture; short fictional slot content; no private data.",</a:t>
            </a:r>
          </a:p>
          <a:p>
            <a:r>
              <a:t>  "source_sha256": "c38e01dcb14540e486d5a11ff7b07b6cff9547c6a27e869e7c53a02aada60e2d",</a:t>
            </a:r>
          </a:p>
          <a:p>
            <a:r>
              <a:t>  "evidence": [</a:t>
            </a:r>
          </a:p>
          <a:p>
            <a:r>
              <a:t>    {</a:t>
            </a:r>
          </a:p>
          <a:p>
            <a:r>
              <a:t>      "text": "社内ナレッジを探しやすくする条件",</a:t>
            </a:r>
          </a:p>
          <a:p>
            <a:r>
              <a:t>      "refs": [</a:t>
            </a:r>
          </a:p>
          <a:p>
            <a:r>
              <a:t>        {</a:t>
            </a:r>
          </a:p>
          <a:p>
            <a:r>
              <a:t>          "source_id": "s026",</a:t>
            </a:r>
          </a:p>
          <a:p>
            <a:r>
              <a:t>          "quote": "社内ナレッジを探しやすくする条件"</a:t>
            </a:r>
          </a:p>
          <a:p>
            <a:r>
              <a:t>        }</a:t>
            </a:r>
          </a:p>
          <a:p>
            <a:r>
              <a:t>      ],</a:t>
            </a:r>
          </a:p>
          <a:p>
            <a:r>
              <a:t>      "mode": "verbatim"</a:t>
            </a:r>
          </a:p>
          <a:p>
            <a:r>
              <a:t>    },</a:t>
            </a:r>
          </a:p>
          <a:p>
            <a:r>
              <a:t>    {</a:t>
            </a:r>
          </a:p>
          <a:p>
            <a:r>
              <a:t>      "text": "架空の社内調査。運用条件を整理した所見であり、効果を実証したものではない。",</a:t>
            </a:r>
          </a:p>
          <a:p>
            <a:r>
              <a:t>      "refs": [</a:t>
            </a:r>
          </a:p>
          <a:p>
            <a:r>
              <a:t>        {</a:t>
            </a:r>
          </a:p>
          <a:p>
            <a:r>
              <a:t>          "source_id": "s026",</a:t>
            </a:r>
          </a:p>
          <a:p>
            <a:r>
              <a:t>          "quote": "架空の社内調査。運用条件を整理した所見であり、効果を実証したものではない。"</a:t>
            </a:r>
          </a:p>
          <a:p>
            <a:r>
              <a:t>        }</a:t>
            </a:r>
          </a:p>
          <a:p>
            <a:r>
              <a:t>      ],</a:t>
            </a:r>
          </a:p>
          <a:p>
            <a:r>
              <a:t>      "mode": "verbatim"</a:t>
            </a:r>
          </a:p>
          <a:p>
            <a:r>
              <a:t>    },</a:t>
            </a:r>
          </a:p>
          <a:p>
            <a:r>
              <a:t>    {</a:t>
            </a:r>
          </a:p>
          <a:p>
            <a:r>
              <a:t>      "text": "検索入口を揃える",</a:t>
            </a:r>
          </a:p>
          <a:p>
            <a:r>
              <a:t>      "refs": [</a:t>
            </a:r>
          </a:p>
          <a:p>
            <a:r>
              <a:t>        {</a:t>
            </a:r>
          </a:p>
          <a:p>
            <a:r>
              <a:t>          "source_id": "s026",</a:t>
            </a:r>
          </a:p>
          <a:p>
            <a:r>
              <a:t>          "quote": "検索入口を揃える"</a:t>
            </a:r>
          </a:p>
          <a:p>
            <a:r>
              <a:t>        }</a:t>
            </a:r>
          </a:p>
          <a:p>
            <a:r>
              <a:t>      ],</a:t>
            </a:r>
          </a:p>
          <a:p>
            <a:r>
              <a:t>      "mode": "verbatim"</a:t>
            </a:r>
          </a:p>
          <a:p>
            <a:r>
              <a:t>    },</a:t>
            </a:r>
          </a:p>
          <a:p>
            <a:r>
              <a:t>    {</a:t>
            </a:r>
          </a:p>
          <a:p>
            <a:r>
              <a:t>      "text": "用語を揃え、同じ資料へ辿れる入口を整える。",</a:t>
            </a:r>
          </a:p>
          <a:p>
            <a:r>
              <a:t>      "refs": [</a:t>
            </a:r>
          </a:p>
          <a:p>
            <a:r>
              <a:t>        {</a:t>
            </a:r>
          </a:p>
          <a:p>
            <a:r>
              <a:t>          "source_id": "s026",</a:t>
            </a:r>
          </a:p>
          <a:p>
            <a:r>
              <a:t>          "quote": "用語を揃え、同じ資料へ辿れる入口を整える。"</a:t>
            </a:r>
          </a:p>
          <a:p>
            <a:r>
              <a:t>        }</a:t>
            </a:r>
          </a:p>
          <a:p>
            <a:r>
              <a:t>      ],</a:t>
            </a:r>
          </a:p>
          <a:p>
            <a:r>
              <a:t>      "mode": "verbatim"</a:t>
            </a:r>
          </a:p>
          <a:p>
            <a:r>
              <a:t>    },</a:t>
            </a:r>
          </a:p>
          <a:p>
            <a:r>
              <a:t>    {</a:t>
            </a:r>
          </a:p>
          <a:p>
            <a:r>
              <a:t>      "text": "対象：資料の入口を確認",</a:t>
            </a:r>
          </a:p>
          <a:p>
            <a:r>
              <a:t>      "refs": [</a:t>
            </a:r>
          </a:p>
          <a:p>
            <a:r>
              <a:t>        {</a:t>
            </a:r>
          </a:p>
          <a:p>
            <a:r>
              <a:t>          "source_id": "s026",</a:t>
            </a:r>
          </a:p>
          <a:p>
            <a:r>
              <a:t>          "quote": "対象：資料の入口を確認"</a:t>
            </a:r>
          </a:p>
          <a:p>
            <a:r>
              <a:t>        }</a:t>
            </a:r>
          </a:p>
          <a:p>
            <a:r>
              <a:t>      ],</a:t>
            </a:r>
          </a:p>
          <a:p>
            <a:r>
              <a:t>      "mode": "verbatim"</a:t>
            </a:r>
          </a:p>
          <a:p>
            <a:r>
              <a:t>    },</a:t>
            </a:r>
          </a:p>
          <a:p>
            <a:r>
              <a:t>    {</a:t>
            </a:r>
          </a:p>
          <a:p>
            <a:r>
              <a:t>      "text": "根拠まで辿れる",</a:t>
            </a:r>
          </a:p>
          <a:p>
            <a:r>
              <a:t>      "refs": [</a:t>
            </a:r>
          </a:p>
          <a:p>
            <a:r>
              <a:t>        {</a:t>
            </a:r>
          </a:p>
          <a:p>
            <a:r>
              <a:t>          "source_id": "s026",</a:t>
            </a:r>
          </a:p>
          <a:p>
            <a:r>
              <a:t>          "quote": "根拠まで辿れる"</a:t>
            </a:r>
          </a:p>
          <a:p>
            <a:r>
              <a:t>        }</a:t>
            </a:r>
          </a:p>
          <a:p>
            <a:r>
              <a:t>      ],</a:t>
            </a:r>
          </a:p>
          <a:p>
            <a:r>
              <a:t>      "mode": "verbatim"</a:t>
            </a:r>
          </a:p>
          <a:p>
            <a:r>
              <a:t>    },</a:t>
            </a:r>
          </a:p>
          <a:p>
            <a:r>
              <a:t>    {</a:t>
            </a:r>
          </a:p>
          <a:p>
            <a:r>
              <a:t>      "text": "原文の条件と確認日を、要約とともに残す。",</a:t>
            </a:r>
          </a:p>
          <a:p>
            <a:r>
              <a:t>      "refs": [</a:t>
            </a:r>
          </a:p>
          <a:p>
            <a:r>
              <a:t>        {</a:t>
            </a:r>
          </a:p>
          <a:p>
            <a:r>
              <a:t>          "source_id": "s026",</a:t>
            </a:r>
          </a:p>
          <a:p>
            <a:r>
              <a:t>          "quote": "原文の条件と確認日を、要約とともに残す。"</a:t>
            </a:r>
          </a:p>
          <a:p>
            <a:r>
              <a:t>        }</a:t>
            </a:r>
          </a:p>
          <a:p>
            <a:r>
              <a:t>      ],</a:t>
            </a:r>
          </a:p>
          <a:p>
            <a:r>
              <a:t>      "mode": "verbatim"</a:t>
            </a:r>
          </a:p>
          <a:p>
            <a:r>
              <a:t>    },</a:t>
            </a:r>
          </a:p>
          <a:p>
            <a:r>
              <a:t>    {</a:t>
            </a:r>
          </a:p>
          <a:p>
            <a:r>
              <a:t>      "text": "根拠：原文の条件を保持",</a:t>
            </a:r>
          </a:p>
          <a:p>
            <a:r>
              <a:t>      "refs": [</a:t>
            </a:r>
          </a:p>
          <a:p>
            <a:r>
              <a:t>        {</a:t>
            </a:r>
          </a:p>
          <a:p>
            <a:r>
              <a:t>          "source_id": "s026",</a:t>
            </a:r>
          </a:p>
          <a:p>
            <a:r>
              <a:t>          "quote": "根拠：原文の条件を保持"</a:t>
            </a:r>
          </a:p>
          <a:p>
            <a:r>
              <a:t>        }</a:t>
            </a:r>
          </a:p>
          <a:p>
            <a:r>
              <a:t>      ],</a:t>
            </a:r>
          </a:p>
          <a:p>
            <a:r>
              <a:t>      "mode": "verbatim"</a:t>
            </a:r>
          </a:p>
          <a:p>
            <a:r>
              <a:t>    },</a:t>
            </a:r>
          </a:p>
          <a:p>
            <a:r>
              <a:t>    {</a:t>
            </a:r>
          </a:p>
          <a:p>
            <a:r>
              <a:t>      "text": "更新範囲を決める",</a:t>
            </a:r>
          </a:p>
          <a:p>
            <a:r>
              <a:t>      "refs": [</a:t>
            </a:r>
          </a:p>
          <a:p>
            <a:r>
              <a:t>        {</a:t>
            </a:r>
          </a:p>
          <a:p>
            <a:r>
              <a:t>          "source_id": "s026",</a:t>
            </a:r>
          </a:p>
          <a:p>
            <a:r>
              <a:t>          "quote": "更新範囲を決める"</a:t>
            </a:r>
          </a:p>
          <a:p>
            <a:r>
              <a:t>        }</a:t>
            </a:r>
          </a:p>
          <a:p>
            <a:r>
              <a:t>      ],</a:t>
            </a:r>
          </a:p>
          <a:p>
            <a:r>
              <a:t>      "mode": "verbatim"</a:t>
            </a:r>
          </a:p>
          <a:p>
            <a:r>
              <a:t>    },</a:t>
            </a:r>
          </a:p>
          <a:p>
            <a:r>
              <a:t>    {</a:t>
            </a:r>
          </a:p>
          <a:p>
            <a:r>
              <a:t>      "text": "変更頻度に応じて担当と再確認の時期を決める。",</a:t>
            </a:r>
          </a:p>
          <a:p>
            <a:r>
              <a:t>      "refs": [</a:t>
            </a:r>
          </a:p>
          <a:p>
            <a:r>
              <a:t>        {</a:t>
            </a:r>
          </a:p>
          <a:p>
            <a:r>
              <a:t>          "source_id": "s026",</a:t>
            </a:r>
          </a:p>
          <a:p>
            <a:r>
              <a:t>          "quote": "変更頻度に応じて担当と再確認の時期を決める。"</a:t>
            </a:r>
          </a:p>
          <a:p>
            <a:r>
              <a:t>        }</a:t>
            </a:r>
          </a:p>
          <a:p>
            <a:r>
              <a:t>      ],</a:t>
            </a:r>
          </a:p>
          <a:p>
            <a:r>
              <a:t>      "mode": "verbatim"</a:t>
            </a:r>
          </a:p>
          <a:p>
            <a:r>
              <a:t>    },</a:t>
            </a:r>
          </a:p>
          <a:p>
            <a:r>
              <a:t>    {</a:t>
            </a:r>
          </a:p>
          <a:p>
            <a:r>
              <a:t>      "text": "留保：運用負荷は未検証",</a:t>
            </a:r>
          </a:p>
          <a:p>
            <a:r>
              <a:t>      "refs": [</a:t>
            </a:r>
          </a:p>
          <a:p>
            <a:r>
              <a:t>        {</a:t>
            </a:r>
          </a:p>
          <a:p>
            <a:r>
              <a:t>          "source_id": "s026",</a:t>
            </a:r>
          </a:p>
          <a:p>
            <a:r>
              <a:t>          "quote": "留保：運用負荷は未検証"</a:t>
            </a:r>
          </a:p>
          <a:p>
            <a:r>
              <a:t>        }</a:t>
            </a:r>
          </a:p>
          <a:p>
            <a:r>
              <a:t>      ],</a:t>
            </a:r>
          </a:p>
          <a:p>
            <a:r>
              <a:t>      "mode": "verbatim"</a:t>
            </a:r>
          </a:p>
          <a:p>
            <a:r>
              <a:t>    },</a:t>
            </a:r>
          </a:p>
          <a:p>
            <a:r>
              <a:t>    {</a:t>
            </a:r>
          </a:p>
          <a:p>
            <a:r>
              <a:t>      "text": "例外を見える化",</a:t>
            </a:r>
          </a:p>
          <a:p>
            <a:r>
              <a:t>      "refs": [</a:t>
            </a:r>
          </a:p>
          <a:p>
            <a:r>
              <a:t>        {</a:t>
            </a:r>
          </a:p>
          <a:p>
            <a:r>
              <a:t>          "source_id": "s026",</a:t>
            </a:r>
          </a:p>
          <a:p>
            <a:r>
              <a:t>          "quote": "例外を見える化"</a:t>
            </a:r>
          </a:p>
          <a:p>
            <a:r>
              <a:t>        }</a:t>
            </a:r>
          </a:p>
          <a:p>
            <a:r>
              <a:t>      ],</a:t>
            </a:r>
          </a:p>
          <a:p>
            <a:r>
              <a:t>      "mode": "verbatim"</a:t>
            </a:r>
          </a:p>
          <a:p>
            <a:r>
              <a:t>    },</a:t>
            </a:r>
          </a:p>
          <a:p>
            <a:r>
              <a:t>    {</a:t>
            </a:r>
          </a:p>
          <a:p>
            <a:r>
              <a:t>      "text": "適用できない場面も記録し、前提の違いを残す。",</a:t>
            </a:r>
          </a:p>
          <a:p>
            <a:r>
              <a:t>      "refs": [</a:t>
            </a:r>
          </a:p>
          <a:p>
            <a:r>
              <a:t>        {</a:t>
            </a:r>
          </a:p>
          <a:p>
            <a:r>
              <a:t>          "source_id": "s026",</a:t>
            </a:r>
          </a:p>
          <a:p>
            <a:r>
              <a:t>          "quote": "適用できない場面も記録し、前提の違いを残す。"</a:t>
            </a:r>
          </a:p>
          <a:p>
            <a:r>
              <a:t>        }</a:t>
            </a:r>
          </a:p>
          <a:p>
            <a:r>
              <a:t>      ],</a:t>
            </a:r>
          </a:p>
          <a:p>
            <a:r>
              <a:t>      "mode": "verbatim"</a:t>
            </a:r>
          </a:p>
          <a:p>
            <a:r>
              <a:t>    },</a:t>
            </a:r>
          </a:p>
          <a:p>
            <a:r>
              <a:t>    {</a:t>
            </a:r>
          </a:p>
          <a:p>
            <a:r>
              <a:t>      "text": "注意：対象外の場面を含む",</a:t>
            </a:r>
          </a:p>
          <a:p>
            <a:r>
              <a:t>      "refs": [</a:t>
            </a:r>
          </a:p>
          <a:p>
            <a:r>
              <a:t>        {</a:t>
            </a:r>
          </a:p>
          <a:p>
            <a:r>
              <a:t>          "source_id": "s026",</a:t>
            </a:r>
          </a:p>
          <a:p>
            <a:r>
              <a:t>          "quote": "注意：対象外の場面を含む"</a:t>
            </a:r>
          </a:p>
          <a:p>
            <a:r>
              <a:t>        }</a:t>
            </a:r>
          </a:p>
          <a:p>
            <a:r>
              <a:t>      ],</a:t>
            </a:r>
          </a:p>
          <a:p>
            <a:r>
              <a:t>      "mode": "verbatim"</a:t>
            </a:r>
          </a:p>
          <a:p>
            <a:r>
              <a:t>    },</a:t>
            </a:r>
          </a:p>
          <a:p>
            <a:r>
              <a:t>    {</a:t>
            </a:r>
          </a:p>
          <a:p>
            <a:r>
              <a:t>      "text": "比較軸を共有する",</a:t>
            </a:r>
          </a:p>
          <a:p>
            <a:r>
              <a:t>      "refs": [</a:t>
            </a:r>
          </a:p>
          <a:p>
            <a:r>
              <a:t>        {</a:t>
            </a:r>
          </a:p>
          <a:p>
            <a:r>
              <a:t>          "source_id": "s026",</a:t>
            </a:r>
          </a:p>
          <a:p>
            <a:r>
              <a:t>          "quote": "比較軸を共有する"</a:t>
            </a:r>
          </a:p>
          <a:p>
            <a:r>
              <a:t>        }</a:t>
            </a:r>
          </a:p>
          <a:p>
            <a:r>
              <a:t>      ],</a:t>
            </a:r>
          </a:p>
          <a:p>
            <a:r>
              <a:t>      "mode": "verbatim"</a:t>
            </a:r>
          </a:p>
          <a:p>
            <a:r>
              <a:t>    },</a:t>
            </a:r>
          </a:p>
          <a:p>
            <a:r>
              <a:t>    {</a:t>
            </a:r>
          </a:p>
          <a:p>
            <a:r>
              <a:t>      "text": "評価項目を揃え、異なる条件の結果を混同しない。",</a:t>
            </a:r>
          </a:p>
          <a:p>
            <a:r>
              <a:t>      "refs": [</a:t>
            </a:r>
          </a:p>
          <a:p>
            <a:r>
              <a:t>        {</a:t>
            </a:r>
          </a:p>
          <a:p>
            <a:r>
              <a:t>          "source_id": "s026",</a:t>
            </a:r>
          </a:p>
          <a:p>
            <a:r>
              <a:t>          "quote": "評価項目を揃え、異なる条件の結果を混同しない。"</a:t>
            </a:r>
          </a:p>
          <a:p>
            <a:r>
              <a:t>        }</a:t>
            </a:r>
          </a:p>
          <a:p>
            <a:r>
              <a:t>      ],</a:t>
            </a:r>
          </a:p>
          <a:p>
            <a:r>
              <a:t>      "mode": "verbatim"</a:t>
            </a:r>
          </a:p>
          <a:p>
            <a:r>
              <a:t>    },</a:t>
            </a:r>
          </a:p>
          <a:p>
            <a:r>
              <a:t>    {</a:t>
            </a:r>
          </a:p>
          <a:p>
            <a:r>
              <a:t>      "text": "根拠：比較条件を照合",</a:t>
            </a:r>
          </a:p>
          <a:p>
            <a:r>
              <a:t>      "refs": [</a:t>
            </a:r>
          </a:p>
          <a:p>
            <a:r>
              <a:t>        {</a:t>
            </a:r>
          </a:p>
          <a:p>
            <a:r>
              <a:t>          "source_id": "s026",</a:t>
            </a:r>
          </a:p>
          <a:p>
            <a:r>
              <a:t>          "quote": "根拠：比較条件を照合"</a:t>
            </a:r>
          </a:p>
          <a:p>
            <a:r>
              <a:t>        }</a:t>
            </a:r>
          </a:p>
          <a:p>
            <a:r>
              <a:t>      ],</a:t>
            </a:r>
          </a:p>
          <a:p>
            <a:r>
              <a:t>      "mode": "verbatim"</a:t>
            </a:r>
          </a:p>
          <a:p>
            <a:r>
              <a:t>    },</a:t>
            </a:r>
          </a:p>
          <a:p>
            <a:r>
              <a:t>    {</a:t>
            </a:r>
          </a:p>
          <a:p>
            <a:r>
              <a:t>      "text": "確認先を残す",</a:t>
            </a:r>
          </a:p>
          <a:p>
            <a:r>
              <a:t>      "refs": [</a:t>
            </a:r>
          </a:p>
          <a:p>
            <a:r>
              <a:t>        {</a:t>
            </a:r>
          </a:p>
          <a:p>
            <a:r>
              <a:t>          "source_id": "s026",</a:t>
            </a:r>
          </a:p>
          <a:p>
            <a:r>
              <a:t>          "quote": "確認先を残す"</a:t>
            </a:r>
          </a:p>
          <a:p>
            <a:r>
              <a:t>        }</a:t>
            </a:r>
          </a:p>
          <a:p>
            <a:r>
              <a:t>      ],</a:t>
            </a:r>
          </a:p>
          <a:p>
            <a:r>
              <a:t>      "mode": "verbatim"</a:t>
            </a:r>
          </a:p>
          <a:p>
            <a:r>
              <a:t>    },</a:t>
            </a:r>
          </a:p>
          <a:p>
            <a:r>
              <a:t>    {</a:t>
            </a:r>
          </a:p>
          <a:p>
            <a:r>
              <a:t>      "text": "未確認の論点と、追加調査で確かめる点を残す。",</a:t>
            </a:r>
          </a:p>
          <a:p>
            <a:r>
              <a:t>      "refs": [</a:t>
            </a:r>
          </a:p>
          <a:p>
            <a:r>
              <a:t>        {</a:t>
            </a:r>
          </a:p>
          <a:p>
            <a:r>
              <a:t>          "source_id": "s026",</a:t>
            </a:r>
          </a:p>
          <a:p>
            <a:r>
              <a:t>          "quote": "未確認の論点と、追加調査で確かめる点を残す。"</a:t>
            </a:r>
          </a:p>
          <a:p>
            <a:r>
              <a:t>        }</a:t>
            </a:r>
          </a:p>
          <a:p>
            <a:r>
              <a:t>      ],</a:t>
            </a:r>
          </a:p>
          <a:p>
            <a:r>
              <a:t>      "mode": "verbatim"</a:t>
            </a:r>
          </a:p>
          <a:p>
            <a:r>
              <a:t>    },</a:t>
            </a:r>
          </a:p>
          <a:p>
            <a:r>
              <a:t>    {</a:t>
            </a:r>
          </a:p>
          <a:p>
            <a:r>
              <a:t>      "text": "保留：担当部署へ確認",</a:t>
            </a:r>
          </a:p>
          <a:p>
            <a:r>
              <a:t>      "refs": [</a:t>
            </a:r>
          </a:p>
          <a:p>
            <a:r>
              <a:t>        {</a:t>
            </a:r>
          </a:p>
          <a:p>
            <a:r>
              <a:t>          "source_id": "s026",</a:t>
            </a:r>
          </a:p>
          <a:p>
            <a:r>
              <a:t>          "quote": "保留：担当部署へ確認"</a:t>
            </a:r>
          </a:p>
          <a:p>
            <a:r>
              <a:t>        }</a:t>
            </a:r>
          </a:p>
          <a:p>
            <a:r>
              <a:t>      ],</a:t>
            </a:r>
          </a:p>
          <a:p>
            <a:r>
              <a:t>      "mode": "verbatim"</a:t>
            </a:r>
          </a:p>
          <a:p>
            <a:r>
              <a:t>    }</a:t>
            </a:r>
          </a:p>
          <a:p>
            <a:r>
              <a:t>  ],</a:t>
            </a:r>
          </a:p>
          <a:p>
            <a:r>
              <a:t>  "citations": {</a:t>
            </a:r>
          </a:p>
          <a:p>
            <a:r>
              <a:t>    "s026": "Public MIT sample: original fictional research-sharing design section 1"</a:t>
            </a:r>
          </a:p>
          <a:p>
            <a:r>
              <a:t>  },</a:t>
            </a:r>
          </a:p>
          <a:p>
            <a:r>
              <a:t>  "template_license":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null,</a:t>
            </a:r>
          </a:p>
          <a:p>
            <a:r>
              <a:t>  "catalog": "editorial",</a:t>
            </a:r>
          </a:p>
          <a:p>
            <a:r>
              <a:t>  "family": "cards",</a:t>
            </a:r>
          </a:p>
          <a:p>
            <a:r>
              <a:t>  "structural_variant": "grid",</a:t>
            </a:r>
          </a:p>
          <a:p>
            <a:r>
              <a:t>  "repetition_reason": "Catalog inventory: adjacent entries intentionally show every count/orientation for comparison; this is not a presentation sequence.",</a:t>
            </a:r>
          </a:p>
          <a:p>
            <a:r>
              <a:t>  "images": {},</a:t>
            </a:r>
          </a:p>
          <a:p>
            <a:r>
              <a:t>  "template_sha256": "9815c7ffea958d535e3532b69a0d70e7b5d6acdeeae91964f3820387b4085d4d"</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"slide027",</a:t>
            </a:r>
          </a:p>
          <a:p>
            <a:r>
              <a:t>  "origin": "catalog",</a:t>
            </a:r>
          </a:p>
          <a:p>
            <a:r>
              <a:t>  "layout_id": "ed_cards_rows_6",</a:t>
            </a:r>
          </a:p>
          <a:p>
            <a:r>
              <a:t>  "variant": "warm",</a:t>
            </a:r>
          </a:p>
          <a:p>
            <a:r>
              <a:t>  "rationale": "Public template fixture; short fictional slot content; no private data.",</a:t>
            </a:r>
          </a:p>
          <a:p>
            <a:r>
              <a:t>  "source_sha256": "c38e01dcb14540e486d5a11ff7b07b6cff9547c6a27e869e7c53a02aada60e2d",</a:t>
            </a:r>
          </a:p>
          <a:p>
            <a:r>
              <a:t>  "evidence": [</a:t>
            </a:r>
          </a:p>
          <a:p>
            <a:r>
              <a:t>    {</a:t>
            </a:r>
          </a:p>
          <a:p>
            <a:r>
              <a:t>      "text": "社内ナレッジを探しやすくする条件",</a:t>
            </a:r>
          </a:p>
          <a:p>
            <a:r>
              <a:t>      "refs": [</a:t>
            </a:r>
          </a:p>
          <a:p>
            <a:r>
              <a:t>        {</a:t>
            </a:r>
          </a:p>
          <a:p>
            <a:r>
              <a:t>          "source_id": "s027",</a:t>
            </a:r>
          </a:p>
          <a:p>
            <a:r>
              <a:t>          "quote": "社内ナレッジを探しやすくする条件"</a:t>
            </a:r>
          </a:p>
          <a:p>
            <a:r>
              <a:t>        }</a:t>
            </a:r>
          </a:p>
          <a:p>
            <a:r>
              <a:t>      ],</a:t>
            </a:r>
          </a:p>
          <a:p>
            <a:r>
              <a:t>      "mode": "verbatim"</a:t>
            </a:r>
          </a:p>
          <a:p>
            <a:r>
              <a:t>    },</a:t>
            </a:r>
          </a:p>
          <a:p>
            <a:r>
              <a:t>    {</a:t>
            </a:r>
          </a:p>
          <a:p>
            <a:r>
              <a:t>      "text": "架空の社内調査。運用条件を整理した所見であり、効果を実証したものではない。",</a:t>
            </a:r>
          </a:p>
          <a:p>
            <a:r>
              <a:t>      "refs": [</a:t>
            </a:r>
          </a:p>
          <a:p>
            <a:r>
              <a:t>        {</a:t>
            </a:r>
          </a:p>
          <a:p>
            <a:r>
              <a:t>          "source_id": "s027",</a:t>
            </a:r>
          </a:p>
          <a:p>
            <a:r>
              <a:t>          "quote": "架空の社内調査。運用条件を整理した所見であり、効果を実証したものではない。"</a:t>
            </a:r>
          </a:p>
          <a:p>
            <a:r>
              <a:t>        }</a:t>
            </a:r>
          </a:p>
          <a:p>
            <a:r>
              <a:t>      ],</a:t>
            </a:r>
          </a:p>
          <a:p>
            <a:r>
              <a:t>      "mode": "verbatim"</a:t>
            </a:r>
          </a:p>
          <a:p>
            <a:r>
              <a:t>    },</a:t>
            </a:r>
          </a:p>
          <a:p>
            <a:r>
              <a:t>    {</a:t>
            </a:r>
          </a:p>
          <a:p>
            <a:r>
              <a:t>      "text": "検索の入口を部署間で揃える",</a:t>
            </a:r>
          </a:p>
          <a:p>
            <a:r>
              <a:t>      "refs": [</a:t>
            </a:r>
          </a:p>
          <a:p>
            <a:r>
              <a:t>        {</a:t>
            </a:r>
          </a:p>
          <a:p>
            <a:r>
              <a:t>          "source_id": "s027",</a:t>
            </a:r>
          </a:p>
          <a:p>
            <a:r>
              <a:t>          "quote": "検索の入口を部署間で揃える"</a:t>
            </a:r>
          </a:p>
          <a:p>
            <a:r>
              <a:t>        }</a:t>
            </a:r>
          </a:p>
          <a:p>
            <a:r>
              <a:t>      ],</a:t>
            </a:r>
          </a:p>
          <a:p>
            <a:r>
              <a:t>      "mode": "verbatim"</a:t>
            </a:r>
          </a:p>
          <a:p>
            <a:r>
              <a:t>    },</a:t>
            </a:r>
          </a:p>
          <a:p>
            <a:r>
              <a:t>    {</a:t>
            </a:r>
          </a:p>
          <a:p>
            <a:r>
              <a:t>      "text": "用語を揃え、\n同じ資料へ辿れる入口を整える。",</a:t>
            </a:r>
          </a:p>
          <a:p>
            <a:r>
              <a:t>      "refs": [</a:t>
            </a:r>
          </a:p>
          <a:p>
            <a:r>
              <a:t>        {</a:t>
            </a:r>
          </a:p>
          <a:p>
            <a:r>
              <a:t>          "source_id": "s027",</a:t>
            </a:r>
          </a:p>
          <a:p>
            <a:r>
              <a:t>          "quote": "用語を揃え、\n同じ資料へ辿れる入口を整える。"</a:t>
            </a:r>
          </a:p>
          <a:p>
            <a:r>
              <a:t>        }</a:t>
            </a:r>
          </a:p>
          <a:p>
            <a:r>
              <a:t>      ],</a:t>
            </a:r>
          </a:p>
          <a:p>
            <a:r>
              <a:t>      "mode": "verbatim"</a:t>
            </a:r>
          </a:p>
          <a:p>
            <a:r>
              <a:t>    },</a:t>
            </a:r>
          </a:p>
          <a:p>
            <a:r>
              <a:t>    {</a:t>
            </a:r>
          </a:p>
          <a:p>
            <a:r>
              <a:t>      "text": "根拠：架空資料A\n確認：日付未記録",</a:t>
            </a:r>
          </a:p>
          <a:p>
            <a:r>
              <a:t>      "refs": [</a:t>
            </a:r>
          </a:p>
          <a:p>
            <a:r>
              <a:t>        {</a:t>
            </a:r>
          </a:p>
          <a:p>
            <a:r>
              <a:t>          "source_id": "s027",</a:t>
            </a:r>
          </a:p>
          <a:p>
            <a:r>
              <a:t>          "quote": "根拠：架空資料A\n確認：日付未記録"</a:t>
            </a:r>
          </a:p>
          <a:p>
            <a:r>
              <a:t>        }</a:t>
            </a:r>
          </a:p>
          <a:p>
            <a:r>
              <a:t>      ],</a:t>
            </a:r>
          </a:p>
          <a:p>
            <a:r>
              <a:t>      "mode": "verbatim"</a:t>
            </a:r>
          </a:p>
          <a:p>
            <a:r>
              <a:t>    },</a:t>
            </a:r>
          </a:p>
          <a:p>
            <a:r>
              <a:t>    {</a:t>
            </a:r>
          </a:p>
          <a:p>
            <a:r>
              <a:t>      "text": "原文の根拠と条件へ辿れる",</a:t>
            </a:r>
          </a:p>
          <a:p>
            <a:r>
              <a:t>      "refs": [</a:t>
            </a:r>
          </a:p>
          <a:p>
            <a:r>
              <a:t>        {</a:t>
            </a:r>
          </a:p>
          <a:p>
            <a:r>
              <a:t>          "source_id": "s027",</a:t>
            </a:r>
          </a:p>
          <a:p>
            <a:r>
              <a:t>          "quote": "原文の根拠と条件へ辿れる"</a:t>
            </a:r>
          </a:p>
          <a:p>
            <a:r>
              <a:t>        }</a:t>
            </a:r>
          </a:p>
          <a:p>
            <a:r>
              <a:t>      ],</a:t>
            </a:r>
          </a:p>
          <a:p>
            <a:r>
              <a:t>      "mode": "verbatim"</a:t>
            </a:r>
          </a:p>
          <a:p>
            <a:r>
              <a:t>    },</a:t>
            </a:r>
          </a:p>
          <a:p>
            <a:r>
              <a:t>    {</a:t>
            </a:r>
          </a:p>
          <a:p>
            <a:r>
              <a:t>      "text": "原文の条件と確認日を、\n要約とともに残す。",</a:t>
            </a:r>
          </a:p>
          <a:p>
            <a:r>
              <a:t>      "refs": [</a:t>
            </a:r>
          </a:p>
          <a:p>
            <a:r>
              <a:t>        {</a:t>
            </a:r>
          </a:p>
          <a:p>
            <a:r>
              <a:t>          "source_id": "s027",</a:t>
            </a:r>
          </a:p>
          <a:p>
            <a:r>
              <a:t>          "quote": "原文の条件と確認日を、\n要約とともに残す。"</a:t>
            </a:r>
          </a:p>
          <a:p>
            <a:r>
              <a:t>        }</a:t>
            </a:r>
          </a:p>
          <a:p>
            <a:r>
              <a:t>      ],</a:t>
            </a:r>
          </a:p>
          <a:p>
            <a:r>
              <a:t>      "mode": "verbatim"</a:t>
            </a:r>
          </a:p>
          <a:p>
            <a:r>
              <a:t>    },</a:t>
            </a:r>
          </a:p>
          <a:p>
            <a:r>
              <a:t>    {</a:t>
            </a:r>
          </a:p>
          <a:p>
            <a:r>
              <a:t>      "text": "根拠：架空資料B\n確認：日付未記録",</a:t>
            </a:r>
          </a:p>
          <a:p>
            <a:r>
              <a:t>      "refs": [</a:t>
            </a:r>
          </a:p>
          <a:p>
            <a:r>
              <a:t>        {</a:t>
            </a:r>
          </a:p>
          <a:p>
            <a:r>
              <a:t>          "source_id": "s027",</a:t>
            </a:r>
          </a:p>
          <a:p>
            <a:r>
              <a:t>          "quote": "根拠：架空資料B\n確認：日付未記録"</a:t>
            </a:r>
          </a:p>
          <a:p>
            <a:r>
              <a:t>        }</a:t>
            </a:r>
          </a:p>
          <a:p>
            <a:r>
              <a:t>      ],</a:t>
            </a:r>
          </a:p>
          <a:p>
            <a:r>
              <a:t>      "mode": "verbatim"</a:t>
            </a:r>
          </a:p>
          <a:p>
            <a:r>
              <a:t>    },</a:t>
            </a:r>
          </a:p>
          <a:p>
            <a:r>
              <a:t>    {</a:t>
            </a:r>
          </a:p>
          <a:p>
            <a:r>
              <a:t>      "text": "更新範囲と担当を明確にする",</a:t>
            </a:r>
          </a:p>
          <a:p>
            <a:r>
              <a:t>      "refs": [</a:t>
            </a:r>
          </a:p>
          <a:p>
            <a:r>
              <a:t>        {</a:t>
            </a:r>
          </a:p>
          <a:p>
            <a:r>
              <a:t>          "source_id": "s027",</a:t>
            </a:r>
          </a:p>
          <a:p>
            <a:r>
              <a:t>          "quote": "更新範囲と担当を明確にする"</a:t>
            </a:r>
          </a:p>
          <a:p>
            <a:r>
              <a:t>        }</a:t>
            </a:r>
          </a:p>
          <a:p>
            <a:r>
              <a:t>      ],</a:t>
            </a:r>
          </a:p>
          <a:p>
            <a:r>
              <a:t>      "mode": "verbatim"</a:t>
            </a:r>
          </a:p>
          <a:p>
            <a:r>
              <a:t>    },</a:t>
            </a:r>
          </a:p>
          <a:p>
            <a:r>
              <a:t>    {</a:t>
            </a:r>
          </a:p>
          <a:p>
            <a:r>
              <a:t>      "text": "変更頻度に応じて、\n担当と再確認の時期を決める。",</a:t>
            </a:r>
          </a:p>
          <a:p>
            <a:r>
              <a:t>      "refs": [</a:t>
            </a:r>
          </a:p>
          <a:p>
            <a:r>
              <a:t>        {</a:t>
            </a:r>
          </a:p>
          <a:p>
            <a:r>
              <a:t>          "source_id": "s027",</a:t>
            </a:r>
          </a:p>
          <a:p>
            <a:r>
              <a:t>          "quote": "変更頻度に応じて、\n担当と再確認の時期を決める。"</a:t>
            </a:r>
          </a:p>
          <a:p>
            <a:r>
              <a:t>        }</a:t>
            </a:r>
          </a:p>
          <a:p>
            <a:r>
              <a:t>      ],</a:t>
            </a:r>
          </a:p>
          <a:p>
            <a:r>
              <a:t>      "mode": "verbatim"</a:t>
            </a:r>
          </a:p>
          <a:p>
            <a:r>
              <a:t>    },</a:t>
            </a:r>
          </a:p>
          <a:p>
            <a:r>
              <a:t>    {</a:t>
            </a:r>
          </a:p>
          <a:p>
            <a:r>
              <a:t>      "text": "根拠：架空資料C\n確認：日付未記録",</a:t>
            </a:r>
          </a:p>
          <a:p>
            <a:r>
              <a:t>      "refs": [</a:t>
            </a:r>
          </a:p>
          <a:p>
            <a:r>
              <a:t>        {</a:t>
            </a:r>
          </a:p>
          <a:p>
            <a:r>
              <a:t>          "source_id": "s027",</a:t>
            </a:r>
          </a:p>
          <a:p>
            <a:r>
              <a:t>          "quote": "根拠：架空資料C\n確認：日付未記録"</a:t>
            </a:r>
          </a:p>
          <a:p>
            <a:r>
              <a:t>        }</a:t>
            </a:r>
          </a:p>
          <a:p>
            <a:r>
              <a:t>      ],</a:t>
            </a:r>
          </a:p>
          <a:p>
            <a:r>
              <a:t>      "mode": "verbatim"</a:t>
            </a:r>
          </a:p>
          <a:p>
            <a:r>
              <a:t>    },</a:t>
            </a:r>
          </a:p>
          <a:p>
            <a:r>
              <a:t>    {</a:t>
            </a:r>
          </a:p>
          <a:p>
            <a:r>
              <a:t>      "text": "適用できない場面も記録する",</a:t>
            </a:r>
          </a:p>
          <a:p>
            <a:r>
              <a:t>      "refs": [</a:t>
            </a:r>
          </a:p>
          <a:p>
            <a:r>
              <a:t>        {</a:t>
            </a:r>
          </a:p>
          <a:p>
            <a:r>
              <a:t>          "source_id": "s027",</a:t>
            </a:r>
          </a:p>
          <a:p>
            <a:r>
              <a:t>          "quote": "適用できない場面も記録する"</a:t>
            </a:r>
          </a:p>
          <a:p>
            <a:r>
              <a:t>        }</a:t>
            </a:r>
          </a:p>
          <a:p>
            <a:r>
              <a:t>      ],</a:t>
            </a:r>
          </a:p>
          <a:p>
            <a:r>
              <a:t>      "mode": "verbatim"</a:t>
            </a:r>
          </a:p>
          <a:p>
            <a:r>
              <a:t>    },</a:t>
            </a:r>
          </a:p>
          <a:p>
            <a:r>
              <a:t>    {</a:t>
            </a:r>
          </a:p>
          <a:p>
            <a:r>
              <a:t>      "text": "適用できない場面も記録し、\n前提の違いを残す。",</a:t>
            </a:r>
          </a:p>
          <a:p>
            <a:r>
              <a:t>      "refs": [</a:t>
            </a:r>
          </a:p>
          <a:p>
            <a:r>
              <a:t>        {</a:t>
            </a:r>
          </a:p>
          <a:p>
            <a:r>
              <a:t>          "source_id": "s027",</a:t>
            </a:r>
          </a:p>
          <a:p>
            <a:r>
              <a:t>          "quote": "適用できない場面も記録し、\n前提の違いを残す。"</a:t>
            </a:r>
          </a:p>
          <a:p>
            <a:r>
              <a:t>        }</a:t>
            </a:r>
          </a:p>
          <a:p>
            <a:r>
              <a:t>      ],</a:t>
            </a:r>
          </a:p>
          <a:p>
            <a:r>
              <a:t>      "mode": "verbatim"</a:t>
            </a:r>
          </a:p>
          <a:p>
            <a:r>
              <a:t>    },</a:t>
            </a:r>
          </a:p>
          <a:p>
            <a:r>
              <a:t>    {</a:t>
            </a:r>
          </a:p>
          <a:p>
            <a:r>
              <a:t>      "text": "根拠：架空資料D\n確認：日付未記録",</a:t>
            </a:r>
          </a:p>
          <a:p>
            <a:r>
              <a:t>      "refs": [</a:t>
            </a:r>
          </a:p>
          <a:p>
            <a:r>
              <a:t>        {</a:t>
            </a:r>
          </a:p>
          <a:p>
            <a:r>
              <a:t>          "source_id": "s027",</a:t>
            </a:r>
          </a:p>
          <a:p>
            <a:r>
              <a:t>          "quote": "根拠：架空資料D\n確認：日付未記録"</a:t>
            </a:r>
          </a:p>
          <a:p>
            <a:r>
              <a:t>        }</a:t>
            </a:r>
          </a:p>
          <a:p>
            <a:r>
              <a:t>      ],</a:t>
            </a:r>
          </a:p>
          <a:p>
            <a:r>
              <a:t>      "mode": "verbatim"</a:t>
            </a:r>
          </a:p>
          <a:p>
            <a:r>
              <a:t>    },</a:t>
            </a:r>
          </a:p>
          <a:p>
            <a:r>
              <a:t>    {</a:t>
            </a:r>
          </a:p>
          <a:p>
            <a:r>
              <a:t>      "text": "比較する条件を共有する",</a:t>
            </a:r>
          </a:p>
          <a:p>
            <a:r>
              <a:t>      "refs": [</a:t>
            </a:r>
          </a:p>
          <a:p>
            <a:r>
              <a:t>        {</a:t>
            </a:r>
          </a:p>
          <a:p>
            <a:r>
              <a:t>          "source_id": "s027",</a:t>
            </a:r>
          </a:p>
          <a:p>
            <a:r>
              <a:t>          "quote": "比較する条件を共有する"</a:t>
            </a:r>
          </a:p>
          <a:p>
            <a:r>
              <a:t>        }</a:t>
            </a:r>
          </a:p>
          <a:p>
            <a:r>
              <a:t>      ],</a:t>
            </a:r>
          </a:p>
          <a:p>
            <a:r>
              <a:t>      "mode": "verbatim"</a:t>
            </a:r>
          </a:p>
          <a:p>
            <a:r>
              <a:t>    },</a:t>
            </a:r>
          </a:p>
          <a:p>
            <a:r>
              <a:t>    {</a:t>
            </a:r>
          </a:p>
          <a:p>
            <a:r>
              <a:t>      "text": "評価項目を揃え、\n異なる条件の結果を混同しない。",</a:t>
            </a:r>
          </a:p>
          <a:p>
            <a:r>
              <a:t>      "refs": [</a:t>
            </a:r>
          </a:p>
          <a:p>
            <a:r>
              <a:t>        {</a:t>
            </a:r>
          </a:p>
          <a:p>
            <a:r>
              <a:t>          "source_id": "s027",</a:t>
            </a:r>
          </a:p>
          <a:p>
            <a:r>
              <a:t>          "quote": "評価項目を揃え、\n異なる条件の結果を混同しない。"</a:t>
            </a:r>
          </a:p>
          <a:p>
            <a:r>
              <a:t>        }</a:t>
            </a:r>
          </a:p>
          <a:p>
            <a:r>
              <a:t>      ],</a:t>
            </a:r>
          </a:p>
          <a:p>
            <a:r>
              <a:t>      "mode": "verbatim"</a:t>
            </a:r>
          </a:p>
          <a:p>
            <a:r>
              <a:t>    },</a:t>
            </a:r>
          </a:p>
          <a:p>
            <a:r>
              <a:t>    {</a:t>
            </a:r>
          </a:p>
          <a:p>
            <a:r>
              <a:t>      "text": "根拠：架空資料E\n確認：日付未記録",</a:t>
            </a:r>
          </a:p>
          <a:p>
            <a:r>
              <a:t>      "refs": [</a:t>
            </a:r>
          </a:p>
          <a:p>
            <a:r>
              <a:t>        {</a:t>
            </a:r>
          </a:p>
          <a:p>
            <a:r>
              <a:t>          "source_id": "s027",</a:t>
            </a:r>
          </a:p>
          <a:p>
            <a:r>
              <a:t>          "quote": "根拠：架空資料E\n確認：日付未記録"</a:t>
            </a:r>
          </a:p>
          <a:p>
            <a:r>
              <a:t>        }</a:t>
            </a:r>
          </a:p>
          <a:p>
            <a:r>
              <a:t>      ],</a:t>
            </a:r>
          </a:p>
          <a:p>
            <a:r>
              <a:t>      "mode": "verbatim"</a:t>
            </a:r>
          </a:p>
          <a:p>
            <a:r>
              <a:t>    },</a:t>
            </a:r>
          </a:p>
          <a:p>
            <a:r>
              <a:t>    {</a:t>
            </a:r>
          </a:p>
          <a:p>
            <a:r>
              <a:t>      "text": "次に確認する論点を残す",</a:t>
            </a:r>
          </a:p>
          <a:p>
            <a:r>
              <a:t>      "refs": [</a:t>
            </a:r>
          </a:p>
          <a:p>
            <a:r>
              <a:t>        {</a:t>
            </a:r>
          </a:p>
          <a:p>
            <a:r>
              <a:t>          "source_id": "s027",</a:t>
            </a:r>
          </a:p>
          <a:p>
            <a:r>
              <a:t>          "quote": "次に確認する論点を残す"</a:t>
            </a:r>
          </a:p>
          <a:p>
            <a:r>
              <a:t>        }</a:t>
            </a:r>
          </a:p>
          <a:p>
            <a:r>
              <a:t>      ],</a:t>
            </a:r>
          </a:p>
          <a:p>
            <a:r>
              <a:t>      "mode": "verbatim"</a:t>
            </a:r>
          </a:p>
          <a:p>
            <a:r>
              <a:t>    },</a:t>
            </a:r>
          </a:p>
          <a:p>
            <a:r>
              <a:t>    {</a:t>
            </a:r>
          </a:p>
          <a:p>
            <a:r>
              <a:t>      "text": "未確認の論点と、\n追加調査で確かめる点を残す。",</a:t>
            </a:r>
          </a:p>
          <a:p>
            <a:r>
              <a:t>      "refs": [</a:t>
            </a:r>
          </a:p>
          <a:p>
            <a:r>
              <a:t>        {</a:t>
            </a:r>
          </a:p>
          <a:p>
            <a:r>
              <a:t>          "source_id": "s027",</a:t>
            </a:r>
          </a:p>
          <a:p>
            <a:r>
              <a:t>          "quote": "未確認の論点と、\n追加調査で確かめる点を残す。"</a:t>
            </a:r>
          </a:p>
          <a:p>
            <a:r>
              <a:t>        }</a:t>
            </a:r>
          </a:p>
          <a:p>
            <a:r>
              <a:t>      ],</a:t>
            </a:r>
          </a:p>
          <a:p>
            <a:r>
              <a:t>      "mode": "verbatim"</a:t>
            </a:r>
          </a:p>
          <a:p>
            <a:r>
              <a:t>    },</a:t>
            </a:r>
          </a:p>
          <a:p>
            <a:r>
              <a:t>    {</a:t>
            </a:r>
          </a:p>
          <a:p>
            <a:r>
              <a:t>      "text": "根拠：架空資料F\n確認：日付未記録",</a:t>
            </a:r>
          </a:p>
          <a:p>
            <a:r>
              <a:t>      "refs": [</a:t>
            </a:r>
          </a:p>
          <a:p>
            <a:r>
              <a:t>        {</a:t>
            </a:r>
          </a:p>
          <a:p>
            <a:r>
              <a:t>          "source_id": "s027",</a:t>
            </a:r>
          </a:p>
          <a:p>
            <a:r>
              <a:t>          "quote": "根拠：架空資料F\n確認：日付未記録"</a:t>
            </a:r>
          </a:p>
          <a:p>
            <a:r>
              <a:t>        }</a:t>
            </a:r>
          </a:p>
          <a:p>
            <a:r>
              <a:t>      ],</a:t>
            </a:r>
          </a:p>
          <a:p>
            <a:r>
              <a:t>      "mode": "verbatim"</a:t>
            </a:r>
          </a:p>
          <a:p>
            <a:r>
              <a:t>    }</a:t>
            </a:r>
          </a:p>
          <a:p>
            <a:r>
              <a:t>  ],</a:t>
            </a:r>
          </a:p>
          <a:p>
            <a:r>
              <a:t>  "citations": {</a:t>
            </a:r>
          </a:p>
          <a:p>
            <a:r>
              <a:t>    "s027": "Public MIT sample: original fictional research-sharing design section 1"</a:t>
            </a:r>
          </a:p>
          <a:p>
            <a:r>
              <a:t>  },</a:t>
            </a:r>
          </a:p>
          <a:p>
            <a:r>
              <a:t>  "template_license":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null,</a:t>
            </a:r>
          </a:p>
          <a:p>
            <a:r>
              <a:t>  "catalog": "editorial",</a:t>
            </a:r>
          </a:p>
          <a:p>
            <a:r>
              <a:t>  "family": "cards",</a:t>
            </a:r>
          </a:p>
          <a:p>
            <a:r>
              <a:t>  "structural_variant": "rows",</a:t>
            </a:r>
          </a:p>
          <a:p>
            <a:r>
              <a:t>  "repetition_reason": "Catalog inventory: adjacent entries intentionally show every count/orientation for comparison; this is not a presentation sequence.",</a:t>
            </a:r>
          </a:p>
          <a:p>
            <a:r>
              <a:t>  "images": {},</a:t>
            </a:r>
          </a:p>
          <a:p>
            <a:r>
              <a:t>  "template_sha256": "e5154c554a4620972e73890a1f49bd3bbe8af154eb621a71cb3deaa02f2e8ab7"</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"slide028",</a:t>
            </a:r>
          </a:p>
          <a:p>
            <a:r>
              <a:t>  "origin": "catalog",</a:t>
            </a:r>
          </a:p>
          <a:p>
            <a:r>
              <a:t>  "layout_id": "ed_cards_feature_left_3",</a:t>
            </a:r>
          </a:p>
          <a:p>
            <a:r>
              <a:t>  "variant": "warm",</a:t>
            </a:r>
          </a:p>
          <a:p>
            <a:r>
              <a:t>  "rationale": "Public template fixture; short fictional slot content; no private data.",</a:t>
            </a:r>
          </a:p>
          <a:p>
            <a:r>
              <a:t>  "source_sha256": "c38e01dcb14540e486d5a11ff7b07b6cff9547c6a27e869e7c53a02aada60e2d",</a:t>
            </a:r>
          </a:p>
          <a:p>
            <a:r>
              <a:t>  "evidence": [</a:t>
            </a:r>
          </a:p>
          <a:p>
            <a:r>
              <a:t>    {</a:t>
            </a:r>
          </a:p>
          <a:p>
            <a:r>
              <a:t>      "text": "最も重視する論点は検索入口を揃えること",</a:t>
            </a:r>
          </a:p>
          <a:p>
            <a:r>
              <a:t>      "refs": [</a:t>
            </a:r>
          </a:p>
          <a:p>
            <a:r>
              <a:t>        {</a:t>
            </a:r>
          </a:p>
          <a:p>
            <a:r>
              <a:t>          "source_id": "s028",</a:t>
            </a:r>
          </a:p>
          <a:p>
            <a:r>
              <a:t>          "quote": "最も重視する論点は検索入口を揃えること"</a:t>
            </a:r>
          </a:p>
          <a:p>
            <a:r>
              <a:t>        }</a:t>
            </a:r>
          </a:p>
          <a:p>
            <a:r>
              <a:t>      ],</a:t>
            </a:r>
          </a:p>
          <a:p>
            <a:r>
              <a:t>      "mode": "verbatim"</a:t>
            </a:r>
          </a:p>
          <a:p>
            <a:r>
              <a:t>    },</a:t>
            </a:r>
          </a:p>
          <a:p>
            <a:r>
              <a:t>    {</a:t>
            </a:r>
          </a:p>
          <a:p>
            <a:r>
              <a:t>      "text": "架空の社内調査。運用条件を整理した所見であり、効果を実証したものではない。",</a:t>
            </a:r>
          </a:p>
          <a:p>
            <a:r>
              <a:t>      "refs": [</a:t>
            </a:r>
          </a:p>
          <a:p>
            <a:r>
              <a:t>        {</a:t>
            </a:r>
          </a:p>
          <a:p>
            <a:r>
              <a:t>          "source_id": "s028",</a:t>
            </a:r>
          </a:p>
          <a:p>
            <a:r>
              <a:t>          "quote": "架空の社内調査。運用条件を整理した所見であり、効果を実証したものではない。"</a:t>
            </a:r>
          </a:p>
          <a:p>
            <a:r>
              <a:t>        }</a:t>
            </a:r>
          </a:p>
          <a:p>
            <a:r>
              <a:t>      ],</a:t>
            </a:r>
          </a:p>
          <a:p>
            <a:r>
              <a:t>      "mode": "verbatim"</a:t>
            </a:r>
          </a:p>
          <a:p>
            <a:r>
              <a:t>    },</a:t>
            </a:r>
          </a:p>
          <a:p>
            <a:r>
              <a:t>    {</a:t>
            </a:r>
          </a:p>
          <a:p>
            <a:r>
              <a:t>      "text": "検索入口を揃える",</a:t>
            </a:r>
          </a:p>
          <a:p>
            <a:r>
              <a:t>      "refs": [</a:t>
            </a:r>
          </a:p>
          <a:p>
            <a:r>
              <a:t>        {</a:t>
            </a:r>
          </a:p>
          <a:p>
            <a:r>
              <a:t>          "source_id": "s028",</a:t>
            </a:r>
          </a:p>
          <a:p>
            <a:r>
              <a:t>          "quote": "検索入口を揃える"</a:t>
            </a:r>
          </a:p>
          <a:p>
            <a:r>
              <a:t>        }</a:t>
            </a:r>
          </a:p>
          <a:p>
            <a:r>
              <a:t>      ],</a:t>
            </a:r>
          </a:p>
          <a:p>
            <a:r>
              <a:t>      "mode": "verbatim"</a:t>
            </a:r>
          </a:p>
          <a:p>
            <a:r>
              <a:t>    },</a:t>
            </a:r>
          </a:p>
          <a:p>
            <a:r>
              <a:t>    {</a:t>
            </a:r>
          </a:p>
          <a:p>
            <a:r>
              <a:t>      "text": "用語の揺れを減らし、部門をまたいでも同じ資料へ辿れる導線を整える。検索結果には対象範囲を添え、読み手が必要な情報かを判断できるようにする。",</a:t>
            </a:r>
          </a:p>
          <a:p>
            <a:r>
              <a:t>      "refs": [</a:t>
            </a:r>
          </a:p>
          <a:p>
            <a:r>
              <a:t>        {</a:t>
            </a:r>
          </a:p>
          <a:p>
            <a:r>
              <a:t>          "source_id": "s028",</a:t>
            </a:r>
          </a:p>
          <a:p>
            <a:r>
              <a:t>          "quote": "用語の揺れを減らし、部門をまたいでも同じ資料へ辿れる導線を整える。検索結果には対象範囲を添え、読み手が必要な情報かを判断できるようにする。"</a:t>
            </a:r>
          </a:p>
          <a:p>
            <a:r>
              <a:t>        }</a:t>
            </a:r>
          </a:p>
          <a:p>
            <a:r>
              <a:t>      ],</a:t>
            </a:r>
          </a:p>
          <a:p>
            <a:r>
              <a:t>      "mode": "verbatim"</a:t>
            </a:r>
          </a:p>
          <a:p>
            <a:r>
              <a:t>    },</a:t>
            </a:r>
          </a:p>
          <a:p>
            <a:r>
              <a:t>    {</a:t>
            </a:r>
          </a:p>
          <a:p>
            <a:r>
              <a:t>      "text": "対象：資料の入口を確認",</a:t>
            </a:r>
          </a:p>
          <a:p>
            <a:r>
              <a:t>      "refs": [</a:t>
            </a:r>
          </a:p>
          <a:p>
            <a:r>
              <a:t>        {</a:t>
            </a:r>
          </a:p>
          <a:p>
            <a:r>
              <a:t>          "source_id": "s028",</a:t>
            </a:r>
          </a:p>
          <a:p>
            <a:r>
              <a:t>          "quote": "対象：資料の入口を確認"</a:t>
            </a:r>
          </a:p>
          <a:p>
            <a:r>
              <a:t>        }</a:t>
            </a:r>
          </a:p>
          <a:p>
            <a:r>
              <a:t>      ],</a:t>
            </a:r>
          </a:p>
          <a:p>
            <a:r>
              <a:t>      "mode": "verbatim"</a:t>
            </a:r>
          </a:p>
          <a:p>
            <a:r>
              <a:t>    },</a:t>
            </a:r>
          </a:p>
          <a:p>
            <a:r>
              <a:t>    {</a:t>
            </a:r>
          </a:p>
          <a:p>
            <a:r>
              <a:t>      "text": "根拠まで辿れる",</a:t>
            </a:r>
          </a:p>
          <a:p>
            <a:r>
              <a:t>      "refs": [</a:t>
            </a:r>
          </a:p>
          <a:p>
            <a:r>
              <a:t>        {</a:t>
            </a:r>
          </a:p>
          <a:p>
            <a:r>
              <a:t>          "source_id": "s028",</a:t>
            </a:r>
          </a:p>
          <a:p>
            <a:r>
              <a:t>          "quote": "根拠まで辿れる"</a:t>
            </a:r>
          </a:p>
          <a:p>
            <a:r>
              <a:t>        }</a:t>
            </a:r>
          </a:p>
          <a:p>
            <a:r>
              <a:t>      ],</a:t>
            </a:r>
          </a:p>
          <a:p>
            <a:r>
              <a:t>      "mode": "verbatim"</a:t>
            </a:r>
          </a:p>
          <a:p>
            <a:r>
              <a:t>    },</a:t>
            </a:r>
          </a:p>
          <a:p>
            <a:r>
              <a:t>    {</a:t>
            </a:r>
          </a:p>
          <a:p>
            <a:r>
              <a:t>      "text": "原文の条件と確認日を、要約とともに残す。",</a:t>
            </a:r>
          </a:p>
          <a:p>
            <a:r>
              <a:t>      "refs": [</a:t>
            </a:r>
          </a:p>
          <a:p>
            <a:r>
              <a:t>        {</a:t>
            </a:r>
          </a:p>
          <a:p>
            <a:r>
              <a:t>          "source_id": "s028",</a:t>
            </a:r>
          </a:p>
          <a:p>
            <a:r>
              <a:t>          "quote": "原文の条件と確認日を、要約とともに残す。"</a:t>
            </a:r>
          </a:p>
          <a:p>
            <a:r>
              <a:t>        }</a:t>
            </a:r>
          </a:p>
          <a:p>
            <a:r>
              <a:t>      ],</a:t>
            </a:r>
          </a:p>
          <a:p>
            <a:r>
              <a:t>      "mode": "verbatim"</a:t>
            </a:r>
          </a:p>
          <a:p>
            <a:r>
              <a:t>    },</a:t>
            </a:r>
          </a:p>
          <a:p>
            <a:r>
              <a:t>    {</a:t>
            </a:r>
          </a:p>
          <a:p>
            <a:r>
              <a:t>      "text": "根拠：原文の条件",</a:t>
            </a:r>
          </a:p>
          <a:p>
            <a:r>
              <a:t>      "refs": [</a:t>
            </a:r>
          </a:p>
          <a:p>
            <a:r>
              <a:t>        {</a:t>
            </a:r>
          </a:p>
          <a:p>
            <a:r>
              <a:t>          "source_id": "s028",</a:t>
            </a:r>
          </a:p>
          <a:p>
            <a:r>
              <a:t>          "quote": "根拠：原文の条件"</a:t>
            </a:r>
          </a:p>
          <a:p>
            <a:r>
              <a:t>        }</a:t>
            </a:r>
          </a:p>
          <a:p>
            <a:r>
              <a:t>      ],</a:t>
            </a:r>
          </a:p>
          <a:p>
            <a:r>
              <a:t>      "mode": "verbatim"</a:t>
            </a:r>
          </a:p>
          <a:p>
            <a:r>
              <a:t>    },</a:t>
            </a:r>
          </a:p>
          <a:p>
            <a:r>
              <a:t>    {</a:t>
            </a:r>
          </a:p>
          <a:p>
            <a:r>
              <a:t>      "text": "更新範囲を決める",</a:t>
            </a:r>
          </a:p>
          <a:p>
            <a:r>
              <a:t>      "refs": [</a:t>
            </a:r>
          </a:p>
          <a:p>
            <a:r>
              <a:t>        {</a:t>
            </a:r>
          </a:p>
          <a:p>
            <a:r>
              <a:t>          "source_id": "s028",</a:t>
            </a:r>
          </a:p>
          <a:p>
            <a:r>
              <a:t>          "quote": "更新範囲を決める"</a:t>
            </a:r>
          </a:p>
          <a:p>
            <a:r>
              <a:t>        }</a:t>
            </a:r>
          </a:p>
          <a:p>
            <a:r>
              <a:t>      ],</a:t>
            </a:r>
          </a:p>
          <a:p>
            <a:r>
              <a:t>      "mode": "verbatim"</a:t>
            </a:r>
          </a:p>
          <a:p>
            <a:r>
              <a:t>    },</a:t>
            </a:r>
          </a:p>
          <a:p>
            <a:r>
              <a:t>    {</a:t>
            </a:r>
          </a:p>
          <a:p>
            <a:r>
              <a:t>      "text": "変更頻度に応じて担当と再確認の時期を決める。",</a:t>
            </a:r>
          </a:p>
          <a:p>
            <a:r>
              <a:t>      "refs": [</a:t>
            </a:r>
          </a:p>
          <a:p>
            <a:r>
              <a:t>        {</a:t>
            </a:r>
          </a:p>
          <a:p>
            <a:r>
              <a:t>          "source_id": "s028",</a:t>
            </a:r>
          </a:p>
          <a:p>
            <a:r>
              <a:t>          "quote": "変更頻度に応じて担当と再確認の時期を決める。"</a:t>
            </a:r>
          </a:p>
          <a:p>
            <a:r>
              <a:t>        }</a:t>
            </a:r>
          </a:p>
          <a:p>
            <a:r>
              <a:t>      ],</a:t>
            </a:r>
          </a:p>
          <a:p>
            <a:r>
              <a:t>      "mode": "verbatim"</a:t>
            </a:r>
          </a:p>
          <a:p>
            <a:r>
              <a:t>    },</a:t>
            </a:r>
          </a:p>
          <a:p>
            <a:r>
              <a:t>    {</a:t>
            </a:r>
          </a:p>
          <a:p>
            <a:r>
              <a:t>      "text": "留保：運用負荷は未検証",</a:t>
            </a:r>
          </a:p>
          <a:p>
            <a:r>
              <a:t>      "refs": [</a:t>
            </a:r>
          </a:p>
          <a:p>
            <a:r>
              <a:t>        {</a:t>
            </a:r>
          </a:p>
          <a:p>
            <a:r>
              <a:t>          "source_id": "s028",</a:t>
            </a:r>
          </a:p>
          <a:p>
            <a:r>
              <a:t>          "quote": "留保：運用負荷は未検証"</a:t>
            </a:r>
          </a:p>
          <a:p>
            <a:r>
              <a:t>        }</a:t>
            </a:r>
          </a:p>
          <a:p>
            <a:r>
              <a:t>      ],</a:t>
            </a:r>
          </a:p>
          <a:p>
            <a:r>
              <a:t>      "mode": "verbatim"</a:t>
            </a:r>
          </a:p>
          <a:p>
            <a:r>
              <a:t>    }</a:t>
            </a:r>
          </a:p>
          <a:p>
            <a:r>
              <a:t>  ],</a:t>
            </a:r>
          </a:p>
          <a:p>
            <a:r>
              <a:t>  "citations": {</a:t>
            </a:r>
          </a:p>
          <a:p>
            <a:r>
              <a:t>    "s028": "Public MIT sample: original fictional research-sharing design section 1"</a:t>
            </a:r>
          </a:p>
          <a:p>
            <a:r>
              <a:t>  },</a:t>
            </a:r>
          </a:p>
          <a:p>
            <a:r>
              <a:t>  "template_license":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null,</a:t>
            </a:r>
          </a:p>
          <a:p>
            <a:r>
              <a:t>  "catalog": "editorial",</a:t>
            </a:r>
          </a:p>
          <a:p>
            <a:r>
              <a:t>  "family": "cards",</a:t>
            </a:r>
          </a:p>
          <a:p>
            <a:r>
              <a:t>  "structural_variant": "feature_left",</a:t>
            </a:r>
          </a:p>
          <a:p>
            <a:r>
              <a:t>  "repetition_reason": "Catalog inventory: adjacent entries intentionally show every count/orientation for comparison; this is not a presentation sequence.",</a:t>
            </a:r>
          </a:p>
          <a:p>
            <a:r>
              <a:t>  "images": {},</a:t>
            </a:r>
          </a:p>
          <a:p>
            <a:r>
              <a:t>  "template_sha256": "77c63ee2a3ab4725dbf3d01e3e94ffe3dcad2657c1ba94d285d2189ff8dd60bf"</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"slide029",</a:t>
            </a:r>
          </a:p>
          <a:p>
            <a:r>
              <a:t>  "origin": "catalog",</a:t>
            </a:r>
          </a:p>
          <a:p>
            <a:r>
              <a:t>  "layout_id": "ed_cards_feature_right_3",</a:t>
            </a:r>
          </a:p>
          <a:p>
            <a:r>
              <a:t>  "variant": "warm",</a:t>
            </a:r>
          </a:p>
          <a:p>
            <a:r>
              <a:t>  "rationale": "Public template fixture; short fictional slot content; no private data.",</a:t>
            </a:r>
          </a:p>
          <a:p>
            <a:r>
              <a:t>  "source_sha256": "c38e01dcb14540e486d5a11ff7b07b6cff9547c6a27e869e7c53a02aada60e2d",</a:t>
            </a:r>
          </a:p>
          <a:p>
            <a:r>
              <a:t>  "evidence": [</a:t>
            </a:r>
          </a:p>
          <a:p>
            <a:r>
              <a:t>    {</a:t>
            </a:r>
          </a:p>
          <a:p>
            <a:r>
              <a:t>      "text": "最も重視する論点は検索入口を揃えること",</a:t>
            </a:r>
          </a:p>
          <a:p>
            <a:r>
              <a:t>      "refs": [</a:t>
            </a:r>
          </a:p>
          <a:p>
            <a:r>
              <a:t>        {</a:t>
            </a:r>
          </a:p>
          <a:p>
            <a:r>
              <a:t>          "source_id": "s029",</a:t>
            </a:r>
          </a:p>
          <a:p>
            <a:r>
              <a:t>          "quote": "最も重視する論点は検索入口を揃えること"</a:t>
            </a:r>
          </a:p>
          <a:p>
            <a:r>
              <a:t>        }</a:t>
            </a:r>
          </a:p>
          <a:p>
            <a:r>
              <a:t>      ],</a:t>
            </a:r>
          </a:p>
          <a:p>
            <a:r>
              <a:t>      "mode": "verbatim"</a:t>
            </a:r>
          </a:p>
          <a:p>
            <a:r>
              <a:t>    },</a:t>
            </a:r>
          </a:p>
          <a:p>
            <a:r>
              <a:t>    {</a:t>
            </a:r>
          </a:p>
          <a:p>
            <a:r>
              <a:t>      "text": "架空の社内調査。運用条件を整理した所見であり、効果を実証したものではない。",</a:t>
            </a:r>
          </a:p>
          <a:p>
            <a:r>
              <a:t>      "refs": [</a:t>
            </a:r>
          </a:p>
          <a:p>
            <a:r>
              <a:t>        {</a:t>
            </a:r>
          </a:p>
          <a:p>
            <a:r>
              <a:t>          "source_id": "s029",</a:t>
            </a:r>
          </a:p>
          <a:p>
            <a:r>
              <a:t>          "quote": "架空の社内調査。運用条件を整理した所見であり、効果を実証したものではない。"</a:t>
            </a:r>
          </a:p>
          <a:p>
            <a:r>
              <a:t>        }</a:t>
            </a:r>
          </a:p>
          <a:p>
            <a:r>
              <a:t>      ],</a:t>
            </a:r>
          </a:p>
          <a:p>
            <a:r>
              <a:t>      "mode": "verbatim"</a:t>
            </a:r>
          </a:p>
          <a:p>
            <a:r>
              <a:t>    },</a:t>
            </a:r>
          </a:p>
          <a:p>
            <a:r>
              <a:t>    {</a:t>
            </a:r>
          </a:p>
          <a:p>
            <a:r>
              <a:t>      "text": "検索入口を揃える",</a:t>
            </a:r>
          </a:p>
          <a:p>
            <a:r>
              <a:t>      "refs": [</a:t>
            </a:r>
          </a:p>
          <a:p>
            <a:r>
              <a:t>        {</a:t>
            </a:r>
          </a:p>
          <a:p>
            <a:r>
              <a:t>          "source_id": "s029",</a:t>
            </a:r>
          </a:p>
          <a:p>
            <a:r>
              <a:t>          "quote": "検索入口を揃える"</a:t>
            </a:r>
          </a:p>
          <a:p>
            <a:r>
              <a:t>        }</a:t>
            </a:r>
          </a:p>
          <a:p>
            <a:r>
              <a:t>      ],</a:t>
            </a:r>
          </a:p>
          <a:p>
            <a:r>
              <a:t>      "mode": "verbatim"</a:t>
            </a:r>
          </a:p>
          <a:p>
            <a:r>
              <a:t>    },</a:t>
            </a:r>
          </a:p>
          <a:p>
            <a:r>
              <a:t>    {</a:t>
            </a:r>
          </a:p>
          <a:p>
            <a:r>
              <a:t>      "text": "用語の揺れを減らし、部門をまたいでも同じ資料へ辿れる導線を整える。検索結果には対象範囲を添え、読み手が必要な情報かを判断できるようにする。",</a:t>
            </a:r>
          </a:p>
          <a:p>
            <a:r>
              <a:t>      "refs": [</a:t>
            </a:r>
          </a:p>
          <a:p>
            <a:r>
              <a:t>        {</a:t>
            </a:r>
          </a:p>
          <a:p>
            <a:r>
              <a:t>          "source_id": "s029",</a:t>
            </a:r>
          </a:p>
          <a:p>
            <a:r>
              <a:t>          "quote": "用語の揺れを減らし、部門をまたいでも同じ資料へ辿れる導線を整える。検索結果には対象範囲を添え、読み手が必要な情報かを判断できるようにする。"</a:t>
            </a:r>
          </a:p>
          <a:p>
            <a:r>
              <a:t>        }</a:t>
            </a:r>
          </a:p>
          <a:p>
            <a:r>
              <a:t>      ],</a:t>
            </a:r>
          </a:p>
          <a:p>
            <a:r>
              <a:t>      "mode": "verbatim"</a:t>
            </a:r>
          </a:p>
          <a:p>
            <a:r>
              <a:t>    },</a:t>
            </a:r>
          </a:p>
          <a:p>
            <a:r>
              <a:t>    {</a:t>
            </a:r>
          </a:p>
          <a:p>
            <a:r>
              <a:t>      "text": "対象：資料の入口を確認",</a:t>
            </a:r>
          </a:p>
          <a:p>
            <a:r>
              <a:t>      "refs": [</a:t>
            </a:r>
          </a:p>
          <a:p>
            <a:r>
              <a:t>        {</a:t>
            </a:r>
          </a:p>
          <a:p>
            <a:r>
              <a:t>          "source_id": "s029",</a:t>
            </a:r>
          </a:p>
          <a:p>
            <a:r>
              <a:t>          "quote": "対象：資料の入口を確認"</a:t>
            </a:r>
          </a:p>
          <a:p>
            <a:r>
              <a:t>        }</a:t>
            </a:r>
          </a:p>
          <a:p>
            <a:r>
              <a:t>      ],</a:t>
            </a:r>
          </a:p>
          <a:p>
            <a:r>
              <a:t>      "mode": "verbatim"</a:t>
            </a:r>
          </a:p>
          <a:p>
            <a:r>
              <a:t>    },</a:t>
            </a:r>
          </a:p>
          <a:p>
            <a:r>
              <a:t>    {</a:t>
            </a:r>
          </a:p>
          <a:p>
            <a:r>
              <a:t>      "text": "根拠まで辿れる",</a:t>
            </a:r>
          </a:p>
          <a:p>
            <a:r>
              <a:t>      "refs": [</a:t>
            </a:r>
          </a:p>
          <a:p>
            <a:r>
              <a:t>        {</a:t>
            </a:r>
          </a:p>
          <a:p>
            <a:r>
              <a:t>          "source_id": "s029",</a:t>
            </a:r>
          </a:p>
          <a:p>
            <a:r>
              <a:t>          "quote": "根拠まで辿れる"</a:t>
            </a:r>
          </a:p>
          <a:p>
            <a:r>
              <a:t>        }</a:t>
            </a:r>
          </a:p>
          <a:p>
            <a:r>
              <a:t>      ],</a:t>
            </a:r>
          </a:p>
          <a:p>
            <a:r>
              <a:t>      "mode": "verbatim"</a:t>
            </a:r>
          </a:p>
          <a:p>
            <a:r>
              <a:t>    },</a:t>
            </a:r>
          </a:p>
          <a:p>
            <a:r>
              <a:t>    {</a:t>
            </a:r>
          </a:p>
          <a:p>
            <a:r>
              <a:t>      "text": "原文の条件と確認日を、要約とともに残す。",</a:t>
            </a:r>
          </a:p>
          <a:p>
            <a:r>
              <a:t>      "refs": [</a:t>
            </a:r>
          </a:p>
          <a:p>
            <a:r>
              <a:t>        {</a:t>
            </a:r>
          </a:p>
          <a:p>
            <a:r>
              <a:t>          "source_id": "s029",</a:t>
            </a:r>
          </a:p>
          <a:p>
            <a:r>
              <a:t>          "quote": "原文の条件と確認日を、要約とともに残す。"</a:t>
            </a:r>
          </a:p>
          <a:p>
            <a:r>
              <a:t>        }</a:t>
            </a:r>
          </a:p>
          <a:p>
            <a:r>
              <a:t>      ],</a:t>
            </a:r>
          </a:p>
          <a:p>
            <a:r>
              <a:t>      "mode": "verbatim"</a:t>
            </a:r>
          </a:p>
          <a:p>
            <a:r>
              <a:t>    },</a:t>
            </a:r>
          </a:p>
          <a:p>
            <a:r>
              <a:t>    {</a:t>
            </a:r>
          </a:p>
          <a:p>
            <a:r>
              <a:t>      "text": "根拠：原文の条件",</a:t>
            </a:r>
          </a:p>
          <a:p>
            <a:r>
              <a:t>      "refs": [</a:t>
            </a:r>
          </a:p>
          <a:p>
            <a:r>
              <a:t>        {</a:t>
            </a:r>
          </a:p>
          <a:p>
            <a:r>
              <a:t>          "source_id": "s029",</a:t>
            </a:r>
          </a:p>
          <a:p>
            <a:r>
              <a:t>          "quote": "根拠：原文の条件"</a:t>
            </a:r>
          </a:p>
          <a:p>
            <a:r>
              <a:t>        }</a:t>
            </a:r>
          </a:p>
          <a:p>
            <a:r>
              <a:t>      ],</a:t>
            </a:r>
          </a:p>
          <a:p>
            <a:r>
              <a:t>      "mode": "verbatim"</a:t>
            </a:r>
          </a:p>
          <a:p>
            <a:r>
              <a:t>    },</a:t>
            </a:r>
          </a:p>
          <a:p>
            <a:r>
              <a:t>    {</a:t>
            </a:r>
          </a:p>
          <a:p>
            <a:r>
              <a:t>      "text": "更新範囲を決める",</a:t>
            </a:r>
          </a:p>
          <a:p>
            <a:r>
              <a:t>      "refs": [</a:t>
            </a:r>
          </a:p>
          <a:p>
            <a:r>
              <a:t>        {</a:t>
            </a:r>
          </a:p>
          <a:p>
            <a:r>
              <a:t>          "source_id": "s029",</a:t>
            </a:r>
          </a:p>
          <a:p>
            <a:r>
              <a:t>          "quote": "更新範囲を決める"</a:t>
            </a:r>
          </a:p>
          <a:p>
            <a:r>
              <a:t>        }</a:t>
            </a:r>
          </a:p>
          <a:p>
            <a:r>
              <a:t>      ],</a:t>
            </a:r>
          </a:p>
          <a:p>
            <a:r>
              <a:t>      "mode": "verbatim"</a:t>
            </a:r>
          </a:p>
          <a:p>
            <a:r>
              <a:t>    },</a:t>
            </a:r>
          </a:p>
          <a:p>
            <a:r>
              <a:t>    {</a:t>
            </a:r>
          </a:p>
          <a:p>
            <a:r>
              <a:t>      "text": "変更頻度に応じて担当と再確認の時期を決める。",</a:t>
            </a:r>
          </a:p>
          <a:p>
            <a:r>
              <a:t>      "refs": [</a:t>
            </a:r>
          </a:p>
          <a:p>
            <a:r>
              <a:t>        {</a:t>
            </a:r>
          </a:p>
          <a:p>
            <a:r>
              <a:t>          "source_id": "s029",</a:t>
            </a:r>
          </a:p>
          <a:p>
            <a:r>
              <a:t>          "quote": "変更頻度に応じて担当と再確認の時期を決める。"</a:t>
            </a:r>
          </a:p>
          <a:p>
            <a:r>
              <a:t>        }</a:t>
            </a:r>
          </a:p>
          <a:p>
            <a:r>
              <a:t>      ],</a:t>
            </a:r>
          </a:p>
          <a:p>
            <a:r>
              <a:t>      "mode": "verbatim"</a:t>
            </a:r>
          </a:p>
          <a:p>
            <a:r>
              <a:t>    },</a:t>
            </a:r>
          </a:p>
          <a:p>
            <a:r>
              <a:t>    {</a:t>
            </a:r>
          </a:p>
          <a:p>
            <a:r>
              <a:t>      "text": "留保：運用負荷は未検証",</a:t>
            </a:r>
          </a:p>
          <a:p>
            <a:r>
              <a:t>      "refs": [</a:t>
            </a:r>
          </a:p>
          <a:p>
            <a:r>
              <a:t>        {</a:t>
            </a:r>
          </a:p>
          <a:p>
            <a:r>
              <a:t>          "source_id": "s029",</a:t>
            </a:r>
          </a:p>
          <a:p>
            <a:r>
              <a:t>          "quote": "留保：運用負荷は未検証"</a:t>
            </a:r>
          </a:p>
          <a:p>
            <a:r>
              <a:t>        }</a:t>
            </a:r>
          </a:p>
          <a:p>
            <a:r>
              <a:t>      ],</a:t>
            </a:r>
          </a:p>
          <a:p>
            <a:r>
              <a:t>      "mode": "verbatim"</a:t>
            </a:r>
          </a:p>
          <a:p>
            <a:r>
              <a:t>    }</a:t>
            </a:r>
          </a:p>
          <a:p>
            <a:r>
              <a:t>  ],</a:t>
            </a:r>
          </a:p>
          <a:p>
            <a:r>
              <a:t>  "citations": {</a:t>
            </a:r>
          </a:p>
          <a:p>
            <a:r>
              <a:t>    "s029": "Public MIT sample: original fictional research-sharing design section 1"</a:t>
            </a:r>
          </a:p>
          <a:p>
            <a:r>
              <a:t>  },</a:t>
            </a:r>
          </a:p>
          <a:p>
            <a:r>
              <a:t>  "template_license":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null,</a:t>
            </a:r>
          </a:p>
          <a:p>
            <a:r>
              <a:t>  "catalog": "editorial",</a:t>
            </a:r>
          </a:p>
          <a:p>
            <a:r>
              <a:t>  "family": "cards",</a:t>
            </a:r>
          </a:p>
          <a:p>
            <a:r>
              <a:t>  "structural_variant": "feature_right",</a:t>
            </a:r>
          </a:p>
          <a:p>
            <a:r>
              <a:t>  "repetition_reason": "Catalog inventory: adjacent entries intentionally show every count/orientation for comparison; this is not a presentation sequence.",</a:t>
            </a:r>
          </a:p>
          <a:p>
            <a:r>
              <a:t>  "images": {},</a:t>
            </a:r>
          </a:p>
          <a:p>
            <a:r>
              <a:t>  "template_sha256": "7e9dcbe298d4fb56e704e6dca81e0c14499f59e3d69ba3aa08d99878a6adbc46"</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"slide030",</a:t>
            </a:r>
          </a:p>
          <a:p>
            <a:r>
              <a:t>  "origin": "catalog",</a:t>
            </a:r>
          </a:p>
          <a:p>
            <a:r>
              <a:t>  "layout_id": "ed_cards_feature_left_4",</a:t>
            </a:r>
          </a:p>
          <a:p>
            <a:r>
              <a:t>  "variant": "warm",</a:t>
            </a:r>
          </a:p>
          <a:p>
            <a:r>
              <a:t>  "rationale": "Public template fixture; short fictional slot content; no private data.",</a:t>
            </a:r>
          </a:p>
          <a:p>
            <a:r>
              <a:t>  "source_sha256": "c38e01dcb14540e486d5a11ff7b07b6cff9547c6a27e869e7c53a02aada60e2d",</a:t>
            </a:r>
          </a:p>
          <a:p>
            <a:r>
              <a:t>  "evidence": [</a:t>
            </a:r>
          </a:p>
          <a:p>
            <a:r>
              <a:t>    {</a:t>
            </a:r>
          </a:p>
          <a:p>
            <a:r>
              <a:t>      "text": "最も重視する論点は検索入口を揃えること",</a:t>
            </a:r>
          </a:p>
          <a:p>
            <a:r>
              <a:t>      "refs": [</a:t>
            </a:r>
          </a:p>
          <a:p>
            <a:r>
              <a:t>        {</a:t>
            </a:r>
          </a:p>
          <a:p>
            <a:r>
              <a:t>          "source_id": "s030",</a:t>
            </a:r>
          </a:p>
          <a:p>
            <a:r>
              <a:t>          "quote": "最も重視する論点は検索入口を揃えること"</a:t>
            </a:r>
          </a:p>
          <a:p>
            <a:r>
              <a:t>        }</a:t>
            </a:r>
          </a:p>
          <a:p>
            <a:r>
              <a:t>      ],</a:t>
            </a:r>
          </a:p>
          <a:p>
            <a:r>
              <a:t>      "mode": "verbatim"</a:t>
            </a:r>
          </a:p>
          <a:p>
            <a:r>
              <a:t>    },</a:t>
            </a:r>
          </a:p>
          <a:p>
            <a:r>
              <a:t>    {</a:t>
            </a:r>
          </a:p>
          <a:p>
            <a:r>
              <a:t>      "text": "架空の社内調査。運用条件を整理した所見であり、効果を実証したものではない。",</a:t>
            </a:r>
          </a:p>
          <a:p>
            <a:r>
              <a:t>      "refs": [</a:t>
            </a:r>
          </a:p>
          <a:p>
            <a:r>
              <a:t>        {</a:t>
            </a:r>
          </a:p>
          <a:p>
            <a:r>
              <a:t>          "source_id": "s030",</a:t>
            </a:r>
          </a:p>
          <a:p>
            <a:r>
              <a:t>          "quote": "架空の社内調査。運用条件を整理した所見であり、効果を実証したものではない。"</a:t>
            </a:r>
          </a:p>
          <a:p>
            <a:r>
              <a:t>        }</a:t>
            </a:r>
          </a:p>
          <a:p>
            <a:r>
              <a:t>      ],</a:t>
            </a:r>
          </a:p>
          <a:p>
            <a:r>
              <a:t>      "mode": "verbatim"</a:t>
            </a:r>
          </a:p>
          <a:p>
            <a:r>
              <a:t>    },</a:t>
            </a:r>
          </a:p>
          <a:p>
            <a:r>
              <a:t>    {</a:t>
            </a:r>
          </a:p>
          <a:p>
            <a:r>
              <a:t>      "text": "検索入口を揃える",</a:t>
            </a:r>
          </a:p>
          <a:p>
            <a:r>
              <a:t>      "refs": [</a:t>
            </a:r>
          </a:p>
          <a:p>
            <a:r>
              <a:t>        {</a:t>
            </a:r>
          </a:p>
          <a:p>
            <a:r>
              <a:t>          "source_id": "s030",</a:t>
            </a:r>
          </a:p>
          <a:p>
            <a:r>
              <a:t>          "quote": "検索入口を揃える"</a:t>
            </a:r>
          </a:p>
          <a:p>
            <a:r>
              <a:t>        }</a:t>
            </a:r>
          </a:p>
          <a:p>
            <a:r>
              <a:t>      ],</a:t>
            </a:r>
          </a:p>
          <a:p>
            <a:r>
              <a:t>      "mode": "verbatim"</a:t>
            </a:r>
          </a:p>
          <a:p>
            <a:r>
              <a:t>    },</a:t>
            </a:r>
          </a:p>
          <a:p>
            <a:r>
              <a:t>    {</a:t>
            </a:r>
          </a:p>
          <a:p>
            <a:r>
              <a:t>      "text": "用語の揺れを減らし、部門をまたいでも同じ資料へ辿れる導線を整える。検索結果には対象範囲を添え、読み手が必要な情報かを判断できるようにする。",</a:t>
            </a:r>
          </a:p>
          <a:p>
            <a:r>
              <a:t>      "refs": [</a:t>
            </a:r>
          </a:p>
          <a:p>
            <a:r>
              <a:t>        {</a:t>
            </a:r>
          </a:p>
          <a:p>
            <a:r>
              <a:t>          "source_id": "s030",</a:t>
            </a:r>
          </a:p>
          <a:p>
            <a:r>
              <a:t>          "quote": "用語の揺れを減らし、部門をまたいでも同じ資料へ辿れる導線を整える。検索結果には対象範囲を添え、読み手が必要な情報かを判断できるようにする。"</a:t>
            </a:r>
          </a:p>
          <a:p>
            <a:r>
              <a:t>        }</a:t>
            </a:r>
          </a:p>
          <a:p>
            <a:r>
              <a:t>      ],</a:t>
            </a:r>
          </a:p>
          <a:p>
            <a:r>
              <a:t>      "mode": "verbatim"</a:t>
            </a:r>
          </a:p>
          <a:p>
            <a:r>
              <a:t>    },</a:t>
            </a:r>
          </a:p>
          <a:p>
            <a:r>
              <a:t>    {</a:t>
            </a:r>
          </a:p>
          <a:p>
            <a:r>
              <a:t>      "text": "対象：資料の入口を確認",</a:t>
            </a:r>
          </a:p>
          <a:p>
            <a:r>
              <a:t>      "refs": [</a:t>
            </a:r>
          </a:p>
          <a:p>
            <a:r>
              <a:t>        {</a:t>
            </a:r>
          </a:p>
          <a:p>
            <a:r>
              <a:t>          "source_id": "s030",</a:t>
            </a:r>
          </a:p>
          <a:p>
            <a:r>
              <a:t>          "quote": "対象：資料の入口を確認"</a:t>
            </a:r>
          </a:p>
          <a:p>
            <a:r>
              <a:t>        }</a:t>
            </a:r>
          </a:p>
          <a:p>
            <a:r>
              <a:t>      ],</a:t>
            </a:r>
          </a:p>
          <a:p>
            <a:r>
              <a:t>      "mode": "verbatim"</a:t>
            </a:r>
          </a:p>
          <a:p>
            <a:r>
              <a:t>    },</a:t>
            </a:r>
          </a:p>
          <a:p>
            <a:r>
              <a:t>    {</a:t>
            </a:r>
          </a:p>
          <a:p>
            <a:r>
              <a:t>      "text": "根拠まで辿れる",</a:t>
            </a:r>
          </a:p>
          <a:p>
            <a:r>
              <a:t>      "refs": [</a:t>
            </a:r>
          </a:p>
          <a:p>
            <a:r>
              <a:t>        {</a:t>
            </a:r>
          </a:p>
          <a:p>
            <a:r>
              <a:t>          "source_id": "s030",</a:t>
            </a:r>
          </a:p>
          <a:p>
            <a:r>
              <a:t>          "quote": "根拠まで辿れる"</a:t>
            </a:r>
          </a:p>
          <a:p>
            <a:r>
              <a:t>        }</a:t>
            </a:r>
          </a:p>
          <a:p>
            <a:r>
              <a:t>      ],</a:t>
            </a:r>
          </a:p>
          <a:p>
            <a:r>
              <a:t>      "mode": "verbatim"</a:t>
            </a:r>
          </a:p>
          <a:p>
            <a:r>
              <a:t>    },</a:t>
            </a:r>
          </a:p>
          <a:p>
            <a:r>
              <a:t>    {</a:t>
            </a:r>
          </a:p>
          <a:p>
            <a:r>
              <a:t>      "text": "原文の条件と確認日を残す。",</a:t>
            </a:r>
          </a:p>
          <a:p>
            <a:r>
              <a:t>      "refs": [</a:t>
            </a:r>
          </a:p>
          <a:p>
            <a:r>
              <a:t>        {</a:t>
            </a:r>
          </a:p>
          <a:p>
            <a:r>
              <a:t>          "source_id": "s030",</a:t>
            </a:r>
          </a:p>
          <a:p>
            <a:r>
              <a:t>          "quote": "原文の条件と確認日を残す。"</a:t>
            </a:r>
          </a:p>
          <a:p>
            <a:r>
              <a:t>        }</a:t>
            </a:r>
          </a:p>
          <a:p>
            <a:r>
              <a:t>      ],</a:t>
            </a:r>
          </a:p>
          <a:p>
            <a:r>
              <a:t>      "mode": "verbatim"</a:t>
            </a:r>
          </a:p>
          <a:p>
            <a:r>
              <a:t>    },</a:t>
            </a:r>
          </a:p>
          <a:p>
            <a:r>
              <a:t>    {</a:t>
            </a:r>
          </a:p>
          <a:p>
            <a:r>
              <a:t>      "text": "根拠：原文の条件",</a:t>
            </a:r>
          </a:p>
          <a:p>
            <a:r>
              <a:t>      "refs": [</a:t>
            </a:r>
          </a:p>
          <a:p>
            <a:r>
              <a:t>        {</a:t>
            </a:r>
          </a:p>
          <a:p>
            <a:r>
              <a:t>          "source_id": "s030",</a:t>
            </a:r>
          </a:p>
          <a:p>
            <a:r>
              <a:t>          "quote": "根拠：原文の条件"</a:t>
            </a:r>
          </a:p>
          <a:p>
            <a:r>
              <a:t>        }</a:t>
            </a:r>
          </a:p>
          <a:p>
            <a:r>
              <a:t>      ],</a:t>
            </a:r>
          </a:p>
          <a:p>
            <a:r>
              <a:t>      "mode": "verbatim"</a:t>
            </a:r>
          </a:p>
          <a:p>
            <a:r>
              <a:t>    },</a:t>
            </a:r>
          </a:p>
          <a:p>
            <a:r>
              <a:t>    {</a:t>
            </a:r>
          </a:p>
          <a:p>
            <a:r>
              <a:t>      "text": "更新範囲を決める",</a:t>
            </a:r>
          </a:p>
          <a:p>
            <a:r>
              <a:t>      "refs": [</a:t>
            </a:r>
          </a:p>
          <a:p>
            <a:r>
              <a:t>        {</a:t>
            </a:r>
          </a:p>
          <a:p>
            <a:r>
              <a:t>          "source_id": "s030",</a:t>
            </a:r>
          </a:p>
          <a:p>
            <a:r>
              <a:t>          "quote": "更新範囲を決める"</a:t>
            </a:r>
          </a:p>
          <a:p>
            <a:r>
              <a:t>        }</a:t>
            </a:r>
          </a:p>
          <a:p>
            <a:r>
              <a:t>      ],</a:t>
            </a:r>
          </a:p>
          <a:p>
            <a:r>
              <a:t>      "mode": "verbatim"</a:t>
            </a:r>
          </a:p>
          <a:p>
            <a:r>
              <a:t>    },</a:t>
            </a:r>
          </a:p>
          <a:p>
            <a:r>
              <a:t>    {</a:t>
            </a:r>
          </a:p>
          <a:p>
            <a:r>
              <a:t>      "text": "更新担当と確認時期を決める。",</a:t>
            </a:r>
          </a:p>
          <a:p>
            <a:r>
              <a:t>      "refs": [</a:t>
            </a:r>
          </a:p>
          <a:p>
            <a:r>
              <a:t>        {</a:t>
            </a:r>
          </a:p>
          <a:p>
            <a:r>
              <a:t>          "source_id": "s030",</a:t>
            </a:r>
          </a:p>
          <a:p>
            <a:r>
              <a:t>          "quote": "更新担当と確認時期を決める。"</a:t>
            </a:r>
          </a:p>
          <a:p>
            <a:r>
              <a:t>        }</a:t>
            </a:r>
          </a:p>
          <a:p>
            <a:r>
              <a:t>      ],</a:t>
            </a:r>
          </a:p>
          <a:p>
            <a:r>
              <a:t>      "mode": "verbatim"</a:t>
            </a:r>
          </a:p>
          <a:p>
            <a:r>
              <a:t>    },</a:t>
            </a:r>
          </a:p>
          <a:p>
            <a:r>
              <a:t>    {</a:t>
            </a:r>
          </a:p>
          <a:p>
            <a:r>
              <a:t>      "text": "留保：運用負荷は未検証",</a:t>
            </a:r>
          </a:p>
          <a:p>
            <a:r>
              <a:t>      "refs": [</a:t>
            </a:r>
          </a:p>
          <a:p>
            <a:r>
              <a:t>        {</a:t>
            </a:r>
          </a:p>
          <a:p>
            <a:r>
              <a:t>          "source_id": "s030",</a:t>
            </a:r>
          </a:p>
          <a:p>
            <a:r>
              <a:t>          "quote": "留保：運用負荷は未検証"</a:t>
            </a:r>
          </a:p>
          <a:p>
            <a:r>
              <a:t>        }</a:t>
            </a:r>
          </a:p>
          <a:p>
            <a:r>
              <a:t>      ],</a:t>
            </a:r>
          </a:p>
          <a:p>
            <a:r>
              <a:t>      "mode": "verbatim"</a:t>
            </a:r>
          </a:p>
          <a:p>
            <a:r>
              <a:t>    },</a:t>
            </a:r>
          </a:p>
          <a:p>
            <a:r>
              <a:t>    {</a:t>
            </a:r>
          </a:p>
          <a:p>
            <a:r>
              <a:t>      "text": "例外を見える化",</a:t>
            </a:r>
          </a:p>
          <a:p>
            <a:r>
              <a:t>      "refs": [</a:t>
            </a:r>
          </a:p>
          <a:p>
            <a:r>
              <a:t>        {</a:t>
            </a:r>
          </a:p>
          <a:p>
            <a:r>
              <a:t>          "source_id": "s030",</a:t>
            </a:r>
          </a:p>
          <a:p>
            <a:r>
              <a:t>          "quote": "例外を見える化"</a:t>
            </a:r>
          </a:p>
          <a:p>
            <a:r>
              <a:t>        }</a:t>
            </a:r>
          </a:p>
          <a:p>
            <a:r>
              <a:t>      ],</a:t>
            </a:r>
          </a:p>
          <a:p>
            <a:r>
              <a:t>      "mode": "verbatim"</a:t>
            </a:r>
          </a:p>
          <a:p>
            <a:r>
              <a:t>    },</a:t>
            </a:r>
          </a:p>
          <a:p>
            <a:r>
              <a:t>    {</a:t>
            </a:r>
          </a:p>
          <a:p>
            <a:r>
              <a:t>      "text": "対象外の場面と前提を記録する。",</a:t>
            </a:r>
          </a:p>
          <a:p>
            <a:r>
              <a:t>      "refs": [</a:t>
            </a:r>
          </a:p>
          <a:p>
            <a:r>
              <a:t>        {</a:t>
            </a:r>
          </a:p>
          <a:p>
            <a:r>
              <a:t>          "source_id": "s030",</a:t>
            </a:r>
          </a:p>
          <a:p>
            <a:r>
              <a:t>          "quote": "対象外の場面と前提を記録する。"</a:t>
            </a:r>
          </a:p>
          <a:p>
            <a:r>
              <a:t>        }</a:t>
            </a:r>
          </a:p>
          <a:p>
            <a:r>
              <a:t>      ],</a:t>
            </a:r>
          </a:p>
          <a:p>
            <a:r>
              <a:t>      "mode": "verbatim"</a:t>
            </a:r>
          </a:p>
          <a:p>
            <a:r>
              <a:t>    },</a:t>
            </a:r>
          </a:p>
          <a:p>
            <a:r>
              <a:t>    {</a:t>
            </a:r>
          </a:p>
          <a:p>
            <a:r>
              <a:t>      "text": "注意：適用範囲を確認",</a:t>
            </a:r>
          </a:p>
          <a:p>
            <a:r>
              <a:t>      "refs": [</a:t>
            </a:r>
          </a:p>
          <a:p>
            <a:r>
              <a:t>        {</a:t>
            </a:r>
          </a:p>
          <a:p>
            <a:r>
              <a:t>          "source_id": "s030",</a:t>
            </a:r>
          </a:p>
          <a:p>
            <a:r>
              <a:t>          "quote": "注意：適用範囲を確認"</a:t>
            </a:r>
          </a:p>
          <a:p>
            <a:r>
              <a:t>        }</a:t>
            </a:r>
          </a:p>
          <a:p>
            <a:r>
              <a:t>      ],</a:t>
            </a:r>
          </a:p>
          <a:p>
            <a:r>
              <a:t>      "mode": "verbatim"</a:t>
            </a:r>
          </a:p>
          <a:p>
            <a:r>
              <a:t>    }</a:t>
            </a:r>
          </a:p>
          <a:p>
            <a:r>
              <a:t>  ],</a:t>
            </a:r>
          </a:p>
          <a:p>
            <a:r>
              <a:t>  "citations": {</a:t>
            </a:r>
          </a:p>
          <a:p>
            <a:r>
              <a:t>    "s030": "Public MIT sample: original fictional research-sharing design section 1"</a:t>
            </a:r>
          </a:p>
          <a:p>
            <a:r>
              <a:t>  },</a:t>
            </a:r>
          </a:p>
          <a:p>
            <a:r>
              <a:t>  "template_license":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null,</a:t>
            </a:r>
          </a:p>
          <a:p>
            <a:r>
              <a:t>  "catalog": "editorial",</a:t>
            </a:r>
          </a:p>
          <a:p>
            <a:r>
              <a:t>  "family": "cards",</a:t>
            </a:r>
          </a:p>
          <a:p>
            <a:r>
              <a:t>  "structural_variant": "feature_left",</a:t>
            </a:r>
          </a:p>
          <a:p>
            <a:r>
              <a:t>  "repetition_reason": "Catalog inventory: adjacent entries intentionally show every count/orientation for comparison; this is not a presentation sequence.",</a:t>
            </a:r>
          </a:p>
          <a:p>
            <a:r>
              <a:t>  "images": {},</a:t>
            </a:r>
          </a:p>
          <a:p>
            <a:r>
              <a:t>  "template_sha256": "ca7774d69ad043d8f0ae561d65b545d167b4efda09b876359bf4354bb72d0936"</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"slide031",</a:t>
            </a:r>
          </a:p>
          <a:p>
            <a:r>
              <a:t>  "origin": "catalog",</a:t>
            </a:r>
          </a:p>
          <a:p>
            <a:r>
              <a:t>  "layout_id": "ed_cards_feature_right_4",</a:t>
            </a:r>
          </a:p>
          <a:p>
            <a:r>
              <a:t>  "variant": "warm",</a:t>
            </a:r>
          </a:p>
          <a:p>
            <a:r>
              <a:t>  "rationale": "Public template fixture; short fictional slot content; no private data.",</a:t>
            </a:r>
          </a:p>
          <a:p>
            <a:r>
              <a:t>  "source_sha256": "c38e01dcb14540e486d5a11ff7b07b6cff9547c6a27e869e7c53a02aada60e2d",</a:t>
            </a:r>
          </a:p>
          <a:p>
            <a:r>
              <a:t>  "evidence": [</a:t>
            </a:r>
          </a:p>
          <a:p>
            <a:r>
              <a:t>    {</a:t>
            </a:r>
          </a:p>
          <a:p>
            <a:r>
              <a:t>      "text": "最も重視する論点は検索入口を揃えること",</a:t>
            </a:r>
          </a:p>
          <a:p>
            <a:r>
              <a:t>      "refs": [</a:t>
            </a:r>
          </a:p>
          <a:p>
            <a:r>
              <a:t>        {</a:t>
            </a:r>
          </a:p>
          <a:p>
            <a:r>
              <a:t>          "source_id": "s031",</a:t>
            </a:r>
          </a:p>
          <a:p>
            <a:r>
              <a:t>          "quote": "最も重視する論点は検索入口を揃えること"</a:t>
            </a:r>
          </a:p>
          <a:p>
            <a:r>
              <a:t>        }</a:t>
            </a:r>
          </a:p>
          <a:p>
            <a:r>
              <a:t>      ],</a:t>
            </a:r>
          </a:p>
          <a:p>
            <a:r>
              <a:t>      "mode": "verbatim"</a:t>
            </a:r>
          </a:p>
          <a:p>
            <a:r>
              <a:t>    },</a:t>
            </a:r>
          </a:p>
          <a:p>
            <a:r>
              <a:t>    {</a:t>
            </a:r>
          </a:p>
          <a:p>
            <a:r>
              <a:t>      "text": "架空の社内調査。運用条件を整理した所見であり、効果を実証したものではない。",</a:t>
            </a:r>
          </a:p>
          <a:p>
            <a:r>
              <a:t>      "refs": [</a:t>
            </a:r>
          </a:p>
          <a:p>
            <a:r>
              <a:t>        {</a:t>
            </a:r>
          </a:p>
          <a:p>
            <a:r>
              <a:t>          "source_id": "s031",</a:t>
            </a:r>
          </a:p>
          <a:p>
            <a:r>
              <a:t>          "quote": "架空の社内調査。運用条件を整理した所見であり、効果を実証したものではない。"</a:t>
            </a:r>
          </a:p>
          <a:p>
            <a:r>
              <a:t>        }</a:t>
            </a:r>
          </a:p>
          <a:p>
            <a:r>
              <a:t>      ],</a:t>
            </a:r>
          </a:p>
          <a:p>
            <a:r>
              <a:t>      "mode": "verbatim"</a:t>
            </a:r>
          </a:p>
          <a:p>
            <a:r>
              <a:t>    },</a:t>
            </a:r>
          </a:p>
          <a:p>
            <a:r>
              <a:t>    {</a:t>
            </a:r>
          </a:p>
          <a:p>
            <a:r>
              <a:t>      "text": "検索入口を揃える",</a:t>
            </a:r>
          </a:p>
          <a:p>
            <a:r>
              <a:t>      "refs": [</a:t>
            </a:r>
          </a:p>
          <a:p>
            <a:r>
              <a:t>        {</a:t>
            </a:r>
          </a:p>
          <a:p>
            <a:r>
              <a:t>          "source_id": "s031",</a:t>
            </a:r>
          </a:p>
          <a:p>
            <a:r>
              <a:t>          "quote": "検索入口を揃える"</a:t>
            </a:r>
          </a:p>
          <a:p>
            <a:r>
              <a:t>        }</a:t>
            </a:r>
          </a:p>
          <a:p>
            <a:r>
              <a:t>      ],</a:t>
            </a:r>
          </a:p>
          <a:p>
            <a:r>
              <a:t>      "mode": "verbatim"</a:t>
            </a:r>
          </a:p>
          <a:p>
            <a:r>
              <a:t>    },</a:t>
            </a:r>
          </a:p>
          <a:p>
            <a:r>
              <a:t>    {</a:t>
            </a:r>
          </a:p>
          <a:p>
            <a:r>
              <a:t>      "text": "用語の揺れを減らし、部門をまたいでも同じ資料へ辿れる導線を整える。検索結果には対象範囲を添え、読み手が必要な情報かを判断できるようにする。",</a:t>
            </a:r>
          </a:p>
          <a:p>
            <a:r>
              <a:t>      "refs": [</a:t>
            </a:r>
          </a:p>
          <a:p>
            <a:r>
              <a:t>        {</a:t>
            </a:r>
          </a:p>
          <a:p>
            <a:r>
              <a:t>          "source_id": "s031",</a:t>
            </a:r>
          </a:p>
          <a:p>
            <a:r>
              <a:t>          "quote": "用語の揺れを減らし、部門をまたいでも同じ資料へ辿れる導線を整える。検索結果には対象範囲を添え、読み手が必要な情報かを判断できるようにする。"</a:t>
            </a:r>
          </a:p>
          <a:p>
            <a:r>
              <a:t>        }</a:t>
            </a:r>
          </a:p>
          <a:p>
            <a:r>
              <a:t>      ],</a:t>
            </a:r>
          </a:p>
          <a:p>
            <a:r>
              <a:t>      "mode": "verbatim"</a:t>
            </a:r>
          </a:p>
          <a:p>
            <a:r>
              <a:t>    },</a:t>
            </a:r>
          </a:p>
          <a:p>
            <a:r>
              <a:t>    {</a:t>
            </a:r>
          </a:p>
          <a:p>
            <a:r>
              <a:t>      "text": "対象：資料の入口を確認",</a:t>
            </a:r>
          </a:p>
          <a:p>
            <a:r>
              <a:t>      "refs": [</a:t>
            </a:r>
          </a:p>
          <a:p>
            <a:r>
              <a:t>        {</a:t>
            </a:r>
          </a:p>
          <a:p>
            <a:r>
              <a:t>          "source_id": "s031",</a:t>
            </a:r>
          </a:p>
          <a:p>
            <a:r>
              <a:t>          "quote": "対象：資料の入口を確認"</a:t>
            </a:r>
          </a:p>
          <a:p>
            <a:r>
              <a:t>        }</a:t>
            </a:r>
          </a:p>
          <a:p>
            <a:r>
              <a:t>      ],</a:t>
            </a:r>
          </a:p>
          <a:p>
            <a:r>
              <a:t>      "mode": "verbatim"</a:t>
            </a:r>
          </a:p>
          <a:p>
            <a:r>
              <a:t>    },</a:t>
            </a:r>
          </a:p>
          <a:p>
            <a:r>
              <a:t>    {</a:t>
            </a:r>
          </a:p>
          <a:p>
            <a:r>
              <a:t>      "text": "根拠まで辿れる",</a:t>
            </a:r>
          </a:p>
          <a:p>
            <a:r>
              <a:t>      "refs": [</a:t>
            </a:r>
          </a:p>
          <a:p>
            <a:r>
              <a:t>        {</a:t>
            </a:r>
          </a:p>
          <a:p>
            <a:r>
              <a:t>          "source_id": "s031",</a:t>
            </a:r>
          </a:p>
          <a:p>
            <a:r>
              <a:t>          "quote": "根拠まで辿れる"</a:t>
            </a:r>
          </a:p>
          <a:p>
            <a:r>
              <a:t>        }</a:t>
            </a:r>
          </a:p>
          <a:p>
            <a:r>
              <a:t>      ],</a:t>
            </a:r>
          </a:p>
          <a:p>
            <a:r>
              <a:t>      "mode": "verbatim"</a:t>
            </a:r>
          </a:p>
          <a:p>
            <a:r>
              <a:t>    },</a:t>
            </a:r>
          </a:p>
          <a:p>
            <a:r>
              <a:t>    {</a:t>
            </a:r>
          </a:p>
          <a:p>
            <a:r>
              <a:t>      "text": "原文の条件と確認日を残す。",</a:t>
            </a:r>
          </a:p>
          <a:p>
            <a:r>
              <a:t>      "refs": [</a:t>
            </a:r>
          </a:p>
          <a:p>
            <a:r>
              <a:t>        {</a:t>
            </a:r>
          </a:p>
          <a:p>
            <a:r>
              <a:t>          "source_id": "s031",</a:t>
            </a:r>
          </a:p>
          <a:p>
            <a:r>
              <a:t>          "quote": "原文の条件と確認日を残す。"</a:t>
            </a:r>
          </a:p>
          <a:p>
            <a:r>
              <a:t>        }</a:t>
            </a:r>
          </a:p>
          <a:p>
            <a:r>
              <a:t>      ],</a:t>
            </a:r>
          </a:p>
          <a:p>
            <a:r>
              <a:t>      "mode": "verbatim"</a:t>
            </a:r>
          </a:p>
          <a:p>
            <a:r>
              <a:t>    },</a:t>
            </a:r>
          </a:p>
          <a:p>
            <a:r>
              <a:t>    {</a:t>
            </a:r>
          </a:p>
          <a:p>
            <a:r>
              <a:t>      "text": "根拠：原文の条件",</a:t>
            </a:r>
          </a:p>
          <a:p>
            <a:r>
              <a:t>      "refs": [</a:t>
            </a:r>
          </a:p>
          <a:p>
            <a:r>
              <a:t>        {</a:t>
            </a:r>
          </a:p>
          <a:p>
            <a:r>
              <a:t>          "source_id": "s031",</a:t>
            </a:r>
          </a:p>
          <a:p>
            <a:r>
              <a:t>          "quote": "根拠：原文の条件"</a:t>
            </a:r>
          </a:p>
          <a:p>
            <a:r>
              <a:t>        }</a:t>
            </a:r>
          </a:p>
          <a:p>
            <a:r>
              <a:t>      ],</a:t>
            </a:r>
          </a:p>
          <a:p>
            <a:r>
              <a:t>      "mode": "verbatim"</a:t>
            </a:r>
          </a:p>
          <a:p>
            <a:r>
              <a:t>    },</a:t>
            </a:r>
          </a:p>
          <a:p>
            <a:r>
              <a:t>    {</a:t>
            </a:r>
          </a:p>
          <a:p>
            <a:r>
              <a:t>      "text": "更新範囲を決める",</a:t>
            </a:r>
          </a:p>
          <a:p>
            <a:r>
              <a:t>      "refs": [</a:t>
            </a:r>
          </a:p>
          <a:p>
            <a:r>
              <a:t>        {</a:t>
            </a:r>
          </a:p>
          <a:p>
            <a:r>
              <a:t>          "source_id": "s031",</a:t>
            </a:r>
          </a:p>
          <a:p>
            <a:r>
              <a:t>          "quote": "更新範囲を決める"</a:t>
            </a:r>
          </a:p>
          <a:p>
            <a:r>
              <a:t>        }</a:t>
            </a:r>
          </a:p>
          <a:p>
            <a:r>
              <a:t>      ],</a:t>
            </a:r>
          </a:p>
          <a:p>
            <a:r>
              <a:t>      "mode": "verbatim"</a:t>
            </a:r>
          </a:p>
          <a:p>
            <a:r>
              <a:t>    },</a:t>
            </a:r>
          </a:p>
          <a:p>
            <a:r>
              <a:t>    {</a:t>
            </a:r>
          </a:p>
          <a:p>
            <a:r>
              <a:t>      "text": "更新担当と確認時期を決める。",</a:t>
            </a:r>
          </a:p>
          <a:p>
            <a:r>
              <a:t>      "refs": [</a:t>
            </a:r>
          </a:p>
          <a:p>
            <a:r>
              <a:t>        {</a:t>
            </a:r>
          </a:p>
          <a:p>
            <a:r>
              <a:t>          "source_id": "s031",</a:t>
            </a:r>
          </a:p>
          <a:p>
            <a:r>
              <a:t>          "quote": "更新担当と確認時期を決める。"</a:t>
            </a:r>
          </a:p>
          <a:p>
            <a:r>
              <a:t>        }</a:t>
            </a:r>
          </a:p>
          <a:p>
            <a:r>
              <a:t>      ],</a:t>
            </a:r>
          </a:p>
          <a:p>
            <a:r>
              <a:t>      "mode": "verbatim"</a:t>
            </a:r>
          </a:p>
          <a:p>
            <a:r>
              <a:t>    },</a:t>
            </a:r>
          </a:p>
          <a:p>
            <a:r>
              <a:t>    {</a:t>
            </a:r>
          </a:p>
          <a:p>
            <a:r>
              <a:t>      "text": "留保：運用負荷は未検証",</a:t>
            </a:r>
          </a:p>
          <a:p>
            <a:r>
              <a:t>      "refs": [</a:t>
            </a:r>
          </a:p>
          <a:p>
            <a:r>
              <a:t>        {</a:t>
            </a:r>
          </a:p>
          <a:p>
            <a:r>
              <a:t>          "source_id": "s031",</a:t>
            </a:r>
          </a:p>
          <a:p>
            <a:r>
              <a:t>          "quote": "留保：運用負荷は未検証"</a:t>
            </a:r>
          </a:p>
          <a:p>
            <a:r>
              <a:t>        }</a:t>
            </a:r>
          </a:p>
          <a:p>
            <a:r>
              <a:t>      ],</a:t>
            </a:r>
          </a:p>
          <a:p>
            <a:r>
              <a:t>      "mode": "verbatim"</a:t>
            </a:r>
          </a:p>
          <a:p>
            <a:r>
              <a:t>    },</a:t>
            </a:r>
          </a:p>
          <a:p>
            <a:r>
              <a:t>    {</a:t>
            </a:r>
          </a:p>
          <a:p>
            <a:r>
              <a:t>      "text": "例外を見える化",</a:t>
            </a:r>
          </a:p>
          <a:p>
            <a:r>
              <a:t>      "refs": [</a:t>
            </a:r>
          </a:p>
          <a:p>
            <a:r>
              <a:t>        {</a:t>
            </a:r>
          </a:p>
          <a:p>
            <a:r>
              <a:t>          "source_id": "s031",</a:t>
            </a:r>
          </a:p>
          <a:p>
            <a:r>
              <a:t>          "quote": "例外を見える化"</a:t>
            </a:r>
          </a:p>
          <a:p>
            <a:r>
              <a:t>        }</a:t>
            </a:r>
          </a:p>
          <a:p>
            <a:r>
              <a:t>      ],</a:t>
            </a:r>
          </a:p>
          <a:p>
            <a:r>
              <a:t>      "mode": "verbatim"</a:t>
            </a:r>
          </a:p>
          <a:p>
            <a:r>
              <a:t>    },</a:t>
            </a:r>
          </a:p>
          <a:p>
            <a:r>
              <a:t>    {</a:t>
            </a:r>
          </a:p>
          <a:p>
            <a:r>
              <a:t>      "text": "対象外の場面と前提を記録する。",</a:t>
            </a:r>
          </a:p>
          <a:p>
            <a:r>
              <a:t>      "refs": [</a:t>
            </a:r>
          </a:p>
          <a:p>
            <a:r>
              <a:t>        {</a:t>
            </a:r>
          </a:p>
          <a:p>
            <a:r>
              <a:t>          "source_id": "s031",</a:t>
            </a:r>
          </a:p>
          <a:p>
            <a:r>
              <a:t>          "quote": "対象外の場面と前提を記録する。"</a:t>
            </a:r>
          </a:p>
          <a:p>
            <a:r>
              <a:t>        }</a:t>
            </a:r>
          </a:p>
          <a:p>
            <a:r>
              <a:t>      ],</a:t>
            </a:r>
          </a:p>
          <a:p>
            <a:r>
              <a:t>      "mode": "verbatim"</a:t>
            </a:r>
          </a:p>
          <a:p>
            <a:r>
              <a:t>    },</a:t>
            </a:r>
          </a:p>
          <a:p>
            <a:r>
              <a:t>    {</a:t>
            </a:r>
          </a:p>
          <a:p>
            <a:r>
              <a:t>      "text": "注意：適用範囲を確認",</a:t>
            </a:r>
          </a:p>
          <a:p>
            <a:r>
              <a:t>      "refs": [</a:t>
            </a:r>
          </a:p>
          <a:p>
            <a:r>
              <a:t>        {</a:t>
            </a:r>
          </a:p>
          <a:p>
            <a:r>
              <a:t>          "source_id": "s031",</a:t>
            </a:r>
          </a:p>
          <a:p>
            <a:r>
              <a:t>          "quote": "注意：適用範囲を確認"</a:t>
            </a:r>
          </a:p>
          <a:p>
            <a:r>
              <a:t>        }</a:t>
            </a:r>
          </a:p>
          <a:p>
            <a:r>
              <a:t>      ],</a:t>
            </a:r>
          </a:p>
          <a:p>
            <a:r>
              <a:t>      "mode": "verbatim"</a:t>
            </a:r>
          </a:p>
          <a:p>
            <a:r>
              <a:t>    }</a:t>
            </a:r>
          </a:p>
          <a:p>
            <a:r>
              <a:t>  ],</a:t>
            </a:r>
          </a:p>
          <a:p>
            <a:r>
              <a:t>  "citations": {</a:t>
            </a:r>
          </a:p>
          <a:p>
            <a:r>
              <a:t>    "s031": "Public MIT sample: original fictional research-sharing design section 1"</a:t>
            </a:r>
          </a:p>
          <a:p>
            <a:r>
              <a:t>  },</a:t>
            </a:r>
          </a:p>
          <a:p>
            <a:r>
              <a:t>  "template_license":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null,</a:t>
            </a:r>
          </a:p>
          <a:p>
            <a:r>
              <a:t>  "catalog": "editorial",</a:t>
            </a:r>
          </a:p>
          <a:p>
            <a:r>
              <a:t>  "family": "cards",</a:t>
            </a:r>
          </a:p>
          <a:p>
            <a:r>
              <a:t>  "structural_variant": "feature_right",</a:t>
            </a:r>
          </a:p>
          <a:p>
            <a:r>
              <a:t>  "repetition_reason": "Catalog inventory: adjacent entries intentionally show every count/orientation for comparison; this is not a presentation sequence.",</a:t>
            </a:r>
          </a:p>
          <a:p>
            <a:r>
              <a:t>  "images": {},</a:t>
            </a:r>
          </a:p>
          <a:p>
            <a:r>
              <a:t>  "template_sha256": "7a6faf8346fca9fceb751abdda7cd178cff2247df57236e02041c45642d87a29"</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"slide032",</a:t>
            </a:r>
          </a:p>
          <a:p>
            <a:r>
              <a:t>  "origin": "catalog",</a:t>
            </a:r>
          </a:p>
          <a:p>
            <a:r>
              <a:t>  "layout_id": "ed_cards_image_left_2",</a:t>
            </a:r>
          </a:p>
          <a:p>
            <a:r>
              <a:t>  "variant": "warm",</a:t>
            </a:r>
          </a:p>
          <a:p>
            <a:r>
              <a:t>  "rationale": "Public template fixture; short fictional slot content; no private data.",</a:t>
            </a:r>
          </a:p>
          <a:p>
            <a:r>
              <a:t>  "source_sha256": "c38e01dcb14540e486d5a11ff7b07b6cff9547c6a27e869e7c53a02aada60e2d",</a:t>
            </a:r>
          </a:p>
          <a:p>
            <a:r>
              <a:t>  "evidence": [</a:t>
            </a:r>
          </a:p>
          <a:p>
            <a:r>
              <a:t>    {</a:t>
            </a:r>
          </a:p>
          <a:p>
            <a:r>
              <a:t>      "text": "社内ナレッジを探しやすくする条件",</a:t>
            </a:r>
          </a:p>
          <a:p>
            <a:r>
              <a:t>      "refs": [</a:t>
            </a:r>
          </a:p>
          <a:p>
            <a:r>
              <a:t>        {</a:t>
            </a:r>
          </a:p>
          <a:p>
            <a:r>
              <a:t>          "source_id": "s032",</a:t>
            </a:r>
          </a:p>
          <a:p>
            <a:r>
              <a:t>          "quote": "社内ナレッジを探しやすくする条件"</a:t>
            </a:r>
          </a:p>
          <a:p>
            <a:r>
              <a:t>        }</a:t>
            </a:r>
          </a:p>
          <a:p>
            <a:r>
              <a:t>      ],</a:t>
            </a:r>
          </a:p>
          <a:p>
            <a:r>
              <a:t>      "mode": "verbatim"</a:t>
            </a:r>
          </a:p>
          <a:p>
            <a:r>
              <a:t>    },</a:t>
            </a:r>
          </a:p>
          <a:p>
            <a:r>
              <a:t>    {</a:t>
            </a:r>
          </a:p>
          <a:p>
            <a:r>
              <a:t>      "text": "架空の社内調査。運用条件を整理した所見であり、効果を実証したものではない。",</a:t>
            </a:r>
          </a:p>
          <a:p>
            <a:r>
              <a:t>      "refs": [</a:t>
            </a:r>
          </a:p>
          <a:p>
            <a:r>
              <a:t>        {</a:t>
            </a:r>
          </a:p>
          <a:p>
            <a:r>
              <a:t>          "source_id": "s032",</a:t>
            </a:r>
          </a:p>
          <a:p>
            <a:r>
              <a:t>          "quote": "架空の社内調査。運用条件を整理した所見であり、効果を実証したものではない。"</a:t>
            </a:r>
          </a:p>
          <a:p>
            <a:r>
              <a:t>        }</a:t>
            </a:r>
          </a:p>
          <a:p>
            <a:r>
              <a:t>      ],</a:t>
            </a:r>
          </a:p>
          <a:p>
            <a:r>
              <a:t>      "mode": "verbatim"</a:t>
            </a:r>
          </a:p>
          <a:p>
            <a:r>
              <a:t>    },</a:t>
            </a:r>
          </a:p>
          <a:p>
            <a:r>
              <a:t>    {</a:t>
            </a:r>
          </a:p>
          <a:p>
            <a:r>
              <a:t>      "text": "検索入口を揃える",</a:t>
            </a:r>
          </a:p>
          <a:p>
            <a:r>
              <a:t>      "refs": [</a:t>
            </a:r>
          </a:p>
          <a:p>
            <a:r>
              <a:t>        {</a:t>
            </a:r>
          </a:p>
          <a:p>
            <a:r>
              <a:t>          "source_id": "s032",</a:t>
            </a:r>
          </a:p>
          <a:p>
            <a:r>
              <a:t>          "quote": "検索入口を揃える"</a:t>
            </a:r>
          </a:p>
          <a:p>
            <a:r>
              <a:t>        }</a:t>
            </a:r>
          </a:p>
          <a:p>
            <a:r>
              <a:t>      ],</a:t>
            </a:r>
          </a:p>
          <a:p>
            <a:r>
              <a:t>      "mode": "verbatim"</a:t>
            </a:r>
          </a:p>
          <a:p>
            <a:r>
              <a:t>    },</a:t>
            </a:r>
          </a:p>
          <a:p>
            <a:r>
              <a:t>    {</a:t>
            </a:r>
          </a:p>
          <a:p>
            <a:r>
              <a:t>      "text": "用語を揃え、同じ資料へ辿れる入口を整える。",</a:t>
            </a:r>
          </a:p>
          <a:p>
            <a:r>
              <a:t>      "refs": [</a:t>
            </a:r>
          </a:p>
          <a:p>
            <a:r>
              <a:t>        {</a:t>
            </a:r>
          </a:p>
          <a:p>
            <a:r>
              <a:t>          "source_id": "s032",</a:t>
            </a:r>
          </a:p>
          <a:p>
            <a:r>
              <a:t>          "quote": "用語を揃え、同じ資料へ辿れる入口を整える。"</a:t>
            </a:r>
          </a:p>
          <a:p>
            <a:r>
              <a:t>        }</a:t>
            </a:r>
          </a:p>
          <a:p>
            <a:r>
              <a:t>      ],</a:t>
            </a:r>
          </a:p>
          <a:p>
            <a:r>
              <a:t>      "mode": "verbatim"</a:t>
            </a:r>
          </a:p>
          <a:p>
            <a:r>
              <a:t>    },</a:t>
            </a:r>
          </a:p>
          <a:p>
            <a:r>
              <a:t>    {</a:t>
            </a:r>
          </a:p>
          <a:p>
            <a:r>
              <a:t>      "text": "対象：資料の入口を確認",</a:t>
            </a:r>
          </a:p>
          <a:p>
            <a:r>
              <a:t>      "refs": [</a:t>
            </a:r>
          </a:p>
          <a:p>
            <a:r>
              <a:t>        {</a:t>
            </a:r>
          </a:p>
          <a:p>
            <a:r>
              <a:t>          "source_id": "s032",</a:t>
            </a:r>
          </a:p>
          <a:p>
            <a:r>
              <a:t>          "quote": "対象：資料の入口を確認"</a:t>
            </a:r>
          </a:p>
          <a:p>
            <a:r>
              <a:t>        }</a:t>
            </a:r>
          </a:p>
          <a:p>
            <a:r>
              <a:t>      ],</a:t>
            </a:r>
          </a:p>
          <a:p>
            <a:r>
              <a:t>      "mode": "verbatim"</a:t>
            </a:r>
          </a:p>
          <a:p>
            <a:r>
              <a:t>    },</a:t>
            </a:r>
          </a:p>
          <a:p>
            <a:r>
              <a:t>    {</a:t>
            </a:r>
          </a:p>
          <a:p>
            <a:r>
              <a:t>      "text": "根拠まで辿れる",</a:t>
            </a:r>
          </a:p>
          <a:p>
            <a:r>
              <a:t>      "refs": [</a:t>
            </a:r>
          </a:p>
          <a:p>
            <a:r>
              <a:t>        {</a:t>
            </a:r>
          </a:p>
          <a:p>
            <a:r>
              <a:t>          "source_id": "s032",</a:t>
            </a:r>
          </a:p>
          <a:p>
            <a:r>
              <a:t>          "quote": "根拠まで辿れる"</a:t>
            </a:r>
          </a:p>
          <a:p>
            <a:r>
              <a:t>        }</a:t>
            </a:r>
          </a:p>
          <a:p>
            <a:r>
              <a:t>      ],</a:t>
            </a:r>
          </a:p>
          <a:p>
            <a:r>
              <a:t>      "mode": "verbatim"</a:t>
            </a:r>
          </a:p>
          <a:p>
            <a:r>
              <a:t>    },</a:t>
            </a:r>
          </a:p>
          <a:p>
            <a:r>
              <a:t>    {</a:t>
            </a:r>
          </a:p>
          <a:p>
            <a:r>
              <a:t>      "text": "原文の条件と確認日を、要約とともに残す。",</a:t>
            </a:r>
          </a:p>
          <a:p>
            <a:r>
              <a:t>      "refs": [</a:t>
            </a:r>
          </a:p>
          <a:p>
            <a:r>
              <a:t>        {</a:t>
            </a:r>
          </a:p>
          <a:p>
            <a:r>
              <a:t>          "source_id": "s032",</a:t>
            </a:r>
          </a:p>
          <a:p>
            <a:r>
              <a:t>          "quote": "原文の条件と確認日を、要約とともに残す。"</a:t>
            </a:r>
          </a:p>
          <a:p>
            <a:r>
              <a:t>        }</a:t>
            </a:r>
          </a:p>
          <a:p>
            <a:r>
              <a:t>      ],</a:t>
            </a:r>
          </a:p>
          <a:p>
            <a:r>
              <a:t>      "mode": "verbatim"</a:t>
            </a:r>
          </a:p>
          <a:p>
            <a:r>
              <a:t>    },</a:t>
            </a:r>
          </a:p>
          <a:p>
            <a:r>
              <a:t>    {</a:t>
            </a:r>
          </a:p>
          <a:p>
            <a:r>
              <a:t>      "text": "根拠：原文の条件を保持",</a:t>
            </a:r>
          </a:p>
          <a:p>
            <a:r>
              <a:t>      "refs": [</a:t>
            </a:r>
          </a:p>
          <a:p>
            <a:r>
              <a:t>        {</a:t>
            </a:r>
          </a:p>
          <a:p>
            <a:r>
              <a:t>          "source_id": "s032",</a:t>
            </a:r>
          </a:p>
          <a:p>
            <a:r>
              <a:t>          "quote": "根拠：原文の条件を保持"</a:t>
            </a:r>
          </a:p>
          <a:p>
            <a:r>
              <a:t>        }</a:t>
            </a:r>
          </a:p>
          <a:p>
            <a:r>
              <a:t>      ],</a:t>
            </a:r>
          </a:p>
          <a:p>
            <a:r>
              <a:t>      "mode": "verbatim"</a:t>
            </a:r>
          </a:p>
          <a:p>
            <a:r>
              <a:t>    }</a:t>
            </a:r>
          </a:p>
          <a:p>
            <a:r>
              <a:t>  ],</a:t>
            </a:r>
          </a:p>
          <a:p>
            <a:r>
              <a:t>  "citations": {</a:t>
            </a:r>
          </a:p>
          <a:p>
            <a:r>
              <a:t>    "s032": "Public MIT sample: original fictional research-sharing design section 1"</a:t>
            </a:r>
          </a:p>
          <a:p>
            <a:r>
              <a:t>  },</a:t>
            </a:r>
          </a:p>
          <a:p>
            <a:r>
              <a:t>  "template_license":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null,</a:t>
            </a:r>
          </a:p>
          <a:p>
            <a:r>
              <a:t>  "catalog": "editorial",</a:t>
            </a:r>
          </a:p>
          <a:p>
            <a:r>
              <a:t>  "family": "cards",</a:t>
            </a:r>
          </a:p>
          <a:p>
            <a:r>
              <a:t>  "structural_variant": "image_left",</a:t>
            </a:r>
          </a:p>
          <a:p>
            <a:r>
              <a:t>  "repetition_reason": "Catalog inventory: adjacent entries intentionally show every count/orientation for comparison; this is not a presentation sequence.",</a:t>
            </a:r>
          </a:p>
          <a:p>
            <a:r>
              <a:t>  "images": {</a:t>
            </a:r>
          </a:p>
          <a:p>
            <a:r>
              <a:t>    "image": {</a:t>
            </a:r>
          </a:p>
          <a:p>
            <a:r>
              <a:t>      "image_id": "research_screen",</a:t>
            </a:r>
          </a:p>
          <a:p>
            <a:r>
              <a:t>      "image_mode": "fit"</a:t>
            </a:r>
          </a:p>
          <a:p>
            <a:r>
              <a:t>    }</a:t>
            </a:r>
          </a:p>
          <a:p>
            <a:r>
              <a:t>  },</a:t>
            </a:r>
          </a:p>
          <a:p>
            <a:r>
              <a:t>  "template_sha256": "a49fc156c03e6c48dbbf282cd4cf49c516d0a61ff51f75971b0b929f9ab5ae65"</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"slide033",</a:t>
            </a:r>
          </a:p>
          <a:p>
            <a:r>
              <a:t>  "origin": "catalog",</a:t>
            </a:r>
          </a:p>
          <a:p>
            <a:r>
              <a:t>  "layout_id": "ed_cards_image_right_2",</a:t>
            </a:r>
          </a:p>
          <a:p>
            <a:r>
              <a:t>  "variant": "warm",</a:t>
            </a:r>
          </a:p>
          <a:p>
            <a:r>
              <a:t>  "rationale": "Public template fixture; short fictional slot content; no private data.",</a:t>
            </a:r>
          </a:p>
          <a:p>
            <a:r>
              <a:t>  "source_sha256": "c38e01dcb14540e486d5a11ff7b07b6cff9547c6a27e869e7c53a02aada60e2d",</a:t>
            </a:r>
          </a:p>
          <a:p>
            <a:r>
              <a:t>  "evidence": [</a:t>
            </a:r>
          </a:p>
          <a:p>
            <a:r>
              <a:t>    {</a:t>
            </a:r>
          </a:p>
          <a:p>
            <a:r>
              <a:t>      "text": "社内ナレッジを探しやすくする条件",</a:t>
            </a:r>
          </a:p>
          <a:p>
            <a:r>
              <a:t>      "refs": [</a:t>
            </a:r>
          </a:p>
          <a:p>
            <a:r>
              <a:t>        {</a:t>
            </a:r>
          </a:p>
          <a:p>
            <a:r>
              <a:t>          "source_id": "s033",</a:t>
            </a:r>
          </a:p>
          <a:p>
            <a:r>
              <a:t>          "quote": "社内ナレッジを探しやすくする条件"</a:t>
            </a:r>
          </a:p>
          <a:p>
            <a:r>
              <a:t>        }</a:t>
            </a:r>
          </a:p>
          <a:p>
            <a:r>
              <a:t>      ],</a:t>
            </a:r>
          </a:p>
          <a:p>
            <a:r>
              <a:t>      "mode": "verbatim"</a:t>
            </a:r>
          </a:p>
          <a:p>
            <a:r>
              <a:t>    },</a:t>
            </a:r>
          </a:p>
          <a:p>
            <a:r>
              <a:t>    {</a:t>
            </a:r>
          </a:p>
          <a:p>
            <a:r>
              <a:t>      "text": "架空の社内調査。運用条件を整理した所見であり、効果を実証したものではない。",</a:t>
            </a:r>
          </a:p>
          <a:p>
            <a:r>
              <a:t>      "refs": [</a:t>
            </a:r>
          </a:p>
          <a:p>
            <a:r>
              <a:t>        {</a:t>
            </a:r>
          </a:p>
          <a:p>
            <a:r>
              <a:t>          "source_id": "s033",</a:t>
            </a:r>
          </a:p>
          <a:p>
            <a:r>
              <a:t>          "quote": "架空の社内調査。運用条件を整理した所見であり、効果を実証したものではない。"</a:t>
            </a:r>
          </a:p>
          <a:p>
            <a:r>
              <a:t>        }</a:t>
            </a:r>
          </a:p>
          <a:p>
            <a:r>
              <a:t>      ],</a:t>
            </a:r>
          </a:p>
          <a:p>
            <a:r>
              <a:t>      "mode": "verbatim"</a:t>
            </a:r>
          </a:p>
          <a:p>
            <a:r>
              <a:t>    },</a:t>
            </a:r>
          </a:p>
          <a:p>
            <a:r>
              <a:t>    {</a:t>
            </a:r>
          </a:p>
          <a:p>
            <a:r>
              <a:t>      "text": "検索入口を揃える",</a:t>
            </a:r>
          </a:p>
          <a:p>
            <a:r>
              <a:t>      "refs": [</a:t>
            </a:r>
          </a:p>
          <a:p>
            <a:r>
              <a:t>        {</a:t>
            </a:r>
          </a:p>
          <a:p>
            <a:r>
              <a:t>          "source_id": "s033",</a:t>
            </a:r>
          </a:p>
          <a:p>
            <a:r>
              <a:t>          "quote": "検索入口を揃える"</a:t>
            </a:r>
          </a:p>
          <a:p>
            <a:r>
              <a:t>        }</a:t>
            </a:r>
          </a:p>
          <a:p>
            <a:r>
              <a:t>      ],</a:t>
            </a:r>
          </a:p>
          <a:p>
            <a:r>
              <a:t>      "mode": "verbatim"</a:t>
            </a:r>
          </a:p>
          <a:p>
            <a:r>
              <a:t>    },</a:t>
            </a:r>
          </a:p>
          <a:p>
            <a:r>
              <a:t>    {</a:t>
            </a:r>
          </a:p>
          <a:p>
            <a:r>
              <a:t>      "text": "用語を揃え、同じ資料へ辿れる入口を整える。",</a:t>
            </a:r>
          </a:p>
          <a:p>
            <a:r>
              <a:t>      "refs": [</a:t>
            </a:r>
          </a:p>
          <a:p>
            <a:r>
              <a:t>        {</a:t>
            </a:r>
          </a:p>
          <a:p>
            <a:r>
              <a:t>          "source_id": "s033",</a:t>
            </a:r>
          </a:p>
          <a:p>
            <a:r>
              <a:t>          "quote": "用語を揃え、同じ資料へ辿れる入口を整える。"</a:t>
            </a:r>
          </a:p>
          <a:p>
            <a:r>
              <a:t>        }</a:t>
            </a:r>
          </a:p>
          <a:p>
            <a:r>
              <a:t>      ],</a:t>
            </a:r>
          </a:p>
          <a:p>
            <a:r>
              <a:t>      "mode": "verbatim"</a:t>
            </a:r>
          </a:p>
          <a:p>
            <a:r>
              <a:t>    },</a:t>
            </a:r>
          </a:p>
          <a:p>
            <a:r>
              <a:t>    {</a:t>
            </a:r>
          </a:p>
          <a:p>
            <a:r>
              <a:t>      "text": "対象：資料の入口を確認",</a:t>
            </a:r>
          </a:p>
          <a:p>
            <a:r>
              <a:t>      "refs": [</a:t>
            </a:r>
          </a:p>
          <a:p>
            <a:r>
              <a:t>        {</a:t>
            </a:r>
          </a:p>
          <a:p>
            <a:r>
              <a:t>          "source_id": "s033",</a:t>
            </a:r>
          </a:p>
          <a:p>
            <a:r>
              <a:t>          "quote": "対象：資料の入口を確認"</a:t>
            </a:r>
          </a:p>
          <a:p>
            <a:r>
              <a:t>        }</a:t>
            </a:r>
          </a:p>
          <a:p>
            <a:r>
              <a:t>      ],</a:t>
            </a:r>
          </a:p>
          <a:p>
            <a:r>
              <a:t>      "mode": "verbatim"</a:t>
            </a:r>
          </a:p>
          <a:p>
            <a:r>
              <a:t>    },</a:t>
            </a:r>
          </a:p>
          <a:p>
            <a:r>
              <a:t>    {</a:t>
            </a:r>
          </a:p>
          <a:p>
            <a:r>
              <a:t>      "text": "根拠まで辿れる",</a:t>
            </a:r>
          </a:p>
          <a:p>
            <a:r>
              <a:t>      "refs": [</a:t>
            </a:r>
          </a:p>
          <a:p>
            <a:r>
              <a:t>        {</a:t>
            </a:r>
          </a:p>
          <a:p>
            <a:r>
              <a:t>          "source_id": "s033",</a:t>
            </a:r>
          </a:p>
          <a:p>
            <a:r>
              <a:t>          "quote": "根拠まで辿れる"</a:t>
            </a:r>
          </a:p>
          <a:p>
            <a:r>
              <a:t>        }</a:t>
            </a:r>
          </a:p>
          <a:p>
            <a:r>
              <a:t>      ],</a:t>
            </a:r>
          </a:p>
          <a:p>
            <a:r>
              <a:t>      "mode": "verbatim"</a:t>
            </a:r>
          </a:p>
          <a:p>
            <a:r>
              <a:t>    },</a:t>
            </a:r>
          </a:p>
          <a:p>
            <a:r>
              <a:t>    {</a:t>
            </a:r>
          </a:p>
          <a:p>
            <a:r>
              <a:t>      "text": "原文の条件と確認日を、要約とともに残す。",</a:t>
            </a:r>
          </a:p>
          <a:p>
            <a:r>
              <a:t>      "refs": [</a:t>
            </a:r>
          </a:p>
          <a:p>
            <a:r>
              <a:t>        {</a:t>
            </a:r>
          </a:p>
          <a:p>
            <a:r>
              <a:t>          "source_id": "s033",</a:t>
            </a:r>
          </a:p>
          <a:p>
            <a:r>
              <a:t>          "quote": "原文の条件と確認日を、要約とともに残す。"</a:t>
            </a:r>
          </a:p>
          <a:p>
            <a:r>
              <a:t>        }</a:t>
            </a:r>
          </a:p>
          <a:p>
            <a:r>
              <a:t>      ],</a:t>
            </a:r>
          </a:p>
          <a:p>
            <a:r>
              <a:t>      "mode": "verbatim"</a:t>
            </a:r>
          </a:p>
          <a:p>
            <a:r>
              <a:t>    },</a:t>
            </a:r>
          </a:p>
          <a:p>
            <a:r>
              <a:t>    {</a:t>
            </a:r>
          </a:p>
          <a:p>
            <a:r>
              <a:t>      "text": "根拠：原文の条件を保持",</a:t>
            </a:r>
          </a:p>
          <a:p>
            <a:r>
              <a:t>      "refs": [</a:t>
            </a:r>
          </a:p>
          <a:p>
            <a:r>
              <a:t>        {</a:t>
            </a:r>
          </a:p>
          <a:p>
            <a:r>
              <a:t>          "source_id": "s033",</a:t>
            </a:r>
          </a:p>
          <a:p>
            <a:r>
              <a:t>          "quote": "根拠：原文の条件を保持"</a:t>
            </a:r>
          </a:p>
          <a:p>
            <a:r>
              <a:t>        }</a:t>
            </a:r>
          </a:p>
          <a:p>
            <a:r>
              <a:t>      ],</a:t>
            </a:r>
          </a:p>
          <a:p>
            <a:r>
              <a:t>      "mode": "verbatim"</a:t>
            </a:r>
          </a:p>
          <a:p>
            <a:r>
              <a:t>    }</a:t>
            </a:r>
          </a:p>
          <a:p>
            <a:r>
              <a:t>  ],</a:t>
            </a:r>
          </a:p>
          <a:p>
            <a:r>
              <a:t>  "citations": {</a:t>
            </a:r>
          </a:p>
          <a:p>
            <a:r>
              <a:t>    "s033": "Public MIT sample: original fictional research-sharing design section 1"</a:t>
            </a:r>
          </a:p>
          <a:p>
            <a:r>
              <a:t>  },</a:t>
            </a:r>
          </a:p>
          <a:p>
            <a:r>
              <a:t>  "template_license":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null,</a:t>
            </a:r>
          </a:p>
          <a:p>
            <a:r>
              <a:t>  "catalog": "editorial",</a:t>
            </a:r>
          </a:p>
          <a:p>
            <a:r>
              <a:t>  "family": "cards",</a:t>
            </a:r>
          </a:p>
          <a:p>
            <a:r>
              <a:t>  "structural_variant": "image_right",</a:t>
            </a:r>
          </a:p>
          <a:p>
            <a:r>
              <a:t>  "repetition_reason": "Catalog inventory: adjacent entries intentionally show every count/orientation for comparison; this is not a presentation sequence.",</a:t>
            </a:r>
          </a:p>
          <a:p>
            <a:r>
              <a:t>  "images": {</a:t>
            </a:r>
          </a:p>
          <a:p>
            <a:r>
              <a:t>    "image": {</a:t>
            </a:r>
          </a:p>
          <a:p>
            <a:r>
              <a:t>      "image_id": "research_screen",</a:t>
            </a:r>
          </a:p>
          <a:p>
            <a:r>
              <a:t>      "image_mode": "fit"</a:t>
            </a:r>
          </a:p>
          <a:p>
            <a:r>
              <a:t>    }</a:t>
            </a:r>
          </a:p>
          <a:p>
            <a:r>
              <a:t>  },</a:t>
            </a:r>
          </a:p>
          <a:p>
            <a:r>
              <a:t>  "template_sha256": "a94efbbff3e599ca3fa19dcc03451764d25d116a5d6ab13f6ed85290db604a89"</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"slide034",</a:t>
            </a:r>
          </a:p>
          <a:p>
            <a:r>
              <a:t>  "origin": "catalog",</a:t>
            </a:r>
          </a:p>
          <a:p>
            <a:r>
              <a:t>  "layout_id": "ed_diagram_left_3",</a:t>
            </a:r>
          </a:p>
          <a:p>
            <a:r>
              <a:t>  "variant": "warm",</a:t>
            </a:r>
          </a:p>
          <a:p>
            <a:r>
              <a:t>  "rationale": "Public template fixture; short fictional slot content; no private data.",</a:t>
            </a:r>
          </a:p>
          <a:p>
            <a:r>
              <a:t>  "source_sha256": "c38e01dcb14540e486d5a11ff7b07b6cff9547c6a27e869e7c53a02aada60e2d",</a:t>
            </a:r>
          </a:p>
          <a:p>
            <a:r>
              <a:t>  "evidence": [</a:t>
            </a:r>
          </a:p>
          <a:p>
            <a:r>
              <a:t>    {</a:t>
            </a:r>
          </a:p>
          <a:p>
            <a:r>
              <a:t>      "text": "社内ナレッジを探しやすくする条件",</a:t>
            </a:r>
          </a:p>
          <a:p>
            <a:r>
              <a:t>      "refs": [</a:t>
            </a:r>
          </a:p>
          <a:p>
            <a:r>
              <a:t>        {</a:t>
            </a:r>
          </a:p>
          <a:p>
            <a:r>
              <a:t>          "source_id": "s034",</a:t>
            </a:r>
          </a:p>
          <a:p>
            <a:r>
              <a:t>          "quote": "社内ナレッジを探しやすくする条件"</a:t>
            </a:r>
          </a:p>
          <a:p>
            <a:r>
              <a:t>        }</a:t>
            </a:r>
          </a:p>
          <a:p>
            <a:r>
              <a:t>      ],</a:t>
            </a:r>
          </a:p>
          <a:p>
            <a:r>
              <a:t>      "mode": "verbatim"</a:t>
            </a:r>
          </a:p>
          <a:p>
            <a:r>
              <a:t>    },</a:t>
            </a:r>
          </a:p>
          <a:p>
            <a:r>
              <a:t>    {</a:t>
            </a:r>
          </a:p>
          <a:p>
            <a:r>
              <a:t>      "text": "架空の社内調査。運用条件を整理した所見であり、効果を実証したものではない。",</a:t>
            </a:r>
          </a:p>
          <a:p>
            <a:r>
              <a:t>      "refs": [</a:t>
            </a:r>
          </a:p>
          <a:p>
            <a:r>
              <a:t>        {</a:t>
            </a:r>
          </a:p>
          <a:p>
            <a:r>
              <a:t>          "source_id": "s034",</a:t>
            </a:r>
          </a:p>
          <a:p>
            <a:r>
              <a:t>          "quote": "架空の社内調査。運用条件を整理した所見であり、効果を実証したものではない。"</a:t>
            </a:r>
          </a:p>
          <a:p>
            <a:r>
              <a:t>        }</a:t>
            </a:r>
          </a:p>
          <a:p>
            <a:r>
              <a:t>      ],</a:t>
            </a:r>
          </a:p>
          <a:p>
            <a:r>
              <a:t>      "mode": "verbatim"</a:t>
            </a:r>
          </a:p>
          <a:p>
            <a:r>
              <a:t>    },</a:t>
            </a:r>
          </a:p>
          <a:p>
            <a:r>
              <a:t>    {</a:t>
            </a:r>
          </a:p>
          <a:p>
            <a:r>
              <a:t>      "text": "入力資料",</a:t>
            </a:r>
          </a:p>
          <a:p>
            <a:r>
              <a:t>      "refs": [</a:t>
            </a:r>
          </a:p>
          <a:p>
            <a:r>
              <a:t>        {</a:t>
            </a:r>
          </a:p>
          <a:p>
            <a:r>
              <a:t>          "source_id": "s034",</a:t>
            </a:r>
          </a:p>
          <a:p>
            <a:r>
              <a:t>          "quote": "入力資料"</a:t>
            </a:r>
          </a:p>
          <a:p>
            <a:r>
              <a:t>        }</a:t>
            </a:r>
          </a:p>
          <a:p>
            <a:r>
              <a:t>      ],</a:t>
            </a:r>
          </a:p>
          <a:p>
            <a:r>
              <a:t>      "mode": "verbatim"</a:t>
            </a:r>
          </a:p>
          <a:p>
            <a:r>
              <a:t>    },</a:t>
            </a:r>
          </a:p>
          <a:p>
            <a:r>
              <a:t>    {</a:t>
            </a:r>
          </a:p>
          <a:p>
            <a:r>
              <a:t>      "text": "原文・確認日・対象範囲を受け取る",</a:t>
            </a:r>
          </a:p>
          <a:p>
            <a:r>
              <a:t>      "refs": [</a:t>
            </a:r>
          </a:p>
          <a:p>
            <a:r>
              <a:t>        {</a:t>
            </a:r>
          </a:p>
          <a:p>
            <a:r>
              <a:t>          "source_id": "s034",</a:t>
            </a:r>
          </a:p>
          <a:p>
            <a:r>
              <a:t>          "quote": "原文・確認日・対象範囲を受け取る"</a:t>
            </a:r>
          </a:p>
          <a:p>
            <a:r>
              <a:t>        }</a:t>
            </a:r>
          </a:p>
          <a:p>
            <a:r>
              <a:t>      ],</a:t>
            </a:r>
          </a:p>
          <a:p>
            <a:r>
              <a:t>      "mode": "verbatim"</a:t>
            </a:r>
          </a:p>
          <a:p>
            <a:r>
              <a:t>    },</a:t>
            </a:r>
          </a:p>
          <a:p>
            <a:r>
              <a:t>    {</a:t>
            </a:r>
          </a:p>
          <a:p>
            <a:r>
              <a:t>      "text": "条件の確認",</a:t>
            </a:r>
          </a:p>
          <a:p>
            <a:r>
              <a:t>      "refs": [</a:t>
            </a:r>
          </a:p>
          <a:p>
            <a:r>
              <a:t>        {</a:t>
            </a:r>
          </a:p>
          <a:p>
            <a:r>
              <a:t>          "source_id": "s034",</a:t>
            </a:r>
          </a:p>
          <a:p>
            <a:r>
              <a:t>          "quote": "条件の確認"</a:t>
            </a:r>
          </a:p>
          <a:p>
            <a:r>
              <a:t>        }</a:t>
            </a:r>
          </a:p>
          <a:p>
            <a:r>
              <a:t>      ],</a:t>
            </a:r>
          </a:p>
          <a:p>
            <a:r>
              <a:t>      "mode": "verbatim"</a:t>
            </a:r>
          </a:p>
          <a:p>
            <a:r>
              <a:t>    },</a:t>
            </a:r>
          </a:p>
          <a:p>
            <a:r>
              <a:t>    {</a:t>
            </a:r>
          </a:p>
          <a:p>
            <a:r>
              <a:t>      "text": "定義と比較条件の違いを整理する",</a:t>
            </a:r>
          </a:p>
          <a:p>
            <a:r>
              <a:t>      "refs": [</a:t>
            </a:r>
          </a:p>
          <a:p>
            <a:r>
              <a:t>        {</a:t>
            </a:r>
          </a:p>
          <a:p>
            <a:r>
              <a:t>          "source_id": "s034",</a:t>
            </a:r>
          </a:p>
          <a:p>
            <a:r>
              <a:t>          "quote": "定義と比較条件の違いを整理する"</a:t>
            </a:r>
          </a:p>
          <a:p>
            <a:r>
              <a:t>        }</a:t>
            </a:r>
          </a:p>
          <a:p>
            <a:r>
              <a:t>      ],</a:t>
            </a:r>
          </a:p>
          <a:p>
            <a:r>
              <a:t>      "mode": "verbatim"</a:t>
            </a:r>
          </a:p>
          <a:p>
            <a:r>
              <a:t>    },</a:t>
            </a:r>
          </a:p>
          <a:p>
            <a:r>
              <a:t>    {</a:t>
            </a:r>
          </a:p>
          <a:p>
            <a:r>
              <a:t>      "text": "所見の共有",</a:t>
            </a:r>
          </a:p>
          <a:p>
            <a:r>
              <a:t>      "refs": [</a:t>
            </a:r>
          </a:p>
          <a:p>
            <a:r>
              <a:t>        {</a:t>
            </a:r>
          </a:p>
          <a:p>
            <a:r>
              <a:t>          "source_id": "s034",</a:t>
            </a:r>
          </a:p>
          <a:p>
            <a:r>
              <a:t>          "quote": "所見の共有"</a:t>
            </a:r>
          </a:p>
          <a:p>
            <a:r>
              <a:t>        }</a:t>
            </a:r>
          </a:p>
          <a:p>
            <a:r>
              <a:t>      ],</a:t>
            </a:r>
          </a:p>
          <a:p>
            <a:r>
              <a:t>      "mode": "verbatim"</a:t>
            </a:r>
          </a:p>
          <a:p>
            <a:r>
              <a:t>    },</a:t>
            </a:r>
          </a:p>
          <a:p>
            <a:r>
              <a:t>    {</a:t>
            </a:r>
          </a:p>
          <a:p>
            <a:r>
              <a:t>      "text": "根拠と未確認の論点を残して渡す",</a:t>
            </a:r>
          </a:p>
          <a:p>
            <a:r>
              <a:t>      "refs": [</a:t>
            </a:r>
          </a:p>
          <a:p>
            <a:r>
              <a:t>        {</a:t>
            </a:r>
          </a:p>
          <a:p>
            <a:r>
              <a:t>          "source_id": "s034",</a:t>
            </a:r>
          </a:p>
          <a:p>
            <a:r>
              <a:t>          "quote": "根拠と未確認の論点を残して渡す"</a:t>
            </a:r>
          </a:p>
          <a:p>
            <a:r>
              <a:t>        }</a:t>
            </a:r>
          </a:p>
          <a:p>
            <a:r>
              <a:t>      ],</a:t>
            </a:r>
          </a:p>
          <a:p>
            <a:r>
              <a:t>      "mode": "verbatim"</a:t>
            </a:r>
          </a:p>
          <a:p>
            <a:r>
              <a:t>    },</a:t>
            </a:r>
          </a:p>
          <a:p>
            <a:r>
              <a:t>    {</a:t>
            </a:r>
          </a:p>
          <a:p>
            <a:r>
              <a:t>      "text": "原文とのつながりを残す",</a:t>
            </a:r>
          </a:p>
          <a:p>
            <a:r>
              <a:t>      "refs": [</a:t>
            </a:r>
          </a:p>
          <a:p>
            <a:r>
              <a:t>        {</a:t>
            </a:r>
          </a:p>
          <a:p>
            <a:r>
              <a:t>          "source_id": "s034",</a:t>
            </a:r>
          </a:p>
          <a:p>
            <a:r>
              <a:t>          "quote": "原文とのつながりを残す"</a:t>
            </a:r>
          </a:p>
          <a:p>
            <a:r>
              <a:t>        }</a:t>
            </a:r>
          </a:p>
          <a:p>
            <a:r>
              <a:t>      ],</a:t>
            </a:r>
          </a:p>
          <a:p>
            <a:r>
              <a:t>      "mode": "verbatim"</a:t>
            </a:r>
          </a:p>
          <a:p>
            <a:r>
              <a:t>    },</a:t>
            </a:r>
          </a:p>
          <a:p>
            <a:r>
              <a:t>    {</a:t>
            </a:r>
          </a:p>
          <a:p>
            <a:r>
              <a:t>      "text": "資料を集めた後で、対象範囲と比較条件を確認する。共有時には原文の位置を添え、読み手が結論の前提へ戻れるようにする。",</a:t>
            </a:r>
          </a:p>
          <a:p>
            <a:r>
              <a:t>      "refs": [</a:t>
            </a:r>
          </a:p>
          <a:p>
            <a:r>
              <a:t>        {</a:t>
            </a:r>
          </a:p>
          <a:p>
            <a:r>
              <a:t>          "source_id": "s034",</a:t>
            </a:r>
          </a:p>
          <a:p>
            <a:r>
              <a:t>          "quote": "資料を集めた後で、対象範囲と比較条件を確認する。共有時には原文の位置を添え、読み手が結論の前提へ戻れるようにする。"</a:t>
            </a:r>
          </a:p>
          <a:p>
            <a:r>
              <a:t>        }</a:t>
            </a:r>
          </a:p>
          <a:p>
            <a:r>
              <a:t>      ],</a:t>
            </a:r>
          </a:p>
          <a:p>
            <a:r>
              <a:t>      "mode": "verbatim"</a:t>
            </a:r>
          </a:p>
          <a:p>
            <a:r>
              <a:t>    },</a:t>
            </a:r>
          </a:p>
          <a:p>
            <a:r>
              <a:t>    {</a:t>
            </a:r>
          </a:p>
          <a:p>
            <a:r>
              <a:t>      "text": "留保：因果関係を示す工程図ではない。",</a:t>
            </a:r>
          </a:p>
          <a:p>
            <a:r>
              <a:t>      "refs": [</a:t>
            </a:r>
          </a:p>
          <a:p>
            <a:r>
              <a:t>        {</a:t>
            </a:r>
          </a:p>
          <a:p>
            <a:r>
              <a:t>          "source_id": "s034",</a:t>
            </a:r>
          </a:p>
          <a:p>
            <a:r>
              <a:t>          "quote": "留保：因果関係を示す工程図ではない。"</a:t>
            </a:r>
          </a:p>
          <a:p>
            <a:r>
              <a:t>        }</a:t>
            </a:r>
          </a:p>
          <a:p>
            <a:r>
              <a:t>      ],</a:t>
            </a:r>
          </a:p>
          <a:p>
            <a:r>
              <a:t>      "mode": "verbatim"</a:t>
            </a:r>
          </a:p>
          <a:p>
            <a:r>
              <a:t>    }</a:t>
            </a:r>
          </a:p>
          <a:p>
            <a:r>
              <a:t>  ],</a:t>
            </a:r>
          </a:p>
          <a:p>
            <a:r>
              <a:t>  "citations": {</a:t>
            </a:r>
          </a:p>
          <a:p>
            <a:r>
              <a:t>    "s034": "Public MIT sample: original fictional research-sharing design section 1"</a:t>
            </a:r>
          </a:p>
          <a:p>
            <a:r>
              <a:t>  },</a:t>
            </a:r>
          </a:p>
          <a:p>
            <a:r>
              <a:t>  "template_license":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null,</a:t>
            </a:r>
          </a:p>
          <a:p>
            <a:r>
              <a:t>  "catalog": "editorial",</a:t>
            </a:r>
          </a:p>
          <a:p>
            <a:r>
              <a:t>  "family": "diagram",</a:t>
            </a:r>
          </a:p>
          <a:p>
            <a:r>
              <a:t>  "structural_variant": "left",</a:t>
            </a:r>
          </a:p>
          <a:p>
            <a:r>
              <a:t>  "repetition_reason": "Catalog inventory: adjacent entries intentionally show every count/orientation for comparison; this is not a presentation sequence.",</a:t>
            </a:r>
          </a:p>
          <a:p>
            <a:r>
              <a:t>  "images": {},</a:t>
            </a:r>
          </a:p>
          <a:p>
            <a:r>
              <a:t>  "template_sha256": "3529bb9757b1f2a155c8665df1f90558fdfb1436345aa5aead4ef9c7e94676f0"</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"slide035",</a:t>
            </a:r>
          </a:p>
          <a:p>
            <a:r>
              <a:t>  "origin": "catalog",</a:t>
            </a:r>
          </a:p>
          <a:p>
            <a:r>
              <a:t>  "layout_id": "ed_diagram_right_3",</a:t>
            </a:r>
          </a:p>
          <a:p>
            <a:r>
              <a:t>  "variant": "warm",</a:t>
            </a:r>
          </a:p>
          <a:p>
            <a:r>
              <a:t>  "rationale": "Public template fixture; short fictional slot content; no private data.",</a:t>
            </a:r>
          </a:p>
          <a:p>
            <a:r>
              <a:t>  "source_sha256": "c38e01dcb14540e486d5a11ff7b07b6cff9547c6a27e869e7c53a02aada60e2d",</a:t>
            </a:r>
          </a:p>
          <a:p>
            <a:r>
              <a:t>  "evidence": [</a:t>
            </a:r>
          </a:p>
          <a:p>
            <a:r>
              <a:t>    {</a:t>
            </a:r>
          </a:p>
          <a:p>
            <a:r>
              <a:t>      "text": "社内ナレッジを探しやすくする条件",</a:t>
            </a:r>
          </a:p>
          <a:p>
            <a:r>
              <a:t>      "refs": [</a:t>
            </a:r>
          </a:p>
          <a:p>
            <a:r>
              <a:t>        {</a:t>
            </a:r>
          </a:p>
          <a:p>
            <a:r>
              <a:t>          "source_id": "s035",</a:t>
            </a:r>
          </a:p>
          <a:p>
            <a:r>
              <a:t>          "quote": "社内ナレッジを探しやすくする条件"</a:t>
            </a:r>
          </a:p>
          <a:p>
            <a:r>
              <a:t>        }</a:t>
            </a:r>
          </a:p>
          <a:p>
            <a:r>
              <a:t>      ],</a:t>
            </a:r>
          </a:p>
          <a:p>
            <a:r>
              <a:t>      "mode": "verbatim"</a:t>
            </a:r>
          </a:p>
          <a:p>
            <a:r>
              <a:t>    },</a:t>
            </a:r>
          </a:p>
          <a:p>
            <a:r>
              <a:t>    {</a:t>
            </a:r>
          </a:p>
          <a:p>
            <a:r>
              <a:t>      "text": "架空の社内調査。運用条件を整理した所見であり、効果を実証したものではない。",</a:t>
            </a:r>
          </a:p>
          <a:p>
            <a:r>
              <a:t>      "refs": [</a:t>
            </a:r>
          </a:p>
          <a:p>
            <a:r>
              <a:t>        {</a:t>
            </a:r>
          </a:p>
          <a:p>
            <a:r>
              <a:t>          "source_id": "s035",</a:t>
            </a:r>
          </a:p>
          <a:p>
            <a:r>
              <a:t>          "quote": "架空の社内調査。運用条件を整理した所見であり、効果を実証したものではない。"</a:t>
            </a:r>
          </a:p>
          <a:p>
            <a:r>
              <a:t>        }</a:t>
            </a:r>
          </a:p>
          <a:p>
            <a:r>
              <a:t>      ],</a:t>
            </a:r>
          </a:p>
          <a:p>
            <a:r>
              <a:t>      "mode": "verbatim"</a:t>
            </a:r>
          </a:p>
          <a:p>
            <a:r>
              <a:t>    },</a:t>
            </a:r>
          </a:p>
          <a:p>
            <a:r>
              <a:t>    {</a:t>
            </a:r>
          </a:p>
          <a:p>
            <a:r>
              <a:t>      "text": "入力資料",</a:t>
            </a:r>
          </a:p>
          <a:p>
            <a:r>
              <a:t>      "refs": [</a:t>
            </a:r>
          </a:p>
          <a:p>
            <a:r>
              <a:t>        {</a:t>
            </a:r>
          </a:p>
          <a:p>
            <a:r>
              <a:t>          "source_id": "s035",</a:t>
            </a:r>
          </a:p>
          <a:p>
            <a:r>
              <a:t>          "quote": "入力資料"</a:t>
            </a:r>
          </a:p>
          <a:p>
            <a:r>
              <a:t>        }</a:t>
            </a:r>
          </a:p>
          <a:p>
            <a:r>
              <a:t>      ],</a:t>
            </a:r>
          </a:p>
          <a:p>
            <a:r>
              <a:t>      "mode": "verbatim"</a:t>
            </a:r>
          </a:p>
          <a:p>
            <a:r>
              <a:t>    },</a:t>
            </a:r>
          </a:p>
          <a:p>
            <a:r>
              <a:t>    {</a:t>
            </a:r>
          </a:p>
          <a:p>
            <a:r>
              <a:t>      "text": "原文・確認日・対象範囲を受け取る",</a:t>
            </a:r>
          </a:p>
          <a:p>
            <a:r>
              <a:t>      "refs": [</a:t>
            </a:r>
          </a:p>
          <a:p>
            <a:r>
              <a:t>        {</a:t>
            </a:r>
          </a:p>
          <a:p>
            <a:r>
              <a:t>          "source_id": "s035",</a:t>
            </a:r>
          </a:p>
          <a:p>
            <a:r>
              <a:t>          "quote": "原文・確認日・対象範囲を受け取る"</a:t>
            </a:r>
          </a:p>
          <a:p>
            <a:r>
              <a:t>        }</a:t>
            </a:r>
          </a:p>
          <a:p>
            <a:r>
              <a:t>      ],</a:t>
            </a:r>
          </a:p>
          <a:p>
            <a:r>
              <a:t>      "mode": "verbatim"</a:t>
            </a:r>
          </a:p>
          <a:p>
            <a:r>
              <a:t>    },</a:t>
            </a:r>
          </a:p>
          <a:p>
            <a:r>
              <a:t>    {</a:t>
            </a:r>
          </a:p>
          <a:p>
            <a:r>
              <a:t>      "text": "条件の確認",</a:t>
            </a:r>
          </a:p>
          <a:p>
            <a:r>
              <a:t>      "refs": [</a:t>
            </a:r>
          </a:p>
          <a:p>
            <a:r>
              <a:t>        {</a:t>
            </a:r>
          </a:p>
          <a:p>
            <a:r>
              <a:t>          "source_id": "s035",</a:t>
            </a:r>
          </a:p>
          <a:p>
            <a:r>
              <a:t>          "quote": "条件の確認"</a:t>
            </a:r>
          </a:p>
          <a:p>
            <a:r>
              <a:t>        }</a:t>
            </a:r>
          </a:p>
          <a:p>
            <a:r>
              <a:t>      ],</a:t>
            </a:r>
          </a:p>
          <a:p>
            <a:r>
              <a:t>      "mode": "verbatim"</a:t>
            </a:r>
          </a:p>
          <a:p>
            <a:r>
              <a:t>    },</a:t>
            </a:r>
          </a:p>
          <a:p>
            <a:r>
              <a:t>    {</a:t>
            </a:r>
          </a:p>
          <a:p>
            <a:r>
              <a:t>      "text": "定義と比較条件の違いを整理する",</a:t>
            </a:r>
          </a:p>
          <a:p>
            <a:r>
              <a:t>      "refs": [</a:t>
            </a:r>
          </a:p>
          <a:p>
            <a:r>
              <a:t>        {</a:t>
            </a:r>
          </a:p>
          <a:p>
            <a:r>
              <a:t>          "source_id": "s035",</a:t>
            </a:r>
          </a:p>
          <a:p>
            <a:r>
              <a:t>          "quote": "定義と比較条件の違いを整理する"</a:t>
            </a:r>
          </a:p>
          <a:p>
            <a:r>
              <a:t>        }</a:t>
            </a:r>
          </a:p>
          <a:p>
            <a:r>
              <a:t>      ],</a:t>
            </a:r>
          </a:p>
          <a:p>
            <a:r>
              <a:t>      "mode": "verbatim"</a:t>
            </a:r>
          </a:p>
          <a:p>
            <a:r>
              <a:t>    },</a:t>
            </a:r>
          </a:p>
          <a:p>
            <a:r>
              <a:t>    {</a:t>
            </a:r>
          </a:p>
          <a:p>
            <a:r>
              <a:t>      "text": "所見の共有",</a:t>
            </a:r>
          </a:p>
          <a:p>
            <a:r>
              <a:t>      "refs": [</a:t>
            </a:r>
          </a:p>
          <a:p>
            <a:r>
              <a:t>        {</a:t>
            </a:r>
          </a:p>
          <a:p>
            <a:r>
              <a:t>          "source_id": "s035",</a:t>
            </a:r>
          </a:p>
          <a:p>
            <a:r>
              <a:t>          "quote": "所見の共有"</a:t>
            </a:r>
          </a:p>
          <a:p>
            <a:r>
              <a:t>        }</a:t>
            </a:r>
          </a:p>
          <a:p>
            <a:r>
              <a:t>      ],</a:t>
            </a:r>
          </a:p>
          <a:p>
            <a:r>
              <a:t>      "mode": "verbatim"</a:t>
            </a:r>
          </a:p>
          <a:p>
            <a:r>
              <a:t>    },</a:t>
            </a:r>
          </a:p>
          <a:p>
            <a:r>
              <a:t>    {</a:t>
            </a:r>
          </a:p>
          <a:p>
            <a:r>
              <a:t>      "text": "根拠と未確認の論点を残して渡す",</a:t>
            </a:r>
          </a:p>
          <a:p>
            <a:r>
              <a:t>      "refs": [</a:t>
            </a:r>
          </a:p>
          <a:p>
            <a:r>
              <a:t>        {</a:t>
            </a:r>
          </a:p>
          <a:p>
            <a:r>
              <a:t>          "source_id": "s035",</a:t>
            </a:r>
          </a:p>
          <a:p>
            <a:r>
              <a:t>          "quote": "根拠と未確認の論点を残して渡す"</a:t>
            </a:r>
          </a:p>
          <a:p>
            <a:r>
              <a:t>        }</a:t>
            </a:r>
          </a:p>
          <a:p>
            <a:r>
              <a:t>      ],</a:t>
            </a:r>
          </a:p>
          <a:p>
            <a:r>
              <a:t>      "mode": "verbatim"</a:t>
            </a:r>
          </a:p>
          <a:p>
            <a:r>
              <a:t>    },</a:t>
            </a:r>
          </a:p>
          <a:p>
            <a:r>
              <a:t>    {</a:t>
            </a:r>
          </a:p>
          <a:p>
            <a:r>
              <a:t>      "text": "原文とのつながりを残す",</a:t>
            </a:r>
          </a:p>
          <a:p>
            <a:r>
              <a:t>      "refs": [</a:t>
            </a:r>
          </a:p>
          <a:p>
            <a:r>
              <a:t>        {</a:t>
            </a:r>
          </a:p>
          <a:p>
            <a:r>
              <a:t>          "source_id": "s035",</a:t>
            </a:r>
          </a:p>
          <a:p>
            <a:r>
              <a:t>          "quote": "原文とのつながりを残す"</a:t>
            </a:r>
          </a:p>
          <a:p>
            <a:r>
              <a:t>        }</a:t>
            </a:r>
          </a:p>
          <a:p>
            <a:r>
              <a:t>      ],</a:t>
            </a:r>
          </a:p>
          <a:p>
            <a:r>
              <a:t>      "mode": "verbatim"</a:t>
            </a:r>
          </a:p>
          <a:p>
            <a:r>
              <a:t>    },</a:t>
            </a:r>
          </a:p>
          <a:p>
            <a:r>
              <a:t>    {</a:t>
            </a:r>
          </a:p>
          <a:p>
            <a:r>
              <a:t>      "text": "資料を集めた後で、対象範囲と比較条件を確認する。共有時には原文の位置を添え、読み手が結論の前提へ戻れるようにする。",</a:t>
            </a:r>
          </a:p>
          <a:p>
            <a:r>
              <a:t>      "refs": [</a:t>
            </a:r>
          </a:p>
          <a:p>
            <a:r>
              <a:t>        {</a:t>
            </a:r>
          </a:p>
          <a:p>
            <a:r>
              <a:t>          "source_id": "s035",</a:t>
            </a:r>
          </a:p>
          <a:p>
            <a:r>
              <a:t>          "quote": "資料を集めた後で、対象範囲と比較条件を確認する。共有時には原文の位置を添え、読み手が結論の前提へ戻れるようにする。"</a:t>
            </a:r>
          </a:p>
          <a:p>
            <a:r>
              <a:t>        }</a:t>
            </a:r>
          </a:p>
          <a:p>
            <a:r>
              <a:t>      ],</a:t>
            </a:r>
          </a:p>
          <a:p>
            <a:r>
              <a:t>      "mode": "verbatim"</a:t>
            </a:r>
          </a:p>
          <a:p>
            <a:r>
              <a:t>    },</a:t>
            </a:r>
          </a:p>
          <a:p>
            <a:r>
              <a:t>    {</a:t>
            </a:r>
          </a:p>
          <a:p>
            <a:r>
              <a:t>      "text": "留保：因果関係を示す工程図ではない。",</a:t>
            </a:r>
          </a:p>
          <a:p>
            <a:r>
              <a:t>      "refs": [</a:t>
            </a:r>
          </a:p>
          <a:p>
            <a:r>
              <a:t>        {</a:t>
            </a:r>
          </a:p>
          <a:p>
            <a:r>
              <a:t>          "source_id": "s035",</a:t>
            </a:r>
          </a:p>
          <a:p>
            <a:r>
              <a:t>          "quote": "留保：因果関係を示す工程図ではない。"</a:t>
            </a:r>
          </a:p>
          <a:p>
            <a:r>
              <a:t>        }</a:t>
            </a:r>
          </a:p>
          <a:p>
            <a:r>
              <a:t>      ],</a:t>
            </a:r>
          </a:p>
          <a:p>
            <a:r>
              <a:t>      "mode": "verbatim"</a:t>
            </a:r>
          </a:p>
          <a:p>
            <a:r>
              <a:t>    }</a:t>
            </a:r>
          </a:p>
          <a:p>
            <a:r>
              <a:t>  ],</a:t>
            </a:r>
          </a:p>
          <a:p>
            <a:r>
              <a:t>  "citations": {</a:t>
            </a:r>
          </a:p>
          <a:p>
            <a:r>
              <a:t>    "s035": "Public MIT sample: original fictional research-sharing design section 1"</a:t>
            </a:r>
          </a:p>
          <a:p>
            <a:r>
              <a:t>  },</a:t>
            </a:r>
          </a:p>
          <a:p>
            <a:r>
              <a:t>  "template_license":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null,</a:t>
            </a:r>
          </a:p>
          <a:p>
            <a:r>
              <a:t>  "catalog": "editorial",</a:t>
            </a:r>
          </a:p>
          <a:p>
            <a:r>
              <a:t>  "family": "diagram",</a:t>
            </a:r>
          </a:p>
          <a:p>
            <a:r>
              <a:t>  "structural_variant": "right",</a:t>
            </a:r>
          </a:p>
          <a:p>
            <a:r>
              <a:t>  "repetition_reason": "Catalog inventory: adjacent entries intentionally show every count/orientation for comparison; this is not a presentation sequence.",</a:t>
            </a:r>
          </a:p>
          <a:p>
            <a:r>
              <a:t>  "images": {},</a:t>
            </a:r>
          </a:p>
          <a:p>
            <a:r>
              <a:t>  "template_sha256": "783cd18bdc64abc99334c17b2c245b9d90733da1edce0ca4f9828a1d62ed7630"</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"slide036",</a:t>
            </a:r>
          </a:p>
          <a:p>
            <a:r>
              <a:t>  "origin": "catalog",</a:t>
            </a:r>
          </a:p>
          <a:p>
            <a:r>
              <a:t>  "layout_id": "ed_diagram_wide_left_3",</a:t>
            </a:r>
          </a:p>
          <a:p>
            <a:r>
              <a:t>  "variant": "warm",</a:t>
            </a:r>
          </a:p>
          <a:p>
            <a:r>
              <a:t>  "rationale": "Public template fixture; short fictional slot content; no private data.",</a:t>
            </a:r>
          </a:p>
          <a:p>
            <a:r>
              <a:t>  "source_sha256": "c38e01dcb14540e486d5a11ff7b07b6cff9547c6a27e869e7c53a02aada60e2d",</a:t>
            </a:r>
          </a:p>
          <a:p>
            <a:r>
              <a:t>  "evidence": [</a:t>
            </a:r>
          </a:p>
          <a:p>
            <a:r>
              <a:t>    {</a:t>
            </a:r>
          </a:p>
          <a:p>
            <a:r>
              <a:t>      "text": "社内ナレッジを探しやすくする条件",</a:t>
            </a:r>
          </a:p>
          <a:p>
            <a:r>
              <a:t>      "refs": [</a:t>
            </a:r>
          </a:p>
          <a:p>
            <a:r>
              <a:t>        {</a:t>
            </a:r>
          </a:p>
          <a:p>
            <a:r>
              <a:t>          "source_id": "s036",</a:t>
            </a:r>
          </a:p>
          <a:p>
            <a:r>
              <a:t>          "quote": "社内ナレッジを探しやすくする条件"</a:t>
            </a:r>
          </a:p>
          <a:p>
            <a:r>
              <a:t>        }</a:t>
            </a:r>
          </a:p>
          <a:p>
            <a:r>
              <a:t>      ],</a:t>
            </a:r>
          </a:p>
          <a:p>
            <a:r>
              <a:t>      "mode": "verbatim"</a:t>
            </a:r>
          </a:p>
          <a:p>
            <a:r>
              <a:t>    },</a:t>
            </a:r>
          </a:p>
          <a:p>
            <a:r>
              <a:t>    {</a:t>
            </a:r>
          </a:p>
          <a:p>
            <a:r>
              <a:t>      "text": "架空の社内調査。運用条件を整理した所見であり、効果を実証したものではない。",</a:t>
            </a:r>
          </a:p>
          <a:p>
            <a:r>
              <a:t>      "refs": [</a:t>
            </a:r>
          </a:p>
          <a:p>
            <a:r>
              <a:t>        {</a:t>
            </a:r>
          </a:p>
          <a:p>
            <a:r>
              <a:t>          "source_id": "s036",</a:t>
            </a:r>
          </a:p>
          <a:p>
            <a:r>
              <a:t>          "quote": "架空の社内調査。運用条件を整理した所見であり、効果を実証したものではない。"</a:t>
            </a:r>
          </a:p>
          <a:p>
            <a:r>
              <a:t>        }</a:t>
            </a:r>
          </a:p>
          <a:p>
            <a:r>
              <a:t>      ],</a:t>
            </a:r>
          </a:p>
          <a:p>
            <a:r>
              <a:t>      "mode": "verbatim"</a:t>
            </a:r>
          </a:p>
          <a:p>
            <a:r>
              <a:t>    },</a:t>
            </a:r>
          </a:p>
          <a:p>
            <a:r>
              <a:t>    {</a:t>
            </a:r>
          </a:p>
          <a:p>
            <a:r>
              <a:t>      "text": "入力資料",</a:t>
            </a:r>
          </a:p>
          <a:p>
            <a:r>
              <a:t>      "refs": [</a:t>
            </a:r>
          </a:p>
          <a:p>
            <a:r>
              <a:t>        {</a:t>
            </a:r>
          </a:p>
          <a:p>
            <a:r>
              <a:t>          "source_id": "s036",</a:t>
            </a:r>
          </a:p>
          <a:p>
            <a:r>
              <a:t>          "quote": "入力資料"</a:t>
            </a:r>
          </a:p>
          <a:p>
            <a:r>
              <a:t>        }</a:t>
            </a:r>
          </a:p>
          <a:p>
            <a:r>
              <a:t>      ],</a:t>
            </a:r>
          </a:p>
          <a:p>
            <a:r>
              <a:t>      "mode": "verbatim"</a:t>
            </a:r>
          </a:p>
          <a:p>
            <a:r>
              <a:t>    },</a:t>
            </a:r>
          </a:p>
          <a:p>
            <a:r>
              <a:t>    {</a:t>
            </a:r>
          </a:p>
          <a:p>
            <a:r>
              <a:t>      "text": "原文・確認日・対象範囲を受け取る",</a:t>
            </a:r>
          </a:p>
          <a:p>
            <a:r>
              <a:t>      "refs": [</a:t>
            </a:r>
          </a:p>
          <a:p>
            <a:r>
              <a:t>        {</a:t>
            </a:r>
          </a:p>
          <a:p>
            <a:r>
              <a:t>          "source_id": "s036",</a:t>
            </a:r>
          </a:p>
          <a:p>
            <a:r>
              <a:t>          "quote": "原文・確認日・対象範囲を受け取る"</a:t>
            </a:r>
          </a:p>
          <a:p>
            <a:r>
              <a:t>        }</a:t>
            </a:r>
          </a:p>
          <a:p>
            <a:r>
              <a:t>      ],</a:t>
            </a:r>
          </a:p>
          <a:p>
            <a:r>
              <a:t>      "mode": "verbatim"</a:t>
            </a:r>
          </a:p>
          <a:p>
            <a:r>
              <a:t>    },</a:t>
            </a:r>
          </a:p>
          <a:p>
            <a:r>
              <a:t>    {</a:t>
            </a:r>
          </a:p>
          <a:p>
            <a:r>
              <a:t>      "text": "条件の確認",</a:t>
            </a:r>
          </a:p>
          <a:p>
            <a:r>
              <a:t>      "refs": [</a:t>
            </a:r>
          </a:p>
          <a:p>
            <a:r>
              <a:t>        {</a:t>
            </a:r>
          </a:p>
          <a:p>
            <a:r>
              <a:t>          "source_id": "s036",</a:t>
            </a:r>
          </a:p>
          <a:p>
            <a:r>
              <a:t>          "quote": "条件の確認"</a:t>
            </a:r>
          </a:p>
          <a:p>
            <a:r>
              <a:t>        }</a:t>
            </a:r>
          </a:p>
          <a:p>
            <a:r>
              <a:t>      ],</a:t>
            </a:r>
          </a:p>
          <a:p>
            <a:r>
              <a:t>      "mode": "verbatim"</a:t>
            </a:r>
          </a:p>
          <a:p>
            <a:r>
              <a:t>    },</a:t>
            </a:r>
          </a:p>
          <a:p>
            <a:r>
              <a:t>    {</a:t>
            </a:r>
          </a:p>
          <a:p>
            <a:r>
              <a:t>      "text": "定義と比較条件の違いを整理する",</a:t>
            </a:r>
          </a:p>
          <a:p>
            <a:r>
              <a:t>      "refs": [</a:t>
            </a:r>
          </a:p>
          <a:p>
            <a:r>
              <a:t>        {</a:t>
            </a:r>
          </a:p>
          <a:p>
            <a:r>
              <a:t>          "source_id": "s036",</a:t>
            </a:r>
          </a:p>
          <a:p>
            <a:r>
              <a:t>          "quote": "定義と比較条件の違いを整理する"</a:t>
            </a:r>
          </a:p>
          <a:p>
            <a:r>
              <a:t>        }</a:t>
            </a:r>
          </a:p>
          <a:p>
            <a:r>
              <a:t>      ],</a:t>
            </a:r>
          </a:p>
          <a:p>
            <a:r>
              <a:t>      "mode": "verbatim"</a:t>
            </a:r>
          </a:p>
          <a:p>
            <a:r>
              <a:t>    },</a:t>
            </a:r>
          </a:p>
          <a:p>
            <a:r>
              <a:t>    {</a:t>
            </a:r>
          </a:p>
          <a:p>
            <a:r>
              <a:t>      "text": "所見の共有",</a:t>
            </a:r>
          </a:p>
          <a:p>
            <a:r>
              <a:t>      "refs": [</a:t>
            </a:r>
          </a:p>
          <a:p>
            <a:r>
              <a:t>        {</a:t>
            </a:r>
          </a:p>
          <a:p>
            <a:r>
              <a:t>          "source_id": "s036",</a:t>
            </a:r>
          </a:p>
          <a:p>
            <a:r>
              <a:t>          "quote": "所見の共有"</a:t>
            </a:r>
          </a:p>
          <a:p>
            <a:r>
              <a:t>        }</a:t>
            </a:r>
          </a:p>
          <a:p>
            <a:r>
              <a:t>      ],</a:t>
            </a:r>
          </a:p>
          <a:p>
            <a:r>
              <a:t>      "mode": "verbatim"</a:t>
            </a:r>
          </a:p>
          <a:p>
            <a:r>
              <a:t>    },</a:t>
            </a:r>
          </a:p>
          <a:p>
            <a:r>
              <a:t>    {</a:t>
            </a:r>
          </a:p>
          <a:p>
            <a:r>
              <a:t>      "text": "根拠と未確認の論点を残して渡す",</a:t>
            </a:r>
          </a:p>
          <a:p>
            <a:r>
              <a:t>      "refs": [</a:t>
            </a:r>
          </a:p>
          <a:p>
            <a:r>
              <a:t>        {</a:t>
            </a:r>
          </a:p>
          <a:p>
            <a:r>
              <a:t>          "source_id": "s036",</a:t>
            </a:r>
          </a:p>
          <a:p>
            <a:r>
              <a:t>          "quote": "根拠と未確認の論点を残して渡す"</a:t>
            </a:r>
          </a:p>
          <a:p>
            <a:r>
              <a:t>        }</a:t>
            </a:r>
          </a:p>
          <a:p>
            <a:r>
              <a:t>      ],</a:t>
            </a:r>
          </a:p>
          <a:p>
            <a:r>
              <a:t>      "mode": "verbatim"</a:t>
            </a:r>
          </a:p>
          <a:p>
            <a:r>
              <a:t>    },</a:t>
            </a:r>
          </a:p>
          <a:p>
            <a:r>
              <a:t>    {</a:t>
            </a:r>
          </a:p>
          <a:p>
            <a:r>
              <a:t>      "text": "原文とのつながりを残す",</a:t>
            </a:r>
          </a:p>
          <a:p>
            <a:r>
              <a:t>      "refs": [</a:t>
            </a:r>
          </a:p>
          <a:p>
            <a:r>
              <a:t>        {</a:t>
            </a:r>
          </a:p>
          <a:p>
            <a:r>
              <a:t>          "source_id": "s036",</a:t>
            </a:r>
          </a:p>
          <a:p>
            <a:r>
              <a:t>          "quote": "原文とのつながりを残す"</a:t>
            </a:r>
          </a:p>
          <a:p>
            <a:r>
              <a:t>        }</a:t>
            </a:r>
          </a:p>
          <a:p>
            <a:r>
              <a:t>      ],</a:t>
            </a:r>
          </a:p>
          <a:p>
            <a:r>
              <a:t>      "mode": "verbatim"</a:t>
            </a:r>
          </a:p>
          <a:p>
            <a:r>
              <a:t>    },</a:t>
            </a:r>
          </a:p>
          <a:p>
            <a:r>
              <a:t>    {</a:t>
            </a:r>
          </a:p>
          <a:p>
            <a:r>
              <a:t>      "text": "資料を集めた後で、対象範囲と比較条件を確認する。共有時には原文の位置を添え、読み手が結論の前提へ戻れるようにする。",</a:t>
            </a:r>
          </a:p>
          <a:p>
            <a:r>
              <a:t>      "refs": [</a:t>
            </a:r>
          </a:p>
          <a:p>
            <a:r>
              <a:t>        {</a:t>
            </a:r>
          </a:p>
          <a:p>
            <a:r>
              <a:t>          "source_id": "s036",</a:t>
            </a:r>
          </a:p>
          <a:p>
            <a:r>
              <a:t>          "quote": "資料を集めた後で、対象範囲と比較条件を確認する。共有時には原文の位置を添え、読み手が結論の前提へ戻れるようにする。"</a:t>
            </a:r>
          </a:p>
          <a:p>
            <a:r>
              <a:t>        }</a:t>
            </a:r>
          </a:p>
          <a:p>
            <a:r>
              <a:t>      ],</a:t>
            </a:r>
          </a:p>
          <a:p>
            <a:r>
              <a:t>      "mode": "verbatim"</a:t>
            </a:r>
          </a:p>
          <a:p>
            <a:r>
              <a:t>    },</a:t>
            </a:r>
          </a:p>
          <a:p>
            <a:r>
              <a:t>    {</a:t>
            </a:r>
          </a:p>
          <a:p>
            <a:r>
              <a:t>      "text": "留保：因果関係を示す工程図ではない。",</a:t>
            </a:r>
          </a:p>
          <a:p>
            <a:r>
              <a:t>      "refs": [</a:t>
            </a:r>
          </a:p>
          <a:p>
            <a:r>
              <a:t>        {</a:t>
            </a:r>
          </a:p>
          <a:p>
            <a:r>
              <a:t>          "source_id": "s036",</a:t>
            </a:r>
          </a:p>
          <a:p>
            <a:r>
              <a:t>          "quote": "留保：因果関係を示す工程図ではない。"</a:t>
            </a:r>
          </a:p>
          <a:p>
            <a:r>
              <a:t>        }</a:t>
            </a:r>
          </a:p>
          <a:p>
            <a:r>
              <a:t>      ],</a:t>
            </a:r>
          </a:p>
          <a:p>
            <a:r>
              <a:t>      "mode": "verbatim"</a:t>
            </a:r>
          </a:p>
          <a:p>
            <a:r>
              <a:t>    }</a:t>
            </a:r>
          </a:p>
          <a:p>
            <a:r>
              <a:t>  ],</a:t>
            </a:r>
          </a:p>
          <a:p>
            <a:r>
              <a:t>  "citations": {</a:t>
            </a:r>
          </a:p>
          <a:p>
            <a:r>
              <a:t>    "s036": "Public MIT sample: original fictional research-sharing design section 1"</a:t>
            </a:r>
          </a:p>
          <a:p>
            <a:r>
              <a:t>  },</a:t>
            </a:r>
          </a:p>
          <a:p>
            <a:r>
              <a:t>  "template_license":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null,</a:t>
            </a:r>
          </a:p>
          <a:p>
            <a:r>
              <a:t>  "catalog": "editorial",</a:t>
            </a:r>
          </a:p>
          <a:p>
            <a:r>
              <a:t>  "family": "diagram",</a:t>
            </a:r>
          </a:p>
          <a:p>
            <a:r>
              <a:t>  "structural_variant": "wide_left",</a:t>
            </a:r>
          </a:p>
          <a:p>
            <a:r>
              <a:t>  "repetition_reason": "Catalog inventory: adjacent entries intentionally show every count/orientation for comparison; this is not a presentation sequence.",</a:t>
            </a:r>
          </a:p>
          <a:p>
            <a:r>
              <a:t>  "images": {},</a:t>
            </a:r>
          </a:p>
          <a:p>
            <a:r>
              <a:t>  "template_sha256": "e56c076f4fbb7417a7f4d65ab6aed9a25145160984d2fc1b0abac40eb47d219a"</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"slide037",</a:t>
            </a:r>
          </a:p>
          <a:p>
            <a:r>
              <a:t>  "origin": "catalog",</a:t>
            </a:r>
          </a:p>
          <a:p>
            <a:r>
              <a:t>  "layout_id": "ed_diagram_wide_right_3",</a:t>
            </a:r>
          </a:p>
          <a:p>
            <a:r>
              <a:t>  "variant": "warm",</a:t>
            </a:r>
          </a:p>
          <a:p>
            <a:r>
              <a:t>  "rationale": "Public template fixture; short fictional slot content; no private data.",</a:t>
            </a:r>
          </a:p>
          <a:p>
            <a:r>
              <a:t>  "source_sha256": "c38e01dcb14540e486d5a11ff7b07b6cff9547c6a27e869e7c53a02aada60e2d",</a:t>
            </a:r>
          </a:p>
          <a:p>
            <a:r>
              <a:t>  "evidence": [</a:t>
            </a:r>
          </a:p>
          <a:p>
            <a:r>
              <a:t>    {</a:t>
            </a:r>
          </a:p>
          <a:p>
            <a:r>
              <a:t>      "text": "社内ナレッジを探しやすくする条件",</a:t>
            </a:r>
          </a:p>
          <a:p>
            <a:r>
              <a:t>      "refs": [</a:t>
            </a:r>
          </a:p>
          <a:p>
            <a:r>
              <a:t>        {</a:t>
            </a:r>
          </a:p>
          <a:p>
            <a:r>
              <a:t>          "source_id": "s037",</a:t>
            </a:r>
          </a:p>
          <a:p>
            <a:r>
              <a:t>          "quote": "社内ナレッジを探しやすくする条件"</a:t>
            </a:r>
          </a:p>
          <a:p>
            <a:r>
              <a:t>        }</a:t>
            </a:r>
          </a:p>
          <a:p>
            <a:r>
              <a:t>      ],</a:t>
            </a:r>
          </a:p>
          <a:p>
            <a:r>
              <a:t>      "mode": "verbatim"</a:t>
            </a:r>
          </a:p>
          <a:p>
            <a:r>
              <a:t>    },</a:t>
            </a:r>
          </a:p>
          <a:p>
            <a:r>
              <a:t>    {</a:t>
            </a:r>
          </a:p>
          <a:p>
            <a:r>
              <a:t>      "text": "架空の社内調査。運用条件を整理した所見であり、効果を実証したものではない。",</a:t>
            </a:r>
          </a:p>
          <a:p>
            <a:r>
              <a:t>      "refs": [</a:t>
            </a:r>
          </a:p>
          <a:p>
            <a:r>
              <a:t>        {</a:t>
            </a:r>
          </a:p>
          <a:p>
            <a:r>
              <a:t>          "source_id": "s037",</a:t>
            </a:r>
          </a:p>
          <a:p>
            <a:r>
              <a:t>          "quote": "架空の社内調査。運用条件を整理した所見であり、効果を実証したものではない。"</a:t>
            </a:r>
          </a:p>
          <a:p>
            <a:r>
              <a:t>        }</a:t>
            </a:r>
          </a:p>
          <a:p>
            <a:r>
              <a:t>      ],</a:t>
            </a:r>
          </a:p>
          <a:p>
            <a:r>
              <a:t>      "mode": "verbatim"</a:t>
            </a:r>
          </a:p>
          <a:p>
            <a:r>
              <a:t>    },</a:t>
            </a:r>
          </a:p>
          <a:p>
            <a:r>
              <a:t>    {</a:t>
            </a:r>
          </a:p>
          <a:p>
            <a:r>
              <a:t>      "text": "入力資料",</a:t>
            </a:r>
          </a:p>
          <a:p>
            <a:r>
              <a:t>      "refs": [</a:t>
            </a:r>
          </a:p>
          <a:p>
            <a:r>
              <a:t>        {</a:t>
            </a:r>
          </a:p>
          <a:p>
            <a:r>
              <a:t>          "source_id": "s037",</a:t>
            </a:r>
          </a:p>
          <a:p>
            <a:r>
              <a:t>          "quote": "入力資料"</a:t>
            </a:r>
          </a:p>
          <a:p>
            <a:r>
              <a:t>        }</a:t>
            </a:r>
          </a:p>
          <a:p>
            <a:r>
              <a:t>      ],</a:t>
            </a:r>
          </a:p>
          <a:p>
            <a:r>
              <a:t>      "mode": "verbatim"</a:t>
            </a:r>
          </a:p>
          <a:p>
            <a:r>
              <a:t>    },</a:t>
            </a:r>
          </a:p>
          <a:p>
            <a:r>
              <a:t>    {</a:t>
            </a:r>
          </a:p>
          <a:p>
            <a:r>
              <a:t>      "text": "原文・確認日・対象範囲を受け取る",</a:t>
            </a:r>
          </a:p>
          <a:p>
            <a:r>
              <a:t>      "refs": [</a:t>
            </a:r>
          </a:p>
          <a:p>
            <a:r>
              <a:t>        {</a:t>
            </a:r>
          </a:p>
          <a:p>
            <a:r>
              <a:t>          "source_id": "s037",</a:t>
            </a:r>
          </a:p>
          <a:p>
            <a:r>
              <a:t>          "quote": "原文・確認日・対象範囲を受け取る"</a:t>
            </a:r>
          </a:p>
          <a:p>
            <a:r>
              <a:t>        }</a:t>
            </a:r>
          </a:p>
          <a:p>
            <a:r>
              <a:t>      ],</a:t>
            </a:r>
          </a:p>
          <a:p>
            <a:r>
              <a:t>      "mode": "verbatim"</a:t>
            </a:r>
          </a:p>
          <a:p>
            <a:r>
              <a:t>    },</a:t>
            </a:r>
          </a:p>
          <a:p>
            <a:r>
              <a:t>    {</a:t>
            </a:r>
          </a:p>
          <a:p>
            <a:r>
              <a:t>      "text": "条件の確認",</a:t>
            </a:r>
          </a:p>
          <a:p>
            <a:r>
              <a:t>      "refs": [</a:t>
            </a:r>
          </a:p>
          <a:p>
            <a:r>
              <a:t>        {</a:t>
            </a:r>
          </a:p>
          <a:p>
            <a:r>
              <a:t>          "source_id": "s037",</a:t>
            </a:r>
          </a:p>
          <a:p>
            <a:r>
              <a:t>          "quote": "条件の確認"</a:t>
            </a:r>
          </a:p>
          <a:p>
            <a:r>
              <a:t>        }</a:t>
            </a:r>
          </a:p>
          <a:p>
            <a:r>
              <a:t>      ],</a:t>
            </a:r>
          </a:p>
          <a:p>
            <a:r>
              <a:t>      "mode": "verbatim"</a:t>
            </a:r>
          </a:p>
          <a:p>
            <a:r>
              <a:t>    },</a:t>
            </a:r>
          </a:p>
          <a:p>
            <a:r>
              <a:t>    {</a:t>
            </a:r>
          </a:p>
          <a:p>
            <a:r>
              <a:t>      "text": "定義と比較条件の違いを整理する",</a:t>
            </a:r>
          </a:p>
          <a:p>
            <a:r>
              <a:t>      "refs": [</a:t>
            </a:r>
          </a:p>
          <a:p>
            <a:r>
              <a:t>        {</a:t>
            </a:r>
          </a:p>
          <a:p>
            <a:r>
              <a:t>          "source_id": "s037",</a:t>
            </a:r>
          </a:p>
          <a:p>
            <a:r>
              <a:t>          "quote": "定義と比較条件の違いを整理する"</a:t>
            </a:r>
          </a:p>
          <a:p>
            <a:r>
              <a:t>        }</a:t>
            </a:r>
          </a:p>
          <a:p>
            <a:r>
              <a:t>      ],</a:t>
            </a:r>
          </a:p>
          <a:p>
            <a:r>
              <a:t>      "mode": "verbatim"</a:t>
            </a:r>
          </a:p>
          <a:p>
            <a:r>
              <a:t>    },</a:t>
            </a:r>
          </a:p>
          <a:p>
            <a:r>
              <a:t>    {</a:t>
            </a:r>
          </a:p>
          <a:p>
            <a:r>
              <a:t>      "text": "所見の共有",</a:t>
            </a:r>
          </a:p>
          <a:p>
            <a:r>
              <a:t>      "refs": [</a:t>
            </a:r>
          </a:p>
          <a:p>
            <a:r>
              <a:t>        {</a:t>
            </a:r>
          </a:p>
          <a:p>
            <a:r>
              <a:t>          "source_id": "s037",</a:t>
            </a:r>
          </a:p>
          <a:p>
            <a:r>
              <a:t>          "quote": "所見の共有"</a:t>
            </a:r>
          </a:p>
          <a:p>
            <a:r>
              <a:t>        }</a:t>
            </a:r>
          </a:p>
          <a:p>
            <a:r>
              <a:t>      ],</a:t>
            </a:r>
          </a:p>
          <a:p>
            <a:r>
              <a:t>      "mode": "verbatim"</a:t>
            </a:r>
          </a:p>
          <a:p>
            <a:r>
              <a:t>    },</a:t>
            </a:r>
          </a:p>
          <a:p>
            <a:r>
              <a:t>    {</a:t>
            </a:r>
          </a:p>
          <a:p>
            <a:r>
              <a:t>      "text": "根拠と未確認の論点を残して渡す",</a:t>
            </a:r>
          </a:p>
          <a:p>
            <a:r>
              <a:t>      "refs": [</a:t>
            </a:r>
          </a:p>
          <a:p>
            <a:r>
              <a:t>        {</a:t>
            </a:r>
          </a:p>
          <a:p>
            <a:r>
              <a:t>          "source_id": "s037",</a:t>
            </a:r>
          </a:p>
          <a:p>
            <a:r>
              <a:t>          "quote": "根拠と未確認の論点を残して渡す"</a:t>
            </a:r>
          </a:p>
          <a:p>
            <a:r>
              <a:t>        }</a:t>
            </a:r>
          </a:p>
          <a:p>
            <a:r>
              <a:t>      ],</a:t>
            </a:r>
          </a:p>
          <a:p>
            <a:r>
              <a:t>      "mode": "verbatim"</a:t>
            </a:r>
          </a:p>
          <a:p>
            <a:r>
              <a:t>    },</a:t>
            </a:r>
          </a:p>
          <a:p>
            <a:r>
              <a:t>    {</a:t>
            </a:r>
          </a:p>
          <a:p>
            <a:r>
              <a:t>      "text": "原文とのつながりを残す",</a:t>
            </a:r>
          </a:p>
          <a:p>
            <a:r>
              <a:t>      "refs": [</a:t>
            </a:r>
          </a:p>
          <a:p>
            <a:r>
              <a:t>        {</a:t>
            </a:r>
          </a:p>
          <a:p>
            <a:r>
              <a:t>          "source_id": "s037",</a:t>
            </a:r>
          </a:p>
          <a:p>
            <a:r>
              <a:t>          "quote": "原文とのつながりを残す"</a:t>
            </a:r>
          </a:p>
          <a:p>
            <a:r>
              <a:t>        }</a:t>
            </a:r>
          </a:p>
          <a:p>
            <a:r>
              <a:t>      ],</a:t>
            </a:r>
          </a:p>
          <a:p>
            <a:r>
              <a:t>      "mode": "verbatim"</a:t>
            </a:r>
          </a:p>
          <a:p>
            <a:r>
              <a:t>    },</a:t>
            </a:r>
          </a:p>
          <a:p>
            <a:r>
              <a:t>    {</a:t>
            </a:r>
          </a:p>
          <a:p>
            <a:r>
              <a:t>      "text": "資料を集めた後で、対象範囲と比較条件を確認する。共有時には原文の位置を添え、読み手が結論の前提へ戻れるようにする。",</a:t>
            </a:r>
          </a:p>
          <a:p>
            <a:r>
              <a:t>      "refs": [</a:t>
            </a:r>
          </a:p>
          <a:p>
            <a:r>
              <a:t>        {</a:t>
            </a:r>
          </a:p>
          <a:p>
            <a:r>
              <a:t>          "source_id": "s037",</a:t>
            </a:r>
          </a:p>
          <a:p>
            <a:r>
              <a:t>          "quote": "資料を集めた後で、対象範囲と比較条件を確認する。共有時には原文の位置を添え、読み手が結論の前提へ戻れるようにする。"</a:t>
            </a:r>
          </a:p>
          <a:p>
            <a:r>
              <a:t>        }</a:t>
            </a:r>
          </a:p>
          <a:p>
            <a:r>
              <a:t>      ],</a:t>
            </a:r>
          </a:p>
          <a:p>
            <a:r>
              <a:t>      "mode": "verbatim"</a:t>
            </a:r>
          </a:p>
          <a:p>
            <a:r>
              <a:t>    },</a:t>
            </a:r>
          </a:p>
          <a:p>
            <a:r>
              <a:t>    {</a:t>
            </a:r>
          </a:p>
          <a:p>
            <a:r>
              <a:t>      "text": "留保：因果関係を示す工程図ではない。",</a:t>
            </a:r>
          </a:p>
          <a:p>
            <a:r>
              <a:t>      "refs": [</a:t>
            </a:r>
          </a:p>
          <a:p>
            <a:r>
              <a:t>        {</a:t>
            </a:r>
          </a:p>
          <a:p>
            <a:r>
              <a:t>          "source_id": "s037",</a:t>
            </a:r>
          </a:p>
          <a:p>
            <a:r>
              <a:t>          "quote": "留保：因果関係を示す工程図ではない。"</a:t>
            </a:r>
          </a:p>
          <a:p>
            <a:r>
              <a:t>        }</a:t>
            </a:r>
          </a:p>
          <a:p>
            <a:r>
              <a:t>      ],</a:t>
            </a:r>
          </a:p>
          <a:p>
            <a:r>
              <a:t>      "mode": "verbatim"</a:t>
            </a:r>
          </a:p>
          <a:p>
            <a:r>
              <a:t>    }</a:t>
            </a:r>
          </a:p>
          <a:p>
            <a:r>
              <a:t>  ],</a:t>
            </a:r>
          </a:p>
          <a:p>
            <a:r>
              <a:t>  "citations": {</a:t>
            </a:r>
          </a:p>
          <a:p>
            <a:r>
              <a:t>    "s037": "Public MIT sample: original fictional research-sharing design section 1"</a:t>
            </a:r>
          </a:p>
          <a:p>
            <a:r>
              <a:t>  },</a:t>
            </a:r>
          </a:p>
          <a:p>
            <a:r>
              <a:t>  "template_license":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null,</a:t>
            </a:r>
          </a:p>
          <a:p>
            <a:r>
              <a:t>  "catalog": "editorial",</a:t>
            </a:r>
          </a:p>
          <a:p>
            <a:r>
              <a:t>  "family": "diagram",</a:t>
            </a:r>
          </a:p>
          <a:p>
            <a:r>
              <a:t>  "structural_variant": "wide_right",</a:t>
            </a:r>
          </a:p>
          <a:p>
            <a:r>
              <a:t>  "repetition_reason": "Catalog inventory: adjacent entries intentionally show every count/orientation for comparison; this is not a presentation sequence.",</a:t>
            </a:r>
          </a:p>
          <a:p>
            <a:r>
              <a:t>  "images": {},</a:t>
            </a:r>
          </a:p>
          <a:p>
            <a:r>
              <a:t>  "template_sha256": "352eab3865cde96955d1534a1dbc4a1e1510d4f7840a10b55af24dc4eca69ff4"</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"slide038",</a:t>
            </a:r>
          </a:p>
          <a:p>
            <a:r>
              <a:t>  "origin": "catalog",</a:t>
            </a:r>
          </a:p>
          <a:p>
            <a:r>
              <a:t>  "layout_id": "ed_comparison_columns_2",</a:t>
            </a:r>
          </a:p>
          <a:p>
            <a:r>
              <a:t>  "variant": "warm",</a:t>
            </a:r>
          </a:p>
          <a:p>
            <a:r>
              <a:t>  "rationale": "Public template fixture; short fictional slot content; no private data.",</a:t>
            </a:r>
          </a:p>
          <a:p>
            <a:r>
              <a:t>  "source_sha256": "c38e01dcb14540e486d5a11ff7b07b6cff9547c6a27e869e7c53a02aada60e2d",</a:t>
            </a:r>
          </a:p>
          <a:p>
            <a:r>
              <a:t>  "evidence": [</a:t>
            </a:r>
          </a:p>
          <a:p>
            <a:r>
              <a:t>    {</a:t>
            </a:r>
          </a:p>
          <a:p>
            <a:r>
              <a:t>      "text": "社内ナレッジを探しやすくする条件",</a:t>
            </a:r>
          </a:p>
          <a:p>
            <a:r>
              <a:t>      "refs": [</a:t>
            </a:r>
          </a:p>
          <a:p>
            <a:r>
              <a:t>        {</a:t>
            </a:r>
          </a:p>
          <a:p>
            <a:r>
              <a:t>          "source_id": "s038",</a:t>
            </a:r>
          </a:p>
          <a:p>
            <a:r>
              <a:t>          "quote": "社内ナレッジを探しやすくする条件"</a:t>
            </a:r>
          </a:p>
          <a:p>
            <a:r>
              <a:t>        }</a:t>
            </a:r>
          </a:p>
          <a:p>
            <a:r>
              <a:t>      ],</a:t>
            </a:r>
          </a:p>
          <a:p>
            <a:r>
              <a:t>      "mode": "verbatim"</a:t>
            </a:r>
          </a:p>
          <a:p>
            <a:r>
              <a:t>    },</a:t>
            </a:r>
          </a:p>
          <a:p>
            <a:r>
              <a:t>    {</a:t>
            </a:r>
          </a:p>
          <a:p>
            <a:r>
              <a:t>      "text": "架空の社内調査。運用条件を整理した所見であり、効果を実証したものではない。",</a:t>
            </a:r>
          </a:p>
          <a:p>
            <a:r>
              <a:t>      "refs": [</a:t>
            </a:r>
          </a:p>
          <a:p>
            <a:r>
              <a:t>        {</a:t>
            </a:r>
          </a:p>
          <a:p>
            <a:r>
              <a:t>          "source_id": "s038",</a:t>
            </a:r>
          </a:p>
          <a:p>
            <a:r>
              <a:t>          "quote": "架空の社内調査。運用条件を整理した所見であり、効果を実証したものではない。"</a:t>
            </a:r>
          </a:p>
          <a:p>
            <a:r>
              <a:t>        }</a:t>
            </a:r>
          </a:p>
          <a:p>
            <a:r>
              <a:t>      ],</a:t>
            </a:r>
          </a:p>
          <a:p>
            <a:r>
              <a:t>      "mode": "verbatim"</a:t>
            </a:r>
          </a:p>
          <a:p>
            <a:r>
              <a:t>    },</a:t>
            </a:r>
          </a:p>
          <a:p>
            <a:r>
              <a:t>    {</a:t>
            </a:r>
          </a:p>
          <a:p>
            <a:r>
              <a:t>      "text": "集約型",</a:t>
            </a:r>
          </a:p>
          <a:p>
            <a:r>
              <a:t>      "refs": [</a:t>
            </a:r>
          </a:p>
          <a:p>
            <a:r>
              <a:t>        {</a:t>
            </a:r>
          </a:p>
          <a:p>
            <a:r>
              <a:t>          "source_id": "s038",</a:t>
            </a:r>
          </a:p>
          <a:p>
            <a:r>
              <a:t>          "quote": "集約型"</a:t>
            </a:r>
          </a:p>
          <a:p>
            <a:r>
              <a:t>        }</a:t>
            </a:r>
          </a:p>
          <a:p>
            <a:r>
              <a:t>      ],</a:t>
            </a:r>
          </a:p>
          <a:p>
            <a:r>
              <a:t>      "mode": "verbatim"</a:t>
            </a:r>
          </a:p>
          <a:p>
            <a:r>
              <a:t>    },</a:t>
            </a:r>
          </a:p>
          <a:p>
            <a:r>
              <a:t>    {</a:t>
            </a:r>
          </a:p>
          <a:p>
            <a:r>
              <a:t>      "text": "検索上の特徴",</a:t>
            </a:r>
          </a:p>
          <a:p>
            <a:r>
              <a:t>      "refs": [</a:t>
            </a:r>
          </a:p>
          <a:p>
            <a:r>
              <a:t>        {</a:t>
            </a:r>
          </a:p>
          <a:p>
            <a:r>
              <a:t>          "source_id": "s038",</a:t>
            </a:r>
          </a:p>
          <a:p>
            <a:r>
              <a:t>          "quote": "検索上の特徴"</a:t>
            </a:r>
          </a:p>
          <a:p>
            <a:r>
              <a:t>        }</a:t>
            </a:r>
          </a:p>
          <a:p>
            <a:r>
              <a:t>      ],</a:t>
            </a:r>
          </a:p>
          <a:p>
            <a:r>
              <a:t>      "mode": "verbatim"</a:t>
            </a:r>
          </a:p>
          <a:p>
            <a:r>
              <a:t>    },</a:t>
            </a:r>
          </a:p>
          <a:p>
            <a:r>
              <a:t>    {</a:t>
            </a:r>
          </a:p>
          <a:p>
            <a:r>
              <a:t>      "text": "入口を統一し、部署をまたぐ検索をしやすくする。",</a:t>
            </a:r>
          </a:p>
          <a:p>
            <a:r>
              <a:t>      "refs": [</a:t>
            </a:r>
          </a:p>
          <a:p>
            <a:r>
              <a:t>        {</a:t>
            </a:r>
          </a:p>
          <a:p>
            <a:r>
              <a:t>          "source_id": "s038",</a:t>
            </a:r>
          </a:p>
          <a:p>
            <a:r>
              <a:t>          "quote": "入口を統一し、部署をまたぐ検索をしやすくする。"</a:t>
            </a:r>
          </a:p>
          <a:p>
            <a:r>
              <a:t>        }</a:t>
            </a:r>
          </a:p>
          <a:p>
            <a:r>
              <a:t>      ],</a:t>
            </a:r>
          </a:p>
          <a:p>
            <a:r>
              <a:t>      "mode": "verbatim"</a:t>
            </a:r>
          </a:p>
          <a:p>
            <a:r>
              <a:t>    },</a:t>
            </a:r>
          </a:p>
          <a:p>
            <a:r>
              <a:t>    {</a:t>
            </a:r>
          </a:p>
          <a:p>
            <a:r>
              <a:t>      "text": "運用上の注意",</a:t>
            </a:r>
          </a:p>
          <a:p>
            <a:r>
              <a:t>      "refs": [</a:t>
            </a:r>
          </a:p>
          <a:p>
            <a:r>
              <a:t>        {</a:t>
            </a:r>
          </a:p>
          <a:p>
            <a:r>
              <a:t>          "source_id": "s038",</a:t>
            </a:r>
          </a:p>
          <a:p>
            <a:r>
              <a:t>          "quote": "運用上の注意"</a:t>
            </a:r>
          </a:p>
          <a:p>
            <a:r>
              <a:t>        }</a:t>
            </a:r>
          </a:p>
          <a:p>
            <a:r>
              <a:t>      ],</a:t>
            </a:r>
          </a:p>
          <a:p>
            <a:r>
              <a:t>      "mode": "verbatim"</a:t>
            </a:r>
          </a:p>
          <a:p>
            <a:r>
              <a:t>    },</a:t>
            </a:r>
          </a:p>
          <a:p>
            <a:r>
              <a:t>    {</a:t>
            </a:r>
          </a:p>
          <a:p>
            <a:r>
              <a:t>      "text": "更新作業が担当者に集中するため、確認待ちの滞留に注意する。",</a:t>
            </a:r>
          </a:p>
          <a:p>
            <a:r>
              <a:t>      "refs": [</a:t>
            </a:r>
          </a:p>
          <a:p>
            <a:r>
              <a:t>        {</a:t>
            </a:r>
          </a:p>
          <a:p>
            <a:r>
              <a:t>          "source_id": "s038",</a:t>
            </a:r>
          </a:p>
          <a:p>
            <a:r>
              <a:t>          "quote": "更新作業が担当者に集中するため、確認待ちの滞留に注意する。"</a:t>
            </a:r>
          </a:p>
          <a:p>
            <a:r>
              <a:t>        }</a:t>
            </a:r>
          </a:p>
          <a:p>
            <a:r>
              <a:t>      ],</a:t>
            </a:r>
          </a:p>
          <a:p>
            <a:r>
              <a:t>      "mode": "verbatim"</a:t>
            </a:r>
          </a:p>
          <a:p>
            <a:r>
              <a:t>    },</a:t>
            </a:r>
          </a:p>
          <a:p>
            <a:r>
              <a:t>    {</a:t>
            </a:r>
          </a:p>
          <a:p>
            <a:r>
              <a:t>      "text": "分散型",</a:t>
            </a:r>
          </a:p>
          <a:p>
            <a:r>
              <a:t>      "refs": [</a:t>
            </a:r>
          </a:p>
          <a:p>
            <a:r>
              <a:t>        {</a:t>
            </a:r>
          </a:p>
          <a:p>
            <a:r>
              <a:t>          "source_id": "s038",</a:t>
            </a:r>
          </a:p>
          <a:p>
            <a:r>
              <a:t>          "quote": "分散型"</a:t>
            </a:r>
          </a:p>
          <a:p>
            <a:r>
              <a:t>        }</a:t>
            </a:r>
          </a:p>
          <a:p>
            <a:r>
              <a:t>      ],</a:t>
            </a:r>
          </a:p>
          <a:p>
            <a:r>
              <a:t>      "mode": "verbatim"</a:t>
            </a:r>
          </a:p>
          <a:p>
            <a:r>
              <a:t>    },</a:t>
            </a:r>
          </a:p>
          <a:p>
            <a:r>
              <a:t>    {</a:t>
            </a:r>
          </a:p>
          <a:p>
            <a:r>
              <a:t>      "text": "検索上の特徴",</a:t>
            </a:r>
          </a:p>
          <a:p>
            <a:r>
              <a:t>      "refs": [</a:t>
            </a:r>
          </a:p>
          <a:p>
            <a:r>
              <a:t>        {</a:t>
            </a:r>
          </a:p>
          <a:p>
            <a:r>
              <a:t>          "source_id": "s038",</a:t>
            </a:r>
          </a:p>
          <a:p>
            <a:r>
              <a:t>          "quote": "検索上の特徴"</a:t>
            </a:r>
          </a:p>
          <a:p>
            <a:r>
              <a:t>        }</a:t>
            </a:r>
          </a:p>
          <a:p>
            <a:r>
              <a:t>      ],</a:t>
            </a:r>
          </a:p>
          <a:p>
            <a:r>
              <a:t>      "mode": "verbatim"</a:t>
            </a:r>
          </a:p>
          <a:p>
            <a:r>
              <a:t>    },</a:t>
            </a:r>
          </a:p>
          <a:p>
            <a:r>
              <a:t>    {</a:t>
            </a:r>
          </a:p>
          <a:p>
            <a:r>
              <a:t>      "text": "各部署が原文を管理し、専門用語や例外の説明を保ちやすい。",</a:t>
            </a:r>
          </a:p>
          <a:p>
            <a:r>
              <a:t>      "refs": [</a:t>
            </a:r>
          </a:p>
          <a:p>
            <a:r>
              <a:t>        {</a:t>
            </a:r>
          </a:p>
          <a:p>
            <a:r>
              <a:t>          "source_id": "s038",</a:t>
            </a:r>
          </a:p>
          <a:p>
            <a:r>
              <a:t>          "quote": "各部署が原文を管理し、専門用語や例外の説明を保ちやすい。"</a:t>
            </a:r>
          </a:p>
          <a:p>
            <a:r>
              <a:t>        }</a:t>
            </a:r>
          </a:p>
          <a:p>
            <a:r>
              <a:t>      ],</a:t>
            </a:r>
          </a:p>
          <a:p>
            <a:r>
              <a:t>      "mode": "verbatim"</a:t>
            </a:r>
          </a:p>
          <a:p>
            <a:r>
              <a:t>    },</a:t>
            </a:r>
          </a:p>
          <a:p>
            <a:r>
              <a:t>    {</a:t>
            </a:r>
          </a:p>
          <a:p>
            <a:r>
              <a:t>      "text": "運用上の注意",</a:t>
            </a:r>
          </a:p>
          <a:p>
            <a:r>
              <a:t>      "refs": [</a:t>
            </a:r>
          </a:p>
          <a:p>
            <a:r>
              <a:t>        {</a:t>
            </a:r>
          </a:p>
          <a:p>
            <a:r>
              <a:t>          "source_id": "s038",</a:t>
            </a:r>
          </a:p>
          <a:p>
            <a:r>
              <a:t>          "quote": "運用上の注意"</a:t>
            </a:r>
          </a:p>
          <a:p>
            <a:r>
              <a:t>        }</a:t>
            </a:r>
          </a:p>
          <a:p>
            <a:r>
              <a:t>      ],</a:t>
            </a:r>
          </a:p>
          <a:p>
            <a:r>
              <a:t>      "mode": "verbatim"</a:t>
            </a:r>
          </a:p>
          <a:p>
            <a:r>
              <a:t>    },</a:t>
            </a:r>
          </a:p>
          <a:p>
            <a:r>
              <a:t>    {</a:t>
            </a:r>
          </a:p>
          <a:p>
            <a:r>
              <a:t>      "text": "横断検索には共通の索引が必要。部署ごとの分類の違いを整理する。",</a:t>
            </a:r>
          </a:p>
          <a:p>
            <a:r>
              <a:t>      "refs": [</a:t>
            </a:r>
          </a:p>
          <a:p>
            <a:r>
              <a:t>        {</a:t>
            </a:r>
          </a:p>
          <a:p>
            <a:r>
              <a:t>          "source_id": "s038",</a:t>
            </a:r>
          </a:p>
          <a:p>
            <a:r>
              <a:t>          "quote": "横断検索には共通の索引が必要。部署ごとの分類の違いを整理する。"</a:t>
            </a:r>
          </a:p>
          <a:p>
            <a:r>
              <a:t>        }</a:t>
            </a:r>
          </a:p>
          <a:p>
            <a:r>
              <a:t>      ],</a:t>
            </a:r>
          </a:p>
          <a:p>
            <a:r>
              <a:t>      "mode": "verbatim"</a:t>
            </a:r>
          </a:p>
          <a:p>
            <a:r>
              <a:t>    }</a:t>
            </a:r>
          </a:p>
          <a:p>
            <a:r>
              <a:t>  ],</a:t>
            </a:r>
          </a:p>
          <a:p>
            <a:r>
              <a:t>  "citations": {</a:t>
            </a:r>
          </a:p>
          <a:p>
            <a:r>
              <a:t>    "s038": "Public MIT sample: original fictional research-sharing design section 1"</a:t>
            </a:r>
          </a:p>
          <a:p>
            <a:r>
              <a:t>  },</a:t>
            </a:r>
          </a:p>
          <a:p>
            <a:r>
              <a:t>  "template_license":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null,</a:t>
            </a:r>
          </a:p>
          <a:p>
            <a:r>
              <a:t>  "catalog": "editorial",</a:t>
            </a:r>
          </a:p>
          <a:p>
            <a:r>
              <a:t>  "family": "comparison",</a:t>
            </a:r>
          </a:p>
          <a:p>
            <a:r>
              <a:t>  "structural_variant": "columns",</a:t>
            </a:r>
          </a:p>
          <a:p>
            <a:r>
              <a:t>  "repetition_reason": "Catalog inventory: adjacent entries intentionally show every count/orientation for comparison; this is not a presentation sequence.",</a:t>
            </a:r>
          </a:p>
          <a:p>
            <a:r>
              <a:t>  "images": {},</a:t>
            </a:r>
          </a:p>
          <a:p>
            <a:r>
              <a:t>  "template_sha256": "1ad1774e3f1fe7f2ea2c7dd8715dbda8108d91d1525b2eb53c86bcfed6113fa1"</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"slide039",</a:t>
            </a:r>
          </a:p>
          <a:p>
            <a:r>
              <a:t>  "origin": "catalog",</a:t>
            </a:r>
          </a:p>
          <a:p>
            <a:r>
              <a:t>  "layout_id": "ed_comparison_swapped_2",</a:t>
            </a:r>
          </a:p>
          <a:p>
            <a:r>
              <a:t>  "variant": "warm",</a:t>
            </a:r>
          </a:p>
          <a:p>
            <a:r>
              <a:t>  "rationale": "Public template fixture; short fictional slot content; no private data.",</a:t>
            </a:r>
          </a:p>
          <a:p>
            <a:r>
              <a:t>  "source_sha256": "c38e01dcb14540e486d5a11ff7b07b6cff9547c6a27e869e7c53a02aada60e2d",</a:t>
            </a:r>
          </a:p>
          <a:p>
            <a:r>
              <a:t>  "evidence": [</a:t>
            </a:r>
          </a:p>
          <a:p>
            <a:r>
              <a:t>    {</a:t>
            </a:r>
          </a:p>
          <a:p>
            <a:r>
              <a:t>      "text": "社内ナレッジを探しやすくする条件",</a:t>
            </a:r>
          </a:p>
          <a:p>
            <a:r>
              <a:t>      "refs": [</a:t>
            </a:r>
          </a:p>
          <a:p>
            <a:r>
              <a:t>        {</a:t>
            </a:r>
          </a:p>
          <a:p>
            <a:r>
              <a:t>          "source_id": "s039",</a:t>
            </a:r>
          </a:p>
          <a:p>
            <a:r>
              <a:t>          "quote": "社内ナレッジを探しやすくする条件"</a:t>
            </a:r>
          </a:p>
          <a:p>
            <a:r>
              <a:t>        }</a:t>
            </a:r>
          </a:p>
          <a:p>
            <a:r>
              <a:t>      ],</a:t>
            </a:r>
          </a:p>
          <a:p>
            <a:r>
              <a:t>      "mode": "verbatim"</a:t>
            </a:r>
          </a:p>
          <a:p>
            <a:r>
              <a:t>    },</a:t>
            </a:r>
          </a:p>
          <a:p>
            <a:r>
              <a:t>    {</a:t>
            </a:r>
          </a:p>
          <a:p>
            <a:r>
              <a:t>      "text": "架空の社内調査。運用条件を整理した所見であり、効果を実証したものではない。",</a:t>
            </a:r>
          </a:p>
          <a:p>
            <a:r>
              <a:t>      "refs": [</a:t>
            </a:r>
          </a:p>
          <a:p>
            <a:r>
              <a:t>        {</a:t>
            </a:r>
          </a:p>
          <a:p>
            <a:r>
              <a:t>          "source_id": "s039",</a:t>
            </a:r>
          </a:p>
          <a:p>
            <a:r>
              <a:t>          "quote": "架空の社内調査。運用条件を整理した所見であり、効果を実証したものではない。"</a:t>
            </a:r>
          </a:p>
          <a:p>
            <a:r>
              <a:t>        }</a:t>
            </a:r>
          </a:p>
          <a:p>
            <a:r>
              <a:t>      ],</a:t>
            </a:r>
          </a:p>
          <a:p>
            <a:r>
              <a:t>      "mode": "verbatim"</a:t>
            </a:r>
          </a:p>
          <a:p>
            <a:r>
              <a:t>    },</a:t>
            </a:r>
          </a:p>
          <a:p>
            <a:r>
              <a:t>    {</a:t>
            </a:r>
          </a:p>
          <a:p>
            <a:r>
              <a:t>      "text": "分散型",</a:t>
            </a:r>
          </a:p>
          <a:p>
            <a:r>
              <a:t>      "refs": [</a:t>
            </a:r>
          </a:p>
          <a:p>
            <a:r>
              <a:t>        {</a:t>
            </a:r>
          </a:p>
          <a:p>
            <a:r>
              <a:t>          "source_id": "s039",</a:t>
            </a:r>
          </a:p>
          <a:p>
            <a:r>
              <a:t>          "quote": "分散型"</a:t>
            </a:r>
          </a:p>
          <a:p>
            <a:r>
              <a:t>        }</a:t>
            </a:r>
          </a:p>
          <a:p>
            <a:r>
              <a:t>      ],</a:t>
            </a:r>
          </a:p>
          <a:p>
            <a:r>
              <a:t>      "mode": "verbatim"</a:t>
            </a:r>
          </a:p>
          <a:p>
            <a:r>
              <a:t>    },</a:t>
            </a:r>
          </a:p>
          <a:p>
            <a:r>
              <a:t>    {</a:t>
            </a:r>
          </a:p>
          <a:p>
            <a:r>
              <a:t>      "text": "検索上の特徴",</a:t>
            </a:r>
          </a:p>
          <a:p>
            <a:r>
              <a:t>      "refs": [</a:t>
            </a:r>
          </a:p>
          <a:p>
            <a:r>
              <a:t>        {</a:t>
            </a:r>
          </a:p>
          <a:p>
            <a:r>
              <a:t>          "source_id": "s039",</a:t>
            </a:r>
          </a:p>
          <a:p>
            <a:r>
              <a:t>          "quote": "検索上の特徴"</a:t>
            </a:r>
          </a:p>
          <a:p>
            <a:r>
              <a:t>        }</a:t>
            </a:r>
          </a:p>
          <a:p>
            <a:r>
              <a:t>      ],</a:t>
            </a:r>
          </a:p>
          <a:p>
            <a:r>
              <a:t>      "mode": "verbatim"</a:t>
            </a:r>
          </a:p>
          <a:p>
            <a:r>
              <a:t>    },</a:t>
            </a:r>
          </a:p>
          <a:p>
            <a:r>
              <a:t>    {</a:t>
            </a:r>
          </a:p>
          <a:p>
            <a:r>
              <a:t>      "text": "各部署が原文を管理し、専門用語や例外の説明を保ちやすい。",</a:t>
            </a:r>
          </a:p>
          <a:p>
            <a:r>
              <a:t>      "refs": [</a:t>
            </a:r>
          </a:p>
          <a:p>
            <a:r>
              <a:t>        {</a:t>
            </a:r>
          </a:p>
          <a:p>
            <a:r>
              <a:t>          "source_id": "s039",</a:t>
            </a:r>
          </a:p>
          <a:p>
            <a:r>
              <a:t>          "quote": "各部署が原文を管理し、専門用語や例外の説明を保ちやすい。"</a:t>
            </a:r>
          </a:p>
          <a:p>
            <a:r>
              <a:t>        }</a:t>
            </a:r>
          </a:p>
          <a:p>
            <a:r>
              <a:t>      ],</a:t>
            </a:r>
          </a:p>
          <a:p>
            <a:r>
              <a:t>      "mode": "verbatim"</a:t>
            </a:r>
          </a:p>
          <a:p>
            <a:r>
              <a:t>    },</a:t>
            </a:r>
          </a:p>
          <a:p>
            <a:r>
              <a:t>    {</a:t>
            </a:r>
          </a:p>
          <a:p>
            <a:r>
              <a:t>      "text": "運用上の注意",</a:t>
            </a:r>
          </a:p>
          <a:p>
            <a:r>
              <a:t>      "refs": [</a:t>
            </a:r>
          </a:p>
          <a:p>
            <a:r>
              <a:t>        {</a:t>
            </a:r>
          </a:p>
          <a:p>
            <a:r>
              <a:t>          "source_id": "s039",</a:t>
            </a:r>
          </a:p>
          <a:p>
            <a:r>
              <a:t>          "quote": "運用上の注意"</a:t>
            </a:r>
          </a:p>
          <a:p>
            <a:r>
              <a:t>        }</a:t>
            </a:r>
          </a:p>
          <a:p>
            <a:r>
              <a:t>      ],</a:t>
            </a:r>
          </a:p>
          <a:p>
            <a:r>
              <a:t>      "mode": "verbatim"</a:t>
            </a:r>
          </a:p>
          <a:p>
            <a:r>
              <a:t>    },</a:t>
            </a:r>
          </a:p>
          <a:p>
            <a:r>
              <a:t>    {</a:t>
            </a:r>
          </a:p>
          <a:p>
            <a:r>
              <a:t>      "text": "横断検索には共通の索引が必要。部署ごとの分類の違いを整理する。",</a:t>
            </a:r>
          </a:p>
          <a:p>
            <a:r>
              <a:t>      "refs": [</a:t>
            </a:r>
          </a:p>
          <a:p>
            <a:r>
              <a:t>        {</a:t>
            </a:r>
          </a:p>
          <a:p>
            <a:r>
              <a:t>          "source_id": "s039",</a:t>
            </a:r>
          </a:p>
          <a:p>
            <a:r>
              <a:t>          "quote": "横断検索には共通の索引が必要。部署ごとの分類の違いを整理する。"</a:t>
            </a:r>
          </a:p>
          <a:p>
            <a:r>
              <a:t>        }</a:t>
            </a:r>
          </a:p>
          <a:p>
            <a:r>
              <a:t>      ],</a:t>
            </a:r>
          </a:p>
          <a:p>
            <a:r>
              <a:t>      "mode": "verbatim"</a:t>
            </a:r>
          </a:p>
          <a:p>
            <a:r>
              <a:t>    },</a:t>
            </a:r>
          </a:p>
          <a:p>
            <a:r>
              <a:t>    {</a:t>
            </a:r>
          </a:p>
          <a:p>
            <a:r>
              <a:t>      "text": "集約型",</a:t>
            </a:r>
          </a:p>
          <a:p>
            <a:r>
              <a:t>      "refs": [</a:t>
            </a:r>
          </a:p>
          <a:p>
            <a:r>
              <a:t>        {</a:t>
            </a:r>
          </a:p>
          <a:p>
            <a:r>
              <a:t>          "source_id": "s039",</a:t>
            </a:r>
          </a:p>
          <a:p>
            <a:r>
              <a:t>          "quote": "集約型"</a:t>
            </a:r>
          </a:p>
          <a:p>
            <a:r>
              <a:t>        }</a:t>
            </a:r>
          </a:p>
          <a:p>
            <a:r>
              <a:t>      ],</a:t>
            </a:r>
          </a:p>
          <a:p>
            <a:r>
              <a:t>      "mode": "verbatim"</a:t>
            </a:r>
          </a:p>
          <a:p>
            <a:r>
              <a:t>    },</a:t>
            </a:r>
          </a:p>
          <a:p>
            <a:r>
              <a:t>    {</a:t>
            </a:r>
          </a:p>
          <a:p>
            <a:r>
              <a:t>      "text": "検索上の特徴",</a:t>
            </a:r>
          </a:p>
          <a:p>
            <a:r>
              <a:t>      "refs": [</a:t>
            </a:r>
          </a:p>
          <a:p>
            <a:r>
              <a:t>        {</a:t>
            </a:r>
          </a:p>
          <a:p>
            <a:r>
              <a:t>          "source_id": "s039",</a:t>
            </a:r>
          </a:p>
          <a:p>
            <a:r>
              <a:t>          "quote": "検索上の特徴"</a:t>
            </a:r>
          </a:p>
          <a:p>
            <a:r>
              <a:t>        }</a:t>
            </a:r>
          </a:p>
          <a:p>
            <a:r>
              <a:t>      ],</a:t>
            </a:r>
          </a:p>
          <a:p>
            <a:r>
              <a:t>      "mode": "verbatim"</a:t>
            </a:r>
          </a:p>
          <a:p>
            <a:r>
              <a:t>    },</a:t>
            </a:r>
          </a:p>
          <a:p>
            <a:r>
              <a:t>    {</a:t>
            </a:r>
          </a:p>
          <a:p>
            <a:r>
              <a:t>      "text": "入口を統一し、部署をまたぐ検索をしやすくする。",</a:t>
            </a:r>
          </a:p>
          <a:p>
            <a:r>
              <a:t>      "refs": [</a:t>
            </a:r>
          </a:p>
          <a:p>
            <a:r>
              <a:t>        {</a:t>
            </a:r>
          </a:p>
          <a:p>
            <a:r>
              <a:t>          "source_id": "s039",</a:t>
            </a:r>
          </a:p>
          <a:p>
            <a:r>
              <a:t>          "quote": "入口を統一し、部署をまたぐ検索をしやすくする。"</a:t>
            </a:r>
          </a:p>
          <a:p>
            <a:r>
              <a:t>        }</a:t>
            </a:r>
          </a:p>
          <a:p>
            <a:r>
              <a:t>      ],</a:t>
            </a:r>
          </a:p>
          <a:p>
            <a:r>
              <a:t>      "mode": "verbatim"</a:t>
            </a:r>
          </a:p>
          <a:p>
            <a:r>
              <a:t>    },</a:t>
            </a:r>
          </a:p>
          <a:p>
            <a:r>
              <a:t>    {</a:t>
            </a:r>
          </a:p>
          <a:p>
            <a:r>
              <a:t>      "text": "運用上の注意",</a:t>
            </a:r>
          </a:p>
          <a:p>
            <a:r>
              <a:t>      "refs": [</a:t>
            </a:r>
          </a:p>
          <a:p>
            <a:r>
              <a:t>        {</a:t>
            </a:r>
          </a:p>
          <a:p>
            <a:r>
              <a:t>          "source_id": "s039",</a:t>
            </a:r>
          </a:p>
          <a:p>
            <a:r>
              <a:t>          "quote": "運用上の注意"</a:t>
            </a:r>
          </a:p>
          <a:p>
            <a:r>
              <a:t>        }</a:t>
            </a:r>
          </a:p>
          <a:p>
            <a:r>
              <a:t>      ],</a:t>
            </a:r>
          </a:p>
          <a:p>
            <a:r>
              <a:t>      "mode": "verbatim"</a:t>
            </a:r>
          </a:p>
          <a:p>
            <a:r>
              <a:t>    },</a:t>
            </a:r>
          </a:p>
          <a:p>
            <a:r>
              <a:t>    {</a:t>
            </a:r>
          </a:p>
          <a:p>
            <a:r>
              <a:t>      "text": "更新作業が担当者に集中するため、確認待ちの滞留に注意する。",</a:t>
            </a:r>
          </a:p>
          <a:p>
            <a:r>
              <a:t>      "refs": [</a:t>
            </a:r>
          </a:p>
          <a:p>
            <a:r>
              <a:t>        {</a:t>
            </a:r>
          </a:p>
          <a:p>
            <a:r>
              <a:t>          "source_id": "s039",</a:t>
            </a:r>
          </a:p>
          <a:p>
            <a:r>
              <a:t>          "quote": "更新作業が担当者に集中するため、確認待ちの滞留に注意する。"</a:t>
            </a:r>
          </a:p>
          <a:p>
            <a:r>
              <a:t>        }</a:t>
            </a:r>
          </a:p>
          <a:p>
            <a:r>
              <a:t>      ],</a:t>
            </a:r>
          </a:p>
          <a:p>
            <a:r>
              <a:t>      "mode": "verbatim"</a:t>
            </a:r>
          </a:p>
          <a:p>
            <a:r>
              <a:t>    }</a:t>
            </a:r>
          </a:p>
          <a:p>
            <a:r>
              <a:t>  ],</a:t>
            </a:r>
          </a:p>
          <a:p>
            <a:r>
              <a:t>  "citations": {</a:t>
            </a:r>
          </a:p>
          <a:p>
            <a:r>
              <a:t>    "s039": "Public MIT sample: original fictional research-sharing design section 1"</a:t>
            </a:r>
          </a:p>
          <a:p>
            <a:r>
              <a:t>  },</a:t>
            </a:r>
          </a:p>
          <a:p>
            <a:r>
              <a:t>  "template_license":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null,</a:t>
            </a:r>
          </a:p>
          <a:p>
            <a:r>
              <a:t>  "catalog": "editorial",</a:t>
            </a:r>
          </a:p>
          <a:p>
            <a:r>
              <a:t>  "family": "comparison",</a:t>
            </a:r>
          </a:p>
          <a:p>
            <a:r>
              <a:t>  "structural_variant": "swapped",</a:t>
            </a:r>
          </a:p>
          <a:p>
            <a:r>
              <a:t>  "repetition_reason": "Catalog inventory: adjacent entries intentionally show every count/orientation for comparison; this is not a presentation sequence.",</a:t>
            </a:r>
          </a:p>
          <a:p>
            <a:r>
              <a:t>  "images": {},</a:t>
            </a:r>
          </a:p>
          <a:p>
            <a:r>
              <a:t>  "template_sha256": "0a75f38d6b5244a55b63ac7b0d2d6ae206011420412b6af9b4347d7cf68d12d4"</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"slide040",</a:t>
            </a:r>
          </a:p>
          <a:p>
            <a:r>
              <a:t>  "origin": "catalog",</a:t>
            </a:r>
          </a:p>
          <a:p>
            <a:r>
              <a:t>  "layout_id": "ed_comparison_rows_2",</a:t>
            </a:r>
          </a:p>
          <a:p>
            <a:r>
              <a:t>  "variant": "warm",</a:t>
            </a:r>
          </a:p>
          <a:p>
            <a:r>
              <a:t>  "rationale": "Public template fixture; short fictional slot content; no private data.",</a:t>
            </a:r>
          </a:p>
          <a:p>
            <a:r>
              <a:t>  "source_sha256": "c38e01dcb14540e486d5a11ff7b07b6cff9547c6a27e869e7c53a02aada60e2d",</a:t>
            </a:r>
          </a:p>
          <a:p>
            <a:r>
              <a:t>  "evidence": [</a:t>
            </a:r>
          </a:p>
          <a:p>
            <a:r>
              <a:t>    {</a:t>
            </a:r>
          </a:p>
          <a:p>
            <a:r>
              <a:t>      "text": "社内ナレッジを探しやすくする条件",</a:t>
            </a:r>
          </a:p>
          <a:p>
            <a:r>
              <a:t>      "refs": [</a:t>
            </a:r>
          </a:p>
          <a:p>
            <a:r>
              <a:t>        {</a:t>
            </a:r>
          </a:p>
          <a:p>
            <a:r>
              <a:t>          "source_id": "s040",</a:t>
            </a:r>
          </a:p>
          <a:p>
            <a:r>
              <a:t>          "quote": "社内ナレッジを探しやすくする条件"</a:t>
            </a:r>
          </a:p>
          <a:p>
            <a:r>
              <a:t>        }</a:t>
            </a:r>
          </a:p>
          <a:p>
            <a:r>
              <a:t>      ],</a:t>
            </a:r>
          </a:p>
          <a:p>
            <a:r>
              <a:t>      "mode": "verbatim"</a:t>
            </a:r>
          </a:p>
          <a:p>
            <a:r>
              <a:t>    },</a:t>
            </a:r>
          </a:p>
          <a:p>
            <a:r>
              <a:t>    {</a:t>
            </a:r>
          </a:p>
          <a:p>
            <a:r>
              <a:t>      "text": "架空の社内調査。運用条件を整理した所見であり、効果を実証したものではない。",</a:t>
            </a:r>
          </a:p>
          <a:p>
            <a:r>
              <a:t>      "refs": [</a:t>
            </a:r>
          </a:p>
          <a:p>
            <a:r>
              <a:t>        {</a:t>
            </a:r>
          </a:p>
          <a:p>
            <a:r>
              <a:t>          "source_id": "s040",</a:t>
            </a:r>
          </a:p>
          <a:p>
            <a:r>
              <a:t>          "quote": "架空の社内調査。運用条件を整理した所見であり、効果を実証したものではない。"</a:t>
            </a:r>
          </a:p>
          <a:p>
            <a:r>
              <a:t>        }</a:t>
            </a:r>
          </a:p>
          <a:p>
            <a:r>
              <a:t>      ],</a:t>
            </a:r>
          </a:p>
          <a:p>
            <a:r>
              <a:t>      "mode": "verbatim"</a:t>
            </a:r>
          </a:p>
          <a:p>
            <a:r>
              <a:t>    },</a:t>
            </a:r>
          </a:p>
          <a:p>
            <a:r>
              <a:t>    {</a:t>
            </a:r>
          </a:p>
          <a:p>
            <a:r>
              <a:t>      "text": "集約型",</a:t>
            </a:r>
          </a:p>
          <a:p>
            <a:r>
              <a:t>      "refs": [</a:t>
            </a:r>
          </a:p>
          <a:p>
            <a:r>
              <a:t>        {</a:t>
            </a:r>
          </a:p>
          <a:p>
            <a:r>
              <a:t>          "source_id": "s040",</a:t>
            </a:r>
          </a:p>
          <a:p>
            <a:r>
              <a:t>          "quote": "集約型"</a:t>
            </a:r>
          </a:p>
          <a:p>
            <a:r>
              <a:t>        }</a:t>
            </a:r>
          </a:p>
          <a:p>
            <a:r>
              <a:t>      ],</a:t>
            </a:r>
          </a:p>
          <a:p>
            <a:r>
              <a:t>      "mode": "verbatim"</a:t>
            </a:r>
          </a:p>
          <a:p>
            <a:r>
              <a:t>    },</a:t>
            </a:r>
          </a:p>
          <a:p>
            <a:r>
              <a:t>    {</a:t>
            </a:r>
          </a:p>
          <a:p>
            <a:r>
              <a:t>      "text": "検索上の特徴",</a:t>
            </a:r>
          </a:p>
          <a:p>
            <a:r>
              <a:t>      "refs": [</a:t>
            </a:r>
          </a:p>
          <a:p>
            <a:r>
              <a:t>        {</a:t>
            </a:r>
          </a:p>
          <a:p>
            <a:r>
              <a:t>          "source_id": "s040",</a:t>
            </a:r>
          </a:p>
          <a:p>
            <a:r>
              <a:t>          "quote": "検索上の特徴"</a:t>
            </a:r>
          </a:p>
          <a:p>
            <a:r>
              <a:t>        }</a:t>
            </a:r>
          </a:p>
          <a:p>
            <a:r>
              <a:t>      ],</a:t>
            </a:r>
          </a:p>
          <a:p>
            <a:r>
              <a:t>      "mode": "verbatim"</a:t>
            </a:r>
          </a:p>
          <a:p>
            <a:r>
              <a:t>    },</a:t>
            </a:r>
          </a:p>
          <a:p>
            <a:r>
              <a:t>    {</a:t>
            </a:r>
          </a:p>
          <a:p>
            <a:r>
              <a:t>      "text": "入口を統一し、部署をまたぐ検索をしやすくする。",</a:t>
            </a:r>
          </a:p>
          <a:p>
            <a:r>
              <a:t>      "refs": [</a:t>
            </a:r>
          </a:p>
          <a:p>
            <a:r>
              <a:t>        {</a:t>
            </a:r>
          </a:p>
          <a:p>
            <a:r>
              <a:t>          "source_id": "s040",</a:t>
            </a:r>
          </a:p>
          <a:p>
            <a:r>
              <a:t>          "quote": "入口を統一し、部署をまたぐ検索をしやすくする。"</a:t>
            </a:r>
          </a:p>
          <a:p>
            <a:r>
              <a:t>        }</a:t>
            </a:r>
          </a:p>
          <a:p>
            <a:r>
              <a:t>      ],</a:t>
            </a:r>
          </a:p>
          <a:p>
            <a:r>
              <a:t>      "mode": "verbatim"</a:t>
            </a:r>
          </a:p>
          <a:p>
            <a:r>
              <a:t>    },</a:t>
            </a:r>
          </a:p>
          <a:p>
            <a:r>
              <a:t>    {</a:t>
            </a:r>
          </a:p>
          <a:p>
            <a:r>
              <a:t>      "text": "運用上の注意",</a:t>
            </a:r>
          </a:p>
          <a:p>
            <a:r>
              <a:t>      "refs": [</a:t>
            </a:r>
          </a:p>
          <a:p>
            <a:r>
              <a:t>        {</a:t>
            </a:r>
          </a:p>
          <a:p>
            <a:r>
              <a:t>          "source_id": "s040",</a:t>
            </a:r>
          </a:p>
          <a:p>
            <a:r>
              <a:t>          "quote": "運用上の注意"</a:t>
            </a:r>
          </a:p>
          <a:p>
            <a:r>
              <a:t>        }</a:t>
            </a:r>
          </a:p>
          <a:p>
            <a:r>
              <a:t>      ],</a:t>
            </a:r>
          </a:p>
          <a:p>
            <a:r>
              <a:t>      "mode": "verbatim"</a:t>
            </a:r>
          </a:p>
          <a:p>
            <a:r>
              <a:t>    },</a:t>
            </a:r>
          </a:p>
          <a:p>
            <a:r>
              <a:t>    {</a:t>
            </a:r>
          </a:p>
          <a:p>
            <a:r>
              <a:t>      "text": "更新作業が担当者に集中するため、確認待ちの滞留に注意する。",</a:t>
            </a:r>
          </a:p>
          <a:p>
            <a:r>
              <a:t>      "refs": [</a:t>
            </a:r>
          </a:p>
          <a:p>
            <a:r>
              <a:t>        {</a:t>
            </a:r>
          </a:p>
          <a:p>
            <a:r>
              <a:t>          "source_id": "s040",</a:t>
            </a:r>
          </a:p>
          <a:p>
            <a:r>
              <a:t>          "quote": "更新作業が担当者に集中するため、確認待ちの滞留に注意する。"</a:t>
            </a:r>
          </a:p>
          <a:p>
            <a:r>
              <a:t>        }</a:t>
            </a:r>
          </a:p>
          <a:p>
            <a:r>
              <a:t>      ],</a:t>
            </a:r>
          </a:p>
          <a:p>
            <a:r>
              <a:t>      "mode": "verbatim"</a:t>
            </a:r>
          </a:p>
          <a:p>
            <a:r>
              <a:t>    },</a:t>
            </a:r>
          </a:p>
          <a:p>
            <a:r>
              <a:t>    {</a:t>
            </a:r>
          </a:p>
          <a:p>
            <a:r>
              <a:t>      "text": "分散型",</a:t>
            </a:r>
          </a:p>
          <a:p>
            <a:r>
              <a:t>      "refs": [</a:t>
            </a:r>
          </a:p>
          <a:p>
            <a:r>
              <a:t>        {</a:t>
            </a:r>
          </a:p>
          <a:p>
            <a:r>
              <a:t>          "source_id": "s040",</a:t>
            </a:r>
          </a:p>
          <a:p>
            <a:r>
              <a:t>          "quote": "分散型"</a:t>
            </a:r>
          </a:p>
          <a:p>
            <a:r>
              <a:t>        }</a:t>
            </a:r>
          </a:p>
          <a:p>
            <a:r>
              <a:t>      ],</a:t>
            </a:r>
          </a:p>
          <a:p>
            <a:r>
              <a:t>      "mode": "verbatim"</a:t>
            </a:r>
          </a:p>
          <a:p>
            <a:r>
              <a:t>    },</a:t>
            </a:r>
          </a:p>
          <a:p>
            <a:r>
              <a:t>    {</a:t>
            </a:r>
          </a:p>
          <a:p>
            <a:r>
              <a:t>      "text": "検索上の特徴",</a:t>
            </a:r>
          </a:p>
          <a:p>
            <a:r>
              <a:t>      "refs": [</a:t>
            </a:r>
          </a:p>
          <a:p>
            <a:r>
              <a:t>        {</a:t>
            </a:r>
          </a:p>
          <a:p>
            <a:r>
              <a:t>          "source_id": "s040",</a:t>
            </a:r>
          </a:p>
          <a:p>
            <a:r>
              <a:t>          "quote": "検索上の特徴"</a:t>
            </a:r>
          </a:p>
          <a:p>
            <a:r>
              <a:t>        }</a:t>
            </a:r>
          </a:p>
          <a:p>
            <a:r>
              <a:t>      ],</a:t>
            </a:r>
          </a:p>
          <a:p>
            <a:r>
              <a:t>      "mode": "verbatim"</a:t>
            </a:r>
          </a:p>
          <a:p>
            <a:r>
              <a:t>    },</a:t>
            </a:r>
          </a:p>
          <a:p>
            <a:r>
              <a:t>    {</a:t>
            </a:r>
          </a:p>
          <a:p>
            <a:r>
              <a:t>      "text": "各部署が原文を管理し、専門用語や例外の説明を保ちやすい。",</a:t>
            </a:r>
          </a:p>
          <a:p>
            <a:r>
              <a:t>      "refs": [</a:t>
            </a:r>
          </a:p>
          <a:p>
            <a:r>
              <a:t>        {</a:t>
            </a:r>
          </a:p>
          <a:p>
            <a:r>
              <a:t>          "source_id": "s040",</a:t>
            </a:r>
          </a:p>
          <a:p>
            <a:r>
              <a:t>          "quote": "各部署が原文を管理し、専門用語や例外の説明を保ちやすい。"</a:t>
            </a:r>
          </a:p>
          <a:p>
            <a:r>
              <a:t>        }</a:t>
            </a:r>
          </a:p>
          <a:p>
            <a:r>
              <a:t>      ],</a:t>
            </a:r>
          </a:p>
          <a:p>
            <a:r>
              <a:t>      "mode": "verbatim"</a:t>
            </a:r>
          </a:p>
          <a:p>
            <a:r>
              <a:t>    },</a:t>
            </a:r>
          </a:p>
          <a:p>
            <a:r>
              <a:t>    {</a:t>
            </a:r>
          </a:p>
          <a:p>
            <a:r>
              <a:t>      "text": "運用上の注意",</a:t>
            </a:r>
          </a:p>
          <a:p>
            <a:r>
              <a:t>      "refs": [</a:t>
            </a:r>
          </a:p>
          <a:p>
            <a:r>
              <a:t>        {</a:t>
            </a:r>
          </a:p>
          <a:p>
            <a:r>
              <a:t>          "source_id": "s040",</a:t>
            </a:r>
          </a:p>
          <a:p>
            <a:r>
              <a:t>          "quote": "運用上の注意"</a:t>
            </a:r>
          </a:p>
          <a:p>
            <a:r>
              <a:t>        }</a:t>
            </a:r>
          </a:p>
          <a:p>
            <a:r>
              <a:t>      ],</a:t>
            </a:r>
          </a:p>
          <a:p>
            <a:r>
              <a:t>      "mode": "verbatim"</a:t>
            </a:r>
          </a:p>
          <a:p>
            <a:r>
              <a:t>    },</a:t>
            </a:r>
          </a:p>
          <a:p>
            <a:r>
              <a:t>    {</a:t>
            </a:r>
          </a:p>
          <a:p>
            <a:r>
              <a:t>      "text": "横断検索には共通の索引が必要。部署ごとの分類の違いを整理する。",</a:t>
            </a:r>
          </a:p>
          <a:p>
            <a:r>
              <a:t>      "refs": [</a:t>
            </a:r>
          </a:p>
          <a:p>
            <a:r>
              <a:t>        {</a:t>
            </a:r>
          </a:p>
          <a:p>
            <a:r>
              <a:t>          "source_id": "s040",</a:t>
            </a:r>
          </a:p>
          <a:p>
            <a:r>
              <a:t>          "quote": "横断検索には共通の索引が必要。部署ごとの分類の違いを整理する。"</a:t>
            </a:r>
          </a:p>
          <a:p>
            <a:r>
              <a:t>        }</a:t>
            </a:r>
          </a:p>
          <a:p>
            <a:r>
              <a:t>      ],</a:t>
            </a:r>
          </a:p>
          <a:p>
            <a:r>
              <a:t>      "mode": "verbatim"</a:t>
            </a:r>
          </a:p>
          <a:p>
            <a:r>
              <a:t>    }</a:t>
            </a:r>
          </a:p>
          <a:p>
            <a:r>
              <a:t>  ],</a:t>
            </a:r>
          </a:p>
          <a:p>
            <a:r>
              <a:t>  "citations": {</a:t>
            </a:r>
          </a:p>
          <a:p>
            <a:r>
              <a:t>    "s040": "Public MIT sample: original fictional research-sharing design section 1"</a:t>
            </a:r>
          </a:p>
          <a:p>
            <a:r>
              <a:t>  },</a:t>
            </a:r>
          </a:p>
          <a:p>
            <a:r>
              <a:t>  "template_license":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null,</a:t>
            </a:r>
          </a:p>
          <a:p>
            <a:r>
              <a:t>  "catalog": "editorial",</a:t>
            </a:r>
          </a:p>
          <a:p>
            <a:r>
              <a:t>  "family": "comparison",</a:t>
            </a:r>
          </a:p>
          <a:p>
            <a:r>
              <a:t>  "structural_variant": "rows",</a:t>
            </a:r>
          </a:p>
          <a:p>
            <a:r>
              <a:t>  "repetition_reason": "Catalog inventory: adjacent entries intentionally show every count/orientation for comparison; this is not a presentation sequence.",</a:t>
            </a:r>
          </a:p>
          <a:p>
            <a:r>
              <a:t>  "images": {},</a:t>
            </a:r>
          </a:p>
          <a:p>
            <a:r>
              <a:t>  "template_sha256": "e93619d1299b7afa3129be9cb078d6bf8f933cfd46474e0075743b6c89c63c55"</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"slide041",</a:t>
            </a:r>
          </a:p>
          <a:p>
            <a:r>
              <a:t>  "origin": "catalog",</a:t>
            </a:r>
          </a:p>
          <a:p>
            <a:r>
              <a:t>  "layout_id": "ed_comparison_matrix_2",</a:t>
            </a:r>
          </a:p>
          <a:p>
            <a:r>
              <a:t>  "variant": "warm",</a:t>
            </a:r>
          </a:p>
          <a:p>
            <a:r>
              <a:t>  "rationale": "Public template fixture; short fictional slot content; no private data.",</a:t>
            </a:r>
          </a:p>
          <a:p>
            <a:r>
              <a:t>  "source_sha256": "c38e01dcb14540e486d5a11ff7b07b6cff9547c6a27e869e7c53a02aada60e2d",</a:t>
            </a:r>
          </a:p>
          <a:p>
            <a:r>
              <a:t>  "evidence": [</a:t>
            </a:r>
          </a:p>
          <a:p>
            <a:r>
              <a:t>    {</a:t>
            </a:r>
          </a:p>
          <a:p>
            <a:r>
              <a:t>      "text": "社内ナレッジを探しやすくする条件",</a:t>
            </a:r>
          </a:p>
          <a:p>
            <a:r>
              <a:t>      "refs": [</a:t>
            </a:r>
          </a:p>
          <a:p>
            <a:r>
              <a:t>        {</a:t>
            </a:r>
          </a:p>
          <a:p>
            <a:r>
              <a:t>          "source_id": "s041",</a:t>
            </a:r>
          </a:p>
          <a:p>
            <a:r>
              <a:t>          "quote": "社内ナレッジを探しやすくする条件"</a:t>
            </a:r>
          </a:p>
          <a:p>
            <a:r>
              <a:t>        }</a:t>
            </a:r>
          </a:p>
          <a:p>
            <a:r>
              <a:t>      ],</a:t>
            </a:r>
          </a:p>
          <a:p>
            <a:r>
              <a:t>      "mode": "verbatim"</a:t>
            </a:r>
          </a:p>
          <a:p>
            <a:r>
              <a:t>    },</a:t>
            </a:r>
          </a:p>
          <a:p>
            <a:r>
              <a:t>    {</a:t>
            </a:r>
          </a:p>
          <a:p>
            <a:r>
              <a:t>      "text": "架空の社内調査。運用条件を整理した所見であり、効果を実証したものではない。",</a:t>
            </a:r>
          </a:p>
          <a:p>
            <a:r>
              <a:t>      "refs": [</a:t>
            </a:r>
          </a:p>
          <a:p>
            <a:r>
              <a:t>        {</a:t>
            </a:r>
          </a:p>
          <a:p>
            <a:r>
              <a:t>          "source_id": "s041",</a:t>
            </a:r>
          </a:p>
          <a:p>
            <a:r>
              <a:t>          "quote": "架空の社内調査。運用条件を整理した所見であり、効果を実証したものではない。"</a:t>
            </a:r>
          </a:p>
          <a:p>
            <a:r>
              <a:t>        }</a:t>
            </a:r>
          </a:p>
          <a:p>
            <a:r>
              <a:t>      ],</a:t>
            </a:r>
          </a:p>
          <a:p>
            <a:r>
              <a:t>      "mode": "verbatim"</a:t>
            </a:r>
          </a:p>
          <a:p>
            <a:r>
              <a:t>    },</a:t>
            </a:r>
          </a:p>
          <a:p>
            <a:r>
              <a:t>    {</a:t>
            </a:r>
          </a:p>
          <a:p>
            <a:r>
              <a:t>      "text": "集約型",</a:t>
            </a:r>
          </a:p>
          <a:p>
            <a:r>
              <a:t>      "refs": [</a:t>
            </a:r>
          </a:p>
          <a:p>
            <a:r>
              <a:t>        {</a:t>
            </a:r>
          </a:p>
          <a:p>
            <a:r>
              <a:t>          "source_id": "s041",</a:t>
            </a:r>
          </a:p>
          <a:p>
            <a:r>
              <a:t>          "quote": "集約型"</a:t>
            </a:r>
          </a:p>
          <a:p>
            <a:r>
              <a:t>        }</a:t>
            </a:r>
          </a:p>
          <a:p>
            <a:r>
              <a:t>      ],</a:t>
            </a:r>
          </a:p>
          <a:p>
            <a:r>
              <a:t>      "mode": "verbatim"</a:t>
            </a:r>
          </a:p>
          <a:p>
            <a:r>
              <a:t>    },</a:t>
            </a:r>
          </a:p>
          <a:p>
            <a:r>
              <a:t>    {</a:t>
            </a:r>
          </a:p>
          <a:p>
            <a:r>
              <a:t>      "text": "検索上の特徴",</a:t>
            </a:r>
          </a:p>
          <a:p>
            <a:r>
              <a:t>      "refs": [</a:t>
            </a:r>
          </a:p>
          <a:p>
            <a:r>
              <a:t>        {</a:t>
            </a:r>
          </a:p>
          <a:p>
            <a:r>
              <a:t>          "source_id": "s041",</a:t>
            </a:r>
          </a:p>
          <a:p>
            <a:r>
              <a:t>          "quote": "検索上の特徴"</a:t>
            </a:r>
          </a:p>
          <a:p>
            <a:r>
              <a:t>        }</a:t>
            </a:r>
          </a:p>
          <a:p>
            <a:r>
              <a:t>      ],</a:t>
            </a:r>
          </a:p>
          <a:p>
            <a:r>
              <a:t>      "mode": "verbatim"</a:t>
            </a:r>
          </a:p>
          <a:p>
            <a:r>
              <a:t>    },</a:t>
            </a:r>
          </a:p>
          <a:p>
            <a:r>
              <a:t>    {</a:t>
            </a:r>
          </a:p>
          <a:p>
            <a:r>
              <a:t>      "text": "入口を統一し、部署をまたぐ検索をしやすくする。",</a:t>
            </a:r>
          </a:p>
          <a:p>
            <a:r>
              <a:t>      "refs": [</a:t>
            </a:r>
          </a:p>
          <a:p>
            <a:r>
              <a:t>        {</a:t>
            </a:r>
          </a:p>
          <a:p>
            <a:r>
              <a:t>          "source_id": "s041",</a:t>
            </a:r>
          </a:p>
          <a:p>
            <a:r>
              <a:t>          "quote": "入口を統一し、部署をまたぐ検索をしやすくする。"</a:t>
            </a:r>
          </a:p>
          <a:p>
            <a:r>
              <a:t>        }</a:t>
            </a:r>
          </a:p>
          <a:p>
            <a:r>
              <a:t>      ],</a:t>
            </a:r>
          </a:p>
          <a:p>
            <a:r>
              <a:t>      "mode": "verbatim"</a:t>
            </a:r>
          </a:p>
          <a:p>
            <a:r>
              <a:t>    },</a:t>
            </a:r>
          </a:p>
          <a:p>
            <a:r>
              <a:t>    {</a:t>
            </a:r>
          </a:p>
          <a:p>
            <a:r>
              <a:t>      "text": "運用上の注意",</a:t>
            </a:r>
          </a:p>
          <a:p>
            <a:r>
              <a:t>      "refs": [</a:t>
            </a:r>
          </a:p>
          <a:p>
            <a:r>
              <a:t>        {</a:t>
            </a:r>
          </a:p>
          <a:p>
            <a:r>
              <a:t>          "source_id": "s041",</a:t>
            </a:r>
          </a:p>
          <a:p>
            <a:r>
              <a:t>          "quote": "運用上の注意"</a:t>
            </a:r>
          </a:p>
          <a:p>
            <a:r>
              <a:t>        }</a:t>
            </a:r>
          </a:p>
          <a:p>
            <a:r>
              <a:t>      ],</a:t>
            </a:r>
          </a:p>
          <a:p>
            <a:r>
              <a:t>      "mode": "verbatim"</a:t>
            </a:r>
          </a:p>
          <a:p>
            <a:r>
              <a:t>    },</a:t>
            </a:r>
          </a:p>
          <a:p>
            <a:r>
              <a:t>    {</a:t>
            </a:r>
          </a:p>
          <a:p>
            <a:r>
              <a:t>      "text": "更新作業が担当者に集中するため、確認待ちの滞留に注意する。",</a:t>
            </a:r>
          </a:p>
          <a:p>
            <a:r>
              <a:t>      "refs": [</a:t>
            </a:r>
          </a:p>
          <a:p>
            <a:r>
              <a:t>        {</a:t>
            </a:r>
          </a:p>
          <a:p>
            <a:r>
              <a:t>          "source_id": "s041",</a:t>
            </a:r>
          </a:p>
          <a:p>
            <a:r>
              <a:t>          "quote": "更新作業が担当者に集中するため、確認待ちの滞留に注意する。"</a:t>
            </a:r>
          </a:p>
          <a:p>
            <a:r>
              <a:t>        }</a:t>
            </a:r>
          </a:p>
          <a:p>
            <a:r>
              <a:t>      ],</a:t>
            </a:r>
          </a:p>
          <a:p>
            <a:r>
              <a:t>      "mode": "verbatim"</a:t>
            </a:r>
          </a:p>
          <a:p>
            <a:r>
              <a:t>    },</a:t>
            </a:r>
          </a:p>
          <a:p>
            <a:r>
              <a:t>    {</a:t>
            </a:r>
          </a:p>
          <a:p>
            <a:r>
              <a:t>      "text": "分散型",</a:t>
            </a:r>
          </a:p>
          <a:p>
            <a:r>
              <a:t>      "refs": [</a:t>
            </a:r>
          </a:p>
          <a:p>
            <a:r>
              <a:t>        {</a:t>
            </a:r>
          </a:p>
          <a:p>
            <a:r>
              <a:t>          "source_id": "s041",</a:t>
            </a:r>
          </a:p>
          <a:p>
            <a:r>
              <a:t>          "quote": "分散型"</a:t>
            </a:r>
          </a:p>
          <a:p>
            <a:r>
              <a:t>        }</a:t>
            </a:r>
          </a:p>
          <a:p>
            <a:r>
              <a:t>      ],</a:t>
            </a:r>
          </a:p>
          <a:p>
            <a:r>
              <a:t>      "mode": "verbatim"</a:t>
            </a:r>
          </a:p>
          <a:p>
            <a:r>
              <a:t>    },</a:t>
            </a:r>
          </a:p>
          <a:p>
            <a:r>
              <a:t>    {</a:t>
            </a:r>
          </a:p>
          <a:p>
            <a:r>
              <a:t>      "text": "検索上の特徴",</a:t>
            </a:r>
          </a:p>
          <a:p>
            <a:r>
              <a:t>      "refs": [</a:t>
            </a:r>
          </a:p>
          <a:p>
            <a:r>
              <a:t>        {</a:t>
            </a:r>
          </a:p>
          <a:p>
            <a:r>
              <a:t>          "source_id": "s041",</a:t>
            </a:r>
          </a:p>
          <a:p>
            <a:r>
              <a:t>          "quote": "検索上の特徴"</a:t>
            </a:r>
          </a:p>
          <a:p>
            <a:r>
              <a:t>        }</a:t>
            </a:r>
          </a:p>
          <a:p>
            <a:r>
              <a:t>      ],</a:t>
            </a:r>
          </a:p>
          <a:p>
            <a:r>
              <a:t>      "mode": "verbatim"</a:t>
            </a:r>
          </a:p>
          <a:p>
            <a:r>
              <a:t>    },</a:t>
            </a:r>
          </a:p>
          <a:p>
            <a:r>
              <a:t>    {</a:t>
            </a:r>
          </a:p>
          <a:p>
            <a:r>
              <a:t>      "text": "各部署が原文を管理し、専門用語や例外の説明を保ちやすい。",</a:t>
            </a:r>
          </a:p>
          <a:p>
            <a:r>
              <a:t>      "refs": [</a:t>
            </a:r>
          </a:p>
          <a:p>
            <a:r>
              <a:t>        {</a:t>
            </a:r>
          </a:p>
          <a:p>
            <a:r>
              <a:t>          "source_id": "s041",</a:t>
            </a:r>
          </a:p>
          <a:p>
            <a:r>
              <a:t>          "quote": "各部署が原文を管理し、専門用語や例外の説明を保ちやすい。"</a:t>
            </a:r>
          </a:p>
          <a:p>
            <a:r>
              <a:t>        }</a:t>
            </a:r>
          </a:p>
          <a:p>
            <a:r>
              <a:t>      ],</a:t>
            </a:r>
          </a:p>
          <a:p>
            <a:r>
              <a:t>      "mode": "verbatim"</a:t>
            </a:r>
          </a:p>
          <a:p>
            <a:r>
              <a:t>    },</a:t>
            </a:r>
          </a:p>
          <a:p>
            <a:r>
              <a:t>    {</a:t>
            </a:r>
          </a:p>
          <a:p>
            <a:r>
              <a:t>      "text": "運用上の注意",</a:t>
            </a:r>
          </a:p>
          <a:p>
            <a:r>
              <a:t>      "refs": [</a:t>
            </a:r>
          </a:p>
          <a:p>
            <a:r>
              <a:t>        {</a:t>
            </a:r>
          </a:p>
          <a:p>
            <a:r>
              <a:t>          "source_id": "s041",</a:t>
            </a:r>
          </a:p>
          <a:p>
            <a:r>
              <a:t>          "quote": "運用上の注意"</a:t>
            </a:r>
          </a:p>
          <a:p>
            <a:r>
              <a:t>        }</a:t>
            </a:r>
          </a:p>
          <a:p>
            <a:r>
              <a:t>      ],</a:t>
            </a:r>
          </a:p>
          <a:p>
            <a:r>
              <a:t>      "mode": "verbatim"</a:t>
            </a:r>
          </a:p>
          <a:p>
            <a:r>
              <a:t>    },</a:t>
            </a:r>
          </a:p>
          <a:p>
            <a:r>
              <a:t>    {</a:t>
            </a:r>
          </a:p>
          <a:p>
            <a:r>
              <a:t>      "text": "横断検索には共通の索引が必要。部署ごとの分類の違いを整理する。",</a:t>
            </a:r>
          </a:p>
          <a:p>
            <a:r>
              <a:t>      "refs": [</a:t>
            </a:r>
          </a:p>
          <a:p>
            <a:r>
              <a:t>        {</a:t>
            </a:r>
          </a:p>
          <a:p>
            <a:r>
              <a:t>          "source_id": "s041",</a:t>
            </a:r>
          </a:p>
          <a:p>
            <a:r>
              <a:t>          "quote": "横断検索には共通の索引が必要。部署ごとの分類の違いを整理する。"</a:t>
            </a:r>
          </a:p>
          <a:p>
            <a:r>
              <a:t>        }</a:t>
            </a:r>
          </a:p>
          <a:p>
            <a:r>
              <a:t>      ],</a:t>
            </a:r>
          </a:p>
          <a:p>
            <a:r>
              <a:t>      "mode": "verbatim"</a:t>
            </a:r>
          </a:p>
          <a:p>
            <a:r>
              <a:t>    }</a:t>
            </a:r>
          </a:p>
          <a:p>
            <a:r>
              <a:t>  ],</a:t>
            </a:r>
          </a:p>
          <a:p>
            <a:r>
              <a:t>  "citations": {</a:t>
            </a:r>
          </a:p>
          <a:p>
            <a:r>
              <a:t>    "s041": "Public MIT sample: original fictional research-sharing design section 1"</a:t>
            </a:r>
          </a:p>
          <a:p>
            <a:r>
              <a:t>  },</a:t>
            </a:r>
          </a:p>
          <a:p>
            <a:r>
              <a:t>  "template_license":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null,</a:t>
            </a:r>
          </a:p>
          <a:p>
            <a:r>
              <a:t>  "catalog": "editorial",</a:t>
            </a:r>
          </a:p>
          <a:p>
            <a:r>
              <a:t>  "family": "comparison",</a:t>
            </a:r>
          </a:p>
          <a:p>
            <a:r>
              <a:t>  "structural_variant": "matrix",</a:t>
            </a:r>
          </a:p>
          <a:p>
            <a:r>
              <a:t>  "repetition_reason": "Catalog inventory: adjacent entries intentionally show every count/orientation for comparison; this is not a presentation sequence.",</a:t>
            </a:r>
          </a:p>
          <a:p>
            <a:r>
              <a:t>  "images": {},</a:t>
            </a:r>
          </a:p>
          <a:p>
            <a:r>
              <a:t>  "template_sha256": "a8f0778db8f1f8e02ddfab636b853ca240dd3210be83a21136cadf3326ae9b3f"</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"slide042",</a:t>
            </a:r>
          </a:p>
          <a:p>
            <a:r>
              <a:t>  "origin": "catalog",</a:t>
            </a:r>
          </a:p>
          <a:p>
            <a:r>
              <a:t>  "layout_id": "ed_steps_horizontal_2",</a:t>
            </a:r>
          </a:p>
          <a:p>
            <a:r>
              <a:t>  "variant": "warm",</a:t>
            </a:r>
          </a:p>
          <a:p>
            <a:r>
              <a:t>  "rationale": "Public template fixture; short fictional slot content; no private data.",</a:t>
            </a:r>
          </a:p>
          <a:p>
            <a:r>
              <a:t>  "source_sha256": "c38e01dcb14540e486d5a11ff7b07b6cff9547c6a27e869e7c53a02aada60e2d",</a:t>
            </a:r>
          </a:p>
          <a:p>
            <a:r>
              <a:t>  "evidence": [</a:t>
            </a:r>
          </a:p>
          <a:p>
            <a:r>
              <a:t>    {</a:t>
            </a:r>
          </a:p>
          <a:p>
            <a:r>
              <a:t>      "text": "社内ナレッジを探しやすくする条件",</a:t>
            </a:r>
          </a:p>
          <a:p>
            <a:r>
              <a:t>      "refs": [</a:t>
            </a:r>
          </a:p>
          <a:p>
            <a:r>
              <a:t>        {</a:t>
            </a:r>
          </a:p>
          <a:p>
            <a:r>
              <a:t>          "source_id": "s042",</a:t>
            </a:r>
          </a:p>
          <a:p>
            <a:r>
              <a:t>          "quote": "社内ナレッジを探しやすくする条件"</a:t>
            </a:r>
          </a:p>
          <a:p>
            <a:r>
              <a:t>        }</a:t>
            </a:r>
          </a:p>
          <a:p>
            <a:r>
              <a:t>      ],</a:t>
            </a:r>
          </a:p>
          <a:p>
            <a:r>
              <a:t>      "mode": "verbatim"</a:t>
            </a:r>
          </a:p>
          <a:p>
            <a:r>
              <a:t>    },</a:t>
            </a:r>
          </a:p>
          <a:p>
            <a:r>
              <a:t>    {</a:t>
            </a:r>
          </a:p>
          <a:p>
            <a:r>
              <a:t>      "text": "架空の社内調査。運用条件を整理した所見であり、効果を実証したものではない。",</a:t>
            </a:r>
          </a:p>
          <a:p>
            <a:r>
              <a:t>      "refs": [</a:t>
            </a:r>
          </a:p>
          <a:p>
            <a:r>
              <a:t>        {</a:t>
            </a:r>
          </a:p>
          <a:p>
            <a:r>
              <a:t>          "source_id": "s042",</a:t>
            </a:r>
          </a:p>
          <a:p>
            <a:r>
              <a:t>          "quote": "架空の社内調査。運用条件を整理した所見であり、効果を実証したものではない。"</a:t>
            </a:r>
          </a:p>
          <a:p>
            <a:r>
              <a:t>        }</a:t>
            </a:r>
          </a:p>
          <a:p>
            <a:r>
              <a:t>      ],</a:t>
            </a:r>
          </a:p>
          <a:p>
            <a:r>
              <a:t>      "mode": "verbatim"</a:t>
            </a:r>
          </a:p>
          <a:p>
            <a:r>
              <a:t>    },</a:t>
            </a:r>
          </a:p>
          <a:p>
            <a:r>
              <a:t>    {</a:t>
            </a:r>
          </a:p>
          <a:p>
            <a:r>
              <a:t>      "text": "検索入口を揃える",</a:t>
            </a:r>
          </a:p>
          <a:p>
            <a:r>
              <a:t>      "refs": [</a:t>
            </a:r>
          </a:p>
          <a:p>
            <a:r>
              <a:t>        {</a:t>
            </a:r>
          </a:p>
          <a:p>
            <a:r>
              <a:t>          "source_id": "s042",</a:t>
            </a:r>
          </a:p>
          <a:p>
            <a:r>
              <a:t>          "quote": "検索入口を揃える"</a:t>
            </a:r>
          </a:p>
          <a:p>
            <a:r>
              <a:t>        }</a:t>
            </a:r>
          </a:p>
          <a:p>
            <a:r>
              <a:t>      ],</a:t>
            </a:r>
          </a:p>
          <a:p>
            <a:r>
              <a:t>      "mode": "verbatim"</a:t>
            </a:r>
          </a:p>
          <a:p>
            <a:r>
              <a:t>    },</a:t>
            </a:r>
          </a:p>
          <a:p>
            <a:r>
              <a:t>    {</a:t>
            </a:r>
          </a:p>
          <a:p>
            <a:r>
              <a:t>      "text": "用語を揃え、同じ資料へ辿れる入口を整える。",</a:t>
            </a:r>
          </a:p>
          <a:p>
            <a:r>
              <a:t>      "refs": [</a:t>
            </a:r>
          </a:p>
          <a:p>
            <a:r>
              <a:t>        {</a:t>
            </a:r>
          </a:p>
          <a:p>
            <a:r>
              <a:t>          "source_id": "s042",</a:t>
            </a:r>
          </a:p>
          <a:p>
            <a:r>
              <a:t>          "quote": "用語を揃え、同じ資料へ辿れる入口を整える。"</a:t>
            </a:r>
          </a:p>
          <a:p>
            <a:r>
              <a:t>        }</a:t>
            </a:r>
          </a:p>
          <a:p>
            <a:r>
              <a:t>      ],</a:t>
            </a:r>
          </a:p>
          <a:p>
            <a:r>
              <a:t>      "mode": "verbatim"</a:t>
            </a:r>
          </a:p>
          <a:p>
            <a:r>
              <a:t>    },</a:t>
            </a:r>
          </a:p>
          <a:p>
            <a:r>
              <a:t>    {</a:t>
            </a:r>
          </a:p>
          <a:p>
            <a:r>
              <a:t>      "text": "根拠まで辿れる",</a:t>
            </a:r>
          </a:p>
          <a:p>
            <a:r>
              <a:t>      "refs": [</a:t>
            </a:r>
          </a:p>
          <a:p>
            <a:r>
              <a:t>        {</a:t>
            </a:r>
          </a:p>
          <a:p>
            <a:r>
              <a:t>          "source_id": "s042",</a:t>
            </a:r>
          </a:p>
          <a:p>
            <a:r>
              <a:t>          "quote": "根拠まで辿れる"</a:t>
            </a:r>
          </a:p>
          <a:p>
            <a:r>
              <a:t>        }</a:t>
            </a:r>
          </a:p>
          <a:p>
            <a:r>
              <a:t>      ],</a:t>
            </a:r>
          </a:p>
          <a:p>
            <a:r>
              <a:t>      "mode": "verbatim"</a:t>
            </a:r>
          </a:p>
          <a:p>
            <a:r>
              <a:t>    },</a:t>
            </a:r>
          </a:p>
          <a:p>
            <a:r>
              <a:t>    {</a:t>
            </a:r>
          </a:p>
          <a:p>
            <a:r>
              <a:t>      "text": "原文の条件と確認日を、要約とともに残す。",</a:t>
            </a:r>
          </a:p>
          <a:p>
            <a:r>
              <a:t>      "refs": [</a:t>
            </a:r>
          </a:p>
          <a:p>
            <a:r>
              <a:t>        {</a:t>
            </a:r>
          </a:p>
          <a:p>
            <a:r>
              <a:t>          "source_id": "s042",</a:t>
            </a:r>
          </a:p>
          <a:p>
            <a:r>
              <a:t>          "quote": "原文の条件と確認日を、要約とともに残す。"</a:t>
            </a:r>
          </a:p>
          <a:p>
            <a:r>
              <a:t>        }</a:t>
            </a:r>
          </a:p>
          <a:p>
            <a:r>
              <a:t>      ],</a:t>
            </a:r>
          </a:p>
          <a:p>
            <a:r>
              <a:t>      "mode": "verbatim"</a:t>
            </a:r>
          </a:p>
          <a:p>
            <a:r>
              <a:t>    }</a:t>
            </a:r>
          </a:p>
          <a:p>
            <a:r>
              <a:t>  ],</a:t>
            </a:r>
          </a:p>
          <a:p>
            <a:r>
              <a:t>  "citations": {</a:t>
            </a:r>
          </a:p>
          <a:p>
            <a:r>
              <a:t>    "s042": "Public MIT sample: original fictional research-sharing design section 1"</a:t>
            </a:r>
          </a:p>
          <a:p>
            <a:r>
              <a:t>  },</a:t>
            </a:r>
          </a:p>
          <a:p>
            <a:r>
              <a:t>  "template_license":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null,</a:t>
            </a:r>
          </a:p>
          <a:p>
            <a:r>
              <a:t>  "catalog": "editorial",</a:t>
            </a:r>
          </a:p>
          <a:p>
            <a:r>
              <a:t>  "family": "steps",</a:t>
            </a:r>
          </a:p>
          <a:p>
            <a:r>
              <a:t>  "structural_variant": "horizontal",</a:t>
            </a:r>
          </a:p>
          <a:p>
            <a:r>
              <a:t>  "repetition_reason": "Catalog inventory: adjacent entries intentionally show every count/orientation for comparison; this is not a presentation sequence.",</a:t>
            </a:r>
          </a:p>
          <a:p>
            <a:r>
              <a:t>  "images": {},</a:t>
            </a:r>
          </a:p>
          <a:p>
            <a:r>
              <a:t>  "template_sha256": "bb62b85663017763e6a8ffc932de59965321f310a326cb012fb604b53ab7f872"</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"slide043",</a:t>
            </a:r>
          </a:p>
          <a:p>
            <a:r>
              <a:t>  "origin": "catalog",</a:t>
            </a:r>
          </a:p>
          <a:p>
            <a:r>
              <a:t>  "layout_id": "ed_steps_vertical_2",</a:t>
            </a:r>
          </a:p>
          <a:p>
            <a:r>
              <a:t>  "variant": "warm",</a:t>
            </a:r>
          </a:p>
          <a:p>
            <a:r>
              <a:t>  "rationale": "Public template fixture; short fictional slot content; no private data.",</a:t>
            </a:r>
          </a:p>
          <a:p>
            <a:r>
              <a:t>  "source_sha256": "c38e01dcb14540e486d5a11ff7b07b6cff9547c6a27e869e7c53a02aada60e2d",</a:t>
            </a:r>
          </a:p>
          <a:p>
            <a:r>
              <a:t>  "evidence": [</a:t>
            </a:r>
          </a:p>
          <a:p>
            <a:r>
              <a:t>    {</a:t>
            </a:r>
          </a:p>
          <a:p>
            <a:r>
              <a:t>      "text": "社内ナレッジを探しやすくする条件",</a:t>
            </a:r>
          </a:p>
          <a:p>
            <a:r>
              <a:t>      "refs": [</a:t>
            </a:r>
          </a:p>
          <a:p>
            <a:r>
              <a:t>        {</a:t>
            </a:r>
          </a:p>
          <a:p>
            <a:r>
              <a:t>          "source_id": "s043",</a:t>
            </a:r>
          </a:p>
          <a:p>
            <a:r>
              <a:t>          "quote": "社内ナレッジを探しやすくする条件"</a:t>
            </a:r>
          </a:p>
          <a:p>
            <a:r>
              <a:t>        }</a:t>
            </a:r>
          </a:p>
          <a:p>
            <a:r>
              <a:t>      ],</a:t>
            </a:r>
          </a:p>
          <a:p>
            <a:r>
              <a:t>      "mode": "verbatim"</a:t>
            </a:r>
          </a:p>
          <a:p>
            <a:r>
              <a:t>    },</a:t>
            </a:r>
          </a:p>
          <a:p>
            <a:r>
              <a:t>    {</a:t>
            </a:r>
          </a:p>
          <a:p>
            <a:r>
              <a:t>      "text": "架空の社内調査。運用条件を整理した所見であり、効果を実証したものではない。",</a:t>
            </a:r>
          </a:p>
          <a:p>
            <a:r>
              <a:t>      "refs": [</a:t>
            </a:r>
          </a:p>
          <a:p>
            <a:r>
              <a:t>        {</a:t>
            </a:r>
          </a:p>
          <a:p>
            <a:r>
              <a:t>          "source_id": "s043",</a:t>
            </a:r>
          </a:p>
          <a:p>
            <a:r>
              <a:t>          "quote": "架空の社内調査。運用条件を整理した所見であり、効果を実証したものではない。"</a:t>
            </a:r>
          </a:p>
          <a:p>
            <a:r>
              <a:t>        }</a:t>
            </a:r>
          </a:p>
          <a:p>
            <a:r>
              <a:t>      ],</a:t>
            </a:r>
          </a:p>
          <a:p>
            <a:r>
              <a:t>      "mode": "verbatim"</a:t>
            </a:r>
          </a:p>
          <a:p>
            <a:r>
              <a:t>    },</a:t>
            </a:r>
          </a:p>
          <a:p>
            <a:r>
              <a:t>    {</a:t>
            </a:r>
          </a:p>
          <a:p>
            <a:r>
              <a:t>      "text": "検索入口を揃える",</a:t>
            </a:r>
          </a:p>
          <a:p>
            <a:r>
              <a:t>      "refs": [</a:t>
            </a:r>
          </a:p>
          <a:p>
            <a:r>
              <a:t>        {</a:t>
            </a:r>
          </a:p>
          <a:p>
            <a:r>
              <a:t>          "source_id": "s043",</a:t>
            </a:r>
          </a:p>
          <a:p>
            <a:r>
              <a:t>          "quote": "検索入口を揃える"</a:t>
            </a:r>
          </a:p>
          <a:p>
            <a:r>
              <a:t>        }</a:t>
            </a:r>
          </a:p>
          <a:p>
            <a:r>
              <a:t>      ],</a:t>
            </a:r>
          </a:p>
          <a:p>
            <a:r>
              <a:t>      "mode": "verbatim"</a:t>
            </a:r>
          </a:p>
          <a:p>
            <a:r>
              <a:t>    },</a:t>
            </a:r>
          </a:p>
          <a:p>
            <a:r>
              <a:t>    {</a:t>
            </a:r>
          </a:p>
          <a:p>
            <a:r>
              <a:t>      "text": "用語を揃え、同じ資料へ辿れる入口を整える。",</a:t>
            </a:r>
          </a:p>
          <a:p>
            <a:r>
              <a:t>      "refs": [</a:t>
            </a:r>
          </a:p>
          <a:p>
            <a:r>
              <a:t>        {</a:t>
            </a:r>
          </a:p>
          <a:p>
            <a:r>
              <a:t>          "source_id": "s043",</a:t>
            </a:r>
          </a:p>
          <a:p>
            <a:r>
              <a:t>          "quote": "用語を揃え、同じ資料へ辿れる入口を整える。"</a:t>
            </a:r>
          </a:p>
          <a:p>
            <a:r>
              <a:t>        }</a:t>
            </a:r>
          </a:p>
          <a:p>
            <a:r>
              <a:t>      ],</a:t>
            </a:r>
          </a:p>
          <a:p>
            <a:r>
              <a:t>      "mode": "verbatim"</a:t>
            </a:r>
          </a:p>
          <a:p>
            <a:r>
              <a:t>    },</a:t>
            </a:r>
          </a:p>
          <a:p>
            <a:r>
              <a:t>    {</a:t>
            </a:r>
          </a:p>
          <a:p>
            <a:r>
              <a:t>      "text": "根拠まで辿れる",</a:t>
            </a:r>
          </a:p>
          <a:p>
            <a:r>
              <a:t>      "refs": [</a:t>
            </a:r>
          </a:p>
          <a:p>
            <a:r>
              <a:t>        {</a:t>
            </a:r>
          </a:p>
          <a:p>
            <a:r>
              <a:t>          "source_id": "s043",</a:t>
            </a:r>
          </a:p>
          <a:p>
            <a:r>
              <a:t>          "quote": "根拠まで辿れる"</a:t>
            </a:r>
          </a:p>
          <a:p>
            <a:r>
              <a:t>        }</a:t>
            </a:r>
          </a:p>
          <a:p>
            <a:r>
              <a:t>      ],</a:t>
            </a:r>
          </a:p>
          <a:p>
            <a:r>
              <a:t>      "mode": "verbatim"</a:t>
            </a:r>
          </a:p>
          <a:p>
            <a:r>
              <a:t>    },</a:t>
            </a:r>
          </a:p>
          <a:p>
            <a:r>
              <a:t>    {</a:t>
            </a:r>
          </a:p>
          <a:p>
            <a:r>
              <a:t>      "text": "原文の条件と確認日を、要約とともに残す。",</a:t>
            </a:r>
          </a:p>
          <a:p>
            <a:r>
              <a:t>      "refs": [</a:t>
            </a:r>
          </a:p>
          <a:p>
            <a:r>
              <a:t>        {</a:t>
            </a:r>
          </a:p>
          <a:p>
            <a:r>
              <a:t>          "source_id": "s043",</a:t>
            </a:r>
          </a:p>
          <a:p>
            <a:r>
              <a:t>          "quote": "原文の条件と確認日を、要約とともに残す。"</a:t>
            </a:r>
          </a:p>
          <a:p>
            <a:r>
              <a:t>        }</a:t>
            </a:r>
          </a:p>
          <a:p>
            <a:r>
              <a:t>      ],</a:t>
            </a:r>
          </a:p>
          <a:p>
            <a:r>
              <a:t>      "mode": "verbatim"</a:t>
            </a:r>
          </a:p>
          <a:p>
            <a:r>
              <a:t>    }</a:t>
            </a:r>
          </a:p>
          <a:p>
            <a:r>
              <a:t>  ],</a:t>
            </a:r>
          </a:p>
          <a:p>
            <a:r>
              <a:t>  "citations": {</a:t>
            </a:r>
          </a:p>
          <a:p>
            <a:r>
              <a:t>    "s043": "Public MIT sample: original fictional research-sharing design section 1"</a:t>
            </a:r>
          </a:p>
          <a:p>
            <a:r>
              <a:t>  },</a:t>
            </a:r>
          </a:p>
          <a:p>
            <a:r>
              <a:t>  "template_license":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null,</a:t>
            </a:r>
          </a:p>
          <a:p>
            <a:r>
              <a:t>  "catalog": "editorial",</a:t>
            </a:r>
          </a:p>
          <a:p>
            <a:r>
              <a:t>  "family": "steps",</a:t>
            </a:r>
          </a:p>
          <a:p>
            <a:r>
              <a:t>  "structural_variant": "vertical",</a:t>
            </a:r>
          </a:p>
          <a:p>
            <a:r>
              <a:t>  "repetition_reason": "Catalog inventory: adjacent entries intentionally show every count/orientation for comparison; this is not a presentation sequence.",</a:t>
            </a:r>
          </a:p>
          <a:p>
            <a:r>
              <a:t>  "images": {},</a:t>
            </a:r>
          </a:p>
          <a:p>
            <a:r>
              <a:t>  "template_sha256": "e1800a751aaa9a2c2c748fe61e89ee52be5fb9cb42fe590431cf233d8cd3d4b1"</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"slide044",</a:t>
            </a:r>
          </a:p>
          <a:p>
            <a:r>
              <a:t>  "origin": "catalog",</a:t>
            </a:r>
          </a:p>
          <a:p>
            <a:r>
              <a:t>  "layout_id": "ed_steps_horizontal_3",</a:t>
            </a:r>
          </a:p>
          <a:p>
            <a:r>
              <a:t>  "variant": "warm",</a:t>
            </a:r>
          </a:p>
          <a:p>
            <a:r>
              <a:t>  "rationale": "Public template fixture; short fictional slot content; no private data.",</a:t>
            </a:r>
          </a:p>
          <a:p>
            <a:r>
              <a:t>  "source_sha256": "c38e01dcb14540e486d5a11ff7b07b6cff9547c6a27e869e7c53a02aada60e2d",</a:t>
            </a:r>
          </a:p>
          <a:p>
            <a:r>
              <a:t>  "evidence": [</a:t>
            </a:r>
          </a:p>
          <a:p>
            <a:r>
              <a:t>    {</a:t>
            </a:r>
          </a:p>
          <a:p>
            <a:r>
              <a:t>      "text": "社内ナレッジを探しやすくする条件",</a:t>
            </a:r>
          </a:p>
          <a:p>
            <a:r>
              <a:t>      "refs": [</a:t>
            </a:r>
          </a:p>
          <a:p>
            <a:r>
              <a:t>        {</a:t>
            </a:r>
          </a:p>
          <a:p>
            <a:r>
              <a:t>          "source_id": "s044",</a:t>
            </a:r>
          </a:p>
          <a:p>
            <a:r>
              <a:t>          "quote": "社内ナレッジを探しやすくする条件"</a:t>
            </a:r>
          </a:p>
          <a:p>
            <a:r>
              <a:t>        }</a:t>
            </a:r>
          </a:p>
          <a:p>
            <a:r>
              <a:t>      ],</a:t>
            </a:r>
          </a:p>
          <a:p>
            <a:r>
              <a:t>      "mode": "verbatim"</a:t>
            </a:r>
          </a:p>
          <a:p>
            <a:r>
              <a:t>    },</a:t>
            </a:r>
          </a:p>
          <a:p>
            <a:r>
              <a:t>    {</a:t>
            </a:r>
          </a:p>
          <a:p>
            <a:r>
              <a:t>      "text": "架空の社内調査。運用条件を整理した所見であり、効果を実証したものではない。",</a:t>
            </a:r>
          </a:p>
          <a:p>
            <a:r>
              <a:t>      "refs": [</a:t>
            </a:r>
          </a:p>
          <a:p>
            <a:r>
              <a:t>        {</a:t>
            </a:r>
          </a:p>
          <a:p>
            <a:r>
              <a:t>          "source_id": "s044",</a:t>
            </a:r>
          </a:p>
          <a:p>
            <a:r>
              <a:t>          "quote": "架空の社内調査。運用条件を整理した所見であり、効果を実証したものではない。"</a:t>
            </a:r>
          </a:p>
          <a:p>
            <a:r>
              <a:t>        }</a:t>
            </a:r>
          </a:p>
          <a:p>
            <a:r>
              <a:t>      ],</a:t>
            </a:r>
          </a:p>
          <a:p>
            <a:r>
              <a:t>      "mode": "verbatim"</a:t>
            </a:r>
          </a:p>
          <a:p>
            <a:r>
              <a:t>    },</a:t>
            </a:r>
          </a:p>
          <a:p>
            <a:r>
              <a:t>    {</a:t>
            </a:r>
          </a:p>
          <a:p>
            <a:r>
              <a:t>      "text": "検索入口を揃える",</a:t>
            </a:r>
          </a:p>
          <a:p>
            <a:r>
              <a:t>      "refs": [</a:t>
            </a:r>
          </a:p>
          <a:p>
            <a:r>
              <a:t>        {</a:t>
            </a:r>
          </a:p>
          <a:p>
            <a:r>
              <a:t>          "source_id": "s044",</a:t>
            </a:r>
          </a:p>
          <a:p>
            <a:r>
              <a:t>          "quote": "検索入口を揃える"</a:t>
            </a:r>
          </a:p>
          <a:p>
            <a:r>
              <a:t>        }</a:t>
            </a:r>
          </a:p>
          <a:p>
            <a:r>
              <a:t>      ],</a:t>
            </a:r>
          </a:p>
          <a:p>
            <a:r>
              <a:t>      "mode": "verbatim"</a:t>
            </a:r>
          </a:p>
          <a:p>
            <a:r>
              <a:t>    },</a:t>
            </a:r>
          </a:p>
          <a:p>
            <a:r>
              <a:t>    {</a:t>
            </a:r>
          </a:p>
          <a:p>
            <a:r>
              <a:t>      "text": "用語を揃え、同じ資料へ辿れる入口を整える。",</a:t>
            </a:r>
          </a:p>
          <a:p>
            <a:r>
              <a:t>      "refs": [</a:t>
            </a:r>
          </a:p>
          <a:p>
            <a:r>
              <a:t>        {</a:t>
            </a:r>
          </a:p>
          <a:p>
            <a:r>
              <a:t>          "source_id": "s044",</a:t>
            </a:r>
          </a:p>
          <a:p>
            <a:r>
              <a:t>          "quote": "用語を揃え、同じ資料へ辿れる入口を整える。"</a:t>
            </a:r>
          </a:p>
          <a:p>
            <a:r>
              <a:t>        }</a:t>
            </a:r>
          </a:p>
          <a:p>
            <a:r>
              <a:t>      ],</a:t>
            </a:r>
          </a:p>
          <a:p>
            <a:r>
              <a:t>      "mode": "verbatim"</a:t>
            </a:r>
          </a:p>
          <a:p>
            <a:r>
              <a:t>    },</a:t>
            </a:r>
          </a:p>
          <a:p>
            <a:r>
              <a:t>    {</a:t>
            </a:r>
          </a:p>
          <a:p>
            <a:r>
              <a:t>      "text": "根拠まで辿れる",</a:t>
            </a:r>
          </a:p>
          <a:p>
            <a:r>
              <a:t>      "refs": [</a:t>
            </a:r>
          </a:p>
          <a:p>
            <a:r>
              <a:t>        {</a:t>
            </a:r>
          </a:p>
          <a:p>
            <a:r>
              <a:t>          "source_id": "s044",</a:t>
            </a:r>
          </a:p>
          <a:p>
            <a:r>
              <a:t>          "quote": "根拠まで辿れる"</a:t>
            </a:r>
          </a:p>
          <a:p>
            <a:r>
              <a:t>        }</a:t>
            </a:r>
          </a:p>
          <a:p>
            <a:r>
              <a:t>      ],</a:t>
            </a:r>
          </a:p>
          <a:p>
            <a:r>
              <a:t>      "mode": "verbatim"</a:t>
            </a:r>
          </a:p>
          <a:p>
            <a:r>
              <a:t>    },</a:t>
            </a:r>
          </a:p>
          <a:p>
            <a:r>
              <a:t>    {</a:t>
            </a:r>
          </a:p>
          <a:p>
            <a:r>
              <a:t>      "text": "原文の条件と確認日を、要約とともに残す。",</a:t>
            </a:r>
          </a:p>
          <a:p>
            <a:r>
              <a:t>      "refs": [</a:t>
            </a:r>
          </a:p>
          <a:p>
            <a:r>
              <a:t>        {</a:t>
            </a:r>
          </a:p>
          <a:p>
            <a:r>
              <a:t>          "source_id": "s044",</a:t>
            </a:r>
          </a:p>
          <a:p>
            <a:r>
              <a:t>          "quote": "原文の条件と確認日を、要約とともに残す。"</a:t>
            </a:r>
          </a:p>
          <a:p>
            <a:r>
              <a:t>        }</a:t>
            </a:r>
          </a:p>
          <a:p>
            <a:r>
              <a:t>      ],</a:t>
            </a:r>
          </a:p>
          <a:p>
            <a:r>
              <a:t>      "mode": "verbatim"</a:t>
            </a:r>
          </a:p>
          <a:p>
            <a:r>
              <a:t>    },</a:t>
            </a:r>
          </a:p>
          <a:p>
            <a:r>
              <a:t>    {</a:t>
            </a:r>
          </a:p>
          <a:p>
            <a:r>
              <a:t>      "text": "更新範囲を決める",</a:t>
            </a:r>
          </a:p>
          <a:p>
            <a:r>
              <a:t>      "refs": [</a:t>
            </a:r>
          </a:p>
          <a:p>
            <a:r>
              <a:t>        {</a:t>
            </a:r>
          </a:p>
          <a:p>
            <a:r>
              <a:t>          "source_id": "s044",</a:t>
            </a:r>
          </a:p>
          <a:p>
            <a:r>
              <a:t>          "quote": "更新範囲を決める"</a:t>
            </a:r>
          </a:p>
          <a:p>
            <a:r>
              <a:t>        }</a:t>
            </a:r>
          </a:p>
          <a:p>
            <a:r>
              <a:t>      ],</a:t>
            </a:r>
          </a:p>
          <a:p>
            <a:r>
              <a:t>      "mode": "verbatim"</a:t>
            </a:r>
          </a:p>
          <a:p>
            <a:r>
              <a:t>    },</a:t>
            </a:r>
          </a:p>
          <a:p>
            <a:r>
              <a:t>    {</a:t>
            </a:r>
          </a:p>
          <a:p>
            <a:r>
              <a:t>      "text": "変更頻度に応じて担当と再確認の時期を決める。",</a:t>
            </a:r>
          </a:p>
          <a:p>
            <a:r>
              <a:t>      "refs": [</a:t>
            </a:r>
          </a:p>
          <a:p>
            <a:r>
              <a:t>        {</a:t>
            </a:r>
          </a:p>
          <a:p>
            <a:r>
              <a:t>          "source_id": "s044",</a:t>
            </a:r>
          </a:p>
          <a:p>
            <a:r>
              <a:t>          "quote": "変更頻度に応じて担当と再確認の時期を決める。"</a:t>
            </a:r>
          </a:p>
          <a:p>
            <a:r>
              <a:t>        }</a:t>
            </a:r>
          </a:p>
          <a:p>
            <a:r>
              <a:t>      ],</a:t>
            </a:r>
          </a:p>
          <a:p>
            <a:r>
              <a:t>      "mode": "verbatim"</a:t>
            </a:r>
          </a:p>
          <a:p>
            <a:r>
              <a:t>    }</a:t>
            </a:r>
          </a:p>
          <a:p>
            <a:r>
              <a:t>  ],</a:t>
            </a:r>
          </a:p>
          <a:p>
            <a:r>
              <a:t>  "citations": {</a:t>
            </a:r>
          </a:p>
          <a:p>
            <a:r>
              <a:t>    "s044": "Public MIT sample: original fictional research-sharing design section 1"</a:t>
            </a:r>
          </a:p>
          <a:p>
            <a:r>
              <a:t>  },</a:t>
            </a:r>
          </a:p>
          <a:p>
            <a:r>
              <a:t>  "template_license":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null,</a:t>
            </a:r>
          </a:p>
          <a:p>
            <a:r>
              <a:t>  "catalog": "editorial",</a:t>
            </a:r>
          </a:p>
          <a:p>
            <a:r>
              <a:t>  "family": "steps",</a:t>
            </a:r>
          </a:p>
          <a:p>
            <a:r>
              <a:t>  "structural_variant": "horizontal",</a:t>
            </a:r>
          </a:p>
          <a:p>
            <a:r>
              <a:t>  "repetition_reason": "Catalog inventory: adjacent entries intentionally show every count/orientation for comparison; this is not a presentation sequence.",</a:t>
            </a:r>
          </a:p>
          <a:p>
            <a:r>
              <a:t>  "images": {},</a:t>
            </a:r>
          </a:p>
          <a:p>
            <a:r>
              <a:t>  "template_sha256": "ddc84184daa57b92e8c261ec15c249357a5a3562efbab540d3117044ec4c45cb"</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"slide045",</a:t>
            </a:r>
          </a:p>
          <a:p>
            <a:r>
              <a:t>  "origin": "catalog",</a:t>
            </a:r>
          </a:p>
          <a:p>
            <a:r>
              <a:t>  "layout_id": "ed_steps_vertical_3",</a:t>
            </a:r>
          </a:p>
          <a:p>
            <a:r>
              <a:t>  "variant": "warm",</a:t>
            </a:r>
          </a:p>
          <a:p>
            <a:r>
              <a:t>  "rationale": "Public template fixture; short fictional slot content; no private data.",</a:t>
            </a:r>
          </a:p>
          <a:p>
            <a:r>
              <a:t>  "source_sha256": "c38e01dcb14540e486d5a11ff7b07b6cff9547c6a27e869e7c53a02aada60e2d",</a:t>
            </a:r>
          </a:p>
          <a:p>
            <a:r>
              <a:t>  "evidence": [</a:t>
            </a:r>
          </a:p>
          <a:p>
            <a:r>
              <a:t>    {</a:t>
            </a:r>
          </a:p>
          <a:p>
            <a:r>
              <a:t>      "text": "社内ナレッジを探しやすくする条件",</a:t>
            </a:r>
          </a:p>
          <a:p>
            <a:r>
              <a:t>      "refs": [</a:t>
            </a:r>
          </a:p>
          <a:p>
            <a:r>
              <a:t>        {</a:t>
            </a:r>
          </a:p>
          <a:p>
            <a:r>
              <a:t>          "source_id": "s045",</a:t>
            </a:r>
          </a:p>
          <a:p>
            <a:r>
              <a:t>          "quote": "社内ナレッジを探しやすくする条件"</a:t>
            </a:r>
          </a:p>
          <a:p>
            <a:r>
              <a:t>        }</a:t>
            </a:r>
          </a:p>
          <a:p>
            <a:r>
              <a:t>      ],</a:t>
            </a:r>
          </a:p>
          <a:p>
            <a:r>
              <a:t>      "mode": "verbatim"</a:t>
            </a:r>
          </a:p>
          <a:p>
            <a:r>
              <a:t>    },</a:t>
            </a:r>
          </a:p>
          <a:p>
            <a:r>
              <a:t>    {</a:t>
            </a:r>
          </a:p>
          <a:p>
            <a:r>
              <a:t>      "text": "架空の社内調査。運用条件を整理した所見であり、効果を実証したものではない。",</a:t>
            </a:r>
          </a:p>
          <a:p>
            <a:r>
              <a:t>      "refs": [</a:t>
            </a:r>
          </a:p>
          <a:p>
            <a:r>
              <a:t>        {</a:t>
            </a:r>
          </a:p>
          <a:p>
            <a:r>
              <a:t>          "source_id": "s045",</a:t>
            </a:r>
          </a:p>
          <a:p>
            <a:r>
              <a:t>          "quote": "架空の社内調査。運用条件を整理した所見であり、効果を実証したものではない。"</a:t>
            </a:r>
          </a:p>
          <a:p>
            <a:r>
              <a:t>        }</a:t>
            </a:r>
          </a:p>
          <a:p>
            <a:r>
              <a:t>      ],</a:t>
            </a:r>
          </a:p>
          <a:p>
            <a:r>
              <a:t>      "mode": "verbatim"</a:t>
            </a:r>
          </a:p>
          <a:p>
            <a:r>
              <a:t>    },</a:t>
            </a:r>
          </a:p>
          <a:p>
            <a:r>
              <a:t>    {</a:t>
            </a:r>
          </a:p>
          <a:p>
            <a:r>
              <a:t>      "text": "検索入口を揃える",</a:t>
            </a:r>
          </a:p>
          <a:p>
            <a:r>
              <a:t>      "refs": [</a:t>
            </a:r>
          </a:p>
          <a:p>
            <a:r>
              <a:t>        {</a:t>
            </a:r>
          </a:p>
          <a:p>
            <a:r>
              <a:t>          "source_id": "s045",</a:t>
            </a:r>
          </a:p>
          <a:p>
            <a:r>
              <a:t>          "quote": "検索入口を揃える"</a:t>
            </a:r>
          </a:p>
          <a:p>
            <a:r>
              <a:t>        }</a:t>
            </a:r>
          </a:p>
          <a:p>
            <a:r>
              <a:t>      ],</a:t>
            </a:r>
          </a:p>
          <a:p>
            <a:r>
              <a:t>      "mode": "verbatim"</a:t>
            </a:r>
          </a:p>
          <a:p>
            <a:r>
              <a:t>    },</a:t>
            </a:r>
          </a:p>
          <a:p>
            <a:r>
              <a:t>    {</a:t>
            </a:r>
          </a:p>
          <a:p>
            <a:r>
              <a:t>      "text": "用語を揃え、同じ資料へ辿れる入口を整える。",</a:t>
            </a:r>
          </a:p>
          <a:p>
            <a:r>
              <a:t>      "refs": [</a:t>
            </a:r>
          </a:p>
          <a:p>
            <a:r>
              <a:t>        {</a:t>
            </a:r>
          </a:p>
          <a:p>
            <a:r>
              <a:t>          "source_id": "s045",</a:t>
            </a:r>
          </a:p>
          <a:p>
            <a:r>
              <a:t>          "quote": "用語を揃え、同じ資料へ辿れる入口を整える。"</a:t>
            </a:r>
          </a:p>
          <a:p>
            <a:r>
              <a:t>        }</a:t>
            </a:r>
          </a:p>
          <a:p>
            <a:r>
              <a:t>      ],</a:t>
            </a:r>
          </a:p>
          <a:p>
            <a:r>
              <a:t>      "mode": "verbatim"</a:t>
            </a:r>
          </a:p>
          <a:p>
            <a:r>
              <a:t>    },</a:t>
            </a:r>
          </a:p>
          <a:p>
            <a:r>
              <a:t>    {</a:t>
            </a:r>
          </a:p>
          <a:p>
            <a:r>
              <a:t>      "text": "根拠まで辿れる",</a:t>
            </a:r>
          </a:p>
          <a:p>
            <a:r>
              <a:t>      "refs": [</a:t>
            </a:r>
          </a:p>
          <a:p>
            <a:r>
              <a:t>        {</a:t>
            </a:r>
          </a:p>
          <a:p>
            <a:r>
              <a:t>          "source_id": "s045",</a:t>
            </a:r>
          </a:p>
          <a:p>
            <a:r>
              <a:t>          "quote": "根拠まで辿れる"</a:t>
            </a:r>
          </a:p>
          <a:p>
            <a:r>
              <a:t>        }</a:t>
            </a:r>
          </a:p>
          <a:p>
            <a:r>
              <a:t>      ],</a:t>
            </a:r>
          </a:p>
          <a:p>
            <a:r>
              <a:t>      "mode": "verbatim"</a:t>
            </a:r>
          </a:p>
          <a:p>
            <a:r>
              <a:t>    },</a:t>
            </a:r>
          </a:p>
          <a:p>
            <a:r>
              <a:t>    {</a:t>
            </a:r>
          </a:p>
          <a:p>
            <a:r>
              <a:t>      "text": "原文の条件と確認日を、要約とともに残す。",</a:t>
            </a:r>
          </a:p>
          <a:p>
            <a:r>
              <a:t>      "refs": [</a:t>
            </a:r>
          </a:p>
          <a:p>
            <a:r>
              <a:t>        {</a:t>
            </a:r>
          </a:p>
          <a:p>
            <a:r>
              <a:t>          "source_id": "s045",</a:t>
            </a:r>
          </a:p>
          <a:p>
            <a:r>
              <a:t>          "quote": "原文の条件と確認日を、要約とともに残す。"</a:t>
            </a:r>
          </a:p>
          <a:p>
            <a:r>
              <a:t>        }</a:t>
            </a:r>
          </a:p>
          <a:p>
            <a:r>
              <a:t>      ],</a:t>
            </a:r>
          </a:p>
          <a:p>
            <a:r>
              <a:t>      "mode": "verbatim"</a:t>
            </a:r>
          </a:p>
          <a:p>
            <a:r>
              <a:t>    },</a:t>
            </a:r>
          </a:p>
          <a:p>
            <a:r>
              <a:t>    {</a:t>
            </a:r>
          </a:p>
          <a:p>
            <a:r>
              <a:t>      "text": "更新範囲を決める",</a:t>
            </a:r>
          </a:p>
          <a:p>
            <a:r>
              <a:t>      "refs": [</a:t>
            </a:r>
          </a:p>
          <a:p>
            <a:r>
              <a:t>        {</a:t>
            </a:r>
          </a:p>
          <a:p>
            <a:r>
              <a:t>          "source_id": "s045",</a:t>
            </a:r>
          </a:p>
          <a:p>
            <a:r>
              <a:t>          "quote": "更新範囲を決める"</a:t>
            </a:r>
          </a:p>
          <a:p>
            <a:r>
              <a:t>        }</a:t>
            </a:r>
          </a:p>
          <a:p>
            <a:r>
              <a:t>      ],</a:t>
            </a:r>
          </a:p>
          <a:p>
            <a:r>
              <a:t>      "mode": "verbatim"</a:t>
            </a:r>
          </a:p>
          <a:p>
            <a:r>
              <a:t>    },</a:t>
            </a:r>
          </a:p>
          <a:p>
            <a:r>
              <a:t>    {</a:t>
            </a:r>
          </a:p>
          <a:p>
            <a:r>
              <a:t>      "text": "変更頻度に応じて担当と再確認の時期を決める。",</a:t>
            </a:r>
          </a:p>
          <a:p>
            <a:r>
              <a:t>      "refs": [</a:t>
            </a:r>
          </a:p>
          <a:p>
            <a:r>
              <a:t>        {</a:t>
            </a:r>
          </a:p>
          <a:p>
            <a:r>
              <a:t>          "source_id": "s045",</a:t>
            </a:r>
          </a:p>
          <a:p>
            <a:r>
              <a:t>          "quote": "変更頻度に応じて担当と再確認の時期を決める。"</a:t>
            </a:r>
          </a:p>
          <a:p>
            <a:r>
              <a:t>        }</a:t>
            </a:r>
          </a:p>
          <a:p>
            <a:r>
              <a:t>      ],</a:t>
            </a:r>
          </a:p>
          <a:p>
            <a:r>
              <a:t>      "mode": "verbatim"</a:t>
            </a:r>
          </a:p>
          <a:p>
            <a:r>
              <a:t>    }</a:t>
            </a:r>
          </a:p>
          <a:p>
            <a:r>
              <a:t>  ],</a:t>
            </a:r>
          </a:p>
          <a:p>
            <a:r>
              <a:t>  "citations": {</a:t>
            </a:r>
          </a:p>
          <a:p>
            <a:r>
              <a:t>    "s045": "Public MIT sample: original fictional research-sharing design section 1"</a:t>
            </a:r>
          </a:p>
          <a:p>
            <a:r>
              <a:t>  },</a:t>
            </a:r>
          </a:p>
          <a:p>
            <a:r>
              <a:t>  "template_license":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null,</a:t>
            </a:r>
          </a:p>
          <a:p>
            <a:r>
              <a:t>  "catalog": "editorial",</a:t>
            </a:r>
          </a:p>
          <a:p>
            <a:r>
              <a:t>  "family": "steps",</a:t>
            </a:r>
          </a:p>
          <a:p>
            <a:r>
              <a:t>  "structural_variant": "vertical",</a:t>
            </a:r>
          </a:p>
          <a:p>
            <a:r>
              <a:t>  "repetition_reason": "Catalog inventory: adjacent entries intentionally show every count/orientation for comparison; this is not a presentation sequence.",</a:t>
            </a:r>
          </a:p>
          <a:p>
            <a:r>
              <a:t>  "images": {},</a:t>
            </a:r>
          </a:p>
          <a:p>
            <a:r>
              <a:t>  "template_sha256": "b519ff637366c41066d5fb7ae1a564edcbb251a91c2ded492693e06f9b54c49e"</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"slide046",</a:t>
            </a:r>
          </a:p>
          <a:p>
            <a:r>
              <a:t>  "origin": "catalog",</a:t>
            </a:r>
          </a:p>
          <a:p>
            <a:r>
              <a:t>  "layout_id": "ed_steps_horizontal_4",</a:t>
            </a:r>
          </a:p>
          <a:p>
            <a:r>
              <a:t>  "variant": "warm",</a:t>
            </a:r>
          </a:p>
          <a:p>
            <a:r>
              <a:t>  "rationale": "Public template fixture; short fictional slot content; no private data.",</a:t>
            </a:r>
          </a:p>
          <a:p>
            <a:r>
              <a:t>  "source_sha256": "c38e01dcb14540e486d5a11ff7b07b6cff9547c6a27e869e7c53a02aada60e2d",</a:t>
            </a:r>
          </a:p>
          <a:p>
            <a:r>
              <a:t>  "evidence": [</a:t>
            </a:r>
          </a:p>
          <a:p>
            <a:r>
              <a:t>    {</a:t>
            </a:r>
          </a:p>
          <a:p>
            <a:r>
              <a:t>      "text": "社内ナレッジを探しやすくする条件",</a:t>
            </a:r>
          </a:p>
          <a:p>
            <a:r>
              <a:t>      "refs": [</a:t>
            </a:r>
          </a:p>
          <a:p>
            <a:r>
              <a:t>        {</a:t>
            </a:r>
          </a:p>
          <a:p>
            <a:r>
              <a:t>          "source_id": "s046",</a:t>
            </a:r>
          </a:p>
          <a:p>
            <a:r>
              <a:t>          "quote": "社内ナレッジを探しやすくする条件"</a:t>
            </a:r>
          </a:p>
          <a:p>
            <a:r>
              <a:t>        }</a:t>
            </a:r>
          </a:p>
          <a:p>
            <a:r>
              <a:t>      ],</a:t>
            </a:r>
          </a:p>
          <a:p>
            <a:r>
              <a:t>      "mode": "verbatim"</a:t>
            </a:r>
          </a:p>
          <a:p>
            <a:r>
              <a:t>    },</a:t>
            </a:r>
          </a:p>
          <a:p>
            <a:r>
              <a:t>    {</a:t>
            </a:r>
          </a:p>
          <a:p>
            <a:r>
              <a:t>      "text": "架空の社内調査。運用条件を整理した所見であり、効果を実証したものではない。",</a:t>
            </a:r>
          </a:p>
          <a:p>
            <a:r>
              <a:t>      "refs": [</a:t>
            </a:r>
          </a:p>
          <a:p>
            <a:r>
              <a:t>        {</a:t>
            </a:r>
          </a:p>
          <a:p>
            <a:r>
              <a:t>          "source_id": "s046",</a:t>
            </a:r>
          </a:p>
          <a:p>
            <a:r>
              <a:t>          "quote": "架空の社内調査。運用条件を整理した所見であり、効果を実証したものではない。"</a:t>
            </a:r>
          </a:p>
          <a:p>
            <a:r>
              <a:t>        }</a:t>
            </a:r>
          </a:p>
          <a:p>
            <a:r>
              <a:t>      ],</a:t>
            </a:r>
          </a:p>
          <a:p>
            <a:r>
              <a:t>      "mode": "verbatim"</a:t>
            </a:r>
          </a:p>
          <a:p>
            <a:r>
              <a:t>    },</a:t>
            </a:r>
          </a:p>
          <a:p>
            <a:r>
              <a:t>    {</a:t>
            </a:r>
          </a:p>
          <a:p>
            <a:r>
              <a:t>      "text": "検索入口を揃える",</a:t>
            </a:r>
          </a:p>
          <a:p>
            <a:r>
              <a:t>      "refs": [</a:t>
            </a:r>
          </a:p>
          <a:p>
            <a:r>
              <a:t>        {</a:t>
            </a:r>
          </a:p>
          <a:p>
            <a:r>
              <a:t>          "source_id": "s046",</a:t>
            </a:r>
          </a:p>
          <a:p>
            <a:r>
              <a:t>          "quote": "検索入口を揃える"</a:t>
            </a:r>
          </a:p>
          <a:p>
            <a:r>
              <a:t>        }</a:t>
            </a:r>
          </a:p>
          <a:p>
            <a:r>
              <a:t>      ],</a:t>
            </a:r>
          </a:p>
          <a:p>
            <a:r>
              <a:t>      "mode": "verbatim"</a:t>
            </a:r>
          </a:p>
          <a:p>
            <a:r>
              <a:t>    },</a:t>
            </a:r>
          </a:p>
          <a:p>
            <a:r>
              <a:t>    {</a:t>
            </a:r>
          </a:p>
          <a:p>
            <a:r>
              <a:t>      "text": "用語を揃え、同じ資料へ辿れる入口を整える。",</a:t>
            </a:r>
          </a:p>
          <a:p>
            <a:r>
              <a:t>      "refs": [</a:t>
            </a:r>
          </a:p>
          <a:p>
            <a:r>
              <a:t>        {</a:t>
            </a:r>
          </a:p>
          <a:p>
            <a:r>
              <a:t>          "source_id": "s046",</a:t>
            </a:r>
          </a:p>
          <a:p>
            <a:r>
              <a:t>          "quote": "用語を揃え、同じ資料へ辿れる入口を整える。"</a:t>
            </a:r>
          </a:p>
          <a:p>
            <a:r>
              <a:t>        }</a:t>
            </a:r>
          </a:p>
          <a:p>
            <a:r>
              <a:t>      ],</a:t>
            </a:r>
          </a:p>
          <a:p>
            <a:r>
              <a:t>      "mode": "verbatim"</a:t>
            </a:r>
          </a:p>
          <a:p>
            <a:r>
              <a:t>    },</a:t>
            </a:r>
          </a:p>
          <a:p>
            <a:r>
              <a:t>    {</a:t>
            </a:r>
          </a:p>
          <a:p>
            <a:r>
              <a:t>      "text": "根拠まで辿れる",</a:t>
            </a:r>
          </a:p>
          <a:p>
            <a:r>
              <a:t>      "refs": [</a:t>
            </a:r>
          </a:p>
          <a:p>
            <a:r>
              <a:t>        {</a:t>
            </a:r>
          </a:p>
          <a:p>
            <a:r>
              <a:t>          "source_id": "s046",</a:t>
            </a:r>
          </a:p>
          <a:p>
            <a:r>
              <a:t>          "quote": "根拠まで辿れる"</a:t>
            </a:r>
          </a:p>
          <a:p>
            <a:r>
              <a:t>        }</a:t>
            </a:r>
          </a:p>
          <a:p>
            <a:r>
              <a:t>      ],</a:t>
            </a:r>
          </a:p>
          <a:p>
            <a:r>
              <a:t>      "mode": "verbatim"</a:t>
            </a:r>
          </a:p>
          <a:p>
            <a:r>
              <a:t>    },</a:t>
            </a:r>
          </a:p>
          <a:p>
            <a:r>
              <a:t>    {</a:t>
            </a:r>
          </a:p>
          <a:p>
            <a:r>
              <a:t>      "text": "原文の条件と確認日を、要約とともに残す。",</a:t>
            </a:r>
          </a:p>
          <a:p>
            <a:r>
              <a:t>      "refs": [</a:t>
            </a:r>
          </a:p>
          <a:p>
            <a:r>
              <a:t>        {</a:t>
            </a:r>
          </a:p>
          <a:p>
            <a:r>
              <a:t>          "source_id": "s046",</a:t>
            </a:r>
          </a:p>
          <a:p>
            <a:r>
              <a:t>          "quote": "原文の条件と確認日を、要約とともに残す。"</a:t>
            </a:r>
          </a:p>
          <a:p>
            <a:r>
              <a:t>        }</a:t>
            </a:r>
          </a:p>
          <a:p>
            <a:r>
              <a:t>      ],</a:t>
            </a:r>
          </a:p>
          <a:p>
            <a:r>
              <a:t>      "mode": "verbatim"</a:t>
            </a:r>
          </a:p>
          <a:p>
            <a:r>
              <a:t>    },</a:t>
            </a:r>
          </a:p>
          <a:p>
            <a:r>
              <a:t>    {</a:t>
            </a:r>
          </a:p>
          <a:p>
            <a:r>
              <a:t>      "text": "更新範囲を決める",</a:t>
            </a:r>
          </a:p>
          <a:p>
            <a:r>
              <a:t>      "refs": [</a:t>
            </a:r>
          </a:p>
          <a:p>
            <a:r>
              <a:t>        {</a:t>
            </a:r>
          </a:p>
          <a:p>
            <a:r>
              <a:t>          "source_id": "s046",</a:t>
            </a:r>
          </a:p>
          <a:p>
            <a:r>
              <a:t>          "quote": "更新範囲を決める"</a:t>
            </a:r>
          </a:p>
          <a:p>
            <a:r>
              <a:t>        }</a:t>
            </a:r>
          </a:p>
          <a:p>
            <a:r>
              <a:t>      ],</a:t>
            </a:r>
          </a:p>
          <a:p>
            <a:r>
              <a:t>      "mode": "verbatim"</a:t>
            </a:r>
          </a:p>
          <a:p>
            <a:r>
              <a:t>    },</a:t>
            </a:r>
          </a:p>
          <a:p>
            <a:r>
              <a:t>    {</a:t>
            </a:r>
          </a:p>
          <a:p>
            <a:r>
              <a:t>      "text": "変更頻度に応じて担当と再確認の時期を決める。",</a:t>
            </a:r>
          </a:p>
          <a:p>
            <a:r>
              <a:t>      "refs": [</a:t>
            </a:r>
          </a:p>
          <a:p>
            <a:r>
              <a:t>        {</a:t>
            </a:r>
          </a:p>
          <a:p>
            <a:r>
              <a:t>          "source_id": "s046",</a:t>
            </a:r>
          </a:p>
          <a:p>
            <a:r>
              <a:t>          "quote": "変更頻度に応じて担当と再確認の時期を決める。"</a:t>
            </a:r>
          </a:p>
          <a:p>
            <a:r>
              <a:t>        }</a:t>
            </a:r>
          </a:p>
          <a:p>
            <a:r>
              <a:t>      ],</a:t>
            </a:r>
          </a:p>
          <a:p>
            <a:r>
              <a:t>      "mode": "verbatim"</a:t>
            </a:r>
          </a:p>
          <a:p>
            <a:r>
              <a:t>    },</a:t>
            </a:r>
          </a:p>
          <a:p>
            <a:r>
              <a:t>    {</a:t>
            </a:r>
          </a:p>
          <a:p>
            <a:r>
              <a:t>      "text": "例外を見える化",</a:t>
            </a:r>
          </a:p>
          <a:p>
            <a:r>
              <a:t>      "refs": [</a:t>
            </a:r>
          </a:p>
          <a:p>
            <a:r>
              <a:t>        {</a:t>
            </a:r>
          </a:p>
          <a:p>
            <a:r>
              <a:t>          "source_id": "s046",</a:t>
            </a:r>
          </a:p>
          <a:p>
            <a:r>
              <a:t>          "quote": "例外を見える化"</a:t>
            </a:r>
          </a:p>
          <a:p>
            <a:r>
              <a:t>        }</a:t>
            </a:r>
          </a:p>
          <a:p>
            <a:r>
              <a:t>      ],</a:t>
            </a:r>
          </a:p>
          <a:p>
            <a:r>
              <a:t>      "mode": "verbatim"</a:t>
            </a:r>
          </a:p>
          <a:p>
            <a:r>
              <a:t>    },</a:t>
            </a:r>
          </a:p>
          <a:p>
            <a:r>
              <a:t>    {</a:t>
            </a:r>
          </a:p>
          <a:p>
            <a:r>
              <a:t>      "text": "適用できない場面も記録し、前提の違いを残す。",</a:t>
            </a:r>
          </a:p>
          <a:p>
            <a:r>
              <a:t>      "refs": [</a:t>
            </a:r>
          </a:p>
          <a:p>
            <a:r>
              <a:t>        {</a:t>
            </a:r>
          </a:p>
          <a:p>
            <a:r>
              <a:t>          "source_id": "s046",</a:t>
            </a:r>
          </a:p>
          <a:p>
            <a:r>
              <a:t>          "quote": "適用できない場面も記録し、前提の違いを残す。"</a:t>
            </a:r>
          </a:p>
          <a:p>
            <a:r>
              <a:t>        }</a:t>
            </a:r>
          </a:p>
          <a:p>
            <a:r>
              <a:t>      ],</a:t>
            </a:r>
          </a:p>
          <a:p>
            <a:r>
              <a:t>      "mode": "verbatim"</a:t>
            </a:r>
          </a:p>
          <a:p>
            <a:r>
              <a:t>    }</a:t>
            </a:r>
          </a:p>
          <a:p>
            <a:r>
              <a:t>  ],</a:t>
            </a:r>
          </a:p>
          <a:p>
            <a:r>
              <a:t>  "citations": {</a:t>
            </a:r>
          </a:p>
          <a:p>
            <a:r>
              <a:t>    "s046": "Public MIT sample: original fictional research-sharing design section 1"</a:t>
            </a:r>
          </a:p>
          <a:p>
            <a:r>
              <a:t>  },</a:t>
            </a:r>
          </a:p>
          <a:p>
            <a:r>
              <a:t>  "template_license":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null,</a:t>
            </a:r>
          </a:p>
          <a:p>
            <a:r>
              <a:t>  "catalog": "editorial",</a:t>
            </a:r>
          </a:p>
          <a:p>
            <a:r>
              <a:t>  "family": "steps",</a:t>
            </a:r>
          </a:p>
          <a:p>
            <a:r>
              <a:t>  "structural_variant": "horizontal",</a:t>
            </a:r>
          </a:p>
          <a:p>
            <a:r>
              <a:t>  "repetition_reason": "Catalog inventory: adjacent entries intentionally show every count/orientation for comparison; this is not a presentation sequence.",</a:t>
            </a:r>
          </a:p>
          <a:p>
            <a:r>
              <a:t>  "images": {},</a:t>
            </a:r>
          </a:p>
          <a:p>
            <a:r>
              <a:t>  "template_sha256": "b719a9b2d1cd9e34313ec0f4c40ebdc471625ef6c2a9bfa95014567c284f653b"</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"slide047",</a:t>
            </a:r>
          </a:p>
          <a:p>
            <a:r>
              <a:t>  "origin": "catalog",</a:t>
            </a:r>
          </a:p>
          <a:p>
            <a:r>
              <a:t>  "layout_id": "ed_steps_vertical_4",</a:t>
            </a:r>
          </a:p>
          <a:p>
            <a:r>
              <a:t>  "variant": "warm",</a:t>
            </a:r>
          </a:p>
          <a:p>
            <a:r>
              <a:t>  "rationale": "Public template fixture; short fictional slot content; no private data.",</a:t>
            </a:r>
          </a:p>
          <a:p>
            <a:r>
              <a:t>  "source_sha256": "c38e01dcb14540e486d5a11ff7b07b6cff9547c6a27e869e7c53a02aada60e2d",</a:t>
            </a:r>
          </a:p>
          <a:p>
            <a:r>
              <a:t>  "evidence": [</a:t>
            </a:r>
          </a:p>
          <a:p>
            <a:r>
              <a:t>    {</a:t>
            </a:r>
          </a:p>
          <a:p>
            <a:r>
              <a:t>      "text": "社内ナレッジを探しやすくする条件",</a:t>
            </a:r>
          </a:p>
          <a:p>
            <a:r>
              <a:t>      "refs": [</a:t>
            </a:r>
          </a:p>
          <a:p>
            <a:r>
              <a:t>        {</a:t>
            </a:r>
          </a:p>
          <a:p>
            <a:r>
              <a:t>          "source_id": "s047",</a:t>
            </a:r>
          </a:p>
          <a:p>
            <a:r>
              <a:t>          "quote": "社内ナレッジを探しやすくする条件"</a:t>
            </a:r>
          </a:p>
          <a:p>
            <a:r>
              <a:t>        }</a:t>
            </a:r>
          </a:p>
          <a:p>
            <a:r>
              <a:t>      ],</a:t>
            </a:r>
          </a:p>
          <a:p>
            <a:r>
              <a:t>      "mode": "verbatim"</a:t>
            </a:r>
          </a:p>
          <a:p>
            <a:r>
              <a:t>    },</a:t>
            </a:r>
          </a:p>
          <a:p>
            <a:r>
              <a:t>    {</a:t>
            </a:r>
          </a:p>
          <a:p>
            <a:r>
              <a:t>      "text": "架空の社内調査。運用条件を整理した所見であり、効果を実証したものではない。",</a:t>
            </a:r>
          </a:p>
          <a:p>
            <a:r>
              <a:t>      "refs": [</a:t>
            </a:r>
          </a:p>
          <a:p>
            <a:r>
              <a:t>        {</a:t>
            </a:r>
          </a:p>
          <a:p>
            <a:r>
              <a:t>          "source_id": "s047",</a:t>
            </a:r>
          </a:p>
          <a:p>
            <a:r>
              <a:t>          "quote": "架空の社内調査。運用条件を整理した所見であり、効果を実証したものではない。"</a:t>
            </a:r>
          </a:p>
          <a:p>
            <a:r>
              <a:t>        }</a:t>
            </a:r>
          </a:p>
          <a:p>
            <a:r>
              <a:t>      ],</a:t>
            </a:r>
          </a:p>
          <a:p>
            <a:r>
              <a:t>      "mode": "verbatim"</a:t>
            </a:r>
          </a:p>
          <a:p>
            <a:r>
              <a:t>    },</a:t>
            </a:r>
          </a:p>
          <a:p>
            <a:r>
              <a:t>    {</a:t>
            </a:r>
          </a:p>
          <a:p>
            <a:r>
              <a:t>      "text": "検索入口を揃える",</a:t>
            </a:r>
          </a:p>
          <a:p>
            <a:r>
              <a:t>      "refs": [</a:t>
            </a:r>
          </a:p>
          <a:p>
            <a:r>
              <a:t>        {</a:t>
            </a:r>
          </a:p>
          <a:p>
            <a:r>
              <a:t>          "source_id": "s047",</a:t>
            </a:r>
          </a:p>
          <a:p>
            <a:r>
              <a:t>          "quote": "検索入口を揃える"</a:t>
            </a:r>
          </a:p>
          <a:p>
            <a:r>
              <a:t>        }</a:t>
            </a:r>
          </a:p>
          <a:p>
            <a:r>
              <a:t>      ],</a:t>
            </a:r>
          </a:p>
          <a:p>
            <a:r>
              <a:t>      "mode": "verbatim"</a:t>
            </a:r>
          </a:p>
          <a:p>
            <a:r>
              <a:t>    },</a:t>
            </a:r>
          </a:p>
          <a:p>
            <a:r>
              <a:t>    {</a:t>
            </a:r>
          </a:p>
          <a:p>
            <a:r>
              <a:t>      "text": "用語を揃え、同じ資料へ辿れる入口を整える。",</a:t>
            </a:r>
          </a:p>
          <a:p>
            <a:r>
              <a:t>      "refs": [</a:t>
            </a:r>
          </a:p>
          <a:p>
            <a:r>
              <a:t>        {</a:t>
            </a:r>
          </a:p>
          <a:p>
            <a:r>
              <a:t>          "source_id": "s047",</a:t>
            </a:r>
          </a:p>
          <a:p>
            <a:r>
              <a:t>          "quote": "用語を揃え、同じ資料へ辿れる入口を整える。"</a:t>
            </a:r>
          </a:p>
          <a:p>
            <a:r>
              <a:t>        }</a:t>
            </a:r>
          </a:p>
          <a:p>
            <a:r>
              <a:t>      ],</a:t>
            </a:r>
          </a:p>
          <a:p>
            <a:r>
              <a:t>      "mode": "verbatim"</a:t>
            </a:r>
          </a:p>
          <a:p>
            <a:r>
              <a:t>    },</a:t>
            </a:r>
          </a:p>
          <a:p>
            <a:r>
              <a:t>    {</a:t>
            </a:r>
          </a:p>
          <a:p>
            <a:r>
              <a:t>      "text": "根拠まで辿れる",</a:t>
            </a:r>
          </a:p>
          <a:p>
            <a:r>
              <a:t>      "refs": [</a:t>
            </a:r>
          </a:p>
          <a:p>
            <a:r>
              <a:t>        {</a:t>
            </a:r>
          </a:p>
          <a:p>
            <a:r>
              <a:t>          "source_id": "s047",</a:t>
            </a:r>
          </a:p>
          <a:p>
            <a:r>
              <a:t>          "quote": "根拠まで辿れる"</a:t>
            </a:r>
          </a:p>
          <a:p>
            <a:r>
              <a:t>        }</a:t>
            </a:r>
          </a:p>
          <a:p>
            <a:r>
              <a:t>      ],</a:t>
            </a:r>
          </a:p>
          <a:p>
            <a:r>
              <a:t>      "mode": "verbatim"</a:t>
            </a:r>
          </a:p>
          <a:p>
            <a:r>
              <a:t>    },</a:t>
            </a:r>
          </a:p>
          <a:p>
            <a:r>
              <a:t>    {</a:t>
            </a:r>
          </a:p>
          <a:p>
            <a:r>
              <a:t>      "text": "原文の条件と確認日を、要約とともに残す。",</a:t>
            </a:r>
          </a:p>
          <a:p>
            <a:r>
              <a:t>      "refs": [</a:t>
            </a:r>
          </a:p>
          <a:p>
            <a:r>
              <a:t>        {</a:t>
            </a:r>
          </a:p>
          <a:p>
            <a:r>
              <a:t>          "source_id": "s047",</a:t>
            </a:r>
          </a:p>
          <a:p>
            <a:r>
              <a:t>          "quote": "原文の条件と確認日を、要約とともに残す。"</a:t>
            </a:r>
          </a:p>
          <a:p>
            <a:r>
              <a:t>        }</a:t>
            </a:r>
          </a:p>
          <a:p>
            <a:r>
              <a:t>      ],</a:t>
            </a:r>
          </a:p>
          <a:p>
            <a:r>
              <a:t>      "mode": "verbatim"</a:t>
            </a:r>
          </a:p>
          <a:p>
            <a:r>
              <a:t>    },</a:t>
            </a:r>
          </a:p>
          <a:p>
            <a:r>
              <a:t>    {</a:t>
            </a:r>
          </a:p>
          <a:p>
            <a:r>
              <a:t>      "text": "更新範囲を決める",</a:t>
            </a:r>
          </a:p>
          <a:p>
            <a:r>
              <a:t>      "refs": [</a:t>
            </a:r>
          </a:p>
          <a:p>
            <a:r>
              <a:t>        {</a:t>
            </a:r>
          </a:p>
          <a:p>
            <a:r>
              <a:t>          "source_id": "s047",</a:t>
            </a:r>
          </a:p>
          <a:p>
            <a:r>
              <a:t>          "quote": "更新範囲を決める"</a:t>
            </a:r>
          </a:p>
          <a:p>
            <a:r>
              <a:t>        }</a:t>
            </a:r>
          </a:p>
          <a:p>
            <a:r>
              <a:t>      ],</a:t>
            </a:r>
          </a:p>
          <a:p>
            <a:r>
              <a:t>      "mode": "verbatim"</a:t>
            </a:r>
          </a:p>
          <a:p>
            <a:r>
              <a:t>    },</a:t>
            </a:r>
          </a:p>
          <a:p>
            <a:r>
              <a:t>    {</a:t>
            </a:r>
          </a:p>
          <a:p>
            <a:r>
              <a:t>      "text": "変更頻度に応じて担当と再確認の時期を決める。",</a:t>
            </a:r>
          </a:p>
          <a:p>
            <a:r>
              <a:t>      "refs": [</a:t>
            </a:r>
          </a:p>
          <a:p>
            <a:r>
              <a:t>        {</a:t>
            </a:r>
          </a:p>
          <a:p>
            <a:r>
              <a:t>          "source_id": "s047",</a:t>
            </a:r>
          </a:p>
          <a:p>
            <a:r>
              <a:t>          "quote": "変更頻度に応じて担当と再確認の時期を決める。"</a:t>
            </a:r>
          </a:p>
          <a:p>
            <a:r>
              <a:t>        }</a:t>
            </a:r>
          </a:p>
          <a:p>
            <a:r>
              <a:t>      ],</a:t>
            </a:r>
          </a:p>
          <a:p>
            <a:r>
              <a:t>      "mode": "verbatim"</a:t>
            </a:r>
          </a:p>
          <a:p>
            <a:r>
              <a:t>    },</a:t>
            </a:r>
          </a:p>
          <a:p>
            <a:r>
              <a:t>    {</a:t>
            </a:r>
          </a:p>
          <a:p>
            <a:r>
              <a:t>      "text": "例外を見える化",</a:t>
            </a:r>
          </a:p>
          <a:p>
            <a:r>
              <a:t>      "refs": [</a:t>
            </a:r>
          </a:p>
          <a:p>
            <a:r>
              <a:t>        {</a:t>
            </a:r>
          </a:p>
          <a:p>
            <a:r>
              <a:t>          "source_id": "s047",</a:t>
            </a:r>
          </a:p>
          <a:p>
            <a:r>
              <a:t>          "quote": "例外を見える化"</a:t>
            </a:r>
          </a:p>
          <a:p>
            <a:r>
              <a:t>        }</a:t>
            </a:r>
          </a:p>
          <a:p>
            <a:r>
              <a:t>      ],</a:t>
            </a:r>
          </a:p>
          <a:p>
            <a:r>
              <a:t>      "mode": "verbatim"</a:t>
            </a:r>
          </a:p>
          <a:p>
            <a:r>
              <a:t>    },</a:t>
            </a:r>
          </a:p>
          <a:p>
            <a:r>
              <a:t>    {</a:t>
            </a:r>
          </a:p>
          <a:p>
            <a:r>
              <a:t>      "text": "適用できない場面も記録し、前提の違いを残す。",</a:t>
            </a:r>
          </a:p>
          <a:p>
            <a:r>
              <a:t>      "refs": [</a:t>
            </a:r>
          </a:p>
          <a:p>
            <a:r>
              <a:t>        {</a:t>
            </a:r>
          </a:p>
          <a:p>
            <a:r>
              <a:t>          "source_id": "s047",</a:t>
            </a:r>
          </a:p>
          <a:p>
            <a:r>
              <a:t>          "quote": "適用できない場面も記録し、前提の違いを残す。"</a:t>
            </a:r>
          </a:p>
          <a:p>
            <a:r>
              <a:t>        }</a:t>
            </a:r>
          </a:p>
          <a:p>
            <a:r>
              <a:t>      ],</a:t>
            </a:r>
          </a:p>
          <a:p>
            <a:r>
              <a:t>      "mode": "verbatim"</a:t>
            </a:r>
          </a:p>
          <a:p>
            <a:r>
              <a:t>    }</a:t>
            </a:r>
          </a:p>
          <a:p>
            <a:r>
              <a:t>  ],</a:t>
            </a:r>
          </a:p>
          <a:p>
            <a:r>
              <a:t>  "citations": {</a:t>
            </a:r>
          </a:p>
          <a:p>
            <a:r>
              <a:t>    "s047": "Public MIT sample: original fictional research-sharing design section 1"</a:t>
            </a:r>
          </a:p>
          <a:p>
            <a:r>
              <a:t>  },</a:t>
            </a:r>
          </a:p>
          <a:p>
            <a:r>
              <a:t>  "template_license":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null,</a:t>
            </a:r>
          </a:p>
          <a:p>
            <a:r>
              <a:t>  "catalog": "editorial",</a:t>
            </a:r>
          </a:p>
          <a:p>
            <a:r>
              <a:t>  "family": "steps",</a:t>
            </a:r>
          </a:p>
          <a:p>
            <a:r>
              <a:t>  "structural_variant": "vertical",</a:t>
            </a:r>
          </a:p>
          <a:p>
            <a:r>
              <a:t>  "repetition_reason": "Catalog inventory: adjacent entries intentionally show every count/orientation for comparison; this is not a presentation sequence.",</a:t>
            </a:r>
          </a:p>
          <a:p>
            <a:r>
              <a:t>  "images": {},</a:t>
            </a:r>
          </a:p>
          <a:p>
            <a:r>
              <a:t>  "template_sha256": "3286fa674d23aeed50881559e544d5a2fe34d674679a770437c90da3b344a932"</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"slide048",</a:t>
            </a:r>
          </a:p>
          <a:p>
            <a:r>
              <a:t>  "origin": "catalog",</a:t>
            </a:r>
          </a:p>
          <a:p>
            <a:r>
              <a:t>  "layout_id": "ed_steps_vertical_5",</a:t>
            </a:r>
          </a:p>
          <a:p>
            <a:r>
              <a:t>  "variant": "warm",</a:t>
            </a:r>
          </a:p>
          <a:p>
            <a:r>
              <a:t>  "rationale": "Public template fixture; short fictional slot content; no private data.",</a:t>
            </a:r>
          </a:p>
          <a:p>
            <a:r>
              <a:t>  "source_sha256": "c38e01dcb14540e486d5a11ff7b07b6cff9547c6a27e869e7c53a02aada60e2d",</a:t>
            </a:r>
          </a:p>
          <a:p>
            <a:r>
              <a:t>  "evidence": [</a:t>
            </a:r>
          </a:p>
          <a:p>
            <a:r>
              <a:t>    {</a:t>
            </a:r>
          </a:p>
          <a:p>
            <a:r>
              <a:t>      "text": "社内ナレッジを探しやすくする条件",</a:t>
            </a:r>
          </a:p>
          <a:p>
            <a:r>
              <a:t>      "refs": [</a:t>
            </a:r>
          </a:p>
          <a:p>
            <a:r>
              <a:t>        {</a:t>
            </a:r>
          </a:p>
          <a:p>
            <a:r>
              <a:t>          "source_id": "s048",</a:t>
            </a:r>
          </a:p>
          <a:p>
            <a:r>
              <a:t>          "quote": "社内ナレッジを探しやすくする条件"</a:t>
            </a:r>
          </a:p>
          <a:p>
            <a:r>
              <a:t>        }</a:t>
            </a:r>
          </a:p>
          <a:p>
            <a:r>
              <a:t>      ],</a:t>
            </a:r>
          </a:p>
          <a:p>
            <a:r>
              <a:t>      "mode": "verbatim"</a:t>
            </a:r>
          </a:p>
          <a:p>
            <a:r>
              <a:t>    },</a:t>
            </a:r>
          </a:p>
          <a:p>
            <a:r>
              <a:t>    {</a:t>
            </a:r>
          </a:p>
          <a:p>
            <a:r>
              <a:t>      "text": "架空の社内調査。運用条件を整理した所見であり、効果を実証したものではない。",</a:t>
            </a:r>
          </a:p>
          <a:p>
            <a:r>
              <a:t>      "refs": [</a:t>
            </a:r>
          </a:p>
          <a:p>
            <a:r>
              <a:t>        {</a:t>
            </a:r>
          </a:p>
          <a:p>
            <a:r>
              <a:t>          "source_id": "s048",</a:t>
            </a:r>
          </a:p>
          <a:p>
            <a:r>
              <a:t>          "quote": "架空の社内調査。運用条件を整理した所見であり、効果を実証したものではない。"</a:t>
            </a:r>
          </a:p>
          <a:p>
            <a:r>
              <a:t>        }</a:t>
            </a:r>
          </a:p>
          <a:p>
            <a:r>
              <a:t>      ],</a:t>
            </a:r>
          </a:p>
          <a:p>
            <a:r>
              <a:t>      "mode": "verbatim"</a:t>
            </a:r>
          </a:p>
          <a:p>
            <a:r>
              <a:t>    },</a:t>
            </a:r>
          </a:p>
          <a:p>
            <a:r>
              <a:t>    {</a:t>
            </a:r>
          </a:p>
          <a:p>
            <a:r>
              <a:t>      "text": "検索入口を揃える",</a:t>
            </a:r>
          </a:p>
          <a:p>
            <a:r>
              <a:t>      "refs": [</a:t>
            </a:r>
          </a:p>
          <a:p>
            <a:r>
              <a:t>        {</a:t>
            </a:r>
          </a:p>
          <a:p>
            <a:r>
              <a:t>          "source_id": "s048",</a:t>
            </a:r>
          </a:p>
          <a:p>
            <a:r>
              <a:t>          "quote": "検索入口を揃える"</a:t>
            </a:r>
          </a:p>
          <a:p>
            <a:r>
              <a:t>        }</a:t>
            </a:r>
          </a:p>
          <a:p>
            <a:r>
              <a:t>      ],</a:t>
            </a:r>
          </a:p>
          <a:p>
            <a:r>
              <a:t>      "mode": "verbatim"</a:t>
            </a:r>
          </a:p>
          <a:p>
            <a:r>
              <a:t>    },</a:t>
            </a:r>
          </a:p>
          <a:p>
            <a:r>
              <a:t>    {</a:t>
            </a:r>
          </a:p>
          <a:p>
            <a:r>
              <a:t>      "text": "用語を揃え、同じ資料へ辿れる入口を整える。",</a:t>
            </a:r>
          </a:p>
          <a:p>
            <a:r>
              <a:t>      "refs": [</a:t>
            </a:r>
          </a:p>
          <a:p>
            <a:r>
              <a:t>        {</a:t>
            </a:r>
          </a:p>
          <a:p>
            <a:r>
              <a:t>          "source_id": "s048",</a:t>
            </a:r>
          </a:p>
          <a:p>
            <a:r>
              <a:t>          "quote": "用語を揃え、同じ資料へ辿れる入口を整える。"</a:t>
            </a:r>
          </a:p>
          <a:p>
            <a:r>
              <a:t>        }</a:t>
            </a:r>
          </a:p>
          <a:p>
            <a:r>
              <a:t>      ],</a:t>
            </a:r>
          </a:p>
          <a:p>
            <a:r>
              <a:t>      "mode": "verbatim"</a:t>
            </a:r>
          </a:p>
          <a:p>
            <a:r>
              <a:t>    },</a:t>
            </a:r>
          </a:p>
          <a:p>
            <a:r>
              <a:t>    {</a:t>
            </a:r>
          </a:p>
          <a:p>
            <a:r>
              <a:t>      "text": "根拠まで辿れる",</a:t>
            </a:r>
          </a:p>
          <a:p>
            <a:r>
              <a:t>      "refs": [</a:t>
            </a:r>
          </a:p>
          <a:p>
            <a:r>
              <a:t>        {</a:t>
            </a:r>
          </a:p>
          <a:p>
            <a:r>
              <a:t>          "source_id": "s048",</a:t>
            </a:r>
          </a:p>
          <a:p>
            <a:r>
              <a:t>          "quote": "根拠まで辿れる"</a:t>
            </a:r>
          </a:p>
          <a:p>
            <a:r>
              <a:t>        }</a:t>
            </a:r>
          </a:p>
          <a:p>
            <a:r>
              <a:t>      ],</a:t>
            </a:r>
          </a:p>
          <a:p>
            <a:r>
              <a:t>      "mode": "verbatim"</a:t>
            </a:r>
          </a:p>
          <a:p>
            <a:r>
              <a:t>    },</a:t>
            </a:r>
          </a:p>
          <a:p>
            <a:r>
              <a:t>    {</a:t>
            </a:r>
          </a:p>
          <a:p>
            <a:r>
              <a:t>      "text": "原文の条件と確認日を、要約とともに残す。",</a:t>
            </a:r>
          </a:p>
          <a:p>
            <a:r>
              <a:t>      "refs": [</a:t>
            </a:r>
          </a:p>
          <a:p>
            <a:r>
              <a:t>        {</a:t>
            </a:r>
          </a:p>
          <a:p>
            <a:r>
              <a:t>          "source_id": "s048",</a:t>
            </a:r>
          </a:p>
          <a:p>
            <a:r>
              <a:t>          "quote": "原文の条件と確認日を、要約とともに残す。"</a:t>
            </a:r>
          </a:p>
          <a:p>
            <a:r>
              <a:t>        }</a:t>
            </a:r>
          </a:p>
          <a:p>
            <a:r>
              <a:t>      ],</a:t>
            </a:r>
          </a:p>
          <a:p>
            <a:r>
              <a:t>      "mode": "verbatim"</a:t>
            </a:r>
          </a:p>
          <a:p>
            <a:r>
              <a:t>    },</a:t>
            </a:r>
          </a:p>
          <a:p>
            <a:r>
              <a:t>    {</a:t>
            </a:r>
          </a:p>
          <a:p>
            <a:r>
              <a:t>      "text": "更新範囲を決める",</a:t>
            </a:r>
          </a:p>
          <a:p>
            <a:r>
              <a:t>      "refs": [</a:t>
            </a:r>
          </a:p>
          <a:p>
            <a:r>
              <a:t>        {</a:t>
            </a:r>
          </a:p>
          <a:p>
            <a:r>
              <a:t>          "source_id": "s048",</a:t>
            </a:r>
          </a:p>
          <a:p>
            <a:r>
              <a:t>          "quote": "更新範囲を決める"</a:t>
            </a:r>
          </a:p>
          <a:p>
            <a:r>
              <a:t>        }</a:t>
            </a:r>
          </a:p>
          <a:p>
            <a:r>
              <a:t>      ],</a:t>
            </a:r>
          </a:p>
          <a:p>
            <a:r>
              <a:t>      "mode": "verbatim"</a:t>
            </a:r>
          </a:p>
          <a:p>
            <a:r>
              <a:t>    },</a:t>
            </a:r>
          </a:p>
          <a:p>
            <a:r>
              <a:t>    {</a:t>
            </a:r>
          </a:p>
          <a:p>
            <a:r>
              <a:t>      "text": "変更頻度に応じて担当と再確認の時期を決める。",</a:t>
            </a:r>
          </a:p>
          <a:p>
            <a:r>
              <a:t>      "refs": [</a:t>
            </a:r>
          </a:p>
          <a:p>
            <a:r>
              <a:t>        {</a:t>
            </a:r>
          </a:p>
          <a:p>
            <a:r>
              <a:t>          "source_id": "s048",</a:t>
            </a:r>
          </a:p>
          <a:p>
            <a:r>
              <a:t>          "quote": "変更頻度に応じて担当と再確認の時期を決める。"</a:t>
            </a:r>
          </a:p>
          <a:p>
            <a:r>
              <a:t>        }</a:t>
            </a:r>
          </a:p>
          <a:p>
            <a:r>
              <a:t>      ],</a:t>
            </a:r>
          </a:p>
          <a:p>
            <a:r>
              <a:t>      "mode": "verbatim"</a:t>
            </a:r>
          </a:p>
          <a:p>
            <a:r>
              <a:t>    },</a:t>
            </a:r>
          </a:p>
          <a:p>
            <a:r>
              <a:t>    {</a:t>
            </a:r>
          </a:p>
          <a:p>
            <a:r>
              <a:t>      "text": "例外を見える化",</a:t>
            </a:r>
          </a:p>
          <a:p>
            <a:r>
              <a:t>      "refs": [</a:t>
            </a:r>
          </a:p>
          <a:p>
            <a:r>
              <a:t>        {</a:t>
            </a:r>
          </a:p>
          <a:p>
            <a:r>
              <a:t>          "source_id": "s048",</a:t>
            </a:r>
          </a:p>
          <a:p>
            <a:r>
              <a:t>          "quote": "例外を見える化"</a:t>
            </a:r>
          </a:p>
          <a:p>
            <a:r>
              <a:t>        }</a:t>
            </a:r>
          </a:p>
          <a:p>
            <a:r>
              <a:t>      ],</a:t>
            </a:r>
          </a:p>
          <a:p>
            <a:r>
              <a:t>      "mode": "verbatim"</a:t>
            </a:r>
          </a:p>
          <a:p>
            <a:r>
              <a:t>    },</a:t>
            </a:r>
          </a:p>
          <a:p>
            <a:r>
              <a:t>    {</a:t>
            </a:r>
          </a:p>
          <a:p>
            <a:r>
              <a:t>      "text": "適用できない場面も記録し、前提の違いを残す。",</a:t>
            </a:r>
          </a:p>
          <a:p>
            <a:r>
              <a:t>      "refs": [</a:t>
            </a:r>
          </a:p>
          <a:p>
            <a:r>
              <a:t>        {</a:t>
            </a:r>
          </a:p>
          <a:p>
            <a:r>
              <a:t>          "source_id": "s048",</a:t>
            </a:r>
          </a:p>
          <a:p>
            <a:r>
              <a:t>          "quote": "適用できない場面も記録し、前提の違いを残す。"</a:t>
            </a:r>
          </a:p>
          <a:p>
            <a:r>
              <a:t>        }</a:t>
            </a:r>
          </a:p>
          <a:p>
            <a:r>
              <a:t>      ],</a:t>
            </a:r>
          </a:p>
          <a:p>
            <a:r>
              <a:t>      "mode": "verbatim"</a:t>
            </a:r>
          </a:p>
          <a:p>
            <a:r>
              <a:t>    },</a:t>
            </a:r>
          </a:p>
          <a:p>
            <a:r>
              <a:t>    {</a:t>
            </a:r>
          </a:p>
          <a:p>
            <a:r>
              <a:t>      "text": "比較軸を共有する",</a:t>
            </a:r>
          </a:p>
          <a:p>
            <a:r>
              <a:t>      "refs": [</a:t>
            </a:r>
          </a:p>
          <a:p>
            <a:r>
              <a:t>        {</a:t>
            </a:r>
          </a:p>
          <a:p>
            <a:r>
              <a:t>          "source_id": "s048",</a:t>
            </a:r>
          </a:p>
          <a:p>
            <a:r>
              <a:t>          "quote": "比較軸を共有する"</a:t>
            </a:r>
          </a:p>
          <a:p>
            <a:r>
              <a:t>        }</a:t>
            </a:r>
          </a:p>
          <a:p>
            <a:r>
              <a:t>      ],</a:t>
            </a:r>
          </a:p>
          <a:p>
            <a:r>
              <a:t>      "mode": "verbatim"</a:t>
            </a:r>
          </a:p>
          <a:p>
            <a:r>
              <a:t>    },</a:t>
            </a:r>
          </a:p>
          <a:p>
            <a:r>
              <a:t>    {</a:t>
            </a:r>
          </a:p>
          <a:p>
            <a:r>
              <a:t>      "text": "評価項目を揃え、異なる条件の結果を混同しない。",</a:t>
            </a:r>
          </a:p>
          <a:p>
            <a:r>
              <a:t>      "refs": [</a:t>
            </a:r>
          </a:p>
          <a:p>
            <a:r>
              <a:t>        {</a:t>
            </a:r>
          </a:p>
          <a:p>
            <a:r>
              <a:t>          "source_id": "s048",</a:t>
            </a:r>
          </a:p>
          <a:p>
            <a:r>
              <a:t>          "quote": "評価項目を揃え、異なる条件の結果を混同しない。"</a:t>
            </a:r>
          </a:p>
          <a:p>
            <a:r>
              <a:t>        }</a:t>
            </a:r>
          </a:p>
          <a:p>
            <a:r>
              <a:t>      ],</a:t>
            </a:r>
          </a:p>
          <a:p>
            <a:r>
              <a:t>      "mode": "verbatim"</a:t>
            </a:r>
          </a:p>
          <a:p>
            <a:r>
              <a:t>    }</a:t>
            </a:r>
          </a:p>
          <a:p>
            <a:r>
              <a:t>  ],</a:t>
            </a:r>
          </a:p>
          <a:p>
            <a:r>
              <a:t>  "citations": {</a:t>
            </a:r>
          </a:p>
          <a:p>
            <a:r>
              <a:t>    "s048": "Public MIT sample: original fictional research-sharing design section 1"</a:t>
            </a:r>
          </a:p>
          <a:p>
            <a:r>
              <a:t>  },</a:t>
            </a:r>
          </a:p>
          <a:p>
            <a:r>
              <a:t>  "template_license":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null,</a:t>
            </a:r>
          </a:p>
          <a:p>
            <a:r>
              <a:t>  "catalog": "editorial",</a:t>
            </a:r>
          </a:p>
          <a:p>
            <a:r>
              <a:t>  "family": "steps",</a:t>
            </a:r>
          </a:p>
          <a:p>
            <a:r>
              <a:t>  "structural_variant": "vertical",</a:t>
            </a:r>
          </a:p>
          <a:p>
            <a:r>
              <a:t>  "repetition_reason": "Catalog inventory: adjacent entries intentionally show every count/orientation for comparison; this is not a presentation sequence.",</a:t>
            </a:r>
          </a:p>
          <a:p>
            <a:r>
              <a:t>  "images": {},</a:t>
            </a:r>
          </a:p>
          <a:p>
            <a:r>
              <a:t>  "template_sha256": "fd017700f0fd353c4c2cdfc6e793b4e28eed5e0490881534b4fb3dad032e7954"</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"slide049",</a:t>
            </a:r>
          </a:p>
          <a:p>
            <a:r>
              <a:t>  "origin": "catalog",</a:t>
            </a:r>
          </a:p>
          <a:p>
            <a:r>
              <a:t>  "layout_id": "ed_steps_vertical_6",</a:t>
            </a:r>
          </a:p>
          <a:p>
            <a:r>
              <a:t>  "variant": "warm",</a:t>
            </a:r>
          </a:p>
          <a:p>
            <a:r>
              <a:t>  "rationale": "Public template fixture; short fictional slot content; no private data.",</a:t>
            </a:r>
          </a:p>
          <a:p>
            <a:r>
              <a:t>  "source_sha256": "c38e01dcb14540e486d5a11ff7b07b6cff9547c6a27e869e7c53a02aada60e2d",</a:t>
            </a:r>
          </a:p>
          <a:p>
            <a:r>
              <a:t>  "evidence": [</a:t>
            </a:r>
          </a:p>
          <a:p>
            <a:r>
              <a:t>    {</a:t>
            </a:r>
          </a:p>
          <a:p>
            <a:r>
              <a:t>      "text": "社内ナレッジを探しやすくする条件",</a:t>
            </a:r>
          </a:p>
          <a:p>
            <a:r>
              <a:t>      "refs": [</a:t>
            </a:r>
          </a:p>
          <a:p>
            <a:r>
              <a:t>        {</a:t>
            </a:r>
          </a:p>
          <a:p>
            <a:r>
              <a:t>          "source_id": "s049",</a:t>
            </a:r>
          </a:p>
          <a:p>
            <a:r>
              <a:t>          "quote": "社内ナレッジを探しやすくする条件"</a:t>
            </a:r>
          </a:p>
          <a:p>
            <a:r>
              <a:t>        }</a:t>
            </a:r>
          </a:p>
          <a:p>
            <a:r>
              <a:t>      ],</a:t>
            </a:r>
          </a:p>
          <a:p>
            <a:r>
              <a:t>      "mode": "verbatim"</a:t>
            </a:r>
          </a:p>
          <a:p>
            <a:r>
              <a:t>    },</a:t>
            </a:r>
          </a:p>
          <a:p>
            <a:r>
              <a:t>    {</a:t>
            </a:r>
          </a:p>
          <a:p>
            <a:r>
              <a:t>      "text": "架空の社内調査。運用条件を整理した所見であり、効果を実証したものではない。",</a:t>
            </a:r>
          </a:p>
          <a:p>
            <a:r>
              <a:t>      "refs": [</a:t>
            </a:r>
          </a:p>
          <a:p>
            <a:r>
              <a:t>        {</a:t>
            </a:r>
          </a:p>
          <a:p>
            <a:r>
              <a:t>          "source_id": "s049",</a:t>
            </a:r>
          </a:p>
          <a:p>
            <a:r>
              <a:t>          "quote": "架空の社内調査。運用条件を整理した所見であり、効果を実証したものではない。"</a:t>
            </a:r>
          </a:p>
          <a:p>
            <a:r>
              <a:t>        }</a:t>
            </a:r>
          </a:p>
          <a:p>
            <a:r>
              <a:t>      ],</a:t>
            </a:r>
          </a:p>
          <a:p>
            <a:r>
              <a:t>      "mode": "verbatim"</a:t>
            </a:r>
          </a:p>
          <a:p>
            <a:r>
              <a:t>    },</a:t>
            </a:r>
          </a:p>
          <a:p>
            <a:r>
              <a:t>    {</a:t>
            </a:r>
          </a:p>
          <a:p>
            <a:r>
              <a:t>      "text": "検索入口を揃える",</a:t>
            </a:r>
          </a:p>
          <a:p>
            <a:r>
              <a:t>      "refs": [</a:t>
            </a:r>
          </a:p>
          <a:p>
            <a:r>
              <a:t>        {</a:t>
            </a:r>
          </a:p>
          <a:p>
            <a:r>
              <a:t>          "source_id": "s049",</a:t>
            </a:r>
          </a:p>
          <a:p>
            <a:r>
              <a:t>          "quote": "検索入口を揃える"</a:t>
            </a:r>
          </a:p>
          <a:p>
            <a:r>
              <a:t>        }</a:t>
            </a:r>
          </a:p>
          <a:p>
            <a:r>
              <a:t>      ],</a:t>
            </a:r>
          </a:p>
          <a:p>
            <a:r>
              <a:t>      "mode": "verbatim"</a:t>
            </a:r>
          </a:p>
          <a:p>
            <a:r>
              <a:t>    },</a:t>
            </a:r>
          </a:p>
          <a:p>
            <a:r>
              <a:t>    {</a:t>
            </a:r>
          </a:p>
          <a:p>
            <a:r>
              <a:t>      "text": "用語を揃え、同じ資料へ辿れる入口を整える。",</a:t>
            </a:r>
          </a:p>
          <a:p>
            <a:r>
              <a:t>      "refs": [</a:t>
            </a:r>
          </a:p>
          <a:p>
            <a:r>
              <a:t>        {</a:t>
            </a:r>
          </a:p>
          <a:p>
            <a:r>
              <a:t>          "source_id": "s049",</a:t>
            </a:r>
          </a:p>
          <a:p>
            <a:r>
              <a:t>          "quote": "用語を揃え、同じ資料へ辿れる入口を整える。"</a:t>
            </a:r>
          </a:p>
          <a:p>
            <a:r>
              <a:t>        }</a:t>
            </a:r>
          </a:p>
          <a:p>
            <a:r>
              <a:t>      ],</a:t>
            </a:r>
          </a:p>
          <a:p>
            <a:r>
              <a:t>      "mode": "verbatim"</a:t>
            </a:r>
          </a:p>
          <a:p>
            <a:r>
              <a:t>    },</a:t>
            </a:r>
          </a:p>
          <a:p>
            <a:r>
              <a:t>    {</a:t>
            </a:r>
          </a:p>
          <a:p>
            <a:r>
              <a:t>      "text": "根拠まで辿れる",</a:t>
            </a:r>
          </a:p>
          <a:p>
            <a:r>
              <a:t>      "refs": [</a:t>
            </a:r>
          </a:p>
          <a:p>
            <a:r>
              <a:t>        {</a:t>
            </a:r>
          </a:p>
          <a:p>
            <a:r>
              <a:t>          "source_id": "s049",</a:t>
            </a:r>
          </a:p>
          <a:p>
            <a:r>
              <a:t>          "quote": "根拠まで辿れる"</a:t>
            </a:r>
          </a:p>
          <a:p>
            <a:r>
              <a:t>        }</a:t>
            </a:r>
          </a:p>
          <a:p>
            <a:r>
              <a:t>      ],</a:t>
            </a:r>
          </a:p>
          <a:p>
            <a:r>
              <a:t>      "mode": "verbatim"</a:t>
            </a:r>
          </a:p>
          <a:p>
            <a:r>
              <a:t>    },</a:t>
            </a:r>
          </a:p>
          <a:p>
            <a:r>
              <a:t>    {</a:t>
            </a:r>
          </a:p>
          <a:p>
            <a:r>
              <a:t>      "text": "原文の条件と確認日を、要約とともに残す。",</a:t>
            </a:r>
          </a:p>
          <a:p>
            <a:r>
              <a:t>      "refs": [</a:t>
            </a:r>
          </a:p>
          <a:p>
            <a:r>
              <a:t>        {</a:t>
            </a:r>
          </a:p>
          <a:p>
            <a:r>
              <a:t>          "source_id": "s049",</a:t>
            </a:r>
          </a:p>
          <a:p>
            <a:r>
              <a:t>          "quote": "原文の条件と確認日を、要約とともに残す。"</a:t>
            </a:r>
          </a:p>
          <a:p>
            <a:r>
              <a:t>        }</a:t>
            </a:r>
          </a:p>
          <a:p>
            <a:r>
              <a:t>      ],</a:t>
            </a:r>
          </a:p>
          <a:p>
            <a:r>
              <a:t>      "mode": "verbatim"</a:t>
            </a:r>
          </a:p>
          <a:p>
            <a:r>
              <a:t>    },</a:t>
            </a:r>
          </a:p>
          <a:p>
            <a:r>
              <a:t>    {</a:t>
            </a:r>
          </a:p>
          <a:p>
            <a:r>
              <a:t>      "text": "更新範囲を決める",</a:t>
            </a:r>
          </a:p>
          <a:p>
            <a:r>
              <a:t>      "refs": [</a:t>
            </a:r>
          </a:p>
          <a:p>
            <a:r>
              <a:t>        {</a:t>
            </a:r>
          </a:p>
          <a:p>
            <a:r>
              <a:t>          "source_id": "s049",</a:t>
            </a:r>
          </a:p>
          <a:p>
            <a:r>
              <a:t>          "quote": "更新範囲を決める"</a:t>
            </a:r>
          </a:p>
          <a:p>
            <a:r>
              <a:t>        }</a:t>
            </a:r>
          </a:p>
          <a:p>
            <a:r>
              <a:t>      ],</a:t>
            </a:r>
          </a:p>
          <a:p>
            <a:r>
              <a:t>      "mode": "verbatim"</a:t>
            </a:r>
          </a:p>
          <a:p>
            <a:r>
              <a:t>    },</a:t>
            </a:r>
          </a:p>
          <a:p>
            <a:r>
              <a:t>    {</a:t>
            </a:r>
          </a:p>
          <a:p>
            <a:r>
              <a:t>      "text": "変更頻度に応じて担当と再確認の時期を決める。",</a:t>
            </a:r>
          </a:p>
          <a:p>
            <a:r>
              <a:t>      "refs": [</a:t>
            </a:r>
          </a:p>
          <a:p>
            <a:r>
              <a:t>        {</a:t>
            </a:r>
          </a:p>
          <a:p>
            <a:r>
              <a:t>          "source_id": "s049",</a:t>
            </a:r>
          </a:p>
          <a:p>
            <a:r>
              <a:t>          "quote": "変更頻度に応じて担当と再確認の時期を決める。"</a:t>
            </a:r>
          </a:p>
          <a:p>
            <a:r>
              <a:t>        }</a:t>
            </a:r>
          </a:p>
          <a:p>
            <a:r>
              <a:t>      ],</a:t>
            </a:r>
          </a:p>
          <a:p>
            <a:r>
              <a:t>      "mode": "verbatim"</a:t>
            </a:r>
          </a:p>
          <a:p>
            <a:r>
              <a:t>    },</a:t>
            </a:r>
          </a:p>
          <a:p>
            <a:r>
              <a:t>    {</a:t>
            </a:r>
          </a:p>
          <a:p>
            <a:r>
              <a:t>      "text": "例外を見える化",</a:t>
            </a:r>
          </a:p>
          <a:p>
            <a:r>
              <a:t>      "refs": [</a:t>
            </a:r>
          </a:p>
          <a:p>
            <a:r>
              <a:t>        {</a:t>
            </a:r>
          </a:p>
          <a:p>
            <a:r>
              <a:t>          "source_id": "s049",</a:t>
            </a:r>
          </a:p>
          <a:p>
            <a:r>
              <a:t>          "quote": "例外を見える化"</a:t>
            </a:r>
          </a:p>
          <a:p>
            <a:r>
              <a:t>        }</a:t>
            </a:r>
          </a:p>
          <a:p>
            <a:r>
              <a:t>      ],</a:t>
            </a:r>
          </a:p>
          <a:p>
            <a:r>
              <a:t>      "mode": "verbatim"</a:t>
            </a:r>
          </a:p>
          <a:p>
            <a:r>
              <a:t>    },</a:t>
            </a:r>
          </a:p>
          <a:p>
            <a:r>
              <a:t>    {</a:t>
            </a:r>
          </a:p>
          <a:p>
            <a:r>
              <a:t>      "text": "適用できない場面も記録し、前提の違いを残す。",</a:t>
            </a:r>
          </a:p>
          <a:p>
            <a:r>
              <a:t>      "refs": [</a:t>
            </a:r>
          </a:p>
          <a:p>
            <a:r>
              <a:t>        {</a:t>
            </a:r>
          </a:p>
          <a:p>
            <a:r>
              <a:t>          "source_id": "s049",</a:t>
            </a:r>
          </a:p>
          <a:p>
            <a:r>
              <a:t>          "quote": "適用できない場面も記録し、前提の違いを残す。"</a:t>
            </a:r>
          </a:p>
          <a:p>
            <a:r>
              <a:t>        }</a:t>
            </a:r>
          </a:p>
          <a:p>
            <a:r>
              <a:t>      ],</a:t>
            </a:r>
          </a:p>
          <a:p>
            <a:r>
              <a:t>      "mode": "verbatim"</a:t>
            </a:r>
          </a:p>
          <a:p>
            <a:r>
              <a:t>    },</a:t>
            </a:r>
          </a:p>
          <a:p>
            <a:r>
              <a:t>    {</a:t>
            </a:r>
          </a:p>
          <a:p>
            <a:r>
              <a:t>      "text": "比較軸を共有する",</a:t>
            </a:r>
          </a:p>
          <a:p>
            <a:r>
              <a:t>      "refs": [</a:t>
            </a:r>
          </a:p>
          <a:p>
            <a:r>
              <a:t>        {</a:t>
            </a:r>
          </a:p>
          <a:p>
            <a:r>
              <a:t>          "source_id": "s049",</a:t>
            </a:r>
          </a:p>
          <a:p>
            <a:r>
              <a:t>          "quote": "比較軸を共有する"</a:t>
            </a:r>
          </a:p>
          <a:p>
            <a:r>
              <a:t>        }</a:t>
            </a:r>
          </a:p>
          <a:p>
            <a:r>
              <a:t>      ],</a:t>
            </a:r>
          </a:p>
          <a:p>
            <a:r>
              <a:t>      "mode": "verbatim"</a:t>
            </a:r>
          </a:p>
          <a:p>
            <a:r>
              <a:t>    },</a:t>
            </a:r>
          </a:p>
          <a:p>
            <a:r>
              <a:t>    {</a:t>
            </a:r>
          </a:p>
          <a:p>
            <a:r>
              <a:t>      "text": "評価項目を揃え、異なる条件の結果を混同しない。",</a:t>
            </a:r>
          </a:p>
          <a:p>
            <a:r>
              <a:t>      "refs": [</a:t>
            </a:r>
          </a:p>
          <a:p>
            <a:r>
              <a:t>        {</a:t>
            </a:r>
          </a:p>
          <a:p>
            <a:r>
              <a:t>          "source_id": "s049",</a:t>
            </a:r>
          </a:p>
          <a:p>
            <a:r>
              <a:t>          "quote": "評価項目を揃え、異なる条件の結果を混同しない。"</a:t>
            </a:r>
          </a:p>
          <a:p>
            <a:r>
              <a:t>        }</a:t>
            </a:r>
          </a:p>
          <a:p>
            <a:r>
              <a:t>      ],</a:t>
            </a:r>
          </a:p>
          <a:p>
            <a:r>
              <a:t>      "mode": "verbatim"</a:t>
            </a:r>
          </a:p>
          <a:p>
            <a:r>
              <a:t>    },</a:t>
            </a:r>
          </a:p>
          <a:p>
            <a:r>
              <a:t>    {</a:t>
            </a:r>
          </a:p>
          <a:p>
            <a:r>
              <a:t>      "text": "確認先を残す",</a:t>
            </a:r>
          </a:p>
          <a:p>
            <a:r>
              <a:t>      "refs": [</a:t>
            </a:r>
          </a:p>
          <a:p>
            <a:r>
              <a:t>        {</a:t>
            </a:r>
          </a:p>
          <a:p>
            <a:r>
              <a:t>          "source_id": "s049",</a:t>
            </a:r>
          </a:p>
          <a:p>
            <a:r>
              <a:t>          "quote": "確認先を残す"</a:t>
            </a:r>
          </a:p>
          <a:p>
            <a:r>
              <a:t>        }</a:t>
            </a:r>
          </a:p>
          <a:p>
            <a:r>
              <a:t>      ],</a:t>
            </a:r>
          </a:p>
          <a:p>
            <a:r>
              <a:t>      "mode": "verbatim"</a:t>
            </a:r>
          </a:p>
          <a:p>
            <a:r>
              <a:t>    },</a:t>
            </a:r>
          </a:p>
          <a:p>
            <a:r>
              <a:t>    {</a:t>
            </a:r>
          </a:p>
          <a:p>
            <a:r>
              <a:t>      "text": "未確認の論点と、追加調査で確かめる点を残す。",</a:t>
            </a:r>
          </a:p>
          <a:p>
            <a:r>
              <a:t>      "refs": [</a:t>
            </a:r>
          </a:p>
          <a:p>
            <a:r>
              <a:t>        {</a:t>
            </a:r>
          </a:p>
          <a:p>
            <a:r>
              <a:t>          "source_id": "s049",</a:t>
            </a:r>
          </a:p>
          <a:p>
            <a:r>
              <a:t>          "quote": "未確認の論点と、追加調査で確かめる点を残す。"</a:t>
            </a:r>
          </a:p>
          <a:p>
            <a:r>
              <a:t>        }</a:t>
            </a:r>
          </a:p>
          <a:p>
            <a:r>
              <a:t>      ],</a:t>
            </a:r>
          </a:p>
          <a:p>
            <a:r>
              <a:t>      "mode": "verbatim"</a:t>
            </a:r>
          </a:p>
          <a:p>
            <a:r>
              <a:t>    }</a:t>
            </a:r>
          </a:p>
          <a:p>
            <a:r>
              <a:t>  ],</a:t>
            </a:r>
          </a:p>
          <a:p>
            <a:r>
              <a:t>  "citations": {</a:t>
            </a:r>
          </a:p>
          <a:p>
            <a:r>
              <a:t>    "s049": "Public MIT sample: original fictional research-sharing design section 1"</a:t>
            </a:r>
          </a:p>
          <a:p>
            <a:r>
              <a:t>  },</a:t>
            </a:r>
          </a:p>
          <a:p>
            <a:r>
              <a:t>  "template_license":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null,</a:t>
            </a:r>
          </a:p>
          <a:p>
            <a:r>
              <a:t>  "catalog": "editorial",</a:t>
            </a:r>
          </a:p>
          <a:p>
            <a:r>
              <a:t>  "family": "steps",</a:t>
            </a:r>
          </a:p>
          <a:p>
            <a:r>
              <a:t>  "structural_variant": "vertical",</a:t>
            </a:r>
          </a:p>
          <a:p>
            <a:r>
              <a:t>  "repetition_reason": "Catalog inventory: adjacent entries intentionally show every count/orientation for comparison; this is not a presentation sequence.",</a:t>
            </a:r>
          </a:p>
          <a:p>
            <a:r>
              <a:t>  "images": {},</a:t>
            </a:r>
          </a:p>
          <a:p>
            <a:r>
              <a:t>  "template_sha256": "66e037af0b95e74a698387d935acdd82fa0c8f834703e332d8507cb5b21831a0"</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"slide050",</a:t>
            </a:r>
          </a:p>
          <a:p>
            <a:r>
              <a:t>  "origin": "catalog",</a:t>
            </a:r>
          </a:p>
          <a:p>
            <a:r>
              <a:t>  "layout_id": "ed_timeline_horizontal_3",</a:t>
            </a:r>
          </a:p>
          <a:p>
            <a:r>
              <a:t>  "variant": "warm",</a:t>
            </a:r>
          </a:p>
          <a:p>
            <a:r>
              <a:t>  "rationale": "Public template fixture; short fictional slot content; no private data.",</a:t>
            </a:r>
          </a:p>
          <a:p>
            <a:r>
              <a:t>  "source_sha256": "c38e01dcb14540e486d5a11ff7b07b6cff9547c6a27e869e7c53a02aada60e2d",</a:t>
            </a:r>
          </a:p>
          <a:p>
            <a:r>
              <a:t>  "evidence": [</a:t>
            </a:r>
          </a:p>
          <a:p>
            <a:r>
              <a:t>    {</a:t>
            </a:r>
          </a:p>
          <a:p>
            <a:r>
              <a:t>      "text": "社内ナレッジを探しやすくする条件",</a:t>
            </a:r>
          </a:p>
          <a:p>
            <a:r>
              <a:t>      "refs": [</a:t>
            </a:r>
          </a:p>
          <a:p>
            <a:r>
              <a:t>        {</a:t>
            </a:r>
          </a:p>
          <a:p>
            <a:r>
              <a:t>          "source_id": "s050",</a:t>
            </a:r>
          </a:p>
          <a:p>
            <a:r>
              <a:t>          "quote": "社内ナレッジを探しやすくする条件"</a:t>
            </a:r>
          </a:p>
          <a:p>
            <a:r>
              <a:t>        }</a:t>
            </a:r>
          </a:p>
          <a:p>
            <a:r>
              <a:t>      ],</a:t>
            </a:r>
          </a:p>
          <a:p>
            <a:r>
              <a:t>      "mode": "verbatim"</a:t>
            </a:r>
          </a:p>
          <a:p>
            <a:r>
              <a:t>    },</a:t>
            </a:r>
          </a:p>
          <a:p>
            <a:r>
              <a:t>    {</a:t>
            </a:r>
          </a:p>
          <a:p>
            <a:r>
              <a:t>      "text": "架空の社内調査。運用条件を整理した所見であり、効果を実証したものではない。",</a:t>
            </a:r>
          </a:p>
          <a:p>
            <a:r>
              <a:t>      "refs": [</a:t>
            </a:r>
          </a:p>
          <a:p>
            <a:r>
              <a:t>        {</a:t>
            </a:r>
          </a:p>
          <a:p>
            <a:r>
              <a:t>          "source_id": "s050",</a:t>
            </a:r>
          </a:p>
          <a:p>
            <a:r>
              <a:t>          "quote": "架空の社内調査。運用条件を整理した所見であり、効果を実証したものではない。"</a:t>
            </a:r>
          </a:p>
          <a:p>
            <a:r>
              <a:t>        }</a:t>
            </a:r>
          </a:p>
          <a:p>
            <a:r>
              <a:t>      ],</a:t>
            </a:r>
          </a:p>
          <a:p>
            <a:r>
              <a:t>      "mode": "verbatim"</a:t>
            </a:r>
          </a:p>
          <a:p>
            <a:r>
              <a:t>    },</a:t>
            </a:r>
          </a:p>
          <a:p>
            <a:r>
              <a:t>    {</a:t>
            </a:r>
          </a:p>
          <a:p>
            <a:r>
              <a:t>      "text": "検索入口を揃える",</a:t>
            </a:r>
          </a:p>
          <a:p>
            <a:r>
              <a:t>      "refs": [</a:t>
            </a:r>
          </a:p>
          <a:p>
            <a:r>
              <a:t>        {</a:t>
            </a:r>
          </a:p>
          <a:p>
            <a:r>
              <a:t>          "source_id": "s050",</a:t>
            </a:r>
          </a:p>
          <a:p>
            <a:r>
              <a:t>          "quote": "検索入口を揃える"</a:t>
            </a:r>
          </a:p>
          <a:p>
            <a:r>
              <a:t>        }</a:t>
            </a:r>
          </a:p>
          <a:p>
            <a:r>
              <a:t>      ],</a:t>
            </a:r>
          </a:p>
          <a:p>
            <a:r>
              <a:t>      "mode": "verbatim"</a:t>
            </a:r>
          </a:p>
          <a:p>
            <a:r>
              <a:t>    },</a:t>
            </a:r>
          </a:p>
          <a:p>
            <a:r>
              <a:t>    {</a:t>
            </a:r>
          </a:p>
          <a:p>
            <a:r>
              <a:t>      "text": "用語を揃え、同じ資料へ辿れる入口を整える。",</a:t>
            </a:r>
          </a:p>
          <a:p>
            <a:r>
              <a:t>      "refs": [</a:t>
            </a:r>
          </a:p>
          <a:p>
            <a:r>
              <a:t>        {</a:t>
            </a:r>
          </a:p>
          <a:p>
            <a:r>
              <a:t>          "source_id": "s050",</a:t>
            </a:r>
          </a:p>
          <a:p>
            <a:r>
              <a:t>          "quote": "用語を揃え、同じ資料へ辿れる入口を整える。"</a:t>
            </a:r>
          </a:p>
          <a:p>
            <a:r>
              <a:t>        }</a:t>
            </a:r>
          </a:p>
          <a:p>
            <a:r>
              <a:t>      ],</a:t>
            </a:r>
          </a:p>
          <a:p>
            <a:r>
              <a:t>      "mode": "verbatim"</a:t>
            </a:r>
          </a:p>
          <a:p>
            <a:r>
              <a:t>    },</a:t>
            </a:r>
          </a:p>
          <a:p>
            <a:r>
              <a:t>    {</a:t>
            </a:r>
          </a:p>
          <a:p>
            <a:r>
              <a:t>      "text": "準備期",</a:t>
            </a:r>
          </a:p>
          <a:p>
            <a:r>
              <a:t>      "refs": [</a:t>
            </a:r>
          </a:p>
          <a:p>
            <a:r>
              <a:t>        {</a:t>
            </a:r>
          </a:p>
          <a:p>
            <a:r>
              <a:t>          "source_id": "s050",</a:t>
            </a:r>
          </a:p>
          <a:p>
            <a:r>
              <a:t>          "quote": "準備期"</a:t>
            </a:r>
          </a:p>
          <a:p>
            <a:r>
              <a:t>        }</a:t>
            </a:r>
          </a:p>
          <a:p>
            <a:r>
              <a:t>      ],</a:t>
            </a:r>
          </a:p>
          <a:p>
            <a:r>
              <a:t>      "mode": "verbatim"</a:t>
            </a:r>
          </a:p>
          <a:p>
            <a:r>
              <a:t>    },</a:t>
            </a:r>
          </a:p>
          <a:p>
            <a:r>
              <a:t>    {</a:t>
            </a:r>
          </a:p>
          <a:p>
            <a:r>
              <a:t>      "text": "根拠まで辿れる",</a:t>
            </a:r>
          </a:p>
          <a:p>
            <a:r>
              <a:t>      "refs": [</a:t>
            </a:r>
          </a:p>
          <a:p>
            <a:r>
              <a:t>        {</a:t>
            </a:r>
          </a:p>
          <a:p>
            <a:r>
              <a:t>          "source_id": "s050",</a:t>
            </a:r>
          </a:p>
          <a:p>
            <a:r>
              <a:t>          "quote": "根拠まで辿れる"</a:t>
            </a:r>
          </a:p>
          <a:p>
            <a:r>
              <a:t>        }</a:t>
            </a:r>
          </a:p>
          <a:p>
            <a:r>
              <a:t>      ],</a:t>
            </a:r>
          </a:p>
          <a:p>
            <a:r>
              <a:t>      "mode": "verbatim"</a:t>
            </a:r>
          </a:p>
          <a:p>
            <a:r>
              <a:t>    },</a:t>
            </a:r>
          </a:p>
          <a:p>
            <a:r>
              <a:t>    {</a:t>
            </a:r>
          </a:p>
          <a:p>
            <a:r>
              <a:t>      "text": "原文の条件と確認日を、要約とともに残す。",</a:t>
            </a:r>
          </a:p>
          <a:p>
            <a:r>
              <a:t>      "refs": [</a:t>
            </a:r>
          </a:p>
          <a:p>
            <a:r>
              <a:t>        {</a:t>
            </a:r>
          </a:p>
          <a:p>
            <a:r>
              <a:t>          "source_id": "s050",</a:t>
            </a:r>
          </a:p>
          <a:p>
            <a:r>
              <a:t>          "quote": "原文の条件と確認日を、要約とともに残す。"</a:t>
            </a:r>
          </a:p>
          <a:p>
            <a:r>
              <a:t>        }</a:t>
            </a:r>
          </a:p>
          <a:p>
            <a:r>
              <a:t>      ],</a:t>
            </a:r>
          </a:p>
          <a:p>
            <a:r>
              <a:t>      "mode": "verbatim"</a:t>
            </a:r>
          </a:p>
          <a:p>
            <a:r>
              <a:t>    },</a:t>
            </a:r>
          </a:p>
          <a:p>
            <a:r>
              <a:t>    {</a:t>
            </a:r>
          </a:p>
          <a:p>
            <a:r>
              <a:t>      "text": "試行期",</a:t>
            </a:r>
          </a:p>
          <a:p>
            <a:r>
              <a:t>      "refs": [</a:t>
            </a:r>
          </a:p>
          <a:p>
            <a:r>
              <a:t>        {</a:t>
            </a:r>
          </a:p>
          <a:p>
            <a:r>
              <a:t>          "source_id": "s050",</a:t>
            </a:r>
          </a:p>
          <a:p>
            <a:r>
              <a:t>          "quote": "試行期"</a:t>
            </a:r>
          </a:p>
          <a:p>
            <a:r>
              <a:t>        }</a:t>
            </a:r>
          </a:p>
          <a:p>
            <a:r>
              <a:t>      ],</a:t>
            </a:r>
          </a:p>
          <a:p>
            <a:r>
              <a:t>      "mode": "verbatim"</a:t>
            </a:r>
          </a:p>
          <a:p>
            <a:r>
              <a:t>    },</a:t>
            </a:r>
          </a:p>
          <a:p>
            <a:r>
              <a:t>    {</a:t>
            </a:r>
          </a:p>
          <a:p>
            <a:r>
              <a:t>      "text": "更新範囲を決める",</a:t>
            </a:r>
          </a:p>
          <a:p>
            <a:r>
              <a:t>      "refs": [</a:t>
            </a:r>
          </a:p>
          <a:p>
            <a:r>
              <a:t>        {</a:t>
            </a:r>
          </a:p>
          <a:p>
            <a:r>
              <a:t>          "source_id": "s050",</a:t>
            </a:r>
          </a:p>
          <a:p>
            <a:r>
              <a:t>          "quote": "更新範囲を決める"</a:t>
            </a:r>
          </a:p>
          <a:p>
            <a:r>
              <a:t>        }</a:t>
            </a:r>
          </a:p>
          <a:p>
            <a:r>
              <a:t>      ],</a:t>
            </a:r>
          </a:p>
          <a:p>
            <a:r>
              <a:t>      "mode": "verbatim"</a:t>
            </a:r>
          </a:p>
          <a:p>
            <a:r>
              <a:t>    },</a:t>
            </a:r>
          </a:p>
          <a:p>
            <a:r>
              <a:t>    {</a:t>
            </a:r>
          </a:p>
          <a:p>
            <a:r>
              <a:t>      "text": "変更頻度に応じて担当と再確認の時期を決める。",</a:t>
            </a:r>
          </a:p>
          <a:p>
            <a:r>
              <a:t>      "refs": [</a:t>
            </a:r>
          </a:p>
          <a:p>
            <a:r>
              <a:t>        {</a:t>
            </a:r>
          </a:p>
          <a:p>
            <a:r>
              <a:t>          "source_id": "s050",</a:t>
            </a:r>
          </a:p>
          <a:p>
            <a:r>
              <a:t>          "quote": "変更頻度に応じて担当と再確認の時期を決める。"</a:t>
            </a:r>
          </a:p>
          <a:p>
            <a:r>
              <a:t>        }</a:t>
            </a:r>
          </a:p>
          <a:p>
            <a:r>
              <a:t>      ],</a:t>
            </a:r>
          </a:p>
          <a:p>
            <a:r>
              <a:t>      "mode": "verbatim"</a:t>
            </a:r>
          </a:p>
          <a:p>
            <a:r>
              <a:t>    },</a:t>
            </a:r>
          </a:p>
          <a:p>
            <a:r>
              <a:t>    {</a:t>
            </a:r>
          </a:p>
          <a:p>
            <a:r>
              <a:t>      "text": "評価期",</a:t>
            </a:r>
          </a:p>
          <a:p>
            <a:r>
              <a:t>      "refs": [</a:t>
            </a:r>
          </a:p>
          <a:p>
            <a:r>
              <a:t>        {</a:t>
            </a:r>
          </a:p>
          <a:p>
            <a:r>
              <a:t>          "source_id": "s050",</a:t>
            </a:r>
          </a:p>
          <a:p>
            <a:r>
              <a:t>          "quote": "評価期"</a:t>
            </a:r>
          </a:p>
          <a:p>
            <a:r>
              <a:t>        }</a:t>
            </a:r>
          </a:p>
          <a:p>
            <a:r>
              <a:t>      ],</a:t>
            </a:r>
          </a:p>
          <a:p>
            <a:r>
              <a:t>      "mode": "verbatim"</a:t>
            </a:r>
          </a:p>
          <a:p>
            <a:r>
              <a:t>    }</a:t>
            </a:r>
          </a:p>
          <a:p>
            <a:r>
              <a:t>  ],</a:t>
            </a:r>
          </a:p>
          <a:p>
            <a:r>
              <a:t>  "citations": {</a:t>
            </a:r>
          </a:p>
          <a:p>
            <a:r>
              <a:t>    "s050": "Public MIT sample: original fictional research-sharing design section 1"</a:t>
            </a:r>
          </a:p>
          <a:p>
            <a:r>
              <a:t>  },</a:t>
            </a:r>
          </a:p>
          <a:p>
            <a:r>
              <a:t>  "template_license":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null,</a:t>
            </a:r>
          </a:p>
          <a:p>
            <a:r>
              <a:t>  "catalog": "editorial",</a:t>
            </a:r>
          </a:p>
          <a:p>
            <a:r>
              <a:t>  "family": "timeline",</a:t>
            </a:r>
          </a:p>
          <a:p>
            <a:r>
              <a:t>  "structural_variant": "horizontal",</a:t>
            </a:r>
          </a:p>
          <a:p>
            <a:r>
              <a:t>  "repetition_reason": "Catalog inventory: adjacent entries intentionally show every count/orientation for comparison; this is not a presentation sequence.",</a:t>
            </a:r>
          </a:p>
          <a:p>
            <a:r>
              <a:t>  "images": {},</a:t>
            </a:r>
          </a:p>
          <a:p>
            <a:r>
              <a:t>  "template_sha256": "d36e783ada6fa92d92adafb25b9a915f03f28ac61ac97072f711affc95ec1c6c"</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"slide051",</a:t>
            </a:r>
          </a:p>
          <a:p>
            <a:r>
              <a:t>  "origin": "catalog",</a:t>
            </a:r>
          </a:p>
          <a:p>
            <a:r>
              <a:t>  "layout_id": "ed_timeline_vertical_3",</a:t>
            </a:r>
          </a:p>
          <a:p>
            <a:r>
              <a:t>  "variant": "warm",</a:t>
            </a:r>
          </a:p>
          <a:p>
            <a:r>
              <a:t>  "rationale": "Public template fixture; short fictional slot content; no private data.",</a:t>
            </a:r>
          </a:p>
          <a:p>
            <a:r>
              <a:t>  "source_sha256": "c38e01dcb14540e486d5a11ff7b07b6cff9547c6a27e869e7c53a02aada60e2d",</a:t>
            </a:r>
          </a:p>
          <a:p>
            <a:r>
              <a:t>  "evidence": [</a:t>
            </a:r>
          </a:p>
          <a:p>
            <a:r>
              <a:t>    {</a:t>
            </a:r>
          </a:p>
          <a:p>
            <a:r>
              <a:t>      "text": "社内ナレッジを探しやすくする条件",</a:t>
            </a:r>
          </a:p>
          <a:p>
            <a:r>
              <a:t>      "refs": [</a:t>
            </a:r>
          </a:p>
          <a:p>
            <a:r>
              <a:t>        {</a:t>
            </a:r>
          </a:p>
          <a:p>
            <a:r>
              <a:t>          "source_id": "s051",</a:t>
            </a:r>
          </a:p>
          <a:p>
            <a:r>
              <a:t>          "quote": "社内ナレッジを探しやすくする条件"</a:t>
            </a:r>
          </a:p>
          <a:p>
            <a:r>
              <a:t>        }</a:t>
            </a:r>
          </a:p>
          <a:p>
            <a:r>
              <a:t>      ],</a:t>
            </a:r>
          </a:p>
          <a:p>
            <a:r>
              <a:t>      "mode": "verbatim"</a:t>
            </a:r>
          </a:p>
          <a:p>
            <a:r>
              <a:t>    },</a:t>
            </a:r>
          </a:p>
          <a:p>
            <a:r>
              <a:t>    {</a:t>
            </a:r>
          </a:p>
          <a:p>
            <a:r>
              <a:t>      "text": "架空の社内調査。運用条件を整理した所見であり、効果を実証したものではない。",</a:t>
            </a:r>
          </a:p>
          <a:p>
            <a:r>
              <a:t>      "refs": [</a:t>
            </a:r>
          </a:p>
          <a:p>
            <a:r>
              <a:t>        {</a:t>
            </a:r>
          </a:p>
          <a:p>
            <a:r>
              <a:t>          "source_id": "s051",</a:t>
            </a:r>
          </a:p>
          <a:p>
            <a:r>
              <a:t>          "quote": "架空の社内調査。運用条件を整理した所見であり、効果を実証したものではない。"</a:t>
            </a:r>
          </a:p>
          <a:p>
            <a:r>
              <a:t>        }</a:t>
            </a:r>
          </a:p>
          <a:p>
            <a:r>
              <a:t>      ],</a:t>
            </a:r>
          </a:p>
          <a:p>
            <a:r>
              <a:t>      "mode": "verbatim"</a:t>
            </a:r>
          </a:p>
          <a:p>
            <a:r>
              <a:t>    },</a:t>
            </a:r>
          </a:p>
          <a:p>
            <a:r>
              <a:t>    {</a:t>
            </a:r>
          </a:p>
          <a:p>
            <a:r>
              <a:t>      "text": "検索入口を揃える",</a:t>
            </a:r>
          </a:p>
          <a:p>
            <a:r>
              <a:t>      "refs": [</a:t>
            </a:r>
          </a:p>
          <a:p>
            <a:r>
              <a:t>        {</a:t>
            </a:r>
          </a:p>
          <a:p>
            <a:r>
              <a:t>          "source_id": "s051",</a:t>
            </a:r>
          </a:p>
          <a:p>
            <a:r>
              <a:t>          "quote": "検索入口を揃える"</a:t>
            </a:r>
          </a:p>
          <a:p>
            <a:r>
              <a:t>        }</a:t>
            </a:r>
          </a:p>
          <a:p>
            <a:r>
              <a:t>      ],</a:t>
            </a:r>
          </a:p>
          <a:p>
            <a:r>
              <a:t>      "mode": "verbatim"</a:t>
            </a:r>
          </a:p>
          <a:p>
            <a:r>
              <a:t>    },</a:t>
            </a:r>
          </a:p>
          <a:p>
            <a:r>
              <a:t>    {</a:t>
            </a:r>
          </a:p>
          <a:p>
            <a:r>
              <a:t>      "text": "用語を揃え、同じ資料へ辿れる入口を整える。",</a:t>
            </a:r>
          </a:p>
          <a:p>
            <a:r>
              <a:t>      "refs": [</a:t>
            </a:r>
          </a:p>
          <a:p>
            <a:r>
              <a:t>        {</a:t>
            </a:r>
          </a:p>
          <a:p>
            <a:r>
              <a:t>          "source_id": "s051",</a:t>
            </a:r>
          </a:p>
          <a:p>
            <a:r>
              <a:t>          "quote": "用語を揃え、同じ資料へ辿れる入口を整える。"</a:t>
            </a:r>
          </a:p>
          <a:p>
            <a:r>
              <a:t>        }</a:t>
            </a:r>
          </a:p>
          <a:p>
            <a:r>
              <a:t>      ],</a:t>
            </a:r>
          </a:p>
          <a:p>
            <a:r>
              <a:t>      "mode": "verbatim"</a:t>
            </a:r>
          </a:p>
          <a:p>
            <a:r>
              <a:t>    },</a:t>
            </a:r>
          </a:p>
          <a:p>
            <a:r>
              <a:t>    {</a:t>
            </a:r>
          </a:p>
          <a:p>
            <a:r>
              <a:t>      "text": "準備期",</a:t>
            </a:r>
          </a:p>
          <a:p>
            <a:r>
              <a:t>      "refs": [</a:t>
            </a:r>
          </a:p>
          <a:p>
            <a:r>
              <a:t>        {</a:t>
            </a:r>
          </a:p>
          <a:p>
            <a:r>
              <a:t>          "source_id": "s051",</a:t>
            </a:r>
          </a:p>
          <a:p>
            <a:r>
              <a:t>          "quote": "準備期"</a:t>
            </a:r>
          </a:p>
          <a:p>
            <a:r>
              <a:t>        }</a:t>
            </a:r>
          </a:p>
          <a:p>
            <a:r>
              <a:t>      ],</a:t>
            </a:r>
          </a:p>
          <a:p>
            <a:r>
              <a:t>      "mode": "verbatim"</a:t>
            </a:r>
          </a:p>
          <a:p>
            <a:r>
              <a:t>    },</a:t>
            </a:r>
          </a:p>
          <a:p>
            <a:r>
              <a:t>    {</a:t>
            </a:r>
          </a:p>
          <a:p>
            <a:r>
              <a:t>      "text": "根拠まで辿れる",</a:t>
            </a:r>
          </a:p>
          <a:p>
            <a:r>
              <a:t>      "refs": [</a:t>
            </a:r>
          </a:p>
          <a:p>
            <a:r>
              <a:t>        {</a:t>
            </a:r>
          </a:p>
          <a:p>
            <a:r>
              <a:t>          "source_id": "s051",</a:t>
            </a:r>
          </a:p>
          <a:p>
            <a:r>
              <a:t>          "quote": "根拠まで辿れる"</a:t>
            </a:r>
          </a:p>
          <a:p>
            <a:r>
              <a:t>        }</a:t>
            </a:r>
          </a:p>
          <a:p>
            <a:r>
              <a:t>      ],</a:t>
            </a:r>
          </a:p>
          <a:p>
            <a:r>
              <a:t>      "mode": "verbatim"</a:t>
            </a:r>
          </a:p>
          <a:p>
            <a:r>
              <a:t>    },</a:t>
            </a:r>
          </a:p>
          <a:p>
            <a:r>
              <a:t>    {</a:t>
            </a:r>
          </a:p>
          <a:p>
            <a:r>
              <a:t>      "text": "原文の条件と確認日を、要約とともに残す。",</a:t>
            </a:r>
          </a:p>
          <a:p>
            <a:r>
              <a:t>      "refs": [</a:t>
            </a:r>
          </a:p>
          <a:p>
            <a:r>
              <a:t>        {</a:t>
            </a:r>
          </a:p>
          <a:p>
            <a:r>
              <a:t>          "source_id": "s051",</a:t>
            </a:r>
          </a:p>
          <a:p>
            <a:r>
              <a:t>          "quote": "原文の条件と確認日を、要約とともに残す。"</a:t>
            </a:r>
          </a:p>
          <a:p>
            <a:r>
              <a:t>        }</a:t>
            </a:r>
          </a:p>
          <a:p>
            <a:r>
              <a:t>      ],</a:t>
            </a:r>
          </a:p>
          <a:p>
            <a:r>
              <a:t>      "mode": "verbatim"</a:t>
            </a:r>
          </a:p>
          <a:p>
            <a:r>
              <a:t>    },</a:t>
            </a:r>
          </a:p>
          <a:p>
            <a:r>
              <a:t>    {</a:t>
            </a:r>
          </a:p>
          <a:p>
            <a:r>
              <a:t>      "text": "試行期",</a:t>
            </a:r>
          </a:p>
          <a:p>
            <a:r>
              <a:t>      "refs": [</a:t>
            </a:r>
          </a:p>
          <a:p>
            <a:r>
              <a:t>        {</a:t>
            </a:r>
          </a:p>
          <a:p>
            <a:r>
              <a:t>          "source_id": "s051",</a:t>
            </a:r>
          </a:p>
          <a:p>
            <a:r>
              <a:t>          "quote": "試行期"</a:t>
            </a:r>
          </a:p>
          <a:p>
            <a:r>
              <a:t>        }</a:t>
            </a:r>
          </a:p>
          <a:p>
            <a:r>
              <a:t>      ],</a:t>
            </a:r>
          </a:p>
          <a:p>
            <a:r>
              <a:t>      "mode": "verbatim"</a:t>
            </a:r>
          </a:p>
          <a:p>
            <a:r>
              <a:t>    },</a:t>
            </a:r>
          </a:p>
          <a:p>
            <a:r>
              <a:t>    {</a:t>
            </a:r>
          </a:p>
          <a:p>
            <a:r>
              <a:t>      "text": "更新範囲を決める",</a:t>
            </a:r>
          </a:p>
          <a:p>
            <a:r>
              <a:t>      "refs": [</a:t>
            </a:r>
          </a:p>
          <a:p>
            <a:r>
              <a:t>        {</a:t>
            </a:r>
          </a:p>
          <a:p>
            <a:r>
              <a:t>          "source_id": "s051",</a:t>
            </a:r>
          </a:p>
          <a:p>
            <a:r>
              <a:t>          "quote": "更新範囲を決める"</a:t>
            </a:r>
          </a:p>
          <a:p>
            <a:r>
              <a:t>        }</a:t>
            </a:r>
          </a:p>
          <a:p>
            <a:r>
              <a:t>      ],</a:t>
            </a:r>
          </a:p>
          <a:p>
            <a:r>
              <a:t>      "mode": "verbatim"</a:t>
            </a:r>
          </a:p>
          <a:p>
            <a:r>
              <a:t>    },</a:t>
            </a:r>
          </a:p>
          <a:p>
            <a:r>
              <a:t>    {</a:t>
            </a:r>
          </a:p>
          <a:p>
            <a:r>
              <a:t>      "text": "変更頻度に応じて担当と再確認の時期を決める。",</a:t>
            </a:r>
          </a:p>
          <a:p>
            <a:r>
              <a:t>      "refs": [</a:t>
            </a:r>
          </a:p>
          <a:p>
            <a:r>
              <a:t>        {</a:t>
            </a:r>
          </a:p>
          <a:p>
            <a:r>
              <a:t>          "source_id": "s051",</a:t>
            </a:r>
          </a:p>
          <a:p>
            <a:r>
              <a:t>          "quote": "変更頻度に応じて担当と再確認の時期を決める。"</a:t>
            </a:r>
          </a:p>
          <a:p>
            <a:r>
              <a:t>        }</a:t>
            </a:r>
          </a:p>
          <a:p>
            <a:r>
              <a:t>      ],</a:t>
            </a:r>
          </a:p>
          <a:p>
            <a:r>
              <a:t>      "mode": "verbatim"</a:t>
            </a:r>
          </a:p>
          <a:p>
            <a:r>
              <a:t>    },</a:t>
            </a:r>
          </a:p>
          <a:p>
            <a:r>
              <a:t>    {</a:t>
            </a:r>
          </a:p>
          <a:p>
            <a:r>
              <a:t>      "text": "評価期",</a:t>
            </a:r>
          </a:p>
          <a:p>
            <a:r>
              <a:t>      "refs": [</a:t>
            </a:r>
          </a:p>
          <a:p>
            <a:r>
              <a:t>        {</a:t>
            </a:r>
          </a:p>
          <a:p>
            <a:r>
              <a:t>          "source_id": "s051",</a:t>
            </a:r>
          </a:p>
          <a:p>
            <a:r>
              <a:t>          "quote": "評価期"</a:t>
            </a:r>
          </a:p>
          <a:p>
            <a:r>
              <a:t>        }</a:t>
            </a:r>
          </a:p>
          <a:p>
            <a:r>
              <a:t>      ],</a:t>
            </a:r>
          </a:p>
          <a:p>
            <a:r>
              <a:t>      "mode": "verbatim"</a:t>
            </a:r>
          </a:p>
          <a:p>
            <a:r>
              <a:t>    }</a:t>
            </a:r>
          </a:p>
          <a:p>
            <a:r>
              <a:t>  ],</a:t>
            </a:r>
          </a:p>
          <a:p>
            <a:r>
              <a:t>  "citations": {</a:t>
            </a:r>
          </a:p>
          <a:p>
            <a:r>
              <a:t>    "s051": "Public MIT sample: original fictional research-sharing design section 1"</a:t>
            </a:r>
          </a:p>
          <a:p>
            <a:r>
              <a:t>  },</a:t>
            </a:r>
          </a:p>
          <a:p>
            <a:r>
              <a:t>  "template_license":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null,</a:t>
            </a:r>
          </a:p>
          <a:p>
            <a:r>
              <a:t>  "catalog": "editorial",</a:t>
            </a:r>
          </a:p>
          <a:p>
            <a:r>
              <a:t>  "family": "timeline",</a:t>
            </a:r>
          </a:p>
          <a:p>
            <a:r>
              <a:t>  "structural_variant": "vertical",</a:t>
            </a:r>
          </a:p>
          <a:p>
            <a:r>
              <a:t>  "repetition_reason": "Catalog inventory: adjacent entries intentionally show every count/orientation for comparison; this is not a presentation sequence.",</a:t>
            </a:r>
          </a:p>
          <a:p>
            <a:r>
              <a:t>  "images": {},</a:t>
            </a:r>
          </a:p>
          <a:p>
            <a:r>
              <a:t>  "template_sha256": "5a071f94c85f1e0c0febc70a586c600600b37c2b076c2275f9c85e36e9464d48"</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"slide052",</a:t>
            </a:r>
          </a:p>
          <a:p>
            <a:r>
              <a:t>  "origin": "catalog",</a:t>
            </a:r>
          </a:p>
          <a:p>
            <a:r>
              <a:t>  "layout_id": "ed_timeline_horizontal_4",</a:t>
            </a:r>
          </a:p>
          <a:p>
            <a:r>
              <a:t>  "variant": "warm",</a:t>
            </a:r>
          </a:p>
          <a:p>
            <a:r>
              <a:t>  "rationale": "Public template fixture; short fictional slot content; no private data.",</a:t>
            </a:r>
          </a:p>
          <a:p>
            <a:r>
              <a:t>  "source_sha256": "c38e01dcb14540e486d5a11ff7b07b6cff9547c6a27e869e7c53a02aada60e2d",</a:t>
            </a:r>
          </a:p>
          <a:p>
            <a:r>
              <a:t>  "evidence": [</a:t>
            </a:r>
          </a:p>
          <a:p>
            <a:r>
              <a:t>    {</a:t>
            </a:r>
          </a:p>
          <a:p>
            <a:r>
              <a:t>      "text": "社内ナレッジを探しやすくする条件",</a:t>
            </a:r>
          </a:p>
          <a:p>
            <a:r>
              <a:t>      "refs": [</a:t>
            </a:r>
          </a:p>
          <a:p>
            <a:r>
              <a:t>        {</a:t>
            </a:r>
          </a:p>
          <a:p>
            <a:r>
              <a:t>          "source_id": "s052",</a:t>
            </a:r>
          </a:p>
          <a:p>
            <a:r>
              <a:t>          "quote": "社内ナレッジを探しやすくする条件"</a:t>
            </a:r>
          </a:p>
          <a:p>
            <a:r>
              <a:t>        }</a:t>
            </a:r>
          </a:p>
          <a:p>
            <a:r>
              <a:t>      ],</a:t>
            </a:r>
          </a:p>
          <a:p>
            <a:r>
              <a:t>      "mode": "verbatim"</a:t>
            </a:r>
          </a:p>
          <a:p>
            <a:r>
              <a:t>    },</a:t>
            </a:r>
          </a:p>
          <a:p>
            <a:r>
              <a:t>    {</a:t>
            </a:r>
          </a:p>
          <a:p>
            <a:r>
              <a:t>      "text": "架空の社内調査。運用条件を整理した所見であり、効果を実証したものではない。",</a:t>
            </a:r>
          </a:p>
          <a:p>
            <a:r>
              <a:t>      "refs": [</a:t>
            </a:r>
          </a:p>
          <a:p>
            <a:r>
              <a:t>        {</a:t>
            </a:r>
          </a:p>
          <a:p>
            <a:r>
              <a:t>          "source_id": "s052",</a:t>
            </a:r>
          </a:p>
          <a:p>
            <a:r>
              <a:t>          "quote": "架空の社内調査。運用条件を整理した所見であり、効果を実証したものではない。"</a:t>
            </a:r>
          </a:p>
          <a:p>
            <a:r>
              <a:t>        }</a:t>
            </a:r>
          </a:p>
          <a:p>
            <a:r>
              <a:t>      ],</a:t>
            </a:r>
          </a:p>
          <a:p>
            <a:r>
              <a:t>      "mode": "verbatim"</a:t>
            </a:r>
          </a:p>
          <a:p>
            <a:r>
              <a:t>    },</a:t>
            </a:r>
          </a:p>
          <a:p>
            <a:r>
              <a:t>    {</a:t>
            </a:r>
          </a:p>
          <a:p>
            <a:r>
              <a:t>      "text": "検索入口を揃える",</a:t>
            </a:r>
          </a:p>
          <a:p>
            <a:r>
              <a:t>      "refs": [</a:t>
            </a:r>
          </a:p>
          <a:p>
            <a:r>
              <a:t>        {</a:t>
            </a:r>
          </a:p>
          <a:p>
            <a:r>
              <a:t>          "source_id": "s052",</a:t>
            </a:r>
          </a:p>
          <a:p>
            <a:r>
              <a:t>          "quote": "検索入口を揃える"</a:t>
            </a:r>
          </a:p>
          <a:p>
            <a:r>
              <a:t>        }</a:t>
            </a:r>
          </a:p>
          <a:p>
            <a:r>
              <a:t>      ],</a:t>
            </a:r>
          </a:p>
          <a:p>
            <a:r>
              <a:t>      "mode": "verbatim"</a:t>
            </a:r>
          </a:p>
          <a:p>
            <a:r>
              <a:t>    },</a:t>
            </a:r>
          </a:p>
          <a:p>
            <a:r>
              <a:t>    {</a:t>
            </a:r>
          </a:p>
          <a:p>
            <a:r>
              <a:t>      "text": "用語を揃え、同じ資料へ辿れる入口を整える。",</a:t>
            </a:r>
          </a:p>
          <a:p>
            <a:r>
              <a:t>      "refs": [</a:t>
            </a:r>
          </a:p>
          <a:p>
            <a:r>
              <a:t>        {</a:t>
            </a:r>
          </a:p>
          <a:p>
            <a:r>
              <a:t>          "source_id": "s052",</a:t>
            </a:r>
          </a:p>
          <a:p>
            <a:r>
              <a:t>          "quote": "用語を揃え、同じ資料へ辿れる入口を整える。"</a:t>
            </a:r>
          </a:p>
          <a:p>
            <a:r>
              <a:t>        }</a:t>
            </a:r>
          </a:p>
          <a:p>
            <a:r>
              <a:t>      ],</a:t>
            </a:r>
          </a:p>
          <a:p>
            <a:r>
              <a:t>      "mode": "verbatim"</a:t>
            </a:r>
          </a:p>
          <a:p>
            <a:r>
              <a:t>    },</a:t>
            </a:r>
          </a:p>
          <a:p>
            <a:r>
              <a:t>    {</a:t>
            </a:r>
          </a:p>
          <a:p>
            <a:r>
              <a:t>      "text": "準備期",</a:t>
            </a:r>
          </a:p>
          <a:p>
            <a:r>
              <a:t>      "refs": [</a:t>
            </a:r>
          </a:p>
          <a:p>
            <a:r>
              <a:t>        {</a:t>
            </a:r>
          </a:p>
          <a:p>
            <a:r>
              <a:t>          "source_id": "s052",</a:t>
            </a:r>
          </a:p>
          <a:p>
            <a:r>
              <a:t>          "quote": "準備期"</a:t>
            </a:r>
          </a:p>
          <a:p>
            <a:r>
              <a:t>        }</a:t>
            </a:r>
          </a:p>
          <a:p>
            <a:r>
              <a:t>      ],</a:t>
            </a:r>
          </a:p>
          <a:p>
            <a:r>
              <a:t>      "mode": "verbatim"</a:t>
            </a:r>
          </a:p>
          <a:p>
            <a:r>
              <a:t>    },</a:t>
            </a:r>
          </a:p>
          <a:p>
            <a:r>
              <a:t>    {</a:t>
            </a:r>
          </a:p>
          <a:p>
            <a:r>
              <a:t>      "text": "根拠まで辿れる",</a:t>
            </a:r>
          </a:p>
          <a:p>
            <a:r>
              <a:t>      "refs": [</a:t>
            </a:r>
          </a:p>
          <a:p>
            <a:r>
              <a:t>        {</a:t>
            </a:r>
          </a:p>
          <a:p>
            <a:r>
              <a:t>          "source_id": "s052",</a:t>
            </a:r>
          </a:p>
          <a:p>
            <a:r>
              <a:t>          "quote": "根拠まで辿れる"</a:t>
            </a:r>
          </a:p>
          <a:p>
            <a:r>
              <a:t>        }</a:t>
            </a:r>
          </a:p>
          <a:p>
            <a:r>
              <a:t>      ],</a:t>
            </a:r>
          </a:p>
          <a:p>
            <a:r>
              <a:t>      "mode": "verbatim"</a:t>
            </a:r>
          </a:p>
          <a:p>
            <a:r>
              <a:t>    },</a:t>
            </a:r>
          </a:p>
          <a:p>
            <a:r>
              <a:t>    {</a:t>
            </a:r>
          </a:p>
          <a:p>
            <a:r>
              <a:t>      "text": "原文の条件と確認日を、要約とともに残す。",</a:t>
            </a:r>
          </a:p>
          <a:p>
            <a:r>
              <a:t>      "refs": [</a:t>
            </a:r>
          </a:p>
          <a:p>
            <a:r>
              <a:t>        {</a:t>
            </a:r>
          </a:p>
          <a:p>
            <a:r>
              <a:t>          "source_id": "s052",</a:t>
            </a:r>
          </a:p>
          <a:p>
            <a:r>
              <a:t>          "quote": "原文の条件と確認日を、要約とともに残す。"</a:t>
            </a:r>
          </a:p>
          <a:p>
            <a:r>
              <a:t>        }</a:t>
            </a:r>
          </a:p>
          <a:p>
            <a:r>
              <a:t>      ],</a:t>
            </a:r>
          </a:p>
          <a:p>
            <a:r>
              <a:t>      "mode": "verbatim"</a:t>
            </a:r>
          </a:p>
          <a:p>
            <a:r>
              <a:t>    },</a:t>
            </a:r>
          </a:p>
          <a:p>
            <a:r>
              <a:t>    {</a:t>
            </a:r>
          </a:p>
          <a:p>
            <a:r>
              <a:t>      "text": "試行期",</a:t>
            </a:r>
          </a:p>
          <a:p>
            <a:r>
              <a:t>      "refs": [</a:t>
            </a:r>
          </a:p>
          <a:p>
            <a:r>
              <a:t>        {</a:t>
            </a:r>
          </a:p>
          <a:p>
            <a:r>
              <a:t>          "source_id": "s052",</a:t>
            </a:r>
          </a:p>
          <a:p>
            <a:r>
              <a:t>          "quote": "試行期"</a:t>
            </a:r>
          </a:p>
          <a:p>
            <a:r>
              <a:t>        }</a:t>
            </a:r>
          </a:p>
          <a:p>
            <a:r>
              <a:t>      ],</a:t>
            </a:r>
          </a:p>
          <a:p>
            <a:r>
              <a:t>      "mode": "verbatim"</a:t>
            </a:r>
          </a:p>
          <a:p>
            <a:r>
              <a:t>    },</a:t>
            </a:r>
          </a:p>
          <a:p>
            <a:r>
              <a:t>    {</a:t>
            </a:r>
          </a:p>
          <a:p>
            <a:r>
              <a:t>      "text": "更新範囲を決める",</a:t>
            </a:r>
          </a:p>
          <a:p>
            <a:r>
              <a:t>      "refs": [</a:t>
            </a:r>
          </a:p>
          <a:p>
            <a:r>
              <a:t>        {</a:t>
            </a:r>
          </a:p>
          <a:p>
            <a:r>
              <a:t>          "source_id": "s052",</a:t>
            </a:r>
          </a:p>
          <a:p>
            <a:r>
              <a:t>          "quote": "更新範囲を決める"</a:t>
            </a:r>
          </a:p>
          <a:p>
            <a:r>
              <a:t>        }</a:t>
            </a:r>
          </a:p>
          <a:p>
            <a:r>
              <a:t>      ],</a:t>
            </a:r>
          </a:p>
          <a:p>
            <a:r>
              <a:t>      "mode": "verbatim"</a:t>
            </a:r>
          </a:p>
          <a:p>
            <a:r>
              <a:t>    },</a:t>
            </a:r>
          </a:p>
          <a:p>
            <a:r>
              <a:t>    {</a:t>
            </a:r>
          </a:p>
          <a:p>
            <a:r>
              <a:t>      "text": "変更頻度に応じて担当と再確認の時期を決める。",</a:t>
            </a:r>
          </a:p>
          <a:p>
            <a:r>
              <a:t>      "refs": [</a:t>
            </a:r>
          </a:p>
          <a:p>
            <a:r>
              <a:t>        {</a:t>
            </a:r>
          </a:p>
          <a:p>
            <a:r>
              <a:t>          "source_id": "s052",</a:t>
            </a:r>
          </a:p>
          <a:p>
            <a:r>
              <a:t>          "quote": "変更頻度に応じて担当と再確認の時期を決める。"</a:t>
            </a:r>
          </a:p>
          <a:p>
            <a:r>
              <a:t>        }</a:t>
            </a:r>
          </a:p>
          <a:p>
            <a:r>
              <a:t>      ],</a:t>
            </a:r>
          </a:p>
          <a:p>
            <a:r>
              <a:t>      "mode": "verbatim"</a:t>
            </a:r>
          </a:p>
          <a:p>
            <a:r>
              <a:t>    },</a:t>
            </a:r>
          </a:p>
          <a:p>
            <a:r>
              <a:t>    {</a:t>
            </a:r>
          </a:p>
          <a:p>
            <a:r>
              <a:t>      "text": "評価期",</a:t>
            </a:r>
          </a:p>
          <a:p>
            <a:r>
              <a:t>      "refs": [</a:t>
            </a:r>
          </a:p>
          <a:p>
            <a:r>
              <a:t>        {</a:t>
            </a:r>
          </a:p>
          <a:p>
            <a:r>
              <a:t>          "source_id": "s052",</a:t>
            </a:r>
          </a:p>
          <a:p>
            <a:r>
              <a:t>          "quote": "評価期"</a:t>
            </a:r>
          </a:p>
          <a:p>
            <a:r>
              <a:t>        }</a:t>
            </a:r>
          </a:p>
          <a:p>
            <a:r>
              <a:t>      ],</a:t>
            </a:r>
          </a:p>
          <a:p>
            <a:r>
              <a:t>      "mode": "verbatim"</a:t>
            </a:r>
          </a:p>
          <a:p>
            <a:r>
              <a:t>    },</a:t>
            </a:r>
          </a:p>
          <a:p>
            <a:r>
              <a:t>    {</a:t>
            </a:r>
          </a:p>
          <a:p>
            <a:r>
              <a:t>      "text": "例外を見える化",</a:t>
            </a:r>
          </a:p>
          <a:p>
            <a:r>
              <a:t>      "refs": [</a:t>
            </a:r>
          </a:p>
          <a:p>
            <a:r>
              <a:t>        {</a:t>
            </a:r>
          </a:p>
          <a:p>
            <a:r>
              <a:t>          "source_id": "s052",</a:t>
            </a:r>
          </a:p>
          <a:p>
            <a:r>
              <a:t>          "quote": "例外を見える化"</a:t>
            </a:r>
          </a:p>
          <a:p>
            <a:r>
              <a:t>        }</a:t>
            </a:r>
          </a:p>
          <a:p>
            <a:r>
              <a:t>      ],</a:t>
            </a:r>
          </a:p>
          <a:p>
            <a:r>
              <a:t>      "mode": "verbatim"</a:t>
            </a:r>
          </a:p>
          <a:p>
            <a:r>
              <a:t>    },</a:t>
            </a:r>
          </a:p>
          <a:p>
            <a:r>
              <a:t>    {</a:t>
            </a:r>
          </a:p>
          <a:p>
            <a:r>
              <a:t>      "text": "適用できない場面も記録し、前提の違いを残す。",</a:t>
            </a:r>
          </a:p>
          <a:p>
            <a:r>
              <a:t>      "refs": [</a:t>
            </a:r>
          </a:p>
          <a:p>
            <a:r>
              <a:t>        {</a:t>
            </a:r>
          </a:p>
          <a:p>
            <a:r>
              <a:t>          "source_id": "s052",</a:t>
            </a:r>
          </a:p>
          <a:p>
            <a:r>
              <a:t>          "quote": "適用できない場面も記録し、前提の違いを残す。"</a:t>
            </a:r>
          </a:p>
          <a:p>
            <a:r>
              <a:t>        }</a:t>
            </a:r>
          </a:p>
          <a:p>
            <a:r>
              <a:t>      ],</a:t>
            </a:r>
          </a:p>
          <a:p>
            <a:r>
              <a:t>      "mode": "verbatim"</a:t>
            </a:r>
          </a:p>
          <a:p>
            <a:r>
              <a:t>    },</a:t>
            </a:r>
          </a:p>
          <a:p>
            <a:r>
              <a:t>    {</a:t>
            </a:r>
          </a:p>
          <a:p>
            <a:r>
              <a:t>      "text": "展開期",</a:t>
            </a:r>
          </a:p>
          <a:p>
            <a:r>
              <a:t>      "refs": [</a:t>
            </a:r>
          </a:p>
          <a:p>
            <a:r>
              <a:t>        {</a:t>
            </a:r>
          </a:p>
          <a:p>
            <a:r>
              <a:t>          "source_id": "s052",</a:t>
            </a:r>
          </a:p>
          <a:p>
            <a:r>
              <a:t>          "quote": "展開期"</a:t>
            </a:r>
          </a:p>
          <a:p>
            <a:r>
              <a:t>        }</a:t>
            </a:r>
          </a:p>
          <a:p>
            <a:r>
              <a:t>      ],</a:t>
            </a:r>
          </a:p>
          <a:p>
            <a:r>
              <a:t>      "mode": "verbatim"</a:t>
            </a:r>
          </a:p>
          <a:p>
            <a:r>
              <a:t>    }</a:t>
            </a:r>
          </a:p>
          <a:p>
            <a:r>
              <a:t>  ],</a:t>
            </a:r>
          </a:p>
          <a:p>
            <a:r>
              <a:t>  "citations": {</a:t>
            </a:r>
          </a:p>
          <a:p>
            <a:r>
              <a:t>    "s052": "Public MIT sample: original fictional research-sharing design section 1"</a:t>
            </a:r>
          </a:p>
          <a:p>
            <a:r>
              <a:t>  },</a:t>
            </a:r>
          </a:p>
          <a:p>
            <a:r>
              <a:t>  "template_license":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null,</a:t>
            </a:r>
          </a:p>
          <a:p>
            <a:r>
              <a:t>  "catalog": "editorial",</a:t>
            </a:r>
          </a:p>
          <a:p>
            <a:r>
              <a:t>  "family": "timeline",</a:t>
            </a:r>
          </a:p>
          <a:p>
            <a:r>
              <a:t>  "structural_variant": "horizontal",</a:t>
            </a:r>
          </a:p>
          <a:p>
            <a:r>
              <a:t>  "repetition_reason": "Catalog inventory: adjacent entries intentionally show every count/orientation for comparison; this is not a presentation sequence.",</a:t>
            </a:r>
          </a:p>
          <a:p>
            <a:r>
              <a:t>  "images": {},</a:t>
            </a:r>
          </a:p>
          <a:p>
            <a:r>
              <a:t>  "template_sha256": "3df8a8efbb7c83de63487f3f0696b5e8c8e2fd05a0631f84fb2ac9c20a8b5717"</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"slide053",</a:t>
            </a:r>
          </a:p>
          <a:p>
            <a:r>
              <a:t>  "origin": "catalog",</a:t>
            </a:r>
          </a:p>
          <a:p>
            <a:r>
              <a:t>  "layout_id": "ed_timeline_vertical_4",</a:t>
            </a:r>
          </a:p>
          <a:p>
            <a:r>
              <a:t>  "variant": "warm",</a:t>
            </a:r>
          </a:p>
          <a:p>
            <a:r>
              <a:t>  "rationale": "Public template fixture; short fictional slot content; no private data.",</a:t>
            </a:r>
          </a:p>
          <a:p>
            <a:r>
              <a:t>  "source_sha256": "c38e01dcb14540e486d5a11ff7b07b6cff9547c6a27e869e7c53a02aada60e2d",</a:t>
            </a:r>
          </a:p>
          <a:p>
            <a:r>
              <a:t>  "evidence": [</a:t>
            </a:r>
          </a:p>
          <a:p>
            <a:r>
              <a:t>    {</a:t>
            </a:r>
          </a:p>
          <a:p>
            <a:r>
              <a:t>      "text": "社内ナレッジを探しやすくする条件",</a:t>
            </a:r>
          </a:p>
          <a:p>
            <a:r>
              <a:t>      "refs": [</a:t>
            </a:r>
          </a:p>
          <a:p>
            <a:r>
              <a:t>        {</a:t>
            </a:r>
          </a:p>
          <a:p>
            <a:r>
              <a:t>          "source_id": "s053",</a:t>
            </a:r>
          </a:p>
          <a:p>
            <a:r>
              <a:t>          "quote": "社内ナレッジを探しやすくする条件"</a:t>
            </a:r>
          </a:p>
          <a:p>
            <a:r>
              <a:t>        }</a:t>
            </a:r>
          </a:p>
          <a:p>
            <a:r>
              <a:t>      ],</a:t>
            </a:r>
          </a:p>
          <a:p>
            <a:r>
              <a:t>      "mode": "verbatim"</a:t>
            </a:r>
          </a:p>
          <a:p>
            <a:r>
              <a:t>    },</a:t>
            </a:r>
          </a:p>
          <a:p>
            <a:r>
              <a:t>    {</a:t>
            </a:r>
          </a:p>
          <a:p>
            <a:r>
              <a:t>      "text": "架空の社内調査。運用条件を整理した所見であり、効果を実証したものではない。",</a:t>
            </a:r>
          </a:p>
          <a:p>
            <a:r>
              <a:t>      "refs": [</a:t>
            </a:r>
          </a:p>
          <a:p>
            <a:r>
              <a:t>        {</a:t>
            </a:r>
          </a:p>
          <a:p>
            <a:r>
              <a:t>          "source_id": "s053",</a:t>
            </a:r>
          </a:p>
          <a:p>
            <a:r>
              <a:t>          "quote": "架空の社内調査。運用条件を整理した所見であり、効果を実証したものではない。"</a:t>
            </a:r>
          </a:p>
          <a:p>
            <a:r>
              <a:t>        }</a:t>
            </a:r>
          </a:p>
          <a:p>
            <a:r>
              <a:t>      ],</a:t>
            </a:r>
          </a:p>
          <a:p>
            <a:r>
              <a:t>      "mode": "verbatim"</a:t>
            </a:r>
          </a:p>
          <a:p>
            <a:r>
              <a:t>    },</a:t>
            </a:r>
          </a:p>
          <a:p>
            <a:r>
              <a:t>    {</a:t>
            </a:r>
          </a:p>
          <a:p>
            <a:r>
              <a:t>      "text": "検索入口を揃える",</a:t>
            </a:r>
          </a:p>
          <a:p>
            <a:r>
              <a:t>      "refs": [</a:t>
            </a:r>
          </a:p>
          <a:p>
            <a:r>
              <a:t>        {</a:t>
            </a:r>
          </a:p>
          <a:p>
            <a:r>
              <a:t>          "source_id": "s053",</a:t>
            </a:r>
          </a:p>
          <a:p>
            <a:r>
              <a:t>          "quote": "検索入口を揃える"</a:t>
            </a:r>
          </a:p>
          <a:p>
            <a:r>
              <a:t>        }</a:t>
            </a:r>
          </a:p>
          <a:p>
            <a:r>
              <a:t>      ],</a:t>
            </a:r>
          </a:p>
          <a:p>
            <a:r>
              <a:t>      "mode": "verbatim"</a:t>
            </a:r>
          </a:p>
          <a:p>
            <a:r>
              <a:t>    },</a:t>
            </a:r>
          </a:p>
          <a:p>
            <a:r>
              <a:t>    {</a:t>
            </a:r>
          </a:p>
          <a:p>
            <a:r>
              <a:t>      "text": "用語を揃え、同じ資料へ辿れる入口を整える。",</a:t>
            </a:r>
          </a:p>
          <a:p>
            <a:r>
              <a:t>      "refs": [</a:t>
            </a:r>
          </a:p>
          <a:p>
            <a:r>
              <a:t>        {</a:t>
            </a:r>
          </a:p>
          <a:p>
            <a:r>
              <a:t>          "source_id": "s053",</a:t>
            </a:r>
          </a:p>
          <a:p>
            <a:r>
              <a:t>          "quote": "用語を揃え、同じ資料へ辿れる入口を整える。"</a:t>
            </a:r>
          </a:p>
          <a:p>
            <a:r>
              <a:t>        }</a:t>
            </a:r>
          </a:p>
          <a:p>
            <a:r>
              <a:t>      ],</a:t>
            </a:r>
          </a:p>
          <a:p>
            <a:r>
              <a:t>      "mode": "verbatim"</a:t>
            </a:r>
          </a:p>
          <a:p>
            <a:r>
              <a:t>    },</a:t>
            </a:r>
          </a:p>
          <a:p>
            <a:r>
              <a:t>    {</a:t>
            </a:r>
          </a:p>
          <a:p>
            <a:r>
              <a:t>      "text": "準備期",</a:t>
            </a:r>
          </a:p>
          <a:p>
            <a:r>
              <a:t>      "refs": [</a:t>
            </a:r>
          </a:p>
          <a:p>
            <a:r>
              <a:t>        {</a:t>
            </a:r>
          </a:p>
          <a:p>
            <a:r>
              <a:t>          "source_id": "s053",</a:t>
            </a:r>
          </a:p>
          <a:p>
            <a:r>
              <a:t>          "quote": "準備期"</a:t>
            </a:r>
          </a:p>
          <a:p>
            <a:r>
              <a:t>        }</a:t>
            </a:r>
          </a:p>
          <a:p>
            <a:r>
              <a:t>      ],</a:t>
            </a:r>
          </a:p>
          <a:p>
            <a:r>
              <a:t>      "mode": "verbatim"</a:t>
            </a:r>
          </a:p>
          <a:p>
            <a:r>
              <a:t>    },</a:t>
            </a:r>
          </a:p>
          <a:p>
            <a:r>
              <a:t>    {</a:t>
            </a:r>
          </a:p>
          <a:p>
            <a:r>
              <a:t>      "text": "根拠まで辿れる",</a:t>
            </a:r>
          </a:p>
          <a:p>
            <a:r>
              <a:t>      "refs": [</a:t>
            </a:r>
          </a:p>
          <a:p>
            <a:r>
              <a:t>        {</a:t>
            </a:r>
          </a:p>
          <a:p>
            <a:r>
              <a:t>          "source_id": "s053",</a:t>
            </a:r>
          </a:p>
          <a:p>
            <a:r>
              <a:t>          "quote": "根拠まで辿れる"</a:t>
            </a:r>
          </a:p>
          <a:p>
            <a:r>
              <a:t>        }</a:t>
            </a:r>
          </a:p>
          <a:p>
            <a:r>
              <a:t>      ],</a:t>
            </a:r>
          </a:p>
          <a:p>
            <a:r>
              <a:t>      "mode": "verbatim"</a:t>
            </a:r>
          </a:p>
          <a:p>
            <a:r>
              <a:t>    },</a:t>
            </a:r>
          </a:p>
          <a:p>
            <a:r>
              <a:t>    {</a:t>
            </a:r>
          </a:p>
          <a:p>
            <a:r>
              <a:t>      "text": "原文の条件と確認日を、要約とともに残す。",</a:t>
            </a:r>
          </a:p>
          <a:p>
            <a:r>
              <a:t>      "refs": [</a:t>
            </a:r>
          </a:p>
          <a:p>
            <a:r>
              <a:t>        {</a:t>
            </a:r>
          </a:p>
          <a:p>
            <a:r>
              <a:t>          "source_id": "s053",</a:t>
            </a:r>
          </a:p>
          <a:p>
            <a:r>
              <a:t>          "quote": "原文の条件と確認日を、要約とともに残す。"</a:t>
            </a:r>
          </a:p>
          <a:p>
            <a:r>
              <a:t>        }</a:t>
            </a:r>
          </a:p>
          <a:p>
            <a:r>
              <a:t>      ],</a:t>
            </a:r>
          </a:p>
          <a:p>
            <a:r>
              <a:t>      "mode": "verbatim"</a:t>
            </a:r>
          </a:p>
          <a:p>
            <a:r>
              <a:t>    },</a:t>
            </a:r>
          </a:p>
          <a:p>
            <a:r>
              <a:t>    {</a:t>
            </a:r>
          </a:p>
          <a:p>
            <a:r>
              <a:t>      "text": "試行期",</a:t>
            </a:r>
          </a:p>
          <a:p>
            <a:r>
              <a:t>      "refs": [</a:t>
            </a:r>
          </a:p>
          <a:p>
            <a:r>
              <a:t>        {</a:t>
            </a:r>
          </a:p>
          <a:p>
            <a:r>
              <a:t>          "source_id": "s053",</a:t>
            </a:r>
          </a:p>
          <a:p>
            <a:r>
              <a:t>          "quote": "試行期"</a:t>
            </a:r>
          </a:p>
          <a:p>
            <a:r>
              <a:t>        }</a:t>
            </a:r>
          </a:p>
          <a:p>
            <a:r>
              <a:t>      ],</a:t>
            </a:r>
          </a:p>
          <a:p>
            <a:r>
              <a:t>      "mode": "verbatim"</a:t>
            </a:r>
          </a:p>
          <a:p>
            <a:r>
              <a:t>    },</a:t>
            </a:r>
          </a:p>
          <a:p>
            <a:r>
              <a:t>    {</a:t>
            </a:r>
          </a:p>
          <a:p>
            <a:r>
              <a:t>      "text": "更新範囲を決める",</a:t>
            </a:r>
          </a:p>
          <a:p>
            <a:r>
              <a:t>      "refs": [</a:t>
            </a:r>
          </a:p>
          <a:p>
            <a:r>
              <a:t>        {</a:t>
            </a:r>
          </a:p>
          <a:p>
            <a:r>
              <a:t>          "source_id": "s053",</a:t>
            </a:r>
          </a:p>
          <a:p>
            <a:r>
              <a:t>          "quote": "更新範囲を決める"</a:t>
            </a:r>
          </a:p>
          <a:p>
            <a:r>
              <a:t>        }</a:t>
            </a:r>
          </a:p>
          <a:p>
            <a:r>
              <a:t>      ],</a:t>
            </a:r>
          </a:p>
          <a:p>
            <a:r>
              <a:t>      "mode": "verbatim"</a:t>
            </a:r>
          </a:p>
          <a:p>
            <a:r>
              <a:t>    },</a:t>
            </a:r>
          </a:p>
          <a:p>
            <a:r>
              <a:t>    {</a:t>
            </a:r>
          </a:p>
          <a:p>
            <a:r>
              <a:t>      "text": "変更頻度に応じて担当と再確認の時期を決める。",</a:t>
            </a:r>
          </a:p>
          <a:p>
            <a:r>
              <a:t>      "refs": [</a:t>
            </a:r>
          </a:p>
          <a:p>
            <a:r>
              <a:t>        {</a:t>
            </a:r>
          </a:p>
          <a:p>
            <a:r>
              <a:t>          "source_id": "s053",</a:t>
            </a:r>
          </a:p>
          <a:p>
            <a:r>
              <a:t>          "quote": "変更頻度に応じて担当と再確認の時期を決める。"</a:t>
            </a:r>
          </a:p>
          <a:p>
            <a:r>
              <a:t>        }</a:t>
            </a:r>
          </a:p>
          <a:p>
            <a:r>
              <a:t>      ],</a:t>
            </a:r>
          </a:p>
          <a:p>
            <a:r>
              <a:t>      "mode": "verbatim"</a:t>
            </a:r>
          </a:p>
          <a:p>
            <a:r>
              <a:t>    },</a:t>
            </a:r>
          </a:p>
          <a:p>
            <a:r>
              <a:t>    {</a:t>
            </a:r>
          </a:p>
          <a:p>
            <a:r>
              <a:t>      "text": "評価期",</a:t>
            </a:r>
          </a:p>
          <a:p>
            <a:r>
              <a:t>      "refs": [</a:t>
            </a:r>
          </a:p>
          <a:p>
            <a:r>
              <a:t>        {</a:t>
            </a:r>
          </a:p>
          <a:p>
            <a:r>
              <a:t>          "source_id": "s053",</a:t>
            </a:r>
          </a:p>
          <a:p>
            <a:r>
              <a:t>          "quote": "評価期"</a:t>
            </a:r>
          </a:p>
          <a:p>
            <a:r>
              <a:t>        }</a:t>
            </a:r>
          </a:p>
          <a:p>
            <a:r>
              <a:t>      ],</a:t>
            </a:r>
          </a:p>
          <a:p>
            <a:r>
              <a:t>      "mode": "verbatim"</a:t>
            </a:r>
          </a:p>
          <a:p>
            <a:r>
              <a:t>    },</a:t>
            </a:r>
          </a:p>
          <a:p>
            <a:r>
              <a:t>    {</a:t>
            </a:r>
          </a:p>
          <a:p>
            <a:r>
              <a:t>      "text": "例外を見える化",</a:t>
            </a:r>
          </a:p>
          <a:p>
            <a:r>
              <a:t>      "refs": [</a:t>
            </a:r>
          </a:p>
          <a:p>
            <a:r>
              <a:t>        {</a:t>
            </a:r>
          </a:p>
          <a:p>
            <a:r>
              <a:t>          "source_id": "s053",</a:t>
            </a:r>
          </a:p>
          <a:p>
            <a:r>
              <a:t>          "quote": "例外を見える化"</a:t>
            </a:r>
          </a:p>
          <a:p>
            <a:r>
              <a:t>        }</a:t>
            </a:r>
          </a:p>
          <a:p>
            <a:r>
              <a:t>      ],</a:t>
            </a:r>
          </a:p>
          <a:p>
            <a:r>
              <a:t>      "mode": "verbatim"</a:t>
            </a:r>
          </a:p>
          <a:p>
            <a:r>
              <a:t>    },</a:t>
            </a:r>
          </a:p>
          <a:p>
            <a:r>
              <a:t>    {</a:t>
            </a:r>
          </a:p>
          <a:p>
            <a:r>
              <a:t>      "text": "適用できない場面も記録し、前提の違いを残す。",</a:t>
            </a:r>
          </a:p>
          <a:p>
            <a:r>
              <a:t>      "refs": [</a:t>
            </a:r>
          </a:p>
          <a:p>
            <a:r>
              <a:t>        {</a:t>
            </a:r>
          </a:p>
          <a:p>
            <a:r>
              <a:t>          "source_id": "s053",</a:t>
            </a:r>
          </a:p>
          <a:p>
            <a:r>
              <a:t>          "quote": "適用できない場面も記録し、前提の違いを残す。"</a:t>
            </a:r>
          </a:p>
          <a:p>
            <a:r>
              <a:t>        }</a:t>
            </a:r>
          </a:p>
          <a:p>
            <a:r>
              <a:t>      ],</a:t>
            </a:r>
          </a:p>
          <a:p>
            <a:r>
              <a:t>      "mode": "verbatim"</a:t>
            </a:r>
          </a:p>
          <a:p>
            <a:r>
              <a:t>    },</a:t>
            </a:r>
          </a:p>
          <a:p>
            <a:r>
              <a:t>    {</a:t>
            </a:r>
          </a:p>
          <a:p>
            <a:r>
              <a:t>      "text": "展開期",</a:t>
            </a:r>
          </a:p>
          <a:p>
            <a:r>
              <a:t>      "refs": [</a:t>
            </a:r>
          </a:p>
          <a:p>
            <a:r>
              <a:t>        {</a:t>
            </a:r>
          </a:p>
          <a:p>
            <a:r>
              <a:t>          "source_id": "s053",</a:t>
            </a:r>
          </a:p>
          <a:p>
            <a:r>
              <a:t>          "quote": "展開期"</a:t>
            </a:r>
          </a:p>
          <a:p>
            <a:r>
              <a:t>        }</a:t>
            </a:r>
          </a:p>
          <a:p>
            <a:r>
              <a:t>      ],</a:t>
            </a:r>
          </a:p>
          <a:p>
            <a:r>
              <a:t>      "mode": "verbatim"</a:t>
            </a:r>
          </a:p>
          <a:p>
            <a:r>
              <a:t>    }</a:t>
            </a:r>
          </a:p>
          <a:p>
            <a:r>
              <a:t>  ],</a:t>
            </a:r>
          </a:p>
          <a:p>
            <a:r>
              <a:t>  "citations": {</a:t>
            </a:r>
          </a:p>
          <a:p>
            <a:r>
              <a:t>    "s053": "Public MIT sample: original fictional research-sharing design section 1"</a:t>
            </a:r>
          </a:p>
          <a:p>
            <a:r>
              <a:t>  },</a:t>
            </a:r>
          </a:p>
          <a:p>
            <a:r>
              <a:t>  "template_license":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null,</a:t>
            </a:r>
          </a:p>
          <a:p>
            <a:r>
              <a:t>  "catalog": "editorial",</a:t>
            </a:r>
          </a:p>
          <a:p>
            <a:r>
              <a:t>  "family": "timeline",</a:t>
            </a:r>
          </a:p>
          <a:p>
            <a:r>
              <a:t>  "structural_variant": "vertical",</a:t>
            </a:r>
          </a:p>
          <a:p>
            <a:r>
              <a:t>  "repetition_reason": "Catalog inventory: adjacent entries intentionally show every count/orientation for comparison; this is not a presentation sequence.",</a:t>
            </a:r>
          </a:p>
          <a:p>
            <a:r>
              <a:t>  "images": {},</a:t>
            </a:r>
          </a:p>
          <a:p>
            <a:r>
              <a:t>  "template_sha256": "95485cd39a302e5f294f5b744b9fbc16199c72bc7d9a421ae4d00f13fd1ab790"</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"slide054",</a:t>
            </a:r>
          </a:p>
          <a:p>
            <a:r>
              <a:t>  "origin": "catalog",</a:t>
            </a:r>
          </a:p>
          <a:p>
            <a:r>
              <a:t>  "layout_id": "ed_metrics_row_2",</a:t>
            </a:r>
          </a:p>
          <a:p>
            <a:r>
              <a:t>  "variant": "warm",</a:t>
            </a:r>
          </a:p>
          <a:p>
            <a:r>
              <a:t>  "rationale": "Public template fixture; short fictional slot content; no private data.",</a:t>
            </a:r>
          </a:p>
          <a:p>
            <a:r>
              <a:t>  "source_sha256": "c38e01dcb14540e486d5a11ff7b07b6cff9547c6a27e869e7c53a02aada60e2d",</a:t>
            </a:r>
          </a:p>
          <a:p>
            <a:r>
              <a:t>  "evidence": [</a:t>
            </a:r>
          </a:p>
          <a:p>
            <a:r>
              <a:t>    {</a:t>
            </a:r>
          </a:p>
          <a:p>
            <a:r>
              <a:t>      "text": "社内ナレッジを探しやすくする条件",</a:t>
            </a:r>
          </a:p>
          <a:p>
            <a:r>
              <a:t>      "refs": [</a:t>
            </a:r>
          </a:p>
          <a:p>
            <a:r>
              <a:t>        {</a:t>
            </a:r>
          </a:p>
          <a:p>
            <a:r>
              <a:t>          "source_id": "s054",</a:t>
            </a:r>
          </a:p>
          <a:p>
            <a:r>
              <a:t>          "quote": "社内ナレッジを探しやすくする条件"</a:t>
            </a:r>
          </a:p>
          <a:p>
            <a:r>
              <a:t>        }</a:t>
            </a:r>
          </a:p>
          <a:p>
            <a:r>
              <a:t>      ],</a:t>
            </a:r>
          </a:p>
          <a:p>
            <a:r>
              <a:t>      "mode": "verbatim"</a:t>
            </a:r>
          </a:p>
          <a:p>
            <a:r>
              <a:t>    },</a:t>
            </a:r>
          </a:p>
          <a:p>
            <a:r>
              <a:t>    {</a:t>
            </a:r>
          </a:p>
          <a:p>
            <a:r>
              <a:t>      "text": "架空集計：資料120件の記載状況。項目間には重複があり、合計を総数として扱わない。",</a:t>
            </a:r>
          </a:p>
          <a:p>
            <a:r>
              <a:t>      "refs": [</a:t>
            </a:r>
          </a:p>
          <a:p>
            <a:r>
              <a:t>        {</a:t>
            </a:r>
          </a:p>
          <a:p>
            <a:r>
              <a:t>          "source_id": "s054",</a:t>
            </a:r>
          </a:p>
          <a:p>
            <a:r>
              <a:t>          "quote": "架空集計：資料120件の記載状況。項目間には重複があり、合計を総数として扱わない。"</a:t>
            </a:r>
          </a:p>
          <a:p>
            <a:r>
              <a:t>        }</a:t>
            </a:r>
          </a:p>
          <a:p>
            <a:r>
              <a:t>      ],</a:t>
            </a:r>
          </a:p>
          <a:p>
            <a:r>
              <a:t>      "mode": "verbatim"</a:t>
            </a:r>
          </a:p>
          <a:p>
            <a:r>
              <a:t>    },</a:t>
            </a:r>
          </a:p>
          <a:p>
            <a:r>
              <a:t>    {</a:t>
            </a:r>
          </a:p>
          <a:p>
            <a:r>
              <a:t>      "text": "対象範囲の記載",</a:t>
            </a:r>
          </a:p>
          <a:p>
            <a:r>
              <a:t>      "refs": [</a:t>
            </a:r>
          </a:p>
          <a:p>
            <a:r>
              <a:t>        {</a:t>
            </a:r>
          </a:p>
          <a:p>
            <a:r>
              <a:t>          "source_id": "s054",</a:t>
            </a:r>
          </a:p>
          <a:p>
            <a:r>
              <a:t>          "quote": "対象範囲の記載"</a:t>
            </a:r>
          </a:p>
          <a:p>
            <a:r>
              <a:t>        }</a:t>
            </a:r>
          </a:p>
          <a:p>
            <a:r>
              <a:t>      ],</a:t>
            </a:r>
          </a:p>
          <a:p>
            <a:r>
              <a:t>      "mode": "verbatim"</a:t>
            </a:r>
          </a:p>
          <a:p>
            <a:r>
              <a:t>    },</a:t>
            </a:r>
          </a:p>
          <a:p>
            <a:r>
              <a:t>    {</a:t>
            </a:r>
          </a:p>
          <a:p>
            <a:r>
              <a:t>      "text": "適用できる業務範囲が記載された文書。",</a:t>
            </a:r>
          </a:p>
          <a:p>
            <a:r>
              <a:t>      "refs": [</a:t>
            </a:r>
          </a:p>
          <a:p>
            <a:r>
              <a:t>        {</a:t>
            </a:r>
          </a:p>
          <a:p>
            <a:r>
              <a:t>          "source_id": "s054",</a:t>
            </a:r>
          </a:p>
          <a:p>
            <a:r>
              <a:t>          "quote": "適用できる業務範囲が記載された文書。"</a:t>
            </a:r>
          </a:p>
          <a:p>
            <a:r>
              <a:t>        }</a:t>
            </a:r>
          </a:p>
          <a:p>
            <a:r>
              <a:t>      ],</a:t>
            </a:r>
          </a:p>
          <a:p>
            <a:r>
              <a:t>      "mode": "verbatim"</a:t>
            </a:r>
          </a:p>
          <a:p>
            <a:r>
              <a:t>    },</a:t>
            </a:r>
          </a:p>
          <a:p>
            <a:r>
              <a:t>    {</a:t>
            </a:r>
          </a:p>
          <a:p>
            <a:r>
              <a:t>      "text": "確認担当の記載",</a:t>
            </a:r>
          </a:p>
          <a:p>
            <a:r>
              <a:t>      "refs": [</a:t>
            </a:r>
          </a:p>
          <a:p>
            <a:r>
              <a:t>        {</a:t>
            </a:r>
          </a:p>
          <a:p>
            <a:r>
              <a:t>          "source_id": "s054",</a:t>
            </a:r>
          </a:p>
          <a:p>
            <a:r>
              <a:t>          "quote": "確認担当の記載"</a:t>
            </a:r>
          </a:p>
          <a:p>
            <a:r>
              <a:t>        }</a:t>
            </a:r>
          </a:p>
          <a:p>
            <a:r>
              <a:t>      ],</a:t>
            </a:r>
          </a:p>
          <a:p>
            <a:r>
              <a:t>      "mode": "verbatim"</a:t>
            </a:r>
          </a:p>
          <a:p>
            <a:r>
              <a:t>    },</a:t>
            </a:r>
          </a:p>
          <a:p>
            <a:r>
              <a:t>    {</a:t>
            </a:r>
          </a:p>
          <a:p>
            <a:r>
              <a:t>      "text": "内容を確認する担当が記載された文書。",</a:t>
            </a:r>
          </a:p>
          <a:p>
            <a:r>
              <a:t>      "refs": [</a:t>
            </a:r>
          </a:p>
          <a:p>
            <a:r>
              <a:t>        {</a:t>
            </a:r>
          </a:p>
          <a:p>
            <a:r>
              <a:t>          "source_id": "s054",</a:t>
            </a:r>
          </a:p>
          <a:p>
            <a:r>
              <a:t>          "quote": "内容を確認する担当が記載された文書。"</a:t>
            </a:r>
          </a:p>
          <a:p>
            <a:r>
              <a:t>        }</a:t>
            </a:r>
          </a:p>
          <a:p>
            <a:r>
              <a:t>      ],</a:t>
            </a:r>
          </a:p>
          <a:p>
            <a:r>
              <a:t>      "mode": "verbatim"</a:t>
            </a:r>
          </a:p>
          <a:p>
            <a:r>
              <a:t>    },</a:t>
            </a:r>
          </a:p>
          <a:p>
            <a:r>
              <a:t>    {</a:t>
            </a:r>
          </a:p>
          <a:p>
            <a:r>
              <a:t>      "value": 120.0,</a:t>
            </a:r>
          </a:p>
          <a:p>
            <a:r>
              <a:t>      "refs": [</a:t>
            </a:r>
          </a:p>
          <a:p>
            <a:r>
              <a:t>        {</a:t>
            </a:r>
          </a:p>
          <a:p>
            <a:r>
              <a:t>          "source_id": "s054",</a:t>
            </a:r>
          </a:p>
          <a:p>
            <a:r>
              <a:t>          "quote": "120"</a:t>
            </a:r>
          </a:p>
          <a:p>
            <a:r>
              <a:t>        }</a:t>
            </a:r>
          </a:p>
          <a:p>
            <a:r>
              <a:t>      ]</a:t>
            </a:r>
          </a:p>
          <a:p>
            <a:r>
              <a:t>    },</a:t>
            </a:r>
          </a:p>
          <a:p>
            <a:r>
              <a:t>    {</a:t>
            </a:r>
          </a:p>
          <a:p>
            <a:r>
              <a:t>      "value": 84.0,</a:t>
            </a:r>
          </a:p>
          <a:p>
            <a:r>
              <a:t>      "refs": [</a:t>
            </a:r>
          </a:p>
          <a:p>
            <a:r>
              <a:t>        {</a:t>
            </a:r>
          </a:p>
          <a:p>
            <a:r>
              <a:t>          "source_id": "s054",</a:t>
            </a:r>
          </a:p>
          <a:p>
            <a:r>
              <a:t>          "quote": "84"</a:t>
            </a:r>
          </a:p>
          <a:p>
            <a:r>
              <a:t>        }</a:t>
            </a:r>
          </a:p>
          <a:p>
            <a:r>
              <a:t>      ]</a:t>
            </a:r>
          </a:p>
          <a:p>
            <a:r>
              <a:t>    }</a:t>
            </a:r>
          </a:p>
          <a:p>
            <a:r>
              <a:t>  ],</a:t>
            </a:r>
          </a:p>
          <a:p>
            <a:r>
              <a:t>  "citations": {</a:t>
            </a:r>
          </a:p>
          <a:p>
            <a:r>
              <a:t>    "s054": "Public MIT sample: original fictional research-sharing design section 1"</a:t>
            </a:r>
          </a:p>
          <a:p>
            <a:r>
              <a:t>  },</a:t>
            </a:r>
          </a:p>
          <a:p>
            <a:r>
              <a:t>  "template_license":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null,</a:t>
            </a:r>
          </a:p>
          <a:p>
            <a:r>
              <a:t>  "catalog": "editorial",</a:t>
            </a:r>
          </a:p>
          <a:p>
            <a:r>
              <a:t>  "family": "metrics",</a:t>
            </a:r>
          </a:p>
          <a:p>
            <a:r>
              <a:t>  "structural_variant": "row",</a:t>
            </a:r>
          </a:p>
          <a:p>
            <a:r>
              <a:t>  "repetition_reason": "Catalog inventory: adjacent entries intentionally show every count/orientation for comparison; this is not a presentation sequence.",</a:t>
            </a:r>
          </a:p>
          <a:p>
            <a:r>
              <a:t>  "images": {},</a:t>
            </a:r>
          </a:p>
          <a:p>
            <a:r>
              <a:t>  "template_sha256": "6b5ddddfa412b4bae9b29e0de107e6db1b537c1e58db66a5c1ff0fa9913b1667"</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"slide055",</a:t>
            </a:r>
          </a:p>
          <a:p>
            <a:r>
              <a:t>  "origin": "catalog",</a:t>
            </a:r>
          </a:p>
          <a:p>
            <a:r>
              <a:t>  "layout_id": "ed_metrics_row_3",</a:t>
            </a:r>
          </a:p>
          <a:p>
            <a:r>
              <a:t>  "variant": "warm",</a:t>
            </a:r>
          </a:p>
          <a:p>
            <a:r>
              <a:t>  "rationale": "Public template fixture; short fictional slot content; no private data.",</a:t>
            </a:r>
          </a:p>
          <a:p>
            <a:r>
              <a:t>  "source_sha256": "c38e01dcb14540e486d5a11ff7b07b6cff9547c6a27e869e7c53a02aada60e2d",</a:t>
            </a:r>
          </a:p>
          <a:p>
            <a:r>
              <a:t>  "evidence": [</a:t>
            </a:r>
          </a:p>
          <a:p>
            <a:r>
              <a:t>    {</a:t>
            </a:r>
          </a:p>
          <a:p>
            <a:r>
              <a:t>      "text": "社内ナレッジを探しやすくする条件",</a:t>
            </a:r>
          </a:p>
          <a:p>
            <a:r>
              <a:t>      "refs": [</a:t>
            </a:r>
          </a:p>
          <a:p>
            <a:r>
              <a:t>        {</a:t>
            </a:r>
          </a:p>
          <a:p>
            <a:r>
              <a:t>          "source_id": "s055",</a:t>
            </a:r>
          </a:p>
          <a:p>
            <a:r>
              <a:t>          "quote": "社内ナレッジを探しやすくする条件"</a:t>
            </a:r>
          </a:p>
          <a:p>
            <a:r>
              <a:t>        }</a:t>
            </a:r>
          </a:p>
          <a:p>
            <a:r>
              <a:t>      ],</a:t>
            </a:r>
          </a:p>
          <a:p>
            <a:r>
              <a:t>      "mode": "verbatim"</a:t>
            </a:r>
          </a:p>
          <a:p>
            <a:r>
              <a:t>    },</a:t>
            </a:r>
          </a:p>
          <a:p>
            <a:r>
              <a:t>    {</a:t>
            </a:r>
          </a:p>
          <a:p>
            <a:r>
              <a:t>      "text": "架空集計：資料120件の記載状況。項目間には重複があり、合計を総数として扱わない。",</a:t>
            </a:r>
          </a:p>
          <a:p>
            <a:r>
              <a:t>      "refs": [</a:t>
            </a:r>
          </a:p>
          <a:p>
            <a:r>
              <a:t>        {</a:t>
            </a:r>
          </a:p>
          <a:p>
            <a:r>
              <a:t>          "source_id": "s055",</a:t>
            </a:r>
          </a:p>
          <a:p>
            <a:r>
              <a:t>          "quote": "架空集計：資料120件の記載状況。項目間には重複があり、合計を総数として扱わない。"</a:t>
            </a:r>
          </a:p>
          <a:p>
            <a:r>
              <a:t>        }</a:t>
            </a:r>
          </a:p>
          <a:p>
            <a:r>
              <a:t>      ],</a:t>
            </a:r>
          </a:p>
          <a:p>
            <a:r>
              <a:t>      "mode": "verbatim"</a:t>
            </a:r>
          </a:p>
          <a:p>
            <a:r>
              <a:t>    },</a:t>
            </a:r>
          </a:p>
          <a:p>
            <a:r>
              <a:t>    {</a:t>
            </a:r>
          </a:p>
          <a:p>
            <a:r>
              <a:t>      "text": "対象範囲の記載",</a:t>
            </a:r>
          </a:p>
          <a:p>
            <a:r>
              <a:t>      "refs": [</a:t>
            </a:r>
          </a:p>
          <a:p>
            <a:r>
              <a:t>        {</a:t>
            </a:r>
          </a:p>
          <a:p>
            <a:r>
              <a:t>          "source_id": "s055",</a:t>
            </a:r>
          </a:p>
          <a:p>
            <a:r>
              <a:t>          "quote": "対象範囲の記載"</a:t>
            </a:r>
          </a:p>
          <a:p>
            <a:r>
              <a:t>        }</a:t>
            </a:r>
          </a:p>
          <a:p>
            <a:r>
              <a:t>      ],</a:t>
            </a:r>
          </a:p>
          <a:p>
            <a:r>
              <a:t>      "mode": "verbatim"</a:t>
            </a:r>
          </a:p>
          <a:p>
            <a:r>
              <a:t>    },</a:t>
            </a:r>
          </a:p>
          <a:p>
            <a:r>
              <a:t>    {</a:t>
            </a:r>
          </a:p>
          <a:p>
            <a:r>
              <a:t>      "text": "適用できる業務範囲が記載された文書。",</a:t>
            </a:r>
          </a:p>
          <a:p>
            <a:r>
              <a:t>      "refs": [</a:t>
            </a:r>
          </a:p>
          <a:p>
            <a:r>
              <a:t>        {</a:t>
            </a:r>
          </a:p>
          <a:p>
            <a:r>
              <a:t>          "source_id": "s055",</a:t>
            </a:r>
          </a:p>
          <a:p>
            <a:r>
              <a:t>          "quote": "適用できる業務範囲が記載された文書。"</a:t>
            </a:r>
          </a:p>
          <a:p>
            <a:r>
              <a:t>        }</a:t>
            </a:r>
          </a:p>
          <a:p>
            <a:r>
              <a:t>      ],</a:t>
            </a:r>
          </a:p>
          <a:p>
            <a:r>
              <a:t>      "mode": "verbatim"</a:t>
            </a:r>
          </a:p>
          <a:p>
            <a:r>
              <a:t>    },</a:t>
            </a:r>
          </a:p>
          <a:p>
            <a:r>
              <a:t>    {</a:t>
            </a:r>
          </a:p>
          <a:p>
            <a:r>
              <a:t>      "text": "確認担当の記載",</a:t>
            </a:r>
          </a:p>
          <a:p>
            <a:r>
              <a:t>      "refs": [</a:t>
            </a:r>
          </a:p>
          <a:p>
            <a:r>
              <a:t>        {</a:t>
            </a:r>
          </a:p>
          <a:p>
            <a:r>
              <a:t>          "source_id": "s055",</a:t>
            </a:r>
          </a:p>
          <a:p>
            <a:r>
              <a:t>          "quote": "確認担当の記載"</a:t>
            </a:r>
          </a:p>
          <a:p>
            <a:r>
              <a:t>        }</a:t>
            </a:r>
          </a:p>
          <a:p>
            <a:r>
              <a:t>      ],</a:t>
            </a:r>
          </a:p>
          <a:p>
            <a:r>
              <a:t>      "mode": "verbatim"</a:t>
            </a:r>
          </a:p>
          <a:p>
            <a:r>
              <a:t>    },</a:t>
            </a:r>
          </a:p>
          <a:p>
            <a:r>
              <a:t>    {</a:t>
            </a:r>
          </a:p>
          <a:p>
            <a:r>
              <a:t>      "text": "内容を確認する担当が記載された文書。",</a:t>
            </a:r>
          </a:p>
          <a:p>
            <a:r>
              <a:t>      "refs": [</a:t>
            </a:r>
          </a:p>
          <a:p>
            <a:r>
              <a:t>        {</a:t>
            </a:r>
          </a:p>
          <a:p>
            <a:r>
              <a:t>          "source_id": "s055",</a:t>
            </a:r>
          </a:p>
          <a:p>
            <a:r>
              <a:t>          "quote": "内容を確認する担当が記載された文書。"</a:t>
            </a:r>
          </a:p>
          <a:p>
            <a:r>
              <a:t>        }</a:t>
            </a:r>
          </a:p>
          <a:p>
            <a:r>
              <a:t>      ],</a:t>
            </a:r>
          </a:p>
          <a:p>
            <a:r>
              <a:t>      "mode": "verbatim"</a:t>
            </a:r>
          </a:p>
          <a:p>
            <a:r>
              <a:t>    },</a:t>
            </a:r>
          </a:p>
          <a:p>
            <a:r>
              <a:t>    {</a:t>
            </a:r>
          </a:p>
          <a:p>
            <a:r>
              <a:t>      "text": "更新日の記載",</a:t>
            </a:r>
          </a:p>
          <a:p>
            <a:r>
              <a:t>      "refs": [</a:t>
            </a:r>
          </a:p>
          <a:p>
            <a:r>
              <a:t>        {</a:t>
            </a:r>
          </a:p>
          <a:p>
            <a:r>
              <a:t>          "source_id": "s055",</a:t>
            </a:r>
          </a:p>
          <a:p>
            <a:r>
              <a:t>          "quote": "更新日の記載"</a:t>
            </a:r>
          </a:p>
          <a:p>
            <a:r>
              <a:t>        }</a:t>
            </a:r>
          </a:p>
          <a:p>
            <a:r>
              <a:t>      ],</a:t>
            </a:r>
          </a:p>
          <a:p>
            <a:r>
              <a:t>      "mode": "verbatim"</a:t>
            </a:r>
          </a:p>
          <a:p>
            <a:r>
              <a:t>    },</a:t>
            </a:r>
          </a:p>
          <a:p>
            <a:r>
              <a:t>    {</a:t>
            </a:r>
          </a:p>
          <a:p>
            <a:r>
              <a:t>      "text": "原文の最終確認日が記載された文書。",</a:t>
            </a:r>
          </a:p>
          <a:p>
            <a:r>
              <a:t>      "refs": [</a:t>
            </a:r>
          </a:p>
          <a:p>
            <a:r>
              <a:t>        {</a:t>
            </a:r>
          </a:p>
          <a:p>
            <a:r>
              <a:t>          "source_id": "s055",</a:t>
            </a:r>
          </a:p>
          <a:p>
            <a:r>
              <a:t>          "quote": "原文の最終確認日が記載された文書。"</a:t>
            </a:r>
          </a:p>
          <a:p>
            <a:r>
              <a:t>        }</a:t>
            </a:r>
          </a:p>
          <a:p>
            <a:r>
              <a:t>      ],</a:t>
            </a:r>
          </a:p>
          <a:p>
            <a:r>
              <a:t>      "mode": "verbatim"</a:t>
            </a:r>
          </a:p>
          <a:p>
            <a:r>
              <a:t>    },</a:t>
            </a:r>
          </a:p>
          <a:p>
            <a:r>
              <a:t>    {</a:t>
            </a:r>
          </a:p>
          <a:p>
            <a:r>
              <a:t>      "value": 120.0,</a:t>
            </a:r>
          </a:p>
          <a:p>
            <a:r>
              <a:t>      "refs": [</a:t>
            </a:r>
          </a:p>
          <a:p>
            <a:r>
              <a:t>        {</a:t>
            </a:r>
          </a:p>
          <a:p>
            <a:r>
              <a:t>          "source_id": "s055",</a:t>
            </a:r>
          </a:p>
          <a:p>
            <a:r>
              <a:t>          "quote": "120"</a:t>
            </a:r>
          </a:p>
          <a:p>
            <a:r>
              <a:t>        }</a:t>
            </a:r>
          </a:p>
          <a:p>
            <a:r>
              <a:t>      ]</a:t>
            </a:r>
          </a:p>
          <a:p>
            <a:r>
              <a:t>    },</a:t>
            </a:r>
          </a:p>
          <a:p>
            <a:r>
              <a:t>    {</a:t>
            </a:r>
          </a:p>
          <a:p>
            <a:r>
              <a:t>      "value": 84.0,</a:t>
            </a:r>
          </a:p>
          <a:p>
            <a:r>
              <a:t>      "refs": [</a:t>
            </a:r>
          </a:p>
          <a:p>
            <a:r>
              <a:t>        {</a:t>
            </a:r>
          </a:p>
          <a:p>
            <a:r>
              <a:t>          "source_id": "s055",</a:t>
            </a:r>
          </a:p>
          <a:p>
            <a:r>
              <a:t>          "quote": "84"</a:t>
            </a:r>
          </a:p>
          <a:p>
            <a:r>
              <a:t>        }</a:t>
            </a:r>
          </a:p>
          <a:p>
            <a:r>
              <a:t>      ]</a:t>
            </a:r>
          </a:p>
          <a:p>
            <a:r>
              <a:t>    },</a:t>
            </a:r>
          </a:p>
          <a:p>
            <a:r>
              <a:t>    {</a:t>
            </a:r>
          </a:p>
          <a:p>
            <a:r>
              <a:t>      "value": 24.0,</a:t>
            </a:r>
          </a:p>
          <a:p>
            <a:r>
              <a:t>      "refs": [</a:t>
            </a:r>
          </a:p>
          <a:p>
            <a:r>
              <a:t>        {</a:t>
            </a:r>
          </a:p>
          <a:p>
            <a:r>
              <a:t>          "source_id": "s055",</a:t>
            </a:r>
          </a:p>
          <a:p>
            <a:r>
              <a:t>          "quote": "24"</a:t>
            </a:r>
          </a:p>
          <a:p>
            <a:r>
              <a:t>        }</a:t>
            </a:r>
          </a:p>
          <a:p>
            <a:r>
              <a:t>      ]</a:t>
            </a:r>
          </a:p>
          <a:p>
            <a:r>
              <a:t>    }</a:t>
            </a:r>
          </a:p>
          <a:p>
            <a:r>
              <a:t>  ],</a:t>
            </a:r>
          </a:p>
          <a:p>
            <a:r>
              <a:t>  "citations": {</a:t>
            </a:r>
          </a:p>
          <a:p>
            <a:r>
              <a:t>    "s055": "Public MIT sample: original fictional research-sharing design section 1"</a:t>
            </a:r>
          </a:p>
          <a:p>
            <a:r>
              <a:t>  },</a:t>
            </a:r>
          </a:p>
          <a:p>
            <a:r>
              <a:t>  "template_license":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null,</a:t>
            </a:r>
          </a:p>
          <a:p>
            <a:r>
              <a:t>  "catalog": "editorial",</a:t>
            </a:r>
          </a:p>
          <a:p>
            <a:r>
              <a:t>  "family": "metrics",</a:t>
            </a:r>
          </a:p>
          <a:p>
            <a:r>
              <a:t>  "structural_variant": "row",</a:t>
            </a:r>
          </a:p>
          <a:p>
            <a:r>
              <a:t>  "repetition_reason": "Catalog inventory: adjacent entries intentionally show every count/orientation for comparison; this is not a presentation sequence.",</a:t>
            </a:r>
          </a:p>
          <a:p>
            <a:r>
              <a:t>  "images": {},</a:t>
            </a:r>
          </a:p>
          <a:p>
            <a:r>
              <a:t>  "template_sha256": "08ca6b9b36a4222e7a87f066d223106ca50a9865829118de99ad4c33d80ab09b"</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"slide056",</a:t>
            </a:r>
          </a:p>
          <a:p>
            <a:r>
              <a:t>  "origin": "catalog",</a:t>
            </a:r>
          </a:p>
          <a:p>
            <a:r>
              <a:t>  "layout_id": "ed_metrics_row_4",</a:t>
            </a:r>
          </a:p>
          <a:p>
            <a:r>
              <a:t>  "variant": "warm",</a:t>
            </a:r>
          </a:p>
          <a:p>
            <a:r>
              <a:t>  "rationale": "Public template fixture; short fictional slot content; no private data.",</a:t>
            </a:r>
          </a:p>
          <a:p>
            <a:r>
              <a:t>  "source_sha256": "c38e01dcb14540e486d5a11ff7b07b6cff9547c6a27e869e7c53a02aada60e2d",</a:t>
            </a:r>
          </a:p>
          <a:p>
            <a:r>
              <a:t>  "evidence": [</a:t>
            </a:r>
          </a:p>
          <a:p>
            <a:r>
              <a:t>    {</a:t>
            </a:r>
          </a:p>
          <a:p>
            <a:r>
              <a:t>      "text": "社内ナレッジを探しやすくする条件",</a:t>
            </a:r>
          </a:p>
          <a:p>
            <a:r>
              <a:t>      "refs": [</a:t>
            </a:r>
          </a:p>
          <a:p>
            <a:r>
              <a:t>        {</a:t>
            </a:r>
          </a:p>
          <a:p>
            <a:r>
              <a:t>          "source_id": "s056",</a:t>
            </a:r>
          </a:p>
          <a:p>
            <a:r>
              <a:t>          "quote": "社内ナレッジを探しやすくする条件"</a:t>
            </a:r>
          </a:p>
          <a:p>
            <a:r>
              <a:t>        }</a:t>
            </a:r>
          </a:p>
          <a:p>
            <a:r>
              <a:t>      ],</a:t>
            </a:r>
          </a:p>
          <a:p>
            <a:r>
              <a:t>      "mode": "verbatim"</a:t>
            </a:r>
          </a:p>
          <a:p>
            <a:r>
              <a:t>    },</a:t>
            </a:r>
          </a:p>
          <a:p>
            <a:r>
              <a:t>    {</a:t>
            </a:r>
          </a:p>
          <a:p>
            <a:r>
              <a:t>      "text": "架空集計：資料120件の記載状況。項目間には重複があり、合計を総数として扱わない。",</a:t>
            </a:r>
          </a:p>
          <a:p>
            <a:r>
              <a:t>      "refs": [</a:t>
            </a:r>
          </a:p>
          <a:p>
            <a:r>
              <a:t>        {</a:t>
            </a:r>
          </a:p>
          <a:p>
            <a:r>
              <a:t>          "source_id": "s056",</a:t>
            </a:r>
          </a:p>
          <a:p>
            <a:r>
              <a:t>          "quote": "架空集計：資料120件の記載状況。項目間には重複があり、合計を総数として扱わない。"</a:t>
            </a:r>
          </a:p>
          <a:p>
            <a:r>
              <a:t>        }</a:t>
            </a:r>
          </a:p>
          <a:p>
            <a:r>
              <a:t>      ],</a:t>
            </a:r>
          </a:p>
          <a:p>
            <a:r>
              <a:t>      "mode": "verbatim"</a:t>
            </a:r>
          </a:p>
          <a:p>
            <a:r>
              <a:t>    },</a:t>
            </a:r>
          </a:p>
          <a:p>
            <a:r>
              <a:t>    {</a:t>
            </a:r>
          </a:p>
          <a:p>
            <a:r>
              <a:t>      "text": "対象範囲の記載",</a:t>
            </a:r>
          </a:p>
          <a:p>
            <a:r>
              <a:t>      "refs": [</a:t>
            </a:r>
          </a:p>
          <a:p>
            <a:r>
              <a:t>        {</a:t>
            </a:r>
          </a:p>
          <a:p>
            <a:r>
              <a:t>          "source_id": "s056",</a:t>
            </a:r>
          </a:p>
          <a:p>
            <a:r>
              <a:t>          "quote": "対象範囲の記載"</a:t>
            </a:r>
          </a:p>
          <a:p>
            <a:r>
              <a:t>        }</a:t>
            </a:r>
          </a:p>
          <a:p>
            <a:r>
              <a:t>      ],</a:t>
            </a:r>
          </a:p>
          <a:p>
            <a:r>
              <a:t>      "mode": "verbatim"</a:t>
            </a:r>
          </a:p>
          <a:p>
            <a:r>
              <a:t>    },</a:t>
            </a:r>
          </a:p>
          <a:p>
            <a:r>
              <a:t>    {</a:t>
            </a:r>
          </a:p>
          <a:p>
            <a:r>
              <a:t>      "text": "適用できる業務範囲が記載された文書。",</a:t>
            </a:r>
          </a:p>
          <a:p>
            <a:r>
              <a:t>      "refs": [</a:t>
            </a:r>
          </a:p>
          <a:p>
            <a:r>
              <a:t>        {</a:t>
            </a:r>
          </a:p>
          <a:p>
            <a:r>
              <a:t>          "source_id": "s056",</a:t>
            </a:r>
          </a:p>
          <a:p>
            <a:r>
              <a:t>          "quote": "適用できる業務範囲が記載された文書。"</a:t>
            </a:r>
          </a:p>
          <a:p>
            <a:r>
              <a:t>        }</a:t>
            </a:r>
          </a:p>
          <a:p>
            <a:r>
              <a:t>      ],</a:t>
            </a:r>
          </a:p>
          <a:p>
            <a:r>
              <a:t>      "mode": "verbatim"</a:t>
            </a:r>
          </a:p>
          <a:p>
            <a:r>
              <a:t>    },</a:t>
            </a:r>
          </a:p>
          <a:p>
            <a:r>
              <a:t>    {</a:t>
            </a:r>
          </a:p>
          <a:p>
            <a:r>
              <a:t>      "text": "確認担当の記載",</a:t>
            </a:r>
          </a:p>
          <a:p>
            <a:r>
              <a:t>      "refs": [</a:t>
            </a:r>
          </a:p>
          <a:p>
            <a:r>
              <a:t>        {</a:t>
            </a:r>
          </a:p>
          <a:p>
            <a:r>
              <a:t>          "source_id": "s056",</a:t>
            </a:r>
          </a:p>
          <a:p>
            <a:r>
              <a:t>          "quote": "確認担当の記載"</a:t>
            </a:r>
          </a:p>
          <a:p>
            <a:r>
              <a:t>        }</a:t>
            </a:r>
          </a:p>
          <a:p>
            <a:r>
              <a:t>      ],</a:t>
            </a:r>
          </a:p>
          <a:p>
            <a:r>
              <a:t>      "mode": "verbatim"</a:t>
            </a:r>
          </a:p>
          <a:p>
            <a:r>
              <a:t>    },</a:t>
            </a:r>
          </a:p>
          <a:p>
            <a:r>
              <a:t>    {</a:t>
            </a:r>
          </a:p>
          <a:p>
            <a:r>
              <a:t>      "text": "内容を確認する担当が記載された文書。",</a:t>
            </a:r>
          </a:p>
          <a:p>
            <a:r>
              <a:t>      "refs": [</a:t>
            </a:r>
          </a:p>
          <a:p>
            <a:r>
              <a:t>        {</a:t>
            </a:r>
          </a:p>
          <a:p>
            <a:r>
              <a:t>          "source_id": "s056",</a:t>
            </a:r>
          </a:p>
          <a:p>
            <a:r>
              <a:t>          "quote": "内容を確認する担当が記載された文書。"</a:t>
            </a:r>
          </a:p>
          <a:p>
            <a:r>
              <a:t>        }</a:t>
            </a:r>
          </a:p>
          <a:p>
            <a:r>
              <a:t>      ],</a:t>
            </a:r>
          </a:p>
          <a:p>
            <a:r>
              <a:t>      "mode": "verbatim"</a:t>
            </a:r>
          </a:p>
          <a:p>
            <a:r>
              <a:t>    },</a:t>
            </a:r>
          </a:p>
          <a:p>
            <a:r>
              <a:t>    {</a:t>
            </a:r>
          </a:p>
          <a:p>
            <a:r>
              <a:t>      "text": "更新日の記載",</a:t>
            </a:r>
          </a:p>
          <a:p>
            <a:r>
              <a:t>      "refs": [</a:t>
            </a:r>
          </a:p>
          <a:p>
            <a:r>
              <a:t>        {</a:t>
            </a:r>
          </a:p>
          <a:p>
            <a:r>
              <a:t>          "source_id": "s056",</a:t>
            </a:r>
          </a:p>
          <a:p>
            <a:r>
              <a:t>          "quote": "更新日の記載"</a:t>
            </a:r>
          </a:p>
          <a:p>
            <a:r>
              <a:t>        }</a:t>
            </a:r>
          </a:p>
          <a:p>
            <a:r>
              <a:t>      ],</a:t>
            </a:r>
          </a:p>
          <a:p>
            <a:r>
              <a:t>      "mode": "verbatim"</a:t>
            </a:r>
          </a:p>
          <a:p>
            <a:r>
              <a:t>    },</a:t>
            </a:r>
          </a:p>
          <a:p>
            <a:r>
              <a:t>    {</a:t>
            </a:r>
          </a:p>
          <a:p>
            <a:r>
              <a:t>      "text": "原文の最終確認日が記載された文書。",</a:t>
            </a:r>
          </a:p>
          <a:p>
            <a:r>
              <a:t>      "refs": [</a:t>
            </a:r>
          </a:p>
          <a:p>
            <a:r>
              <a:t>        {</a:t>
            </a:r>
          </a:p>
          <a:p>
            <a:r>
              <a:t>          "source_id": "s056",</a:t>
            </a:r>
          </a:p>
          <a:p>
            <a:r>
              <a:t>          "quote": "原文の最終確認日が記載された文書。"</a:t>
            </a:r>
          </a:p>
          <a:p>
            <a:r>
              <a:t>        }</a:t>
            </a:r>
          </a:p>
          <a:p>
            <a:r>
              <a:t>      ],</a:t>
            </a:r>
          </a:p>
          <a:p>
            <a:r>
              <a:t>      "mode": "verbatim"</a:t>
            </a:r>
          </a:p>
          <a:p>
            <a:r>
              <a:t>    },</a:t>
            </a:r>
          </a:p>
          <a:p>
            <a:r>
              <a:t>    {</a:t>
            </a:r>
          </a:p>
          <a:p>
            <a:r>
              <a:t>      "text": "留保条件の記載",</a:t>
            </a:r>
          </a:p>
          <a:p>
            <a:r>
              <a:t>      "refs": [</a:t>
            </a:r>
          </a:p>
          <a:p>
            <a:r>
              <a:t>        {</a:t>
            </a:r>
          </a:p>
          <a:p>
            <a:r>
              <a:t>          "source_id": "s056",</a:t>
            </a:r>
          </a:p>
          <a:p>
            <a:r>
              <a:t>          "quote": "留保条件の記載"</a:t>
            </a:r>
          </a:p>
          <a:p>
            <a:r>
              <a:t>        }</a:t>
            </a:r>
          </a:p>
          <a:p>
            <a:r>
              <a:t>      ],</a:t>
            </a:r>
          </a:p>
          <a:p>
            <a:r>
              <a:t>      "mode": "verbatim"</a:t>
            </a:r>
          </a:p>
          <a:p>
            <a:r>
              <a:t>    },</a:t>
            </a:r>
          </a:p>
          <a:p>
            <a:r>
              <a:t>    {</a:t>
            </a:r>
          </a:p>
          <a:p>
            <a:r>
              <a:t>      "text": "未検証の条件や対象外の場面を記載した文書。",</a:t>
            </a:r>
          </a:p>
          <a:p>
            <a:r>
              <a:t>      "refs": [</a:t>
            </a:r>
          </a:p>
          <a:p>
            <a:r>
              <a:t>        {</a:t>
            </a:r>
          </a:p>
          <a:p>
            <a:r>
              <a:t>          "source_id": "s056",</a:t>
            </a:r>
          </a:p>
          <a:p>
            <a:r>
              <a:t>          "quote": "未検証の条件や対象外の場面を記載した文書。"</a:t>
            </a:r>
          </a:p>
          <a:p>
            <a:r>
              <a:t>        }</a:t>
            </a:r>
          </a:p>
          <a:p>
            <a:r>
              <a:t>      ],</a:t>
            </a:r>
          </a:p>
          <a:p>
            <a:r>
              <a:t>      "mode": "verbatim"</a:t>
            </a:r>
          </a:p>
          <a:p>
            <a:r>
              <a:t>    },</a:t>
            </a:r>
          </a:p>
          <a:p>
            <a:r>
              <a:t>    {</a:t>
            </a:r>
          </a:p>
          <a:p>
            <a:r>
              <a:t>      "value": 120.0,</a:t>
            </a:r>
          </a:p>
          <a:p>
            <a:r>
              <a:t>      "refs": [</a:t>
            </a:r>
          </a:p>
          <a:p>
            <a:r>
              <a:t>        {</a:t>
            </a:r>
          </a:p>
          <a:p>
            <a:r>
              <a:t>          "source_id": "s056",</a:t>
            </a:r>
          </a:p>
          <a:p>
            <a:r>
              <a:t>          "quote": "120"</a:t>
            </a:r>
          </a:p>
          <a:p>
            <a:r>
              <a:t>        }</a:t>
            </a:r>
          </a:p>
          <a:p>
            <a:r>
              <a:t>      ]</a:t>
            </a:r>
          </a:p>
          <a:p>
            <a:r>
              <a:t>    },</a:t>
            </a:r>
          </a:p>
          <a:p>
            <a:r>
              <a:t>    {</a:t>
            </a:r>
          </a:p>
          <a:p>
            <a:r>
              <a:t>      "value": 84.0,</a:t>
            </a:r>
          </a:p>
          <a:p>
            <a:r>
              <a:t>      "refs": [</a:t>
            </a:r>
          </a:p>
          <a:p>
            <a:r>
              <a:t>        {</a:t>
            </a:r>
          </a:p>
          <a:p>
            <a:r>
              <a:t>          "source_id": "s056",</a:t>
            </a:r>
          </a:p>
          <a:p>
            <a:r>
              <a:t>          "quote": "84"</a:t>
            </a:r>
          </a:p>
          <a:p>
            <a:r>
              <a:t>        }</a:t>
            </a:r>
          </a:p>
          <a:p>
            <a:r>
              <a:t>      ]</a:t>
            </a:r>
          </a:p>
          <a:p>
            <a:r>
              <a:t>    },</a:t>
            </a:r>
          </a:p>
          <a:p>
            <a:r>
              <a:t>    {</a:t>
            </a:r>
          </a:p>
          <a:p>
            <a:r>
              <a:t>      "value": 24.0,</a:t>
            </a:r>
          </a:p>
          <a:p>
            <a:r>
              <a:t>      "refs": [</a:t>
            </a:r>
          </a:p>
          <a:p>
            <a:r>
              <a:t>        {</a:t>
            </a:r>
          </a:p>
          <a:p>
            <a:r>
              <a:t>          "source_id": "s056",</a:t>
            </a:r>
          </a:p>
          <a:p>
            <a:r>
              <a:t>          "quote": "24"</a:t>
            </a:r>
          </a:p>
          <a:p>
            <a:r>
              <a:t>        }</a:t>
            </a:r>
          </a:p>
          <a:p>
            <a:r>
              <a:t>      ]</a:t>
            </a:r>
          </a:p>
          <a:p>
            <a:r>
              <a:t>    },</a:t>
            </a:r>
          </a:p>
          <a:p>
            <a:r>
              <a:t>    {</a:t>
            </a:r>
          </a:p>
          <a:p>
            <a:r>
              <a:t>      "value": 12.0,</a:t>
            </a:r>
          </a:p>
          <a:p>
            <a:r>
              <a:t>      "refs": [</a:t>
            </a:r>
          </a:p>
          <a:p>
            <a:r>
              <a:t>        {</a:t>
            </a:r>
          </a:p>
          <a:p>
            <a:r>
              <a:t>          "source_id": "s056",</a:t>
            </a:r>
          </a:p>
          <a:p>
            <a:r>
              <a:t>          "quote": "12"</a:t>
            </a:r>
          </a:p>
          <a:p>
            <a:r>
              <a:t>        }</a:t>
            </a:r>
          </a:p>
          <a:p>
            <a:r>
              <a:t>      ]</a:t>
            </a:r>
          </a:p>
          <a:p>
            <a:r>
              <a:t>    }</a:t>
            </a:r>
          </a:p>
          <a:p>
            <a:r>
              <a:t>  ],</a:t>
            </a:r>
          </a:p>
          <a:p>
            <a:r>
              <a:t>  "citations": {</a:t>
            </a:r>
          </a:p>
          <a:p>
            <a:r>
              <a:t>    "s056": "Public MIT sample: original fictional research-sharing design section 1"</a:t>
            </a:r>
          </a:p>
          <a:p>
            <a:r>
              <a:t>  },</a:t>
            </a:r>
          </a:p>
          <a:p>
            <a:r>
              <a:t>  "template_license":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null,</a:t>
            </a:r>
          </a:p>
          <a:p>
            <a:r>
              <a:t>  "catalog": "editorial",</a:t>
            </a:r>
          </a:p>
          <a:p>
            <a:r>
              <a:t>  "family": "metrics",</a:t>
            </a:r>
          </a:p>
          <a:p>
            <a:r>
              <a:t>  "structural_variant": "row",</a:t>
            </a:r>
          </a:p>
          <a:p>
            <a:r>
              <a:t>  "repetition_reason": "Catalog inventory: adjacent entries intentionally show every count/orientation for comparison; this is not a presentation sequence.",</a:t>
            </a:r>
          </a:p>
          <a:p>
            <a:r>
              <a:t>  "images": {},</a:t>
            </a:r>
          </a:p>
          <a:p>
            <a:r>
              <a:t>  "template_sha256": "0ebb3e36fb7b95aa014a6fcdf26fed39ce7dde4e6c5a2f2d786cca01afb97cc6"</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"slide057",</a:t>
            </a:r>
          </a:p>
          <a:p>
            <a:r>
              <a:t>  "origin": "catalog",</a:t>
            </a:r>
          </a:p>
          <a:p>
            <a:r>
              <a:t>  "layout_id": "ed_metrics_stack_3",</a:t>
            </a:r>
          </a:p>
          <a:p>
            <a:r>
              <a:t>  "variant": "warm",</a:t>
            </a:r>
          </a:p>
          <a:p>
            <a:r>
              <a:t>  "rationale": "Public template fixture; short fictional slot content; no private data.",</a:t>
            </a:r>
          </a:p>
          <a:p>
            <a:r>
              <a:t>  "source_sha256": "c38e01dcb14540e486d5a11ff7b07b6cff9547c6a27e869e7c53a02aada60e2d",</a:t>
            </a:r>
          </a:p>
          <a:p>
            <a:r>
              <a:t>  "evidence": [</a:t>
            </a:r>
          </a:p>
          <a:p>
            <a:r>
              <a:t>    {</a:t>
            </a:r>
          </a:p>
          <a:p>
            <a:r>
              <a:t>      "text": "社内ナレッジを探しやすくする条件",</a:t>
            </a:r>
          </a:p>
          <a:p>
            <a:r>
              <a:t>      "refs": [</a:t>
            </a:r>
          </a:p>
          <a:p>
            <a:r>
              <a:t>        {</a:t>
            </a:r>
          </a:p>
          <a:p>
            <a:r>
              <a:t>          "source_id": "s057",</a:t>
            </a:r>
          </a:p>
          <a:p>
            <a:r>
              <a:t>          "quote": "社内ナレッジを探しやすくする条件"</a:t>
            </a:r>
          </a:p>
          <a:p>
            <a:r>
              <a:t>        }</a:t>
            </a:r>
          </a:p>
          <a:p>
            <a:r>
              <a:t>      ],</a:t>
            </a:r>
          </a:p>
          <a:p>
            <a:r>
              <a:t>      "mode": "verbatim"</a:t>
            </a:r>
          </a:p>
          <a:p>
            <a:r>
              <a:t>    },</a:t>
            </a:r>
          </a:p>
          <a:p>
            <a:r>
              <a:t>    {</a:t>
            </a:r>
          </a:p>
          <a:p>
            <a:r>
              <a:t>      "text": "架空集計：資料120件の記載状況。項目間には重複があり、合計を総数として扱わない。",</a:t>
            </a:r>
          </a:p>
          <a:p>
            <a:r>
              <a:t>      "refs": [</a:t>
            </a:r>
          </a:p>
          <a:p>
            <a:r>
              <a:t>        {</a:t>
            </a:r>
          </a:p>
          <a:p>
            <a:r>
              <a:t>          "source_id": "s057",</a:t>
            </a:r>
          </a:p>
          <a:p>
            <a:r>
              <a:t>          "quote": "架空集計：資料120件の記載状況。項目間には重複があり、合計を総数として扱わない。"</a:t>
            </a:r>
          </a:p>
          <a:p>
            <a:r>
              <a:t>        }</a:t>
            </a:r>
          </a:p>
          <a:p>
            <a:r>
              <a:t>      ],</a:t>
            </a:r>
          </a:p>
          <a:p>
            <a:r>
              <a:t>      "mode": "verbatim"</a:t>
            </a:r>
          </a:p>
          <a:p>
            <a:r>
              <a:t>    },</a:t>
            </a:r>
          </a:p>
          <a:p>
            <a:r>
              <a:t>    {</a:t>
            </a:r>
          </a:p>
          <a:p>
            <a:r>
              <a:t>      "text": "対象範囲の記載",</a:t>
            </a:r>
          </a:p>
          <a:p>
            <a:r>
              <a:t>      "refs": [</a:t>
            </a:r>
          </a:p>
          <a:p>
            <a:r>
              <a:t>        {</a:t>
            </a:r>
          </a:p>
          <a:p>
            <a:r>
              <a:t>          "source_id": "s057",</a:t>
            </a:r>
          </a:p>
          <a:p>
            <a:r>
              <a:t>          "quote": "対象範囲の記載"</a:t>
            </a:r>
          </a:p>
          <a:p>
            <a:r>
              <a:t>        }</a:t>
            </a:r>
          </a:p>
          <a:p>
            <a:r>
              <a:t>      ],</a:t>
            </a:r>
          </a:p>
          <a:p>
            <a:r>
              <a:t>      "mode": "verbatim"</a:t>
            </a:r>
          </a:p>
          <a:p>
            <a:r>
              <a:t>    },</a:t>
            </a:r>
          </a:p>
          <a:p>
            <a:r>
              <a:t>    {</a:t>
            </a:r>
          </a:p>
          <a:p>
            <a:r>
              <a:t>      "text": "適用できる業務範囲が記載された文書。",</a:t>
            </a:r>
          </a:p>
          <a:p>
            <a:r>
              <a:t>      "refs": [</a:t>
            </a:r>
          </a:p>
          <a:p>
            <a:r>
              <a:t>        {</a:t>
            </a:r>
          </a:p>
          <a:p>
            <a:r>
              <a:t>          "source_id": "s057",</a:t>
            </a:r>
          </a:p>
          <a:p>
            <a:r>
              <a:t>          "quote": "適用できる業務範囲が記載された文書。"</a:t>
            </a:r>
          </a:p>
          <a:p>
            <a:r>
              <a:t>        }</a:t>
            </a:r>
          </a:p>
          <a:p>
            <a:r>
              <a:t>      ],</a:t>
            </a:r>
          </a:p>
          <a:p>
            <a:r>
              <a:t>      "mode": "verbatim"</a:t>
            </a:r>
          </a:p>
          <a:p>
            <a:r>
              <a:t>    },</a:t>
            </a:r>
          </a:p>
          <a:p>
            <a:r>
              <a:t>    {</a:t>
            </a:r>
          </a:p>
          <a:p>
            <a:r>
              <a:t>      "text": "確認担当の記載",</a:t>
            </a:r>
          </a:p>
          <a:p>
            <a:r>
              <a:t>      "refs": [</a:t>
            </a:r>
          </a:p>
          <a:p>
            <a:r>
              <a:t>        {</a:t>
            </a:r>
          </a:p>
          <a:p>
            <a:r>
              <a:t>          "source_id": "s057",</a:t>
            </a:r>
          </a:p>
          <a:p>
            <a:r>
              <a:t>          "quote": "確認担当の記載"</a:t>
            </a:r>
          </a:p>
          <a:p>
            <a:r>
              <a:t>        }</a:t>
            </a:r>
          </a:p>
          <a:p>
            <a:r>
              <a:t>      ],</a:t>
            </a:r>
          </a:p>
          <a:p>
            <a:r>
              <a:t>      "mode": "verbatim"</a:t>
            </a:r>
          </a:p>
          <a:p>
            <a:r>
              <a:t>    },</a:t>
            </a:r>
          </a:p>
          <a:p>
            <a:r>
              <a:t>    {</a:t>
            </a:r>
          </a:p>
          <a:p>
            <a:r>
              <a:t>      "text": "内容を確認する担当が記載された文書。",</a:t>
            </a:r>
          </a:p>
          <a:p>
            <a:r>
              <a:t>      "refs": [</a:t>
            </a:r>
          </a:p>
          <a:p>
            <a:r>
              <a:t>        {</a:t>
            </a:r>
          </a:p>
          <a:p>
            <a:r>
              <a:t>          "source_id": "s057",</a:t>
            </a:r>
          </a:p>
          <a:p>
            <a:r>
              <a:t>          "quote": "内容を確認する担当が記載された文書。"</a:t>
            </a:r>
          </a:p>
          <a:p>
            <a:r>
              <a:t>        }</a:t>
            </a:r>
          </a:p>
          <a:p>
            <a:r>
              <a:t>      ],</a:t>
            </a:r>
          </a:p>
          <a:p>
            <a:r>
              <a:t>      "mode": "verbatim"</a:t>
            </a:r>
          </a:p>
          <a:p>
            <a:r>
              <a:t>    },</a:t>
            </a:r>
          </a:p>
          <a:p>
            <a:r>
              <a:t>    {</a:t>
            </a:r>
          </a:p>
          <a:p>
            <a:r>
              <a:t>      "text": "更新日の記載",</a:t>
            </a:r>
          </a:p>
          <a:p>
            <a:r>
              <a:t>      "refs": [</a:t>
            </a:r>
          </a:p>
          <a:p>
            <a:r>
              <a:t>        {</a:t>
            </a:r>
          </a:p>
          <a:p>
            <a:r>
              <a:t>          "source_id": "s057",</a:t>
            </a:r>
          </a:p>
          <a:p>
            <a:r>
              <a:t>          "quote": "更新日の記載"</a:t>
            </a:r>
          </a:p>
          <a:p>
            <a:r>
              <a:t>        }</a:t>
            </a:r>
          </a:p>
          <a:p>
            <a:r>
              <a:t>      ],</a:t>
            </a:r>
          </a:p>
          <a:p>
            <a:r>
              <a:t>      "mode": "verbatim"</a:t>
            </a:r>
          </a:p>
          <a:p>
            <a:r>
              <a:t>    },</a:t>
            </a:r>
          </a:p>
          <a:p>
            <a:r>
              <a:t>    {</a:t>
            </a:r>
          </a:p>
          <a:p>
            <a:r>
              <a:t>      "text": "原文の最終確認日が記載された文書。",</a:t>
            </a:r>
          </a:p>
          <a:p>
            <a:r>
              <a:t>      "refs": [</a:t>
            </a:r>
          </a:p>
          <a:p>
            <a:r>
              <a:t>        {</a:t>
            </a:r>
          </a:p>
          <a:p>
            <a:r>
              <a:t>          "source_id": "s057",</a:t>
            </a:r>
          </a:p>
          <a:p>
            <a:r>
              <a:t>          "quote": "原文の最終確認日が記載された文書。"</a:t>
            </a:r>
          </a:p>
          <a:p>
            <a:r>
              <a:t>        }</a:t>
            </a:r>
          </a:p>
          <a:p>
            <a:r>
              <a:t>      ],</a:t>
            </a:r>
          </a:p>
          <a:p>
            <a:r>
              <a:t>      "mode": "verbatim"</a:t>
            </a:r>
          </a:p>
          <a:p>
            <a:r>
              <a:t>    },</a:t>
            </a:r>
          </a:p>
          <a:p>
            <a:r>
              <a:t>    {</a:t>
            </a:r>
          </a:p>
          <a:p>
            <a:r>
              <a:t>      "value": 120.0,</a:t>
            </a:r>
          </a:p>
          <a:p>
            <a:r>
              <a:t>      "refs": [</a:t>
            </a:r>
          </a:p>
          <a:p>
            <a:r>
              <a:t>        {</a:t>
            </a:r>
          </a:p>
          <a:p>
            <a:r>
              <a:t>          "source_id": "s057",</a:t>
            </a:r>
          </a:p>
          <a:p>
            <a:r>
              <a:t>          "quote": "120"</a:t>
            </a:r>
          </a:p>
          <a:p>
            <a:r>
              <a:t>        }</a:t>
            </a:r>
          </a:p>
          <a:p>
            <a:r>
              <a:t>      ]</a:t>
            </a:r>
          </a:p>
          <a:p>
            <a:r>
              <a:t>    },</a:t>
            </a:r>
          </a:p>
          <a:p>
            <a:r>
              <a:t>    {</a:t>
            </a:r>
          </a:p>
          <a:p>
            <a:r>
              <a:t>      "value": 84.0,</a:t>
            </a:r>
          </a:p>
          <a:p>
            <a:r>
              <a:t>      "refs": [</a:t>
            </a:r>
          </a:p>
          <a:p>
            <a:r>
              <a:t>        {</a:t>
            </a:r>
          </a:p>
          <a:p>
            <a:r>
              <a:t>          "source_id": "s057",</a:t>
            </a:r>
          </a:p>
          <a:p>
            <a:r>
              <a:t>          "quote": "84"</a:t>
            </a:r>
          </a:p>
          <a:p>
            <a:r>
              <a:t>        }</a:t>
            </a:r>
          </a:p>
          <a:p>
            <a:r>
              <a:t>      ]</a:t>
            </a:r>
          </a:p>
          <a:p>
            <a:r>
              <a:t>    },</a:t>
            </a:r>
          </a:p>
          <a:p>
            <a:r>
              <a:t>    {</a:t>
            </a:r>
          </a:p>
          <a:p>
            <a:r>
              <a:t>      "value": 24.0,</a:t>
            </a:r>
          </a:p>
          <a:p>
            <a:r>
              <a:t>      "refs": [</a:t>
            </a:r>
          </a:p>
          <a:p>
            <a:r>
              <a:t>        {</a:t>
            </a:r>
          </a:p>
          <a:p>
            <a:r>
              <a:t>          "source_id": "s057",</a:t>
            </a:r>
          </a:p>
          <a:p>
            <a:r>
              <a:t>          "quote": "24"</a:t>
            </a:r>
          </a:p>
          <a:p>
            <a:r>
              <a:t>        }</a:t>
            </a:r>
          </a:p>
          <a:p>
            <a:r>
              <a:t>      ]</a:t>
            </a:r>
          </a:p>
          <a:p>
            <a:r>
              <a:t>    }</a:t>
            </a:r>
          </a:p>
          <a:p>
            <a:r>
              <a:t>  ],</a:t>
            </a:r>
          </a:p>
          <a:p>
            <a:r>
              <a:t>  "citations": {</a:t>
            </a:r>
          </a:p>
          <a:p>
            <a:r>
              <a:t>    "s057": "Public MIT sample: original fictional research-sharing design section 1"</a:t>
            </a:r>
          </a:p>
          <a:p>
            <a:r>
              <a:t>  },</a:t>
            </a:r>
          </a:p>
          <a:p>
            <a:r>
              <a:t>  "template_license":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null,</a:t>
            </a:r>
          </a:p>
          <a:p>
            <a:r>
              <a:t>  "catalog": "editorial",</a:t>
            </a:r>
          </a:p>
          <a:p>
            <a:r>
              <a:t>  "family": "metrics",</a:t>
            </a:r>
          </a:p>
          <a:p>
            <a:r>
              <a:t>  "structural_variant": "stack",</a:t>
            </a:r>
          </a:p>
          <a:p>
            <a:r>
              <a:t>  "repetition_reason": "Catalog inventory: adjacent entries intentionally show every count/orientation for comparison; this is not a presentation sequence.",</a:t>
            </a:r>
          </a:p>
          <a:p>
            <a:r>
              <a:t>  "images": {},</a:t>
            </a:r>
          </a:p>
          <a:p>
            <a:r>
              <a:t>  "template_sha256": "1b95d8bb099c3d660f5ebdb4f8639b02ee25bd767d40c55eca15ff9917247195"</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"slide058",</a:t>
            </a:r>
          </a:p>
          <a:p>
            <a:r>
              <a:t>  "origin": "catalog",</a:t>
            </a:r>
          </a:p>
          <a:p>
            <a:r>
              <a:t>  "layout_id": "ed_metrics_breakdown_top_3",</a:t>
            </a:r>
          </a:p>
          <a:p>
            <a:r>
              <a:t>  "variant": "warm",</a:t>
            </a:r>
          </a:p>
          <a:p>
            <a:r>
              <a:t>  "rationale": "Public template fixture; short fictional slot content; no private data.",</a:t>
            </a:r>
          </a:p>
          <a:p>
            <a:r>
              <a:t>  "source_sha256": "c38e01dcb14540e486d5a11ff7b07b6cff9547c6a27e869e7c53a02aada60e2d",</a:t>
            </a:r>
          </a:p>
          <a:p>
            <a:r>
              <a:t>  "evidence": [</a:t>
            </a:r>
          </a:p>
          <a:p>
            <a:r>
              <a:t>    {</a:t>
            </a:r>
          </a:p>
          <a:p>
            <a:r>
              <a:t>      "text": "社内ナレッジを探しやすくする条件",</a:t>
            </a:r>
          </a:p>
          <a:p>
            <a:r>
              <a:t>      "refs": [</a:t>
            </a:r>
          </a:p>
          <a:p>
            <a:r>
              <a:t>        {</a:t>
            </a:r>
          </a:p>
          <a:p>
            <a:r>
              <a:t>          "source_id": "s058",</a:t>
            </a:r>
          </a:p>
          <a:p>
            <a:r>
              <a:t>          "quote": "社内ナレッジを探しやすくする条件"</a:t>
            </a:r>
          </a:p>
          <a:p>
            <a:r>
              <a:t>        }</a:t>
            </a:r>
          </a:p>
          <a:p>
            <a:r>
              <a:t>      ],</a:t>
            </a:r>
          </a:p>
          <a:p>
            <a:r>
              <a:t>      "mode": "verbatim"</a:t>
            </a:r>
          </a:p>
          <a:p>
            <a:r>
              <a:t>    },</a:t>
            </a:r>
          </a:p>
          <a:p>
            <a:r>
              <a:t>    {</a:t>
            </a:r>
          </a:p>
          <a:p>
            <a:r>
              <a:t>      "text": "架空の資料一覧を、相互に重ならない確認状態で整理した例。業務への効果は未検証。",</a:t>
            </a:r>
          </a:p>
          <a:p>
            <a:r>
              <a:t>      "refs": [</a:t>
            </a:r>
          </a:p>
          <a:p>
            <a:r>
              <a:t>        {</a:t>
            </a:r>
          </a:p>
          <a:p>
            <a:r>
              <a:t>          "source_id": "s058",</a:t>
            </a:r>
          </a:p>
          <a:p>
            <a:r>
              <a:t>          "quote": "架空の資料一覧を、相互に重ならない確認状態で整理した例。業務への効果は未検証。"</a:t>
            </a:r>
          </a:p>
          <a:p>
            <a:r>
              <a:t>        }</a:t>
            </a:r>
          </a:p>
          <a:p>
            <a:r>
              <a:t>      ],</a:t>
            </a:r>
          </a:p>
          <a:p>
            <a:r>
              <a:t>      "mode": "verbatim"</a:t>
            </a:r>
          </a:p>
          <a:p>
            <a:r>
              <a:t>    },</a:t>
            </a:r>
          </a:p>
          <a:p>
            <a:r>
              <a:t>    {</a:t>
            </a:r>
          </a:p>
          <a:p>
            <a:r>
              <a:t>      "text": "対象資料の総数",</a:t>
            </a:r>
          </a:p>
          <a:p>
            <a:r>
              <a:t>      "refs": [</a:t>
            </a:r>
          </a:p>
          <a:p>
            <a:r>
              <a:t>        {</a:t>
            </a:r>
          </a:p>
          <a:p>
            <a:r>
              <a:t>          "source_id": "s058",</a:t>
            </a:r>
          </a:p>
          <a:p>
            <a:r>
              <a:t>          "quote": "対象資料の総数"</a:t>
            </a:r>
          </a:p>
          <a:p>
            <a:r>
              <a:t>        }</a:t>
            </a:r>
          </a:p>
          <a:p>
            <a:r>
              <a:t>      ],</a:t>
            </a:r>
          </a:p>
          <a:p>
            <a:r>
              <a:t>      "mode": "verbatim"</a:t>
            </a:r>
          </a:p>
          <a:p>
            <a:r>
              <a:t>    },</a:t>
            </a:r>
          </a:p>
          <a:p>
            <a:r>
              <a:t>    {</a:t>
            </a:r>
          </a:p>
          <a:p>
            <a:r>
              <a:t>      "text": "各資料を一つの状態に分類した架空の棚卸し。",</a:t>
            </a:r>
          </a:p>
          <a:p>
            <a:r>
              <a:t>      "refs": [</a:t>
            </a:r>
          </a:p>
          <a:p>
            <a:r>
              <a:t>        {</a:t>
            </a:r>
          </a:p>
          <a:p>
            <a:r>
              <a:t>          "source_id": "s058",</a:t>
            </a:r>
          </a:p>
          <a:p>
            <a:r>
              <a:t>          "quote": "各資料を一つの状態に分類した架空の棚卸し。"</a:t>
            </a:r>
          </a:p>
          <a:p>
            <a:r>
              <a:t>        }</a:t>
            </a:r>
          </a:p>
          <a:p>
            <a:r>
              <a:t>      ],</a:t>
            </a:r>
          </a:p>
          <a:p>
            <a:r>
              <a:t>      "mode": "verbatim"</a:t>
            </a:r>
          </a:p>
          <a:p>
            <a:r>
              <a:t>    },</a:t>
            </a:r>
          </a:p>
          <a:p>
            <a:r>
              <a:t>    {</a:t>
            </a:r>
          </a:p>
          <a:p>
            <a:r>
              <a:t>      "text": "確認済み",</a:t>
            </a:r>
          </a:p>
          <a:p>
            <a:r>
              <a:t>      "refs": [</a:t>
            </a:r>
          </a:p>
          <a:p>
            <a:r>
              <a:t>        {</a:t>
            </a:r>
          </a:p>
          <a:p>
            <a:r>
              <a:t>          "source_id": "s058",</a:t>
            </a:r>
          </a:p>
          <a:p>
            <a:r>
              <a:t>          "quote": "確認済み"</a:t>
            </a:r>
          </a:p>
          <a:p>
            <a:r>
              <a:t>        }</a:t>
            </a:r>
          </a:p>
          <a:p>
            <a:r>
              <a:t>      ],</a:t>
            </a:r>
          </a:p>
          <a:p>
            <a:r>
              <a:t>      "mode": "verbatim"</a:t>
            </a:r>
          </a:p>
          <a:p>
            <a:r>
              <a:t>    },</a:t>
            </a:r>
          </a:p>
          <a:p>
            <a:r>
              <a:t>    {</a:t>
            </a:r>
          </a:p>
          <a:p>
            <a:r>
              <a:t>      "text": "対象範囲と担当を確認済み。",</a:t>
            </a:r>
          </a:p>
          <a:p>
            <a:r>
              <a:t>      "refs": [</a:t>
            </a:r>
          </a:p>
          <a:p>
            <a:r>
              <a:t>        {</a:t>
            </a:r>
          </a:p>
          <a:p>
            <a:r>
              <a:t>          "source_id": "s058",</a:t>
            </a:r>
          </a:p>
          <a:p>
            <a:r>
              <a:t>          "quote": "対象範囲と担当を確認済み。"</a:t>
            </a:r>
          </a:p>
          <a:p>
            <a:r>
              <a:t>        }</a:t>
            </a:r>
          </a:p>
          <a:p>
            <a:r>
              <a:t>      ],</a:t>
            </a:r>
          </a:p>
          <a:p>
            <a:r>
              <a:t>      "mode": "verbatim"</a:t>
            </a:r>
          </a:p>
          <a:p>
            <a:r>
              <a:t>    },</a:t>
            </a:r>
          </a:p>
          <a:p>
            <a:r>
              <a:t>    {</a:t>
            </a:r>
          </a:p>
          <a:p>
            <a:r>
              <a:t>      "text": "要確認",</a:t>
            </a:r>
          </a:p>
          <a:p>
            <a:r>
              <a:t>      "refs": [</a:t>
            </a:r>
          </a:p>
          <a:p>
            <a:r>
              <a:t>        {</a:t>
            </a:r>
          </a:p>
          <a:p>
            <a:r>
              <a:t>          "source_id": "s058",</a:t>
            </a:r>
          </a:p>
          <a:p>
            <a:r>
              <a:t>          "quote": "要確認"</a:t>
            </a:r>
          </a:p>
          <a:p>
            <a:r>
              <a:t>        }</a:t>
            </a:r>
          </a:p>
          <a:p>
            <a:r>
              <a:t>      ],</a:t>
            </a:r>
          </a:p>
          <a:p>
            <a:r>
              <a:t>      "mode": "verbatim"</a:t>
            </a:r>
          </a:p>
          <a:p>
            <a:r>
              <a:t>    },</a:t>
            </a:r>
          </a:p>
          <a:p>
            <a:r>
              <a:t>    {</a:t>
            </a:r>
          </a:p>
          <a:p>
            <a:r>
              <a:t>      "text": "条件か確認日の照合が必要。",</a:t>
            </a:r>
          </a:p>
          <a:p>
            <a:r>
              <a:t>      "refs": [</a:t>
            </a:r>
          </a:p>
          <a:p>
            <a:r>
              <a:t>        {</a:t>
            </a:r>
          </a:p>
          <a:p>
            <a:r>
              <a:t>          "source_id": "s058",</a:t>
            </a:r>
          </a:p>
          <a:p>
            <a:r>
              <a:t>          "quote": "条件か確認日の照合が必要。"</a:t>
            </a:r>
          </a:p>
          <a:p>
            <a:r>
              <a:t>        }</a:t>
            </a:r>
          </a:p>
          <a:p>
            <a:r>
              <a:t>      ],</a:t>
            </a:r>
          </a:p>
          <a:p>
            <a:r>
              <a:t>      "mode": "verbatim"</a:t>
            </a:r>
          </a:p>
          <a:p>
            <a:r>
              <a:t>    },</a:t>
            </a:r>
          </a:p>
          <a:p>
            <a:r>
              <a:t>    {</a:t>
            </a:r>
          </a:p>
          <a:p>
            <a:r>
              <a:t>      "text": "更新予定",</a:t>
            </a:r>
          </a:p>
          <a:p>
            <a:r>
              <a:t>      "refs": [</a:t>
            </a:r>
          </a:p>
          <a:p>
            <a:r>
              <a:t>        {</a:t>
            </a:r>
          </a:p>
          <a:p>
            <a:r>
              <a:t>          "source_id": "s058",</a:t>
            </a:r>
          </a:p>
          <a:p>
            <a:r>
              <a:t>          "quote": "更新予定"</a:t>
            </a:r>
          </a:p>
          <a:p>
            <a:r>
              <a:t>        }</a:t>
            </a:r>
          </a:p>
          <a:p>
            <a:r>
              <a:t>      ],</a:t>
            </a:r>
          </a:p>
          <a:p>
            <a:r>
              <a:t>      "mode": "verbatim"</a:t>
            </a:r>
          </a:p>
          <a:p>
            <a:r>
              <a:t>    },</a:t>
            </a:r>
          </a:p>
          <a:p>
            <a:r>
              <a:t>    {</a:t>
            </a:r>
          </a:p>
          <a:p>
            <a:r>
              <a:t>      "text": "改訂の予定を登録済み。",</a:t>
            </a:r>
          </a:p>
          <a:p>
            <a:r>
              <a:t>      "refs": [</a:t>
            </a:r>
          </a:p>
          <a:p>
            <a:r>
              <a:t>        {</a:t>
            </a:r>
          </a:p>
          <a:p>
            <a:r>
              <a:t>          "source_id": "s058",</a:t>
            </a:r>
          </a:p>
          <a:p>
            <a:r>
              <a:t>          "quote": "改訂の予定を登録済み。"</a:t>
            </a:r>
          </a:p>
          <a:p>
            <a:r>
              <a:t>        }</a:t>
            </a:r>
          </a:p>
          <a:p>
            <a:r>
              <a:t>      ],</a:t>
            </a:r>
          </a:p>
          <a:p>
            <a:r>
              <a:t>      "mode": "verbatim"</a:t>
            </a:r>
          </a:p>
          <a:p>
            <a:r>
              <a:t>    },</a:t>
            </a:r>
          </a:p>
          <a:p>
            <a:r>
              <a:t>    {</a:t>
            </a:r>
          </a:p>
          <a:p>
            <a:r>
              <a:t>      "value": 120.0,</a:t>
            </a:r>
          </a:p>
          <a:p>
            <a:r>
              <a:t>      "refs": [</a:t>
            </a:r>
          </a:p>
          <a:p>
            <a:r>
              <a:t>        {</a:t>
            </a:r>
          </a:p>
          <a:p>
            <a:r>
              <a:t>          "source_id": "s058",</a:t>
            </a:r>
          </a:p>
          <a:p>
            <a:r>
              <a:t>          "quote": "120"</a:t>
            </a:r>
          </a:p>
          <a:p>
            <a:r>
              <a:t>        }</a:t>
            </a:r>
          </a:p>
          <a:p>
            <a:r>
              <a:t>      ]</a:t>
            </a:r>
          </a:p>
          <a:p>
            <a:r>
              <a:t>    },</a:t>
            </a:r>
          </a:p>
          <a:p>
            <a:r>
              <a:t>    {</a:t>
            </a:r>
          </a:p>
          <a:p>
            <a:r>
              <a:t>      "value": 84.0,</a:t>
            </a:r>
          </a:p>
          <a:p>
            <a:r>
              <a:t>      "refs": [</a:t>
            </a:r>
          </a:p>
          <a:p>
            <a:r>
              <a:t>        {</a:t>
            </a:r>
          </a:p>
          <a:p>
            <a:r>
              <a:t>          "source_id": "s058",</a:t>
            </a:r>
          </a:p>
          <a:p>
            <a:r>
              <a:t>          "quote": "84"</a:t>
            </a:r>
          </a:p>
          <a:p>
            <a:r>
              <a:t>        }</a:t>
            </a:r>
          </a:p>
          <a:p>
            <a:r>
              <a:t>      ]</a:t>
            </a:r>
          </a:p>
          <a:p>
            <a:r>
              <a:t>    },</a:t>
            </a:r>
          </a:p>
          <a:p>
            <a:r>
              <a:t>    {</a:t>
            </a:r>
          </a:p>
          <a:p>
            <a:r>
              <a:t>      "value": 24.0,</a:t>
            </a:r>
          </a:p>
          <a:p>
            <a:r>
              <a:t>      "refs": [</a:t>
            </a:r>
          </a:p>
          <a:p>
            <a:r>
              <a:t>        {</a:t>
            </a:r>
          </a:p>
          <a:p>
            <a:r>
              <a:t>          "source_id": "s058",</a:t>
            </a:r>
          </a:p>
          <a:p>
            <a:r>
              <a:t>          "quote": "24"</a:t>
            </a:r>
          </a:p>
          <a:p>
            <a:r>
              <a:t>        }</a:t>
            </a:r>
          </a:p>
          <a:p>
            <a:r>
              <a:t>      ]</a:t>
            </a:r>
          </a:p>
          <a:p>
            <a:r>
              <a:t>    },</a:t>
            </a:r>
          </a:p>
          <a:p>
            <a:r>
              <a:t>    {</a:t>
            </a:r>
          </a:p>
          <a:p>
            <a:r>
              <a:t>      "value": 12.0,</a:t>
            </a:r>
          </a:p>
          <a:p>
            <a:r>
              <a:t>      "refs": [</a:t>
            </a:r>
          </a:p>
          <a:p>
            <a:r>
              <a:t>        {</a:t>
            </a:r>
          </a:p>
          <a:p>
            <a:r>
              <a:t>          "source_id": "s058",</a:t>
            </a:r>
          </a:p>
          <a:p>
            <a:r>
              <a:t>          "quote": "12"</a:t>
            </a:r>
          </a:p>
          <a:p>
            <a:r>
              <a:t>        }</a:t>
            </a:r>
          </a:p>
          <a:p>
            <a:r>
              <a:t>      ]</a:t>
            </a:r>
          </a:p>
          <a:p>
            <a:r>
              <a:t>    }</a:t>
            </a:r>
          </a:p>
          <a:p>
            <a:r>
              <a:t>  ],</a:t>
            </a:r>
          </a:p>
          <a:p>
            <a:r>
              <a:t>  "citations": {</a:t>
            </a:r>
          </a:p>
          <a:p>
            <a:r>
              <a:t>    "s058": "Public MIT sample: original fictional research-sharing design section 1"</a:t>
            </a:r>
          </a:p>
          <a:p>
            <a:r>
              <a:t>  },</a:t>
            </a:r>
          </a:p>
          <a:p>
            <a:r>
              <a:t>  "template_license":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null,</a:t>
            </a:r>
          </a:p>
          <a:p>
            <a:r>
              <a:t>  "catalog": "editorial",</a:t>
            </a:r>
          </a:p>
          <a:p>
            <a:r>
              <a:t>  "family": "metrics",</a:t>
            </a:r>
          </a:p>
          <a:p>
            <a:r>
              <a:t>  "structural_variant": "breakdown_top",</a:t>
            </a:r>
          </a:p>
          <a:p>
            <a:r>
              <a:t>  "repetition_reason": "Catalog inventory: adjacent entries intentionally show every count/orientation for comparison; this is not a presentation sequence.",</a:t>
            </a:r>
          </a:p>
          <a:p>
            <a:r>
              <a:t>  "images": {},</a:t>
            </a:r>
          </a:p>
          <a:p>
            <a:r>
              <a:t>  "template_sha256": "8eaf948781dead9554a62e3ac491faba9cb93dc833fd60ddb4615a3e302e4e72"</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"slide059",</a:t>
            </a:r>
          </a:p>
          <a:p>
            <a:r>
              <a:t>  "origin": "catalog",</a:t>
            </a:r>
          </a:p>
          <a:p>
            <a:r>
              <a:t>  "layout_id": "ed_metrics_breakdown_left_3",</a:t>
            </a:r>
          </a:p>
          <a:p>
            <a:r>
              <a:t>  "variant": "warm",</a:t>
            </a:r>
          </a:p>
          <a:p>
            <a:r>
              <a:t>  "rationale": "Public template fixture; short fictional slot content; no private data.",</a:t>
            </a:r>
          </a:p>
          <a:p>
            <a:r>
              <a:t>  "source_sha256": "c38e01dcb14540e486d5a11ff7b07b6cff9547c6a27e869e7c53a02aada60e2d",</a:t>
            </a:r>
          </a:p>
          <a:p>
            <a:r>
              <a:t>  "evidence": [</a:t>
            </a:r>
          </a:p>
          <a:p>
            <a:r>
              <a:t>    {</a:t>
            </a:r>
          </a:p>
          <a:p>
            <a:r>
              <a:t>      "text": "社内ナレッジを探しやすくする条件",</a:t>
            </a:r>
          </a:p>
          <a:p>
            <a:r>
              <a:t>      "refs": [</a:t>
            </a:r>
          </a:p>
          <a:p>
            <a:r>
              <a:t>        {</a:t>
            </a:r>
          </a:p>
          <a:p>
            <a:r>
              <a:t>          "source_id": "s059",</a:t>
            </a:r>
          </a:p>
          <a:p>
            <a:r>
              <a:t>          "quote": "社内ナレッジを探しやすくする条件"</a:t>
            </a:r>
          </a:p>
          <a:p>
            <a:r>
              <a:t>        }</a:t>
            </a:r>
          </a:p>
          <a:p>
            <a:r>
              <a:t>      ],</a:t>
            </a:r>
          </a:p>
          <a:p>
            <a:r>
              <a:t>      "mode": "verbatim"</a:t>
            </a:r>
          </a:p>
          <a:p>
            <a:r>
              <a:t>    },</a:t>
            </a:r>
          </a:p>
          <a:p>
            <a:r>
              <a:t>    {</a:t>
            </a:r>
          </a:p>
          <a:p>
            <a:r>
              <a:t>      "text": "架空の資料一覧を、相互に重ならない確認状態で整理した例。業務への効果は未検証。",</a:t>
            </a:r>
          </a:p>
          <a:p>
            <a:r>
              <a:t>      "refs": [</a:t>
            </a:r>
          </a:p>
          <a:p>
            <a:r>
              <a:t>        {</a:t>
            </a:r>
          </a:p>
          <a:p>
            <a:r>
              <a:t>          "source_id": "s059",</a:t>
            </a:r>
          </a:p>
          <a:p>
            <a:r>
              <a:t>          "quote": "架空の資料一覧を、相互に重ならない確認状態で整理した例。業務への効果は未検証。"</a:t>
            </a:r>
          </a:p>
          <a:p>
            <a:r>
              <a:t>        }</a:t>
            </a:r>
          </a:p>
          <a:p>
            <a:r>
              <a:t>      ],</a:t>
            </a:r>
          </a:p>
          <a:p>
            <a:r>
              <a:t>      "mode": "verbatim"</a:t>
            </a:r>
          </a:p>
          <a:p>
            <a:r>
              <a:t>    },</a:t>
            </a:r>
          </a:p>
          <a:p>
            <a:r>
              <a:t>    {</a:t>
            </a:r>
          </a:p>
          <a:p>
            <a:r>
              <a:t>      "text": "対象資料の総数",</a:t>
            </a:r>
          </a:p>
          <a:p>
            <a:r>
              <a:t>      "refs": [</a:t>
            </a:r>
          </a:p>
          <a:p>
            <a:r>
              <a:t>        {</a:t>
            </a:r>
          </a:p>
          <a:p>
            <a:r>
              <a:t>          "source_id": "s059",</a:t>
            </a:r>
          </a:p>
          <a:p>
            <a:r>
              <a:t>          "quote": "対象資料の総数"</a:t>
            </a:r>
          </a:p>
          <a:p>
            <a:r>
              <a:t>        }</a:t>
            </a:r>
          </a:p>
          <a:p>
            <a:r>
              <a:t>      ],</a:t>
            </a:r>
          </a:p>
          <a:p>
            <a:r>
              <a:t>      "mode": "verbatim"</a:t>
            </a:r>
          </a:p>
          <a:p>
            <a:r>
              <a:t>    },</a:t>
            </a:r>
          </a:p>
          <a:p>
            <a:r>
              <a:t>    {</a:t>
            </a:r>
          </a:p>
          <a:p>
            <a:r>
              <a:t>      "text": "各資料を一つの状態に分類した架空の棚卸し。",</a:t>
            </a:r>
          </a:p>
          <a:p>
            <a:r>
              <a:t>      "refs": [</a:t>
            </a:r>
          </a:p>
          <a:p>
            <a:r>
              <a:t>        {</a:t>
            </a:r>
          </a:p>
          <a:p>
            <a:r>
              <a:t>          "source_id": "s059",</a:t>
            </a:r>
          </a:p>
          <a:p>
            <a:r>
              <a:t>          "quote": "各資料を一つの状態に分類した架空の棚卸し。"</a:t>
            </a:r>
          </a:p>
          <a:p>
            <a:r>
              <a:t>        }</a:t>
            </a:r>
          </a:p>
          <a:p>
            <a:r>
              <a:t>      ],</a:t>
            </a:r>
          </a:p>
          <a:p>
            <a:r>
              <a:t>      "mode": "verbatim"</a:t>
            </a:r>
          </a:p>
          <a:p>
            <a:r>
              <a:t>    },</a:t>
            </a:r>
          </a:p>
          <a:p>
            <a:r>
              <a:t>    {</a:t>
            </a:r>
          </a:p>
          <a:p>
            <a:r>
              <a:t>      "text": "確認済み",</a:t>
            </a:r>
          </a:p>
          <a:p>
            <a:r>
              <a:t>      "refs": [</a:t>
            </a:r>
          </a:p>
          <a:p>
            <a:r>
              <a:t>        {</a:t>
            </a:r>
          </a:p>
          <a:p>
            <a:r>
              <a:t>          "source_id": "s059",</a:t>
            </a:r>
          </a:p>
          <a:p>
            <a:r>
              <a:t>          "quote": "確認済み"</a:t>
            </a:r>
          </a:p>
          <a:p>
            <a:r>
              <a:t>        }</a:t>
            </a:r>
          </a:p>
          <a:p>
            <a:r>
              <a:t>      ],</a:t>
            </a:r>
          </a:p>
          <a:p>
            <a:r>
              <a:t>      "mode": "verbatim"</a:t>
            </a:r>
          </a:p>
          <a:p>
            <a:r>
              <a:t>    },</a:t>
            </a:r>
          </a:p>
          <a:p>
            <a:r>
              <a:t>    {</a:t>
            </a:r>
          </a:p>
          <a:p>
            <a:r>
              <a:t>      "text": "対象範囲と担当を確認済み。",</a:t>
            </a:r>
          </a:p>
          <a:p>
            <a:r>
              <a:t>      "refs": [</a:t>
            </a:r>
          </a:p>
          <a:p>
            <a:r>
              <a:t>        {</a:t>
            </a:r>
          </a:p>
          <a:p>
            <a:r>
              <a:t>          "source_id": "s059",</a:t>
            </a:r>
          </a:p>
          <a:p>
            <a:r>
              <a:t>          "quote": "対象範囲と担当を確認済み。"</a:t>
            </a:r>
          </a:p>
          <a:p>
            <a:r>
              <a:t>        }</a:t>
            </a:r>
          </a:p>
          <a:p>
            <a:r>
              <a:t>      ],</a:t>
            </a:r>
          </a:p>
          <a:p>
            <a:r>
              <a:t>      "mode": "verbatim"</a:t>
            </a:r>
          </a:p>
          <a:p>
            <a:r>
              <a:t>    },</a:t>
            </a:r>
          </a:p>
          <a:p>
            <a:r>
              <a:t>    {</a:t>
            </a:r>
          </a:p>
          <a:p>
            <a:r>
              <a:t>      "text": "要確認",</a:t>
            </a:r>
          </a:p>
          <a:p>
            <a:r>
              <a:t>      "refs": [</a:t>
            </a:r>
          </a:p>
          <a:p>
            <a:r>
              <a:t>        {</a:t>
            </a:r>
          </a:p>
          <a:p>
            <a:r>
              <a:t>          "source_id": "s059",</a:t>
            </a:r>
          </a:p>
          <a:p>
            <a:r>
              <a:t>          "quote": "要確認"</a:t>
            </a:r>
          </a:p>
          <a:p>
            <a:r>
              <a:t>        }</a:t>
            </a:r>
          </a:p>
          <a:p>
            <a:r>
              <a:t>      ],</a:t>
            </a:r>
          </a:p>
          <a:p>
            <a:r>
              <a:t>      "mode": "verbatim"</a:t>
            </a:r>
          </a:p>
          <a:p>
            <a:r>
              <a:t>    },</a:t>
            </a:r>
          </a:p>
          <a:p>
            <a:r>
              <a:t>    {</a:t>
            </a:r>
          </a:p>
          <a:p>
            <a:r>
              <a:t>      "text": "条件か確認日の照合が必要。",</a:t>
            </a:r>
          </a:p>
          <a:p>
            <a:r>
              <a:t>      "refs": [</a:t>
            </a:r>
          </a:p>
          <a:p>
            <a:r>
              <a:t>        {</a:t>
            </a:r>
          </a:p>
          <a:p>
            <a:r>
              <a:t>          "source_id": "s059",</a:t>
            </a:r>
          </a:p>
          <a:p>
            <a:r>
              <a:t>          "quote": "条件か確認日の照合が必要。"</a:t>
            </a:r>
          </a:p>
          <a:p>
            <a:r>
              <a:t>        }</a:t>
            </a:r>
          </a:p>
          <a:p>
            <a:r>
              <a:t>      ],</a:t>
            </a:r>
          </a:p>
          <a:p>
            <a:r>
              <a:t>      "mode": "verbatim"</a:t>
            </a:r>
          </a:p>
          <a:p>
            <a:r>
              <a:t>    },</a:t>
            </a:r>
          </a:p>
          <a:p>
            <a:r>
              <a:t>    {</a:t>
            </a:r>
          </a:p>
          <a:p>
            <a:r>
              <a:t>      "text": "更新予定",</a:t>
            </a:r>
          </a:p>
          <a:p>
            <a:r>
              <a:t>      "refs": [</a:t>
            </a:r>
          </a:p>
          <a:p>
            <a:r>
              <a:t>        {</a:t>
            </a:r>
          </a:p>
          <a:p>
            <a:r>
              <a:t>          "source_id": "s059",</a:t>
            </a:r>
          </a:p>
          <a:p>
            <a:r>
              <a:t>          "quote": "更新予定"</a:t>
            </a:r>
          </a:p>
          <a:p>
            <a:r>
              <a:t>        }</a:t>
            </a:r>
          </a:p>
          <a:p>
            <a:r>
              <a:t>      ],</a:t>
            </a:r>
          </a:p>
          <a:p>
            <a:r>
              <a:t>      "mode": "verbatim"</a:t>
            </a:r>
          </a:p>
          <a:p>
            <a:r>
              <a:t>    },</a:t>
            </a:r>
          </a:p>
          <a:p>
            <a:r>
              <a:t>    {</a:t>
            </a:r>
          </a:p>
          <a:p>
            <a:r>
              <a:t>      "text": "改訂の予定を登録済み。",</a:t>
            </a:r>
          </a:p>
          <a:p>
            <a:r>
              <a:t>      "refs": [</a:t>
            </a:r>
          </a:p>
          <a:p>
            <a:r>
              <a:t>        {</a:t>
            </a:r>
          </a:p>
          <a:p>
            <a:r>
              <a:t>          "source_id": "s059",</a:t>
            </a:r>
          </a:p>
          <a:p>
            <a:r>
              <a:t>          "quote": "改訂の予定を登録済み。"</a:t>
            </a:r>
          </a:p>
          <a:p>
            <a:r>
              <a:t>        }</a:t>
            </a:r>
          </a:p>
          <a:p>
            <a:r>
              <a:t>      ],</a:t>
            </a:r>
          </a:p>
          <a:p>
            <a:r>
              <a:t>      "mode": "verbatim"</a:t>
            </a:r>
          </a:p>
          <a:p>
            <a:r>
              <a:t>    },</a:t>
            </a:r>
          </a:p>
          <a:p>
            <a:r>
              <a:t>    {</a:t>
            </a:r>
          </a:p>
          <a:p>
            <a:r>
              <a:t>      "value": 120.0,</a:t>
            </a:r>
          </a:p>
          <a:p>
            <a:r>
              <a:t>      "refs": [</a:t>
            </a:r>
          </a:p>
          <a:p>
            <a:r>
              <a:t>        {</a:t>
            </a:r>
          </a:p>
          <a:p>
            <a:r>
              <a:t>          "source_id": "s059",</a:t>
            </a:r>
          </a:p>
          <a:p>
            <a:r>
              <a:t>          "quote": "120"</a:t>
            </a:r>
          </a:p>
          <a:p>
            <a:r>
              <a:t>        }</a:t>
            </a:r>
          </a:p>
          <a:p>
            <a:r>
              <a:t>      ]</a:t>
            </a:r>
          </a:p>
          <a:p>
            <a:r>
              <a:t>    },</a:t>
            </a:r>
          </a:p>
          <a:p>
            <a:r>
              <a:t>    {</a:t>
            </a:r>
          </a:p>
          <a:p>
            <a:r>
              <a:t>      "value": 84.0,</a:t>
            </a:r>
          </a:p>
          <a:p>
            <a:r>
              <a:t>      "refs": [</a:t>
            </a:r>
          </a:p>
          <a:p>
            <a:r>
              <a:t>        {</a:t>
            </a:r>
          </a:p>
          <a:p>
            <a:r>
              <a:t>          "source_id": "s059",</a:t>
            </a:r>
          </a:p>
          <a:p>
            <a:r>
              <a:t>          "quote": "84"</a:t>
            </a:r>
          </a:p>
          <a:p>
            <a:r>
              <a:t>        }</a:t>
            </a:r>
          </a:p>
          <a:p>
            <a:r>
              <a:t>      ]</a:t>
            </a:r>
          </a:p>
          <a:p>
            <a:r>
              <a:t>    },</a:t>
            </a:r>
          </a:p>
          <a:p>
            <a:r>
              <a:t>    {</a:t>
            </a:r>
          </a:p>
          <a:p>
            <a:r>
              <a:t>      "value": 24.0,</a:t>
            </a:r>
          </a:p>
          <a:p>
            <a:r>
              <a:t>      "refs": [</a:t>
            </a:r>
          </a:p>
          <a:p>
            <a:r>
              <a:t>        {</a:t>
            </a:r>
          </a:p>
          <a:p>
            <a:r>
              <a:t>          "source_id": "s059",</a:t>
            </a:r>
          </a:p>
          <a:p>
            <a:r>
              <a:t>          "quote": "24"</a:t>
            </a:r>
          </a:p>
          <a:p>
            <a:r>
              <a:t>        }</a:t>
            </a:r>
          </a:p>
          <a:p>
            <a:r>
              <a:t>      ]</a:t>
            </a:r>
          </a:p>
          <a:p>
            <a:r>
              <a:t>    },</a:t>
            </a:r>
          </a:p>
          <a:p>
            <a:r>
              <a:t>    {</a:t>
            </a:r>
          </a:p>
          <a:p>
            <a:r>
              <a:t>      "value": 12.0,</a:t>
            </a:r>
          </a:p>
          <a:p>
            <a:r>
              <a:t>      "refs": [</a:t>
            </a:r>
          </a:p>
          <a:p>
            <a:r>
              <a:t>        {</a:t>
            </a:r>
          </a:p>
          <a:p>
            <a:r>
              <a:t>          "source_id": "s059",</a:t>
            </a:r>
          </a:p>
          <a:p>
            <a:r>
              <a:t>          "quote": "12"</a:t>
            </a:r>
          </a:p>
          <a:p>
            <a:r>
              <a:t>        }</a:t>
            </a:r>
          </a:p>
          <a:p>
            <a:r>
              <a:t>      ]</a:t>
            </a:r>
          </a:p>
          <a:p>
            <a:r>
              <a:t>    }</a:t>
            </a:r>
          </a:p>
          <a:p>
            <a:r>
              <a:t>  ],</a:t>
            </a:r>
          </a:p>
          <a:p>
            <a:r>
              <a:t>  "citations": {</a:t>
            </a:r>
          </a:p>
          <a:p>
            <a:r>
              <a:t>    "s059": "Public MIT sample: original fictional research-sharing design section 1"</a:t>
            </a:r>
          </a:p>
          <a:p>
            <a:r>
              <a:t>  },</a:t>
            </a:r>
          </a:p>
          <a:p>
            <a:r>
              <a:t>  "template_license":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null,</a:t>
            </a:r>
          </a:p>
          <a:p>
            <a:r>
              <a:t>  "catalog": "editorial",</a:t>
            </a:r>
          </a:p>
          <a:p>
            <a:r>
              <a:t>  "family": "metrics",</a:t>
            </a:r>
          </a:p>
          <a:p>
            <a:r>
              <a:t>  "structural_variant": "breakdown_left",</a:t>
            </a:r>
          </a:p>
          <a:p>
            <a:r>
              <a:t>  "repetition_reason": "Catalog inventory: adjacent entries intentionally show every count/orientation for comparison; this is not a presentation sequence.",</a:t>
            </a:r>
          </a:p>
          <a:p>
            <a:r>
              <a:t>  "images": {},</a:t>
            </a:r>
          </a:p>
          <a:p>
            <a:r>
              <a:t>  "template_sha256": "1770983472a93f475ef3e9431ba63a361be4f914ee379256eea990b61b73b49c"</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"slide060",</a:t>
            </a:r>
          </a:p>
          <a:p>
            <a:r>
              <a:t>  "origin": "catalog",</a:t>
            </a:r>
          </a:p>
          <a:p>
            <a:r>
              <a:t>  "layout_id": "ed_table_two_columns_3",</a:t>
            </a:r>
          </a:p>
          <a:p>
            <a:r>
              <a:t>  "variant": "warm",</a:t>
            </a:r>
          </a:p>
          <a:p>
            <a:r>
              <a:t>  "rationale": "Public template fixture; short fictional slot content; no private data.",</a:t>
            </a:r>
          </a:p>
          <a:p>
            <a:r>
              <a:t>  "source_sha256": "c38e01dcb14540e486d5a11ff7b07b6cff9547c6a27e869e7c53a02aada60e2d",</a:t>
            </a:r>
          </a:p>
          <a:p>
            <a:r>
              <a:t>  "evidence": [</a:t>
            </a:r>
          </a:p>
          <a:p>
            <a:r>
              <a:t>    {</a:t>
            </a:r>
          </a:p>
          <a:p>
            <a:r>
              <a:t>      "text": "社内ナレッジを探しやすくする条件",</a:t>
            </a:r>
          </a:p>
          <a:p>
            <a:r>
              <a:t>      "refs": [</a:t>
            </a:r>
          </a:p>
          <a:p>
            <a:r>
              <a:t>        {</a:t>
            </a:r>
          </a:p>
          <a:p>
            <a:r>
              <a:t>          "source_id": "s060",</a:t>
            </a:r>
          </a:p>
          <a:p>
            <a:r>
              <a:t>          "quote": "社内ナレッジを探しやすくする条件"</a:t>
            </a:r>
          </a:p>
          <a:p>
            <a:r>
              <a:t>        }</a:t>
            </a:r>
          </a:p>
          <a:p>
            <a:r>
              <a:t>      ],</a:t>
            </a:r>
          </a:p>
          <a:p>
            <a:r>
              <a:t>      "mode": "verbatim"</a:t>
            </a:r>
          </a:p>
          <a:p>
            <a:r>
              <a:t>    },</a:t>
            </a:r>
          </a:p>
          <a:p>
            <a:r>
              <a:t>    {</a:t>
            </a:r>
          </a:p>
          <a:p>
            <a:r>
              <a:t>      "text": "架空の社内調査。運用条件を整理した所見であり、効果を実証したものではない。",</a:t>
            </a:r>
          </a:p>
          <a:p>
            <a:r>
              <a:t>      "refs": [</a:t>
            </a:r>
          </a:p>
          <a:p>
            <a:r>
              <a:t>        {</a:t>
            </a:r>
          </a:p>
          <a:p>
            <a:r>
              <a:t>          "source_id": "s060",</a:t>
            </a:r>
          </a:p>
          <a:p>
            <a:r>
              <a:t>          "quote": "架空の社内調査。運用条件を整理した所見であり、効果を実証したものではない。"</a:t>
            </a:r>
          </a:p>
          <a:p>
            <a:r>
              <a:t>        }</a:t>
            </a:r>
          </a:p>
          <a:p>
            <a:r>
              <a:t>      ],</a:t>
            </a:r>
          </a:p>
          <a:p>
            <a:r>
              <a:t>      "mode": "verbatim"</a:t>
            </a:r>
          </a:p>
          <a:p>
            <a:r>
              <a:t>    },</a:t>
            </a:r>
          </a:p>
          <a:p>
            <a:r>
              <a:t>    {</a:t>
            </a:r>
          </a:p>
          <a:p>
            <a:r>
              <a:t>      "text": "観点",</a:t>
            </a:r>
          </a:p>
          <a:p>
            <a:r>
              <a:t>      "refs": [</a:t>
            </a:r>
          </a:p>
          <a:p>
            <a:r>
              <a:t>        {</a:t>
            </a:r>
          </a:p>
          <a:p>
            <a:r>
              <a:t>          "source_id": "s060",</a:t>
            </a:r>
          </a:p>
          <a:p>
            <a:r>
              <a:t>          "quote": "観点"</a:t>
            </a:r>
          </a:p>
          <a:p>
            <a:r>
              <a:t>        }</a:t>
            </a:r>
          </a:p>
          <a:p>
            <a:r>
              <a:t>      ],</a:t>
            </a:r>
          </a:p>
          <a:p>
            <a:r>
              <a:t>      "mode": "verbatim"</a:t>
            </a:r>
          </a:p>
          <a:p>
            <a:r>
              <a:t>    },</a:t>
            </a:r>
          </a:p>
          <a:p>
            <a:r>
              <a:t>    {</a:t>
            </a:r>
          </a:p>
          <a:p>
            <a:r>
              <a:t>      "text": "確認事項",</a:t>
            </a:r>
          </a:p>
          <a:p>
            <a:r>
              <a:t>      "refs": [</a:t>
            </a:r>
          </a:p>
          <a:p>
            <a:r>
              <a:t>        {</a:t>
            </a:r>
          </a:p>
          <a:p>
            <a:r>
              <a:t>          "source_id": "s060",</a:t>
            </a:r>
          </a:p>
          <a:p>
            <a:r>
              <a:t>          "quote": "確認事項"</a:t>
            </a:r>
          </a:p>
          <a:p>
            <a:r>
              <a:t>        }</a:t>
            </a:r>
          </a:p>
          <a:p>
            <a:r>
              <a:t>      ],</a:t>
            </a:r>
          </a:p>
          <a:p>
            <a:r>
              <a:t>      "mode": "verbatim"</a:t>
            </a:r>
          </a:p>
          <a:p>
            <a:r>
              <a:t>    },</a:t>
            </a:r>
          </a:p>
          <a:p>
            <a:r>
              <a:t>    {</a:t>
            </a:r>
          </a:p>
          <a:p>
            <a:r>
              <a:t>      "text": "検索入口を揃える",</a:t>
            </a:r>
          </a:p>
          <a:p>
            <a:r>
              <a:t>      "refs": [</a:t>
            </a:r>
          </a:p>
          <a:p>
            <a:r>
              <a:t>        {</a:t>
            </a:r>
          </a:p>
          <a:p>
            <a:r>
              <a:t>          "source_id": "s060",</a:t>
            </a:r>
          </a:p>
          <a:p>
            <a:r>
              <a:t>          "quote": "検索入口を揃える"</a:t>
            </a:r>
          </a:p>
          <a:p>
            <a:r>
              <a:t>        }</a:t>
            </a:r>
          </a:p>
          <a:p>
            <a:r>
              <a:t>      ],</a:t>
            </a:r>
          </a:p>
          <a:p>
            <a:r>
              <a:t>      "mode": "verbatim"</a:t>
            </a:r>
          </a:p>
          <a:p>
            <a:r>
              <a:t>    },</a:t>
            </a:r>
          </a:p>
          <a:p>
            <a:r>
              <a:t>    {</a:t>
            </a:r>
          </a:p>
          <a:p>
            <a:r>
              <a:t>      "text": "索引と用語の対応を確認",</a:t>
            </a:r>
          </a:p>
          <a:p>
            <a:r>
              <a:t>      "refs": [</a:t>
            </a:r>
          </a:p>
          <a:p>
            <a:r>
              <a:t>        {</a:t>
            </a:r>
          </a:p>
          <a:p>
            <a:r>
              <a:t>          "source_id": "s060",</a:t>
            </a:r>
          </a:p>
          <a:p>
            <a:r>
              <a:t>          "quote": "索引と用語の対応を確認"</a:t>
            </a:r>
          </a:p>
          <a:p>
            <a:r>
              <a:t>        }</a:t>
            </a:r>
          </a:p>
          <a:p>
            <a:r>
              <a:t>      ],</a:t>
            </a:r>
          </a:p>
          <a:p>
            <a:r>
              <a:t>      "mode": "verbatim"</a:t>
            </a:r>
          </a:p>
          <a:p>
            <a:r>
              <a:t>    },</a:t>
            </a:r>
          </a:p>
          <a:p>
            <a:r>
              <a:t>    {</a:t>
            </a:r>
          </a:p>
          <a:p>
            <a:r>
              <a:t>      "text": "根拠まで辿れる",</a:t>
            </a:r>
          </a:p>
          <a:p>
            <a:r>
              <a:t>      "refs": [</a:t>
            </a:r>
          </a:p>
          <a:p>
            <a:r>
              <a:t>        {</a:t>
            </a:r>
          </a:p>
          <a:p>
            <a:r>
              <a:t>          "source_id": "s060",</a:t>
            </a:r>
          </a:p>
          <a:p>
            <a:r>
              <a:t>          "quote": "根拠まで辿れる"</a:t>
            </a:r>
          </a:p>
          <a:p>
            <a:r>
              <a:t>        }</a:t>
            </a:r>
          </a:p>
          <a:p>
            <a:r>
              <a:t>      ],</a:t>
            </a:r>
          </a:p>
          <a:p>
            <a:r>
              <a:t>      "mode": "verbatim"</a:t>
            </a:r>
          </a:p>
          <a:p>
            <a:r>
              <a:t>    },</a:t>
            </a:r>
          </a:p>
          <a:p>
            <a:r>
              <a:t>    {</a:t>
            </a:r>
          </a:p>
          <a:p>
            <a:r>
              <a:t>      "text": "引用箇所と調査条件を照合",</a:t>
            </a:r>
          </a:p>
          <a:p>
            <a:r>
              <a:t>      "refs": [</a:t>
            </a:r>
          </a:p>
          <a:p>
            <a:r>
              <a:t>        {</a:t>
            </a:r>
          </a:p>
          <a:p>
            <a:r>
              <a:t>          "source_id": "s060",</a:t>
            </a:r>
          </a:p>
          <a:p>
            <a:r>
              <a:t>          "quote": "引用箇所と調査条件を照合"</a:t>
            </a:r>
          </a:p>
          <a:p>
            <a:r>
              <a:t>        }</a:t>
            </a:r>
          </a:p>
          <a:p>
            <a:r>
              <a:t>      ],</a:t>
            </a:r>
          </a:p>
          <a:p>
            <a:r>
              <a:t>      "mode": "verbatim"</a:t>
            </a:r>
          </a:p>
          <a:p>
            <a:r>
              <a:t>    },</a:t>
            </a:r>
          </a:p>
          <a:p>
            <a:r>
              <a:t>    {</a:t>
            </a:r>
          </a:p>
          <a:p>
            <a:r>
              <a:t>      "text": "更新範囲を決める",</a:t>
            </a:r>
          </a:p>
          <a:p>
            <a:r>
              <a:t>      "refs": [</a:t>
            </a:r>
          </a:p>
          <a:p>
            <a:r>
              <a:t>        {</a:t>
            </a:r>
          </a:p>
          <a:p>
            <a:r>
              <a:t>          "source_id": "s060",</a:t>
            </a:r>
          </a:p>
          <a:p>
            <a:r>
              <a:t>          "quote": "更新範囲を決める"</a:t>
            </a:r>
          </a:p>
          <a:p>
            <a:r>
              <a:t>        }</a:t>
            </a:r>
          </a:p>
          <a:p>
            <a:r>
              <a:t>      ],</a:t>
            </a:r>
          </a:p>
          <a:p>
            <a:r>
              <a:t>      "mode": "verbatim"</a:t>
            </a:r>
          </a:p>
          <a:p>
            <a:r>
              <a:t>    },</a:t>
            </a:r>
          </a:p>
          <a:p>
            <a:r>
              <a:t>    {</a:t>
            </a:r>
          </a:p>
          <a:p>
            <a:r>
              <a:t>      "text": "担当と確認時期を決める",</a:t>
            </a:r>
          </a:p>
          <a:p>
            <a:r>
              <a:t>      "refs": [</a:t>
            </a:r>
          </a:p>
          <a:p>
            <a:r>
              <a:t>        {</a:t>
            </a:r>
          </a:p>
          <a:p>
            <a:r>
              <a:t>          "source_id": "s060",</a:t>
            </a:r>
          </a:p>
          <a:p>
            <a:r>
              <a:t>          "quote": "担当と確認時期を決める"</a:t>
            </a:r>
          </a:p>
          <a:p>
            <a:r>
              <a:t>        }</a:t>
            </a:r>
          </a:p>
          <a:p>
            <a:r>
              <a:t>      ],</a:t>
            </a:r>
          </a:p>
          <a:p>
            <a:r>
              <a:t>      "mode": "verbatim"</a:t>
            </a:r>
          </a:p>
          <a:p>
            <a:r>
              <a:t>    },</a:t>
            </a:r>
          </a:p>
          <a:p>
            <a:r>
              <a:t>    {</a:t>
            </a:r>
          </a:p>
          <a:p>
            <a:r>
              <a:t>      "text": "留保：同じ条件で比較した結果ではない。各資料の対象範囲を確認する。",</a:t>
            </a:r>
          </a:p>
          <a:p>
            <a:r>
              <a:t>      "refs": [</a:t>
            </a:r>
          </a:p>
          <a:p>
            <a:r>
              <a:t>        {</a:t>
            </a:r>
          </a:p>
          <a:p>
            <a:r>
              <a:t>          "source_id": "s060",</a:t>
            </a:r>
          </a:p>
          <a:p>
            <a:r>
              <a:t>          "quote": "留保：同じ条件で比較した結果ではない。各資料の対象範囲を確認する。"</a:t>
            </a:r>
          </a:p>
          <a:p>
            <a:r>
              <a:t>        }</a:t>
            </a:r>
          </a:p>
          <a:p>
            <a:r>
              <a:t>      ],</a:t>
            </a:r>
          </a:p>
          <a:p>
            <a:r>
              <a:t>      "mode": "verbatim"</a:t>
            </a:r>
          </a:p>
          <a:p>
            <a:r>
              <a:t>    }</a:t>
            </a:r>
          </a:p>
          <a:p>
            <a:r>
              <a:t>  ],</a:t>
            </a:r>
          </a:p>
          <a:p>
            <a:r>
              <a:t>  "citations": {</a:t>
            </a:r>
          </a:p>
          <a:p>
            <a:r>
              <a:t>    "s060": "Public MIT sample: original fictional research-sharing design section 1"</a:t>
            </a:r>
          </a:p>
          <a:p>
            <a:r>
              <a:t>  },</a:t>
            </a:r>
          </a:p>
          <a:p>
            <a:r>
              <a:t>  "template_license":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null,</a:t>
            </a:r>
          </a:p>
          <a:p>
            <a:r>
              <a:t>  "catalog": "editorial",</a:t>
            </a:r>
          </a:p>
          <a:p>
            <a:r>
              <a:t>  "family": "table",</a:t>
            </a:r>
          </a:p>
          <a:p>
            <a:r>
              <a:t>  "structural_variant": "two_columns",</a:t>
            </a:r>
          </a:p>
          <a:p>
            <a:r>
              <a:t>  "repetition_reason": "Catalog inventory: adjacent entries intentionally show every count/orientation for comparison; this is not a presentation sequence.",</a:t>
            </a:r>
          </a:p>
          <a:p>
            <a:r>
              <a:t>  "images": {},</a:t>
            </a:r>
          </a:p>
          <a:p>
            <a:r>
              <a:t>  "template_sha256": "b23350a57c14cf986ba2e2d0438bff49789c681089dad671ff7796e3bef1759e"</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"slide061",</a:t>
            </a:r>
          </a:p>
          <a:p>
            <a:r>
              <a:t>  "origin": "catalog",</a:t>
            </a:r>
          </a:p>
          <a:p>
            <a:r>
              <a:t>  "layout_id": "ed_table_two_columns_4",</a:t>
            </a:r>
          </a:p>
          <a:p>
            <a:r>
              <a:t>  "variant": "warm",</a:t>
            </a:r>
          </a:p>
          <a:p>
            <a:r>
              <a:t>  "rationale": "Public template fixture; short fictional slot content; no private data.",</a:t>
            </a:r>
          </a:p>
          <a:p>
            <a:r>
              <a:t>  "source_sha256": "c38e01dcb14540e486d5a11ff7b07b6cff9547c6a27e869e7c53a02aada60e2d",</a:t>
            </a:r>
          </a:p>
          <a:p>
            <a:r>
              <a:t>  "evidence": [</a:t>
            </a:r>
          </a:p>
          <a:p>
            <a:r>
              <a:t>    {</a:t>
            </a:r>
          </a:p>
          <a:p>
            <a:r>
              <a:t>      "text": "社内ナレッジを探しやすくする条件",</a:t>
            </a:r>
          </a:p>
          <a:p>
            <a:r>
              <a:t>      "refs": [</a:t>
            </a:r>
          </a:p>
          <a:p>
            <a:r>
              <a:t>        {</a:t>
            </a:r>
          </a:p>
          <a:p>
            <a:r>
              <a:t>          "source_id": "s061",</a:t>
            </a:r>
          </a:p>
          <a:p>
            <a:r>
              <a:t>          "quote": "社内ナレッジを探しやすくする条件"</a:t>
            </a:r>
          </a:p>
          <a:p>
            <a:r>
              <a:t>        }</a:t>
            </a:r>
          </a:p>
          <a:p>
            <a:r>
              <a:t>      ],</a:t>
            </a:r>
          </a:p>
          <a:p>
            <a:r>
              <a:t>      "mode": "verbatim"</a:t>
            </a:r>
          </a:p>
          <a:p>
            <a:r>
              <a:t>    },</a:t>
            </a:r>
          </a:p>
          <a:p>
            <a:r>
              <a:t>    {</a:t>
            </a:r>
          </a:p>
          <a:p>
            <a:r>
              <a:t>      "text": "架空の社内調査。運用条件を整理した所見であり、効果を実証したものではない。",</a:t>
            </a:r>
          </a:p>
          <a:p>
            <a:r>
              <a:t>      "refs": [</a:t>
            </a:r>
          </a:p>
          <a:p>
            <a:r>
              <a:t>        {</a:t>
            </a:r>
          </a:p>
          <a:p>
            <a:r>
              <a:t>          "source_id": "s061",</a:t>
            </a:r>
          </a:p>
          <a:p>
            <a:r>
              <a:t>          "quote": "架空の社内調査。運用条件を整理した所見であり、効果を実証したものではない。"</a:t>
            </a:r>
          </a:p>
          <a:p>
            <a:r>
              <a:t>        }</a:t>
            </a:r>
          </a:p>
          <a:p>
            <a:r>
              <a:t>      ],</a:t>
            </a:r>
          </a:p>
          <a:p>
            <a:r>
              <a:t>      "mode": "verbatim"</a:t>
            </a:r>
          </a:p>
          <a:p>
            <a:r>
              <a:t>    },</a:t>
            </a:r>
          </a:p>
          <a:p>
            <a:r>
              <a:t>    {</a:t>
            </a:r>
          </a:p>
          <a:p>
            <a:r>
              <a:t>      "text": "観点",</a:t>
            </a:r>
          </a:p>
          <a:p>
            <a:r>
              <a:t>      "refs": [</a:t>
            </a:r>
          </a:p>
          <a:p>
            <a:r>
              <a:t>        {</a:t>
            </a:r>
          </a:p>
          <a:p>
            <a:r>
              <a:t>          "source_id": "s061",</a:t>
            </a:r>
          </a:p>
          <a:p>
            <a:r>
              <a:t>          "quote": "観点"</a:t>
            </a:r>
          </a:p>
          <a:p>
            <a:r>
              <a:t>        }</a:t>
            </a:r>
          </a:p>
          <a:p>
            <a:r>
              <a:t>      ],</a:t>
            </a:r>
          </a:p>
          <a:p>
            <a:r>
              <a:t>      "mode": "verbatim"</a:t>
            </a:r>
          </a:p>
          <a:p>
            <a:r>
              <a:t>    },</a:t>
            </a:r>
          </a:p>
          <a:p>
            <a:r>
              <a:t>    {</a:t>
            </a:r>
          </a:p>
          <a:p>
            <a:r>
              <a:t>      "text": "確認事項",</a:t>
            </a:r>
          </a:p>
          <a:p>
            <a:r>
              <a:t>      "refs": [</a:t>
            </a:r>
          </a:p>
          <a:p>
            <a:r>
              <a:t>        {</a:t>
            </a:r>
          </a:p>
          <a:p>
            <a:r>
              <a:t>          "source_id": "s061",</a:t>
            </a:r>
          </a:p>
          <a:p>
            <a:r>
              <a:t>          "quote": "確認事項"</a:t>
            </a:r>
          </a:p>
          <a:p>
            <a:r>
              <a:t>        }</a:t>
            </a:r>
          </a:p>
          <a:p>
            <a:r>
              <a:t>      ],</a:t>
            </a:r>
          </a:p>
          <a:p>
            <a:r>
              <a:t>      "mode": "verbatim"</a:t>
            </a:r>
          </a:p>
          <a:p>
            <a:r>
              <a:t>    },</a:t>
            </a:r>
          </a:p>
          <a:p>
            <a:r>
              <a:t>    {</a:t>
            </a:r>
          </a:p>
          <a:p>
            <a:r>
              <a:t>      "text": "検索入口を揃える",</a:t>
            </a:r>
          </a:p>
          <a:p>
            <a:r>
              <a:t>      "refs": [</a:t>
            </a:r>
          </a:p>
          <a:p>
            <a:r>
              <a:t>        {</a:t>
            </a:r>
          </a:p>
          <a:p>
            <a:r>
              <a:t>          "source_id": "s061",</a:t>
            </a:r>
          </a:p>
          <a:p>
            <a:r>
              <a:t>          "quote": "検索入口を揃える"</a:t>
            </a:r>
          </a:p>
          <a:p>
            <a:r>
              <a:t>        }</a:t>
            </a:r>
          </a:p>
          <a:p>
            <a:r>
              <a:t>      ],</a:t>
            </a:r>
          </a:p>
          <a:p>
            <a:r>
              <a:t>      "mode": "verbatim"</a:t>
            </a:r>
          </a:p>
          <a:p>
            <a:r>
              <a:t>    },</a:t>
            </a:r>
          </a:p>
          <a:p>
            <a:r>
              <a:t>    {</a:t>
            </a:r>
          </a:p>
          <a:p>
            <a:r>
              <a:t>      "text": "索引と用語の対応を確認",</a:t>
            </a:r>
          </a:p>
          <a:p>
            <a:r>
              <a:t>      "refs": [</a:t>
            </a:r>
          </a:p>
          <a:p>
            <a:r>
              <a:t>        {</a:t>
            </a:r>
          </a:p>
          <a:p>
            <a:r>
              <a:t>          "source_id": "s061",</a:t>
            </a:r>
          </a:p>
          <a:p>
            <a:r>
              <a:t>          "quote": "索引と用語の対応を確認"</a:t>
            </a:r>
          </a:p>
          <a:p>
            <a:r>
              <a:t>        }</a:t>
            </a:r>
          </a:p>
          <a:p>
            <a:r>
              <a:t>      ],</a:t>
            </a:r>
          </a:p>
          <a:p>
            <a:r>
              <a:t>      "mode": "verbatim"</a:t>
            </a:r>
          </a:p>
          <a:p>
            <a:r>
              <a:t>    },</a:t>
            </a:r>
          </a:p>
          <a:p>
            <a:r>
              <a:t>    {</a:t>
            </a:r>
          </a:p>
          <a:p>
            <a:r>
              <a:t>      "text": "根拠まで辿れる",</a:t>
            </a:r>
          </a:p>
          <a:p>
            <a:r>
              <a:t>      "refs": [</a:t>
            </a:r>
          </a:p>
          <a:p>
            <a:r>
              <a:t>        {</a:t>
            </a:r>
          </a:p>
          <a:p>
            <a:r>
              <a:t>          "source_id": "s061",</a:t>
            </a:r>
          </a:p>
          <a:p>
            <a:r>
              <a:t>          "quote": "根拠まで辿れる"</a:t>
            </a:r>
          </a:p>
          <a:p>
            <a:r>
              <a:t>        }</a:t>
            </a:r>
          </a:p>
          <a:p>
            <a:r>
              <a:t>      ],</a:t>
            </a:r>
          </a:p>
          <a:p>
            <a:r>
              <a:t>      "mode": "verbatim"</a:t>
            </a:r>
          </a:p>
          <a:p>
            <a:r>
              <a:t>    },</a:t>
            </a:r>
          </a:p>
          <a:p>
            <a:r>
              <a:t>    {</a:t>
            </a:r>
          </a:p>
          <a:p>
            <a:r>
              <a:t>      "text": "引用箇所と調査条件を照合",</a:t>
            </a:r>
          </a:p>
          <a:p>
            <a:r>
              <a:t>      "refs": [</a:t>
            </a:r>
          </a:p>
          <a:p>
            <a:r>
              <a:t>        {</a:t>
            </a:r>
          </a:p>
          <a:p>
            <a:r>
              <a:t>          "source_id": "s061",</a:t>
            </a:r>
          </a:p>
          <a:p>
            <a:r>
              <a:t>          "quote": "引用箇所と調査条件を照合"</a:t>
            </a:r>
          </a:p>
          <a:p>
            <a:r>
              <a:t>        }</a:t>
            </a:r>
          </a:p>
          <a:p>
            <a:r>
              <a:t>      ],</a:t>
            </a:r>
          </a:p>
          <a:p>
            <a:r>
              <a:t>      "mode": "verbatim"</a:t>
            </a:r>
          </a:p>
          <a:p>
            <a:r>
              <a:t>    },</a:t>
            </a:r>
          </a:p>
          <a:p>
            <a:r>
              <a:t>    {</a:t>
            </a:r>
          </a:p>
          <a:p>
            <a:r>
              <a:t>      "text": "更新範囲を決める",</a:t>
            </a:r>
          </a:p>
          <a:p>
            <a:r>
              <a:t>      "refs": [</a:t>
            </a:r>
          </a:p>
          <a:p>
            <a:r>
              <a:t>        {</a:t>
            </a:r>
          </a:p>
          <a:p>
            <a:r>
              <a:t>          "source_id": "s061",</a:t>
            </a:r>
          </a:p>
          <a:p>
            <a:r>
              <a:t>          "quote": "更新範囲を決める"</a:t>
            </a:r>
          </a:p>
          <a:p>
            <a:r>
              <a:t>        }</a:t>
            </a:r>
          </a:p>
          <a:p>
            <a:r>
              <a:t>      ],</a:t>
            </a:r>
          </a:p>
          <a:p>
            <a:r>
              <a:t>      "mode": "verbatim"</a:t>
            </a:r>
          </a:p>
          <a:p>
            <a:r>
              <a:t>    },</a:t>
            </a:r>
          </a:p>
          <a:p>
            <a:r>
              <a:t>    {</a:t>
            </a:r>
          </a:p>
          <a:p>
            <a:r>
              <a:t>      "text": "担当と確認時期を決める",</a:t>
            </a:r>
          </a:p>
          <a:p>
            <a:r>
              <a:t>      "refs": [</a:t>
            </a:r>
          </a:p>
          <a:p>
            <a:r>
              <a:t>        {</a:t>
            </a:r>
          </a:p>
          <a:p>
            <a:r>
              <a:t>          "source_id": "s061",</a:t>
            </a:r>
          </a:p>
          <a:p>
            <a:r>
              <a:t>          "quote": "担当と確認時期を決める"</a:t>
            </a:r>
          </a:p>
          <a:p>
            <a:r>
              <a:t>        }</a:t>
            </a:r>
          </a:p>
          <a:p>
            <a:r>
              <a:t>      ],</a:t>
            </a:r>
          </a:p>
          <a:p>
            <a:r>
              <a:t>      "mode": "verbatim"</a:t>
            </a:r>
          </a:p>
          <a:p>
            <a:r>
              <a:t>    },</a:t>
            </a:r>
          </a:p>
          <a:p>
            <a:r>
              <a:t>    {</a:t>
            </a:r>
          </a:p>
          <a:p>
            <a:r>
              <a:t>      "text": "例外を見える化",</a:t>
            </a:r>
          </a:p>
          <a:p>
            <a:r>
              <a:t>      "refs": [</a:t>
            </a:r>
          </a:p>
          <a:p>
            <a:r>
              <a:t>        {</a:t>
            </a:r>
          </a:p>
          <a:p>
            <a:r>
              <a:t>          "source_id": "s061",</a:t>
            </a:r>
          </a:p>
          <a:p>
            <a:r>
              <a:t>          "quote": "例外を見える化"</a:t>
            </a:r>
          </a:p>
          <a:p>
            <a:r>
              <a:t>        }</a:t>
            </a:r>
          </a:p>
          <a:p>
            <a:r>
              <a:t>      ],</a:t>
            </a:r>
          </a:p>
          <a:p>
            <a:r>
              <a:t>      "mode": "verbatim"</a:t>
            </a:r>
          </a:p>
          <a:p>
            <a:r>
              <a:t>    },</a:t>
            </a:r>
          </a:p>
          <a:p>
            <a:r>
              <a:t>    {</a:t>
            </a:r>
          </a:p>
          <a:p>
            <a:r>
              <a:t>      "text": "適用できない場面を記録",</a:t>
            </a:r>
          </a:p>
          <a:p>
            <a:r>
              <a:t>      "refs": [</a:t>
            </a:r>
          </a:p>
          <a:p>
            <a:r>
              <a:t>        {</a:t>
            </a:r>
          </a:p>
          <a:p>
            <a:r>
              <a:t>          "source_id": "s061",</a:t>
            </a:r>
          </a:p>
          <a:p>
            <a:r>
              <a:t>          "quote": "適用できない場面を記録"</a:t>
            </a:r>
          </a:p>
          <a:p>
            <a:r>
              <a:t>        }</a:t>
            </a:r>
          </a:p>
          <a:p>
            <a:r>
              <a:t>      ],</a:t>
            </a:r>
          </a:p>
          <a:p>
            <a:r>
              <a:t>      "mode": "verbatim"</a:t>
            </a:r>
          </a:p>
          <a:p>
            <a:r>
              <a:t>    },</a:t>
            </a:r>
          </a:p>
          <a:p>
            <a:r>
              <a:t>    {</a:t>
            </a:r>
          </a:p>
          <a:p>
            <a:r>
              <a:t>      "text": "留保：同じ条件で比較した結果ではない。各資料の対象範囲を確認する。",</a:t>
            </a:r>
          </a:p>
          <a:p>
            <a:r>
              <a:t>      "refs": [</a:t>
            </a:r>
          </a:p>
          <a:p>
            <a:r>
              <a:t>        {</a:t>
            </a:r>
          </a:p>
          <a:p>
            <a:r>
              <a:t>          "source_id": "s061",</a:t>
            </a:r>
          </a:p>
          <a:p>
            <a:r>
              <a:t>          "quote": "留保：同じ条件で比較した結果ではない。各資料の対象範囲を確認する。"</a:t>
            </a:r>
          </a:p>
          <a:p>
            <a:r>
              <a:t>        }</a:t>
            </a:r>
          </a:p>
          <a:p>
            <a:r>
              <a:t>      ],</a:t>
            </a:r>
          </a:p>
          <a:p>
            <a:r>
              <a:t>      "mode": "verbatim"</a:t>
            </a:r>
          </a:p>
          <a:p>
            <a:r>
              <a:t>    }</a:t>
            </a:r>
          </a:p>
          <a:p>
            <a:r>
              <a:t>  ],</a:t>
            </a:r>
          </a:p>
          <a:p>
            <a:r>
              <a:t>  "citations": {</a:t>
            </a:r>
          </a:p>
          <a:p>
            <a:r>
              <a:t>    "s061": "Public MIT sample: original fictional research-sharing design section 1"</a:t>
            </a:r>
          </a:p>
          <a:p>
            <a:r>
              <a:t>  },</a:t>
            </a:r>
          </a:p>
          <a:p>
            <a:r>
              <a:t>  "template_license":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null,</a:t>
            </a:r>
          </a:p>
          <a:p>
            <a:r>
              <a:t>  "catalog": "editorial",</a:t>
            </a:r>
          </a:p>
          <a:p>
            <a:r>
              <a:t>  "family": "table",</a:t>
            </a:r>
          </a:p>
          <a:p>
            <a:r>
              <a:t>  "structural_variant": "two_columns",</a:t>
            </a:r>
          </a:p>
          <a:p>
            <a:r>
              <a:t>  "repetition_reason": "Catalog inventory: adjacent entries intentionally show every count/orientation for comparison; this is not a presentation sequence.",</a:t>
            </a:r>
          </a:p>
          <a:p>
            <a:r>
              <a:t>  "images": {},</a:t>
            </a:r>
          </a:p>
          <a:p>
            <a:r>
              <a:t>  "template_sha256": "922f9c908c97a9cb3edf2b61d09f92e91c8465e7d95b4b48787f36c46bca26f9"</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"slide062",</a:t>
            </a:r>
          </a:p>
          <a:p>
            <a:r>
              <a:t>  "origin": "catalog",</a:t>
            </a:r>
          </a:p>
          <a:p>
            <a:r>
              <a:t>  "layout_id": "ed_table_two_columns_6",</a:t>
            </a:r>
          </a:p>
          <a:p>
            <a:r>
              <a:t>  "variant": "warm",</a:t>
            </a:r>
          </a:p>
          <a:p>
            <a:r>
              <a:t>  "rationale": "Public template fixture; short fictional slot content; no private data.",</a:t>
            </a:r>
          </a:p>
          <a:p>
            <a:r>
              <a:t>  "source_sha256": "c38e01dcb14540e486d5a11ff7b07b6cff9547c6a27e869e7c53a02aada60e2d",</a:t>
            </a:r>
          </a:p>
          <a:p>
            <a:r>
              <a:t>  "evidence": [</a:t>
            </a:r>
          </a:p>
          <a:p>
            <a:r>
              <a:t>    {</a:t>
            </a:r>
          </a:p>
          <a:p>
            <a:r>
              <a:t>      "text": "社内ナレッジを探しやすくする条件",</a:t>
            </a:r>
          </a:p>
          <a:p>
            <a:r>
              <a:t>      "refs": [</a:t>
            </a:r>
          </a:p>
          <a:p>
            <a:r>
              <a:t>        {</a:t>
            </a:r>
          </a:p>
          <a:p>
            <a:r>
              <a:t>          "source_id": "s062",</a:t>
            </a:r>
          </a:p>
          <a:p>
            <a:r>
              <a:t>          "quote": "社内ナレッジを探しやすくする条件"</a:t>
            </a:r>
          </a:p>
          <a:p>
            <a:r>
              <a:t>        }</a:t>
            </a:r>
          </a:p>
          <a:p>
            <a:r>
              <a:t>      ],</a:t>
            </a:r>
          </a:p>
          <a:p>
            <a:r>
              <a:t>      "mode": "verbatim"</a:t>
            </a:r>
          </a:p>
          <a:p>
            <a:r>
              <a:t>    },</a:t>
            </a:r>
          </a:p>
          <a:p>
            <a:r>
              <a:t>    {</a:t>
            </a:r>
          </a:p>
          <a:p>
            <a:r>
              <a:t>      "text": "架空の社内調査。運用条件を整理した所見であり、効果を実証したものではない。",</a:t>
            </a:r>
          </a:p>
          <a:p>
            <a:r>
              <a:t>      "refs": [</a:t>
            </a:r>
          </a:p>
          <a:p>
            <a:r>
              <a:t>        {</a:t>
            </a:r>
          </a:p>
          <a:p>
            <a:r>
              <a:t>          "source_id": "s062",</a:t>
            </a:r>
          </a:p>
          <a:p>
            <a:r>
              <a:t>          "quote": "架空の社内調査。運用条件を整理した所見であり、効果を実証したものではない。"</a:t>
            </a:r>
          </a:p>
          <a:p>
            <a:r>
              <a:t>        }</a:t>
            </a:r>
          </a:p>
          <a:p>
            <a:r>
              <a:t>      ],</a:t>
            </a:r>
          </a:p>
          <a:p>
            <a:r>
              <a:t>      "mode": "verbatim"</a:t>
            </a:r>
          </a:p>
          <a:p>
            <a:r>
              <a:t>    },</a:t>
            </a:r>
          </a:p>
          <a:p>
            <a:r>
              <a:t>    {</a:t>
            </a:r>
          </a:p>
          <a:p>
            <a:r>
              <a:t>      "text": "観点",</a:t>
            </a:r>
          </a:p>
          <a:p>
            <a:r>
              <a:t>      "refs": [</a:t>
            </a:r>
          </a:p>
          <a:p>
            <a:r>
              <a:t>        {</a:t>
            </a:r>
          </a:p>
          <a:p>
            <a:r>
              <a:t>          "source_id": "s062",</a:t>
            </a:r>
          </a:p>
          <a:p>
            <a:r>
              <a:t>          "quote": "観点"</a:t>
            </a:r>
          </a:p>
          <a:p>
            <a:r>
              <a:t>        }</a:t>
            </a:r>
          </a:p>
          <a:p>
            <a:r>
              <a:t>      ],</a:t>
            </a:r>
          </a:p>
          <a:p>
            <a:r>
              <a:t>      "mode": "verbatim"</a:t>
            </a:r>
          </a:p>
          <a:p>
            <a:r>
              <a:t>    },</a:t>
            </a:r>
          </a:p>
          <a:p>
            <a:r>
              <a:t>    {</a:t>
            </a:r>
          </a:p>
          <a:p>
            <a:r>
              <a:t>      "text": "確認事項",</a:t>
            </a:r>
          </a:p>
          <a:p>
            <a:r>
              <a:t>      "refs": [</a:t>
            </a:r>
          </a:p>
          <a:p>
            <a:r>
              <a:t>        {</a:t>
            </a:r>
          </a:p>
          <a:p>
            <a:r>
              <a:t>          "source_id": "s062",</a:t>
            </a:r>
          </a:p>
          <a:p>
            <a:r>
              <a:t>          "quote": "確認事項"</a:t>
            </a:r>
          </a:p>
          <a:p>
            <a:r>
              <a:t>        }</a:t>
            </a:r>
          </a:p>
          <a:p>
            <a:r>
              <a:t>      ],</a:t>
            </a:r>
          </a:p>
          <a:p>
            <a:r>
              <a:t>      "mode": "verbatim"</a:t>
            </a:r>
          </a:p>
          <a:p>
            <a:r>
              <a:t>    },</a:t>
            </a:r>
          </a:p>
          <a:p>
            <a:r>
              <a:t>    {</a:t>
            </a:r>
          </a:p>
          <a:p>
            <a:r>
              <a:t>      "text": "検索入口を揃える",</a:t>
            </a:r>
          </a:p>
          <a:p>
            <a:r>
              <a:t>      "refs": [</a:t>
            </a:r>
          </a:p>
          <a:p>
            <a:r>
              <a:t>        {</a:t>
            </a:r>
          </a:p>
          <a:p>
            <a:r>
              <a:t>          "source_id": "s062",</a:t>
            </a:r>
          </a:p>
          <a:p>
            <a:r>
              <a:t>          "quote": "検索入口を揃える"</a:t>
            </a:r>
          </a:p>
          <a:p>
            <a:r>
              <a:t>        }</a:t>
            </a:r>
          </a:p>
          <a:p>
            <a:r>
              <a:t>      ],</a:t>
            </a:r>
          </a:p>
          <a:p>
            <a:r>
              <a:t>      "mode": "verbatim"</a:t>
            </a:r>
          </a:p>
          <a:p>
            <a:r>
              <a:t>    },</a:t>
            </a:r>
          </a:p>
          <a:p>
            <a:r>
              <a:t>    {</a:t>
            </a:r>
          </a:p>
          <a:p>
            <a:r>
              <a:t>      "text": "索引と用語の対応を確認",</a:t>
            </a:r>
          </a:p>
          <a:p>
            <a:r>
              <a:t>      "refs": [</a:t>
            </a:r>
          </a:p>
          <a:p>
            <a:r>
              <a:t>        {</a:t>
            </a:r>
          </a:p>
          <a:p>
            <a:r>
              <a:t>          "source_id": "s062",</a:t>
            </a:r>
          </a:p>
          <a:p>
            <a:r>
              <a:t>          "quote": "索引と用語の対応を確認"</a:t>
            </a:r>
          </a:p>
          <a:p>
            <a:r>
              <a:t>        }</a:t>
            </a:r>
          </a:p>
          <a:p>
            <a:r>
              <a:t>      ],</a:t>
            </a:r>
          </a:p>
          <a:p>
            <a:r>
              <a:t>      "mode": "verbatim"</a:t>
            </a:r>
          </a:p>
          <a:p>
            <a:r>
              <a:t>    },</a:t>
            </a:r>
          </a:p>
          <a:p>
            <a:r>
              <a:t>    {</a:t>
            </a:r>
          </a:p>
          <a:p>
            <a:r>
              <a:t>      "text": "根拠まで辿れる",</a:t>
            </a:r>
          </a:p>
          <a:p>
            <a:r>
              <a:t>      "refs": [</a:t>
            </a:r>
          </a:p>
          <a:p>
            <a:r>
              <a:t>        {</a:t>
            </a:r>
          </a:p>
          <a:p>
            <a:r>
              <a:t>          "source_id": "s062",</a:t>
            </a:r>
          </a:p>
          <a:p>
            <a:r>
              <a:t>          "quote": "根拠まで辿れる"</a:t>
            </a:r>
          </a:p>
          <a:p>
            <a:r>
              <a:t>        }</a:t>
            </a:r>
          </a:p>
          <a:p>
            <a:r>
              <a:t>      ],</a:t>
            </a:r>
          </a:p>
          <a:p>
            <a:r>
              <a:t>      "mode": "verbatim"</a:t>
            </a:r>
          </a:p>
          <a:p>
            <a:r>
              <a:t>    },</a:t>
            </a:r>
          </a:p>
          <a:p>
            <a:r>
              <a:t>    {</a:t>
            </a:r>
          </a:p>
          <a:p>
            <a:r>
              <a:t>      "text": "引用箇所と調査条件を照合",</a:t>
            </a:r>
          </a:p>
          <a:p>
            <a:r>
              <a:t>      "refs": [</a:t>
            </a:r>
          </a:p>
          <a:p>
            <a:r>
              <a:t>        {</a:t>
            </a:r>
          </a:p>
          <a:p>
            <a:r>
              <a:t>          "source_id": "s062",</a:t>
            </a:r>
          </a:p>
          <a:p>
            <a:r>
              <a:t>          "quote": "引用箇所と調査条件を照合"</a:t>
            </a:r>
          </a:p>
          <a:p>
            <a:r>
              <a:t>        }</a:t>
            </a:r>
          </a:p>
          <a:p>
            <a:r>
              <a:t>      ],</a:t>
            </a:r>
          </a:p>
          <a:p>
            <a:r>
              <a:t>      "mode": "verbatim"</a:t>
            </a:r>
          </a:p>
          <a:p>
            <a:r>
              <a:t>    },</a:t>
            </a:r>
          </a:p>
          <a:p>
            <a:r>
              <a:t>    {</a:t>
            </a:r>
          </a:p>
          <a:p>
            <a:r>
              <a:t>      "text": "更新範囲を決める",</a:t>
            </a:r>
          </a:p>
          <a:p>
            <a:r>
              <a:t>      "refs": [</a:t>
            </a:r>
          </a:p>
          <a:p>
            <a:r>
              <a:t>        {</a:t>
            </a:r>
          </a:p>
          <a:p>
            <a:r>
              <a:t>          "source_id": "s062",</a:t>
            </a:r>
          </a:p>
          <a:p>
            <a:r>
              <a:t>          "quote": "更新範囲を決める"</a:t>
            </a:r>
          </a:p>
          <a:p>
            <a:r>
              <a:t>        }</a:t>
            </a:r>
          </a:p>
          <a:p>
            <a:r>
              <a:t>      ],</a:t>
            </a:r>
          </a:p>
          <a:p>
            <a:r>
              <a:t>      "mode": "verbatim"</a:t>
            </a:r>
          </a:p>
          <a:p>
            <a:r>
              <a:t>    },</a:t>
            </a:r>
          </a:p>
          <a:p>
            <a:r>
              <a:t>    {</a:t>
            </a:r>
          </a:p>
          <a:p>
            <a:r>
              <a:t>      "text": "担当と確認時期を決める",</a:t>
            </a:r>
          </a:p>
          <a:p>
            <a:r>
              <a:t>      "refs": [</a:t>
            </a:r>
          </a:p>
          <a:p>
            <a:r>
              <a:t>        {</a:t>
            </a:r>
          </a:p>
          <a:p>
            <a:r>
              <a:t>          "source_id": "s062",</a:t>
            </a:r>
          </a:p>
          <a:p>
            <a:r>
              <a:t>          "quote": "担当と確認時期を決める"</a:t>
            </a:r>
          </a:p>
          <a:p>
            <a:r>
              <a:t>        }</a:t>
            </a:r>
          </a:p>
          <a:p>
            <a:r>
              <a:t>      ],</a:t>
            </a:r>
          </a:p>
          <a:p>
            <a:r>
              <a:t>      "mode": "verbatim"</a:t>
            </a:r>
          </a:p>
          <a:p>
            <a:r>
              <a:t>    },</a:t>
            </a:r>
          </a:p>
          <a:p>
            <a:r>
              <a:t>    {</a:t>
            </a:r>
          </a:p>
          <a:p>
            <a:r>
              <a:t>      "text": "例外を見える化",</a:t>
            </a:r>
          </a:p>
          <a:p>
            <a:r>
              <a:t>      "refs": [</a:t>
            </a:r>
          </a:p>
          <a:p>
            <a:r>
              <a:t>        {</a:t>
            </a:r>
          </a:p>
          <a:p>
            <a:r>
              <a:t>          "source_id": "s062",</a:t>
            </a:r>
          </a:p>
          <a:p>
            <a:r>
              <a:t>          "quote": "例外を見える化"</a:t>
            </a:r>
          </a:p>
          <a:p>
            <a:r>
              <a:t>        }</a:t>
            </a:r>
          </a:p>
          <a:p>
            <a:r>
              <a:t>      ],</a:t>
            </a:r>
          </a:p>
          <a:p>
            <a:r>
              <a:t>      "mode": "verbatim"</a:t>
            </a:r>
          </a:p>
          <a:p>
            <a:r>
              <a:t>    },</a:t>
            </a:r>
          </a:p>
          <a:p>
            <a:r>
              <a:t>    {</a:t>
            </a:r>
          </a:p>
          <a:p>
            <a:r>
              <a:t>      "text": "適用できない場面を記録",</a:t>
            </a:r>
          </a:p>
          <a:p>
            <a:r>
              <a:t>      "refs": [</a:t>
            </a:r>
          </a:p>
          <a:p>
            <a:r>
              <a:t>        {</a:t>
            </a:r>
          </a:p>
          <a:p>
            <a:r>
              <a:t>          "source_id": "s062",</a:t>
            </a:r>
          </a:p>
          <a:p>
            <a:r>
              <a:t>          "quote": "適用できない場面を記録"</a:t>
            </a:r>
          </a:p>
          <a:p>
            <a:r>
              <a:t>        }</a:t>
            </a:r>
          </a:p>
          <a:p>
            <a:r>
              <a:t>      ],</a:t>
            </a:r>
          </a:p>
          <a:p>
            <a:r>
              <a:t>      "mode": "verbatim"</a:t>
            </a:r>
          </a:p>
          <a:p>
            <a:r>
              <a:t>    },</a:t>
            </a:r>
          </a:p>
          <a:p>
            <a:r>
              <a:t>    {</a:t>
            </a:r>
          </a:p>
          <a:p>
            <a:r>
              <a:t>      "text": "比較軸を共有する",</a:t>
            </a:r>
          </a:p>
          <a:p>
            <a:r>
              <a:t>      "refs": [</a:t>
            </a:r>
          </a:p>
          <a:p>
            <a:r>
              <a:t>        {</a:t>
            </a:r>
          </a:p>
          <a:p>
            <a:r>
              <a:t>          "source_id": "s062",</a:t>
            </a:r>
          </a:p>
          <a:p>
            <a:r>
              <a:t>          "quote": "比較軸を共有する"</a:t>
            </a:r>
          </a:p>
          <a:p>
            <a:r>
              <a:t>        }</a:t>
            </a:r>
          </a:p>
          <a:p>
            <a:r>
              <a:t>      ],</a:t>
            </a:r>
          </a:p>
          <a:p>
            <a:r>
              <a:t>      "mode": "verbatim"</a:t>
            </a:r>
          </a:p>
          <a:p>
            <a:r>
              <a:t>    },</a:t>
            </a:r>
          </a:p>
          <a:p>
            <a:r>
              <a:t>    {</a:t>
            </a:r>
          </a:p>
          <a:p>
            <a:r>
              <a:t>      "text": "評価項目の定義を揃える",</a:t>
            </a:r>
          </a:p>
          <a:p>
            <a:r>
              <a:t>      "refs": [</a:t>
            </a:r>
          </a:p>
          <a:p>
            <a:r>
              <a:t>        {</a:t>
            </a:r>
          </a:p>
          <a:p>
            <a:r>
              <a:t>          "source_id": "s062",</a:t>
            </a:r>
          </a:p>
          <a:p>
            <a:r>
              <a:t>          "quote": "評価項目の定義を揃える"</a:t>
            </a:r>
          </a:p>
          <a:p>
            <a:r>
              <a:t>        }</a:t>
            </a:r>
          </a:p>
          <a:p>
            <a:r>
              <a:t>      ],</a:t>
            </a:r>
          </a:p>
          <a:p>
            <a:r>
              <a:t>      "mode": "verbatim"</a:t>
            </a:r>
          </a:p>
          <a:p>
            <a:r>
              <a:t>    },</a:t>
            </a:r>
          </a:p>
          <a:p>
            <a:r>
              <a:t>    {</a:t>
            </a:r>
          </a:p>
          <a:p>
            <a:r>
              <a:t>      "text": "確認先を残す",</a:t>
            </a:r>
          </a:p>
          <a:p>
            <a:r>
              <a:t>      "refs": [</a:t>
            </a:r>
          </a:p>
          <a:p>
            <a:r>
              <a:t>        {</a:t>
            </a:r>
          </a:p>
          <a:p>
            <a:r>
              <a:t>          "source_id": "s062",</a:t>
            </a:r>
          </a:p>
          <a:p>
            <a:r>
              <a:t>          "quote": "確認先を残す"</a:t>
            </a:r>
          </a:p>
          <a:p>
            <a:r>
              <a:t>        }</a:t>
            </a:r>
          </a:p>
          <a:p>
            <a:r>
              <a:t>      ],</a:t>
            </a:r>
          </a:p>
          <a:p>
            <a:r>
              <a:t>      "mode": "verbatim"</a:t>
            </a:r>
          </a:p>
          <a:p>
            <a:r>
              <a:t>    },</a:t>
            </a:r>
          </a:p>
          <a:p>
            <a:r>
              <a:t>    {</a:t>
            </a:r>
          </a:p>
          <a:p>
            <a:r>
              <a:t>      "text": "未確認の論点を引き継ぐ",</a:t>
            </a:r>
          </a:p>
          <a:p>
            <a:r>
              <a:t>      "refs": [</a:t>
            </a:r>
          </a:p>
          <a:p>
            <a:r>
              <a:t>        {</a:t>
            </a:r>
          </a:p>
          <a:p>
            <a:r>
              <a:t>          "source_id": "s062",</a:t>
            </a:r>
          </a:p>
          <a:p>
            <a:r>
              <a:t>          "quote": "未確認の論点を引き継ぐ"</a:t>
            </a:r>
          </a:p>
          <a:p>
            <a:r>
              <a:t>        }</a:t>
            </a:r>
          </a:p>
          <a:p>
            <a:r>
              <a:t>      ],</a:t>
            </a:r>
          </a:p>
          <a:p>
            <a:r>
              <a:t>      "mode": "verbatim"</a:t>
            </a:r>
          </a:p>
          <a:p>
            <a:r>
              <a:t>    },</a:t>
            </a:r>
          </a:p>
          <a:p>
            <a:r>
              <a:t>    {</a:t>
            </a:r>
          </a:p>
          <a:p>
            <a:r>
              <a:t>      "text": "留保：同じ条件で比較した結果ではない。各資料の対象範囲を確認する。",</a:t>
            </a:r>
          </a:p>
          <a:p>
            <a:r>
              <a:t>      "refs": [</a:t>
            </a:r>
          </a:p>
          <a:p>
            <a:r>
              <a:t>        {</a:t>
            </a:r>
          </a:p>
          <a:p>
            <a:r>
              <a:t>          "source_id": "s062",</a:t>
            </a:r>
          </a:p>
          <a:p>
            <a:r>
              <a:t>          "quote": "留保：同じ条件で比較した結果ではない。各資料の対象範囲を確認する。"</a:t>
            </a:r>
          </a:p>
          <a:p>
            <a:r>
              <a:t>        }</a:t>
            </a:r>
          </a:p>
          <a:p>
            <a:r>
              <a:t>      ],</a:t>
            </a:r>
          </a:p>
          <a:p>
            <a:r>
              <a:t>      "mode": "verbatim"</a:t>
            </a:r>
          </a:p>
          <a:p>
            <a:r>
              <a:t>    }</a:t>
            </a:r>
          </a:p>
          <a:p>
            <a:r>
              <a:t>  ],</a:t>
            </a:r>
          </a:p>
          <a:p>
            <a:r>
              <a:t>  "citations": {</a:t>
            </a:r>
          </a:p>
          <a:p>
            <a:r>
              <a:t>    "s062": "Public MIT sample: original fictional research-sharing design section 1"</a:t>
            </a:r>
          </a:p>
          <a:p>
            <a:r>
              <a:t>  },</a:t>
            </a:r>
          </a:p>
          <a:p>
            <a:r>
              <a:t>  "template_license":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null,</a:t>
            </a:r>
          </a:p>
          <a:p>
            <a:r>
              <a:t>  "catalog": "editorial",</a:t>
            </a:r>
          </a:p>
          <a:p>
            <a:r>
              <a:t>  "family": "table",</a:t>
            </a:r>
          </a:p>
          <a:p>
            <a:r>
              <a:t>  "structural_variant": "two_columns",</a:t>
            </a:r>
          </a:p>
          <a:p>
            <a:r>
              <a:t>  "repetition_reason": "Catalog inventory: adjacent entries intentionally show every count/orientation for comparison; this is not a presentation sequence.",</a:t>
            </a:r>
          </a:p>
          <a:p>
            <a:r>
              <a:t>  "images": {},</a:t>
            </a:r>
          </a:p>
          <a:p>
            <a:r>
              <a:t>  "template_sha256": "06769641be34490a826dbe437a83f08abb05671ea2a2370c6375ea0fc5c30dca"</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"slide063",</a:t>
            </a:r>
          </a:p>
          <a:p>
            <a:r>
              <a:t>  "origin": "catalog",</a:t>
            </a:r>
          </a:p>
          <a:p>
            <a:r>
              <a:t>  "layout_id": "ed_table_three_columns_4",</a:t>
            </a:r>
          </a:p>
          <a:p>
            <a:r>
              <a:t>  "variant": "warm",</a:t>
            </a:r>
          </a:p>
          <a:p>
            <a:r>
              <a:t>  "rationale": "Public template fixture; short fictional slot content; no private data.",</a:t>
            </a:r>
          </a:p>
          <a:p>
            <a:r>
              <a:t>  "source_sha256": "c38e01dcb14540e486d5a11ff7b07b6cff9547c6a27e869e7c53a02aada60e2d",</a:t>
            </a:r>
          </a:p>
          <a:p>
            <a:r>
              <a:t>  "evidence": [</a:t>
            </a:r>
          </a:p>
          <a:p>
            <a:r>
              <a:t>    {</a:t>
            </a:r>
          </a:p>
          <a:p>
            <a:r>
              <a:t>      "text": "社内ナレッジを探しやすくする条件",</a:t>
            </a:r>
          </a:p>
          <a:p>
            <a:r>
              <a:t>      "refs": [</a:t>
            </a:r>
          </a:p>
          <a:p>
            <a:r>
              <a:t>        {</a:t>
            </a:r>
          </a:p>
          <a:p>
            <a:r>
              <a:t>          "source_id": "s063",</a:t>
            </a:r>
          </a:p>
          <a:p>
            <a:r>
              <a:t>          "quote": "社内ナレッジを探しやすくする条件"</a:t>
            </a:r>
          </a:p>
          <a:p>
            <a:r>
              <a:t>        }</a:t>
            </a:r>
          </a:p>
          <a:p>
            <a:r>
              <a:t>      ],</a:t>
            </a:r>
          </a:p>
          <a:p>
            <a:r>
              <a:t>      "mode": "verbatim"</a:t>
            </a:r>
          </a:p>
          <a:p>
            <a:r>
              <a:t>    },</a:t>
            </a:r>
          </a:p>
          <a:p>
            <a:r>
              <a:t>    {</a:t>
            </a:r>
          </a:p>
          <a:p>
            <a:r>
              <a:t>      "text": "架空の社内調査。運用条件を整理した所見であり、効果を実証したものではない。",</a:t>
            </a:r>
          </a:p>
          <a:p>
            <a:r>
              <a:t>      "refs": [</a:t>
            </a:r>
          </a:p>
          <a:p>
            <a:r>
              <a:t>        {</a:t>
            </a:r>
          </a:p>
          <a:p>
            <a:r>
              <a:t>          "source_id": "s063",</a:t>
            </a:r>
          </a:p>
          <a:p>
            <a:r>
              <a:t>          "quote": "架空の社内調査。運用条件を整理した所見であり、効果を実証したものではない。"</a:t>
            </a:r>
          </a:p>
          <a:p>
            <a:r>
              <a:t>        }</a:t>
            </a:r>
          </a:p>
          <a:p>
            <a:r>
              <a:t>      ],</a:t>
            </a:r>
          </a:p>
          <a:p>
            <a:r>
              <a:t>      "mode": "verbatim"</a:t>
            </a:r>
          </a:p>
          <a:p>
            <a:r>
              <a:t>    },</a:t>
            </a:r>
          </a:p>
          <a:p>
            <a:r>
              <a:t>    {</a:t>
            </a:r>
          </a:p>
          <a:p>
            <a:r>
              <a:t>      "text": "観点",</a:t>
            </a:r>
          </a:p>
          <a:p>
            <a:r>
              <a:t>      "refs": [</a:t>
            </a:r>
          </a:p>
          <a:p>
            <a:r>
              <a:t>        {</a:t>
            </a:r>
          </a:p>
          <a:p>
            <a:r>
              <a:t>          "source_id": "s063",</a:t>
            </a:r>
          </a:p>
          <a:p>
            <a:r>
              <a:t>          "quote": "観点"</a:t>
            </a:r>
          </a:p>
          <a:p>
            <a:r>
              <a:t>        }</a:t>
            </a:r>
          </a:p>
          <a:p>
            <a:r>
              <a:t>      ],</a:t>
            </a:r>
          </a:p>
          <a:p>
            <a:r>
              <a:t>      "mode": "verbatim"</a:t>
            </a:r>
          </a:p>
          <a:p>
            <a:r>
              <a:t>    },</a:t>
            </a:r>
          </a:p>
          <a:p>
            <a:r>
              <a:t>    {</a:t>
            </a:r>
          </a:p>
          <a:p>
            <a:r>
              <a:t>      "text": "確認事項",</a:t>
            </a:r>
          </a:p>
          <a:p>
            <a:r>
              <a:t>      "refs": [</a:t>
            </a:r>
          </a:p>
          <a:p>
            <a:r>
              <a:t>        {</a:t>
            </a:r>
          </a:p>
          <a:p>
            <a:r>
              <a:t>          "source_id": "s063",</a:t>
            </a:r>
          </a:p>
          <a:p>
            <a:r>
              <a:t>          "quote": "確認事項"</a:t>
            </a:r>
          </a:p>
          <a:p>
            <a:r>
              <a:t>        }</a:t>
            </a:r>
          </a:p>
          <a:p>
            <a:r>
              <a:t>      ],</a:t>
            </a:r>
          </a:p>
          <a:p>
            <a:r>
              <a:t>      "mode": "verbatim"</a:t>
            </a:r>
          </a:p>
          <a:p>
            <a:r>
              <a:t>    },</a:t>
            </a:r>
          </a:p>
          <a:p>
            <a:r>
              <a:t>    {</a:t>
            </a:r>
          </a:p>
          <a:p>
            <a:r>
              <a:t>      "text": "留保",</a:t>
            </a:r>
          </a:p>
          <a:p>
            <a:r>
              <a:t>      "refs": [</a:t>
            </a:r>
          </a:p>
          <a:p>
            <a:r>
              <a:t>        {</a:t>
            </a:r>
          </a:p>
          <a:p>
            <a:r>
              <a:t>          "source_id": "s063",</a:t>
            </a:r>
          </a:p>
          <a:p>
            <a:r>
              <a:t>          "quote": "留保"</a:t>
            </a:r>
          </a:p>
          <a:p>
            <a:r>
              <a:t>        }</a:t>
            </a:r>
          </a:p>
          <a:p>
            <a:r>
              <a:t>      ],</a:t>
            </a:r>
          </a:p>
          <a:p>
            <a:r>
              <a:t>      "mode": "verbatim"</a:t>
            </a:r>
          </a:p>
          <a:p>
            <a:r>
              <a:t>    },</a:t>
            </a:r>
          </a:p>
          <a:p>
            <a:r>
              <a:t>    {</a:t>
            </a:r>
          </a:p>
          <a:p>
            <a:r>
              <a:t>      "text": "検索入口を揃える",</a:t>
            </a:r>
          </a:p>
          <a:p>
            <a:r>
              <a:t>      "refs": [</a:t>
            </a:r>
          </a:p>
          <a:p>
            <a:r>
              <a:t>        {</a:t>
            </a:r>
          </a:p>
          <a:p>
            <a:r>
              <a:t>          "source_id": "s063",</a:t>
            </a:r>
          </a:p>
          <a:p>
            <a:r>
              <a:t>          "quote": "検索入口を揃える"</a:t>
            </a:r>
          </a:p>
          <a:p>
            <a:r>
              <a:t>        }</a:t>
            </a:r>
          </a:p>
          <a:p>
            <a:r>
              <a:t>      ],</a:t>
            </a:r>
          </a:p>
          <a:p>
            <a:r>
              <a:t>      "mode": "verbatim"</a:t>
            </a:r>
          </a:p>
          <a:p>
            <a:r>
              <a:t>    },</a:t>
            </a:r>
          </a:p>
          <a:p>
            <a:r>
              <a:t>    {</a:t>
            </a:r>
          </a:p>
          <a:p>
            <a:r>
              <a:t>      "text": "索引と用語の対応を確認",</a:t>
            </a:r>
          </a:p>
          <a:p>
            <a:r>
              <a:t>      "refs": [</a:t>
            </a:r>
          </a:p>
          <a:p>
            <a:r>
              <a:t>        {</a:t>
            </a:r>
          </a:p>
          <a:p>
            <a:r>
              <a:t>          "source_id": "s063",</a:t>
            </a:r>
          </a:p>
          <a:p>
            <a:r>
              <a:t>          "quote": "索引と用語の対応を確認"</a:t>
            </a:r>
          </a:p>
          <a:p>
            <a:r>
              <a:t>        }</a:t>
            </a:r>
          </a:p>
          <a:p>
            <a:r>
              <a:t>      ],</a:t>
            </a:r>
          </a:p>
          <a:p>
            <a:r>
              <a:t>      "mode": "verbatim"</a:t>
            </a:r>
          </a:p>
          <a:p>
            <a:r>
              <a:t>    },</a:t>
            </a:r>
          </a:p>
          <a:p>
            <a:r>
              <a:t>    {</a:t>
            </a:r>
          </a:p>
          <a:p>
            <a:r>
              <a:t>      "text": "架空資料A・検索節\n部署間の呼称差が残る",</a:t>
            </a:r>
          </a:p>
          <a:p>
            <a:r>
              <a:t>      "refs": [</a:t>
            </a:r>
          </a:p>
          <a:p>
            <a:r>
              <a:t>        {</a:t>
            </a:r>
          </a:p>
          <a:p>
            <a:r>
              <a:t>          "source_id": "s063",</a:t>
            </a:r>
          </a:p>
          <a:p>
            <a:r>
              <a:t>          "quote": "架空資料A・検索節\n部署間の呼称差が残る"</a:t>
            </a:r>
          </a:p>
          <a:p>
            <a:r>
              <a:t>        }</a:t>
            </a:r>
          </a:p>
          <a:p>
            <a:r>
              <a:t>      ],</a:t>
            </a:r>
          </a:p>
          <a:p>
            <a:r>
              <a:t>      "mode": "verbatim"</a:t>
            </a:r>
          </a:p>
          <a:p>
            <a:r>
              <a:t>    },</a:t>
            </a:r>
          </a:p>
          <a:p>
            <a:r>
              <a:t>    {</a:t>
            </a:r>
          </a:p>
          <a:p>
            <a:r>
              <a:t>      "text": "根拠まで辿れる",</a:t>
            </a:r>
          </a:p>
          <a:p>
            <a:r>
              <a:t>      "refs": [</a:t>
            </a:r>
          </a:p>
          <a:p>
            <a:r>
              <a:t>        {</a:t>
            </a:r>
          </a:p>
          <a:p>
            <a:r>
              <a:t>          "source_id": "s063",</a:t>
            </a:r>
          </a:p>
          <a:p>
            <a:r>
              <a:t>          "quote": "根拠まで辿れる"</a:t>
            </a:r>
          </a:p>
          <a:p>
            <a:r>
              <a:t>        }</a:t>
            </a:r>
          </a:p>
          <a:p>
            <a:r>
              <a:t>      ],</a:t>
            </a:r>
          </a:p>
          <a:p>
            <a:r>
              <a:t>      "mode": "verbatim"</a:t>
            </a:r>
          </a:p>
          <a:p>
            <a:r>
              <a:t>    },</a:t>
            </a:r>
          </a:p>
          <a:p>
            <a:r>
              <a:t>    {</a:t>
            </a:r>
          </a:p>
          <a:p>
            <a:r>
              <a:t>      "text": "引用箇所と調査条件を照合",</a:t>
            </a:r>
          </a:p>
          <a:p>
            <a:r>
              <a:t>      "refs": [</a:t>
            </a:r>
          </a:p>
          <a:p>
            <a:r>
              <a:t>        {</a:t>
            </a:r>
          </a:p>
          <a:p>
            <a:r>
              <a:t>          "source_id": "s063",</a:t>
            </a:r>
          </a:p>
          <a:p>
            <a:r>
              <a:t>          "quote": "引用箇所と調査条件を照合"</a:t>
            </a:r>
          </a:p>
          <a:p>
            <a:r>
              <a:t>        }</a:t>
            </a:r>
          </a:p>
          <a:p>
            <a:r>
              <a:t>      ],</a:t>
            </a:r>
          </a:p>
          <a:p>
            <a:r>
              <a:t>      "mode": "verbatim"</a:t>
            </a:r>
          </a:p>
          <a:p>
            <a:r>
              <a:t>    },</a:t>
            </a:r>
          </a:p>
          <a:p>
            <a:r>
              <a:t>    {</a:t>
            </a:r>
          </a:p>
          <a:p>
            <a:r>
              <a:t>      "text": "架空資料B・条件節\n原文の条件を保持",</a:t>
            </a:r>
          </a:p>
          <a:p>
            <a:r>
              <a:t>      "refs": [</a:t>
            </a:r>
          </a:p>
          <a:p>
            <a:r>
              <a:t>        {</a:t>
            </a:r>
          </a:p>
          <a:p>
            <a:r>
              <a:t>          "source_id": "s063",</a:t>
            </a:r>
          </a:p>
          <a:p>
            <a:r>
              <a:t>          "quote": "架空資料B・条件節\n原文の条件を保持"</a:t>
            </a:r>
          </a:p>
          <a:p>
            <a:r>
              <a:t>        }</a:t>
            </a:r>
          </a:p>
          <a:p>
            <a:r>
              <a:t>      ],</a:t>
            </a:r>
          </a:p>
          <a:p>
            <a:r>
              <a:t>      "mode": "verbatim"</a:t>
            </a:r>
          </a:p>
          <a:p>
            <a:r>
              <a:t>    },</a:t>
            </a:r>
          </a:p>
          <a:p>
            <a:r>
              <a:t>    {</a:t>
            </a:r>
          </a:p>
          <a:p>
            <a:r>
              <a:t>      "text": "更新範囲を決める",</a:t>
            </a:r>
          </a:p>
          <a:p>
            <a:r>
              <a:t>      "refs": [</a:t>
            </a:r>
          </a:p>
          <a:p>
            <a:r>
              <a:t>        {</a:t>
            </a:r>
          </a:p>
          <a:p>
            <a:r>
              <a:t>          "source_id": "s063",</a:t>
            </a:r>
          </a:p>
          <a:p>
            <a:r>
              <a:t>          "quote": "更新範囲を決める"</a:t>
            </a:r>
          </a:p>
          <a:p>
            <a:r>
              <a:t>        }</a:t>
            </a:r>
          </a:p>
          <a:p>
            <a:r>
              <a:t>      ],</a:t>
            </a:r>
          </a:p>
          <a:p>
            <a:r>
              <a:t>      "mode": "verbatim"</a:t>
            </a:r>
          </a:p>
          <a:p>
            <a:r>
              <a:t>    },</a:t>
            </a:r>
          </a:p>
          <a:p>
            <a:r>
              <a:t>    {</a:t>
            </a:r>
          </a:p>
          <a:p>
            <a:r>
              <a:t>      "text": "担当と確認時期を決める",</a:t>
            </a:r>
          </a:p>
          <a:p>
            <a:r>
              <a:t>      "refs": [</a:t>
            </a:r>
          </a:p>
          <a:p>
            <a:r>
              <a:t>        {</a:t>
            </a:r>
          </a:p>
          <a:p>
            <a:r>
              <a:t>          "source_id": "s063",</a:t>
            </a:r>
          </a:p>
          <a:p>
            <a:r>
              <a:t>          "quote": "担当と確認時期を決める"</a:t>
            </a:r>
          </a:p>
          <a:p>
            <a:r>
              <a:t>        }</a:t>
            </a:r>
          </a:p>
          <a:p>
            <a:r>
              <a:t>      ],</a:t>
            </a:r>
          </a:p>
          <a:p>
            <a:r>
              <a:t>      "mode": "verbatim"</a:t>
            </a:r>
          </a:p>
          <a:p>
            <a:r>
              <a:t>    },</a:t>
            </a:r>
          </a:p>
          <a:p>
            <a:r>
              <a:t>    {</a:t>
            </a:r>
          </a:p>
          <a:p>
            <a:r>
              <a:t>      "text": "架空資料C・運用節\n確認日：未記録",</a:t>
            </a:r>
          </a:p>
          <a:p>
            <a:r>
              <a:t>      "refs": [</a:t>
            </a:r>
          </a:p>
          <a:p>
            <a:r>
              <a:t>        {</a:t>
            </a:r>
          </a:p>
          <a:p>
            <a:r>
              <a:t>          "source_id": "s063",</a:t>
            </a:r>
          </a:p>
          <a:p>
            <a:r>
              <a:t>          "quote": "架空資料C・運用節\n確認日：未記録"</a:t>
            </a:r>
          </a:p>
          <a:p>
            <a:r>
              <a:t>        }</a:t>
            </a:r>
          </a:p>
          <a:p>
            <a:r>
              <a:t>      ],</a:t>
            </a:r>
          </a:p>
          <a:p>
            <a:r>
              <a:t>      "mode": "verbatim"</a:t>
            </a:r>
          </a:p>
          <a:p>
            <a:r>
              <a:t>    },</a:t>
            </a:r>
          </a:p>
          <a:p>
            <a:r>
              <a:t>    {</a:t>
            </a:r>
          </a:p>
          <a:p>
            <a:r>
              <a:t>      "text": "例外を見える化",</a:t>
            </a:r>
          </a:p>
          <a:p>
            <a:r>
              <a:t>      "refs": [</a:t>
            </a:r>
          </a:p>
          <a:p>
            <a:r>
              <a:t>        {</a:t>
            </a:r>
          </a:p>
          <a:p>
            <a:r>
              <a:t>          "source_id": "s063",</a:t>
            </a:r>
          </a:p>
          <a:p>
            <a:r>
              <a:t>          "quote": "例外を見える化"</a:t>
            </a:r>
          </a:p>
          <a:p>
            <a:r>
              <a:t>        }</a:t>
            </a:r>
          </a:p>
          <a:p>
            <a:r>
              <a:t>      ],</a:t>
            </a:r>
          </a:p>
          <a:p>
            <a:r>
              <a:t>      "mode": "verbatim"</a:t>
            </a:r>
          </a:p>
          <a:p>
            <a:r>
              <a:t>    },</a:t>
            </a:r>
          </a:p>
          <a:p>
            <a:r>
              <a:t>    {</a:t>
            </a:r>
          </a:p>
          <a:p>
            <a:r>
              <a:t>      "text": "適用できない場面を記録",</a:t>
            </a:r>
          </a:p>
          <a:p>
            <a:r>
              <a:t>      "refs": [</a:t>
            </a:r>
          </a:p>
          <a:p>
            <a:r>
              <a:t>        {</a:t>
            </a:r>
          </a:p>
          <a:p>
            <a:r>
              <a:t>          "source_id": "s063",</a:t>
            </a:r>
          </a:p>
          <a:p>
            <a:r>
              <a:t>          "quote": "適用できない場面を記録"</a:t>
            </a:r>
          </a:p>
          <a:p>
            <a:r>
              <a:t>        }</a:t>
            </a:r>
          </a:p>
          <a:p>
            <a:r>
              <a:t>      ],</a:t>
            </a:r>
          </a:p>
          <a:p>
            <a:r>
              <a:t>      "mode": "verbatim"</a:t>
            </a:r>
          </a:p>
          <a:p>
            <a:r>
              <a:t>    },</a:t>
            </a:r>
          </a:p>
          <a:p>
            <a:r>
              <a:t>    {</a:t>
            </a:r>
          </a:p>
          <a:p>
            <a:r>
              <a:t>      "text": "架空資料D・例外節\n個別の判断が必要",</a:t>
            </a:r>
          </a:p>
          <a:p>
            <a:r>
              <a:t>      "refs": [</a:t>
            </a:r>
          </a:p>
          <a:p>
            <a:r>
              <a:t>        {</a:t>
            </a:r>
          </a:p>
          <a:p>
            <a:r>
              <a:t>          "source_id": "s063",</a:t>
            </a:r>
          </a:p>
          <a:p>
            <a:r>
              <a:t>          "quote": "架空資料D・例外節\n個別の判断が必要"</a:t>
            </a:r>
          </a:p>
          <a:p>
            <a:r>
              <a:t>        }</a:t>
            </a:r>
          </a:p>
          <a:p>
            <a:r>
              <a:t>      ],</a:t>
            </a:r>
          </a:p>
          <a:p>
            <a:r>
              <a:t>      "mode": "verbatim"</a:t>
            </a:r>
          </a:p>
          <a:p>
            <a:r>
              <a:t>    },</a:t>
            </a:r>
          </a:p>
          <a:p>
            <a:r>
              <a:t>    {</a:t>
            </a:r>
          </a:p>
          <a:p>
            <a:r>
              <a:t>      "text": "留保：同じ条件で比較した結果ではない。各資料の対象範囲を確認する。",</a:t>
            </a:r>
          </a:p>
          <a:p>
            <a:r>
              <a:t>      "refs": [</a:t>
            </a:r>
          </a:p>
          <a:p>
            <a:r>
              <a:t>        {</a:t>
            </a:r>
          </a:p>
          <a:p>
            <a:r>
              <a:t>          "source_id": "s063",</a:t>
            </a:r>
          </a:p>
          <a:p>
            <a:r>
              <a:t>          "quote": "留保：同じ条件で比較した結果ではない。各資料の対象範囲を確認する。"</a:t>
            </a:r>
          </a:p>
          <a:p>
            <a:r>
              <a:t>        }</a:t>
            </a:r>
          </a:p>
          <a:p>
            <a:r>
              <a:t>      ],</a:t>
            </a:r>
          </a:p>
          <a:p>
            <a:r>
              <a:t>      "mode": "verbatim"</a:t>
            </a:r>
          </a:p>
          <a:p>
            <a:r>
              <a:t>    }</a:t>
            </a:r>
          </a:p>
          <a:p>
            <a:r>
              <a:t>  ],</a:t>
            </a:r>
          </a:p>
          <a:p>
            <a:r>
              <a:t>  "citations": {</a:t>
            </a:r>
          </a:p>
          <a:p>
            <a:r>
              <a:t>    "s063": "Public MIT sample: original fictional research-sharing design section 1"</a:t>
            </a:r>
          </a:p>
          <a:p>
            <a:r>
              <a:t>  },</a:t>
            </a:r>
          </a:p>
          <a:p>
            <a:r>
              <a:t>  "template_license":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null,</a:t>
            </a:r>
          </a:p>
          <a:p>
            <a:r>
              <a:t>  "catalog": "editorial",</a:t>
            </a:r>
          </a:p>
          <a:p>
            <a:r>
              <a:t>  "family": "table",</a:t>
            </a:r>
          </a:p>
          <a:p>
            <a:r>
              <a:t>  "structural_variant": "three_columns",</a:t>
            </a:r>
          </a:p>
          <a:p>
            <a:r>
              <a:t>  "repetition_reason": "Catalog inventory: adjacent entries intentionally show every count/orientation for comparison; this is not a presentation sequence.",</a:t>
            </a:r>
          </a:p>
          <a:p>
            <a:r>
              <a:t>  "images": {},</a:t>
            </a:r>
          </a:p>
          <a:p>
            <a:r>
              <a:t>  "template_sha256": "f23fbba0be512b40285904d25dfa2e0f7155bbb5e7d7a4a059e6fdff5e255115"</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"slide064",</a:t>
            </a:r>
          </a:p>
          <a:p>
            <a:r>
              <a:t>  "origin": "catalog",</a:t>
            </a:r>
          </a:p>
          <a:p>
            <a:r>
              <a:t>  "layout_id": "ed_chart_bar_left_4",</a:t>
            </a:r>
          </a:p>
          <a:p>
            <a:r>
              <a:t>  "variant": "warm",</a:t>
            </a:r>
          </a:p>
          <a:p>
            <a:r>
              <a:t>  "rationale": "Public template fixture; short fictional slot content; no private data.",</a:t>
            </a:r>
          </a:p>
          <a:p>
            <a:r>
              <a:t>  "source_sha256": "c38e01dcb14540e486d5a11ff7b07b6cff9547c6a27e869e7c53a02aada60e2d",</a:t>
            </a:r>
          </a:p>
          <a:p>
            <a:r>
              <a:t>  "evidence": [</a:t>
            </a:r>
          </a:p>
          <a:p>
            <a:r>
              <a:t>    {</a:t>
            </a:r>
          </a:p>
          <a:p>
            <a:r>
              <a:t>      "text": "社内ナレッジを探しやすくする条件",</a:t>
            </a:r>
          </a:p>
          <a:p>
            <a:r>
              <a:t>      "refs": [</a:t>
            </a:r>
          </a:p>
          <a:p>
            <a:r>
              <a:t>        {</a:t>
            </a:r>
          </a:p>
          <a:p>
            <a:r>
              <a:t>          "source_id": "s064",</a:t>
            </a:r>
          </a:p>
          <a:p>
            <a:r>
              <a:t>          "quote": "社内ナレッジを探しやすくする条件"</a:t>
            </a:r>
          </a:p>
          <a:p>
            <a:r>
              <a:t>        }</a:t>
            </a:r>
          </a:p>
          <a:p>
            <a:r>
              <a:t>      ],</a:t>
            </a:r>
          </a:p>
          <a:p>
            <a:r>
              <a:t>      "mode": "verbatim"</a:t>
            </a:r>
          </a:p>
          <a:p>
            <a:r>
              <a:t>    },</a:t>
            </a:r>
          </a:p>
          <a:p>
            <a:r>
              <a:t>    {</a:t>
            </a:r>
          </a:p>
          <a:p>
            <a:r>
              <a:t>      "text": "架空の社内調査。運用条件を整理した所見であり、効果を実証したものではない。",</a:t>
            </a:r>
          </a:p>
          <a:p>
            <a:r>
              <a:t>      "refs": [</a:t>
            </a:r>
          </a:p>
          <a:p>
            <a:r>
              <a:t>        {</a:t>
            </a:r>
          </a:p>
          <a:p>
            <a:r>
              <a:t>          "source_id": "s064",</a:t>
            </a:r>
          </a:p>
          <a:p>
            <a:r>
              <a:t>          "quote": "架空の社内調査。運用条件を整理した所見であり、効果を実証したものではない。"</a:t>
            </a:r>
          </a:p>
          <a:p>
            <a:r>
              <a:t>        }</a:t>
            </a:r>
          </a:p>
          <a:p>
            <a:r>
              <a:t>      ],</a:t>
            </a:r>
          </a:p>
          <a:p>
            <a:r>
              <a:t>      "mode": "verbatim"</a:t>
            </a:r>
          </a:p>
          <a:p>
            <a:r>
              <a:t>    },</a:t>
            </a:r>
          </a:p>
          <a:p>
            <a:r>
              <a:t>    {</a:t>
            </a:r>
          </a:p>
          <a:p>
            <a:r>
              <a:t>      "text": "課題の言及数（件）／複数回答・架空例",</a:t>
            </a:r>
          </a:p>
          <a:p>
            <a:r>
              <a:t>      "refs": [</a:t>
            </a:r>
          </a:p>
          <a:p>
            <a:r>
              <a:t>        {</a:t>
            </a:r>
          </a:p>
          <a:p>
            <a:r>
              <a:t>          "source_id": "s064",</a:t>
            </a:r>
          </a:p>
          <a:p>
            <a:r>
              <a:t>          "quote": "課題の言及数（件）／複数回答・架空例"</a:t>
            </a:r>
          </a:p>
          <a:p>
            <a:r>
              <a:t>        }</a:t>
            </a:r>
          </a:p>
          <a:p>
            <a:r>
              <a:t>      ],</a:t>
            </a:r>
          </a:p>
          <a:p>
            <a:r>
              <a:t>      "mode": "verbatim"</a:t>
            </a:r>
          </a:p>
          <a:p>
            <a:r>
              <a:t>    },</a:t>
            </a:r>
          </a:p>
          <a:p>
            <a:r>
              <a:t>    {</a:t>
            </a:r>
          </a:p>
          <a:p>
            <a:r>
              <a:t>      "text": "検索の課題が多いが、回答件数のみで重要度を判断することはできない。",</a:t>
            </a:r>
          </a:p>
          <a:p>
            <a:r>
              <a:t>      "refs": [</a:t>
            </a:r>
          </a:p>
          <a:p>
            <a:r>
              <a:t>        {</a:t>
            </a:r>
          </a:p>
          <a:p>
            <a:r>
              <a:t>          "source_id": "s064",</a:t>
            </a:r>
          </a:p>
          <a:p>
            <a:r>
              <a:t>          "quote": "検索の課題が多いが、回答件数のみで重要度を判断することはできない。"</a:t>
            </a:r>
          </a:p>
          <a:p>
            <a:r>
              <a:t>        }</a:t>
            </a:r>
          </a:p>
          <a:p>
            <a:r>
              <a:t>      ],</a:t>
            </a:r>
          </a:p>
          <a:p>
            <a:r>
              <a:t>      "mode": "verbatim"</a:t>
            </a:r>
          </a:p>
          <a:p>
            <a:r>
              <a:t>    },</a:t>
            </a:r>
          </a:p>
          <a:p>
            <a:r>
              <a:t>    {</a:t>
            </a:r>
          </a:p>
          <a:p>
            <a:r>
              <a:t>      "text": "架空集計であり、効果や因果関係は未検証。",</a:t>
            </a:r>
          </a:p>
          <a:p>
            <a:r>
              <a:t>      "refs": [</a:t>
            </a:r>
          </a:p>
          <a:p>
            <a:r>
              <a:t>        {</a:t>
            </a:r>
          </a:p>
          <a:p>
            <a:r>
              <a:t>          "source_id": "s064",</a:t>
            </a:r>
          </a:p>
          <a:p>
            <a:r>
              <a:t>          "quote": "架空集計であり、効果や因果関係は未検証。"</a:t>
            </a:r>
          </a:p>
          <a:p>
            <a:r>
              <a:t>        }</a:t>
            </a:r>
          </a:p>
          <a:p>
            <a:r>
              <a:t>      ],</a:t>
            </a:r>
          </a:p>
          <a:p>
            <a:r>
              <a:t>      "mode": "verbatim"</a:t>
            </a:r>
          </a:p>
          <a:p>
            <a:r>
              <a:t>    },</a:t>
            </a:r>
          </a:p>
          <a:p>
            <a:r>
              <a:t>    {</a:t>
            </a:r>
          </a:p>
          <a:p>
            <a:r>
              <a:t>      "text": "検索",</a:t>
            </a:r>
          </a:p>
          <a:p>
            <a:r>
              <a:t>      "refs": [</a:t>
            </a:r>
          </a:p>
          <a:p>
            <a:r>
              <a:t>        {</a:t>
            </a:r>
          </a:p>
          <a:p>
            <a:r>
              <a:t>          "source_id": "s064",</a:t>
            </a:r>
          </a:p>
          <a:p>
            <a:r>
              <a:t>          "quote": "検索"</a:t>
            </a:r>
          </a:p>
          <a:p>
            <a:r>
              <a:t>        }</a:t>
            </a:r>
          </a:p>
          <a:p>
            <a:r>
              <a:t>      ],</a:t>
            </a:r>
          </a:p>
          <a:p>
            <a:r>
              <a:t>      "mode": "verbatim"</a:t>
            </a:r>
          </a:p>
          <a:p>
            <a:r>
              <a:t>    },</a:t>
            </a:r>
          </a:p>
          <a:p>
            <a:r>
              <a:t>    {</a:t>
            </a:r>
          </a:p>
          <a:p>
            <a:r>
              <a:t>      "text": "出典",</a:t>
            </a:r>
          </a:p>
          <a:p>
            <a:r>
              <a:t>      "refs": [</a:t>
            </a:r>
          </a:p>
          <a:p>
            <a:r>
              <a:t>        {</a:t>
            </a:r>
          </a:p>
          <a:p>
            <a:r>
              <a:t>          "source_id": "s064",</a:t>
            </a:r>
          </a:p>
          <a:p>
            <a:r>
              <a:t>          "quote": "出典"</a:t>
            </a:r>
          </a:p>
          <a:p>
            <a:r>
              <a:t>        }</a:t>
            </a:r>
          </a:p>
          <a:p>
            <a:r>
              <a:t>      ],</a:t>
            </a:r>
          </a:p>
          <a:p>
            <a:r>
              <a:t>      "mode": "verbatim"</a:t>
            </a:r>
          </a:p>
          <a:p>
            <a:r>
              <a:t>    },</a:t>
            </a:r>
          </a:p>
          <a:p>
            <a:r>
              <a:t>    {</a:t>
            </a:r>
          </a:p>
          <a:p>
            <a:r>
              <a:t>      "text": "更新",</a:t>
            </a:r>
          </a:p>
          <a:p>
            <a:r>
              <a:t>      "refs": [</a:t>
            </a:r>
          </a:p>
          <a:p>
            <a:r>
              <a:t>        {</a:t>
            </a:r>
          </a:p>
          <a:p>
            <a:r>
              <a:t>          "source_id": "s064",</a:t>
            </a:r>
          </a:p>
          <a:p>
            <a:r>
              <a:t>          "quote": "更新"</a:t>
            </a:r>
          </a:p>
          <a:p>
            <a:r>
              <a:t>        }</a:t>
            </a:r>
          </a:p>
          <a:p>
            <a:r>
              <a:t>      ],</a:t>
            </a:r>
          </a:p>
          <a:p>
            <a:r>
              <a:t>      "mode": "verbatim"</a:t>
            </a:r>
          </a:p>
          <a:p>
            <a:r>
              <a:t>    },</a:t>
            </a:r>
          </a:p>
          <a:p>
            <a:r>
              <a:t>    {</a:t>
            </a:r>
          </a:p>
          <a:p>
            <a:r>
              <a:t>      "text": "共有",</a:t>
            </a:r>
          </a:p>
          <a:p>
            <a:r>
              <a:t>      "refs": [</a:t>
            </a:r>
          </a:p>
          <a:p>
            <a:r>
              <a:t>        {</a:t>
            </a:r>
          </a:p>
          <a:p>
            <a:r>
              <a:t>          "source_id": "s064",</a:t>
            </a:r>
          </a:p>
          <a:p>
            <a:r>
              <a:t>          "quote": "共有"</a:t>
            </a:r>
          </a:p>
          <a:p>
            <a:r>
              <a:t>        }</a:t>
            </a:r>
          </a:p>
          <a:p>
            <a:r>
              <a:t>      ],</a:t>
            </a:r>
          </a:p>
          <a:p>
            <a:r>
              <a:t>      "mode": "verbatim"</a:t>
            </a:r>
          </a:p>
          <a:p>
            <a:r>
              <a:t>    },</a:t>
            </a:r>
          </a:p>
          <a:p>
            <a:r>
              <a:t>    {</a:t>
            </a:r>
          </a:p>
          <a:p>
            <a:r>
              <a:t>      "text": "架空集計（件）",</a:t>
            </a:r>
          </a:p>
          <a:p>
            <a:r>
              <a:t>      "refs": [</a:t>
            </a:r>
          </a:p>
          <a:p>
            <a:r>
              <a:t>        {</a:t>
            </a:r>
          </a:p>
          <a:p>
            <a:r>
              <a:t>          "source_id": "s064",</a:t>
            </a:r>
          </a:p>
          <a:p>
            <a:r>
              <a:t>          "quote": "架空集計（件）"</a:t>
            </a:r>
          </a:p>
          <a:p>
            <a:r>
              <a:t>        }</a:t>
            </a:r>
          </a:p>
          <a:p>
            <a:r>
              <a:t>      ],</a:t>
            </a:r>
          </a:p>
          <a:p>
            <a:r>
              <a:t>      "mode": "verbatim"</a:t>
            </a:r>
          </a:p>
          <a:p>
            <a:r>
              <a:t>    },</a:t>
            </a:r>
          </a:p>
          <a:p>
            <a:r>
              <a:t>    {</a:t>
            </a:r>
          </a:p>
          <a:p>
            <a:r>
              <a:t>      "value": 42.0,</a:t>
            </a:r>
          </a:p>
          <a:p>
            <a:r>
              <a:t>      "refs": [</a:t>
            </a:r>
          </a:p>
          <a:p>
            <a:r>
              <a:t>        {</a:t>
            </a:r>
          </a:p>
          <a:p>
            <a:r>
              <a:t>          "source_id": "s064",</a:t>
            </a:r>
          </a:p>
          <a:p>
            <a:r>
              <a:t>          "quote": "42"</a:t>
            </a:r>
          </a:p>
          <a:p>
            <a:r>
              <a:t>        }</a:t>
            </a:r>
          </a:p>
          <a:p>
            <a:r>
              <a:t>      ]</a:t>
            </a:r>
          </a:p>
          <a:p>
            <a:r>
              <a:t>    },</a:t>
            </a:r>
          </a:p>
          <a:p>
            <a:r>
              <a:t>    {</a:t>
            </a:r>
          </a:p>
          <a:p>
            <a:r>
              <a:t>      "value": 35.0,</a:t>
            </a:r>
          </a:p>
          <a:p>
            <a:r>
              <a:t>      "refs": [</a:t>
            </a:r>
          </a:p>
          <a:p>
            <a:r>
              <a:t>        {</a:t>
            </a:r>
          </a:p>
          <a:p>
            <a:r>
              <a:t>          "source_id": "s064",</a:t>
            </a:r>
          </a:p>
          <a:p>
            <a:r>
              <a:t>          "quote": "35"</a:t>
            </a:r>
          </a:p>
          <a:p>
            <a:r>
              <a:t>        }</a:t>
            </a:r>
          </a:p>
          <a:p>
            <a:r>
              <a:t>      ]</a:t>
            </a:r>
          </a:p>
          <a:p>
            <a:r>
              <a:t>    },</a:t>
            </a:r>
          </a:p>
          <a:p>
            <a:r>
              <a:t>    {</a:t>
            </a:r>
          </a:p>
          <a:p>
            <a:r>
              <a:t>      "value": 28.0,</a:t>
            </a:r>
          </a:p>
          <a:p>
            <a:r>
              <a:t>      "refs": [</a:t>
            </a:r>
          </a:p>
          <a:p>
            <a:r>
              <a:t>        {</a:t>
            </a:r>
          </a:p>
          <a:p>
            <a:r>
              <a:t>          "source_id": "s064",</a:t>
            </a:r>
          </a:p>
          <a:p>
            <a:r>
              <a:t>          "quote": "28"</a:t>
            </a:r>
          </a:p>
          <a:p>
            <a:r>
              <a:t>        }</a:t>
            </a:r>
          </a:p>
          <a:p>
            <a:r>
              <a:t>      ]</a:t>
            </a:r>
          </a:p>
          <a:p>
            <a:r>
              <a:t>    },</a:t>
            </a:r>
          </a:p>
          <a:p>
            <a:r>
              <a:t>    {</a:t>
            </a:r>
          </a:p>
          <a:p>
            <a:r>
              <a:t>      "value": 18.0,</a:t>
            </a:r>
          </a:p>
          <a:p>
            <a:r>
              <a:t>      "refs": [</a:t>
            </a:r>
          </a:p>
          <a:p>
            <a:r>
              <a:t>        {</a:t>
            </a:r>
          </a:p>
          <a:p>
            <a:r>
              <a:t>          "source_id": "s064",</a:t>
            </a:r>
          </a:p>
          <a:p>
            <a:r>
              <a:t>          "quote": "18"</a:t>
            </a:r>
          </a:p>
          <a:p>
            <a:r>
              <a:t>        }</a:t>
            </a:r>
          </a:p>
          <a:p>
            <a:r>
              <a:t>      ]</a:t>
            </a:r>
          </a:p>
          <a:p>
            <a:r>
              <a:t>    }</a:t>
            </a:r>
          </a:p>
          <a:p>
            <a:r>
              <a:t>  ],</a:t>
            </a:r>
          </a:p>
          <a:p>
            <a:r>
              <a:t>  "citations": {</a:t>
            </a:r>
          </a:p>
          <a:p>
            <a:r>
              <a:t>    "s064": "Public MIT sample: original fictional research-sharing design section 1"</a:t>
            </a:r>
          </a:p>
          <a:p>
            <a:r>
              <a:t>  },</a:t>
            </a:r>
          </a:p>
          <a:p>
            <a:r>
              <a:t>  "template_license":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null,</a:t>
            </a:r>
          </a:p>
          <a:p>
            <a:r>
              <a:t>  "catalog": "editorial",</a:t>
            </a:r>
          </a:p>
          <a:p>
            <a:r>
              <a:t>  "family": "chart",</a:t>
            </a:r>
          </a:p>
          <a:p>
            <a:r>
              <a:t>  "structural_variant": "bar_left",</a:t>
            </a:r>
          </a:p>
          <a:p>
            <a:r>
              <a:t>  "repetition_reason": "Catalog inventory: adjacent entries intentionally show every count/orientation for comparison; this is not a presentation sequence.",</a:t>
            </a:r>
          </a:p>
          <a:p>
            <a:r>
              <a:t>  "images": {},</a:t>
            </a:r>
          </a:p>
          <a:p>
            <a:r>
              <a:t>  "template_sha256": "530a185bdab5632a7ec4ff7b7b649f8235abff8fa5c07f4379c49ef3e34c9817"</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"slide065",</a:t>
            </a:r>
          </a:p>
          <a:p>
            <a:r>
              <a:t>  "origin": "catalog",</a:t>
            </a:r>
          </a:p>
          <a:p>
            <a:r>
              <a:t>  "layout_id": "ed_chart_bar_right_4",</a:t>
            </a:r>
          </a:p>
          <a:p>
            <a:r>
              <a:t>  "variant": "warm",</a:t>
            </a:r>
          </a:p>
          <a:p>
            <a:r>
              <a:t>  "rationale": "Public template fixture; short fictional slot content; no private data.",</a:t>
            </a:r>
          </a:p>
          <a:p>
            <a:r>
              <a:t>  "source_sha256": "c38e01dcb14540e486d5a11ff7b07b6cff9547c6a27e869e7c53a02aada60e2d",</a:t>
            </a:r>
          </a:p>
          <a:p>
            <a:r>
              <a:t>  "evidence": [</a:t>
            </a:r>
          </a:p>
          <a:p>
            <a:r>
              <a:t>    {</a:t>
            </a:r>
          </a:p>
          <a:p>
            <a:r>
              <a:t>      "text": "社内ナレッジを探しやすくする条件",</a:t>
            </a:r>
          </a:p>
          <a:p>
            <a:r>
              <a:t>      "refs": [</a:t>
            </a:r>
          </a:p>
          <a:p>
            <a:r>
              <a:t>        {</a:t>
            </a:r>
          </a:p>
          <a:p>
            <a:r>
              <a:t>          "source_id": "s065",</a:t>
            </a:r>
          </a:p>
          <a:p>
            <a:r>
              <a:t>          "quote": "社内ナレッジを探しやすくする条件"</a:t>
            </a:r>
          </a:p>
          <a:p>
            <a:r>
              <a:t>        }</a:t>
            </a:r>
          </a:p>
          <a:p>
            <a:r>
              <a:t>      ],</a:t>
            </a:r>
          </a:p>
          <a:p>
            <a:r>
              <a:t>      "mode": "verbatim"</a:t>
            </a:r>
          </a:p>
          <a:p>
            <a:r>
              <a:t>    },</a:t>
            </a:r>
          </a:p>
          <a:p>
            <a:r>
              <a:t>    {</a:t>
            </a:r>
          </a:p>
          <a:p>
            <a:r>
              <a:t>      "text": "架空の社内調査。運用条件を整理した所見であり、効果を実証したものではない。",</a:t>
            </a:r>
          </a:p>
          <a:p>
            <a:r>
              <a:t>      "refs": [</a:t>
            </a:r>
          </a:p>
          <a:p>
            <a:r>
              <a:t>        {</a:t>
            </a:r>
          </a:p>
          <a:p>
            <a:r>
              <a:t>          "source_id": "s065",</a:t>
            </a:r>
          </a:p>
          <a:p>
            <a:r>
              <a:t>          "quote": "架空の社内調査。運用条件を整理した所見であり、効果を実証したものではない。"</a:t>
            </a:r>
          </a:p>
          <a:p>
            <a:r>
              <a:t>        }</a:t>
            </a:r>
          </a:p>
          <a:p>
            <a:r>
              <a:t>      ],</a:t>
            </a:r>
          </a:p>
          <a:p>
            <a:r>
              <a:t>      "mode": "verbatim"</a:t>
            </a:r>
          </a:p>
          <a:p>
            <a:r>
              <a:t>    },</a:t>
            </a:r>
          </a:p>
          <a:p>
            <a:r>
              <a:t>    {</a:t>
            </a:r>
          </a:p>
          <a:p>
            <a:r>
              <a:t>      "text": "課題の言及数（件）／複数回答・架空例",</a:t>
            </a:r>
          </a:p>
          <a:p>
            <a:r>
              <a:t>      "refs": [</a:t>
            </a:r>
          </a:p>
          <a:p>
            <a:r>
              <a:t>        {</a:t>
            </a:r>
          </a:p>
          <a:p>
            <a:r>
              <a:t>          "source_id": "s065",</a:t>
            </a:r>
          </a:p>
          <a:p>
            <a:r>
              <a:t>          "quote": "課題の言及数（件）／複数回答・架空例"</a:t>
            </a:r>
          </a:p>
          <a:p>
            <a:r>
              <a:t>        }</a:t>
            </a:r>
          </a:p>
          <a:p>
            <a:r>
              <a:t>      ],</a:t>
            </a:r>
          </a:p>
          <a:p>
            <a:r>
              <a:t>      "mode": "verbatim"</a:t>
            </a:r>
          </a:p>
          <a:p>
            <a:r>
              <a:t>    },</a:t>
            </a:r>
          </a:p>
          <a:p>
            <a:r>
              <a:t>    {</a:t>
            </a:r>
          </a:p>
          <a:p>
            <a:r>
              <a:t>      "text": "検索の課題が多いが、回答件数のみで重要度を判断することはできない。",</a:t>
            </a:r>
          </a:p>
          <a:p>
            <a:r>
              <a:t>      "refs": [</a:t>
            </a:r>
          </a:p>
          <a:p>
            <a:r>
              <a:t>        {</a:t>
            </a:r>
          </a:p>
          <a:p>
            <a:r>
              <a:t>          "source_id": "s065",</a:t>
            </a:r>
          </a:p>
          <a:p>
            <a:r>
              <a:t>          "quote": "検索の課題が多いが、回答件数のみで重要度を判断することはできない。"</a:t>
            </a:r>
          </a:p>
          <a:p>
            <a:r>
              <a:t>        }</a:t>
            </a:r>
          </a:p>
          <a:p>
            <a:r>
              <a:t>      ],</a:t>
            </a:r>
          </a:p>
          <a:p>
            <a:r>
              <a:t>      "mode": "verbatim"</a:t>
            </a:r>
          </a:p>
          <a:p>
            <a:r>
              <a:t>    },</a:t>
            </a:r>
          </a:p>
          <a:p>
            <a:r>
              <a:t>    {</a:t>
            </a:r>
          </a:p>
          <a:p>
            <a:r>
              <a:t>      "text": "架空集計であり、効果や因果関係は未検証。",</a:t>
            </a:r>
          </a:p>
          <a:p>
            <a:r>
              <a:t>      "refs": [</a:t>
            </a:r>
          </a:p>
          <a:p>
            <a:r>
              <a:t>        {</a:t>
            </a:r>
          </a:p>
          <a:p>
            <a:r>
              <a:t>          "source_id": "s065",</a:t>
            </a:r>
          </a:p>
          <a:p>
            <a:r>
              <a:t>          "quote": "架空集計であり、効果や因果関係は未検証。"</a:t>
            </a:r>
          </a:p>
          <a:p>
            <a:r>
              <a:t>        }</a:t>
            </a:r>
          </a:p>
          <a:p>
            <a:r>
              <a:t>      ],</a:t>
            </a:r>
          </a:p>
          <a:p>
            <a:r>
              <a:t>      "mode": "verbatim"</a:t>
            </a:r>
          </a:p>
          <a:p>
            <a:r>
              <a:t>    },</a:t>
            </a:r>
          </a:p>
          <a:p>
            <a:r>
              <a:t>    {</a:t>
            </a:r>
          </a:p>
          <a:p>
            <a:r>
              <a:t>      "text": "検索",</a:t>
            </a:r>
          </a:p>
          <a:p>
            <a:r>
              <a:t>      "refs": [</a:t>
            </a:r>
          </a:p>
          <a:p>
            <a:r>
              <a:t>        {</a:t>
            </a:r>
          </a:p>
          <a:p>
            <a:r>
              <a:t>          "source_id": "s065",</a:t>
            </a:r>
          </a:p>
          <a:p>
            <a:r>
              <a:t>          "quote": "検索"</a:t>
            </a:r>
          </a:p>
          <a:p>
            <a:r>
              <a:t>        }</a:t>
            </a:r>
          </a:p>
          <a:p>
            <a:r>
              <a:t>      ],</a:t>
            </a:r>
          </a:p>
          <a:p>
            <a:r>
              <a:t>      "mode": "verbatim"</a:t>
            </a:r>
          </a:p>
          <a:p>
            <a:r>
              <a:t>    },</a:t>
            </a:r>
          </a:p>
          <a:p>
            <a:r>
              <a:t>    {</a:t>
            </a:r>
          </a:p>
          <a:p>
            <a:r>
              <a:t>      "text": "出典",</a:t>
            </a:r>
          </a:p>
          <a:p>
            <a:r>
              <a:t>      "refs": [</a:t>
            </a:r>
          </a:p>
          <a:p>
            <a:r>
              <a:t>        {</a:t>
            </a:r>
          </a:p>
          <a:p>
            <a:r>
              <a:t>          "source_id": "s065",</a:t>
            </a:r>
          </a:p>
          <a:p>
            <a:r>
              <a:t>          "quote": "出典"</a:t>
            </a:r>
          </a:p>
          <a:p>
            <a:r>
              <a:t>        }</a:t>
            </a:r>
          </a:p>
          <a:p>
            <a:r>
              <a:t>      ],</a:t>
            </a:r>
          </a:p>
          <a:p>
            <a:r>
              <a:t>      "mode": "verbatim"</a:t>
            </a:r>
          </a:p>
          <a:p>
            <a:r>
              <a:t>    },</a:t>
            </a:r>
          </a:p>
          <a:p>
            <a:r>
              <a:t>    {</a:t>
            </a:r>
          </a:p>
          <a:p>
            <a:r>
              <a:t>      "text": "更新",</a:t>
            </a:r>
          </a:p>
          <a:p>
            <a:r>
              <a:t>      "refs": [</a:t>
            </a:r>
          </a:p>
          <a:p>
            <a:r>
              <a:t>        {</a:t>
            </a:r>
          </a:p>
          <a:p>
            <a:r>
              <a:t>          "source_id": "s065",</a:t>
            </a:r>
          </a:p>
          <a:p>
            <a:r>
              <a:t>          "quote": "更新"</a:t>
            </a:r>
          </a:p>
          <a:p>
            <a:r>
              <a:t>        }</a:t>
            </a:r>
          </a:p>
          <a:p>
            <a:r>
              <a:t>      ],</a:t>
            </a:r>
          </a:p>
          <a:p>
            <a:r>
              <a:t>      "mode": "verbatim"</a:t>
            </a:r>
          </a:p>
          <a:p>
            <a:r>
              <a:t>    },</a:t>
            </a:r>
          </a:p>
          <a:p>
            <a:r>
              <a:t>    {</a:t>
            </a:r>
          </a:p>
          <a:p>
            <a:r>
              <a:t>      "text": "共有",</a:t>
            </a:r>
          </a:p>
          <a:p>
            <a:r>
              <a:t>      "refs": [</a:t>
            </a:r>
          </a:p>
          <a:p>
            <a:r>
              <a:t>        {</a:t>
            </a:r>
          </a:p>
          <a:p>
            <a:r>
              <a:t>          "source_id": "s065",</a:t>
            </a:r>
          </a:p>
          <a:p>
            <a:r>
              <a:t>          "quote": "共有"</a:t>
            </a:r>
          </a:p>
          <a:p>
            <a:r>
              <a:t>        }</a:t>
            </a:r>
          </a:p>
          <a:p>
            <a:r>
              <a:t>      ],</a:t>
            </a:r>
          </a:p>
          <a:p>
            <a:r>
              <a:t>      "mode": "verbatim"</a:t>
            </a:r>
          </a:p>
          <a:p>
            <a:r>
              <a:t>    },</a:t>
            </a:r>
          </a:p>
          <a:p>
            <a:r>
              <a:t>    {</a:t>
            </a:r>
          </a:p>
          <a:p>
            <a:r>
              <a:t>      "text": "架空集計（件）",</a:t>
            </a:r>
          </a:p>
          <a:p>
            <a:r>
              <a:t>      "refs": [</a:t>
            </a:r>
          </a:p>
          <a:p>
            <a:r>
              <a:t>        {</a:t>
            </a:r>
          </a:p>
          <a:p>
            <a:r>
              <a:t>          "source_id": "s065",</a:t>
            </a:r>
          </a:p>
          <a:p>
            <a:r>
              <a:t>          "quote": "架空集計（件）"</a:t>
            </a:r>
          </a:p>
          <a:p>
            <a:r>
              <a:t>        }</a:t>
            </a:r>
          </a:p>
          <a:p>
            <a:r>
              <a:t>      ],</a:t>
            </a:r>
          </a:p>
          <a:p>
            <a:r>
              <a:t>      "mode": "verbatim"</a:t>
            </a:r>
          </a:p>
          <a:p>
            <a:r>
              <a:t>    },</a:t>
            </a:r>
          </a:p>
          <a:p>
            <a:r>
              <a:t>    {</a:t>
            </a:r>
          </a:p>
          <a:p>
            <a:r>
              <a:t>      "value": 42.0,</a:t>
            </a:r>
          </a:p>
          <a:p>
            <a:r>
              <a:t>      "refs": [</a:t>
            </a:r>
          </a:p>
          <a:p>
            <a:r>
              <a:t>        {</a:t>
            </a:r>
          </a:p>
          <a:p>
            <a:r>
              <a:t>          "source_id": "s065",</a:t>
            </a:r>
          </a:p>
          <a:p>
            <a:r>
              <a:t>          "quote": "42"</a:t>
            </a:r>
          </a:p>
          <a:p>
            <a:r>
              <a:t>        }</a:t>
            </a:r>
          </a:p>
          <a:p>
            <a:r>
              <a:t>      ]</a:t>
            </a:r>
          </a:p>
          <a:p>
            <a:r>
              <a:t>    },</a:t>
            </a:r>
          </a:p>
          <a:p>
            <a:r>
              <a:t>    {</a:t>
            </a:r>
          </a:p>
          <a:p>
            <a:r>
              <a:t>      "value": 35.0,</a:t>
            </a:r>
          </a:p>
          <a:p>
            <a:r>
              <a:t>      "refs": [</a:t>
            </a:r>
          </a:p>
          <a:p>
            <a:r>
              <a:t>        {</a:t>
            </a:r>
          </a:p>
          <a:p>
            <a:r>
              <a:t>          "source_id": "s065",</a:t>
            </a:r>
          </a:p>
          <a:p>
            <a:r>
              <a:t>          "quote": "35"</a:t>
            </a:r>
          </a:p>
          <a:p>
            <a:r>
              <a:t>        }</a:t>
            </a:r>
          </a:p>
          <a:p>
            <a:r>
              <a:t>      ]</a:t>
            </a:r>
          </a:p>
          <a:p>
            <a:r>
              <a:t>    },</a:t>
            </a:r>
          </a:p>
          <a:p>
            <a:r>
              <a:t>    {</a:t>
            </a:r>
          </a:p>
          <a:p>
            <a:r>
              <a:t>      "value": 28.0,</a:t>
            </a:r>
          </a:p>
          <a:p>
            <a:r>
              <a:t>      "refs": [</a:t>
            </a:r>
          </a:p>
          <a:p>
            <a:r>
              <a:t>        {</a:t>
            </a:r>
          </a:p>
          <a:p>
            <a:r>
              <a:t>          "source_id": "s065",</a:t>
            </a:r>
          </a:p>
          <a:p>
            <a:r>
              <a:t>          "quote": "28"</a:t>
            </a:r>
          </a:p>
          <a:p>
            <a:r>
              <a:t>        }</a:t>
            </a:r>
          </a:p>
          <a:p>
            <a:r>
              <a:t>      ]</a:t>
            </a:r>
          </a:p>
          <a:p>
            <a:r>
              <a:t>    },</a:t>
            </a:r>
          </a:p>
          <a:p>
            <a:r>
              <a:t>    {</a:t>
            </a:r>
          </a:p>
          <a:p>
            <a:r>
              <a:t>      "value": 18.0,</a:t>
            </a:r>
          </a:p>
          <a:p>
            <a:r>
              <a:t>      "refs": [</a:t>
            </a:r>
          </a:p>
          <a:p>
            <a:r>
              <a:t>        {</a:t>
            </a:r>
          </a:p>
          <a:p>
            <a:r>
              <a:t>          "source_id": "s065",</a:t>
            </a:r>
          </a:p>
          <a:p>
            <a:r>
              <a:t>          "quote": "18"</a:t>
            </a:r>
          </a:p>
          <a:p>
            <a:r>
              <a:t>        }</a:t>
            </a:r>
          </a:p>
          <a:p>
            <a:r>
              <a:t>      ]</a:t>
            </a:r>
          </a:p>
          <a:p>
            <a:r>
              <a:t>    }</a:t>
            </a:r>
          </a:p>
          <a:p>
            <a:r>
              <a:t>  ],</a:t>
            </a:r>
          </a:p>
          <a:p>
            <a:r>
              <a:t>  "citations": {</a:t>
            </a:r>
          </a:p>
          <a:p>
            <a:r>
              <a:t>    "s065": "Public MIT sample: original fictional research-sharing design section 1"</a:t>
            </a:r>
          </a:p>
          <a:p>
            <a:r>
              <a:t>  },</a:t>
            </a:r>
          </a:p>
          <a:p>
            <a:r>
              <a:t>  "template_license":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null,</a:t>
            </a:r>
          </a:p>
          <a:p>
            <a:r>
              <a:t>  "catalog": "editorial",</a:t>
            </a:r>
          </a:p>
          <a:p>
            <a:r>
              <a:t>  "family": "chart",</a:t>
            </a:r>
          </a:p>
          <a:p>
            <a:r>
              <a:t>  "structural_variant": "bar_right",</a:t>
            </a:r>
          </a:p>
          <a:p>
            <a:r>
              <a:t>  "repetition_reason": "Catalog inventory: adjacent entries intentionally show every count/orientation for comparison; this is not a presentation sequence.",</a:t>
            </a:r>
          </a:p>
          <a:p>
            <a:r>
              <a:t>  "images": {},</a:t>
            </a:r>
          </a:p>
          <a:p>
            <a:r>
              <a:t>  "template_sha256": "2ccc092dd4d266ecd52c6b8c696f7cc8ac054b0c1a8052bb9f97478f45783701"</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"slide066",</a:t>
            </a:r>
          </a:p>
          <a:p>
            <a:r>
              <a:t>  "origin": "catalog",</a:t>
            </a:r>
          </a:p>
          <a:p>
            <a:r>
              <a:t>  "layout_id": "ed_chart_column_top_4",</a:t>
            </a:r>
          </a:p>
          <a:p>
            <a:r>
              <a:t>  "variant": "warm",</a:t>
            </a:r>
          </a:p>
          <a:p>
            <a:r>
              <a:t>  "rationale": "Public template fixture; short fictional slot content; no private data.",</a:t>
            </a:r>
          </a:p>
          <a:p>
            <a:r>
              <a:t>  "source_sha256": "c38e01dcb14540e486d5a11ff7b07b6cff9547c6a27e869e7c53a02aada60e2d",</a:t>
            </a:r>
          </a:p>
          <a:p>
            <a:r>
              <a:t>  "evidence": [</a:t>
            </a:r>
          </a:p>
          <a:p>
            <a:r>
              <a:t>    {</a:t>
            </a:r>
          </a:p>
          <a:p>
            <a:r>
              <a:t>      "text": "社内ナレッジを探しやすくする条件",</a:t>
            </a:r>
          </a:p>
          <a:p>
            <a:r>
              <a:t>      "refs": [</a:t>
            </a:r>
          </a:p>
          <a:p>
            <a:r>
              <a:t>        {</a:t>
            </a:r>
          </a:p>
          <a:p>
            <a:r>
              <a:t>          "source_id": "s066",</a:t>
            </a:r>
          </a:p>
          <a:p>
            <a:r>
              <a:t>          "quote": "社内ナレッジを探しやすくする条件"</a:t>
            </a:r>
          </a:p>
          <a:p>
            <a:r>
              <a:t>        }</a:t>
            </a:r>
          </a:p>
          <a:p>
            <a:r>
              <a:t>      ],</a:t>
            </a:r>
          </a:p>
          <a:p>
            <a:r>
              <a:t>      "mode": "verbatim"</a:t>
            </a:r>
          </a:p>
          <a:p>
            <a:r>
              <a:t>    },</a:t>
            </a:r>
          </a:p>
          <a:p>
            <a:r>
              <a:t>    {</a:t>
            </a:r>
          </a:p>
          <a:p>
            <a:r>
              <a:t>      "text": "架空の社内調査。運用条件を整理した所見であり、効果を実証したものではない。",</a:t>
            </a:r>
          </a:p>
          <a:p>
            <a:r>
              <a:t>      "refs": [</a:t>
            </a:r>
          </a:p>
          <a:p>
            <a:r>
              <a:t>        {</a:t>
            </a:r>
          </a:p>
          <a:p>
            <a:r>
              <a:t>          "source_id": "s066",</a:t>
            </a:r>
          </a:p>
          <a:p>
            <a:r>
              <a:t>          "quote": "架空の社内調査。運用条件を整理した所見であり、効果を実証したものではない。"</a:t>
            </a:r>
          </a:p>
          <a:p>
            <a:r>
              <a:t>        }</a:t>
            </a:r>
          </a:p>
          <a:p>
            <a:r>
              <a:t>      ],</a:t>
            </a:r>
          </a:p>
          <a:p>
            <a:r>
              <a:t>      "mode": "verbatim"</a:t>
            </a:r>
          </a:p>
          <a:p>
            <a:r>
              <a:t>    },</a:t>
            </a:r>
          </a:p>
          <a:p>
            <a:r>
              <a:t>    {</a:t>
            </a:r>
          </a:p>
          <a:p>
            <a:r>
              <a:t>      "text": "課題の言及数（件）／複数回答・架空例",</a:t>
            </a:r>
          </a:p>
          <a:p>
            <a:r>
              <a:t>      "refs": [</a:t>
            </a:r>
          </a:p>
          <a:p>
            <a:r>
              <a:t>        {</a:t>
            </a:r>
          </a:p>
          <a:p>
            <a:r>
              <a:t>          "source_id": "s066",</a:t>
            </a:r>
          </a:p>
          <a:p>
            <a:r>
              <a:t>          "quote": "課題の言及数（件）／複数回答・架空例"</a:t>
            </a:r>
          </a:p>
          <a:p>
            <a:r>
              <a:t>        }</a:t>
            </a:r>
          </a:p>
          <a:p>
            <a:r>
              <a:t>      ],</a:t>
            </a:r>
          </a:p>
          <a:p>
            <a:r>
              <a:t>      "mode": "verbatim"</a:t>
            </a:r>
          </a:p>
          <a:p>
            <a:r>
              <a:t>    },</a:t>
            </a:r>
          </a:p>
          <a:p>
            <a:r>
              <a:t>    {</a:t>
            </a:r>
          </a:p>
          <a:p>
            <a:r>
              <a:t>      "text": "検索の課題が多いが、回答件数のみで重要度を判断することはできない。",</a:t>
            </a:r>
          </a:p>
          <a:p>
            <a:r>
              <a:t>      "refs": [</a:t>
            </a:r>
          </a:p>
          <a:p>
            <a:r>
              <a:t>        {</a:t>
            </a:r>
          </a:p>
          <a:p>
            <a:r>
              <a:t>          "source_id": "s066",</a:t>
            </a:r>
          </a:p>
          <a:p>
            <a:r>
              <a:t>          "quote": "検索の課題が多いが、回答件数のみで重要度を判断することはできない。"</a:t>
            </a:r>
          </a:p>
          <a:p>
            <a:r>
              <a:t>        }</a:t>
            </a:r>
          </a:p>
          <a:p>
            <a:r>
              <a:t>      ],</a:t>
            </a:r>
          </a:p>
          <a:p>
            <a:r>
              <a:t>      "mode": "verbatim"</a:t>
            </a:r>
          </a:p>
          <a:p>
            <a:r>
              <a:t>    },</a:t>
            </a:r>
          </a:p>
          <a:p>
            <a:r>
              <a:t>    {</a:t>
            </a:r>
          </a:p>
          <a:p>
            <a:r>
              <a:t>      "text": "架空集計であり、効果や因果関係は未検証。",</a:t>
            </a:r>
          </a:p>
          <a:p>
            <a:r>
              <a:t>      "refs": [</a:t>
            </a:r>
          </a:p>
          <a:p>
            <a:r>
              <a:t>        {</a:t>
            </a:r>
          </a:p>
          <a:p>
            <a:r>
              <a:t>          "source_id": "s066",</a:t>
            </a:r>
          </a:p>
          <a:p>
            <a:r>
              <a:t>          "quote": "架空集計であり、効果や因果関係は未検証。"</a:t>
            </a:r>
          </a:p>
          <a:p>
            <a:r>
              <a:t>        }</a:t>
            </a:r>
          </a:p>
          <a:p>
            <a:r>
              <a:t>      ],</a:t>
            </a:r>
          </a:p>
          <a:p>
            <a:r>
              <a:t>      "mode": "verbatim"</a:t>
            </a:r>
          </a:p>
          <a:p>
            <a:r>
              <a:t>    },</a:t>
            </a:r>
          </a:p>
          <a:p>
            <a:r>
              <a:t>    {</a:t>
            </a:r>
          </a:p>
          <a:p>
            <a:r>
              <a:t>      "text": "検索",</a:t>
            </a:r>
          </a:p>
          <a:p>
            <a:r>
              <a:t>      "refs": [</a:t>
            </a:r>
          </a:p>
          <a:p>
            <a:r>
              <a:t>        {</a:t>
            </a:r>
          </a:p>
          <a:p>
            <a:r>
              <a:t>          "source_id": "s066",</a:t>
            </a:r>
          </a:p>
          <a:p>
            <a:r>
              <a:t>          "quote": "検索"</a:t>
            </a:r>
          </a:p>
          <a:p>
            <a:r>
              <a:t>        }</a:t>
            </a:r>
          </a:p>
          <a:p>
            <a:r>
              <a:t>      ],</a:t>
            </a:r>
          </a:p>
          <a:p>
            <a:r>
              <a:t>      "mode": "verbatim"</a:t>
            </a:r>
          </a:p>
          <a:p>
            <a:r>
              <a:t>    },</a:t>
            </a:r>
          </a:p>
          <a:p>
            <a:r>
              <a:t>    {</a:t>
            </a:r>
          </a:p>
          <a:p>
            <a:r>
              <a:t>      "text": "出典",</a:t>
            </a:r>
          </a:p>
          <a:p>
            <a:r>
              <a:t>      "refs": [</a:t>
            </a:r>
          </a:p>
          <a:p>
            <a:r>
              <a:t>        {</a:t>
            </a:r>
          </a:p>
          <a:p>
            <a:r>
              <a:t>          "source_id": "s066",</a:t>
            </a:r>
          </a:p>
          <a:p>
            <a:r>
              <a:t>          "quote": "出典"</a:t>
            </a:r>
          </a:p>
          <a:p>
            <a:r>
              <a:t>        }</a:t>
            </a:r>
          </a:p>
          <a:p>
            <a:r>
              <a:t>      ],</a:t>
            </a:r>
          </a:p>
          <a:p>
            <a:r>
              <a:t>      "mode": "verbatim"</a:t>
            </a:r>
          </a:p>
          <a:p>
            <a:r>
              <a:t>    },</a:t>
            </a:r>
          </a:p>
          <a:p>
            <a:r>
              <a:t>    {</a:t>
            </a:r>
          </a:p>
          <a:p>
            <a:r>
              <a:t>      "text": "更新",</a:t>
            </a:r>
          </a:p>
          <a:p>
            <a:r>
              <a:t>      "refs": [</a:t>
            </a:r>
          </a:p>
          <a:p>
            <a:r>
              <a:t>        {</a:t>
            </a:r>
          </a:p>
          <a:p>
            <a:r>
              <a:t>          "source_id": "s066",</a:t>
            </a:r>
          </a:p>
          <a:p>
            <a:r>
              <a:t>          "quote": "更新"</a:t>
            </a:r>
          </a:p>
          <a:p>
            <a:r>
              <a:t>        }</a:t>
            </a:r>
          </a:p>
          <a:p>
            <a:r>
              <a:t>      ],</a:t>
            </a:r>
          </a:p>
          <a:p>
            <a:r>
              <a:t>      "mode": "verbatim"</a:t>
            </a:r>
          </a:p>
          <a:p>
            <a:r>
              <a:t>    },</a:t>
            </a:r>
          </a:p>
          <a:p>
            <a:r>
              <a:t>    {</a:t>
            </a:r>
          </a:p>
          <a:p>
            <a:r>
              <a:t>      "text": "共有",</a:t>
            </a:r>
          </a:p>
          <a:p>
            <a:r>
              <a:t>      "refs": [</a:t>
            </a:r>
          </a:p>
          <a:p>
            <a:r>
              <a:t>        {</a:t>
            </a:r>
          </a:p>
          <a:p>
            <a:r>
              <a:t>          "source_id": "s066",</a:t>
            </a:r>
          </a:p>
          <a:p>
            <a:r>
              <a:t>          "quote": "共有"</a:t>
            </a:r>
          </a:p>
          <a:p>
            <a:r>
              <a:t>        }</a:t>
            </a:r>
          </a:p>
          <a:p>
            <a:r>
              <a:t>      ],</a:t>
            </a:r>
          </a:p>
          <a:p>
            <a:r>
              <a:t>      "mode": "verbatim"</a:t>
            </a:r>
          </a:p>
          <a:p>
            <a:r>
              <a:t>    },</a:t>
            </a:r>
          </a:p>
          <a:p>
            <a:r>
              <a:t>    {</a:t>
            </a:r>
          </a:p>
          <a:p>
            <a:r>
              <a:t>      "text": "架空集計（件）",</a:t>
            </a:r>
          </a:p>
          <a:p>
            <a:r>
              <a:t>      "refs": [</a:t>
            </a:r>
          </a:p>
          <a:p>
            <a:r>
              <a:t>        {</a:t>
            </a:r>
          </a:p>
          <a:p>
            <a:r>
              <a:t>          "source_id": "s066",</a:t>
            </a:r>
          </a:p>
          <a:p>
            <a:r>
              <a:t>          "quote": "架空集計（件）"</a:t>
            </a:r>
          </a:p>
          <a:p>
            <a:r>
              <a:t>        }</a:t>
            </a:r>
          </a:p>
          <a:p>
            <a:r>
              <a:t>      ],</a:t>
            </a:r>
          </a:p>
          <a:p>
            <a:r>
              <a:t>      "mode": "verbatim"</a:t>
            </a:r>
          </a:p>
          <a:p>
            <a:r>
              <a:t>    },</a:t>
            </a:r>
          </a:p>
          <a:p>
            <a:r>
              <a:t>    {</a:t>
            </a:r>
          </a:p>
          <a:p>
            <a:r>
              <a:t>      "value": 42.0,</a:t>
            </a:r>
          </a:p>
          <a:p>
            <a:r>
              <a:t>      "refs": [</a:t>
            </a:r>
          </a:p>
          <a:p>
            <a:r>
              <a:t>        {</a:t>
            </a:r>
          </a:p>
          <a:p>
            <a:r>
              <a:t>          "source_id": "s066",</a:t>
            </a:r>
          </a:p>
          <a:p>
            <a:r>
              <a:t>          "quote": "42"</a:t>
            </a:r>
          </a:p>
          <a:p>
            <a:r>
              <a:t>        }</a:t>
            </a:r>
          </a:p>
          <a:p>
            <a:r>
              <a:t>      ]</a:t>
            </a:r>
          </a:p>
          <a:p>
            <a:r>
              <a:t>    },</a:t>
            </a:r>
          </a:p>
          <a:p>
            <a:r>
              <a:t>    {</a:t>
            </a:r>
          </a:p>
          <a:p>
            <a:r>
              <a:t>      "value": 35.0,</a:t>
            </a:r>
          </a:p>
          <a:p>
            <a:r>
              <a:t>      "refs": [</a:t>
            </a:r>
          </a:p>
          <a:p>
            <a:r>
              <a:t>        {</a:t>
            </a:r>
          </a:p>
          <a:p>
            <a:r>
              <a:t>          "source_id": "s066",</a:t>
            </a:r>
          </a:p>
          <a:p>
            <a:r>
              <a:t>          "quote": "35"</a:t>
            </a:r>
          </a:p>
          <a:p>
            <a:r>
              <a:t>        }</a:t>
            </a:r>
          </a:p>
          <a:p>
            <a:r>
              <a:t>      ]</a:t>
            </a:r>
          </a:p>
          <a:p>
            <a:r>
              <a:t>    },</a:t>
            </a:r>
          </a:p>
          <a:p>
            <a:r>
              <a:t>    {</a:t>
            </a:r>
          </a:p>
          <a:p>
            <a:r>
              <a:t>      "value": 28.0,</a:t>
            </a:r>
          </a:p>
          <a:p>
            <a:r>
              <a:t>      "refs": [</a:t>
            </a:r>
          </a:p>
          <a:p>
            <a:r>
              <a:t>        {</a:t>
            </a:r>
          </a:p>
          <a:p>
            <a:r>
              <a:t>          "source_id": "s066",</a:t>
            </a:r>
          </a:p>
          <a:p>
            <a:r>
              <a:t>          "quote": "28"</a:t>
            </a:r>
          </a:p>
          <a:p>
            <a:r>
              <a:t>        }</a:t>
            </a:r>
          </a:p>
          <a:p>
            <a:r>
              <a:t>      ]</a:t>
            </a:r>
          </a:p>
          <a:p>
            <a:r>
              <a:t>    },</a:t>
            </a:r>
          </a:p>
          <a:p>
            <a:r>
              <a:t>    {</a:t>
            </a:r>
          </a:p>
          <a:p>
            <a:r>
              <a:t>      "value": 18.0,</a:t>
            </a:r>
          </a:p>
          <a:p>
            <a:r>
              <a:t>      "refs": [</a:t>
            </a:r>
          </a:p>
          <a:p>
            <a:r>
              <a:t>        {</a:t>
            </a:r>
          </a:p>
          <a:p>
            <a:r>
              <a:t>          "source_id": "s066",</a:t>
            </a:r>
          </a:p>
          <a:p>
            <a:r>
              <a:t>          "quote": "18"</a:t>
            </a:r>
          </a:p>
          <a:p>
            <a:r>
              <a:t>        }</a:t>
            </a:r>
          </a:p>
          <a:p>
            <a:r>
              <a:t>      ]</a:t>
            </a:r>
          </a:p>
          <a:p>
            <a:r>
              <a:t>    }</a:t>
            </a:r>
          </a:p>
          <a:p>
            <a:r>
              <a:t>  ],</a:t>
            </a:r>
          </a:p>
          <a:p>
            <a:r>
              <a:t>  "citations": {</a:t>
            </a:r>
          </a:p>
          <a:p>
            <a:r>
              <a:t>    "s066": "Public MIT sample: original fictional research-sharing design section 1"</a:t>
            </a:r>
          </a:p>
          <a:p>
            <a:r>
              <a:t>  },</a:t>
            </a:r>
          </a:p>
          <a:p>
            <a:r>
              <a:t>  "template_license":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null,</a:t>
            </a:r>
          </a:p>
          <a:p>
            <a:r>
              <a:t>  "catalog": "editorial",</a:t>
            </a:r>
          </a:p>
          <a:p>
            <a:r>
              <a:t>  "family": "chart",</a:t>
            </a:r>
          </a:p>
          <a:p>
            <a:r>
              <a:t>  "structural_variant": "column_top",</a:t>
            </a:r>
          </a:p>
          <a:p>
            <a:r>
              <a:t>  "repetition_reason": "Catalog inventory: adjacent entries intentionally show every count/orientation for comparison; this is not a presentation sequence.",</a:t>
            </a:r>
          </a:p>
          <a:p>
            <a:r>
              <a:t>  "images": {},</a:t>
            </a:r>
          </a:p>
          <a:p>
            <a:r>
              <a:t>  "template_sha256": "fb46b4e186cba4bdefa203e750cddbafd2cde76cdbde2a0e72329ca8a903d307"</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"slide067",</a:t>
            </a:r>
          </a:p>
          <a:p>
            <a:r>
              <a:t>  "origin": "catalog",</a:t>
            </a:r>
          </a:p>
          <a:p>
            <a:r>
              <a:t>  "layout_id": "ed_chart_column_bottom_4",</a:t>
            </a:r>
          </a:p>
          <a:p>
            <a:r>
              <a:t>  "variant": "warm",</a:t>
            </a:r>
          </a:p>
          <a:p>
            <a:r>
              <a:t>  "rationale": "Public template fixture; short fictional slot content; no private data.",</a:t>
            </a:r>
          </a:p>
          <a:p>
            <a:r>
              <a:t>  "source_sha256": "c38e01dcb14540e486d5a11ff7b07b6cff9547c6a27e869e7c53a02aada60e2d",</a:t>
            </a:r>
          </a:p>
          <a:p>
            <a:r>
              <a:t>  "evidence": [</a:t>
            </a:r>
          </a:p>
          <a:p>
            <a:r>
              <a:t>    {</a:t>
            </a:r>
          </a:p>
          <a:p>
            <a:r>
              <a:t>      "text": "社内ナレッジを探しやすくする条件",</a:t>
            </a:r>
          </a:p>
          <a:p>
            <a:r>
              <a:t>      "refs": [</a:t>
            </a:r>
          </a:p>
          <a:p>
            <a:r>
              <a:t>        {</a:t>
            </a:r>
          </a:p>
          <a:p>
            <a:r>
              <a:t>          "source_id": "s067",</a:t>
            </a:r>
          </a:p>
          <a:p>
            <a:r>
              <a:t>          "quote": "社内ナレッジを探しやすくする条件"</a:t>
            </a:r>
          </a:p>
          <a:p>
            <a:r>
              <a:t>        }</a:t>
            </a:r>
          </a:p>
          <a:p>
            <a:r>
              <a:t>      ],</a:t>
            </a:r>
          </a:p>
          <a:p>
            <a:r>
              <a:t>      "mode": "verbatim"</a:t>
            </a:r>
          </a:p>
          <a:p>
            <a:r>
              <a:t>    },</a:t>
            </a:r>
          </a:p>
          <a:p>
            <a:r>
              <a:t>    {</a:t>
            </a:r>
          </a:p>
          <a:p>
            <a:r>
              <a:t>      "text": "架空の社内調査。運用条件を整理した所見であり、効果を実証したものではない。",</a:t>
            </a:r>
          </a:p>
          <a:p>
            <a:r>
              <a:t>      "refs": [</a:t>
            </a:r>
          </a:p>
          <a:p>
            <a:r>
              <a:t>        {</a:t>
            </a:r>
          </a:p>
          <a:p>
            <a:r>
              <a:t>          "source_id": "s067",</a:t>
            </a:r>
          </a:p>
          <a:p>
            <a:r>
              <a:t>          "quote": "架空の社内調査。運用条件を整理した所見であり、効果を実証したものではない。"</a:t>
            </a:r>
          </a:p>
          <a:p>
            <a:r>
              <a:t>        }</a:t>
            </a:r>
          </a:p>
          <a:p>
            <a:r>
              <a:t>      ],</a:t>
            </a:r>
          </a:p>
          <a:p>
            <a:r>
              <a:t>      "mode": "verbatim"</a:t>
            </a:r>
          </a:p>
          <a:p>
            <a:r>
              <a:t>    },</a:t>
            </a:r>
          </a:p>
          <a:p>
            <a:r>
              <a:t>    {</a:t>
            </a:r>
          </a:p>
          <a:p>
            <a:r>
              <a:t>      "text": "課題の言及数（件）／複数回答・架空例",</a:t>
            </a:r>
          </a:p>
          <a:p>
            <a:r>
              <a:t>      "refs": [</a:t>
            </a:r>
          </a:p>
          <a:p>
            <a:r>
              <a:t>        {</a:t>
            </a:r>
          </a:p>
          <a:p>
            <a:r>
              <a:t>          "source_id": "s067",</a:t>
            </a:r>
          </a:p>
          <a:p>
            <a:r>
              <a:t>          "quote": "課題の言及数（件）／複数回答・架空例"</a:t>
            </a:r>
          </a:p>
          <a:p>
            <a:r>
              <a:t>        }</a:t>
            </a:r>
          </a:p>
          <a:p>
            <a:r>
              <a:t>      ],</a:t>
            </a:r>
          </a:p>
          <a:p>
            <a:r>
              <a:t>      "mode": "verbatim"</a:t>
            </a:r>
          </a:p>
          <a:p>
            <a:r>
              <a:t>    },</a:t>
            </a:r>
          </a:p>
          <a:p>
            <a:r>
              <a:t>    {</a:t>
            </a:r>
          </a:p>
          <a:p>
            <a:r>
              <a:t>      "text": "検索の課題が多いが、回答件数のみで重要度を判断することはできない。",</a:t>
            </a:r>
          </a:p>
          <a:p>
            <a:r>
              <a:t>      "refs": [</a:t>
            </a:r>
          </a:p>
          <a:p>
            <a:r>
              <a:t>        {</a:t>
            </a:r>
          </a:p>
          <a:p>
            <a:r>
              <a:t>          "source_id": "s067",</a:t>
            </a:r>
          </a:p>
          <a:p>
            <a:r>
              <a:t>          "quote": "検索の課題が多いが、回答件数のみで重要度を判断することはできない。"</a:t>
            </a:r>
          </a:p>
          <a:p>
            <a:r>
              <a:t>        }</a:t>
            </a:r>
          </a:p>
          <a:p>
            <a:r>
              <a:t>      ],</a:t>
            </a:r>
          </a:p>
          <a:p>
            <a:r>
              <a:t>      "mode": "verbatim"</a:t>
            </a:r>
          </a:p>
          <a:p>
            <a:r>
              <a:t>    },</a:t>
            </a:r>
          </a:p>
          <a:p>
            <a:r>
              <a:t>    {</a:t>
            </a:r>
          </a:p>
          <a:p>
            <a:r>
              <a:t>      "text": "架空集計であり、効果や因果関係は未検証。",</a:t>
            </a:r>
          </a:p>
          <a:p>
            <a:r>
              <a:t>      "refs": [</a:t>
            </a:r>
          </a:p>
          <a:p>
            <a:r>
              <a:t>        {</a:t>
            </a:r>
          </a:p>
          <a:p>
            <a:r>
              <a:t>          "source_id": "s067",</a:t>
            </a:r>
          </a:p>
          <a:p>
            <a:r>
              <a:t>          "quote": "架空集計であり、効果や因果関係は未検証。"</a:t>
            </a:r>
          </a:p>
          <a:p>
            <a:r>
              <a:t>        }</a:t>
            </a:r>
          </a:p>
          <a:p>
            <a:r>
              <a:t>      ],</a:t>
            </a:r>
          </a:p>
          <a:p>
            <a:r>
              <a:t>      "mode": "verbatim"</a:t>
            </a:r>
          </a:p>
          <a:p>
            <a:r>
              <a:t>    },</a:t>
            </a:r>
          </a:p>
          <a:p>
            <a:r>
              <a:t>    {</a:t>
            </a:r>
          </a:p>
          <a:p>
            <a:r>
              <a:t>      "text": "検索",</a:t>
            </a:r>
          </a:p>
          <a:p>
            <a:r>
              <a:t>      "refs": [</a:t>
            </a:r>
          </a:p>
          <a:p>
            <a:r>
              <a:t>        {</a:t>
            </a:r>
          </a:p>
          <a:p>
            <a:r>
              <a:t>          "source_id": "s067",</a:t>
            </a:r>
          </a:p>
          <a:p>
            <a:r>
              <a:t>          "quote": "検索"</a:t>
            </a:r>
          </a:p>
          <a:p>
            <a:r>
              <a:t>        }</a:t>
            </a:r>
          </a:p>
          <a:p>
            <a:r>
              <a:t>      ],</a:t>
            </a:r>
          </a:p>
          <a:p>
            <a:r>
              <a:t>      "mode": "verbatim"</a:t>
            </a:r>
          </a:p>
          <a:p>
            <a:r>
              <a:t>    },</a:t>
            </a:r>
          </a:p>
          <a:p>
            <a:r>
              <a:t>    {</a:t>
            </a:r>
          </a:p>
          <a:p>
            <a:r>
              <a:t>      "text": "出典",</a:t>
            </a:r>
          </a:p>
          <a:p>
            <a:r>
              <a:t>      "refs": [</a:t>
            </a:r>
          </a:p>
          <a:p>
            <a:r>
              <a:t>        {</a:t>
            </a:r>
          </a:p>
          <a:p>
            <a:r>
              <a:t>          "source_id": "s067",</a:t>
            </a:r>
          </a:p>
          <a:p>
            <a:r>
              <a:t>          "quote": "出典"</a:t>
            </a:r>
          </a:p>
          <a:p>
            <a:r>
              <a:t>        }</a:t>
            </a:r>
          </a:p>
          <a:p>
            <a:r>
              <a:t>      ],</a:t>
            </a:r>
          </a:p>
          <a:p>
            <a:r>
              <a:t>      "mode": "verbatim"</a:t>
            </a:r>
          </a:p>
          <a:p>
            <a:r>
              <a:t>    },</a:t>
            </a:r>
          </a:p>
          <a:p>
            <a:r>
              <a:t>    {</a:t>
            </a:r>
          </a:p>
          <a:p>
            <a:r>
              <a:t>      "text": "更新",</a:t>
            </a:r>
          </a:p>
          <a:p>
            <a:r>
              <a:t>      "refs": [</a:t>
            </a:r>
          </a:p>
          <a:p>
            <a:r>
              <a:t>        {</a:t>
            </a:r>
          </a:p>
          <a:p>
            <a:r>
              <a:t>          "source_id": "s067",</a:t>
            </a:r>
          </a:p>
          <a:p>
            <a:r>
              <a:t>          "quote": "更新"</a:t>
            </a:r>
          </a:p>
          <a:p>
            <a:r>
              <a:t>        }</a:t>
            </a:r>
          </a:p>
          <a:p>
            <a:r>
              <a:t>      ],</a:t>
            </a:r>
          </a:p>
          <a:p>
            <a:r>
              <a:t>      "mode": "verbatim"</a:t>
            </a:r>
          </a:p>
          <a:p>
            <a:r>
              <a:t>    },</a:t>
            </a:r>
          </a:p>
          <a:p>
            <a:r>
              <a:t>    {</a:t>
            </a:r>
          </a:p>
          <a:p>
            <a:r>
              <a:t>      "text": "共有",</a:t>
            </a:r>
          </a:p>
          <a:p>
            <a:r>
              <a:t>      "refs": [</a:t>
            </a:r>
          </a:p>
          <a:p>
            <a:r>
              <a:t>        {</a:t>
            </a:r>
          </a:p>
          <a:p>
            <a:r>
              <a:t>          "source_id": "s067",</a:t>
            </a:r>
          </a:p>
          <a:p>
            <a:r>
              <a:t>          "quote": "共有"</a:t>
            </a:r>
          </a:p>
          <a:p>
            <a:r>
              <a:t>        }</a:t>
            </a:r>
          </a:p>
          <a:p>
            <a:r>
              <a:t>      ],</a:t>
            </a:r>
          </a:p>
          <a:p>
            <a:r>
              <a:t>      "mode": "verbatim"</a:t>
            </a:r>
          </a:p>
          <a:p>
            <a:r>
              <a:t>    },</a:t>
            </a:r>
          </a:p>
          <a:p>
            <a:r>
              <a:t>    {</a:t>
            </a:r>
          </a:p>
          <a:p>
            <a:r>
              <a:t>      "text": "架空集計（件）",</a:t>
            </a:r>
          </a:p>
          <a:p>
            <a:r>
              <a:t>      "refs": [</a:t>
            </a:r>
          </a:p>
          <a:p>
            <a:r>
              <a:t>        {</a:t>
            </a:r>
          </a:p>
          <a:p>
            <a:r>
              <a:t>          "source_id": "s067",</a:t>
            </a:r>
          </a:p>
          <a:p>
            <a:r>
              <a:t>          "quote": "架空集計（件）"</a:t>
            </a:r>
          </a:p>
          <a:p>
            <a:r>
              <a:t>        }</a:t>
            </a:r>
          </a:p>
          <a:p>
            <a:r>
              <a:t>      ],</a:t>
            </a:r>
          </a:p>
          <a:p>
            <a:r>
              <a:t>      "mode": "verbatim"</a:t>
            </a:r>
          </a:p>
          <a:p>
            <a:r>
              <a:t>    },</a:t>
            </a:r>
          </a:p>
          <a:p>
            <a:r>
              <a:t>    {</a:t>
            </a:r>
          </a:p>
          <a:p>
            <a:r>
              <a:t>      "value": 42.0,</a:t>
            </a:r>
          </a:p>
          <a:p>
            <a:r>
              <a:t>      "refs": [</a:t>
            </a:r>
          </a:p>
          <a:p>
            <a:r>
              <a:t>        {</a:t>
            </a:r>
          </a:p>
          <a:p>
            <a:r>
              <a:t>          "source_id": "s067",</a:t>
            </a:r>
          </a:p>
          <a:p>
            <a:r>
              <a:t>          "quote": "42"</a:t>
            </a:r>
          </a:p>
          <a:p>
            <a:r>
              <a:t>        }</a:t>
            </a:r>
          </a:p>
          <a:p>
            <a:r>
              <a:t>      ]</a:t>
            </a:r>
          </a:p>
          <a:p>
            <a:r>
              <a:t>    },</a:t>
            </a:r>
          </a:p>
          <a:p>
            <a:r>
              <a:t>    {</a:t>
            </a:r>
          </a:p>
          <a:p>
            <a:r>
              <a:t>      "value": 35.0,</a:t>
            </a:r>
          </a:p>
          <a:p>
            <a:r>
              <a:t>      "refs": [</a:t>
            </a:r>
          </a:p>
          <a:p>
            <a:r>
              <a:t>        {</a:t>
            </a:r>
          </a:p>
          <a:p>
            <a:r>
              <a:t>          "source_id": "s067",</a:t>
            </a:r>
          </a:p>
          <a:p>
            <a:r>
              <a:t>          "quote": "35"</a:t>
            </a:r>
          </a:p>
          <a:p>
            <a:r>
              <a:t>        }</a:t>
            </a:r>
          </a:p>
          <a:p>
            <a:r>
              <a:t>      ]</a:t>
            </a:r>
          </a:p>
          <a:p>
            <a:r>
              <a:t>    },</a:t>
            </a:r>
          </a:p>
          <a:p>
            <a:r>
              <a:t>    {</a:t>
            </a:r>
          </a:p>
          <a:p>
            <a:r>
              <a:t>      "value": 28.0,</a:t>
            </a:r>
          </a:p>
          <a:p>
            <a:r>
              <a:t>      "refs": [</a:t>
            </a:r>
          </a:p>
          <a:p>
            <a:r>
              <a:t>        {</a:t>
            </a:r>
          </a:p>
          <a:p>
            <a:r>
              <a:t>          "source_id": "s067",</a:t>
            </a:r>
          </a:p>
          <a:p>
            <a:r>
              <a:t>          "quote": "28"</a:t>
            </a:r>
          </a:p>
          <a:p>
            <a:r>
              <a:t>        }</a:t>
            </a:r>
          </a:p>
          <a:p>
            <a:r>
              <a:t>      ]</a:t>
            </a:r>
          </a:p>
          <a:p>
            <a:r>
              <a:t>    },</a:t>
            </a:r>
          </a:p>
          <a:p>
            <a:r>
              <a:t>    {</a:t>
            </a:r>
          </a:p>
          <a:p>
            <a:r>
              <a:t>      "value": 18.0,</a:t>
            </a:r>
          </a:p>
          <a:p>
            <a:r>
              <a:t>      "refs": [</a:t>
            </a:r>
          </a:p>
          <a:p>
            <a:r>
              <a:t>        {</a:t>
            </a:r>
          </a:p>
          <a:p>
            <a:r>
              <a:t>          "source_id": "s067",</a:t>
            </a:r>
          </a:p>
          <a:p>
            <a:r>
              <a:t>          "quote": "18"</a:t>
            </a:r>
          </a:p>
          <a:p>
            <a:r>
              <a:t>        }</a:t>
            </a:r>
          </a:p>
          <a:p>
            <a:r>
              <a:t>      ]</a:t>
            </a:r>
          </a:p>
          <a:p>
            <a:r>
              <a:t>    }</a:t>
            </a:r>
          </a:p>
          <a:p>
            <a:r>
              <a:t>  ],</a:t>
            </a:r>
          </a:p>
          <a:p>
            <a:r>
              <a:t>  "citations": {</a:t>
            </a:r>
          </a:p>
          <a:p>
            <a:r>
              <a:t>    "s067": "Public MIT sample: original fictional research-sharing design section 1"</a:t>
            </a:r>
          </a:p>
          <a:p>
            <a:r>
              <a:t>  },</a:t>
            </a:r>
          </a:p>
          <a:p>
            <a:r>
              <a:t>  "template_license":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null,</a:t>
            </a:r>
          </a:p>
          <a:p>
            <a:r>
              <a:t>  "catalog": "editorial",</a:t>
            </a:r>
          </a:p>
          <a:p>
            <a:r>
              <a:t>  "family": "chart",</a:t>
            </a:r>
          </a:p>
          <a:p>
            <a:r>
              <a:t>  "structural_variant": "column_bottom",</a:t>
            </a:r>
          </a:p>
          <a:p>
            <a:r>
              <a:t>  "repetition_reason": "Catalog inventory: adjacent entries intentionally show every count/orientation for comparison; this is not a presentation sequence.",</a:t>
            </a:r>
          </a:p>
          <a:p>
            <a:r>
              <a:t>  "images": {},</a:t>
            </a:r>
          </a:p>
          <a:p>
            <a:r>
              <a:t>  "template_sha256": "1ba23a7c2202898cb2e422a7f130432261c4eeaa13fc699ca65bc200011726ae"</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"slide068",</a:t>
            </a:r>
          </a:p>
          <a:p>
            <a:r>
              <a:t>  "origin": "catalog",</a:t>
            </a:r>
          </a:p>
          <a:p>
            <a:r>
              <a:t>  "layout_id": "ed_quote_left_2",</a:t>
            </a:r>
          </a:p>
          <a:p>
            <a:r>
              <a:t>  "variant": "warm",</a:t>
            </a:r>
          </a:p>
          <a:p>
            <a:r>
              <a:t>  "rationale": "Public template fixture; short fictional slot content; no private data.",</a:t>
            </a:r>
          </a:p>
          <a:p>
            <a:r>
              <a:t>  "source_sha256": "c38e01dcb14540e486d5a11ff7b07b6cff9547c6a27e869e7c53a02aada60e2d",</a:t>
            </a:r>
          </a:p>
          <a:p>
            <a:r>
              <a:t>  "evidence": [</a:t>
            </a:r>
          </a:p>
          <a:p>
            <a:r>
              <a:t>    {</a:t>
            </a:r>
          </a:p>
          <a:p>
            <a:r>
              <a:t>      "text": "社内ナレッジを探しやすくする条件",</a:t>
            </a:r>
          </a:p>
          <a:p>
            <a:r>
              <a:t>      "refs": [</a:t>
            </a:r>
          </a:p>
          <a:p>
            <a:r>
              <a:t>        {</a:t>
            </a:r>
          </a:p>
          <a:p>
            <a:r>
              <a:t>          "source_id": "s068",</a:t>
            </a:r>
          </a:p>
          <a:p>
            <a:r>
              <a:t>          "quote": "社内ナレッジを探しやすくする条件"</a:t>
            </a:r>
          </a:p>
          <a:p>
            <a:r>
              <a:t>        }</a:t>
            </a:r>
          </a:p>
          <a:p>
            <a:r>
              <a:t>      ],</a:t>
            </a:r>
          </a:p>
          <a:p>
            <a:r>
              <a:t>      "mode": "verbatim"</a:t>
            </a:r>
          </a:p>
          <a:p>
            <a:r>
              <a:t>    },</a:t>
            </a:r>
          </a:p>
          <a:p>
            <a:r>
              <a:t>    {</a:t>
            </a:r>
          </a:p>
          <a:p>
            <a:r>
              <a:t>      "text": "架空の社内調査。運用条件を整理した所見であり、効果を実証したものではない。",</a:t>
            </a:r>
          </a:p>
          <a:p>
            <a:r>
              <a:t>      "refs": [</a:t>
            </a:r>
          </a:p>
          <a:p>
            <a:r>
              <a:t>        {</a:t>
            </a:r>
          </a:p>
          <a:p>
            <a:r>
              <a:t>          "source_id": "s068",</a:t>
            </a:r>
          </a:p>
          <a:p>
            <a:r>
              <a:t>          "quote": "架空の社内調査。運用条件を整理した所見であり、効果を実証したものではない。"</a:t>
            </a:r>
          </a:p>
          <a:p>
            <a:r>
              <a:t>        }</a:t>
            </a:r>
          </a:p>
          <a:p>
            <a:r>
              <a:t>      ],</a:t>
            </a:r>
          </a:p>
          <a:p>
            <a:r>
              <a:t>      "mode": "verbatim"</a:t>
            </a:r>
          </a:p>
          <a:p>
            <a:r>
              <a:t>    },</a:t>
            </a:r>
          </a:p>
          <a:p>
            <a:r>
              <a:t>    {</a:t>
            </a:r>
          </a:p>
          <a:p>
            <a:r>
              <a:t>      "text": "資料を見つけた後で、いま使える内容かを判断するのに時間がかかる。",</a:t>
            </a:r>
          </a:p>
          <a:p>
            <a:r>
              <a:t>      "refs": [</a:t>
            </a:r>
          </a:p>
          <a:p>
            <a:r>
              <a:t>        {</a:t>
            </a:r>
          </a:p>
          <a:p>
            <a:r>
              <a:t>          "source_id": "s068",</a:t>
            </a:r>
          </a:p>
          <a:p>
            <a:r>
              <a:t>          "quote": "資料を見つけた後で、いま使える内容かを判断するのに時間がかかる。"</a:t>
            </a:r>
          </a:p>
          <a:p>
            <a:r>
              <a:t>        }</a:t>
            </a:r>
          </a:p>
          <a:p>
            <a:r>
              <a:t>      ],</a:t>
            </a:r>
          </a:p>
          <a:p>
            <a:r>
              <a:t>      "mode": "verbatim"</a:t>
            </a:r>
          </a:p>
          <a:p>
            <a:r>
              <a:t>    },</a:t>
            </a:r>
          </a:p>
          <a:p>
            <a:r>
              <a:t>    {</a:t>
            </a:r>
          </a:p>
          <a:p>
            <a:r>
              <a:t>      "text": "架空ヒアリングの発言例。一般化は未検証。",</a:t>
            </a:r>
          </a:p>
          <a:p>
            <a:r>
              <a:t>      "refs": [</a:t>
            </a:r>
          </a:p>
          <a:p>
            <a:r>
              <a:t>        {</a:t>
            </a:r>
          </a:p>
          <a:p>
            <a:r>
              <a:t>          "source_id": "s068",</a:t>
            </a:r>
          </a:p>
          <a:p>
            <a:r>
              <a:t>          "quote": "架空ヒアリングの発言例。一般化は未検証。"</a:t>
            </a:r>
          </a:p>
          <a:p>
            <a:r>
              <a:t>        }</a:t>
            </a:r>
          </a:p>
          <a:p>
            <a:r>
              <a:t>      ],</a:t>
            </a:r>
          </a:p>
          <a:p>
            <a:r>
              <a:t>      "mode": "verbatim"</a:t>
            </a:r>
          </a:p>
          <a:p>
            <a:r>
              <a:t>    },</a:t>
            </a:r>
          </a:p>
          <a:p>
            <a:r>
              <a:t>    {</a:t>
            </a:r>
          </a:p>
          <a:p>
            <a:r>
              <a:t>      "text": "示唆：検索結果と一緒に更新日・適用範囲・確認担当を示す。",</a:t>
            </a:r>
          </a:p>
          <a:p>
            <a:r>
              <a:t>      "refs": [</a:t>
            </a:r>
          </a:p>
          <a:p>
            <a:r>
              <a:t>        {</a:t>
            </a:r>
          </a:p>
          <a:p>
            <a:r>
              <a:t>          "source_id": "s068",</a:t>
            </a:r>
          </a:p>
          <a:p>
            <a:r>
              <a:t>          "quote": "示唆：検索結果と一緒に更新日・適用範囲・確認担当を示す。"</a:t>
            </a:r>
          </a:p>
          <a:p>
            <a:r>
              <a:t>        }</a:t>
            </a:r>
          </a:p>
          <a:p>
            <a:r>
              <a:t>      ],</a:t>
            </a:r>
          </a:p>
          <a:p>
            <a:r>
              <a:t>      "mode": "verbatim"</a:t>
            </a:r>
          </a:p>
          <a:p>
            <a:r>
              <a:t>    },</a:t>
            </a:r>
          </a:p>
          <a:p>
            <a:r>
              <a:t>    {</a:t>
            </a:r>
          </a:p>
          <a:p>
            <a:r>
              <a:t>      "text": "留保：発言と分析者の解釈を区別する。",</a:t>
            </a:r>
          </a:p>
          <a:p>
            <a:r>
              <a:t>      "refs": [</a:t>
            </a:r>
          </a:p>
          <a:p>
            <a:r>
              <a:t>        {</a:t>
            </a:r>
          </a:p>
          <a:p>
            <a:r>
              <a:t>          "source_id": "s068",</a:t>
            </a:r>
          </a:p>
          <a:p>
            <a:r>
              <a:t>          "quote": "留保：発言と分析者の解釈を区別する。"</a:t>
            </a:r>
          </a:p>
          <a:p>
            <a:r>
              <a:t>        }</a:t>
            </a:r>
          </a:p>
          <a:p>
            <a:r>
              <a:t>      ],</a:t>
            </a:r>
          </a:p>
          <a:p>
            <a:r>
              <a:t>      "mode": "verbatim"</a:t>
            </a:r>
          </a:p>
          <a:p>
            <a:r>
              <a:t>    }</a:t>
            </a:r>
          </a:p>
          <a:p>
            <a:r>
              <a:t>  ],</a:t>
            </a:r>
          </a:p>
          <a:p>
            <a:r>
              <a:t>  "citations": {</a:t>
            </a:r>
          </a:p>
          <a:p>
            <a:r>
              <a:t>    "s068": "Public MIT sample: original fictional research-sharing design section 1"</a:t>
            </a:r>
          </a:p>
          <a:p>
            <a:r>
              <a:t>  },</a:t>
            </a:r>
          </a:p>
          <a:p>
            <a:r>
              <a:t>  "template_license":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null,</a:t>
            </a:r>
          </a:p>
          <a:p>
            <a:r>
              <a:t>  "catalog": "editorial",</a:t>
            </a:r>
          </a:p>
          <a:p>
            <a:r>
              <a:t>  "family": "quote",</a:t>
            </a:r>
          </a:p>
          <a:p>
            <a:r>
              <a:t>  "structural_variant": "left",</a:t>
            </a:r>
          </a:p>
          <a:p>
            <a:r>
              <a:t>  "repetition_reason": "Catalog inventory: adjacent entries intentionally show every count/orientation for comparison; this is not a presentation sequence.",</a:t>
            </a:r>
          </a:p>
          <a:p>
            <a:r>
              <a:t>  "images": {},</a:t>
            </a:r>
          </a:p>
          <a:p>
            <a:r>
              <a:t>  "template_sha256": "342f31eaf4b7caf5d689ac515cabb33f95177a8673bafc1dd8ec53c1fe9a7f48"</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"slide069",</a:t>
            </a:r>
          </a:p>
          <a:p>
            <a:r>
              <a:t>  "origin": "catalog",</a:t>
            </a:r>
          </a:p>
          <a:p>
            <a:r>
              <a:t>  "layout_id": "ed_quote_right_2",</a:t>
            </a:r>
          </a:p>
          <a:p>
            <a:r>
              <a:t>  "variant": "warm",</a:t>
            </a:r>
          </a:p>
          <a:p>
            <a:r>
              <a:t>  "rationale": "Public template fixture; short fictional slot content; no private data.",</a:t>
            </a:r>
          </a:p>
          <a:p>
            <a:r>
              <a:t>  "source_sha256": "c38e01dcb14540e486d5a11ff7b07b6cff9547c6a27e869e7c53a02aada60e2d",</a:t>
            </a:r>
          </a:p>
          <a:p>
            <a:r>
              <a:t>  "evidence": [</a:t>
            </a:r>
          </a:p>
          <a:p>
            <a:r>
              <a:t>    {</a:t>
            </a:r>
          </a:p>
          <a:p>
            <a:r>
              <a:t>      "text": "社内ナレッジを探しやすくする条件",</a:t>
            </a:r>
          </a:p>
          <a:p>
            <a:r>
              <a:t>      "refs": [</a:t>
            </a:r>
          </a:p>
          <a:p>
            <a:r>
              <a:t>        {</a:t>
            </a:r>
          </a:p>
          <a:p>
            <a:r>
              <a:t>          "source_id": "s069",</a:t>
            </a:r>
          </a:p>
          <a:p>
            <a:r>
              <a:t>          "quote": "社内ナレッジを探しやすくする条件"</a:t>
            </a:r>
          </a:p>
          <a:p>
            <a:r>
              <a:t>        }</a:t>
            </a:r>
          </a:p>
          <a:p>
            <a:r>
              <a:t>      ],</a:t>
            </a:r>
          </a:p>
          <a:p>
            <a:r>
              <a:t>      "mode": "verbatim"</a:t>
            </a:r>
          </a:p>
          <a:p>
            <a:r>
              <a:t>    },</a:t>
            </a:r>
          </a:p>
          <a:p>
            <a:r>
              <a:t>    {</a:t>
            </a:r>
          </a:p>
          <a:p>
            <a:r>
              <a:t>      "text": "架空の社内調査。運用条件を整理した所見であり、効果を実証したものではない。",</a:t>
            </a:r>
          </a:p>
          <a:p>
            <a:r>
              <a:t>      "refs": [</a:t>
            </a:r>
          </a:p>
          <a:p>
            <a:r>
              <a:t>        {</a:t>
            </a:r>
          </a:p>
          <a:p>
            <a:r>
              <a:t>          "source_id": "s069",</a:t>
            </a:r>
          </a:p>
          <a:p>
            <a:r>
              <a:t>          "quote": "架空の社内調査。運用条件を整理した所見であり、効果を実証したものではない。"</a:t>
            </a:r>
          </a:p>
          <a:p>
            <a:r>
              <a:t>        }</a:t>
            </a:r>
          </a:p>
          <a:p>
            <a:r>
              <a:t>      ],</a:t>
            </a:r>
          </a:p>
          <a:p>
            <a:r>
              <a:t>      "mode": "verbatim"</a:t>
            </a:r>
          </a:p>
          <a:p>
            <a:r>
              <a:t>    },</a:t>
            </a:r>
          </a:p>
          <a:p>
            <a:r>
              <a:t>    {</a:t>
            </a:r>
          </a:p>
          <a:p>
            <a:r>
              <a:t>      "text": "資料を見つけた後で、いま使える内容かを判断するのに時間がかかる。",</a:t>
            </a:r>
          </a:p>
          <a:p>
            <a:r>
              <a:t>      "refs": [</a:t>
            </a:r>
          </a:p>
          <a:p>
            <a:r>
              <a:t>        {</a:t>
            </a:r>
          </a:p>
          <a:p>
            <a:r>
              <a:t>          "source_id": "s069",</a:t>
            </a:r>
          </a:p>
          <a:p>
            <a:r>
              <a:t>          "quote": "資料を見つけた後で、いま使える内容かを判断するのに時間がかかる。"</a:t>
            </a:r>
          </a:p>
          <a:p>
            <a:r>
              <a:t>        }</a:t>
            </a:r>
          </a:p>
          <a:p>
            <a:r>
              <a:t>      ],</a:t>
            </a:r>
          </a:p>
          <a:p>
            <a:r>
              <a:t>      "mode": "verbatim"</a:t>
            </a:r>
          </a:p>
          <a:p>
            <a:r>
              <a:t>    },</a:t>
            </a:r>
          </a:p>
          <a:p>
            <a:r>
              <a:t>    {</a:t>
            </a:r>
          </a:p>
          <a:p>
            <a:r>
              <a:t>      "text": "架空ヒアリングの発言例。一般化は未検証。",</a:t>
            </a:r>
          </a:p>
          <a:p>
            <a:r>
              <a:t>      "refs": [</a:t>
            </a:r>
          </a:p>
          <a:p>
            <a:r>
              <a:t>        {</a:t>
            </a:r>
          </a:p>
          <a:p>
            <a:r>
              <a:t>          "source_id": "s069",</a:t>
            </a:r>
          </a:p>
          <a:p>
            <a:r>
              <a:t>          "quote": "架空ヒアリングの発言例。一般化は未検証。"</a:t>
            </a:r>
          </a:p>
          <a:p>
            <a:r>
              <a:t>        }</a:t>
            </a:r>
          </a:p>
          <a:p>
            <a:r>
              <a:t>      ],</a:t>
            </a:r>
          </a:p>
          <a:p>
            <a:r>
              <a:t>      "mode": "verbatim"</a:t>
            </a:r>
          </a:p>
          <a:p>
            <a:r>
              <a:t>    },</a:t>
            </a:r>
          </a:p>
          <a:p>
            <a:r>
              <a:t>    {</a:t>
            </a:r>
          </a:p>
          <a:p>
            <a:r>
              <a:t>      "text": "示唆：検索結果と一緒に更新日・適用範囲・確認担当を示す。",</a:t>
            </a:r>
          </a:p>
          <a:p>
            <a:r>
              <a:t>      "refs": [</a:t>
            </a:r>
          </a:p>
          <a:p>
            <a:r>
              <a:t>        {</a:t>
            </a:r>
          </a:p>
          <a:p>
            <a:r>
              <a:t>          "source_id": "s069",</a:t>
            </a:r>
          </a:p>
          <a:p>
            <a:r>
              <a:t>          "quote": "示唆：検索結果と一緒に更新日・適用範囲・確認担当を示す。"</a:t>
            </a:r>
          </a:p>
          <a:p>
            <a:r>
              <a:t>        }</a:t>
            </a:r>
          </a:p>
          <a:p>
            <a:r>
              <a:t>      ],</a:t>
            </a:r>
          </a:p>
          <a:p>
            <a:r>
              <a:t>      "mode": "verbatim"</a:t>
            </a:r>
          </a:p>
          <a:p>
            <a:r>
              <a:t>    },</a:t>
            </a:r>
          </a:p>
          <a:p>
            <a:r>
              <a:t>    {</a:t>
            </a:r>
          </a:p>
          <a:p>
            <a:r>
              <a:t>      "text": "留保：発言と分析者の解釈を区別する。",</a:t>
            </a:r>
          </a:p>
          <a:p>
            <a:r>
              <a:t>      "refs": [</a:t>
            </a:r>
          </a:p>
          <a:p>
            <a:r>
              <a:t>        {</a:t>
            </a:r>
          </a:p>
          <a:p>
            <a:r>
              <a:t>          "source_id": "s069",</a:t>
            </a:r>
          </a:p>
          <a:p>
            <a:r>
              <a:t>          "quote": "留保：発言と分析者の解釈を区別する。"</a:t>
            </a:r>
          </a:p>
          <a:p>
            <a:r>
              <a:t>        }</a:t>
            </a:r>
          </a:p>
          <a:p>
            <a:r>
              <a:t>      ],</a:t>
            </a:r>
          </a:p>
          <a:p>
            <a:r>
              <a:t>      "mode": "verbatim"</a:t>
            </a:r>
          </a:p>
          <a:p>
            <a:r>
              <a:t>    }</a:t>
            </a:r>
          </a:p>
          <a:p>
            <a:r>
              <a:t>  ],</a:t>
            </a:r>
          </a:p>
          <a:p>
            <a:r>
              <a:t>  "citations": {</a:t>
            </a:r>
          </a:p>
          <a:p>
            <a:r>
              <a:t>    "s069": "Public MIT sample: original fictional research-sharing design section 1"</a:t>
            </a:r>
          </a:p>
          <a:p>
            <a:r>
              <a:t>  },</a:t>
            </a:r>
          </a:p>
          <a:p>
            <a:r>
              <a:t>  "template_license":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null,</a:t>
            </a:r>
          </a:p>
          <a:p>
            <a:r>
              <a:t>  "catalog": "editorial",</a:t>
            </a:r>
          </a:p>
          <a:p>
            <a:r>
              <a:t>  "family": "quote",</a:t>
            </a:r>
          </a:p>
          <a:p>
            <a:r>
              <a:t>  "structural_variant": "right",</a:t>
            </a:r>
          </a:p>
          <a:p>
            <a:r>
              <a:t>  "repetition_reason": "Catalog inventory: adjacent entries intentionally show every count/orientation for comparison; this is not a presentation sequence.",</a:t>
            </a:r>
          </a:p>
          <a:p>
            <a:r>
              <a:t>  "images": {},</a:t>
            </a:r>
          </a:p>
          <a:p>
            <a:r>
              <a:t>  "template_sha256": "14f2e76eefb258c9b0441b55dcf041407e6489e6e5638ea5086f4dc253b8beb7"</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"slide070",</a:t>
            </a:r>
          </a:p>
          <a:p>
            <a:r>
              <a:t>  "origin": "catalog",</a:t>
            </a:r>
          </a:p>
          <a:p>
            <a:r>
              <a:t>  "layout_id": "ed_quote_top_2",</a:t>
            </a:r>
          </a:p>
          <a:p>
            <a:r>
              <a:t>  "variant": "warm",</a:t>
            </a:r>
          </a:p>
          <a:p>
            <a:r>
              <a:t>  "rationale": "Public template fixture; short fictional slot content; no private data.",</a:t>
            </a:r>
          </a:p>
          <a:p>
            <a:r>
              <a:t>  "source_sha256": "c38e01dcb14540e486d5a11ff7b07b6cff9547c6a27e869e7c53a02aada60e2d",</a:t>
            </a:r>
          </a:p>
          <a:p>
            <a:r>
              <a:t>  "evidence": [</a:t>
            </a:r>
          </a:p>
          <a:p>
            <a:r>
              <a:t>    {</a:t>
            </a:r>
          </a:p>
          <a:p>
            <a:r>
              <a:t>      "text": "社内ナレッジを探しやすくする条件",</a:t>
            </a:r>
          </a:p>
          <a:p>
            <a:r>
              <a:t>      "refs": [</a:t>
            </a:r>
          </a:p>
          <a:p>
            <a:r>
              <a:t>        {</a:t>
            </a:r>
          </a:p>
          <a:p>
            <a:r>
              <a:t>          "source_id": "s070",</a:t>
            </a:r>
          </a:p>
          <a:p>
            <a:r>
              <a:t>          "quote": "社内ナレッジを探しやすくする条件"</a:t>
            </a:r>
          </a:p>
          <a:p>
            <a:r>
              <a:t>        }</a:t>
            </a:r>
          </a:p>
          <a:p>
            <a:r>
              <a:t>      ],</a:t>
            </a:r>
          </a:p>
          <a:p>
            <a:r>
              <a:t>      "mode": "verbatim"</a:t>
            </a:r>
          </a:p>
          <a:p>
            <a:r>
              <a:t>    },</a:t>
            </a:r>
          </a:p>
          <a:p>
            <a:r>
              <a:t>    {</a:t>
            </a:r>
          </a:p>
          <a:p>
            <a:r>
              <a:t>      "text": "架空の社内調査。運用条件を整理した所見であり、効果を実証したものではない。",</a:t>
            </a:r>
          </a:p>
          <a:p>
            <a:r>
              <a:t>      "refs": [</a:t>
            </a:r>
          </a:p>
          <a:p>
            <a:r>
              <a:t>        {</a:t>
            </a:r>
          </a:p>
          <a:p>
            <a:r>
              <a:t>          "source_id": "s070",</a:t>
            </a:r>
          </a:p>
          <a:p>
            <a:r>
              <a:t>          "quote": "架空の社内調査。運用条件を整理した所見であり、効果を実証したものではない。"</a:t>
            </a:r>
          </a:p>
          <a:p>
            <a:r>
              <a:t>        }</a:t>
            </a:r>
          </a:p>
          <a:p>
            <a:r>
              <a:t>      ],</a:t>
            </a:r>
          </a:p>
          <a:p>
            <a:r>
              <a:t>      "mode": "verbatim"</a:t>
            </a:r>
          </a:p>
          <a:p>
            <a:r>
              <a:t>    },</a:t>
            </a:r>
          </a:p>
          <a:p>
            <a:r>
              <a:t>    {</a:t>
            </a:r>
          </a:p>
          <a:p>
            <a:r>
              <a:t>      "text": "資料を見つけた後で、いま使える内容かを判断するのに時間がかかる。",</a:t>
            </a:r>
          </a:p>
          <a:p>
            <a:r>
              <a:t>      "refs": [</a:t>
            </a:r>
          </a:p>
          <a:p>
            <a:r>
              <a:t>        {</a:t>
            </a:r>
          </a:p>
          <a:p>
            <a:r>
              <a:t>          "source_id": "s070",</a:t>
            </a:r>
          </a:p>
          <a:p>
            <a:r>
              <a:t>          "quote": "資料を見つけた後で、いま使える内容かを判断するのに時間がかかる。"</a:t>
            </a:r>
          </a:p>
          <a:p>
            <a:r>
              <a:t>        }</a:t>
            </a:r>
          </a:p>
          <a:p>
            <a:r>
              <a:t>      ],</a:t>
            </a:r>
          </a:p>
          <a:p>
            <a:r>
              <a:t>      "mode": "verbatim"</a:t>
            </a:r>
          </a:p>
          <a:p>
            <a:r>
              <a:t>    },</a:t>
            </a:r>
          </a:p>
          <a:p>
            <a:r>
              <a:t>    {</a:t>
            </a:r>
          </a:p>
          <a:p>
            <a:r>
              <a:t>      "text": "架空ヒアリングの発言例。一般化は未検証。",</a:t>
            </a:r>
          </a:p>
          <a:p>
            <a:r>
              <a:t>      "refs": [</a:t>
            </a:r>
          </a:p>
          <a:p>
            <a:r>
              <a:t>        {</a:t>
            </a:r>
          </a:p>
          <a:p>
            <a:r>
              <a:t>          "source_id": "s070",</a:t>
            </a:r>
          </a:p>
          <a:p>
            <a:r>
              <a:t>          "quote": "架空ヒアリングの発言例。一般化は未検証。"</a:t>
            </a:r>
          </a:p>
          <a:p>
            <a:r>
              <a:t>        }</a:t>
            </a:r>
          </a:p>
          <a:p>
            <a:r>
              <a:t>      ],</a:t>
            </a:r>
          </a:p>
          <a:p>
            <a:r>
              <a:t>      "mode": "verbatim"</a:t>
            </a:r>
          </a:p>
          <a:p>
            <a:r>
              <a:t>    },</a:t>
            </a:r>
          </a:p>
          <a:p>
            <a:r>
              <a:t>    {</a:t>
            </a:r>
          </a:p>
          <a:p>
            <a:r>
              <a:t>      "text": "示唆：検索結果と一緒に更新日・適用範囲・確認担当を示す。",</a:t>
            </a:r>
          </a:p>
          <a:p>
            <a:r>
              <a:t>      "refs": [</a:t>
            </a:r>
          </a:p>
          <a:p>
            <a:r>
              <a:t>        {</a:t>
            </a:r>
          </a:p>
          <a:p>
            <a:r>
              <a:t>          "source_id": "s070",</a:t>
            </a:r>
          </a:p>
          <a:p>
            <a:r>
              <a:t>          "quote": "示唆：検索結果と一緒に更新日・適用範囲・確認担当を示す。"</a:t>
            </a:r>
          </a:p>
          <a:p>
            <a:r>
              <a:t>        }</a:t>
            </a:r>
          </a:p>
          <a:p>
            <a:r>
              <a:t>      ],</a:t>
            </a:r>
          </a:p>
          <a:p>
            <a:r>
              <a:t>      "mode": "verbatim"</a:t>
            </a:r>
          </a:p>
          <a:p>
            <a:r>
              <a:t>    },</a:t>
            </a:r>
          </a:p>
          <a:p>
            <a:r>
              <a:t>    {</a:t>
            </a:r>
          </a:p>
          <a:p>
            <a:r>
              <a:t>      "text": "留保：発言と分析者の解釈を区別する。",</a:t>
            </a:r>
          </a:p>
          <a:p>
            <a:r>
              <a:t>      "refs": [</a:t>
            </a:r>
          </a:p>
          <a:p>
            <a:r>
              <a:t>        {</a:t>
            </a:r>
          </a:p>
          <a:p>
            <a:r>
              <a:t>          "source_id": "s070",</a:t>
            </a:r>
          </a:p>
          <a:p>
            <a:r>
              <a:t>          "quote": "留保：発言と分析者の解釈を区別する。"</a:t>
            </a:r>
          </a:p>
          <a:p>
            <a:r>
              <a:t>        }</a:t>
            </a:r>
          </a:p>
          <a:p>
            <a:r>
              <a:t>      ],</a:t>
            </a:r>
          </a:p>
          <a:p>
            <a:r>
              <a:t>      "mode": "verbatim"</a:t>
            </a:r>
          </a:p>
          <a:p>
            <a:r>
              <a:t>    }</a:t>
            </a:r>
          </a:p>
          <a:p>
            <a:r>
              <a:t>  ],</a:t>
            </a:r>
          </a:p>
          <a:p>
            <a:r>
              <a:t>  "citations": {</a:t>
            </a:r>
          </a:p>
          <a:p>
            <a:r>
              <a:t>    "s070": "Public MIT sample: original fictional research-sharing design section 1"</a:t>
            </a:r>
          </a:p>
          <a:p>
            <a:r>
              <a:t>  },</a:t>
            </a:r>
          </a:p>
          <a:p>
            <a:r>
              <a:t>  "template_license":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null,</a:t>
            </a:r>
          </a:p>
          <a:p>
            <a:r>
              <a:t>  "catalog": "editorial",</a:t>
            </a:r>
          </a:p>
          <a:p>
            <a:r>
              <a:t>  "family": "quote",</a:t>
            </a:r>
          </a:p>
          <a:p>
            <a:r>
              <a:t>  "structural_variant": "top",</a:t>
            </a:r>
          </a:p>
          <a:p>
            <a:r>
              <a:t>  "repetition_reason": "Catalog inventory: adjacent entries intentionally show every count/orientation for comparison; this is not a presentation sequence.",</a:t>
            </a:r>
          </a:p>
          <a:p>
            <a:r>
              <a:t>  "images": {},</a:t>
            </a:r>
          </a:p>
          <a:p>
            <a:r>
              <a:t>  "template_sha256": "56965c67105b28aa69cad252ba976824a93d1d5c38005252c287db883f66b57c"</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"slide071",</a:t>
            </a:r>
          </a:p>
          <a:p>
            <a:r>
              <a:t>  "origin": "catalog",</a:t>
            </a:r>
          </a:p>
          <a:p>
            <a:r>
              <a:t>  "layout_id": "ed_summary_columns_3",</a:t>
            </a:r>
          </a:p>
          <a:p>
            <a:r>
              <a:t>  "variant": "warm",</a:t>
            </a:r>
          </a:p>
          <a:p>
            <a:r>
              <a:t>  "rationale": "Public template fixture; short fictional slot content; no private data.",</a:t>
            </a:r>
          </a:p>
          <a:p>
            <a:r>
              <a:t>  "source_sha256": "c38e01dcb14540e486d5a11ff7b07b6cff9547c6a27e869e7c53a02aada60e2d",</a:t>
            </a:r>
          </a:p>
          <a:p>
            <a:r>
              <a:t>  "evidence": [</a:t>
            </a:r>
          </a:p>
          <a:p>
            <a:r>
              <a:t>    {</a:t>
            </a:r>
          </a:p>
          <a:p>
            <a:r>
              <a:t>      "text": "社内ナレッジを探しやすくする条件",</a:t>
            </a:r>
          </a:p>
          <a:p>
            <a:r>
              <a:t>      "refs": [</a:t>
            </a:r>
          </a:p>
          <a:p>
            <a:r>
              <a:t>        {</a:t>
            </a:r>
          </a:p>
          <a:p>
            <a:r>
              <a:t>          "source_id": "s071",</a:t>
            </a:r>
          </a:p>
          <a:p>
            <a:r>
              <a:t>          "quote": "社内ナレッジを探しやすくする条件"</a:t>
            </a:r>
          </a:p>
          <a:p>
            <a:r>
              <a:t>        }</a:t>
            </a:r>
          </a:p>
          <a:p>
            <a:r>
              <a:t>      ],</a:t>
            </a:r>
          </a:p>
          <a:p>
            <a:r>
              <a:t>      "mode": "verbatim"</a:t>
            </a:r>
          </a:p>
          <a:p>
            <a:r>
              <a:t>    },</a:t>
            </a:r>
          </a:p>
          <a:p>
            <a:r>
              <a:t>    {</a:t>
            </a:r>
          </a:p>
          <a:p>
            <a:r>
              <a:t>      "text": "架空の社内調査。運用条件を整理した所見であり、効果を実証したものではない。",</a:t>
            </a:r>
          </a:p>
          <a:p>
            <a:r>
              <a:t>      "refs": [</a:t>
            </a:r>
          </a:p>
          <a:p>
            <a:r>
              <a:t>        {</a:t>
            </a:r>
          </a:p>
          <a:p>
            <a:r>
              <a:t>          "source_id": "s071",</a:t>
            </a:r>
          </a:p>
          <a:p>
            <a:r>
              <a:t>          "quote": "架空の社内調査。運用条件を整理した所見であり、効果を実証したものではない。"</a:t>
            </a:r>
          </a:p>
          <a:p>
            <a:r>
              <a:t>        }</a:t>
            </a:r>
          </a:p>
          <a:p>
            <a:r>
              <a:t>      ],</a:t>
            </a:r>
          </a:p>
          <a:p>
            <a:r>
              <a:t>      "mode": "verbatim"</a:t>
            </a:r>
          </a:p>
          <a:p>
            <a:r>
              <a:t>    },</a:t>
            </a:r>
          </a:p>
          <a:p>
            <a:r>
              <a:t>    {</a:t>
            </a:r>
          </a:p>
          <a:p>
            <a:r>
              <a:t>      "text": "検索入口を揃える",</a:t>
            </a:r>
          </a:p>
          <a:p>
            <a:r>
              <a:t>      "refs": [</a:t>
            </a:r>
          </a:p>
          <a:p>
            <a:r>
              <a:t>        {</a:t>
            </a:r>
          </a:p>
          <a:p>
            <a:r>
              <a:t>          "source_id": "s071",</a:t>
            </a:r>
          </a:p>
          <a:p>
            <a:r>
              <a:t>          "quote": "検索入口を揃える"</a:t>
            </a:r>
          </a:p>
          <a:p>
            <a:r>
              <a:t>        }</a:t>
            </a:r>
          </a:p>
          <a:p>
            <a:r>
              <a:t>      ],</a:t>
            </a:r>
          </a:p>
          <a:p>
            <a:r>
              <a:t>      "mode": "verbatim"</a:t>
            </a:r>
          </a:p>
          <a:p>
            <a:r>
              <a:t>    },</a:t>
            </a:r>
          </a:p>
          <a:p>
            <a:r>
              <a:t>    {</a:t>
            </a:r>
          </a:p>
          <a:p>
            <a:r>
              <a:t>      "text": "用語を揃え、同じ資料へ辿れる入口を整える。",</a:t>
            </a:r>
          </a:p>
          <a:p>
            <a:r>
              <a:t>      "refs": [</a:t>
            </a:r>
          </a:p>
          <a:p>
            <a:r>
              <a:t>        {</a:t>
            </a:r>
          </a:p>
          <a:p>
            <a:r>
              <a:t>          "source_id": "s071",</a:t>
            </a:r>
          </a:p>
          <a:p>
            <a:r>
              <a:t>          "quote": "用語を揃え、同じ資料へ辿れる入口を整える。"</a:t>
            </a:r>
          </a:p>
          <a:p>
            <a:r>
              <a:t>        }</a:t>
            </a:r>
          </a:p>
          <a:p>
            <a:r>
              <a:t>      ],</a:t>
            </a:r>
          </a:p>
          <a:p>
            <a:r>
              <a:t>      "mode": "verbatim"</a:t>
            </a:r>
          </a:p>
          <a:p>
            <a:r>
              <a:t>    },</a:t>
            </a:r>
          </a:p>
          <a:p>
            <a:r>
              <a:t>    {</a:t>
            </a:r>
          </a:p>
          <a:p>
            <a:r>
              <a:t>      "text": "根拠まで辿れる",</a:t>
            </a:r>
          </a:p>
          <a:p>
            <a:r>
              <a:t>      "refs": [</a:t>
            </a:r>
          </a:p>
          <a:p>
            <a:r>
              <a:t>        {</a:t>
            </a:r>
          </a:p>
          <a:p>
            <a:r>
              <a:t>          "source_id": "s071",</a:t>
            </a:r>
          </a:p>
          <a:p>
            <a:r>
              <a:t>          "quote": "根拠まで辿れる"</a:t>
            </a:r>
          </a:p>
          <a:p>
            <a:r>
              <a:t>        }</a:t>
            </a:r>
          </a:p>
          <a:p>
            <a:r>
              <a:t>      ],</a:t>
            </a:r>
          </a:p>
          <a:p>
            <a:r>
              <a:t>      "mode": "verbatim"</a:t>
            </a:r>
          </a:p>
          <a:p>
            <a:r>
              <a:t>    },</a:t>
            </a:r>
          </a:p>
          <a:p>
            <a:r>
              <a:t>    {</a:t>
            </a:r>
          </a:p>
          <a:p>
            <a:r>
              <a:t>      "text": "原文の条件と確認日を、要約とともに残す。",</a:t>
            </a:r>
          </a:p>
          <a:p>
            <a:r>
              <a:t>      "refs": [</a:t>
            </a:r>
          </a:p>
          <a:p>
            <a:r>
              <a:t>        {</a:t>
            </a:r>
          </a:p>
          <a:p>
            <a:r>
              <a:t>          "source_id": "s071",</a:t>
            </a:r>
          </a:p>
          <a:p>
            <a:r>
              <a:t>          "quote": "原文の条件と確認日を、要約とともに残す。"</a:t>
            </a:r>
          </a:p>
          <a:p>
            <a:r>
              <a:t>        }</a:t>
            </a:r>
          </a:p>
          <a:p>
            <a:r>
              <a:t>      ],</a:t>
            </a:r>
          </a:p>
          <a:p>
            <a:r>
              <a:t>      "mode": "verbatim"</a:t>
            </a:r>
          </a:p>
          <a:p>
            <a:r>
              <a:t>    },</a:t>
            </a:r>
          </a:p>
          <a:p>
            <a:r>
              <a:t>    {</a:t>
            </a:r>
          </a:p>
          <a:p>
            <a:r>
              <a:t>      "text": "更新範囲を決める",</a:t>
            </a:r>
          </a:p>
          <a:p>
            <a:r>
              <a:t>      "refs": [</a:t>
            </a:r>
          </a:p>
          <a:p>
            <a:r>
              <a:t>        {</a:t>
            </a:r>
          </a:p>
          <a:p>
            <a:r>
              <a:t>          "source_id": "s071",</a:t>
            </a:r>
          </a:p>
          <a:p>
            <a:r>
              <a:t>          "quote": "更新範囲を決める"</a:t>
            </a:r>
          </a:p>
          <a:p>
            <a:r>
              <a:t>        }</a:t>
            </a:r>
          </a:p>
          <a:p>
            <a:r>
              <a:t>      ],</a:t>
            </a:r>
          </a:p>
          <a:p>
            <a:r>
              <a:t>      "mode": "verbatim"</a:t>
            </a:r>
          </a:p>
          <a:p>
            <a:r>
              <a:t>    },</a:t>
            </a:r>
          </a:p>
          <a:p>
            <a:r>
              <a:t>    {</a:t>
            </a:r>
          </a:p>
          <a:p>
            <a:r>
              <a:t>      "text": "変更頻度に応じて担当と再確認の時期を決める。",</a:t>
            </a:r>
          </a:p>
          <a:p>
            <a:r>
              <a:t>      "refs": [</a:t>
            </a:r>
          </a:p>
          <a:p>
            <a:r>
              <a:t>        {</a:t>
            </a:r>
          </a:p>
          <a:p>
            <a:r>
              <a:t>          "source_id": "s071",</a:t>
            </a:r>
          </a:p>
          <a:p>
            <a:r>
              <a:t>          "quote": "変更頻度に応じて担当と再確認の時期を決める。"</a:t>
            </a:r>
          </a:p>
          <a:p>
            <a:r>
              <a:t>        }</a:t>
            </a:r>
          </a:p>
          <a:p>
            <a:r>
              <a:t>      ],</a:t>
            </a:r>
          </a:p>
          <a:p>
            <a:r>
              <a:t>      "mode": "verbatim"</a:t>
            </a:r>
          </a:p>
          <a:p>
            <a:r>
              <a:t>    }</a:t>
            </a:r>
          </a:p>
          <a:p>
            <a:r>
              <a:t>  ],</a:t>
            </a:r>
          </a:p>
          <a:p>
            <a:r>
              <a:t>  "citations": {</a:t>
            </a:r>
          </a:p>
          <a:p>
            <a:r>
              <a:t>    "s071": "Public MIT sample: original fictional research-sharing design section 1"</a:t>
            </a:r>
          </a:p>
          <a:p>
            <a:r>
              <a:t>  },</a:t>
            </a:r>
          </a:p>
          <a:p>
            <a:r>
              <a:t>  "template_license":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null,</a:t>
            </a:r>
          </a:p>
          <a:p>
            <a:r>
              <a:t>  "catalog": "editorial",</a:t>
            </a:r>
          </a:p>
          <a:p>
            <a:r>
              <a:t>  "family": "summary",</a:t>
            </a:r>
          </a:p>
          <a:p>
            <a:r>
              <a:t>  "structural_variant": "columns",</a:t>
            </a:r>
          </a:p>
          <a:p>
            <a:r>
              <a:t>  "repetition_reason": "Catalog inventory: adjacent entries intentionally show every count/orientation for comparison; this is not a presentation sequence.",</a:t>
            </a:r>
          </a:p>
          <a:p>
            <a:r>
              <a:t>  "images": {},</a:t>
            </a:r>
          </a:p>
          <a:p>
            <a:r>
              <a:t>  "template_sha256": "b03bc4618a69a807bb402d77493f61fe62985dffc4b1342ae91dcb8f57c0772b"</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"slide072",</a:t>
            </a:r>
          </a:p>
          <a:p>
            <a:r>
              <a:t>  "origin": "catalog",</a:t>
            </a:r>
          </a:p>
          <a:p>
            <a:r>
              <a:t>  "layout_id": "ed_summary_rows_3",</a:t>
            </a:r>
          </a:p>
          <a:p>
            <a:r>
              <a:t>  "variant": "warm",</a:t>
            </a:r>
          </a:p>
          <a:p>
            <a:r>
              <a:t>  "rationale": "Public template fixture; short fictional slot content; no private data.",</a:t>
            </a:r>
          </a:p>
          <a:p>
            <a:r>
              <a:t>  "source_sha256": "c38e01dcb14540e486d5a11ff7b07b6cff9547c6a27e869e7c53a02aada60e2d",</a:t>
            </a:r>
          </a:p>
          <a:p>
            <a:r>
              <a:t>  "evidence": [</a:t>
            </a:r>
          </a:p>
          <a:p>
            <a:r>
              <a:t>    {</a:t>
            </a:r>
          </a:p>
          <a:p>
            <a:r>
              <a:t>      "text": "社内ナレッジを探しやすくする条件",</a:t>
            </a:r>
          </a:p>
          <a:p>
            <a:r>
              <a:t>      "refs": [</a:t>
            </a:r>
          </a:p>
          <a:p>
            <a:r>
              <a:t>        {</a:t>
            </a:r>
          </a:p>
          <a:p>
            <a:r>
              <a:t>          "source_id": "s072",</a:t>
            </a:r>
          </a:p>
          <a:p>
            <a:r>
              <a:t>          "quote": "社内ナレッジを探しやすくする条件"</a:t>
            </a:r>
          </a:p>
          <a:p>
            <a:r>
              <a:t>        }</a:t>
            </a:r>
          </a:p>
          <a:p>
            <a:r>
              <a:t>      ],</a:t>
            </a:r>
          </a:p>
          <a:p>
            <a:r>
              <a:t>      "mode": "verbatim"</a:t>
            </a:r>
          </a:p>
          <a:p>
            <a:r>
              <a:t>    },</a:t>
            </a:r>
          </a:p>
          <a:p>
            <a:r>
              <a:t>    {</a:t>
            </a:r>
          </a:p>
          <a:p>
            <a:r>
              <a:t>      "text": "架空の社内調査。運用条件を整理した所見であり、効果を実証したものではない。",</a:t>
            </a:r>
          </a:p>
          <a:p>
            <a:r>
              <a:t>      "refs": [</a:t>
            </a:r>
          </a:p>
          <a:p>
            <a:r>
              <a:t>        {</a:t>
            </a:r>
          </a:p>
          <a:p>
            <a:r>
              <a:t>          "source_id": "s072",</a:t>
            </a:r>
          </a:p>
          <a:p>
            <a:r>
              <a:t>          "quote": "架空の社内調査。運用条件を整理した所見であり、効果を実証したものではない。"</a:t>
            </a:r>
          </a:p>
          <a:p>
            <a:r>
              <a:t>        }</a:t>
            </a:r>
          </a:p>
          <a:p>
            <a:r>
              <a:t>      ],</a:t>
            </a:r>
          </a:p>
          <a:p>
            <a:r>
              <a:t>      "mode": "verbatim"</a:t>
            </a:r>
          </a:p>
          <a:p>
            <a:r>
              <a:t>    },</a:t>
            </a:r>
          </a:p>
          <a:p>
            <a:r>
              <a:t>    {</a:t>
            </a:r>
          </a:p>
          <a:p>
            <a:r>
              <a:t>      "text": "検索入口を揃える",</a:t>
            </a:r>
          </a:p>
          <a:p>
            <a:r>
              <a:t>      "refs": [</a:t>
            </a:r>
          </a:p>
          <a:p>
            <a:r>
              <a:t>        {</a:t>
            </a:r>
          </a:p>
          <a:p>
            <a:r>
              <a:t>          "source_id": "s072",</a:t>
            </a:r>
          </a:p>
          <a:p>
            <a:r>
              <a:t>          "quote": "検索入口を揃える"</a:t>
            </a:r>
          </a:p>
          <a:p>
            <a:r>
              <a:t>        }</a:t>
            </a:r>
          </a:p>
          <a:p>
            <a:r>
              <a:t>      ],</a:t>
            </a:r>
          </a:p>
          <a:p>
            <a:r>
              <a:t>      "mode": "verbatim"</a:t>
            </a:r>
          </a:p>
          <a:p>
            <a:r>
              <a:t>    },</a:t>
            </a:r>
          </a:p>
          <a:p>
            <a:r>
              <a:t>    {</a:t>
            </a:r>
          </a:p>
          <a:p>
            <a:r>
              <a:t>      "text": "用語を揃え、同じ資料へ辿れる入口を整える。",</a:t>
            </a:r>
          </a:p>
          <a:p>
            <a:r>
              <a:t>      "refs": [</a:t>
            </a:r>
          </a:p>
          <a:p>
            <a:r>
              <a:t>        {</a:t>
            </a:r>
          </a:p>
          <a:p>
            <a:r>
              <a:t>          "source_id": "s072",</a:t>
            </a:r>
          </a:p>
          <a:p>
            <a:r>
              <a:t>          "quote": "用語を揃え、同じ資料へ辿れる入口を整える。"</a:t>
            </a:r>
          </a:p>
          <a:p>
            <a:r>
              <a:t>        }</a:t>
            </a:r>
          </a:p>
          <a:p>
            <a:r>
              <a:t>      ],</a:t>
            </a:r>
          </a:p>
          <a:p>
            <a:r>
              <a:t>      "mode": "verbatim"</a:t>
            </a:r>
          </a:p>
          <a:p>
            <a:r>
              <a:t>    },</a:t>
            </a:r>
          </a:p>
          <a:p>
            <a:r>
              <a:t>    {</a:t>
            </a:r>
          </a:p>
          <a:p>
            <a:r>
              <a:t>      "text": "根拠まで辿れる",</a:t>
            </a:r>
          </a:p>
          <a:p>
            <a:r>
              <a:t>      "refs": [</a:t>
            </a:r>
          </a:p>
          <a:p>
            <a:r>
              <a:t>        {</a:t>
            </a:r>
          </a:p>
          <a:p>
            <a:r>
              <a:t>          "source_id": "s072",</a:t>
            </a:r>
          </a:p>
          <a:p>
            <a:r>
              <a:t>          "quote": "根拠まで辿れる"</a:t>
            </a:r>
          </a:p>
          <a:p>
            <a:r>
              <a:t>        }</a:t>
            </a:r>
          </a:p>
          <a:p>
            <a:r>
              <a:t>      ],</a:t>
            </a:r>
          </a:p>
          <a:p>
            <a:r>
              <a:t>      "mode": "verbatim"</a:t>
            </a:r>
          </a:p>
          <a:p>
            <a:r>
              <a:t>    },</a:t>
            </a:r>
          </a:p>
          <a:p>
            <a:r>
              <a:t>    {</a:t>
            </a:r>
          </a:p>
          <a:p>
            <a:r>
              <a:t>      "text": "原文の条件と確認日を、要約とともに残す。",</a:t>
            </a:r>
          </a:p>
          <a:p>
            <a:r>
              <a:t>      "refs": [</a:t>
            </a:r>
          </a:p>
          <a:p>
            <a:r>
              <a:t>        {</a:t>
            </a:r>
          </a:p>
          <a:p>
            <a:r>
              <a:t>          "source_id": "s072",</a:t>
            </a:r>
          </a:p>
          <a:p>
            <a:r>
              <a:t>          "quote": "原文の条件と確認日を、要約とともに残す。"</a:t>
            </a:r>
          </a:p>
          <a:p>
            <a:r>
              <a:t>        }</a:t>
            </a:r>
          </a:p>
          <a:p>
            <a:r>
              <a:t>      ],</a:t>
            </a:r>
          </a:p>
          <a:p>
            <a:r>
              <a:t>      "mode": "verbatim"</a:t>
            </a:r>
          </a:p>
          <a:p>
            <a:r>
              <a:t>    },</a:t>
            </a:r>
          </a:p>
          <a:p>
            <a:r>
              <a:t>    {</a:t>
            </a:r>
          </a:p>
          <a:p>
            <a:r>
              <a:t>      "text": "更新範囲を決める",</a:t>
            </a:r>
          </a:p>
          <a:p>
            <a:r>
              <a:t>      "refs": [</a:t>
            </a:r>
          </a:p>
          <a:p>
            <a:r>
              <a:t>        {</a:t>
            </a:r>
          </a:p>
          <a:p>
            <a:r>
              <a:t>          "source_id": "s072",</a:t>
            </a:r>
          </a:p>
          <a:p>
            <a:r>
              <a:t>          "quote": "更新範囲を決める"</a:t>
            </a:r>
          </a:p>
          <a:p>
            <a:r>
              <a:t>        }</a:t>
            </a:r>
          </a:p>
          <a:p>
            <a:r>
              <a:t>      ],</a:t>
            </a:r>
          </a:p>
          <a:p>
            <a:r>
              <a:t>      "mode": "verbatim"</a:t>
            </a:r>
          </a:p>
          <a:p>
            <a:r>
              <a:t>    },</a:t>
            </a:r>
          </a:p>
          <a:p>
            <a:r>
              <a:t>    {</a:t>
            </a:r>
          </a:p>
          <a:p>
            <a:r>
              <a:t>      "text": "変更頻度に応じて担当と再確認の時期を決める。",</a:t>
            </a:r>
          </a:p>
          <a:p>
            <a:r>
              <a:t>      "refs": [</a:t>
            </a:r>
          </a:p>
          <a:p>
            <a:r>
              <a:t>        {</a:t>
            </a:r>
          </a:p>
          <a:p>
            <a:r>
              <a:t>          "source_id": "s072",</a:t>
            </a:r>
          </a:p>
          <a:p>
            <a:r>
              <a:t>          "quote": "変更頻度に応じて担当と再確認の時期を決める。"</a:t>
            </a:r>
          </a:p>
          <a:p>
            <a:r>
              <a:t>        }</a:t>
            </a:r>
          </a:p>
          <a:p>
            <a:r>
              <a:t>      ],</a:t>
            </a:r>
          </a:p>
          <a:p>
            <a:r>
              <a:t>      "mode": "verbatim"</a:t>
            </a:r>
          </a:p>
          <a:p>
            <a:r>
              <a:t>    }</a:t>
            </a:r>
          </a:p>
          <a:p>
            <a:r>
              <a:t>  ],</a:t>
            </a:r>
          </a:p>
          <a:p>
            <a:r>
              <a:t>  "citations": {</a:t>
            </a:r>
          </a:p>
          <a:p>
            <a:r>
              <a:t>    "s072": "Public MIT sample: original fictional research-sharing design section 1"</a:t>
            </a:r>
          </a:p>
          <a:p>
            <a:r>
              <a:t>  },</a:t>
            </a:r>
          </a:p>
          <a:p>
            <a:r>
              <a:t>  "template_license":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null,</a:t>
            </a:r>
          </a:p>
          <a:p>
            <a:r>
              <a:t>  "catalog": "editorial",</a:t>
            </a:r>
          </a:p>
          <a:p>
            <a:r>
              <a:t>  "family": "summary",</a:t>
            </a:r>
          </a:p>
          <a:p>
            <a:r>
              <a:t>  "structural_variant": "rows",</a:t>
            </a:r>
          </a:p>
          <a:p>
            <a:r>
              <a:t>  "repetition_reason": "Catalog inventory: adjacent entries intentionally show every count/orientation for comparison; this is not a presentation sequence.",</a:t>
            </a:r>
          </a:p>
          <a:p>
            <a:r>
              <a:t>  "images": {},</a:t>
            </a:r>
          </a:p>
          <a:p>
            <a:r>
              <a:t>  "template_sha256": "7d6b70bfcec2bd3905c96b67a4654daafbd829e1a14f5fec3af1673d13f432d5"</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"slide073",</a:t>
            </a:r>
          </a:p>
          <a:p>
            <a:r>
              <a:t>  "origin": "catalog",</a:t>
            </a:r>
          </a:p>
          <a:p>
            <a:r>
              <a:t>  "layout_id": "ed_summary_split_3",</a:t>
            </a:r>
          </a:p>
          <a:p>
            <a:r>
              <a:t>  "variant": "warm",</a:t>
            </a:r>
          </a:p>
          <a:p>
            <a:r>
              <a:t>  "rationale": "Public template fixture; short fictional slot content; no private data.",</a:t>
            </a:r>
          </a:p>
          <a:p>
            <a:r>
              <a:t>  "source_sha256": "c38e01dcb14540e486d5a11ff7b07b6cff9547c6a27e869e7c53a02aada60e2d",</a:t>
            </a:r>
          </a:p>
          <a:p>
            <a:r>
              <a:t>  "evidence": [</a:t>
            </a:r>
          </a:p>
          <a:p>
            <a:r>
              <a:t>    {</a:t>
            </a:r>
          </a:p>
          <a:p>
            <a:r>
              <a:t>      "text": "最も重視する論点は検索入口を揃えること",</a:t>
            </a:r>
          </a:p>
          <a:p>
            <a:r>
              <a:t>      "refs": [</a:t>
            </a:r>
          </a:p>
          <a:p>
            <a:r>
              <a:t>        {</a:t>
            </a:r>
          </a:p>
          <a:p>
            <a:r>
              <a:t>          "source_id": "s073",</a:t>
            </a:r>
          </a:p>
          <a:p>
            <a:r>
              <a:t>          "quote": "最も重視する論点は検索入口を揃えること"</a:t>
            </a:r>
          </a:p>
          <a:p>
            <a:r>
              <a:t>        }</a:t>
            </a:r>
          </a:p>
          <a:p>
            <a:r>
              <a:t>      ],</a:t>
            </a:r>
          </a:p>
          <a:p>
            <a:r>
              <a:t>      "mode": "verbatim"</a:t>
            </a:r>
          </a:p>
          <a:p>
            <a:r>
              <a:t>    },</a:t>
            </a:r>
          </a:p>
          <a:p>
            <a:r>
              <a:t>    {</a:t>
            </a:r>
          </a:p>
          <a:p>
            <a:r>
              <a:t>      "text": "架空の社内調査。運用条件を整理した所見であり、効果を実証したものではない。",</a:t>
            </a:r>
          </a:p>
          <a:p>
            <a:r>
              <a:t>      "refs": [</a:t>
            </a:r>
          </a:p>
          <a:p>
            <a:r>
              <a:t>        {</a:t>
            </a:r>
          </a:p>
          <a:p>
            <a:r>
              <a:t>          "source_id": "s073",</a:t>
            </a:r>
          </a:p>
          <a:p>
            <a:r>
              <a:t>          "quote": "架空の社内調査。運用条件を整理した所見であり、効果を実証したものではない。"</a:t>
            </a:r>
          </a:p>
          <a:p>
            <a:r>
              <a:t>        }</a:t>
            </a:r>
          </a:p>
          <a:p>
            <a:r>
              <a:t>      ],</a:t>
            </a:r>
          </a:p>
          <a:p>
            <a:r>
              <a:t>      "mode": "verbatim"</a:t>
            </a:r>
          </a:p>
          <a:p>
            <a:r>
              <a:t>    },</a:t>
            </a:r>
          </a:p>
          <a:p>
            <a:r>
              <a:t>    {</a:t>
            </a:r>
          </a:p>
          <a:p>
            <a:r>
              <a:t>      "text": "検索入口を揃える",</a:t>
            </a:r>
          </a:p>
          <a:p>
            <a:r>
              <a:t>      "refs": [</a:t>
            </a:r>
          </a:p>
          <a:p>
            <a:r>
              <a:t>        {</a:t>
            </a:r>
          </a:p>
          <a:p>
            <a:r>
              <a:t>          "source_id": "s073",</a:t>
            </a:r>
          </a:p>
          <a:p>
            <a:r>
              <a:t>          "quote": "検索入口を揃える"</a:t>
            </a:r>
          </a:p>
          <a:p>
            <a:r>
              <a:t>        }</a:t>
            </a:r>
          </a:p>
          <a:p>
            <a:r>
              <a:t>      ],</a:t>
            </a:r>
          </a:p>
          <a:p>
            <a:r>
              <a:t>      "mode": "verbatim"</a:t>
            </a:r>
          </a:p>
          <a:p>
            <a:r>
              <a:t>    },</a:t>
            </a:r>
          </a:p>
          <a:p>
            <a:r>
              <a:t>    {</a:t>
            </a:r>
          </a:p>
          <a:p>
            <a:r>
              <a:t>      "text": "用語の揺れを減らし、部門をまたいでも同じ資料へ辿れる導線を整える。検索結果には対象範囲を添え、読み手が必要な情報かを判断できるようにする。",</a:t>
            </a:r>
          </a:p>
          <a:p>
            <a:r>
              <a:t>      "refs": [</a:t>
            </a:r>
          </a:p>
          <a:p>
            <a:r>
              <a:t>        {</a:t>
            </a:r>
          </a:p>
          <a:p>
            <a:r>
              <a:t>          "source_id": "s073",</a:t>
            </a:r>
          </a:p>
          <a:p>
            <a:r>
              <a:t>          "quote": "用語の揺れを減らし、部門をまたいでも同じ資料へ辿れる導線を整える。検索結果には対象範囲を添え、読み手が必要な情報かを判断できるようにする。"</a:t>
            </a:r>
          </a:p>
          <a:p>
            <a:r>
              <a:t>        }</a:t>
            </a:r>
          </a:p>
          <a:p>
            <a:r>
              <a:t>      ],</a:t>
            </a:r>
          </a:p>
          <a:p>
            <a:r>
              <a:t>      "mode": "verbatim"</a:t>
            </a:r>
          </a:p>
          <a:p>
            <a:r>
              <a:t>    },</a:t>
            </a:r>
          </a:p>
          <a:p>
            <a:r>
              <a:t>    {</a:t>
            </a:r>
          </a:p>
          <a:p>
            <a:r>
              <a:t>      "text": "根拠まで辿れる",</a:t>
            </a:r>
          </a:p>
          <a:p>
            <a:r>
              <a:t>      "refs": [</a:t>
            </a:r>
          </a:p>
          <a:p>
            <a:r>
              <a:t>        {</a:t>
            </a:r>
          </a:p>
          <a:p>
            <a:r>
              <a:t>          "source_id": "s073",</a:t>
            </a:r>
          </a:p>
          <a:p>
            <a:r>
              <a:t>          "quote": "根拠まで辿れる"</a:t>
            </a:r>
          </a:p>
          <a:p>
            <a:r>
              <a:t>        }</a:t>
            </a:r>
          </a:p>
          <a:p>
            <a:r>
              <a:t>      ],</a:t>
            </a:r>
          </a:p>
          <a:p>
            <a:r>
              <a:t>      "mode": "verbatim"</a:t>
            </a:r>
          </a:p>
          <a:p>
            <a:r>
              <a:t>    },</a:t>
            </a:r>
          </a:p>
          <a:p>
            <a:r>
              <a:t>    {</a:t>
            </a:r>
          </a:p>
          <a:p>
            <a:r>
              <a:t>      "text": "原文の条件と確認日を、要約とともに残す。",</a:t>
            </a:r>
          </a:p>
          <a:p>
            <a:r>
              <a:t>      "refs": [</a:t>
            </a:r>
          </a:p>
          <a:p>
            <a:r>
              <a:t>        {</a:t>
            </a:r>
          </a:p>
          <a:p>
            <a:r>
              <a:t>          "source_id": "s073",</a:t>
            </a:r>
          </a:p>
          <a:p>
            <a:r>
              <a:t>          "quote": "原文の条件と確認日を、要約とともに残す。"</a:t>
            </a:r>
          </a:p>
          <a:p>
            <a:r>
              <a:t>        }</a:t>
            </a:r>
          </a:p>
          <a:p>
            <a:r>
              <a:t>      ],</a:t>
            </a:r>
          </a:p>
          <a:p>
            <a:r>
              <a:t>      "mode": "verbatim"</a:t>
            </a:r>
          </a:p>
          <a:p>
            <a:r>
              <a:t>    },</a:t>
            </a:r>
          </a:p>
          <a:p>
            <a:r>
              <a:t>    {</a:t>
            </a:r>
          </a:p>
          <a:p>
            <a:r>
              <a:t>      "text": "更新範囲を決める",</a:t>
            </a:r>
          </a:p>
          <a:p>
            <a:r>
              <a:t>      "refs": [</a:t>
            </a:r>
          </a:p>
          <a:p>
            <a:r>
              <a:t>        {</a:t>
            </a:r>
          </a:p>
          <a:p>
            <a:r>
              <a:t>          "source_id": "s073",</a:t>
            </a:r>
          </a:p>
          <a:p>
            <a:r>
              <a:t>          "quote": "更新範囲を決める"</a:t>
            </a:r>
          </a:p>
          <a:p>
            <a:r>
              <a:t>        }</a:t>
            </a:r>
          </a:p>
          <a:p>
            <a:r>
              <a:t>      ],</a:t>
            </a:r>
          </a:p>
          <a:p>
            <a:r>
              <a:t>      "mode": "verbatim"</a:t>
            </a:r>
          </a:p>
          <a:p>
            <a:r>
              <a:t>    },</a:t>
            </a:r>
          </a:p>
          <a:p>
            <a:r>
              <a:t>    {</a:t>
            </a:r>
          </a:p>
          <a:p>
            <a:r>
              <a:t>      "text": "変更頻度に応じて担当と再確認の時期を決める。",</a:t>
            </a:r>
          </a:p>
          <a:p>
            <a:r>
              <a:t>      "refs": [</a:t>
            </a:r>
          </a:p>
          <a:p>
            <a:r>
              <a:t>        {</a:t>
            </a:r>
          </a:p>
          <a:p>
            <a:r>
              <a:t>          "source_id": "s073",</a:t>
            </a:r>
          </a:p>
          <a:p>
            <a:r>
              <a:t>          "quote": "変更頻度に応じて担当と再確認の時期を決める。"</a:t>
            </a:r>
          </a:p>
          <a:p>
            <a:r>
              <a:t>        }</a:t>
            </a:r>
          </a:p>
          <a:p>
            <a:r>
              <a:t>      ],</a:t>
            </a:r>
          </a:p>
          <a:p>
            <a:r>
              <a:t>      "mode": "verbatim"</a:t>
            </a:r>
          </a:p>
          <a:p>
            <a:r>
              <a:t>    }</a:t>
            </a:r>
          </a:p>
          <a:p>
            <a:r>
              <a:t>  ],</a:t>
            </a:r>
          </a:p>
          <a:p>
            <a:r>
              <a:t>  "citations": {</a:t>
            </a:r>
          </a:p>
          <a:p>
            <a:r>
              <a:t>    "s073": "Public MIT sample: original fictional research-sharing design section 1"</a:t>
            </a:r>
          </a:p>
          <a:p>
            <a:r>
              <a:t>  },</a:t>
            </a:r>
          </a:p>
          <a:p>
            <a:r>
              <a:t>  "template_license":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null,</a:t>
            </a:r>
          </a:p>
          <a:p>
            <a:r>
              <a:t>  "catalog": "editorial",</a:t>
            </a:r>
          </a:p>
          <a:p>
            <a:r>
              <a:t>  "family": "summary",</a:t>
            </a:r>
          </a:p>
          <a:p>
            <a:r>
              <a:t>  "structural_variant": "split",</a:t>
            </a:r>
          </a:p>
          <a:p>
            <a:r>
              <a:t>  "repetition_reason": "Catalog inventory: adjacent entries intentionally show every count/orientation for comparison; this is not a presentation sequence.",</a:t>
            </a:r>
          </a:p>
          <a:p>
            <a:r>
              <a:t>  "images": {},</a:t>
            </a:r>
          </a:p>
          <a:p>
            <a:r>
              <a:t>  "template_sha256": "89f853544554a106aaf65eadd8a3b2c4dff143b1c30b498af1293901800da585"</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"slide074",</a:t>
            </a:r>
          </a:p>
          <a:p>
            <a:r>
              <a:t>  "origin": "catalog",</a:t>
            </a:r>
          </a:p>
          <a:p>
            <a:r>
              <a:t>  "layout_id": "ed_agenda_rows_3",</a:t>
            </a:r>
          </a:p>
          <a:p>
            <a:r>
              <a:t>  "variant": "warm",</a:t>
            </a:r>
          </a:p>
          <a:p>
            <a:r>
              <a:t>  "rationale": "Public template fixture; short fictional slot content; no private data.",</a:t>
            </a:r>
          </a:p>
          <a:p>
            <a:r>
              <a:t>  "source_sha256": "c38e01dcb14540e486d5a11ff7b07b6cff9547c6a27e869e7c53a02aada60e2d",</a:t>
            </a:r>
          </a:p>
          <a:p>
            <a:r>
              <a:t>  "evidence": [</a:t>
            </a:r>
          </a:p>
          <a:p>
            <a:r>
              <a:t>    {</a:t>
            </a:r>
          </a:p>
          <a:p>
            <a:r>
              <a:t>      "text": "社内ナレッジを探しやすくする条件",</a:t>
            </a:r>
          </a:p>
          <a:p>
            <a:r>
              <a:t>      "refs": [</a:t>
            </a:r>
          </a:p>
          <a:p>
            <a:r>
              <a:t>        {</a:t>
            </a:r>
          </a:p>
          <a:p>
            <a:r>
              <a:t>          "source_id": "s074",</a:t>
            </a:r>
          </a:p>
          <a:p>
            <a:r>
              <a:t>          "quote": "社内ナレッジを探しやすくする条件"</a:t>
            </a:r>
          </a:p>
          <a:p>
            <a:r>
              <a:t>        }</a:t>
            </a:r>
          </a:p>
          <a:p>
            <a:r>
              <a:t>      ],</a:t>
            </a:r>
          </a:p>
          <a:p>
            <a:r>
              <a:t>      "mode": "verbatim"</a:t>
            </a:r>
          </a:p>
          <a:p>
            <a:r>
              <a:t>    },</a:t>
            </a:r>
          </a:p>
          <a:p>
            <a:r>
              <a:t>    {</a:t>
            </a:r>
          </a:p>
          <a:p>
            <a:r>
              <a:t>      "text": "架空の社内調査。運用条件を整理した所見であり、効果を実証したものではない。",</a:t>
            </a:r>
          </a:p>
          <a:p>
            <a:r>
              <a:t>      "refs": [</a:t>
            </a:r>
          </a:p>
          <a:p>
            <a:r>
              <a:t>        {</a:t>
            </a:r>
          </a:p>
          <a:p>
            <a:r>
              <a:t>          "source_id": "s074",</a:t>
            </a:r>
          </a:p>
          <a:p>
            <a:r>
              <a:t>          "quote": "架空の社内調査。運用条件を整理した所見であり、効果を実証したものではない。"</a:t>
            </a:r>
          </a:p>
          <a:p>
            <a:r>
              <a:t>        }</a:t>
            </a:r>
          </a:p>
          <a:p>
            <a:r>
              <a:t>      ],</a:t>
            </a:r>
          </a:p>
          <a:p>
            <a:r>
              <a:t>      "mode": "verbatim"</a:t>
            </a:r>
          </a:p>
          <a:p>
            <a:r>
              <a:t>    },</a:t>
            </a:r>
          </a:p>
          <a:p>
            <a:r>
              <a:t>    {</a:t>
            </a:r>
          </a:p>
          <a:p>
            <a:r>
              <a:t>      "text": "検索入口を揃える",</a:t>
            </a:r>
          </a:p>
          <a:p>
            <a:r>
              <a:t>      "refs": [</a:t>
            </a:r>
          </a:p>
          <a:p>
            <a:r>
              <a:t>        {</a:t>
            </a:r>
          </a:p>
          <a:p>
            <a:r>
              <a:t>          "source_id": "s074",</a:t>
            </a:r>
          </a:p>
          <a:p>
            <a:r>
              <a:t>          "quote": "検索入口を揃える"</a:t>
            </a:r>
          </a:p>
          <a:p>
            <a:r>
              <a:t>        }</a:t>
            </a:r>
          </a:p>
          <a:p>
            <a:r>
              <a:t>      ],</a:t>
            </a:r>
          </a:p>
          <a:p>
            <a:r>
              <a:t>      "mode": "verbatim"</a:t>
            </a:r>
          </a:p>
          <a:p>
            <a:r>
              <a:t>    },</a:t>
            </a:r>
          </a:p>
          <a:p>
            <a:r>
              <a:t>    {</a:t>
            </a:r>
          </a:p>
          <a:p>
            <a:r>
              <a:t>      "text": "用語を揃え、同じ資料へ辿れる入口を整える。",</a:t>
            </a:r>
          </a:p>
          <a:p>
            <a:r>
              <a:t>      "refs": [</a:t>
            </a:r>
          </a:p>
          <a:p>
            <a:r>
              <a:t>        {</a:t>
            </a:r>
          </a:p>
          <a:p>
            <a:r>
              <a:t>          "source_id": "s074",</a:t>
            </a:r>
          </a:p>
          <a:p>
            <a:r>
              <a:t>          "quote": "用語を揃え、同じ資料へ辿れる入口を整える。"</a:t>
            </a:r>
          </a:p>
          <a:p>
            <a:r>
              <a:t>        }</a:t>
            </a:r>
          </a:p>
          <a:p>
            <a:r>
              <a:t>      ],</a:t>
            </a:r>
          </a:p>
          <a:p>
            <a:r>
              <a:t>      "mode": "verbatim"</a:t>
            </a:r>
          </a:p>
          <a:p>
            <a:r>
              <a:t>    },</a:t>
            </a:r>
          </a:p>
          <a:p>
            <a:r>
              <a:t>    {</a:t>
            </a:r>
          </a:p>
          <a:p>
            <a:r>
              <a:t>      "text": "根拠まで辿れる",</a:t>
            </a:r>
          </a:p>
          <a:p>
            <a:r>
              <a:t>      "refs": [</a:t>
            </a:r>
          </a:p>
          <a:p>
            <a:r>
              <a:t>        {</a:t>
            </a:r>
          </a:p>
          <a:p>
            <a:r>
              <a:t>          "source_id": "s074",</a:t>
            </a:r>
          </a:p>
          <a:p>
            <a:r>
              <a:t>          "quote": "根拠まで辿れる"</a:t>
            </a:r>
          </a:p>
          <a:p>
            <a:r>
              <a:t>        }</a:t>
            </a:r>
          </a:p>
          <a:p>
            <a:r>
              <a:t>      ],</a:t>
            </a:r>
          </a:p>
          <a:p>
            <a:r>
              <a:t>      "mode": "verbatim"</a:t>
            </a:r>
          </a:p>
          <a:p>
            <a:r>
              <a:t>    },</a:t>
            </a:r>
          </a:p>
          <a:p>
            <a:r>
              <a:t>    {</a:t>
            </a:r>
          </a:p>
          <a:p>
            <a:r>
              <a:t>      "text": "原文の条件と確認日を、要約とともに残す。",</a:t>
            </a:r>
          </a:p>
          <a:p>
            <a:r>
              <a:t>      "refs": [</a:t>
            </a:r>
          </a:p>
          <a:p>
            <a:r>
              <a:t>        {</a:t>
            </a:r>
          </a:p>
          <a:p>
            <a:r>
              <a:t>          "source_id": "s074",</a:t>
            </a:r>
          </a:p>
          <a:p>
            <a:r>
              <a:t>          "quote": "原文の条件と確認日を、要約とともに残す。"</a:t>
            </a:r>
          </a:p>
          <a:p>
            <a:r>
              <a:t>        }</a:t>
            </a:r>
          </a:p>
          <a:p>
            <a:r>
              <a:t>      ],</a:t>
            </a:r>
          </a:p>
          <a:p>
            <a:r>
              <a:t>      "mode": "verbatim"</a:t>
            </a:r>
          </a:p>
          <a:p>
            <a:r>
              <a:t>    },</a:t>
            </a:r>
          </a:p>
          <a:p>
            <a:r>
              <a:t>    {</a:t>
            </a:r>
          </a:p>
          <a:p>
            <a:r>
              <a:t>      "text": "更新範囲を決める",</a:t>
            </a:r>
          </a:p>
          <a:p>
            <a:r>
              <a:t>      "refs": [</a:t>
            </a:r>
          </a:p>
          <a:p>
            <a:r>
              <a:t>        {</a:t>
            </a:r>
          </a:p>
          <a:p>
            <a:r>
              <a:t>          "source_id": "s074",</a:t>
            </a:r>
          </a:p>
          <a:p>
            <a:r>
              <a:t>          "quote": "更新範囲を決める"</a:t>
            </a:r>
          </a:p>
          <a:p>
            <a:r>
              <a:t>        }</a:t>
            </a:r>
          </a:p>
          <a:p>
            <a:r>
              <a:t>      ],</a:t>
            </a:r>
          </a:p>
          <a:p>
            <a:r>
              <a:t>      "mode": "verbatim"</a:t>
            </a:r>
          </a:p>
          <a:p>
            <a:r>
              <a:t>    },</a:t>
            </a:r>
          </a:p>
          <a:p>
            <a:r>
              <a:t>    {</a:t>
            </a:r>
          </a:p>
          <a:p>
            <a:r>
              <a:t>      "text": "変更頻度に応じて担当と再確認の時期を決める。",</a:t>
            </a:r>
          </a:p>
          <a:p>
            <a:r>
              <a:t>      "refs": [</a:t>
            </a:r>
          </a:p>
          <a:p>
            <a:r>
              <a:t>        {</a:t>
            </a:r>
          </a:p>
          <a:p>
            <a:r>
              <a:t>          "source_id": "s074",</a:t>
            </a:r>
          </a:p>
          <a:p>
            <a:r>
              <a:t>          "quote": "変更頻度に応じて担当と再確認の時期を決める。"</a:t>
            </a:r>
          </a:p>
          <a:p>
            <a:r>
              <a:t>        }</a:t>
            </a:r>
          </a:p>
          <a:p>
            <a:r>
              <a:t>      ],</a:t>
            </a:r>
          </a:p>
          <a:p>
            <a:r>
              <a:t>      "mode": "verbatim"</a:t>
            </a:r>
          </a:p>
          <a:p>
            <a:r>
              <a:t>    }</a:t>
            </a:r>
          </a:p>
          <a:p>
            <a:r>
              <a:t>  ],</a:t>
            </a:r>
          </a:p>
          <a:p>
            <a:r>
              <a:t>  "citations": {</a:t>
            </a:r>
          </a:p>
          <a:p>
            <a:r>
              <a:t>    "s074": "Public MIT sample: original fictional research-sharing design section 1"</a:t>
            </a:r>
          </a:p>
          <a:p>
            <a:r>
              <a:t>  },</a:t>
            </a:r>
          </a:p>
          <a:p>
            <a:r>
              <a:t>  "template_license":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null,</a:t>
            </a:r>
          </a:p>
          <a:p>
            <a:r>
              <a:t>  "catalog": "editorial",</a:t>
            </a:r>
          </a:p>
          <a:p>
            <a:r>
              <a:t>  "family": "agenda",</a:t>
            </a:r>
          </a:p>
          <a:p>
            <a:r>
              <a:t>  "structural_variant": "rows",</a:t>
            </a:r>
          </a:p>
          <a:p>
            <a:r>
              <a:t>  "repetition_reason": "Catalog inventory: adjacent entries intentionally show every count/orientation for comparison; this is not a presentation sequence.",</a:t>
            </a:r>
          </a:p>
          <a:p>
            <a:r>
              <a:t>  "images": {},</a:t>
            </a:r>
          </a:p>
          <a:p>
            <a:r>
              <a:t>  "template_sha256": "8e337753ccc108256a381c283a3942066fe7b5c6edb1219bfbe5d9f667d19b36"</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"slide075",</a:t>
            </a:r>
          </a:p>
          <a:p>
            <a:r>
              <a:t>  "origin": "catalog",</a:t>
            </a:r>
          </a:p>
          <a:p>
            <a:r>
              <a:t>  "layout_id": "ed_agenda_columns_3",</a:t>
            </a:r>
          </a:p>
          <a:p>
            <a:r>
              <a:t>  "variant": "warm",</a:t>
            </a:r>
          </a:p>
          <a:p>
            <a:r>
              <a:t>  "rationale": "Public template fixture; short fictional slot content; no private data.",</a:t>
            </a:r>
          </a:p>
          <a:p>
            <a:r>
              <a:t>  "source_sha256": "c38e01dcb14540e486d5a11ff7b07b6cff9547c6a27e869e7c53a02aada60e2d",</a:t>
            </a:r>
          </a:p>
          <a:p>
            <a:r>
              <a:t>  "evidence": [</a:t>
            </a:r>
          </a:p>
          <a:p>
            <a:r>
              <a:t>    {</a:t>
            </a:r>
          </a:p>
          <a:p>
            <a:r>
              <a:t>      "text": "社内ナレッジを探しやすくする条件",</a:t>
            </a:r>
          </a:p>
          <a:p>
            <a:r>
              <a:t>      "refs": [</a:t>
            </a:r>
          </a:p>
          <a:p>
            <a:r>
              <a:t>        {</a:t>
            </a:r>
          </a:p>
          <a:p>
            <a:r>
              <a:t>          "source_id": "s075",</a:t>
            </a:r>
          </a:p>
          <a:p>
            <a:r>
              <a:t>          "quote": "社内ナレッジを探しやすくする条件"</a:t>
            </a:r>
          </a:p>
          <a:p>
            <a:r>
              <a:t>        }</a:t>
            </a:r>
          </a:p>
          <a:p>
            <a:r>
              <a:t>      ],</a:t>
            </a:r>
          </a:p>
          <a:p>
            <a:r>
              <a:t>      "mode": "verbatim"</a:t>
            </a:r>
          </a:p>
          <a:p>
            <a:r>
              <a:t>    },</a:t>
            </a:r>
          </a:p>
          <a:p>
            <a:r>
              <a:t>    {</a:t>
            </a:r>
          </a:p>
          <a:p>
            <a:r>
              <a:t>      "text": "架空の社内調査。運用条件を整理した所見であり、効果を実証したものではない。",</a:t>
            </a:r>
          </a:p>
          <a:p>
            <a:r>
              <a:t>      "refs": [</a:t>
            </a:r>
          </a:p>
          <a:p>
            <a:r>
              <a:t>        {</a:t>
            </a:r>
          </a:p>
          <a:p>
            <a:r>
              <a:t>          "source_id": "s075",</a:t>
            </a:r>
          </a:p>
          <a:p>
            <a:r>
              <a:t>          "quote": "架空の社内調査。運用条件を整理した所見であり、効果を実証したものではない。"</a:t>
            </a:r>
          </a:p>
          <a:p>
            <a:r>
              <a:t>        }</a:t>
            </a:r>
          </a:p>
          <a:p>
            <a:r>
              <a:t>      ],</a:t>
            </a:r>
          </a:p>
          <a:p>
            <a:r>
              <a:t>      "mode": "verbatim"</a:t>
            </a:r>
          </a:p>
          <a:p>
            <a:r>
              <a:t>    },</a:t>
            </a:r>
          </a:p>
          <a:p>
            <a:r>
              <a:t>    {</a:t>
            </a:r>
          </a:p>
          <a:p>
            <a:r>
              <a:t>      "text": "検索入口を揃える",</a:t>
            </a:r>
          </a:p>
          <a:p>
            <a:r>
              <a:t>      "refs": [</a:t>
            </a:r>
          </a:p>
          <a:p>
            <a:r>
              <a:t>        {</a:t>
            </a:r>
          </a:p>
          <a:p>
            <a:r>
              <a:t>          "source_id": "s075",</a:t>
            </a:r>
          </a:p>
          <a:p>
            <a:r>
              <a:t>          "quote": "検索入口を揃える"</a:t>
            </a:r>
          </a:p>
          <a:p>
            <a:r>
              <a:t>        }</a:t>
            </a:r>
          </a:p>
          <a:p>
            <a:r>
              <a:t>      ],</a:t>
            </a:r>
          </a:p>
          <a:p>
            <a:r>
              <a:t>      "mode": "verbatim"</a:t>
            </a:r>
          </a:p>
          <a:p>
            <a:r>
              <a:t>    },</a:t>
            </a:r>
          </a:p>
          <a:p>
            <a:r>
              <a:t>    {</a:t>
            </a:r>
          </a:p>
          <a:p>
            <a:r>
              <a:t>      "text": "用語を揃え、同じ資料へ辿れる入口を整える。",</a:t>
            </a:r>
          </a:p>
          <a:p>
            <a:r>
              <a:t>      "refs": [</a:t>
            </a:r>
          </a:p>
          <a:p>
            <a:r>
              <a:t>        {</a:t>
            </a:r>
          </a:p>
          <a:p>
            <a:r>
              <a:t>          "source_id": "s075",</a:t>
            </a:r>
          </a:p>
          <a:p>
            <a:r>
              <a:t>          "quote": "用語を揃え、同じ資料へ辿れる入口を整える。"</a:t>
            </a:r>
          </a:p>
          <a:p>
            <a:r>
              <a:t>        }</a:t>
            </a:r>
          </a:p>
          <a:p>
            <a:r>
              <a:t>      ],</a:t>
            </a:r>
          </a:p>
          <a:p>
            <a:r>
              <a:t>      "mode": "verbatim"</a:t>
            </a:r>
          </a:p>
          <a:p>
            <a:r>
              <a:t>    },</a:t>
            </a:r>
          </a:p>
          <a:p>
            <a:r>
              <a:t>    {</a:t>
            </a:r>
          </a:p>
          <a:p>
            <a:r>
              <a:t>      "text": "根拠まで辿れる",</a:t>
            </a:r>
          </a:p>
          <a:p>
            <a:r>
              <a:t>      "refs": [</a:t>
            </a:r>
          </a:p>
          <a:p>
            <a:r>
              <a:t>        {</a:t>
            </a:r>
          </a:p>
          <a:p>
            <a:r>
              <a:t>          "source_id": "s075",</a:t>
            </a:r>
          </a:p>
          <a:p>
            <a:r>
              <a:t>          "quote": "根拠まで辿れる"</a:t>
            </a:r>
          </a:p>
          <a:p>
            <a:r>
              <a:t>        }</a:t>
            </a:r>
          </a:p>
          <a:p>
            <a:r>
              <a:t>      ],</a:t>
            </a:r>
          </a:p>
          <a:p>
            <a:r>
              <a:t>      "mode": "verbatim"</a:t>
            </a:r>
          </a:p>
          <a:p>
            <a:r>
              <a:t>    },</a:t>
            </a:r>
          </a:p>
          <a:p>
            <a:r>
              <a:t>    {</a:t>
            </a:r>
          </a:p>
          <a:p>
            <a:r>
              <a:t>      "text": "原文の条件と確認日を、要約とともに残す。",</a:t>
            </a:r>
          </a:p>
          <a:p>
            <a:r>
              <a:t>      "refs": [</a:t>
            </a:r>
          </a:p>
          <a:p>
            <a:r>
              <a:t>        {</a:t>
            </a:r>
          </a:p>
          <a:p>
            <a:r>
              <a:t>          "source_id": "s075",</a:t>
            </a:r>
          </a:p>
          <a:p>
            <a:r>
              <a:t>          "quote": "原文の条件と確認日を、要約とともに残す。"</a:t>
            </a:r>
          </a:p>
          <a:p>
            <a:r>
              <a:t>        }</a:t>
            </a:r>
          </a:p>
          <a:p>
            <a:r>
              <a:t>      ],</a:t>
            </a:r>
          </a:p>
          <a:p>
            <a:r>
              <a:t>      "mode": "verbatim"</a:t>
            </a:r>
          </a:p>
          <a:p>
            <a:r>
              <a:t>    },</a:t>
            </a:r>
          </a:p>
          <a:p>
            <a:r>
              <a:t>    {</a:t>
            </a:r>
          </a:p>
          <a:p>
            <a:r>
              <a:t>      "text": "更新範囲を決める",</a:t>
            </a:r>
          </a:p>
          <a:p>
            <a:r>
              <a:t>      "refs": [</a:t>
            </a:r>
          </a:p>
          <a:p>
            <a:r>
              <a:t>        {</a:t>
            </a:r>
          </a:p>
          <a:p>
            <a:r>
              <a:t>          "source_id": "s075",</a:t>
            </a:r>
          </a:p>
          <a:p>
            <a:r>
              <a:t>          "quote": "更新範囲を決める"</a:t>
            </a:r>
          </a:p>
          <a:p>
            <a:r>
              <a:t>        }</a:t>
            </a:r>
          </a:p>
          <a:p>
            <a:r>
              <a:t>      ],</a:t>
            </a:r>
          </a:p>
          <a:p>
            <a:r>
              <a:t>      "mode": "verbatim"</a:t>
            </a:r>
          </a:p>
          <a:p>
            <a:r>
              <a:t>    },</a:t>
            </a:r>
          </a:p>
          <a:p>
            <a:r>
              <a:t>    {</a:t>
            </a:r>
          </a:p>
          <a:p>
            <a:r>
              <a:t>      "text": "変更頻度に応じて担当と再確認の時期を決める。",</a:t>
            </a:r>
          </a:p>
          <a:p>
            <a:r>
              <a:t>      "refs": [</a:t>
            </a:r>
          </a:p>
          <a:p>
            <a:r>
              <a:t>        {</a:t>
            </a:r>
          </a:p>
          <a:p>
            <a:r>
              <a:t>          "source_id": "s075",</a:t>
            </a:r>
          </a:p>
          <a:p>
            <a:r>
              <a:t>          "quote": "変更頻度に応じて担当と再確認の時期を決める。"</a:t>
            </a:r>
          </a:p>
          <a:p>
            <a:r>
              <a:t>        }</a:t>
            </a:r>
          </a:p>
          <a:p>
            <a:r>
              <a:t>      ],</a:t>
            </a:r>
          </a:p>
          <a:p>
            <a:r>
              <a:t>      "mode": "verbatim"</a:t>
            </a:r>
          </a:p>
          <a:p>
            <a:r>
              <a:t>    }</a:t>
            </a:r>
          </a:p>
          <a:p>
            <a:r>
              <a:t>  ],</a:t>
            </a:r>
          </a:p>
          <a:p>
            <a:r>
              <a:t>  "citations": {</a:t>
            </a:r>
          </a:p>
          <a:p>
            <a:r>
              <a:t>    "s075": "Public MIT sample: original fictional research-sharing design section 1"</a:t>
            </a:r>
          </a:p>
          <a:p>
            <a:r>
              <a:t>  },</a:t>
            </a:r>
          </a:p>
          <a:p>
            <a:r>
              <a:t>  "template_license":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null,</a:t>
            </a:r>
          </a:p>
          <a:p>
            <a:r>
              <a:t>  "catalog": "editorial",</a:t>
            </a:r>
          </a:p>
          <a:p>
            <a:r>
              <a:t>  "family": "agenda",</a:t>
            </a:r>
          </a:p>
          <a:p>
            <a:r>
              <a:t>  "structural_variant": "columns",</a:t>
            </a:r>
          </a:p>
          <a:p>
            <a:r>
              <a:t>  "repetition_reason": "Catalog inventory: adjacent entries intentionally show every count/orientation for comparison; this is not a presentation sequence.",</a:t>
            </a:r>
          </a:p>
          <a:p>
            <a:r>
              <a:t>  "images": {},</a:t>
            </a:r>
          </a:p>
          <a:p>
            <a:r>
              <a:t>  "template_sha256": "71e003a5ac38db90ea0b2c8707b1002e4018e2678d6aca7619eb3a5561087a62"</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"slide076",</a:t>
            </a:r>
          </a:p>
          <a:p>
            <a:r>
              <a:t>  "origin": "catalog",</a:t>
            </a:r>
          </a:p>
          <a:p>
            <a:r>
              <a:t>  "layout_id": "ed_agenda_rail_3",</a:t>
            </a:r>
          </a:p>
          <a:p>
            <a:r>
              <a:t>  "variant": "warm",</a:t>
            </a:r>
          </a:p>
          <a:p>
            <a:r>
              <a:t>  "rationale": "Public template fixture; short fictional slot content; no private data.",</a:t>
            </a:r>
          </a:p>
          <a:p>
            <a:r>
              <a:t>  "source_sha256": "c38e01dcb14540e486d5a11ff7b07b6cff9547c6a27e869e7c53a02aada60e2d",</a:t>
            </a:r>
          </a:p>
          <a:p>
            <a:r>
              <a:t>  "evidence": [</a:t>
            </a:r>
          </a:p>
          <a:p>
            <a:r>
              <a:t>    {</a:t>
            </a:r>
          </a:p>
          <a:p>
            <a:r>
              <a:t>      "text": "社内ナレッジを探しやすくする条件",</a:t>
            </a:r>
          </a:p>
          <a:p>
            <a:r>
              <a:t>      "refs": [</a:t>
            </a:r>
          </a:p>
          <a:p>
            <a:r>
              <a:t>        {</a:t>
            </a:r>
          </a:p>
          <a:p>
            <a:r>
              <a:t>          "source_id": "s076",</a:t>
            </a:r>
          </a:p>
          <a:p>
            <a:r>
              <a:t>          "quote": "社内ナレッジを探しやすくする条件"</a:t>
            </a:r>
          </a:p>
          <a:p>
            <a:r>
              <a:t>        }</a:t>
            </a:r>
          </a:p>
          <a:p>
            <a:r>
              <a:t>      ],</a:t>
            </a:r>
          </a:p>
          <a:p>
            <a:r>
              <a:t>      "mode": "verbatim"</a:t>
            </a:r>
          </a:p>
          <a:p>
            <a:r>
              <a:t>    },</a:t>
            </a:r>
          </a:p>
          <a:p>
            <a:r>
              <a:t>    {</a:t>
            </a:r>
          </a:p>
          <a:p>
            <a:r>
              <a:t>      "text": "架空の社内調査。運用条件を整理した所見であり、効果を実証したものではない。",</a:t>
            </a:r>
          </a:p>
          <a:p>
            <a:r>
              <a:t>      "refs": [</a:t>
            </a:r>
          </a:p>
          <a:p>
            <a:r>
              <a:t>        {</a:t>
            </a:r>
          </a:p>
          <a:p>
            <a:r>
              <a:t>          "source_id": "s076",</a:t>
            </a:r>
          </a:p>
          <a:p>
            <a:r>
              <a:t>          "quote": "架空の社内調査。運用条件を整理した所見であり、効果を実証したものではない。"</a:t>
            </a:r>
          </a:p>
          <a:p>
            <a:r>
              <a:t>        }</a:t>
            </a:r>
          </a:p>
          <a:p>
            <a:r>
              <a:t>      ],</a:t>
            </a:r>
          </a:p>
          <a:p>
            <a:r>
              <a:t>      "mode": "verbatim"</a:t>
            </a:r>
          </a:p>
          <a:p>
            <a:r>
              <a:t>    },</a:t>
            </a:r>
          </a:p>
          <a:p>
            <a:r>
              <a:t>    {</a:t>
            </a:r>
          </a:p>
          <a:p>
            <a:r>
              <a:t>      "text": "検索入口を揃える",</a:t>
            </a:r>
          </a:p>
          <a:p>
            <a:r>
              <a:t>      "refs": [</a:t>
            </a:r>
          </a:p>
          <a:p>
            <a:r>
              <a:t>        {</a:t>
            </a:r>
          </a:p>
          <a:p>
            <a:r>
              <a:t>          "source_id": "s076",</a:t>
            </a:r>
          </a:p>
          <a:p>
            <a:r>
              <a:t>          "quote": "検索入口を揃える"</a:t>
            </a:r>
          </a:p>
          <a:p>
            <a:r>
              <a:t>        }</a:t>
            </a:r>
          </a:p>
          <a:p>
            <a:r>
              <a:t>      ],</a:t>
            </a:r>
          </a:p>
          <a:p>
            <a:r>
              <a:t>      "mode": "verbatim"</a:t>
            </a:r>
          </a:p>
          <a:p>
            <a:r>
              <a:t>    },</a:t>
            </a:r>
          </a:p>
          <a:p>
            <a:r>
              <a:t>    {</a:t>
            </a:r>
          </a:p>
          <a:p>
            <a:r>
              <a:t>      "text": "用語を揃え、同じ資料へ辿れる入口を整える。",</a:t>
            </a:r>
          </a:p>
          <a:p>
            <a:r>
              <a:t>      "refs": [</a:t>
            </a:r>
          </a:p>
          <a:p>
            <a:r>
              <a:t>        {</a:t>
            </a:r>
          </a:p>
          <a:p>
            <a:r>
              <a:t>          "source_id": "s076",</a:t>
            </a:r>
          </a:p>
          <a:p>
            <a:r>
              <a:t>          "quote": "用語を揃え、同じ資料へ辿れる入口を整える。"</a:t>
            </a:r>
          </a:p>
          <a:p>
            <a:r>
              <a:t>        }</a:t>
            </a:r>
          </a:p>
          <a:p>
            <a:r>
              <a:t>      ],</a:t>
            </a:r>
          </a:p>
          <a:p>
            <a:r>
              <a:t>      "mode": "verbatim"</a:t>
            </a:r>
          </a:p>
          <a:p>
            <a:r>
              <a:t>    },</a:t>
            </a:r>
          </a:p>
          <a:p>
            <a:r>
              <a:t>    {</a:t>
            </a:r>
          </a:p>
          <a:p>
            <a:r>
              <a:t>      "text": "根拠まで辿れる",</a:t>
            </a:r>
          </a:p>
          <a:p>
            <a:r>
              <a:t>      "refs": [</a:t>
            </a:r>
          </a:p>
          <a:p>
            <a:r>
              <a:t>        {</a:t>
            </a:r>
          </a:p>
          <a:p>
            <a:r>
              <a:t>          "source_id": "s076",</a:t>
            </a:r>
          </a:p>
          <a:p>
            <a:r>
              <a:t>          "quote": "根拠まで辿れる"</a:t>
            </a:r>
          </a:p>
          <a:p>
            <a:r>
              <a:t>        }</a:t>
            </a:r>
          </a:p>
          <a:p>
            <a:r>
              <a:t>      ],</a:t>
            </a:r>
          </a:p>
          <a:p>
            <a:r>
              <a:t>      "mode": "verbatim"</a:t>
            </a:r>
          </a:p>
          <a:p>
            <a:r>
              <a:t>    },</a:t>
            </a:r>
          </a:p>
          <a:p>
            <a:r>
              <a:t>    {</a:t>
            </a:r>
          </a:p>
          <a:p>
            <a:r>
              <a:t>      "text": "原文の条件と確認日を、要約とともに残す。",</a:t>
            </a:r>
          </a:p>
          <a:p>
            <a:r>
              <a:t>      "refs": [</a:t>
            </a:r>
          </a:p>
          <a:p>
            <a:r>
              <a:t>        {</a:t>
            </a:r>
          </a:p>
          <a:p>
            <a:r>
              <a:t>          "source_id": "s076",</a:t>
            </a:r>
          </a:p>
          <a:p>
            <a:r>
              <a:t>          "quote": "原文の条件と確認日を、要約とともに残す。"</a:t>
            </a:r>
          </a:p>
          <a:p>
            <a:r>
              <a:t>        }</a:t>
            </a:r>
          </a:p>
          <a:p>
            <a:r>
              <a:t>      ],</a:t>
            </a:r>
          </a:p>
          <a:p>
            <a:r>
              <a:t>      "mode": "verbatim"</a:t>
            </a:r>
          </a:p>
          <a:p>
            <a:r>
              <a:t>    },</a:t>
            </a:r>
          </a:p>
          <a:p>
            <a:r>
              <a:t>    {</a:t>
            </a:r>
          </a:p>
          <a:p>
            <a:r>
              <a:t>      "text": "更新範囲を決める",</a:t>
            </a:r>
          </a:p>
          <a:p>
            <a:r>
              <a:t>      "refs": [</a:t>
            </a:r>
          </a:p>
          <a:p>
            <a:r>
              <a:t>        {</a:t>
            </a:r>
          </a:p>
          <a:p>
            <a:r>
              <a:t>          "source_id": "s076",</a:t>
            </a:r>
          </a:p>
          <a:p>
            <a:r>
              <a:t>          "quote": "更新範囲を決める"</a:t>
            </a:r>
          </a:p>
          <a:p>
            <a:r>
              <a:t>        }</a:t>
            </a:r>
          </a:p>
          <a:p>
            <a:r>
              <a:t>      ],</a:t>
            </a:r>
          </a:p>
          <a:p>
            <a:r>
              <a:t>      "mode": "verbatim"</a:t>
            </a:r>
          </a:p>
          <a:p>
            <a:r>
              <a:t>    },</a:t>
            </a:r>
          </a:p>
          <a:p>
            <a:r>
              <a:t>    {</a:t>
            </a:r>
          </a:p>
          <a:p>
            <a:r>
              <a:t>      "text": "変更頻度に応じて担当と再確認の時期を決める。",</a:t>
            </a:r>
          </a:p>
          <a:p>
            <a:r>
              <a:t>      "refs": [</a:t>
            </a:r>
          </a:p>
          <a:p>
            <a:r>
              <a:t>        {</a:t>
            </a:r>
          </a:p>
          <a:p>
            <a:r>
              <a:t>          "source_id": "s076",</a:t>
            </a:r>
          </a:p>
          <a:p>
            <a:r>
              <a:t>          "quote": "変更頻度に応じて担当と再確認の時期を決める。"</a:t>
            </a:r>
          </a:p>
          <a:p>
            <a:r>
              <a:t>        }</a:t>
            </a:r>
          </a:p>
          <a:p>
            <a:r>
              <a:t>      ],</a:t>
            </a:r>
          </a:p>
          <a:p>
            <a:r>
              <a:t>      "mode": "verbatim"</a:t>
            </a:r>
          </a:p>
          <a:p>
            <a:r>
              <a:t>    }</a:t>
            </a:r>
          </a:p>
          <a:p>
            <a:r>
              <a:t>  ],</a:t>
            </a:r>
          </a:p>
          <a:p>
            <a:r>
              <a:t>  "citations": {</a:t>
            </a:r>
          </a:p>
          <a:p>
            <a:r>
              <a:t>    "s076": "Public MIT sample: original fictional research-sharing design section 1"</a:t>
            </a:r>
          </a:p>
          <a:p>
            <a:r>
              <a:t>  },</a:t>
            </a:r>
          </a:p>
          <a:p>
            <a:r>
              <a:t>  "template_license":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null,</a:t>
            </a:r>
          </a:p>
          <a:p>
            <a:r>
              <a:t>  "catalog": "editorial",</a:t>
            </a:r>
          </a:p>
          <a:p>
            <a:r>
              <a:t>  "family": "agenda",</a:t>
            </a:r>
          </a:p>
          <a:p>
            <a:r>
              <a:t>  "structural_variant": "rail",</a:t>
            </a:r>
          </a:p>
          <a:p>
            <a:r>
              <a:t>  "repetition_reason": "Catalog inventory: adjacent entries intentionally show every count/orientation for comparison; this is not a presentation sequence.",</a:t>
            </a:r>
          </a:p>
          <a:p>
            <a:r>
              <a:t>  "images": {},</a:t>
            </a:r>
          </a:p>
          <a:p>
            <a:r>
              <a:t>  "template_sha256": "7bcd75a901a4605974b87f035e735de3f9758260cf0ae86b12abe03ecf6fe54a"</a:t>
            </a:r>
          </a:p>
          <a:p>
            <a:r>
              <a: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4.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公開レイアウト見本</a:t>
            </a:r>
          </a:p>
        </p:txBody>
      </p:sp>
      <p:sp>
        <p:nvSpPr>
          <p:cNvPr id="4" name="meta:page"/>
          <p:cNvSpPr txBox="1"/>
          <p:nvPr/>
        </p:nvSpPr>
        <p:spPr>
          <a:xfrm>
            <a:off x="10972800" y="6391656"/>
            <a:ext cx="621792" cy="274320"/>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1</a:t>
            </a:r>
          </a:p>
        </p:txBody>
      </p:sp>
      <p:sp>
        <p:nvSpPr>
          <p:cNvPr id="5" name="meta:footer"/>
          <p:cNvSpPr txBox="1"/>
          <p:nvPr/>
        </p:nvSpPr>
        <p:spPr>
          <a:xfrm>
            <a:off x="603504" y="6419088"/>
            <a:ext cx="9601200" cy="237744"/>
          </a:xfrm>
          <a:prstGeom prst="rect">
            <a:avLst/>
          </a:prstGeom>
          <a:noFill/>
        </p:spPr>
        <p:txBody>
          <a:bodyPr wrap="square"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slide-layout-agent</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40080" y="1097280"/>
            <a:ext cx="9875520" cy="1143000"/>
          </a:xfrm>
          <a:prstGeom prst="rect">
            <a:avLst/>
          </a:prstGeom>
          <a:noFill/>
        </p:spPr>
        <p:txBody>
          <a:bodyPr wrap="square" lIns="18288" rIns="18288" tIns="13716" bIns="13716">
            <a:noAutofit/>
          </a:bodyPr>
          <a:lstStyle/>
          <a:p>
            <a:pPr hangingPunct="0" eaLnBrk="1" latinLnBrk="0">
              <a:lnSpc>
                <a:spcPts val="4250"/>
              </a:lnSpc>
              <a:spcBef>
                <a:spcPts val="0"/>
              </a:spcBef>
              <a:spcAft>
                <a:spcPts val="0"/>
              </a:spcAft>
              <a:defRPr lang="ja-JP" sz="3400" b="1">
                <a:solidFill>
                  <a:srgbClr val="213547"/>
                </a:solidFill>
                <a:latin typeface="Yu Gothic"/>
                <a:ea typeface="Yu Gothic"/>
                <a:cs typeface="Yu Gothic"/>
              </a:defRPr>
            </a:pPr>
            <a:r>
              <a:rPr lang="ja-JP" sz="3400" b="1">
                <a:solidFill>
                  <a:srgbClr val="213547"/>
                </a:solidFill>
                <a:latin typeface="Yu Gothic"/>
                <a:ea typeface="Yu Gothic"/>
                <a:cs typeface="Yu Gothic"/>
              </a:rPr>
              <a:t>社内ナレッジ共有の調査メモ</a:t>
            </a:r>
          </a:p>
        </p:txBody>
      </p:sp>
      <p:sp>
        <p:nvSpPr>
          <p:cNvPr id="8" name="slot:context"/>
          <p:cNvSpPr txBox="1"/>
          <p:nvPr/>
        </p:nvSpPr>
        <p:spPr>
          <a:xfrm>
            <a:off x="658368" y="2423160"/>
            <a:ext cx="10607040" cy="685800"/>
          </a:xfrm>
          <a:prstGeom prst="rect">
            <a:avLst/>
          </a:prstGeom>
          <a:noFill/>
        </p:spPr>
        <p:txBody>
          <a:bodyPr wrap="square" lIns="18288" rIns="18288" tIns="13716" bIns="13716">
            <a:noAutofit/>
          </a:bodyPr>
          <a:lstStyle/>
          <a:p>
            <a:pPr hangingPunct="0" eaLnBrk="1" latinLnBrk="0">
              <a:lnSpc>
                <a:spcPts val="2875"/>
              </a:lnSpc>
              <a:spcBef>
                <a:spcPts val="0"/>
              </a:spcBef>
              <a:spcAft>
                <a:spcPts val="0"/>
              </a:spcAft>
              <a:defRPr lang="ja-JP" sz="2300" b="0">
                <a:solidFill>
                  <a:srgbClr val="566777"/>
                </a:solidFill>
                <a:latin typeface="Yu Gothic"/>
                <a:ea typeface="Yu Gothic"/>
                <a:cs typeface="Yu Gothic"/>
              </a:defRPr>
            </a:pPr>
            <a:r>
              <a:rPr lang="ja-JP" sz="2300" b="0">
                <a:solidFill>
                  <a:srgbClr val="566777"/>
                </a:solidFill>
                <a:latin typeface="Yu Gothic"/>
                <a:ea typeface="Yu Gothic"/>
                <a:cs typeface="Yu Gothic"/>
              </a:rPr>
              <a:t>検索性と信頼性を両立するための運用条件</a:t>
            </a:r>
          </a:p>
        </p:txBody>
      </p:sp>
      <p:sp>
        <p:nvSpPr>
          <p:cNvPr id="9" name="decor:3"/>
          <p:cNvSpPr/>
          <p:nvPr/>
        </p:nvSpPr>
        <p:spPr>
          <a:xfrm>
            <a:off x="640080" y="3657600"/>
            <a:ext cx="5413248" cy="2194560"/>
          </a:xfrm>
          <a:prstGeom prst="rect">
            <a:avLst/>
          </a:prstGeom>
          <a:solidFill>
            <a:srgbClr val="FFFFFF"/>
          </a:solidFill>
          <a:ln w="889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ecor:4"/>
          <p:cNvSpPr/>
          <p:nvPr/>
        </p:nvSpPr>
        <p:spPr>
          <a:xfrm>
            <a:off x="640080" y="3657600"/>
            <a:ext cx="41148" cy="2194560"/>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lot:item_1_heading"/>
          <p:cNvSpPr txBox="1"/>
          <p:nvPr/>
        </p:nvSpPr>
        <p:spPr>
          <a:xfrm>
            <a:off x="850392" y="3794760"/>
            <a:ext cx="4992624" cy="438912"/>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検索入口を揃える</a:t>
            </a:r>
          </a:p>
        </p:txBody>
      </p:sp>
      <p:sp>
        <p:nvSpPr>
          <p:cNvPr id="12" name="slot:item_1_body"/>
          <p:cNvSpPr txBox="1"/>
          <p:nvPr/>
        </p:nvSpPr>
        <p:spPr>
          <a:xfrm>
            <a:off x="850392" y="4315968"/>
            <a:ext cx="4992624" cy="1444752"/>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用語を揃え、同じ資料へ辿れる入口を整える。</a:t>
            </a:r>
          </a:p>
        </p:txBody>
      </p:sp>
      <p:sp>
        <p:nvSpPr>
          <p:cNvPr id="13" name="decor:5"/>
          <p:cNvSpPr/>
          <p:nvPr/>
        </p:nvSpPr>
        <p:spPr>
          <a:xfrm>
            <a:off x="6217920" y="3657600"/>
            <a:ext cx="5413248" cy="2194560"/>
          </a:xfrm>
          <a:prstGeom prst="rect">
            <a:avLst/>
          </a:prstGeom>
          <a:solidFill>
            <a:srgbClr val="FFFFFF"/>
          </a:solidFill>
          <a:ln w="889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ecor:6"/>
          <p:cNvSpPr/>
          <p:nvPr/>
        </p:nvSpPr>
        <p:spPr>
          <a:xfrm>
            <a:off x="6217920" y="3657600"/>
            <a:ext cx="41148" cy="2194560"/>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slot:item_2_heading"/>
          <p:cNvSpPr txBox="1"/>
          <p:nvPr/>
        </p:nvSpPr>
        <p:spPr>
          <a:xfrm>
            <a:off x="6428232" y="3794760"/>
            <a:ext cx="4992624" cy="438912"/>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根拠まで辿れる</a:t>
            </a:r>
          </a:p>
        </p:txBody>
      </p:sp>
      <p:sp>
        <p:nvSpPr>
          <p:cNvPr id="16" name="slot:item_2_body"/>
          <p:cNvSpPr txBox="1"/>
          <p:nvPr/>
        </p:nvSpPr>
        <p:spPr>
          <a:xfrm>
            <a:off x="6428232" y="4315968"/>
            <a:ext cx="4992624" cy="1444752"/>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原文の条件と確認日を、要約とともに残す。</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公開レイアウト見本</a:t>
            </a:r>
          </a:p>
        </p:txBody>
      </p:sp>
      <p:sp>
        <p:nvSpPr>
          <p:cNvPr id="4" name="meta:page"/>
          <p:cNvSpPr txBox="1"/>
          <p:nvPr/>
        </p:nvSpPr>
        <p:spPr>
          <a:xfrm>
            <a:off x="10972800" y="6391656"/>
            <a:ext cx="621792" cy="274320"/>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2</a:t>
            </a:r>
          </a:p>
        </p:txBody>
      </p:sp>
      <p:sp>
        <p:nvSpPr>
          <p:cNvPr id="5" name="meta:footer"/>
          <p:cNvSpPr txBox="1"/>
          <p:nvPr/>
        </p:nvSpPr>
        <p:spPr>
          <a:xfrm>
            <a:off x="603504" y="6419088"/>
            <a:ext cx="9601200" cy="237744"/>
          </a:xfrm>
          <a:prstGeom prst="rect">
            <a:avLst/>
          </a:prstGeom>
          <a:noFill/>
        </p:spPr>
        <p:txBody>
          <a:bodyPr wrap="square"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slide-layout-agent</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ecor:3"/>
          <p:cNvSpPr/>
          <p:nvPr/>
        </p:nvSpPr>
        <p:spPr>
          <a:xfrm>
            <a:off x="7589520" y="777240"/>
            <a:ext cx="4005072" cy="5230368"/>
          </a:xfrm>
          <a:prstGeom prst="rect">
            <a:avLst/>
          </a:prstGeom>
          <a:solidFill>
            <a:srgbClr val="E8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slot:title"/>
          <p:cNvSpPr txBox="1"/>
          <p:nvPr/>
        </p:nvSpPr>
        <p:spPr>
          <a:xfrm>
            <a:off x="640080" y="1371600"/>
            <a:ext cx="6446520" cy="1508760"/>
          </a:xfrm>
          <a:prstGeom prst="rect">
            <a:avLst/>
          </a:prstGeom>
          <a:noFill/>
        </p:spPr>
        <p:txBody>
          <a:bodyPr wrap="square" lIns="18288" rIns="18288" tIns="13716" bIns="13716">
            <a:noAutofit/>
          </a:bodyPr>
          <a:lstStyle/>
          <a:p>
            <a:pPr hangingPunct="0" eaLnBrk="1" latinLnBrk="0">
              <a:lnSpc>
                <a:spcPts val="4250"/>
              </a:lnSpc>
              <a:spcBef>
                <a:spcPts val="0"/>
              </a:spcBef>
              <a:spcAft>
                <a:spcPts val="0"/>
              </a:spcAft>
              <a:defRPr lang="ja-JP" sz="3400" b="1">
                <a:solidFill>
                  <a:srgbClr val="213547"/>
                </a:solidFill>
                <a:latin typeface="Yu Gothic"/>
                <a:ea typeface="Yu Gothic"/>
                <a:cs typeface="Yu Gothic"/>
              </a:defRPr>
            </a:pPr>
            <a:r>
              <a:rPr lang="ja-JP" sz="3400" b="1">
                <a:solidFill>
                  <a:srgbClr val="213547"/>
                </a:solidFill>
                <a:latin typeface="Yu Gothic"/>
                <a:ea typeface="Yu Gothic"/>
                <a:cs typeface="Yu Gothic"/>
              </a:rPr>
              <a:t>社内ナレッジ共有の調査メモ</a:t>
            </a:r>
          </a:p>
        </p:txBody>
      </p:sp>
      <p:sp>
        <p:nvSpPr>
          <p:cNvPr id="9" name="slot:context"/>
          <p:cNvSpPr txBox="1"/>
          <p:nvPr/>
        </p:nvSpPr>
        <p:spPr>
          <a:xfrm>
            <a:off x="658368" y="3108960"/>
            <a:ext cx="6263640" cy="1097280"/>
          </a:xfrm>
          <a:prstGeom prst="rect">
            <a:avLst/>
          </a:prstGeom>
          <a:noFill/>
        </p:spPr>
        <p:txBody>
          <a:bodyPr wrap="square" lIns="18288" rIns="18288" tIns="13716" bIns="13716">
            <a:noAutofit/>
          </a:bodyPr>
          <a:lstStyle/>
          <a:p>
            <a:pPr hangingPunct="0" eaLnBrk="1" latinLnBrk="0">
              <a:lnSpc>
                <a:spcPts val="2875"/>
              </a:lnSpc>
              <a:spcBef>
                <a:spcPts val="0"/>
              </a:spcBef>
              <a:spcAft>
                <a:spcPts val="0"/>
              </a:spcAft>
              <a:defRPr lang="ja-JP" sz="2300" b="0">
                <a:solidFill>
                  <a:srgbClr val="566777"/>
                </a:solidFill>
                <a:latin typeface="Yu Gothic"/>
                <a:ea typeface="Yu Gothic"/>
                <a:cs typeface="Yu Gothic"/>
              </a:defRPr>
            </a:pPr>
            <a:r>
              <a:rPr lang="ja-JP" sz="2300" b="0">
                <a:solidFill>
                  <a:srgbClr val="566777"/>
                </a:solidFill>
                <a:latin typeface="Yu Gothic"/>
                <a:ea typeface="Yu Gothic"/>
                <a:cs typeface="Yu Gothic"/>
              </a:rPr>
              <a:t>検索性と信頼性を両立するための運用条件</a:t>
            </a:r>
          </a:p>
        </p:txBody>
      </p:sp>
      <p:sp>
        <p:nvSpPr>
          <p:cNvPr id="10" name="decor:4"/>
          <p:cNvSpPr/>
          <p:nvPr/>
        </p:nvSpPr>
        <p:spPr>
          <a:xfrm>
            <a:off x="7799831" y="1024128"/>
            <a:ext cx="3566160" cy="2221992"/>
          </a:xfrm>
          <a:prstGeom prst="rect">
            <a:avLst/>
          </a:prstGeom>
          <a:solidFill>
            <a:srgbClr val="FFFFFF"/>
          </a:solidFill>
          <a:ln w="889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ecor:5"/>
          <p:cNvSpPr/>
          <p:nvPr/>
        </p:nvSpPr>
        <p:spPr>
          <a:xfrm>
            <a:off x="7799831" y="1024128"/>
            <a:ext cx="41148" cy="222199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lot:item_1_heading"/>
          <p:cNvSpPr txBox="1"/>
          <p:nvPr/>
        </p:nvSpPr>
        <p:spPr>
          <a:xfrm>
            <a:off x="8010144" y="1161288"/>
            <a:ext cx="3145536" cy="438912"/>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検索入口を揃える</a:t>
            </a:r>
          </a:p>
        </p:txBody>
      </p:sp>
      <p:sp>
        <p:nvSpPr>
          <p:cNvPr id="13" name="slot:item_1_body"/>
          <p:cNvSpPr txBox="1"/>
          <p:nvPr/>
        </p:nvSpPr>
        <p:spPr>
          <a:xfrm>
            <a:off x="8010144" y="1682496"/>
            <a:ext cx="3145536" cy="1472184"/>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用語を揃え、同じ資料へ辿れる入口を整える。</a:t>
            </a:r>
          </a:p>
        </p:txBody>
      </p:sp>
      <p:sp>
        <p:nvSpPr>
          <p:cNvPr id="14" name="decor:6"/>
          <p:cNvSpPr/>
          <p:nvPr/>
        </p:nvSpPr>
        <p:spPr>
          <a:xfrm>
            <a:off x="7799831" y="3429000"/>
            <a:ext cx="3566160" cy="2221992"/>
          </a:xfrm>
          <a:prstGeom prst="rect">
            <a:avLst/>
          </a:prstGeom>
          <a:solidFill>
            <a:srgbClr val="FFFFFF"/>
          </a:solidFill>
          <a:ln w="889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ecor:7"/>
          <p:cNvSpPr/>
          <p:nvPr/>
        </p:nvSpPr>
        <p:spPr>
          <a:xfrm>
            <a:off x="7799831" y="3429000"/>
            <a:ext cx="41148" cy="222199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lot:item_2_heading"/>
          <p:cNvSpPr txBox="1"/>
          <p:nvPr/>
        </p:nvSpPr>
        <p:spPr>
          <a:xfrm>
            <a:off x="8010144" y="3566160"/>
            <a:ext cx="3145536" cy="438912"/>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根拠まで辿れる</a:t>
            </a:r>
          </a:p>
        </p:txBody>
      </p:sp>
      <p:sp>
        <p:nvSpPr>
          <p:cNvPr id="17" name="slot:item_2_body"/>
          <p:cNvSpPr txBox="1"/>
          <p:nvPr/>
        </p:nvSpPr>
        <p:spPr>
          <a:xfrm>
            <a:off x="8010144" y="4087368"/>
            <a:ext cx="3145536" cy="1472184"/>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原文の条件と確認日を、要約とともに残す。</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公開レイアウト見本</a:t>
            </a:r>
          </a:p>
        </p:txBody>
      </p:sp>
      <p:sp>
        <p:nvSpPr>
          <p:cNvPr id="4" name="meta:page"/>
          <p:cNvSpPr txBox="1"/>
          <p:nvPr/>
        </p:nvSpPr>
        <p:spPr>
          <a:xfrm>
            <a:off x="10972800" y="6391656"/>
            <a:ext cx="621792" cy="274320"/>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3</a:t>
            </a:r>
          </a:p>
        </p:txBody>
      </p:sp>
      <p:sp>
        <p:nvSpPr>
          <p:cNvPr id="5" name="meta:footer"/>
          <p:cNvSpPr txBox="1"/>
          <p:nvPr/>
        </p:nvSpPr>
        <p:spPr>
          <a:xfrm>
            <a:off x="603504" y="6419088"/>
            <a:ext cx="9601200" cy="237744"/>
          </a:xfrm>
          <a:prstGeom prst="rect">
            <a:avLst/>
          </a:prstGeom>
          <a:noFill/>
        </p:spPr>
        <p:txBody>
          <a:bodyPr wrap="square"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slide-layout-agent</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ecor:3"/>
          <p:cNvSpPr/>
          <p:nvPr/>
        </p:nvSpPr>
        <p:spPr>
          <a:xfrm>
            <a:off x="603504" y="914400"/>
            <a:ext cx="10972800" cy="2377440"/>
          </a:xfrm>
          <a:prstGeom prst="rect">
            <a:avLst/>
          </a:prstGeom>
          <a:solidFill>
            <a:srgbClr val="2135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slot:title"/>
          <p:cNvSpPr txBox="1"/>
          <p:nvPr/>
        </p:nvSpPr>
        <p:spPr>
          <a:xfrm>
            <a:off x="859536" y="1188720"/>
            <a:ext cx="10424160" cy="1005840"/>
          </a:xfrm>
          <a:prstGeom prst="rect">
            <a:avLst/>
          </a:prstGeom>
          <a:noFill/>
        </p:spPr>
        <p:txBody>
          <a:bodyPr wrap="square" lIns="18288" rIns="18288" tIns="13716" bIns="13716">
            <a:noAutofit/>
          </a:bodyPr>
          <a:lstStyle/>
          <a:p>
            <a:pPr hangingPunct="0" eaLnBrk="1" latinLnBrk="0">
              <a:lnSpc>
                <a:spcPts val="4250"/>
              </a:lnSpc>
              <a:spcBef>
                <a:spcPts val="0"/>
              </a:spcBef>
              <a:spcAft>
                <a:spcPts val="0"/>
              </a:spcAft>
              <a:defRPr lang="ja-JP" sz="3400" b="1">
                <a:solidFill>
                  <a:srgbClr val="FFFFFF"/>
                </a:solidFill>
                <a:latin typeface="Yu Gothic"/>
                <a:ea typeface="Yu Gothic"/>
                <a:cs typeface="Yu Gothic"/>
              </a:defRPr>
            </a:pPr>
            <a:r>
              <a:rPr lang="ja-JP" sz="3400" b="1">
                <a:solidFill>
                  <a:srgbClr val="FFFFFF"/>
                </a:solidFill>
                <a:latin typeface="Yu Gothic"/>
                <a:ea typeface="Yu Gothic"/>
                <a:cs typeface="Yu Gothic"/>
              </a:rPr>
              <a:t>社内ナレッジ共有の調査メモ</a:t>
            </a:r>
          </a:p>
        </p:txBody>
      </p:sp>
      <p:sp>
        <p:nvSpPr>
          <p:cNvPr id="9" name="slot:context"/>
          <p:cNvSpPr txBox="1"/>
          <p:nvPr/>
        </p:nvSpPr>
        <p:spPr>
          <a:xfrm>
            <a:off x="877824" y="2377440"/>
            <a:ext cx="10378440" cy="594360"/>
          </a:xfrm>
          <a:prstGeom prst="rect">
            <a:avLst/>
          </a:prstGeom>
          <a:noFill/>
        </p:spPr>
        <p:txBody>
          <a:bodyPr wrap="square" lIns="18288" rIns="18288" tIns="13716" bIns="13716">
            <a:noAutofit/>
          </a:bodyPr>
          <a:lstStyle/>
          <a:p>
            <a:pPr hangingPunct="0" eaLnBrk="1" latinLnBrk="0">
              <a:lnSpc>
                <a:spcPts val="2875"/>
              </a:lnSpc>
              <a:spcBef>
                <a:spcPts val="0"/>
              </a:spcBef>
              <a:spcAft>
                <a:spcPts val="0"/>
              </a:spcAft>
              <a:defRPr lang="ja-JP" sz="2300" b="0">
                <a:solidFill>
                  <a:srgbClr val="FFFFFF"/>
                </a:solidFill>
                <a:latin typeface="Yu Gothic"/>
                <a:ea typeface="Yu Gothic"/>
                <a:cs typeface="Yu Gothic"/>
              </a:defRPr>
            </a:pPr>
            <a:r>
              <a:rPr lang="ja-JP" sz="2300" b="0">
                <a:solidFill>
                  <a:srgbClr val="FFFFFF"/>
                </a:solidFill>
                <a:latin typeface="Yu Gothic"/>
                <a:ea typeface="Yu Gothic"/>
                <a:cs typeface="Yu Gothic"/>
              </a:rPr>
              <a:t>検索性と信頼性を両立するための運用条件</a:t>
            </a:r>
          </a:p>
        </p:txBody>
      </p:sp>
      <p:sp>
        <p:nvSpPr>
          <p:cNvPr id="10" name="decor:4"/>
          <p:cNvSpPr/>
          <p:nvPr/>
        </p:nvSpPr>
        <p:spPr>
          <a:xfrm>
            <a:off x="731520" y="4626864"/>
            <a:ext cx="1060704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lot:item_1_heading"/>
          <p:cNvSpPr txBox="1"/>
          <p:nvPr/>
        </p:nvSpPr>
        <p:spPr>
          <a:xfrm>
            <a:off x="731520" y="3703320"/>
            <a:ext cx="2834640" cy="68580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検索入口を揃える</a:t>
            </a:r>
          </a:p>
        </p:txBody>
      </p:sp>
      <p:sp>
        <p:nvSpPr>
          <p:cNvPr id="12" name="slot:item_1_body"/>
          <p:cNvSpPr txBox="1"/>
          <p:nvPr/>
        </p:nvSpPr>
        <p:spPr>
          <a:xfrm>
            <a:off x="3776472" y="3703320"/>
            <a:ext cx="7562088" cy="932688"/>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用語を揃え、同じ資料へ辿れる入口を整える。</a:t>
            </a:r>
          </a:p>
        </p:txBody>
      </p:sp>
      <p:sp>
        <p:nvSpPr>
          <p:cNvPr id="13" name="decor:5"/>
          <p:cNvSpPr/>
          <p:nvPr/>
        </p:nvSpPr>
        <p:spPr>
          <a:xfrm>
            <a:off x="731520" y="5696712"/>
            <a:ext cx="1060704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lot:item_2_heading"/>
          <p:cNvSpPr txBox="1"/>
          <p:nvPr/>
        </p:nvSpPr>
        <p:spPr>
          <a:xfrm>
            <a:off x="731520" y="4773168"/>
            <a:ext cx="2834640" cy="68580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根拠まで辿れる</a:t>
            </a:r>
          </a:p>
        </p:txBody>
      </p:sp>
      <p:sp>
        <p:nvSpPr>
          <p:cNvPr id="15" name="slot:item_2_body"/>
          <p:cNvSpPr txBox="1"/>
          <p:nvPr/>
        </p:nvSpPr>
        <p:spPr>
          <a:xfrm>
            <a:off x="3776472" y="4773168"/>
            <a:ext cx="7562088" cy="932688"/>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原文の条件と確認日を、要約とともに残す。</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公開レイアウト見本</a:t>
            </a:r>
          </a:p>
        </p:txBody>
      </p:sp>
      <p:sp>
        <p:nvSpPr>
          <p:cNvPr id="4" name="meta:page"/>
          <p:cNvSpPr txBox="1"/>
          <p:nvPr/>
        </p:nvSpPr>
        <p:spPr>
          <a:xfrm>
            <a:off x="10972800" y="6391656"/>
            <a:ext cx="621792" cy="274320"/>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4</a:t>
            </a:r>
          </a:p>
        </p:txBody>
      </p:sp>
      <p:sp>
        <p:nvSpPr>
          <p:cNvPr id="5" name="meta:footer"/>
          <p:cNvSpPr txBox="1"/>
          <p:nvPr/>
        </p:nvSpPr>
        <p:spPr>
          <a:xfrm>
            <a:off x="603504" y="6419088"/>
            <a:ext cx="9601200" cy="237744"/>
          </a:xfrm>
          <a:prstGeom prst="rect">
            <a:avLst/>
          </a:prstGeom>
          <a:noFill/>
        </p:spPr>
        <p:txBody>
          <a:bodyPr wrap="square"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slide-layout-agent</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社内ナレッジを探しやすくする条件</a:t>
            </a:r>
          </a:p>
        </p:txBody>
      </p:sp>
      <p:sp>
        <p:nvSpPr>
          <p:cNvPr id="8" name="slot:context"/>
          <p:cNvSpPr txBox="1"/>
          <p:nvPr/>
        </p:nvSpPr>
        <p:spPr>
          <a:xfrm>
            <a:off x="621792" y="1490472"/>
            <a:ext cx="10927080" cy="502920"/>
          </a:xfrm>
          <a:prstGeom prst="rect">
            <a:avLst/>
          </a:prstGeom>
          <a:noFill/>
        </p:spPr>
        <p:txBody>
          <a:bodyPr wrap="square"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架空の社内調査。運用条件を整理した所見であり、効果を実証したものではない。</a:t>
            </a:r>
          </a:p>
        </p:txBody>
      </p:sp>
      <p:sp>
        <p:nvSpPr>
          <p:cNvPr id="9" name="decor:3"/>
          <p:cNvSpPr/>
          <p:nvPr/>
        </p:nvSpPr>
        <p:spPr>
          <a:xfrm>
            <a:off x="603504" y="2139696"/>
            <a:ext cx="4718304" cy="3858768"/>
          </a:xfrm>
          <a:prstGeom prst="rect">
            <a:avLst/>
          </a:prstGeom>
          <a:solidFill>
            <a:srgbClr val="E8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lot:conclusion"/>
          <p:cNvSpPr txBox="1"/>
          <p:nvPr/>
        </p:nvSpPr>
        <p:spPr>
          <a:xfrm>
            <a:off x="850392" y="2560320"/>
            <a:ext cx="4224528" cy="2468880"/>
          </a:xfrm>
          <a:prstGeom prst="rect">
            <a:avLst/>
          </a:prstGeom>
          <a:noFill/>
        </p:spPr>
        <p:txBody>
          <a:bodyPr wrap="square" lIns="18288" rIns="18288" tIns="13716" bIns="13716">
            <a:noAutofit/>
          </a:bodyPr>
          <a:lstStyle/>
          <a:p>
            <a:pPr hangingPunct="0" eaLnBrk="1" latinLnBrk="0">
              <a:lnSpc>
                <a:spcPts val="3375"/>
              </a:lnSpc>
              <a:spcBef>
                <a:spcPts val="0"/>
              </a:spcBef>
              <a:spcAft>
                <a:spcPts val="0"/>
              </a:spcAft>
              <a:defRPr lang="ja-JP" sz="2700" b="1">
                <a:solidFill>
                  <a:srgbClr val="087E83"/>
                </a:solidFill>
                <a:latin typeface="Yu Gothic"/>
                <a:ea typeface="Yu Gothic"/>
                <a:cs typeface="Yu Gothic"/>
              </a:defRPr>
            </a:pPr>
            <a:r>
              <a:rPr lang="ja-JP" sz="2700" b="1">
                <a:solidFill>
                  <a:srgbClr val="087E83"/>
                </a:solidFill>
                <a:latin typeface="Yu Gothic"/>
                <a:ea typeface="Yu Gothic"/>
                <a:cs typeface="Yu Gothic"/>
              </a:rPr>
              <a:t>検索の入口だけでなく、根拠と更新責任を一緒に設計する</a:t>
            </a:r>
          </a:p>
        </p:txBody>
      </p:sp>
      <p:sp>
        <p:nvSpPr>
          <p:cNvPr id="11" name="decor:4"/>
          <p:cNvSpPr/>
          <p:nvPr/>
        </p:nvSpPr>
        <p:spPr>
          <a:xfrm>
            <a:off x="5687568" y="3374136"/>
            <a:ext cx="5870448"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lot:item_1_heading"/>
          <p:cNvSpPr txBox="1"/>
          <p:nvPr/>
        </p:nvSpPr>
        <p:spPr>
          <a:xfrm>
            <a:off x="5742431" y="2203704"/>
            <a:ext cx="5760720" cy="41148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検索入口を揃える</a:t>
            </a:r>
          </a:p>
        </p:txBody>
      </p:sp>
      <p:sp>
        <p:nvSpPr>
          <p:cNvPr id="13" name="slot:item_1_body"/>
          <p:cNvSpPr txBox="1"/>
          <p:nvPr/>
        </p:nvSpPr>
        <p:spPr>
          <a:xfrm>
            <a:off x="5742431" y="2706624"/>
            <a:ext cx="5760720" cy="621792"/>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用語を揃え、同じ資料へ辿れる入口を整える。</a:t>
            </a:r>
          </a:p>
        </p:txBody>
      </p:sp>
      <p:sp>
        <p:nvSpPr>
          <p:cNvPr id="14" name="decor:5"/>
          <p:cNvSpPr/>
          <p:nvPr/>
        </p:nvSpPr>
        <p:spPr>
          <a:xfrm>
            <a:off x="5687568" y="4654296"/>
            <a:ext cx="5870448"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slot:item_2_heading"/>
          <p:cNvSpPr txBox="1"/>
          <p:nvPr/>
        </p:nvSpPr>
        <p:spPr>
          <a:xfrm>
            <a:off x="5742431" y="3483864"/>
            <a:ext cx="5760720" cy="41148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根拠まで辿れる</a:t>
            </a:r>
          </a:p>
        </p:txBody>
      </p:sp>
      <p:sp>
        <p:nvSpPr>
          <p:cNvPr id="16" name="slot:item_2_body"/>
          <p:cNvSpPr txBox="1"/>
          <p:nvPr/>
        </p:nvSpPr>
        <p:spPr>
          <a:xfrm>
            <a:off x="5742431" y="3986784"/>
            <a:ext cx="5760720" cy="621792"/>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原文の条件と確認日を、要約とともに残す。</a:t>
            </a:r>
          </a:p>
        </p:txBody>
      </p:sp>
      <p:sp>
        <p:nvSpPr>
          <p:cNvPr id="17" name="decor:6"/>
          <p:cNvSpPr/>
          <p:nvPr/>
        </p:nvSpPr>
        <p:spPr>
          <a:xfrm>
            <a:off x="5687568" y="5934456"/>
            <a:ext cx="5870448"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lot:item_3_heading"/>
          <p:cNvSpPr txBox="1"/>
          <p:nvPr/>
        </p:nvSpPr>
        <p:spPr>
          <a:xfrm>
            <a:off x="5742431" y="4764023"/>
            <a:ext cx="5760720" cy="41148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更新範囲を決める</a:t>
            </a:r>
          </a:p>
        </p:txBody>
      </p:sp>
      <p:sp>
        <p:nvSpPr>
          <p:cNvPr id="19" name="slot:item_3_body"/>
          <p:cNvSpPr txBox="1"/>
          <p:nvPr/>
        </p:nvSpPr>
        <p:spPr>
          <a:xfrm>
            <a:off x="5742431" y="5266944"/>
            <a:ext cx="5760720" cy="621792"/>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変更頻度に応じて担当と再確認の時期を決める。</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公開レイアウト見本</a:t>
            </a:r>
          </a:p>
        </p:txBody>
      </p:sp>
      <p:sp>
        <p:nvSpPr>
          <p:cNvPr id="4" name="meta:page"/>
          <p:cNvSpPr txBox="1"/>
          <p:nvPr/>
        </p:nvSpPr>
        <p:spPr>
          <a:xfrm>
            <a:off x="10972800" y="6391656"/>
            <a:ext cx="621792" cy="274320"/>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5</a:t>
            </a:r>
          </a:p>
        </p:txBody>
      </p:sp>
      <p:sp>
        <p:nvSpPr>
          <p:cNvPr id="5" name="meta:footer"/>
          <p:cNvSpPr txBox="1"/>
          <p:nvPr/>
        </p:nvSpPr>
        <p:spPr>
          <a:xfrm>
            <a:off x="603504" y="6419088"/>
            <a:ext cx="9601200" cy="237744"/>
          </a:xfrm>
          <a:prstGeom prst="rect">
            <a:avLst/>
          </a:prstGeom>
          <a:noFill/>
        </p:spPr>
        <p:txBody>
          <a:bodyPr wrap="square"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slide-layout-agent</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社内ナレッジを探しやすくする条件</a:t>
            </a:r>
          </a:p>
        </p:txBody>
      </p:sp>
      <p:sp>
        <p:nvSpPr>
          <p:cNvPr id="8" name="slot:context"/>
          <p:cNvSpPr txBox="1"/>
          <p:nvPr/>
        </p:nvSpPr>
        <p:spPr>
          <a:xfrm>
            <a:off x="621792" y="1490472"/>
            <a:ext cx="10927080" cy="502920"/>
          </a:xfrm>
          <a:prstGeom prst="rect">
            <a:avLst/>
          </a:prstGeom>
          <a:noFill/>
        </p:spPr>
        <p:txBody>
          <a:bodyPr wrap="square"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架空の社内調査。運用条件を整理した所見であり、効果を実証したものではない。</a:t>
            </a:r>
          </a:p>
        </p:txBody>
      </p:sp>
      <p:sp>
        <p:nvSpPr>
          <p:cNvPr id="9" name="decor:3"/>
          <p:cNvSpPr/>
          <p:nvPr/>
        </p:nvSpPr>
        <p:spPr>
          <a:xfrm>
            <a:off x="6858000" y="2139696"/>
            <a:ext cx="4718304" cy="3858768"/>
          </a:xfrm>
          <a:prstGeom prst="rect">
            <a:avLst/>
          </a:prstGeom>
          <a:solidFill>
            <a:srgbClr val="E8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lot:conclusion"/>
          <p:cNvSpPr txBox="1"/>
          <p:nvPr/>
        </p:nvSpPr>
        <p:spPr>
          <a:xfrm>
            <a:off x="7104888" y="2560320"/>
            <a:ext cx="4224528" cy="2468880"/>
          </a:xfrm>
          <a:prstGeom prst="rect">
            <a:avLst/>
          </a:prstGeom>
          <a:noFill/>
        </p:spPr>
        <p:txBody>
          <a:bodyPr wrap="square" lIns="18288" rIns="18288" tIns="13716" bIns="13716">
            <a:noAutofit/>
          </a:bodyPr>
          <a:lstStyle/>
          <a:p>
            <a:pPr hangingPunct="0" eaLnBrk="1" latinLnBrk="0">
              <a:lnSpc>
                <a:spcPts val="3375"/>
              </a:lnSpc>
              <a:spcBef>
                <a:spcPts val="0"/>
              </a:spcBef>
              <a:spcAft>
                <a:spcPts val="0"/>
              </a:spcAft>
              <a:defRPr lang="ja-JP" sz="2700" b="1">
                <a:solidFill>
                  <a:srgbClr val="087E83"/>
                </a:solidFill>
                <a:latin typeface="Yu Gothic"/>
                <a:ea typeface="Yu Gothic"/>
                <a:cs typeface="Yu Gothic"/>
              </a:defRPr>
            </a:pPr>
            <a:r>
              <a:rPr lang="ja-JP" sz="2700" b="1">
                <a:solidFill>
                  <a:srgbClr val="087E83"/>
                </a:solidFill>
                <a:latin typeface="Yu Gothic"/>
                <a:ea typeface="Yu Gothic"/>
                <a:cs typeface="Yu Gothic"/>
              </a:rPr>
              <a:t>検索の入口だけでなく、根拠と更新責任を一緒に設計する</a:t>
            </a:r>
          </a:p>
        </p:txBody>
      </p:sp>
      <p:sp>
        <p:nvSpPr>
          <p:cNvPr id="11" name="decor:4"/>
          <p:cNvSpPr/>
          <p:nvPr/>
        </p:nvSpPr>
        <p:spPr>
          <a:xfrm>
            <a:off x="603504" y="3374136"/>
            <a:ext cx="5870448"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lot:item_1_heading"/>
          <p:cNvSpPr txBox="1"/>
          <p:nvPr/>
        </p:nvSpPr>
        <p:spPr>
          <a:xfrm>
            <a:off x="658368" y="2203704"/>
            <a:ext cx="5760720" cy="41148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検索入口を揃える</a:t>
            </a:r>
          </a:p>
        </p:txBody>
      </p:sp>
      <p:sp>
        <p:nvSpPr>
          <p:cNvPr id="13" name="slot:item_1_body"/>
          <p:cNvSpPr txBox="1"/>
          <p:nvPr/>
        </p:nvSpPr>
        <p:spPr>
          <a:xfrm>
            <a:off x="658368" y="2706624"/>
            <a:ext cx="5760720" cy="621792"/>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用語を揃え、同じ資料へ辿れる入口を整える。</a:t>
            </a:r>
          </a:p>
        </p:txBody>
      </p:sp>
      <p:sp>
        <p:nvSpPr>
          <p:cNvPr id="14" name="decor:5"/>
          <p:cNvSpPr/>
          <p:nvPr/>
        </p:nvSpPr>
        <p:spPr>
          <a:xfrm>
            <a:off x="603504" y="4654296"/>
            <a:ext cx="5870448"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slot:item_2_heading"/>
          <p:cNvSpPr txBox="1"/>
          <p:nvPr/>
        </p:nvSpPr>
        <p:spPr>
          <a:xfrm>
            <a:off x="658368" y="3483864"/>
            <a:ext cx="5760720" cy="41148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根拠まで辿れる</a:t>
            </a:r>
          </a:p>
        </p:txBody>
      </p:sp>
      <p:sp>
        <p:nvSpPr>
          <p:cNvPr id="16" name="slot:item_2_body"/>
          <p:cNvSpPr txBox="1"/>
          <p:nvPr/>
        </p:nvSpPr>
        <p:spPr>
          <a:xfrm>
            <a:off x="658368" y="3986784"/>
            <a:ext cx="5760720" cy="621792"/>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原文の条件と確認日を、要約とともに残す。</a:t>
            </a:r>
          </a:p>
        </p:txBody>
      </p:sp>
      <p:sp>
        <p:nvSpPr>
          <p:cNvPr id="17" name="decor:6"/>
          <p:cNvSpPr/>
          <p:nvPr/>
        </p:nvSpPr>
        <p:spPr>
          <a:xfrm>
            <a:off x="603504" y="5934456"/>
            <a:ext cx="5870448"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lot:item_3_heading"/>
          <p:cNvSpPr txBox="1"/>
          <p:nvPr/>
        </p:nvSpPr>
        <p:spPr>
          <a:xfrm>
            <a:off x="658368" y="4764023"/>
            <a:ext cx="5760720" cy="41148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更新範囲を決める</a:t>
            </a:r>
          </a:p>
        </p:txBody>
      </p:sp>
      <p:sp>
        <p:nvSpPr>
          <p:cNvPr id="19" name="slot:item_3_body"/>
          <p:cNvSpPr txBox="1"/>
          <p:nvPr/>
        </p:nvSpPr>
        <p:spPr>
          <a:xfrm>
            <a:off x="658368" y="5266944"/>
            <a:ext cx="5760720" cy="621792"/>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変更頻度に応じて担当と再確認の時期を決める。</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公開レイアウト見本</a:t>
            </a:r>
          </a:p>
        </p:txBody>
      </p:sp>
      <p:sp>
        <p:nvSpPr>
          <p:cNvPr id="4" name="meta:page"/>
          <p:cNvSpPr txBox="1"/>
          <p:nvPr/>
        </p:nvSpPr>
        <p:spPr>
          <a:xfrm>
            <a:off x="10972800" y="6391656"/>
            <a:ext cx="621792" cy="274320"/>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6</a:t>
            </a:r>
          </a:p>
        </p:txBody>
      </p:sp>
      <p:sp>
        <p:nvSpPr>
          <p:cNvPr id="5" name="meta:footer"/>
          <p:cNvSpPr txBox="1"/>
          <p:nvPr/>
        </p:nvSpPr>
        <p:spPr>
          <a:xfrm>
            <a:off x="603504" y="6419088"/>
            <a:ext cx="9601200" cy="237744"/>
          </a:xfrm>
          <a:prstGeom prst="rect">
            <a:avLst/>
          </a:prstGeom>
          <a:noFill/>
        </p:spPr>
        <p:txBody>
          <a:bodyPr wrap="square"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slide-layout-agent</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社内ナレッジを探しやすくする条件</a:t>
            </a:r>
          </a:p>
        </p:txBody>
      </p:sp>
      <p:sp>
        <p:nvSpPr>
          <p:cNvPr id="8" name="slot:context"/>
          <p:cNvSpPr txBox="1"/>
          <p:nvPr/>
        </p:nvSpPr>
        <p:spPr>
          <a:xfrm>
            <a:off x="621792" y="1490472"/>
            <a:ext cx="10927080" cy="502920"/>
          </a:xfrm>
          <a:prstGeom prst="rect">
            <a:avLst/>
          </a:prstGeom>
          <a:noFill/>
        </p:spPr>
        <p:txBody>
          <a:bodyPr wrap="square"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架空の社内調査。運用条件を整理した所見であり、効果を実証したものではない。</a:t>
            </a:r>
          </a:p>
        </p:txBody>
      </p:sp>
      <p:sp>
        <p:nvSpPr>
          <p:cNvPr id="9" name="decor:3"/>
          <p:cNvSpPr/>
          <p:nvPr/>
        </p:nvSpPr>
        <p:spPr>
          <a:xfrm>
            <a:off x="603504" y="2130552"/>
            <a:ext cx="10972800" cy="1261872"/>
          </a:xfrm>
          <a:prstGeom prst="rect">
            <a:avLst/>
          </a:prstGeom>
          <a:solidFill>
            <a:srgbClr val="E8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lot:conclusion"/>
          <p:cNvSpPr txBox="1"/>
          <p:nvPr/>
        </p:nvSpPr>
        <p:spPr>
          <a:xfrm>
            <a:off x="841248" y="2295144"/>
            <a:ext cx="10469880" cy="1042415"/>
          </a:xfrm>
          <a:prstGeom prst="rect">
            <a:avLst/>
          </a:prstGeom>
          <a:noFill/>
        </p:spPr>
        <p:txBody>
          <a:bodyPr wrap="square" lIns="18288" rIns="18288" tIns="13716" bIns="13716">
            <a:noAutofit/>
          </a:bodyPr>
          <a:lstStyle/>
          <a:p>
            <a:pPr hangingPunct="0" eaLnBrk="1" latinLnBrk="0">
              <a:lnSpc>
                <a:spcPts val="3125"/>
              </a:lnSpc>
              <a:spcBef>
                <a:spcPts val="0"/>
              </a:spcBef>
              <a:spcAft>
                <a:spcPts val="0"/>
              </a:spcAft>
              <a:defRPr lang="ja-JP" sz="2500" b="1">
                <a:solidFill>
                  <a:srgbClr val="087E83"/>
                </a:solidFill>
                <a:latin typeface="Yu Gothic"/>
                <a:ea typeface="Yu Gothic"/>
                <a:cs typeface="Yu Gothic"/>
              </a:defRPr>
            </a:pPr>
            <a:r>
              <a:rPr lang="ja-JP" sz="2500" b="1">
                <a:solidFill>
                  <a:srgbClr val="087E83"/>
                </a:solidFill>
                <a:latin typeface="Yu Gothic"/>
                <a:ea typeface="Yu Gothic"/>
                <a:cs typeface="Yu Gothic"/>
              </a:rPr>
              <a:t>検索の入口だけでなく、根拠と更新責任を一緒に設計する</a:t>
            </a:r>
          </a:p>
        </p:txBody>
      </p:sp>
      <p:sp>
        <p:nvSpPr>
          <p:cNvPr id="11" name="decor:4"/>
          <p:cNvSpPr/>
          <p:nvPr/>
        </p:nvSpPr>
        <p:spPr>
          <a:xfrm>
            <a:off x="603504" y="3621024"/>
            <a:ext cx="3511296" cy="2377439"/>
          </a:xfrm>
          <a:prstGeom prst="rect">
            <a:avLst/>
          </a:prstGeom>
          <a:solidFill>
            <a:srgbClr val="FFFFFF"/>
          </a:solidFill>
          <a:ln w="889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ecor:5"/>
          <p:cNvSpPr/>
          <p:nvPr/>
        </p:nvSpPr>
        <p:spPr>
          <a:xfrm>
            <a:off x="603504" y="3621024"/>
            <a:ext cx="41148" cy="2377439"/>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slot:item_1_heading"/>
          <p:cNvSpPr txBox="1"/>
          <p:nvPr/>
        </p:nvSpPr>
        <p:spPr>
          <a:xfrm>
            <a:off x="813816" y="3758184"/>
            <a:ext cx="3090672" cy="64008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検索入口を揃える</a:t>
            </a:r>
          </a:p>
        </p:txBody>
      </p:sp>
      <p:sp>
        <p:nvSpPr>
          <p:cNvPr id="14" name="slot:item_1_body"/>
          <p:cNvSpPr txBox="1"/>
          <p:nvPr/>
        </p:nvSpPr>
        <p:spPr>
          <a:xfrm>
            <a:off x="813816" y="4553712"/>
            <a:ext cx="3090672" cy="1353311"/>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用語を揃え、同じ資料へ辿れる入口を整える。</a:t>
            </a:r>
          </a:p>
        </p:txBody>
      </p:sp>
      <p:sp>
        <p:nvSpPr>
          <p:cNvPr id="15" name="decor:6"/>
          <p:cNvSpPr/>
          <p:nvPr/>
        </p:nvSpPr>
        <p:spPr>
          <a:xfrm>
            <a:off x="4334256" y="3621024"/>
            <a:ext cx="3511296" cy="2377439"/>
          </a:xfrm>
          <a:prstGeom prst="rect">
            <a:avLst/>
          </a:prstGeom>
          <a:solidFill>
            <a:srgbClr val="FFFFFF"/>
          </a:solidFill>
          <a:ln w="889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ecor:7"/>
          <p:cNvSpPr/>
          <p:nvPr/>
        </p:nvSpPr>
        <p:spPr>
          <a:xfrm>
            <a:off x="4334256" y="3621024"/>
            <a:ext cx="41148" cy="2377439"/>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slot:item_2_heading"/>
          <p:cNvSpPr txBox="1"/>
          <p:nvPr/>
        </p:nvSpPr>
        <p:spPr>
          <a:xfrm>
            <a:off x="4544568" y="3758184"/>
            <a:ext cx="3090672" cy="64008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根拠まで辿れる</a:t>
            </a:r>
          </a:p>
        </p:txBody>
      </p:sp>
      <p:sp>
        <p:nvSpPr>
          <p:cNvPr id="18" name="slot:item_2_body"/>
          <p:cNvSpPr txBox="1"/>
          <p:nvPr/>
        </p:nvSpPr>
        <p:spPr>
          <a:xfrm>
            <a:off x="4544568" y="4553712"/>
            <a:ext cx="3090672" cy="1353311"/>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原文の条件と確認日を、要約とともに残す。</a:t>
            </a:r>
          </a:p>
        </p:txBody>
      </p:sp>
      <p:sp>
        <p:nvSpPr>
          <p:cNvPr id="19" name="decor:8"/>
          <p:cNvSpPr/>
          <p:nvPr/>
        </p:nvSpPr>
        <p:spPr>
          <a:xfrm>
            <a:off x="8065008" y="3621024"/>
            <a:ext cx="3511296" cy="2377439"/>
          </a:xfrm>
          <a:prstGeom prst="rect">
            <a:avLst/>
          </a:prstGeom>
          <a:solidFill>
            <a:srgbClr val="FFFFFF"/>
          </a:solidFill>
          <a:ln w="889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decor:9"/>
          <p:cNvSpPr/>
          <p:nvPr/>
        </p:nvSpPr>
        <p:spPr>
          <a:xfrm>
            <a:off x="8065008" y="3621024"/>
            <a:ext cx="41148" cy="2377439"/>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slot:item_3_heading"/>
          <p:cNvSpPr txBox="1"/>
          <p:nvPr/>
        </p:nvSpPr>
        <p:spPr>
          <a:xfrm>
            <a:off x="8275320" y="3758184"/>
            <a:ext cx="3090672" cy="64008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更新範囲を決める</a:t>
            </a:r>
          </a:p>
        </p:txBody>
      </p:sp>
      <p:sp>
        <p:nvSpPr>
          <p:cNvPr id="22" name="slot:item_3_body"/>
          <p:cNvSpPr txBox="1"/>
          <p:nvPr/>
        </p:nvSpPr>
        <p:spPr>
          <a:xfrm>
            <a:off x="8275320" y="4553712"/>
            <a:ext cx="3090672" cy="1353311"/>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変更頻度に応じて担当と再確認の時期を決める。</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公開レイアウト見本</a:t>
            </a:r>
          </a:p>
        </p:txBody>
      </p:sp>
      <p:sp>
        <p:nvSpPr>
          <p:cNvPr id="4" name="meta:page"/>
          <p:cNvSpPr txBox="1"/>
          <p:nvPr/>
        </p:nvSpPr>
        <p:spPr>
          <a:xfrm>
            <a:off x="10972800" y="6391656"/>
            <a:ext cx="621792" cy="274320"/>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7</a:t>
            </a:r>
          </a:p>
        </p:txBody>
      </p:sp>
      <p:sp>
        <p:nvSpPr>
          <p:cNvPr id="5" name="meta:footer"/>
          <p:cNvSpPr txBox="1"/>
          <p:nvPr/>
        </p:nvSpPr>
        <p:spPr>
          <a:xfrm>
            <a:off x="603504" y="6419088"/>
            <a:ext cx="9601200" cy="237744"/>
          </a:xfrm>
          <a:prstGeom prst="rect">
            <a:avLst/>
          </a:prstGeom>
          <a:noFill/>
        </p:spPr>
        <p:txBody>
          <a:bodyPr wrap="square"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slide-layout-agent</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社内ナレッジを探しやすくする条件</a:t>
            </a:r>
          </a:p>
        </p:txBody>
      </p:sp>
      <p:sp>
        <p:nvSpPr>
          <p:cNvPr id="8" name="slot:context"/>
          <p:cNvSpPr txBox="1"/>
          <p:nvPr/>
        </p:nvSpPr>
        <p:spPr>
          <a:xfrm>
            <a:off x="621792" y="1490472"/>
            <a:ext cx="10927080" cy="502920"/>
          </a:xfrm>
          <a:prstGeom prst="rect">
            <a:avLst/>
          </a:prstGeom>
          <a:noFill/>
        </p:spPr>
        <p:txBody>
          <a:bodyPr wrap="square"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架空の社内調査。運用条件を整理した所見であり、効果を実証したものではない。</a:t>
            </a:r>
          </a:p>
        </p:txBody>
      </p:sp>
      <p:sp>
        <p:nvSpPr>
          <p:cNvPr id="9" name="decor:3"/>
          <p:cNvSpPr/>
          <p:nvPr/>
        </p:nvSpPr>
        <p:spPr>
          <a:xfrm>
            <a:off x="603504" y="2130552"/>
            <a:ext cx="10972800" cy="868680"/>
          </a:xfrm>
          <a:prstGeom prst="rect">
            <a:avLst/>
          </a:prstGeom>
          <a:solidFill>
            <a:srgbClr val="E8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lot:conclusion"/>
          <p:cNvSpPr txBox="1"/>
          <p:nvPr/>
        </p:nvSpPr>
        <p:spPr>
          <a:xfrm>
            <a:off x="841248" y="2295144"/>
            <a:ext cx="10469880" cy="649224"/>
          </a:xfrm>
          <a:prstGeom prst="rect">
            <a:avLst/>
          </a:prstGeom>
          <a:noFill/>
        </p:spPr>
        <p:txBody>
          <a:bodyPr wrap="square" lIns="18288" rIns="18288" tIns="13716" bIns="13716">
            <a:noAutofit/>
          </a:bodyPr>
          <a:lstStyle/>
          <a:p>
            <a:pPr hangingPunct="0" eaLnBrk="1" latinLnBrk="0">
              <a:lnSpc>
                <a:spcPts val="3125"/>
              </a:lnSpc>
              <a:spcBef>
                <a:spcPts val="0"/>
              </a:spcBef>
              <a:spcAft>
                <a:spcPts val="0"/>
              </a:spcAft>
              <a:defRPr lang="ja-JP" sz="2500" b="1">
                <a:solidFill>
                  <a:srgbClr val="087E83"/>
                </a:solidFill>
                <a:latin typeface="Yu Gothic"/>
                <a:ea typeface="Yu Gothic"/>
                <a:cs typeface="Yu Gothic"/>
              </a:defRPr>
            </a:pPr>
            <a:r>
              <a:rPr lang="ja-JP" sz="2500" b="1">
                <a:solidFill>
                  <a:srgbClr val="087E83"/>
                </a:solidFill>
                <a:latin typeface="Yu Gothic"/>
                <a:ea typeface="Yu Gothic"/>
                <a:cs typeface="Yu Gothic"/>
              </a:rPr>
              <a:t>検索の入口だけでなく、根拠と更新責任を一緒に設計する</a:t>
            </a:r>
          </a:p>
        </p:txBody>
      </p:sp>
      <p:sp>
        <p:nvSpPr>
          <p:cNvPr id="11" name="decor:4"/>
          <p:cNvSpPr/>
          <p:nvPr/>
        </p:nvSpPr>
        <p:spPr>
          <a:xfrm>
            <a:off x="603504" y="3227832"/>
            <a:ext cx="3511296" cy="2770631"/>
          </a:xfrm>
          <a:prstGeom prst="rect">
            <a:avLst/>
          </a:prstGeom>
          <a:solidFill>
            <a:srgbClr val="FFFFFF"/>
          </a:solidFill>
          <a:ln w="889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ecor:5"/>
          <p:cNvSpPr/>
          <p:nvPr/>
        </p:nvSpPr>
        <p:spPr>
          <a:xfrm>
            <a:off x="603504" y="3227832"/>
            <a:ext cx="41148" cy="2770631"/>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slot:item_1_heading"/>
          <p:cNvSpPr txBox="1"/>
          <p:nvPr/>
        </p:nvSpPr>
        <p:spPr>
          <a:xfrm>
            <a:off x="813816" y="3364992"/>
            <a:ext cx="3090672" cy="64008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検索入口を揃える</a:t>
            </a:r>
          </a:p>
        </p:txBody>
      </p:sp>
      <p:sp>
        <p:nvSpPr>
          <p:cNvPr id="14" name="slot:item_1_body"/>
          <p:cNvSpPr txBox="1"/>
          <p:nvPr/>
        </p:nvSpPr>
        <p:spPr>
          <a:xfrm>
            <a:off x="813816" y="4160520"/>
            <a:ext cx="3090672" cy="1746503"/>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用語を揃え、同じ資料へ辿れる入口を整える。</a:t>
            </a:r>
          </a:p>
        </p:txBody>
      </p:sp>
      <p:sp>
        <p:nvSpPr>
          <p:cNvPr id="15" name="decor:6"/>
          <p:cNvSpPr/>
          <p:nvPr/>
        </p:nvSpPr>
        <p:spPr>
          <a:xfrm>
            <a:off x="4334256" y="3227832"/>
            <a:ext cx="3511296" cy="2770631"/>
          </a:xfrm>
          <a:prstGeom prst="rect">
            <a:avLst/>
          </a:prstGeom>
          <a:solidFill>
            <a:srgbClr val="FFFFFF"/>
          </a:solidFill>
          <a:ln w="889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ecor:7"/>
          <p:cNvSpPr/>
          <p:nvPr/>
        </p:nvSpPr>
        <p:spPr>
          <a:xfrm>
            <a:off x="4334256" y="3227832"/>
            <a:ext cx="41148" cy="2770631"/>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slot:item_2_heading"/>
          <p:cNvSpPr txBox="1"/>
          <p:nvPr/>
        </p:nvSpPr>
        <p:spPr>
          <a:xfrm>
            <a:off x="4544568" y="3364992"/>
            <a:ext cx="3090672" cy="64008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根拠まで辿れる</a:t>
            </a:r>
          </a:p>
        </p:txBody>
      </p:sp>
      <p:sp>
        <p:nvSpPr>
          <p:cNvPr id="18" name="slot:item_2_body"/>
          <p:cNvSpPr txBox="1"/>
          <p:nvPr/>
        </p:nvSpPr>
        <p:spPr>
          <a:xfrm>
            <a:off x="4544568" y="4160520"/>
            <a:ext cx="3090672" cy="1746503"/>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原文の条件と確認日を、要約とともに残す。</a:t>
            </a:r>
          </a:p>
        </p:txBody>
      </p:sp>
      <p:sp>
        <p:nvSpPr>
          <p:cNvPr id="19" name="decor:8"/>
          <p:cNvSpPr/>
          <p:nvPr/>
        </p:nvSpPr>
        <p:spPr>
          <a:xfrm>
            <a:off x="8065008" y="3227832"/>
            <a:ext cx="3511296" cy="2770631"/>
          </a:xfrm>
          <a:prstGeom prst="rect">
            <a:avLst/>
          </a:prstGeom>
          <a:solidFill>
            <a:srgbClr val="FFFFFF"/>
          </a:solidFill>
          <a:ln w="889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decor:9"/>
          <p:cNvSpPr/>
          <p:nvPr/>
        </p:nvSpPr>
        <p:spPr>
          <a:xfrm>
            <a:off x="8065008" y="3227832"/>
            <a:ext cx="41148" cy="2770631"/>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slot:item_3_heading"/>
          <p:cNvSpPr txBox="1"/>
          <p:nvPr/>
        </p:nvSpPr>
        <p:spPr>
          <a:xfrm>
            <a:off x="8275320" y="3364992"/>
            <a:ext cx="3090672" cy="64008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更新範囲を決める</a:t>
            </a:r>
          </a:p>
        </p:txBody>
      </p:sp>
      <p:sp>
        <p:nvSpPr>
          <p:cNvPr id="22" name="slot:item_3_body"/>
          <p:cNvSpPr txBox="1"/>
          <p:nvPr/>
        </p:nvSpPr>
        <p:spPr>
          <a:xfrm>
            <a:off x="8275320" y="4160520"/>
            <a:ext cx="3090672" cy="1746503"/>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変更頻度に応じて担当と再確認の時期を決める。</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公開レイアウト見本</a:t>
            </a:r>
          </a:p>
        </p:txBody>
      </p:sp>
      <p:sp>
        <p:nvSpPr>
          <p:cNvPr id="4" name="meta:page"/>
          <p:cNvSpPr txBox="1"/>
          <p:nvPr/>
        </p:nvSpPr>
        <p:spPr>
          <a:xfrm>
            <a:off x="10972800" y="6391656"/>
            <a:ext cx="621792" cy="274320"/>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8</a:t>
            </a:r>
          </a:p>
        </p:txBody>
      </p:sp>
      <p:sp>
        <p:nvSpPr>
          <p:cNvPr id="5" name="meta:footer"/>
          <p:cNvSpPr txBox="1"/>
          <p:nvPr/>
        </p:nvSpPr>
        <p:spPr>
          <a:xfrm>
            <a:off x="603504" y="6419088"/>
            <a:ext cx="9601200" cy="237744"/>
          </a:xfrm>
          <a:prstGeom prst="rect">
            <a:avLst/>
          </a:prstGeom>
          <a:noFill/>
        </p:spPr>
        <p:txBody>
          <a:bodyPr wrap="square"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slide-layout-agent</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社内ナレッジを探しやすくする条件</a:t>
            </a:r>
          </a:p>
        </p:txBody>
      </p:sp>
      <p:sp>
        <p:nvSpPr>
          <p:cNvPr id="8" name="slot:context"/>
          <p:cNvSpPr txBox="1"/>
          <p:nvPr/>
        </p:nvSpPr>
        <p:spPr>
          <a:xfrm>
            <a:off x="621792" y="1490472"/>
            <a:ext cx="10927080" cy="502920"/>
          </a:xfrm>
          <a:prstGeom prst="rect">
            <a:avLst/>
          </a:prstGeom>
          <a:noFill/>
        </p:spPr>
        <p:txBody>
          <a:bodyPr wrap="square"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架空の社内調査。運用条件を整理した所見であり、効果を実証したものではない。</a:t>
            </a:r>
          </a:p>
        </p:txBody>
      </p:sp>
      <p:sp>
        <p:nvSpPr>
          <p:cNvPr id="9" name="decor:3"/>
          <p:cNvSpPr/>
          <p:nvPr/>
        </p:nvSpPr>
        <p:spPr>
          <a:xfrm>
            <a:off x="694944" y="4069080"/>
            <a:ext cx="1078992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lot:item_1_heading"/>
          <p:cNvSpPr txBox="1"/>
          <p:nvPr/>
        </p:nvSpPr>
        <p:spPr>
          <a:xfrm>
            <a:off x="694944" y="2176272"/>
            <a:ext cx="2834640" cy="68580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検索入口を揃える</a:t>
            </a:r>
          </a:p>
        </p:txBody>
      </p:sp>
      <p:sp>
        <p:nvSpPr>
          <p:cNvPr id="11" name="slot:item_1_body"/>
          <p:cNvSpPr txBox="1"/>
          <p:nvPr/>
        </p:nvSpPr>
        <p:spPr>
          <a:xfrm>
            <a:off x="3739896" y="2176272"/>
            <a:ext cx="7744968" cy="1901952"/>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用語を揃え、同じ資料へ辿れる入口を整える。</a:t>
            </a:r>
          </a:p>
        </p:txBody>
      </p:sp>
      <p:sp>
        <p:nvSpPr>
          <p:cNvPr id="12" name="decor:4"/>
          <p:cNvSpPr/>
          <p:nvPr/>
        </p:nvSpPr>
        <p:spPr>
          <a:xfrm>
            <a:off x="694944" y="5998464"/>
            <a:ext cx="1078992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slot:item_2_heading"/>
          <p:cNvSpPr txBox="1"/>
          <p:nvPr/>
        </p:nvSpPr>
        <p:spPr>
          <a:xfrm>
            <a:off x="694944" y="4105655"/>
            <a:ext cx="2834640" cy="68580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根拠まで辿れる</a:t>
            </a:r>
          </a:p>
        </p:txBody>
      </p:sp>
      <p:sp>
        <p:nvSpPr>
          <p:cNvPr id="14" name="slot:item_2_body"/>
          <p:cNvSpPr txBox="1"/>
          <p:nvPr/>
        </p:nvSpPr>
        <p:spPr>
          <a:xfrm>
            <a:off x="3739896" y="4105655"/>
            <a:ext cx="7744968" cy="1901952"/>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原文の条件と確認日を、要約とともに残す。</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公開レイアウト見本</a:t>
            </a:r>
          </a:p>
        </p:txBody>
      </p:sp>
      <p:sp>
        <p:nvSpPr>
          <p:cNvPr id="4" name="meta:page"/>
          <p:cNvSpPr txBox="1"/>
          <p:nvPr/>
        </p:nvSpPr>
        <p:spPr>
          <a:xfrm>
            <a:off x="10972800" y="6391656"/>
            <a:ext cx="621792" cy="274320"/>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9</a:t>
            </a:r>
          </a:p>
        </p:txBody>
      </p:sp>
      <p:sp>
        <p:nvSpPr>
          <p:cNvPr id="5" name="meta:footer"/>
          <p:cNvSpPr txBox="1"/>
          <p:nvPr/>
        </p:nvSpPr>
        <p:spPr>
          <a:xfrm>
            <a:off x="603504" y="6419088"/>
            <a:ext cx="9601200" cy="237744"/>
          </a:xfrm>
          <a:prstGeom prst="rect">
            <a:avLst/>
          </a:prstGeom>
          <a:noFill/>
        </p:spPr>
        <p:txBody>
          <a:bodyPr wrap="square"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slide-layout-agent</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社内ナレッジを探しやすくする条件</a:t>
            </a:r>
          </a:p>
        </p:txBody>
      </p:sp>
      <p:sp>
        <p:nvSpPr>
          <p:cNvPr id="8" name="slot:context"/>
          <p:cNvSpPr txBox="1"/>
          <p:nvPr/>
        </p:nvSpPr>
        <p:spPr>
          <a:xfrm>
            <a:off x="621792" y="1490472"/>
            <a:ext cx="10927080" cy="502920"/>
          </a:xfrm>
          <a:prstGeom prst="rect">
            <a:avLst/>
          </a:prstGeom>
          <a:noFill/>
        </p:spPr>
        <p:txBody>
          <a:bodyPr wrap="square"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架空の社内調査。運用条件を整理した所見であり、効果を実証したものではない。</a:t>
            </a:r>
          </a:p>
        </p:txBody>
      </p:sp>
      <p:sp>
        <p:nvSpPr>
          <p:cNvPr id="9" name="decor:3"/>
          <p:cNvSpPr/>
          <p:nvPr/>
        </p:nvSpPr>
        <p:spPr>
          <a:xfrm>
            <a:off x="603504" y="2139696"/>
            <a:ext cx="5349240" cy="41148"/>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lot:item_1_heading"/>
          <p:cNvSpPr txBox="1"/>
          <p:nvPr/>
        </p:nvSpPr>
        <p:spPr>
          <a:xfrm>
            <a:off x="603504" y="2322576"/>
            <a:ext cx="5349240" cy="658368"/>
          </a:xfrm>
          <a:prstGeom prst="rect">
            <a:avLst/>
          </a:prstGeom>
          <a:noFill/>
        </p:spPr>
        <p:txBody>
          <a:bodyPr wrap="square" lIns="18288" rIns="18288" tIns="13716" bIns="13716">
            <a:noAutofit/>
          </a:bodyPr>
          <a:lstStyle/>
          <a:p>
            <a:pPr hangingPunct="0" eaLnBrk="1" latinLnBrk="0">
              <a:lnSpc>
                <a:spcPts val="2625"/>
              </a:lnSpc>
              <a:spcBef>
                <a:spcPts val="0"/>
              </a:spcBef>
              <a:spcAft>
                <a:spcPts val="0"/>
              </a:spcAft>
              <a:defRPr lang="ja-JP" sz="2100" b="1">
                <a:solidFill>
                  <a:srgbClr val="213547"/>
                </a:solidFill>
                <a:latin typeface="Yu Gothic"/>
                <a:ea typeface="Yu Gothic"/>
                <a:cs typeface="Yu Gothic"/>
              </a:defRPr>
            </a:pPr>
            <a:r>
              <a:rPr lang="ja-JP" sz="2100" b="1">
                <a:solidFill>
                  <a:srgbClr val="213547"/>
                </a:solidFill>
                <a:latin typeface="Yu Gothic"/>
                <a:ea typeface="Yu Gothic"/>
                <a:cs typeface="Yu Gothic"/>
              </a:rPr>
              <a:t>検索入口を揃える</a:t>
            </a:r>
          </a:p>
        </p:txBody>
      </p:sp>
      <p:sp>
        <p:nvSpPr>
          <p:cNvPr id="11" name="slot:item_1_body"/>
          <p:cNvSpPr txBox="1"/>
          <p:nvPr/>
        </p:nvSpPr>
        <p:spPr>
          <a:xfrm>
            <a:off x="603504" y="3081528"/>
            <a:ext cx="5349240" cy="2834639"/>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0">
                <a:solidFill>
                  <a:srgbClr val="213547"/>
                </a:solidFill>
                <a:latin typeface="Yu Gothic"/>
                <a:ea typeface="Yu Gothic"/>
                <a:cs typeface="Yu Gothic"/>
              </a:defRPr>
            </a:pPr>
            <a:r>
              <a:rPr lang="ja-JP" sz="2000" b="0">
                <a:solidFill>
                  <a:srgbClr val="213547"/>
                </a:solidFill>
                <a:latin typeface="Yu Gothic"/>
                <a:ea typeface="Yu Gothic"/>
                <a:cs typeface="Yu Gothic"/>
              </a:rPr>
              <a:t>用語を揃え、同じ資料へ辿れる入口を整える。</a:t>
            </a:r>
          </a:p>
        </p:txBody>
      </p:sp>
      <p:sp>
        <p:nvSpPr>
          <p:cNvPr id="12" name="decor:4"/>
          <p:cNvSpPr/>
          <p:nvPr/>
        </p:nvSpPr>
        <p:spPr>
          <a:xfrm>
            <a:off x="6227064" y="2139696"/>
            <a:ext cx="5349240" cy="41148"/>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slot:item_2_heading"/>
          <p:cNvSpPr txBox="1"/>
          <p:nvPr/>
        </p:nvSpPr>
        <p:spPr>
          <a:xfrm>
            <a:off x="6227064" y="2322576"/>
            <a:ext cx="5349240" cy="658368"/>
          </a:xfrm>
          <a:prstGeom prst="rect">
            <a:avLst/>
          </a:prstGeom>
          <a:noFill/>
        </p:spPr>
        <p:txBody>
          <a:bodyPr wrap="square" lIns="18288" rIns="18288" tIns="13716" bIns="13716">
            <a:noAutofit/>
          </a:bodyPr>
          <a:lstStyle/>
          <a:p>
            <a:pPr hangingPunct="0" eaLnBrk="1" latinLnBrk="0">
              <a:lnSpc>
                <a:spcPts val="2625"/>
              </a:lnSpc>
              <a:spcBef>
                <a:spcPts val="0"/>
              </a:spcBef>
              <a:spcAft>
                <a:spcPts val="0"/>
              </a:spcAft>
              <a:defRPr lang="ja-JP" sz="2100" b="1">
                <a:solidFill>
                  <a:srgbClr val="213547"/>
                </a:solidFill>
                <a:latin typeface="Yu Gothic"/>
                <a:ea typeface="Yu Gothic"/>
                <a:cs typeface="Yu Gothic"/>
              </a:defRPr>
            </a:pPr>
            <a:r>
              <a:rPr lang="ja-JP" sz="2100" b="1">
                <a:solidFill>
                  <a:srgbClr val="213547"/>
                </a:solidFill>
                <a:latin typeface="Yu Gothic"/>
                <a:ea typeface="Yu Gothic"/>
                <a:cs typeface="Yu Gothic"/>
              </a:rPr>
              <a:t>根拠まで辿れる</a:t>
            </a:r>
          </a:p>
        </p:txBody>
      </p:sp>
      <p:sp>
        <p:nvSpPr>
          <p:cNvPr id="14" name="slot:item_2_body"/>
          <p:cNvSpPr txBox="1"/>
          <p:nvPr/>
        </p:nvSpPr>
        <p:spPr>
          <a:xfrm>
            <a:off x="6227064" y="3081528"/>
            <a:ext cx="5349240" cy="2834639"/>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0">
                <a:solidFill>
                  <a:srgbClr val="213547"/>
                </a:solidFill>
                <a:latin typeface="Yu Gothic"/>
                <a:ea typeface="Yu Gothic"/>
                <a:cs typeface="Yu Gothic"/>
              </a:defRPr>
            </a:pPr>
            <a:r>
              <a:rPr lang="ja-JP" sz="2000" b="0">
                <a:solidFill>
                  <a:srgbClr val="213547"/>
                </a:solidFill>
                <a:latin typeface="Yu Gothic"/>
                <a:ea typeface="Yu Gothic"/>
                <a:cs typeface="Yu Gothic"/>
              </a:rPr>
              <a:t>原文の条件と確認日を、要約とともに残す。</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公開レイアウト見本</a:t>
            </a:r>
          </a:p>
        </p:txBody>
      </p:sp>
      <p:sp>
        <p:nvSpPr>
          <p:cNvPr id="4" name="meta:page"/>
          <p:cNvSpPr txBox="1"/>
          <p:nvPr/>
        </p:nvSpPr>
        <p:spPr>
          <a:xfrm>
            <a:off x="10972800" y="6391656"/>
            <a:ext cx="621792" cy="274320"/>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10</a:t>
            </a:r>
          </a:p>
        </p:txBody>
      </p:sp>
      <p:sp>
        <p:nvSpPr>
          <p:cNvPr id="5" name="meta:footer"/>
          <p:cNvSpPr txBox="1"/>
          <p:nvPr/>
        </p:nvSpPr>
        <p:spPr>
          <a:xfrm>
            <a:off x="603504" y="6419088"/>
            <a:ext cx="9601200" cy="237744"/>
          </a:xfrm>
          <a:prstGeom prst="rect">
            <a:avLst/>
          </a:prstGeom>
          <a:noFill/>
        </p:spPr>
        <p:txBody>
          <a:bodyPr wrap="square"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slide-layout-agent</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社内ナレッジを探しやすくする条件</a:t>
            </a:r>
          </a:p>
        </p:txBody>
      </p:sp>
      <p:sp>
        <p:nvSpPr>
          <p:cNvPr id="8" name="slot:context"/>
          <p:cNvSpPr txBox="1"/>
          <p:nvPr/>
        </p:nvSpPr>
        <p:spPr>
          <a:xfrm>
            <a:off x="621792" y="1490472"/>
            <a:ext cx="10927080" cy="502920"/>
          </a:xfrm>
          <a:prstGeom prst="rect">
            <a:avLst/>
          </a:prstGeom>
          <a:noFill/>
        </p:spPr>
        <p:txBody>
          <a:bodyPr wrap="square"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架空の社内調査。運用条件を整理した所見であり、効果を実証したものではない。</a:t>
            </a:r>
          </a:p>
        </p:txBody>
      </p:sp>
      <p:sp>
        <p:nvSpPr>
          <p:cNvPr id="9" name="decor:3"/>
          <p:cNvSpPr/>
          <p:nvPr/>
        </p:nvSpPr>
        <p:spPr>
          <a:xfrm>
            <a:off x="694944" y="3425952"/>
            <a:ext cx="1078992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lot:item_1_heading"/>
          <p:cNvSpPr txBox="1"/>
          <p:nvPr/>
        </p:nvSpPr>
        <p:spPr>
          <a:xfrm>
            <a:off x="694944" y="2176272"/>
            <a:ext cx="2834640" cy="68580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検索入口を揃える</a:t>
            </a:r>
          </a:p>
        </p:txBody>
      </p:sp>
      <p:sp>
        <p:nvSpPr>
          <p:cNvPr id="11" name="slot:item_1_body"/>
          <p:cNvSpPr txBox="1"/>
          <p:nvPr/>
        </p:nvSpPr>
        <p:spPr>
          <a:xfrm>
            <a:off x="3739896" y="2176272"/>
            <a:ext cx="7744968" cy="1258823"/>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用語を揃え、同じ資料へ辿れる入口を整える。</a:t>
            </a:r>
          </a:p>
        </p:txBody>
      </p:sp>
      <p:sp>
        <p:nvSpPr>
          <p:cNvPr id="12" name="decor:4"/>
          <p:cNvSpPr/>
          <p:nvPr/>
        </p:nvSpPr>
        <p:spPr>
          <a:xfrm>
            <a:off x="694944" y="4712208"/>
            <a:ext cx="1078992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slot:item_2_heading"/>
          <p:cNvSpPr txBox="1"/>
          <p:nvPr/>
        </p:nvSpPr>
        <p:spPr>
          <a:xfrm>
            <a:off x="694944" y="3462528"/>
            <a:ext cx="2834640" cy="68580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根拠まで辿れる</a:t>
            </a:r>
          </a:p>
        </p:txBody>
      </p:sp>
      <p:sp>
        <p:nvSpPr>
          <p:cNvPr id="14" name="slot:item_2_body"/>
          <p:cNvSpPr txBox="1"/>
          <p:nvPr/>
        </p:nvSpPr>
        <p:spPr>
          <a:xfrm>
            <a:off x="3739896" y="3462528"/>
            <a:ext cx="7744968" cy="1258823"/>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原文の条件と確認日を、要約とともに残す。</a:t>
            </a:r>
          </a:p>
        </p:txBody>
      </p:sp>
      <p:sp>
        <p:nvSpPr>
          <p:cNvPr id="15" name="decor:5"/>
          <p:cNvSpPr/>
          <p:nvPr/>
        </p:nvSpPr>
        <p:spPr>
          <a:xfrm>
            <a:off x="694944" y="5998464"/>
            <a:ext cx="1078992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lot:item_3_heading"/>
          <p:cNvSpPr txBox="1"/>
          <p:nvPr/>
        </p:nvSpPr>
        <p:spPr>
          <a:xfrm>
            <a:off x="694944" y="4748783"/>
            <a:ext cx="2834640" cy="68580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更新範囲を決める</a:t>
            </a:r>
          </a:p>
        </p:txBody>
      </p:sp>
      <p:sp>
        <p:nvSpPr>
          <p:cNvPr id="17" name="slot:item_3_body"/>
          <p:cNvSpPr txBox="1"/>
          <p:nvPr/>
        </p:nvSpPr>
        <p:spPr>
          <a:xfrm>
            <a:off x="3739896" y="4748783"/>
            <a:ext cx="7744968" cy="1258823"/>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変更頻度に応じて担当と再確認の時期を決める。</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公開レイアウト見本</a:t>
            </a:r>
          </a:p>
        </p:txBody>
      </p:sp>
      <p:sp>
        <p:nvSpPr>
          <p:cNvPr id="4" name="meta:page"/>
          <p:cNvSpPr txBox="1"/>
          <p:nvPr/>
        </p:nvSpPr>
        <p:spPr>
          <a:xfrm>
            <a:off x="10972800" y="6391656"/>
            <a:ext cx="621792" cy="274320"/>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11</a:t>
            </a:r>
          </a:p>
        </p:txBody>
      </p:sp>
      <p:sp>
        <p:nvSpPr>
          <p:cNvPr id="5" name="meta:footer"/>
          <p:cNvSpPr txBox="1"/>
          <p:nvPr/>
        </p:nvSpPr>
        <p:spPr>
          <a:xfrm>
            <a:off x="603504" y="6419088"/>
            <a:ext cx="9601200" cy="237744"/>
          </a:xfrm>
          <a:prstGeom prst="rect">
            <a:avLst/>
          </a:prstGeom>
          <a:noFill/>
        </p:spPr>
        <p:txBody>
          <a:bodyPr wrap="square"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slide-layout-agent</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社内ナレッジを探しやすくする条件</a:t>
            </a:r>
          </a:p>
        </p:txBody>
      </p:sp>
      <p:sp>
        <p:nvSpPr>
          <p:cNvPr id="8" name="slot:context"/>
          <p:cNvSpPr txBox="1"/>
          <p:nvPr/>
        </p:nvSpPr>
        <p:spPr>
          <a:xfrm>
            <a:off x="621792" y="1490472"/>
            <a:ext cx="10927080" cy="502920"/>
          </a:xfrm>
          <a:prstGeom prst="rect">
            <a:avLst/>
          </a:prstGeom>
          <a:noFill/>
        </p:spPr>
        <p:txBody>
          <a:bodyPr wrap="square"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架空の社内調査。運用条件を整理した所見であり、効果を実証したものではない。</a:t>
            </a:r>
          </a:p>
        </p:txBody>
      </p:sp>
      <p:sp>
        <p:nvSpPr>
          <p:cNvPr id="9" name="decor:3"/>
          <p:cNvSpPr/>
          <p:nvPr/>
        </p:nvSpPr>
        <p:spPr>
          <a:xfrm>
            <a:off x="603504" y="2139696"/>
            <a:ext cx="3474720" cy="41148"/>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lot:item_1_heading"/>
          <p:cNvSpPr txBox="1"/>
          <p:nvPr/>
        </p:nvSpPr>
        <p:spPr>
          <a:xfrm>
            <a:off x="603504" y="2322576"/>
            <a:ext cx="3474720" cy="658368"/>
          </a:xfrm>
          <a:prstGeom prst="rect">
            <a:avLst/>
          </a:prstGeom>
          <a:noFill/>
        </p:spPr>
        <p:txBody>
          <a:bodyPr wrap="square" lIns="18288" rIns="18288" tIns="13716" bIns="13716">
            <a:noAutofit/>
          </a:bodyPr>
          <a:lstStyle/>
          <a:p>
            <a:pPr hangingPunct="0" eaLnBrk="1" latinLnBrk="0">
              <a:lnSpc>
                <a:spcPts val="2625"/>
              </a:lnSpc>
              <a:spcBef>
                <a:spcPts val="0"/>
              </a:spcBef>
              <a:spcAft>
                <a:spcPts val="0"/>
              </a:spcAft>
              <a:defRPr lang="ja-JP" sz="2100" b="1">
                <a:solidFill>
                  <a:srgbClr val="213547"/>
                </a:solidFill>
                <a:latin typeface="Yu Gothic"/>
                <a:ea typeface="Yu Gothic"/>
                <a:cs typeface="Yu Gothic"/>
              </a:defRPr>
            </a:pPr>
            <a:r>
              <a:rPr lang="ja-JP" sz="2100" b="1">
                <a:solidFill>
                  <a:srgbClr val="213547"/>
                </a:solidFill>
                <a:latin typeface="Yu Gothic"/>
                <a:ea typeface="Yu Gothic"/>
                <a:cs typeface="Yu Gothic"/>
              </a:rPr>
              <a:t>検索入口を揃える</a:t>
            </a:r>
          </a:p>
        </p:txBody>
      </p:sp>
      <p:sp>
        <p:nvSpPr>
          <p:cNvPr id="11" name="slot:item_1_body"/>
          <p:cNvSpPr txBox="1"/>
          <p:nvPr/>
        </p:nvSpPr>
        <p:spPr>
          <a:xfrm>
            <a:off x="603504" y="3081528"/>
            <a:ext cx="3474720" cy="2834639"/>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0">
                <a:solidFill>
                  <a:srgbClr val="213547"/>
                </a:solidFill>
                <a:latin typeface="Yu Gothic"/>
                <a:ea typeface="Yu Gothic"/>
                <a:cs typeface="Yu Gothic"/>
              </a:defRPr>
            </a:pPr>
            <a:r>
              <a:rPr lang="ja-JP" sz="2000" b="0">
                <a:solidFill>
                  <a:srgbClr val="213547"/>
                </a:solidFill>
                <a:latin typeface="Yu Gothic"/>
                <a:ea typeface="Yu Gothic"/>
                <a:cs typeface="Yu Gothic"/>
              </a:rPr>
              <a:t>用語を揃え、同じ資料へ辿れる入口を整える。</a:t>
            </a:r>
          </a:p>
        </p:txBody>
      </p:sp>
      <p:sp>
        <p:nvSpPr>
          <p:cNvPr id="12" name="decor:4"/>
          <p:cNvSpPr/>
          <p:nvPr/>
        </p:nvSpPr>
        <p:spPr>
          <a:xfrm>
            <a:off x="4352544" y="2139696"/>
            <a:ext cx="3474720" cy="41148"/>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slot:item_2_heading"/>
          <p:cNvSpPr txBox="1"/>
          <p:nvPr/>
        </p:nvSpPr>
        <p:spPr>
          <a:xfrm>
            <a:off x="4352544" y="2322576"/>
            <a:ext cx="3474720" cy="658368"/>
          </a:xfrm>
          <a:prstGeom prst="rect">
            <a:avLst/>
          </a:prstGeom>
          <a:noFill/>
        </p:spPr>
        <p:txBody>
          <a:bodyPr wrap="square" lIns="18288" rIns="18288" tIns="13716" bIns="13716">
            <a:noAutofit/>
          </a:bodyPr>
          <a:lstStyle/>
          <a:p>
            <a:pPr hangingPunct="0" eaLnBrk="1" latinLnBrk="0">
              <a:lnSpc>
                <a:spcPts val="2625"/>
              </a:lnSpc>
              <a:spcBef>
                <a:spcPts val="0"/>
              </a:spcBef>
              <a:spcAft>
                <a:spcPts val="0"/>
              </a:spcAft>
              <a:defRPr lang="ja-JP" sz="2100" b="1">
                <a:solidFill>
                  <a:srgbClr val="213547"/>
                </a:solidFill>
                <a:latin typeface="Yu Gothic"/>
                <a:ea typeface="Yu Gothic"/>
                <a:cs typeface="Yu Gothic"/>
              </a:defRPr>
            </a:pPr>
            <a:r>
              <a:rPr lang="ja-JP" sz="2100" b="1">
                <a:solidFill>
                  <a:srgbClr val="213547"/>
                </a:solidFill>
                <a:latin typeface="Yu Gothic"/>
                <a:ea typeface="Yu Gothic"/>
                <a:cs typeface="Yu Gothic"/>
              </a:rPr>
              <a:t>根拠まで辿れる</a:t>
            </a:r>
          </a:p>
        </p:txBody>
      </p:sp>
      <p:sp>
        <p:nvSpPr>
          <p:cNvPr id="14" name="slot:item_2_body"/>
          <p:cNvSpPr txBox="1"/>
          <p:nvPr/>
        </p:nvSpPr>
        <p:spPr>
          <a:xfrm>
            <a:off x="4352544" y="3081528"/>
            <a:ext cx="3474720" cy="2834639"/>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0">
                <a:solidFill>
                  <a:srgbClr val="213547"/>
                </a:solidFill>
                <a:latin typeface="Yu Gothic"/>
                <a:ea typeface="Yu Gothic"/>
                <a:cs typeface="Yu Gothic"/>
              </a:defRPr>
            </a:pPr>
            <a:r>
              <a:rPr lang="ja-JP" sz="2000" b="0">
                <a:solidFill>
                  <a:srgbClr val="213547"/>
                </a:solidFill>
                <a:latin typeface="Yu Gothic"/>
                <a:ea typeface="Yu Gothic"/>
                <a:cs typeface="Yu Gothic"/>
              </a:rPr>
              <a:t>原文の条件と確認日を、要約とともに残す。</a:t>
            </a:r>
          </a:p>
        </p:txBody>
      </p:sp>
      <p:sp>
        <p:nvSpPr>
          <p:cNvPr id="15" name="decor:5"/>
          <p:cNvSpPr/>
          <p:nvPr/>
        </p:nvSpPr>
        <p:spPr>
          <a:xfrm>
            <a:off x="8101584" y="2139696"/>
            <a:ext cx="3474720" cy="41148"/>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lot:item_3_heading"/>
          <p:cNvSpPr txBox="1"/>
          <p:nvPr/>
        </p:nvSpPr>
        <p:spPr>
          <a:xfrm>
            <a:off x="8101584" y="2322576"/>
            <a:ext cx="3474720" cy="658368"/>
          </a:xfrm>
          <a:prstGeom prst="rect">
            <a:avLst/>
          </a:prstGeom>
          <a:noFill/>
        </p:spPr>
        <p:txBody>
          <a:bodyPr wrap="square" lIns="18288" rIns="18288" tIns="13716" bIns="13716">
            <a:noAutofit/>
          </a:bodyPr>
          <a:lstStyle/>
          <a:p>
            <a:pPr hangingPunct="0" eaLnBrk="1" latinLnBrk="0">
              <a:lnSpc>
                <a:spcPts val="2625"/>
              </a:lnSpc>
              <a:spcBef>
                <a:spcPts val="0"/>
              </a:spcBef>
              <a:spcAft>
                <a:spcPts val="0"/>
              </a:spcAft>
              <a:defRPr lang="ja-JP" sz="2100" b="1">
                <a:solidFill>
                  <a:srgbClr val="213547"/>
                </a:solidFill>
                <a:latin typeface="Yu Gothic"/>
                <a:ea typeface="Yu Gothic"/>
                <a:cs typeface="Yu Gothic"/>
              </a:defRPr>
            </a:pPr>
            <a:r>
              <a:rPr lang="ja-JP" sz="2100" b="1">
                <a:solidFill>
                  <a:srgbClr val="213547"/>
                </a:solidFill>
                <a:latin typeface="Yu Gothic"/>
                <a:ea typeface="Yu Gothic"/>
                <a:cs typeface="Yu Gothic"/>
              </a:rPr>
              <a:t>更新範囲を決める</a:t>
            </a:r>
          </a:p>
        </p:txBody>
      </p:sp>
      <p:sp>
        <p:nvSpPr>
          <p:cNvPr id="17" name="slot:item_3_body"/>
          <p:cNvSpPr txBox="1"/>
          <p:nvPr/>
        </p:nvSpPr>
        <p:spPr>
          <a:xfrm>
            <a:off x="8101584" y="3081528"/>
            <a:ext cx="3474720" cy="2834639"/>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0">
                <a:solidFill>
                  <a:srgbClr val="213547"/>
                </a:solidFill>
                <a:latin typeface="Yu Gothic"/>
                <a:ea typeface="Yu Gothic"/>
                <a:cs typeface="Yu Gothic"/>
              </a:defRPr>
            </a:pPr>
            <a:r>
              <a:rPr lang="ja-JP" sz="2000" b="0">
                <a:solidFill>
                  <a:srgbClr val="213547"/>
                </a:solidFill>
                <a:latin typeface="Yu Gothic"/>
                <a:ea typeface="Yu Gothic"/>
                <a:cs typeface="Yu Gothic"/>
              </a:rPr>
              <a:t>変更頻度に応じて担当と再確認の時期を決める。</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公開レイアウト見本</a:t>
            </a:r>
          </a:p>
        </p:txBody>
      </p:sp>
      <p:sp>
        <p:nvSpPr>
          <p:cNvPr id="4" name="meta:page"/>
          <p:cNvSpPr txBox="1"/>
          <p:nvPr/>
        </p:nvSpPr>
        <p:spPr>
          <a:xfrm>
            <a:off x="10972800" y="6391656"/>
            <a:ext cx="621792" cy="274320"/>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12</a:t>
            </a:r>
          </a:p>
        </p:txBody>
      </p:sp>
      <p:sp>
        <p:nvSpPr>
          <p:cNvPr id="5" name="meta:footer"/>
          <p:cNvSpPr txBox="1"/>
          <p:nvPr/>
        </p:nvSpPr>
        <p:spPr>
          <a:xfrm>
            <a:off x="603504" y="6419088"/>
            <a:ext cx="9601200" cy="237744"/>
          </a:xfrm>
          <a:prstGeom prst="rect">
            <a:avLst/>
          </a:prstGeom>
          <a:noFill/>
        </p:spPr>
        <p:txBody>
          <a:bodyPr wrap="square"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slide-layout-agent</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社内ナレッジを探しやすくする条件</a:t>
            </a:r>
          </a:p>
        </p:txBody>
      </p:sp>
      <p:sp>
        <p:nvSpPr>
          <p:cNvPr id="8" name="slot:context"/>
          <p:cNvSpPr txBox="1"/>
          <p:nvPr/>
        </p:nvSpPr>
        <p:spPr>
          <a:xfrm>
            <a:off x="621792" y="1490472"/>
            <a:ext cx="10927080" cy="502920"/>
          </a:xfrm>
          <a:prstGeom prst="rect">
            <a:avLst/>
          </a:prstGeom>
          <a:noFill/>
        </p:spPr>
        <p:txBody>
          <a:bodyPr wrap="square"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架空の社内調査。運用条件を整理した所見であり、効果を実証したものではない。</a:t>
            </a:r>
          </a:p>
        </p:txBody>
      </p:sp>
      <p:sp>
        <p:nvSpPr>
          <p:cNvPr id="9" name="decor:3"/>
          <p:cNvSpPr/>
          <p:nvPr/>
        </p:nvSpPr>
        <p:spPr>
          <a:xfrm>
            <a:off x="694944" y="3104388"/>
            <a:ext cx="1078992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lot:item_1_heading"/>
          <p:cNvSpPr txBox="1"/>
          <p:nvPr/>
        </p:nvSpPr>
        <p:spPr>
          <a:xfrm>
            <a:off x="694944" y="2176272"/>
            <a:ext cx="2834640" cy="68580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検索入口を揃える</a:t>
            </a:r>
          </a:p>
        </p:txBody>
      </p:sp>
      <p:sp>
        <p:nvSpPr>
          <p:cNvPr id="11" name="slot:item_1_body"/>
          <p:cNvSpPr txBox="1"/>
          <p:nvPr/>
        </p:nvSpPr>
        <p:spPr>
          <a:xfrm>
            <a:off x="3739896" y="2176272"/>
            <a:ext cx="7744968" cy="937259"/>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用語を揃え、同じ資料へ辿れる入口を整える。</a:t>
            </a:r>
          </a:p>
        </p:txBody>
      </p:sp>
      <p:sp>
        <p:nvSpPr>
          <p:cNvPr id="12" name="decor:4"/>
          <p:cNvSpPr/>
          <p:nvPr/>
        </p:nvSpPr>
        <p:spPr>
          <a:xfrm>
            <a:off x="694944" y="4069080"/>
            <a:ext cx="1078992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slot:item_2_heading"/>
          <p:cNvSpPr txBox="1"/>
          <p:nvPr/>
        </p:nvSpPr>
        <p:spPr>
          <a:xfrm>
            <a:off x="694944" y="3140964"/>
            <a:ext cx="2834640" cy="68580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根拠まで辿れる</a:t>
            </a:r>
          </a:p>
        </p:txBody>
      </p:sp>
      <p:sp>
        <p:nvSpPr>
          <p:cNvPr id="14" name="slot:item_2_body"/>
          <p:cNvSpPr txBox="1"/>
          <p:nvPr/>
        </p:nvSpPr>
        <p:spPr>
          <a:xfrm>
            <a:off x="3739896" y="3140964"/>
            <a:ext cx="7744968" cy="937259"/>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原文の条件と確認日を、要約とともに残す。</a:t>
            </a:r>
          </a:p>
        </p:txBody>
      </p:sp>
      <p:sp>
        <p:nvSpPr>
          <p:cNvPr id="15" name="decor:5"/>
          <p:cNvSpPr/>
          <p:nvPr/>
        </p:nvSpPr>
        <p:spPr>
          <a:xfrm>
            <a:off x="694944" y="5033772"/>
            <a:ext cx="1078992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lot:item_3_heading"/>
          <p:cNvSpPr txBox="1"/>
          <p:nvPr/>
        </p:nvSpPr>
        <p:spPr>
          <a:xfrm>
            <a:off x="694944" y="4105655"/>
            <a:ext cx="2834640" cy="68580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更新範囲を決める</a:t>
            </a:r>
          </a:p>
        </p:txBody>
      </p:sp>
      <p:sp>
        <p:nvSpPr>
          <p:cNvPr id="17" name="slot:item_3_body"/>
          <p:cNvSpPr txBox="1"/>
          <p:nvPr/>
        </p:nvSpPr>
        <p:spPr>
          <a:xfrm>
            <a:off x="3739896" y="4105655"/>
            <a:ext cx="7744968" cy="937259"/>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変更頻度に応じて担当と再確認の時期を決める。</a:t>
            </a:r>
          </a:p>
        </p:txBody>
      </p:sp>
      <p:sp>
        <p:nvSpPr>
          <p:cNvPr id="18" name="decor:6"/>
          <p:cNvSpPr/>
          <p:nvPr/>
        </p:nvSpPr>
        <p:spPr>
          <a:xfrm>
            <a:off x="694944" y="5998464"/>
            <a:ext cx="1078992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slot:item_4_heading"/>
          <p:cNvSpPr txBox="1"/>
          <p:nvPr/>
        </p:nvSpPr>
        <p:spPr>
          <a:xfrm>
            <a:off x="694944" y="5070348"/>
            <a:ext cx="2834640" cy="68580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例外を見える化</a:t>
            </a:r>
          </a:p>
        </p:txBody>
      </p:sp>
      <p:sp>
        <p:nvSpPr>
          <p:cNvPr id="20" name="slot:item_4_body"/>
          <p:cNvSpPr txBox="1"/>
          <p:nvPr/>
        </p:nvSpPr>
        <p:spPr>
          <a:xfrm>
            <a:off x="3739896" y="5070348"/>
            <a:ext cx="7744968" cy="937259"/>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適用できない場面も記録し、前提の違いを残す。</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公開レイアウト見本</a:t>
            </a:r>
          </a:p>
        </p:txBody>
      </p:sp>
      <p:sp>
        <p:nvSpPr>
          <p:cNvPr id="4" name="meta:page"/>
          <p:cNvSpPr txBox="1"/>
          <p:nvPr/>
        </p:nvSpPr>
        <p:spPr>
          <a:xfrm>
            <a:off x="10972800" y="6391656"/>
            <a:ext cx="621792" cy="274320"/>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13</a:t>
            </a:r>
          </a:p>
        </p:txBody>
      </p:sp>
      <p:sp>
        <p:nvSpPr>
          <p:cNvPr id="5" name="meta:footer"/>
          <p:cNvSpPr txBox="1"/>
          <p:nvPr/>
        </p:nvSpPr>
        <p:spPr>
          <a:xfrm>
            <a:off x="603504" y="6419088"/>
            <a:ext cx="9601200" cy="237744"/>
          </a:xfrm>
          <a:prstGeom prst="rect">
            <a:avLst/>
          </a:prstGeom>
          <a:noFill/>
        </p:spPr>
        <p:txBody>
          <a:bodyPr wrap="square"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slide-layout-agent</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社内ナレッジを探しやすくする条件</a:t>
            </a:r>
          </a:p>
        </p:txBody>
      </p:sp>
      <p:sp>
        <p:nvSpPr>
          <p:cNvPr id="8" name="slot:context"/>
          <p:cNvSpPr txBox="1"/>
          <p:nvPr/>
        </p:nvSpPr>
        <p:spPr>
          <a:xfrm>
            <a:off x="621792" y="1490472"/>
            <a:ext cx="10927080" cy="502920"/>
          </a:xfrm>
          <a:prstGeom prst="rect">
            <a:avLst/>
          </a:prstGeom>
          <a:noFill/>
        </p:spPr>
        <p:txBody>
          <a:bodyPr wrap="square"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架空の社内調査。運用条件を整理した所見であり、効果を実証したものではない。</a:t>
            </a:r>
          </a:p>
        </p:txBody>
      </p:sp>
      <p:sp>
        <p:nvSpPr>
          <p:cNvPr id="9" name="decor:3"/>
          <p:cNvSpPr/>
          <p:nvPr/>
        </p:nvSpPr>
        <p:spPr>
          <a:xfrm>
            <a:off x="603504" y="2139696"/>
            <a:ext cx="3474720" cy="41148"/>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lot:item_1_heading"/>
          <p:cNvSpPr txBox="1"/>
          <p:nvPr/>
        </p:nvSpPr>
        <p:spPr>
          <a:xfrm>
            <a:off x="603504" y="2322576"/>
            <a:ext cx="3474720" cy="658368"/>
          </a:xfrm>
          <a:prstGeom prst="rect">
            <a:avLst/>
          </a:prstGeom>
          <a:noFill/>
        </p:spPr>
        <p:txBody>
          <a:bodyPr wrap="square" lIns="18288" rIns="18288" tIns="13716" bIns="13716">
            <a:noAutofit/>
          </a:bodyPr>
          <a:lstStyle/>
          <a:p>
            <a:pPr hangingPunct="0" eaLnBrk="1" latinLnBrk="0">
              <a:lnSpc>
                <a:spcPts val="2625"/>
              </a:lnSpc>
              <a:spcBef>
                <a:spcPts val="0"/>
              </a:spcBef>
              <a:spcAft>
                <a:spcPts val="0"/>
              </a:spcAft>
              <a:defRPr lang="ja-JP" sz="2100" b="1">
                <a:solidFill>
                  <a:srgbClr val="213547"/>
                </a:solidFill>
                <a:latin typeface="Yu Gothic"/>
                <a:ea typeface="Yu Gothic"/>
                <a:cs typeface="Yu Gothic"/>
              </a:defRPr>
            </a:pPr>
            <a:r>
              <a:rPr lang="ja-JP" sz="2100" b="1">
                <a:solidFill>
                  <a:srgbClr val="213547"/>
                </a:solidFill>
                <a:latin typeface="Yu Gothic"/>
                <a:ea typeface="Yu Gothic"/>
                <a:cs typeface="Yu Gothic"/>
              </a:rPr>
              <a:t>検索入口を揃える</a:t>
            </a:r>
          </a:p>
        </p:txBody>
      </p:sp>
      <p:sp>
        <p:nvSpPr>
          <p:cNvPr id="11" name="slot:item_1_body"/>
          <p:cNvSpPr txBox="1"/>
          <p:nvPr/>
        </p:nvSpPr>
        <p:spPr>
          <a:xfrm>
            <a:off x="603504" y="3081528"/>
            <a:ext cx="3474720" cy="795527"/>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用語を揃え、同じ資料へ辿れる入口を整える。</a:t>
            </a:r>
          </a:p>
        </p:txBody>
      </p:sp>
      <p:sp>
        <p:nvSpPr>
          <p:cNvPr id="12" name="decor:4"/>
          <p:cNvSpPr/>
          <p:nvPr/>
        </p:nvSpPr>
        <p:spPr>
          <a:xfrm>
            <a:off x="4352544" y="2139696"/>
            <a:ext cx="3474720" cy="41148"/>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slot:item_2_heading"/>
          <p:cNvSpPr txBox="1"/>
          <p:nvPr/>
        </p:nvSpPr>
        <p:spPr>
          <a:xfrm>
            <a:off x="4352544" y="2322576"/>
            <a:ext cx="3474720" cy="658368"/>
          </a:xfrm>
          <a:prstGeom prst="rect">
            <a:avLst/>
          </a:prstGeom>
          <a:noFill/>
        </p:spPr>
        <p:txBody>
          <a:bodyPr wrap="square" lIns="18288" rIns="18288" tIns="13716" bIns="13716">
            <a:noAutofit/>
          </a:bodyPr>
          <a:lstStyle/>
          <a:p>
            <a:pPr hangingPunct="0" eaLnBrk="1" latinLnBrk="0">
              <a:lnSpc>
                <a:spcPts val="2625"/>
              </a:lnSpc>
              <a:spcBef>
                <a:spcPts val="0"/>
              </a:spcBef>
              <a:spcAft>
                <a:spcPts val="0"/>
              </a:spcAft>
              <a:defRPr lang="ja-JP" sz="2100" b="1">
                <a:solidFill>
                  <a:srgbClr val="213547"/>
                </a:solidFill>
                <a:latin typeface="Yu Gothic"/>
                <a:ea typeface="Yu Gothic"/>
                <a:cs typeface="Yu Gothic"/>
              </a:defRPr>
            </a:pPr>
            <a:r>
              <a:rPr lang="ja-JP" sz="2100" b="1">
                <a:solidFill>
                  <a:srgbClr val="213547"/>
                </a:solidFill>
                <a:latin typeface="Yu Gothic"/>
                <a:ea typeface="Yu Gothic"/>
                <a:cs typeface="Yu Gothic"/>
              </a:rPr>
              <a:t>根拠まで辿れる</a:t>
            </a:r>
          </a:p>
        </p:txBody>
      </p:sp>
      <p:sp>
        <p:nvSpPr>
          <p:cNvPr id="14" name="slot:item_2_body"/>
          <p:cNvSpPr txBox="1"/>
          <p:nvPr/>
        </p:nvSpPr>
        <p:spPr>
          <a:xfrm>
            <a:off x="4352544" y="3081528"/>
            <a:ext cx="3474720" cy="795527"/>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原文の条件と確認日を、要約とともに残す。</a:t>
            </a:r>
          </a:p>
        </p:txBody>
      </p:sp>
      <p:sp>
        <p:nvSpPr>
          <p:cNvPr id="15" name="decor:5"/>
          <p:cNvSpPr/>
          <p:nvPr/>
        </p:nvSpPr>
        <p:spPr>
          <a:xfrm>
            <a:off x="8101584" y="2139696"/>
            <a:ext cx="3474720" cy="41148"/>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lot:item_3_heading"/>
          <p:cNvSpPr txBox="1"/>
          <p:nvPr/>
        </p:nvSpPr>
        <p:spPr>
          <a:xfrm>
            <a:off x="8101584" y="2322576"/>
            <a:ext cx="3474720" cy="658368"/>
          </a:xfrm>
          <a:prstGeom prst="rect">
            <a:avLst/>
          </a:prstGeom>
          <a:noFill/>
        </p:spPr>
        <p:txBody>
          <a:bodyPr wrap="square" lIns="18288" rIns="18288" tIns="13716" bIns="13716">
            <a:noAutofit/>
          </a:bodyPr>
          <a:lstStyle/>
          <a:p>
            <a:pPr hangingPunct="0" eaLnBrk="1" latinLnBrk="0">
              <a:lnSpc>
                <a:spcPts val="2625"/>
              </a:lnSpc>
              <a:spcBef>
                <a:spcPts val="0"/>
              </a:spcBef>
              <a:spcAft>
                <a:spcPts val="0"/>
              </a:spcAft>
              <a:defRPr lang="ja-JP" sz="2100" b="1">
                <a:solidFill>
                  <a:srgbClr val="213547"/>
                </a:solidFill>
                <a:latin typeface="Yu Gothic"/>
                <a:ea typeface="Yu Gothic"/>
                <a:cs typeface="Yu Gothic"/>
              </a:defRPr>
            </a:pPr>
            <a:r>
              <a:rPr lang="ja-JP" sz="2100" b="1">
                <a:solidFill>
                  <a:srgbClr val="213547"/>
                </a:solidFill>
                <a:latin typeface="Yu Gothic"/>
                <a:ea typeface="Yu Gothic"/>
                <a:cs typeface="Yu Gothic"/>
              </a:rPr>
              <a:t>更新範囲を決める</a:t>
            </a:r>
          </a:p>
        </p:txBody>
      </p:sp>
      <p:sp>
        <p:nvSpPr>
          <p:cNvPr id="17" name="slot:item_3_body"/>
          <p:cNvSpPr txBox="1"/>
          <p:nvPr/>
        </p:nvSpPr>
        <p:spPr>
          <a:xfrm>
            <a:off x="8101584" y="3081528"/>
            <a:ext cx="3474720" cy="795527"/>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変更頻度に応じて担当と再確認の時期を決める。</a:t>
            </a:r>
          </a:p>
        </p:txBody>
      </p:sp>
      <p:sp>
        <p:nvSpPr>
          <p:cNvPr id="18" name="decor:6"/>
          <p:cNvSpPr/>
          <p:nvPr/>
        </p:nvSpPr>
        <p:spPr>
          <a:xfrm>
            <a:off x="603504" y="4178807"/>
            <a:ext cx="3474720" cy="41148"/>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slot:item_4_heading"/>
          <p:cNvSpPr txBox="1"/>
          <p:nvPr/>
        </p:nvSpPr>
        <p:spPr>
          <a:xfrm>
            <a:off x="603504" y="4361688"/>
            <a:ext cx="3474720" cy="658368"/>
          </a:xfrm>
          <a:prstGeom prst="rect">
            <a:avLst/>
          </a:prstGeom>
          <a:noFill/>
        </p:spPr>
        <p:txBody>
          <a:bodyPr wrap="square" lIns="18288" rIns="18288" tIns="13716" bIns="13716">
            <a:noAutofit/>
          </a:bodyPr>
          <a:lstStyle/>
          <a:p>
            <a:pPr hangingPunct="0" eaLnBrk="1" latinLnBrk="0">
              <a:lnSpc>
                <a:spcPts val="2625"/>
              </a:lnSpc>
              <a:spcBef>
                <a:spcPts val="0"/>
              </a:spcBef>
              <a:spcAft>
                <a:spcPts val="0"/>
              </a:spcAft>
              <a:defRPr lang="ja-JP" sz="2100" b="1">
                <a:solidFill>
                  <a:srgbClr val="213547"/>
                </a:solidFill>
                <a:latin typeface="Yu Gothic"/>
                <a:ea typeface="Yu Gothic"/>
                <a:cs typeface="Yu Gothic"/>
              </a:defRPr>
            </a:pPr>
            <a:r>
              <a:rPr lang="ja-JP" sz="2100" b="1">
                <a:solidFill>
                  <a:srgbClr val="213547"/>
                </a:solidFill>
                <a:latin typeface="Yu Gothic"/>
                <a:ea typeface="Yu Gothic"/>
                <a:cs typeface="Yu Gothic"/>
              </a:rPr>
              <a:t>例外を見える化</a:t>
            </a:r>
          </a:p>
        </p:txBody>
      </p:sp>
      <p:sp>
        <p:nvSpPr>
          <p:cNvPr id="20" name="slot:item_4_body"/>
          <p:cNvSpPr txBox="1"/>
          <p:nvPr/>
        </p:nvSpPr>
        <p:spPr>
          <a:xfrm>
            <a:off x="603504" y="5120640"/>
            <a:ext cx="3474720" cy="795527"/>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適用できない場面も記録し、前提の違いを残す。</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公開レイアウト見本</a:t>
            </a:r>
          </a:p>
        </p:txBody>
      </p:sp>
      <p:sp>
        <p:nvSpPr>
          <p:cNvPr id="4" name="meta:page"/>
          <p:cNvSpPr txBox="1"/>
          <p:nvPr/>
        </p:nvSpPr>
        <p:spPr>
          <a:xfrm>
            <a:off x="10972800" y="6391656"/>
            <a:ext cx="621792" cy="274320"/>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14</a:t>
            </a:r>
          </a:p>
        </p:txBody>
      </p:sp>
      <p:sp>
        <p:nvSpPr>
          <p:cNvPr id="5" name="meta:footer"/>
          <p:cNvSpPr txBox="1"/>
          <p:nvPr/>
        </p:nvSpPr>
        <p:spPr>
          <a:xfrm>
            <a:off x="603504" y="6419088"/>
            <a:ext cx="9601200" cy="237744"/>
          </a:xfrm>
          <a:prstGeom prst="rect">
            <a:avLst/>
          </a:prstGeom>
          <a:noFill/>
        </p:spPr>
        <p:txBody>
          <a:bodyPr wrap="square"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slide-layout-agent</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社内ナレッジを探しやすくする条件</a:t>
            </a:r>
          </a:p>
        </p:txBody>
      </p:sp>
      <p:sp>
        <p:nvSpPr>
          <p:cNvPr id="8" name="slot:context"/>
          <p:cNvSpPr txBox="1"/>
          <p:nvPr/>
        </p:nvSpPr>
        <p:spPr>
          <a:xfrm>
            <a:off x="621792" y="1490472"/>
            <a:ext cx="10927080" cy="502920"/>
          </a:xfrm>
          <a:prstGeom prst="rect">
            <a:avLst/>
          </a:prstGeom>
          <a:noFill/>
        </p:spPr>
        <p:txBody>
          <a:bodyPr wrap="square"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架空の社内調査。運用条件を整理した所見であり、効果を実証したものではない。</a:t>
            </a:r>
          </a:p>
        </p:txBody>
      </p:sp>
      <p:sp>
        <p:nvSpPr>
          <p:cNvPr id="9" name="decor:3"/>
          <p:cNvSpPr/>
          <p:nvPr/>
        </p:nvSpPr>
        <p:spPr>
          <a:xfrm>
            <a:off x="694944" y="2911449"/>
            <a:ext cx="1078992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lot:item_1_heading"/>
          <p:cNvSpPr txBox="1"/>
          <p:nvPr/>
        </p:nvSpPr>
        <p:spPr>
          <a:xfrm>
            <a:off x="694944" y="2176272"/>
            <a:ext cx="2834640" cy="68580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検索入口を揃える</a:t>
            </a:r>
          </a:p>
        </p:txBody>
      </p:sp>
      <p:sp>
        <p:nvSpPr>
          <p:cNvPr id="11" name="slot:item_1_body"/>
          <p:cNvSpPr txBox="1"/>
          <p:nvPr/>
        </p:nvSpPr>
        <p:spPr>
          <a:xfrm>
            <a:off x="3739896" y="2176272"/>
            <a:ext cx="7744968" cy="744321"/>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用語を揃え、同じ資料へ辿れる入口を整える。</a:t>
            </a:r>
          </a:p>
        </p:txBody>
      </p:sp>
      <p:sp>
        <p:nvSpPr>
          <p:cNvPr id="12" name="decor:4"/>
          <p:cNvSpPr/>
          <p:nvPr/>
        </p:nvSpPr>
        <p:spPr>
          <a:xfrm>
            <a:off x="694944" y="3683203"/>
            <a:ext cx="1078992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slot:item_2_heading"/>
          <p:cNvSpPr txBox="1"/>
          <p:nvPr/>
        </p:nvSpPr>
        <p:spPr>
          <a:xfrm>
            <a:off x="694944" y="2948025"/>
            <a:ext cx="2834640" cy="68580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根拠まで辿れる</a:t>
            </a:r>
          </a:p>
        </p:txBody>
      </p:sp>
      <p:sp>
        <p:nvSpPr>
          <p:cNvPr id="14" name="slot:item_2_body"/>
          <p:cNvSpPr txBox="1"/>
          <p:nvPr/>
        </p:nvSpPr>
        <p:spPr>
          <a:xfrm>
            <a:off x="3739896" y="2948025"/>
            <a:ext cx="7744968" cy="744321"/>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原文の条件と確認日を、要約とともに残す。</a:t>
            </a:r>
          </a:p>
        </p:txBody>
      </p:sp>
      <p:sp>
        <p:nvSpPr>
          <p:cNvPr id="15" name="decor:5"/>
          <p:cNvSpPr/>
          <p:nvPr/>
        </p:nvSpPr>
        <p:spPr>
          <a:xfrm>
            <a:off x="694944" y="4454956"/>
            <a:ext cx="1078992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lot:item_3_heading"/>
          <p:cNvSpPr txBox="1"/>
          <p:nvPr/>
        </p:nvSpPr>
        <p:spPr>
          <a:xfrm>
            <a:off x="694944" y="3719779"/>
            <a:ext cx="2834640" cy="68580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更新範囲を決める</a:t>
            </a:r>
          </a:p>
        </p:txBody>
      </p:sp>
      <p:sp>
        <p:nvSpPr>
          <p:cNvPr id="17" name="slot:item_3_body"/>
          <p:cNvSpPr txBox="1"/>
          <p:nvPr/>
        </p:nvSpPr>
        <p:spPr>
          <a:xfrm>
            <a:off x="3739896" y="3719779"/>
            <a:ext cx="7744968" cy="744321"/>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変更頻度に応じて担当と再確認の時期を決める。</a:t>
            </a:r>
          </a:p>
        </p:txBody>
      </p:sp>
      <p:sp>
        <p:nvSpPr>
          <p:cNvPr id="18" name="decor:6"/>
          <p:cNvSpPr/>
          <p:nvPr/>
        </p:nvSpPr>
        <p:spPr>
          <a:xfrm>
            <a:off x="694944" y="5226710"/>
            <a:ext cx="1078992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slot:item_4_heading"/>
          <p:cNvSpPr txBox="1"/>
          <p:nvPr/>
        </p:nvSpPr>
        <p:spPr>
          <a:xfrm>
            <a:off x="694944" y="4491532"/>
            <a:ext cx="2834640" cy="68580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例外を見える化</a:t>
            </a:r>
          </a:p>
        </p:txBody>
      </p:sp>
      <p:sp>
        <p:nvSpPr>
          <p:cNvPr id="20" name="slot:item_4_body"/>
          <p:cNvSpPr txBox="1"/>
          <p:nvPr/>
        </p:nvSpPr>
        <p:spPr>
          <a:xfrm>
            <a:off x="3739896" y="4491532"/>
            <a:ext cx="7744968" cy="744321"/>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適用できない場面も記録し、前提の違いを残す。</a:t>
            </a:r>
          </a:p>
        </p:txBody>
      </p:sp>
      <p:sp>
        <p:nvSpPr>
          <p:cNvPr id="21" name="decor:7"/>
          <p:cNvSpPr/>
          <p:nvPr/>
        </p:nvSpPr>
        <p:spPr>
          <a:xfrm>
            <a:off x="694944" y="5998464"/>
            <a:ext cx="1078992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slot:item_5_heading"/>
          <p:cNvSpPr txBox="1"/>
          <p:nvPr/>
        </p:nvSpPr>
        <p:spPr>
          <a:xfrm>
            <a:off x="694944" y="5263286"/>
            <a:ext cx="2834640" cy="68580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比較軸を共有する</a:t>
            </a:r>
          </a:p>
        </p:txBody>
      </p:sp>
      <p:sp>
        <p:nvSpPr>
          <p:cNvPr id="23" name="slot:item_5_body"/>
          <p:cNvSpPr txBox="1"/>
          <p:nvPr/>
        </p:nvSpPr>
        <p:spPr>
          <a:xfrm>
            <a:off x="3739896" y="5263286"/>
            <a:ext cx="7744968" cy="744321"/>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評価項目を揃え、異なる条件の結果を混同しない。</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公開レイアウト見本</a:t>
            </a:r>
          </a:p>
        </p:txBody>
      </p:sp>
      <p:sp>
        <p:nvSpPr>
          <p:cNvPr id="4" name="meta:page"/>
          <p:cNvSpPr txBox="1"/>
          <p:nvPr/>
        </p:nvSpPr>
        <p:spPr>
          <a:xfrm>
            <a:off x="10972800" y="6391656"/>
            <a:ext cx="621792" cy="274320"/>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15</a:t>
            </a:r>
          </a:p>
        </p:txBody>
      </p:sp>
      <p:sp>
        <p:nvSpPr>
          <p:cNvPr id="5" name="meta:footer"/>
          <p:cNvSpPr txBox="1"/>
          <p:nvPr/>
        </p:nvSpPr>
        <p:spPr>
          <a:xfrm>
            <a:off x="603504" y="6419088"/>
            <a:ext cx="9601200" cy="237744"/>
          </a:xfrm>
          <a:prstGeom prst="rect">
            <a:avLst/>
          </a:prstGeom>
          <a:noFill/>
        </p:spPr>
        <p:txBody>
          <a:bodyPr wrap="square"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slide-layout-agent</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社内ナレッジを探しやすくする条件</a:t>
            </a:r>
          </a:p>
        </p:txBody>
      </p:sp>
      <p:sp>
        <p:nvSpPr>
          <p:cNvPr id="8" name="slot:context"/>
          <p:cNvSpPr txBox="1"/>
          <p:nvPr/>
        </p:nvSpPr>
        <p:spPr>
          <a:xfrm>
            <a:off x="621792" y="1490472"/>
            <a:ext cx="10927080" cy="502920"/>
          </a:xfrm>
          <a:prstGeom prst="rect">
            <a:avLst/>
          </a:prstGeom>
          <a:noFill/>
        </p:spPr>
        <p:txBody>
          <a:bodyPr wrap="square"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架空の社内調査。運用条件を整理した所見であり、効果を実証したものではない。</a:t>
            </a:r>
          </a:p>
        </p:txBody>
      </p:sp>
      <p:sp>
        <p:nvSpPr>
          <p:cNvPr id="9" name="decor:3"/>
          <p:cNvSpPr/>
          <p:nvPr/>
        </p:nvSpPr>
        <p:spPr>
          <a:xfrm>
            <a:off x="603504" y="2139696"/>
            <a:ext cx="3474720" cy="41148"/>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lot:item_1_heading"/>
          <p:cNvSpPr txBox="1"/>
          <p:nvPr/>
        </p:nvSpPr>
        <p:spPr>
          <a:xfrm>
            <a:off x="603504" y="2322576"/>
            <a:ext cx="3474720" cy="658368"/>
          </a:xfrm>
          <a:prstGeom prst="rect">
            <a:avLst/>
          </a:prstGeom>
          <a:noFill/>
        </p:spPr>
        <p:txBody>
          <a:bodyPr wrap="square" lIns="18288" rIns="18288" tIns="13716" bIns="13716">
            <a:noAutofit/>
          </a:bodyPr>
          <a:lstStyle/>
          <a:p>
            <a:pPr hangingPunct="0" eaLnBrk="1" latinLnBrk="0">
              <a:lnSpc>
                <a:spcPts val="2625"/>
              </a:lnSpc>
              <a:spcBef>
                <a:spcPts val="0"/>
              </a:spcBef>
              <a:spcAft>
                <a:spcPts val="0"/>
              </a:spcAft>
              <a:defRPr lang="ja-JP" sz="2100" b="1">
                <a:solidFill>
                  <a:srgbClr val="213547"/>
                </a:solidFill>
                <a:latin typeface="Yu Gothic"/>
                <a:ea typeface="Yu Gothic"/>
                <a:cs typeface="Yu Gothic"/>
              </a:defRPr>
            </a:pPr>
            <a:r>
              <a:rPr lang="ja-JP" sz="2100" b="1">
                <a:solidFill>
                  <a:srgbClr val="213547"/>
                </a:solidFill>
                <a:latin typeface="Yu Gothic"/>
                <a:ea typeface="Yu Gothic"/>
                <a:cs typeface="Yu Gothic"/>
              </a:rPr>
              <a:t>検索入口を揃える</a:t>
            </a:r>
          </a:p>
        </p:txBody>
      </p:sp>
      <p:sp>
        <p:nvSpPr>
          <p:cNvPr id="11" name="slot:item_1_body"/>
          <p:cNvSpPr txBox="1"/>
          <p:nvPr/>
        </p:nvSpPr>
        <p:spPr>
          <a:xfrm>
            <a:off x="603504" y="3081528"/>
            <a:ext cx="3474720" cy="795527"/>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用語を揃え、同じ資料へ辿れる入口を整える。</a:t>
            </a:r>
          </a:p>
        </p:txBody>
      </p:sp>
      <p:sp>
        <p:nvSpPr>
          <p:cNvPr id="12" name="decor:4"/>
          <p:cNvSpPr/>
          <p:nvPr/>
        </p:nvSpPr>
        <p:spPr>
          <a:xfrm>
            <a:off x="4352544" y="2139696"/>
            <a:ext cx="3474720" cy="41148"/>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slot:item_2_heading"/>
          <p:cNvSpPr txBox="1"/>
          <p:nvPr/>
        </p:nvSpPr>
        <p:spPr>
          <a:xfrm>
            <a:off x="4352544" y="2322576"/>
            <a:ext cx="3474720" cy="658368"/>
          </a:xfrm>
          <a:prstGeom prst="rect">
            <a:avLst/>
          </a:prstGeom>
          <a:noFill/>
        </p:spPr>
        <p:txBody>
          <a:bodyPr wrap="square" lIns="18288" rIns="18288" tIns="13716" bIns="13716">
            <a:noAutofit/>
          </a:bodyPr>
          <a:lstStyle/>
          <a:p>
            <a:pPr hangingPunct="0" eaLnBrk="1" latinLnBrk="0">
              <a:lnSpc>
                <a:spcPts val="2625"/>
              </a:lnSpc>
              <a:spcBef>
                <a:spcPts val="0"/>
              </a:spcBef>
              <a:spcAft>
                <a:spcPts val="0"/>
              </a:spcAft>
              <a:defRPr lang="ja-JP" sz="2100" b="1">
                <a:solidFill>
                  <a:srgbClr val="213547"/>
                </a:solidFill>
                <a:latin typeface="Yu Gothic"/>
                <a:ea typeface="Yu Gothic"/>
                <a:cs typeface="Yu Gothic"/>
              </a:defRPr>
            </a:pPr>
            <a:r>
              <a:rPr lang="ja-JP" sz="2100" b="1">
                <a:solidFill>
                  <a:srgbClr val="213547"/>
                </a:solidFill>
                <a:latin typeface="Yu Gothic"/>
                <a:ea typeface="Yu Gothic"/>
                <a:cs typeface="Yu Gothic"/>
              </a:rPr>
              <a:t>根拠まで辿れる</a:t>
            </a:r>
          </a:p>
        </p:txBody>
      </p:sp>
      <p:sp>
        <p:nvSpPr>
          <p:cNvPr id="14" name="slot:item_2_body"/>
          <p:cNvSpPr txBox="1"/>
          <p:nvPr/>
        </p:nvSpPr>
        <p:spPr>
          <a:xfrm>
            <a:off x="4352544" y="3081528"/>
            <a:ext cx="3474720" cy="795527"/>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原文の条件と確認日を、要約とともに残す。</a:t>
            </a:r>
          </a:p>
        </p:txBody>
      </p:sp>
      <p:sp>
        <p:nvSpPr>
          <p:cNvPr id="15" name="decor:5"/>
          <p:cNvSpPr/>
          <p:nvPr/>
        </p:nvSpPr>
        <p:spPr>
          <a:xfrm>
            <a:off x="8101584" y="2139696"/>
            <a:ext cx="3474720" cy="41148"/>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lot:item_3_heading"/>
          <p:cNvSpPr txBox="1"/>
          <p:nvPr/>
        </p:nvSpPr>
        <p:spPr>
          <a:xfrm>
            <a:off x="8101584" y="2322576"/>
            <a:ext cx="3474720" cy="658368"/>
          </a:xfrm>
          <a:prstGeom prst="rect">
            <a:avLst/>
          </a:prstGeom>
          <a:noFill/>
        </p:spPr>
        <p:txBody>
          <a:bodyPr wrap="square" lIns="18288" rIns="18288" tIns="13716" bIns="13716">
            <a:noAutofit/>
          </a:bodyPr>
          <a:lstStyle/>
          <a:p>
            <a:pPr hangingPunct="0" eaLnBrk="1" latinLnBrk="0">
              <a:lnSpc>
                <a:spcPts val="2625"/>
              </a:lnSpc>
              <a:spcBef>
                <a:spcPts val="0"/>
              </a:spcBef>
              <a:spcAft>
                <a:spcPts val="0"/>
              </a:spcAft>
              <a:defRPr lang="ja-JP" sz="2100" b="1">
                <a:solidFill>
                  <a:srgbClr val="213547"/>
                </a:solidFill>
                <a:latin typeface="Yu Gothic"/>
                <a:ea typeface="Yu Gothic"/>
                <a:cs typeface="Yu Gothic"/>
              </a:defRPr>
            </a:pPr>
            <a:r>
              <a:rPr lang="ja-JP" sz="2100" b="1">
                <a:solidFill>
                  <a:srgbClr val="213547"/>
                </a:solidFill>
                <a:latin typeface="Yu Gothic"/>
                <a:ea typeface="Yu Gothic"/>
                <a:cs typeface="Yu Gothic"/>
              </a:rPr>
              <a:t>更新範囲を決める</a:t>
            </a:r>
          </a:p>
        </p:txBody>
      </p:sp>
      <p:sp>
        <p:nvSpPr>
          <p:cNvPr id="17" name="slot:item_3_body"/>
          <p:cNvSpPr txBox="1"/>
          <p:nvPr/>
        </p:nvSpPr>
        <p:spPr>
          <a:xfrm>
            <a:off x="8101584" y="3081528"/>
            <a:ext cx="3474720" cy="795527"/>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変更頻度に応じて担当と再確認の時期を決める。</a:t>
            </a:r>
          </a:p>
        </p:txBody>
      </p:sp>
      <p:sp>
        <p:nvSpPr>
          <p:cNvPr id="18" name="decor:6"/>
          <p:cNvSpPr/>
          <p:nvPr/>
        </p:nvSpPr>
        <p:spPr>
          <a:xfrm>
            <a:off x="603504" y="4178807"/>
            <a:ext cx="3474720" cy="41148"/>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slot:item_4_heading"/>
          <p:cNvSpPr txBox="1"/>
          <p:nvPr/>
        </p:nvSpPr>
        <p:spPr>
          <a:xfrm>
            <a:off x="603504" y="4361688"/>
            <a:ext cx="3474720" cy="658368"/>
          </a:xfrm>
          <a:prstGeom prst="rect">
            <a:avLst/>
          </a:prstGeom>
          <a:noFill/>
        </p:spPr>
        <p:txBody>
          <a:bodyPr wrap="square" lIns="18288" rIns="18288" tIns="13716" bIns="13716">
            <a:noAutofit/>
          </a:bodyPr>
          <a:lstStyle/>
          <a:p>
            <a:pPr hangingPunct="0" eaLnBrk="1" latinLnBrk="0">
              <a:lnSpc>
                <a:spcPts val="2625"/>
              </a:lnSpc>
              <a:spcBef>
                <a:spcPts val="0"/>
              </a:spcBef>
              <a:spcAft>
                <a:spcPts val="0"/>
              </a:spcAft>
              <a:defRPr lang="ja-JP" sz="2100" b="1">
                <a:solidFill>
                  <a:srgbClr val="213547"/>
                </a:solidFill>
                <a:latin typeface="Yu Gothic"/>
                <a:ea typeface="Yu Gothic"/>
                <a:cs typeface="Yu Gothic"/>
              </a:defRPr>
            </a:pPr>
            <a:r>
              <a:rPr lang="ja-JP" sz="2100" b="1">
                <a:solidFill>
                  <a:srgbClr val="213547"/>
                </a:solidFill>
                <a:latin typeface="Yu Gothic"/>
                <a:ea typeface="Yu Gothic"/>
                <a:cs typeface="Yu Gothic"/>
              </a:rPr>
              <a:t>例外を見える化</a:t>
            </a:r>
          </a:p>
        </p:txBody>
      </p:sp>
      <p:sp>
        <p:nvSpPr>
          <p:cNvPr id="20" name="slot:item_4_body"/>
          <p:cNvSpPr txBox="1"/>
          <p:nvPr/>
        </p:nvSpPr>
        <p:spPr>
          <a:xfrm>
            <a:off x="603504" y="5120640"/>
            <a:ext cx="3474720" cy="795527"/>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適用できない場面も記録し、前提の違いを残す。</a:t>
            </a:r>
          </a:p>
        </p:txBody>
      </p:sp>
      <p:sp>
        <p:nvSpPr>
          <p:cNvPr id="21" name="decor:7"/>
          <p:cNvSpPr/>
          <p:nvPr/>
        </p:nvSpPr>
        <p:spPr>
          <a:xfrm>
            <a:off x="4352544" y="4178807"/>
            <a:ext cx="3474720" cy="41148"/>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slot:item_5_heading"/>
          <p:cNvSpPr txBox="1"/>
          <p:nvPr/>
        </p:nvSpPr>
        <p:spPr>
          <a:xfrm>
            <a:off x="4352544" y="4361688"/>
            <a:ext cx="3474720" cy="658368"/>
          </a:xfrm>
          <a:prstGeom prst="rect">
            <a:avLst/>
          </a:prstGeom>
          <a:noFill/>
        </p:spPr>
        <p:txBody>
          <a:bodyPr wrap="square" lIns="18288" rIns="18288" tIns="13716" bIns="13716">
            <a:noAutofit/>
          </a:bodyPr>
          <a:lstStyle/>
          <a:p>
            <a:pPr hangingPunct="0" eaLnBrk="1" latinLnBrk="0">
              <a:lnSpc>
                <a:spcPts val="2625"/>
              </a:lnSpc>
              <a:spcBef>
                <a:spcPts val="0"/>
              </a:spcBef>
              <a:spcAft>
                <a:spcPts val="0"/>
              </a:spcAft>
              <a:defRPr lang="ja-JP" sz="2100" b="1">
                <a:solidFill>
                  <a:srgbClr val="213547"/>
                </a:solidFill>
                <a:latin typeface="Yu Gothic"/>
                <a:ea typeface="Yu Gothic"/>
                <a:cs typeface="Yu Gothic"/>
              </a:defRPr>
            </a:pPr>
            <a:r>
              <a:rPr lang="ja-JP" sz="2100" b="1">
                <a:solidFill>
                  <a:srgbClr val="213547"/>
                </a:solidFill>
                <a:latin typeface="Yu Gothic"/>
                <a:ea typeface="Yu Gothic"/>
                <a:cs typeface="Yu Gothic"/>
              </a:rPr>
              <a:t>比較軸を共有する</a:t>
            </a:r>
          </a:p>
        </p:txBody>
      </p:sp>
      <p:sp>
        <p:nvSpPr>
          <p:cNvPr id="23" name="slot:item_5_body"/>
          <p:cNvSpPr txBox="1"/>
          <p:nvPr/>
        </p:nvSpPr>
        <p:spPr>
          <a:xfrm>
            <a:off x="4352544" y="5120640"/>
            <a:ext cx="3474720" cy="795527"/>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評価項目を揃え、異なる条件の結果を混同しない。</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公開レイアウト見本</a:t>
            </a:r>
          </a:p>
        </p:txBody>
      </p:sp>
      <p:sp>
        <p:nvSpPr>
          <p:cNvPr id="4" name="meta:page"/>
          <p:cNvSpPr txBox="1"/>
          <p:nvPr/>
        </p:nvSpPr>
        <p:spPr>
          <a:xfrm>
            <a:off x="10972800" y="6391656"/>
            <a:ext cx="621792" cy="274320"/>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16</a:t>
            </a:r>
          </a:p>
        </p:txBody>
      </p:sp>
      <p:sp>
        <p:nvSpPr>
          <p:cNvPr id="5" name="meta:footer"/>
          <p:cNvSpPr txBox="1"/>
          <p:nvPr/>
        </p:nvSpPr>
        <p:spPr>
          <a:xfrm>
            <a:off x="603504" y="6419088"/>
            <a:ext cx="9601200" cy="237744"/>
          </a:xfrm>
          <a:prstGeom prst="rect">
            <a:avLst/>
          </a:prstGeom>
          <a:noFill/>
        </p:spPr>
        <p:txBody>
          <a:bodyPr wrap="square"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slide-layout-agent</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社内ナレッジを探しやすくする条件</a:t>
            </a:r>
          </a:p>
        </p:txBody>
      </p:sp>
      <p:sp>
        <p:nvSpPr>
          <p:cNvPr id="8" name="slot:context"/>
          <p:cNvSpPr txBox="1"/>
          <p:nvPr/>
        </p:nvSpPr>
        <p:spPr>
          <a:xfrm>
            <a:off x="621792" y="1490472"/>
            <a:ext cx="10927080" cy="502920"/>
          </a:xfrm>
          <a:prstGeom prst="rect">
            <a:avLst/>
          </a:prstGeom>
          <a:noFill/>
        </p:spPr>
        <p:txBody>
          <a:bodyPr wrap="square"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架空の社内調査。運用条件を整理した所見であり、効果を実証したものではない。</a:t>
            </a:r>
          </a:p>
        </p:txBody>
      </p:sp>
      <p:sp>
        <p:nvSpPr>
          <p:cNvPr id="9" name="decor:3"/>
          <p:cNvSpPr/>
          <p:nvPr/>
        </p:nvSpPr>
        <p:spPr>
          <a:xfrm>
            <a:off x="694944" y="2782823"/>
            <a:ext cx="1078992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lot:item_1_heading"/>
          <p:cNvSpPr txBox="1"/>
          <p:nvPr/>
        </p:nvSpPr>
        <p:spPr>
          <a:xfrm>
            <a:off x="694944" y="2176272"/>
            <a:ext cx="2834640" cy="615695"/>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検索入口を揃える</a:t>
            </a:r>
          </a:p>
        </p:txBody>
      </p:sp>
      <p:sp>
        <p:nvSpPr>
          <p:cNvPr id="11" name="slot:item_1_body"/>
          <p:cNvSpPr txBox="1"/>
          <p:nvPr/>
        </p:nvSpPr>
        <p:spPr>
          <a:xfrm>
            <a:off x="3739896" y="2176272"/>
            <a:ext cx="7744968" cy="615695"/>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用語を揃え、同じ資料へ辿れる入口を整える。</a:t>
            </a:r>
          </a:p>
        </p:txBody>
      </p:sp>
      <p:sp>
        <p:nvSpPr>
          <p:cNvPr id="12" name="decor:4"/>
          <p:cNvSpPr/>
          <p:nvPr/>
        </p:nvSpPr>
        <p:spPr>
          <a:xfrm>
            <a:off x="694944" y="3425951"/>
            <a:ext cx="1078992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slot:item_2_heading"/>
          <p:cNvSpPr txBox="1"/>
          <p:nvPr/>
        </p:nvSpPr>
        <p:spPr>
          <a:xfrm>
            <a:off x="694944" y="2819399"/>
            <a:ext cx="2834640" cy="615695"/>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根拠まで辿れる</a:t>
            </a:r>
          </a:p>
        </p:txBody>
      </p:sp>
      <p:sp>
        <p:nvSpPr>
          <p:cNvPr id="14" name="slot:item_2_body"/>
          <p:cNvSpPr txBox="1"/>
          <p:nvPr/>
        </p:nvSpPr>
        <p:spPr>
          <a:xfrm>
            <a:off x="3739896" y="2819399"/>
            <a:ext cx="7744968" cy="615695"/>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原文の条件と確認日を、要約とともに残す。</a:t>
            </a:r>
          </a:p>
        </p:txBody>
      </p:sp>
      <p:sp>
        <p:nvSpPr>
          <p:cNvPr id="15" name="decor:5"/>
          <p:cNvSpPr/>
          <p:nvPr/>
        </p:nvSpPr>
        <p:spPr>
          <a:xfrm>
            <a:off x="694944" y="4069080"/>
            <a:ext cx="1078992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lot:item_3_heading"/>
          <p:cNvSpPr txBox="1"/>
          <p:nvPr/>
        </p:nvSpPr>
        <p:spPr>
          <a:xfrm>
            <a:off x="694944" y="3462528"/>
            <a:ext cx="2834640" cy="615695"/>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更新範囲を決める</a:t>
            </a:r>
          </a:p>
        </p:txBody>
      </p:sp>
      <p:sp>
        <p:nvSpPr>
          <p:cNvPr id="17" name="slot:item_3_body"/>
          <p:cNvSpPr txBox="1"/>
          <p:nvPr/>
        </p:nvSpPr>
        <p:spPr>
          <a:xfrm>
            <a:off x="3739896" y="3462528"/>
            <a:ext cx="7744968" cy="615695"/>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変更頻度に応じて担当と再確認の時期を決める。</a:t>
            </a:r>
          </a:p>
        </p:txBody>
      </p:sp>
      <p:sp>
        <p:nvSpPr>
          <p:cNvPr id="18" name="decor:6"/>
          <p:cNvSpPr/>
          <p:nvPr/>
        </p:nvSpPr>
        <p:spPr>
          <a:xfrm>
            <a:off x="694944" y="4712208"/>
            <a:ext cx="1078992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slot:item_4_heading"/>
          <p:cNvSpPr txBox="1"/>
          <p:nvPr/>
        </p:nvSpPr>
        <p:spPr>
          <a:xfrm>
            <a:off x="694944" y="4105655"/>
            <a:ext cx="2834640" cy="615695"/>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例外を見える化</a:t>
            </a:r>
          </a:p>
        </p:txBody>
      </p:sp>
      <p:sp>
        <p:nvSpPr>
          <p:cNvPr id="20" name="slot:item_4_body"/>
          <p:cNvSpPr txBox="1"/>
          <p:nvPr/>
        </p:nvSpPr>
        <p:spPr>
          <a:xfrm>
            <a:off x="3739896" y="4105655"/>
            <a:ext cx="7744968" cy="615695"/>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適用できない場面も記録し、前提の違いを残す。</a:t>
            </a:r>
          </a:p>
        </p:txBody>
      </p:sp>
      <p:sp>
        <p:nvSpPr>
          <p:cNvPr id="21" name="decor:7"/>
          <p:cNvSpPr/>
          <p:nvPr/>
        </p:nvSpPr>
        <p:spPr>
          <a:xfrm>
            <a:off x="694944" y="5355336"/>
            <a:ext cx="1078992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slot:item_5_heading"/>
          <p:cNvSpPr txBox="1"/>
          <p:nvPr/>
        </p:nvSpPr>
        <p:spPr>
          <a:xfrm>
            <a:off x="694944" y="4748783"/>
            <a:ext cx="2834640" cy="615695"/>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比較軸を共有する</a:t>
            </a:r>
          </a:p>
        </p:txBody>
      </p:sp>
      <p:sp>
        <p:nvSpPr>
          <p:cNvPr id="23" name="slot:item_5_body"/>
          <p:cNvSpPr txBox="1"/>
          <p:nvPr/>
        </p:nvSpPr>
        <p:spPr>
          <a:xfrm>
            <a:off x="3739896" y="4748783"/>
            <a:ext cx="7744968" cy="615695"/>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評価項目を揃え、異なる条件の結果を混同しない。</a:t>
            </a:r>
          </a:p>
        </p:txBody>
      </p:sp>
      <p:sp>
        <p:nvSpPr>
          <p:cNvPr id="24" name="decor:8"/>
          <p:cNvSpPr/>
          <p:nvPr/>
        </p:nvSpPr>
        <p:spPr>
          <a:xfrm>
            <a:off x="694944" y="5998464"/>
            <a:ext cx="1078992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slot:item_6_heading"/>
          <p:cNvSpPr txBox="1"/>
          <p:nvPr/>
        </p:nvSpPr>
        <p:spPr>
          <a:xfrm>
            <a:off x="694944" y="5391911"/>
            <a:ext cx="2834640" cy="615695"/>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確認先を残す</a:t>
            </a:r>
          </a:p>
        </p:txBody>
      </p:sp>
      <p:sp>
        <p:nvSpPr>
          <p:cNvPr id="26" name="slot:item_6_body"/>
          <p:cNvSpPr txBox="1"/>
          <p:nvPr/>
        </p:nvSpPr>
        <p:spPr>
          <a:xfrm>
            <a:off x="3739896" y="5391911"/>
            <a:ext cx="7744968" cy="615695"/>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未確認の論点と、追加調査で確かめる点を残す。</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公開レイアウト見本</a:t>
            </a:r>
          </a:p>
        </p:txBody>
      </p:sp>
      <p:sp>
        <p:nvSpPr>
          <p:cNvPr id="4" name="meta:page"/>
          <p:cNvSpPr txBox="1"/>
          <p:nvPr/>
        </p:nvSpPr>
        <p:spPr>
          <a:xfrm>
            <a:off x="10972800" y="6391656"/>
            <a:ext cx="621792" cy="274320"/>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17</a:t>
            </a:r>
          </a:p>
        </p:txBody>
      </p:sp>
      <p:sp>
        <p:nvSpPr>
          <p:cNvPr id="5" name="meta:footer"/>
          <p:cNvSpPr txBox="1"/>
          <p:nvPr/>
        </p:nvSpPr>
        <p:spPr>
          <a:xfrm>
            <a:off x="603504" y="6419088"/>
            <a:ext cx="9601200" cy="237744"/>
          </a:xfrm>
          <a:prstGeom prst="rect">
            <a:avLst/>
          </a:prstGeom>
          <a:noFill/>
        </p:spPr>
        <p:txBody>
          <a:bodyPr wrap="square"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slide-layout-agent</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社内ナレッジを探しやすくする条件</a:t>
            </a:r>
          </a:p>
        </p:txBody>
      </p:sp>
      <p:sp>
        <p:nvSpPr>
          <p:cNvPr id="8" name="slot:context"/>
          <p:cNvSpPr txBox="1"/>
          <p:nvPr/>
        </p:nvSpPr>
        <p:spPr>
          <a:xfrm>
            <a:off x="621792" y="1490472"/>
            <a:ext cx="10927080" cy="502920"/>
          </a:xfrm>
          <a:prstGeom prst="rect">
            <a:avLst/>
          </a:prstGeom>
          <a:noFill/>
        </p:spPr>
        <p:txBody>
          <a:bodyPr wrap="square"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架空の社内調査。運用条件を整理した所見であり、効果を実証したものではない。</a:t>
            </a:r>
          </a:p>
        </p:txBody>
      </p:sp>
      <p:sp>
        <p:nvSpPr>
          <p:cNvPr id="9" name="decor:3"/>
          <p:cNvSpPr/>
          <p:nvPr/>
        </p:nvSpPr>
        <p:spPr>
          <a:xfrm>
            <a:off x="603504" y="2139696"/>
            <a:ext cx="3474720" cy="41148"/>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lot:item_1_heading"/>
          <p:cNvSpPr txBox="1"/>
          <p:nvPr/>
        </p:nvSpPr>
        <p:spPr>
          <a:xfrm>
            <a:off x="603504" y="2322576"/>
            <a:ext cx="3474720" cy="658368"/>
          </a:xfrm>
          <a:prstGeom prst="rect">
            <a:avLst/>
          </a:prstGeom>
          <a:noFill/>
        </p:spPr>
        <p:txBody>
          <a:bodyPr wrap="square" lIns="18288" rIns="18288" tIns="13716" bIns="13716">
            <a:noAutofit/>
          </a:bodyPr>
          <a:lstStyle/>
          <a:p>
            <a:pPr hangingPunct="0" eaLnBrk="1" latinLnBrk="0">
              <a:lnSpc>
                <a:spcPts val="2625"/>
              </a:lnSpc>
              <a:spcBef>
                <a:spcPts val="0"/>
              </a:spcBef>
              <a:spcAft>
                <a:spcPts val="0"/>
              </a:spcAft>
              <a:defRPr lang="ja-JP" sz="2100" b="1">
                <a:solidFill>
                  <a:srgbClr val="213547"/>
                </a:solidFill>
                <a:latin typeface="Yu Gothic"/>
                <a:ea typeface="Yu Gothic"/>
                <a:cs typeface="Yu Gothic"/>
              </a:defRPr>
            </a:pPr>
            <a:r>
              <a:rPr lang="ja-JP" sz="2100" b="1">
                <a:solidFill>
                  <a:srgbClr val="213547"/>
                </a:solidFill>
                <a:latin typeface="Yu Gothic"/>
                <a:ea typeface="Yu Gothic"/>
                <a:cs typeface="Yu Gothic"/>
              </a:rPr>
              <a:t>検索入口を揃える</a:t>
            </a:r>
          </a:p>
        </p:txBody>
      </p:sp>
      <p:sp>
        <p:nvSpPr>
          <p:cNvPr id="11" name="slot:item_1_body"/>
          <p:cNvSpPr txBox="1"/>
          <p:nvPr/>
        </p:nvSpPr>
        <p:spPr>
          <a:xfrm>
            <a:off x="603504" y="3081528"/>
            <a:ext cx="3474720" cy="795527"/>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用語を揃え、同じ資料へ辿れる入口を整える。</a:t>
            </a:r>
          </a:p>
        </p:txBody>
      </p:sp>
      <p:sp>
        <p:nvSpPr>
          <p:cNvPr id="12" name="decor:4"/>
          <p:cNvSpPr/>
          <p:nvPr/>
        </p:nvSpPr>
        <p:spPr>
          <a:xfrm>
            <a:off x="4352544" y="2139696"/>
            <a:ext cx="3474720" cy="41148"/>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slot:item_2_heading"/>
          <p:cNvSpPr txBox="1"/>
          <p:nvPr/>
        </p:nvSpPr>
        <p:spPr>
          <a:xfrm>
            <a:off x="4352544" y="2322576"/>
            <a:ext cx="3474720" cy="658368"/>
          </a:xfrm>
          <a:prstGeom prst="rect">
            <a:avLst/>
          </a:prstGeom>
          <a:noFill/>
        </p:spPr>
        <p:txBody>
          <a:bodyPr wrap="square" lIns="18288" rIns="18288" tIns="13716" bIns="13716">
            <a:noAutofit/>
          </a:bodyPr>
          <a:lstStyle/>
          <a:p>
            <a:pPr hangingPunct="0" eaLnBrk="1" latinLnBrk="0">
              <a:lnSpc>
                <a:spcPts val="2625"/>
              </a:lnSpc>
              <a:spcBef>
                <a:spcPts val="0"/>
              </a:spcBef>
              <a:spcAft>
                <a:spcPts val="0"/>
              </a:spcAft>
              <a:defRPr lang="ja-JP" sz="2100" b="1">
                <a:solidFill>
                  <a:srgbClr val="213547"/>
                </a:solidFill>
                <a:latin typeface="Yu Gothic"/>
                <a:ea typeface="Yu Gothic"/>
                <a:cs typeface="Yu Gothic"/>
              </a:defRPr>
            </a:pPr>
            <a:r>
              <a:rPr lang="ja-JP" sz="2100" b="1">
                <a:solidFill>
                  <a:srgbClr val="213547"/>
                </a:solidFill>
                <a:latin typeface="Yu Gothic"/>
                <a:ea typeface="Yu Gothic"/>
                <a:cs typeface="Yu Gothic"/>
              </a:rPr>
              <a:t>根拠まで辿れる</a:t>
            </a:r>
          </a:p>
        </p:txBody>
      </p:sp>
      <p:sp>
        <p:nvSpPr>
          <p:cNvPr id="14" name="slot:item_2_body"/>
          <p:cNvSpPr txBox="1"/>
          <p:nvPr/>
        </p:nvSpPr>
        <p:spPr>
          <a:xfrm>
            <a:off x="4352544" y="3081528"/>
            <a:ext cx="3474720" cy="795527"/>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原文の条件と確認日を、要約とともに残す。</a:t>
            </a:r>
          </a:p>
        </p:txBody>
      </p:sp>
      <p:sp>
        <p:nvSpPr>
          <p:cNvPr id="15" name="decor:5"/>
          <p:cNvSpPr/>
          <p:nvPr/>
        </p:nvSpPr>
        <p:spPr>
          <a:xfrm>
            <a:off x="8101584" y="2139696"/>
            <a:ext cx="3474720" cy="41148"/>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lot:item_3_heading"/>
          <p:cNvSpPr txBox="1"/>
          <p:nvPr/>
        </p:nvSpPr>
        <p:spPr>
          <a:xfrm>
            <a:off x="8101584" y="2322576"/>
            <a:ext cx="3474720" cy="658368"/>
          </a:xfrm>
          <a:prstGeom prst="rect">
            <a:avLst/>
          </a:prstGeom>
          <a:noFill/>
        </p:spPr>
        <p:txBody>
          <a:bodyPr wrap="square" lIns="18288" rIns="18288" tIns="13716" bIns="13716">
            <a:noAutofit/>
          </a:bodyPr>
          <a:lstStyle/>
          <a:p>
            <a:pPr hangingPunct="0" eaLnBrk="1" latinLnBrk="0">
              <a:lnSpc>
                <a:spcPts val="2625"/>
              </a:lnSpc>
              <a:spcBef>
                <a:spcPts val="0"/>
              </a:spcBef>
              <a:spcAft>
                <a:spcPts val="0"/>
              </a:spcAft>
              <a:defRPr lang="ja-JP" sz="2100" b="1">
                <a:solidFill>
                  <a:srgbClr val="213547"/>
                </a:solidFill>
                <a:latin typeface="Yu Gothic"/>
                <a:ea typeface="Yu Gothic"/>
                <a:cs typeface="Yu Gothic"/>
              </a:defRPr>
            </a:pPr>
            <a:r>
              <a:rPr lang="ja-JP" sz="2100" b="1">
                <a:solidFill>
                  <a:srgbClr val="213547"/>
                </a:solidFill>
                <a:latin typeface="Yu Gothic"/>
                <a:ea typeface="Yu Gothic"/>
                <a:cs typeface="Yu Gothic"/>
              </a:rPr>
              <a:t>更新範囲を決める</a:t>
            </a:r>
          </a:p>
        </p:txBody>
      </p:sp>
      <p:sp>
        <p:nvSpPr>
          <p:cNvPr id="17" name="slot:item_3_body"/>
          <p:cNvSpPr txBox="1"/>
          <p:nvPr/>
        </p:nvSpPr>
        <p:spPr>
          <a:xfrm>
            <a:off x="8101584" y="3081528"/>
            <a:ext cx="3474720" cy="795527"/>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変更頻度に応じて担当と再確認の時期を決める。</a:t>
            </a:r>
          </a:p>
        </p:txBody>
      </p:sp>
      <p:sp>
        <p:nvSpPr>
          <p:cNvPr id="18" name="decor:6"/>
          <p:cNvSpPr/>
          <p:nvPr/>
        </p:nvSpPr>
        <p:spPr>
          <a:xfrm>
            <a:off x="603504" y="4178807"/>
            <a:ext cx="3474720" cy="41148"/>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slot:item_4_heading"/>
          <p:cNvSpPr txBox="1"/>
          <p:nvPr/>
        </p:nvSpPr>
        <p:spPr>
          <a:xfrm>
            <a:off x="603504" y="4361688"/>
            <a:ext cx="3474720" cy="658368"/>
          </a:xfrm>
          <a:prstGeom prst="rect">
            <a:avLst/>
          </a:prstGeom>
          <a:noFill/>
        </p:spPr>
        <p:txBody>
          <a:bodyPr wrap="square" lIns="18288" rIns="18288" tIns="13716" bIns="13716">
            <a:noAutofit/>
          </a:bodyPr>
          <a:lstStyle/>
          <a:p>
            <a:pPr hangingPunct="0" eaLnBrk="1" latinLnBrk="0">
              <a:lnSpc>
                <a:spcPts val="2625"/>
              </a:lnSpc>
              <a:spcBef>
                <a:spcPts val="0"/>
              </a:spcBef>
              <a:spcAft>
                <a:spcPts val="0"/>
              </a:spcAft>
              <a:defRPr lang="ja-JP" sz="2100" b="1">
                <a:solidFill>
                  <a:srgbClr val="213547"/>
                </a:solidFill>
                <a:latin typeface="Yu Gothic"/>
                <a:ea typeface="Yu Gothic"/>
                <a:cs typeface="Yu Gothic"/>
              </a:defRPr>
            </a:pPr>
            <a:r>
              <a:rPr lang="ja-JP" sz="2100" b="1">
                <a:solidFill>
                  <a:srgbClr val="213547"/>
                </a:solidFill>
                <a:latin typeface="Yu Gothic"/>
                <a:ea typeface="Yu Gothic"/>
                <a:cs typeface="Yu Gothic"/>
              </a:rPr>
              <a:t>例外を見える化</a:t>
            </a:r>
          </a:p>
        </p:txBody>
      </p:sp>
      <p:sp>
        <p:nvSpPr>
          <p:cNvPr id="20" name="slot:item_4_body"/>
          <p:cNvSpPr txBox="1"/>
          <p:nvPr/>
        </p:nvSpPr>
        <p:spPr>
          <a:xfrm>
            <a:off x="603504" y="5120640"/>
            <a:ext cx="3474720" cy="795527"/>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適用できない場面も記録し、前提の違いを残す。</a:t>
            </a:r>
          </a:p>
        </p:txBody>
      </p:sp>
      <p:sp>
        <p:nvSpPr>
          <p:cNvPr id="21" name="decor:7"/>
          <p:cNvSpPr/>
          <p:nvPr/>
        </p:nvSpPr>
        <p:spPr>
          <a:xfrm>
            <a:off x="4352544" y="4178807"/>
            <a:ext cx="3474720" cy="41148"/>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slot:item_5_heading"/>
          <p:cNvSpPr txBox="1"/>
          <p:nvPr/>
        </p:nvSpPr>
        <p:spPr>
          <a:xfrm>
            <a:off x="4352544" y="4361688"/>
            <a:ext cx="3474720" cy="658368"/>
          </a:xfrm>
          <a:prstGeom prst="rect">
            <a:avLst/>
          </a:prstGeom>
          <a:noFill/>
        </p:spPr>
        <p:txBody>
          <a:bodyPr wrap="square" lIns="18288" rIns="18288" tIns="13716" bIns="13716">
            <a:noAutofit/>
          </a:bodyPr>
          <a:lstStyle/>
          <a:p>
            <a:pPr hangingPunct="0" eaLnBrk="1" latinLnBrk="0">
              <a:lnSpc>
                <a:spcPts val="2625"/>
              </a:lnSpc>
              <a:spcBef>
                <a:spcPts val="0"/>
              </a:spcBef>
              <a:spcAft>
                <a:spcPts val="0"/>
              </a:spcAft>
              <a:defRPr lang="ja-JP" sz="2100" b="1">
                <a:solidFill>
                  <a:srgbClr val="213547"/>
                </a:solidFill>
                <a:latin typeface="Yu Gothic"/>
                <a:ea typeface="Yu Gothic"/>
                <a:cs typeface="Yu Gothic"/>
              </a:defRPr>
            </a:pPr>
            <a:r>
              <a:rPr lang="ja-JP" sz="2100" b="1">
                <a:solidFill>
                  <a:srgbClr val="213547"/>
                </a:solidFill>
                <a:latin typeface="Yu Gothic"/>
                <a:ea typeface="Yu Gothic"/>
                <a:cs typeface="Yu Gothic"/>
              </a:rPr>
              <a:t>比較軸を共有する</a:t>
            </a:r>
          </a:p>
        </p:txBody>
      </p:sp>
      <p:sp>
        <p:nvSpPr>
          <p:cNvPr id="23" name="slot:item_5_body"/>
          <p:cNvSpPr txBox="1"/>
          <p:nvPr/>
        </p:nvSpPr>
        <p:spPr>
          <a:xfrm>
            <a:off x="4352544" y="5120640"/>
            <a:ext cx="3474720" cy="795527"/>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評価項目を揃え、異なる条件の結果を混同しない。</a:t>
            </a:r>
          </a:p>
        </p:txBody>
      </p:sp>
      <p:sp>
        <p:nvSpPr>
          <p:cNvPr id="24" name="decor:8"/>
          <p:cNvSpPr/>
          <p:nvPr/>
        </p:nvSpPr>
        <p:spPr>
          <a:xfrm>
            <a:off x="8101584" y="4178807"/>
            <a:ext cx="3474720" cy="41148"/>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slot:item_6_heading"/>
          <p:cNvSpPr txBox="1"/>
          <p:nvPr/>
        </p:nvSpPr>
        <p:spPr>
          <a:xfrm>
            <a:off x="8101584" y="4361688"/>
            <a:ext cx="3474720" cy="658368"/>
          </a:xfrm>
          <a:prstGeom prst="rect">
            <a:avLst/>
          </a:prstGeom>
          <a:noFill/>
        </p:spPr>
        <p:txBody>
          <a:bodyPr wrap="square" lIns="18288" rIns="18288" tIns="13716" bIns="13716">
            <a:noAutofit/>
          </a:bodyPr>
          <a:lstStyle/>
          <a:p>
            <a:pPr hangingPunct="0" eaLnBrk="1" latinLnBrk="0">
              <a:lnSpc>
                <a:spcPts val="2625"/>
              </a:lnSpc>
              <a:spcBef>
                <a:spcPts val="0"/>
              </a:spcBef>
              <a:spcAft>
                <a:spcPts val="0"/>
              </a:spcAft>
              <a:defRPr lang="ja-JP" sz="2100" b="1">
                <a:solidFill>
                  <a:srgbClr val="213547"/>
                </a:solidFill>
                <a:latin typeface="Yu Gothic"/>
                <a:ea typeface="Yu Gothic"/>
                <a:cs typeface="Yu Gothic"/>
              </a:defRPr>
            </a:pPr>
            <a:r>
              <a:rPr lang="ja-JP" sz="2100" b="1">
                <a:solidFill>
                  <a:srgbClr val="213547"/>
                </a:solidFill>
                <a:latin typeface="Yu Gothic"/>
                <a:ea typeface="Yu Gothic"/>
                <a:cs typeface="Yu Gothic"/>
              </a:rPr>
              <a:t>確認先を残す</a:t>
            </a:r>
          </a:p>
        </p:txBody>
      </p:sp>
      <p:sp>
        <p:nvSpPr>
          <p:cNvPr id="26" name="slot:item_6_body"/>
          <p:cNvSpPr txBox="1"/>
          <p:nvPr/>
        </p:nvSpPr>
        <p:spPr>
          <a:xfrm>
            <a:off x="8101584" y="5120640"/>
            <a:ext cx="3474720" cy="795527"/>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未確認の論点と、追加調査で確かめる点を残す。</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公開レイアウト見本</a:t>
            </a:r>
          </a:p>
        </p:txBody>
      </p:sp>
      <p:sp>
        <p:nvSpPr>
          <p:cNvPr id="4" name="meta:page"/>
          <p:cNvSpPr txBox="1"/>
          <p:nvPr/>
        </p:nvSpPr>
        <p:spPr>
          <a:xfrm>
            <a:off x="10972800" y="6391656"/>
            <a:ext cx="621792" cy="274320"/>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18</a:t>
            </a:r>
          </a:p>
        </p:txBody>
      </p:sp>
      <p:sp>
        <p:nvSpPr>
          <p:cNvPr id="5" name="meta:footer"/>
          <p:cNvSpPr txBox="1"/>
          <p:nvPr/>
        </p:nvSpPr>
        <p:spPr>
          <a:xfrm>
            <a:off x="603504" y="6419088"/>
            <a:ext cx="9601200" cy="237744"/>
          </a:xfrm>
          <a:prstGeom prst="rect">
            <a:avLst/>
          </a:prstGeom>
          <a:noFill/>
        </p:spPr>
        <p:txBody>
          <a:bodyPr wrap="square"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slide-layout-agent</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社内ナレッジを探しやすくする条件</a:t>
            </a:r>
          </a:p>
        </p:txBody>
      </p:sp>
      <p:sp>
        <p:nvSpPr>
          <p:cNvPr id="8" name="slot:context"/>
          <p:cNvSpPr txBox="1"/>
          <p:nvPr/>
        </p:nvSpPr>
        <p:spPr>
          <a:xfrm>
            <a:off x="621792" y="1490472"/>
            <a:ext cx="10927080" cy="502920"/>
          </a:xfrm>
          <a:prstGeom prst="rect">
            <a:avLst/>
          </a:prstGeom>
          <a:noFill/>
        </p:spPr>
        <p:txBody>
          <a:bodyPr wrap="square"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架空の社内調査。運用条件を整理した所見であり、効果を実証したものではない。</a:t>
            </a:r>
          </a:p>
        </p:txBody>
      </p:sp>
      <p:sp>
        <p:nvSpPr>
          <p:cNvPr id="9" name="decor:3"/>
          <p:cNvSpPr/>
          <p:nvPr/>
        </p:nvSpPr>
        <p:spPr>
          <a:xfrm>
            <a:off x="603504" y="2139696"/>
            <a:ext cx="5385816" cy="3858768"/>
          </a:xfrm>
          <a:prstGeom prst="rect">
            <a:avLst/>
          </a:prstGeom>
          <a:solidFill>
            <a:srgbClr val="FFFFFF"/>
          </a:solidFill>
          <a:ln w="889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ecor:4"/>
          <p:cNvSpPr/>
          <p:nvPr/>
        </p:nvSpPr>
        <p:spPr>
          <a:xfrm>
            <a:off x="603504" y="2139696"/>
            <a:ext cx="41148" cy="3858768"/>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lot:item_1_heading"/>
          <p:cNvSpPr txBox="1"/>
          <p:nvPr/>
        </p:nvSpPr>
        <p:spPr>
          <a:xfrm>
            <a:off x="813816" y="2276856"/>
            <a:ext cx="4965192" cy="64008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検索入口を揃える</a:t>
            </a:r>
          </a:p>
        </p:txBody>
      </p:sp>
      <p:sp>
        <p:nvSpPr>
          <p:cNvPr id="12" name="slot:item_1_body"/>
          <p:cNvSpPr txBox="1"/>
          <p:nvPr/>
        </p:nvSpPr>
        <p:spPr>
          <a:xfrm>
            <a:off x="813816" y="3072384"/>
            <a:ext cx="4965192" cy="131826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0">
                <a:solidFill>
                  <a:srgbClr val="213547"/>
                </a:solidFill>
                <a:latin typeface="Yu Gothic"/>
                <a:ea typeface="Yu Gothic"/>
                <a:cs typeface="Yu Gothic"/>
              </a:defRPr>
            </a:pPr>
            <a:r>
              <a:rPr lang="ja-JP" sz="2000" b="0">
                <a:solidFill>
                  <a:srgbClr val="213547"/>
                </a:solidFill>
                <a:latin typeface="Yu Gothic"/>
                <a:ea typeface="Yu Gothic"/>
                <a:cs typeface="Yu Gothic"/>
              </a:rPr>
              <a:t>用語の揺れを減らし、部門をまたいでも同じ資料へ辿れる導線を整える。検索結果には対象範囲を添え、読み手が必要な情報かを判断できるようにする。</a:t>
            </a:r>
          </a:p>
        </p:txBody>
      </p:sp>
      <p:sp>
        <p:nvSpPr>
          <p:cNvPr id="13" name="slot:item_1_evidence"/>
          <p:cNvSpPr txBox="1"/>
          <p:nvPr/>
        </p:nvSpPr>
        <p:spPr>
          <a:xfrm>
            <a:off x="813816" y="4500372"/>
            <a:ext cx="4965192" cy="310896"/>
          </a:xfrm>
          <a:prstGeom prst="rect">
            <a:avLst/>
          </a:prstGeom>
          <a:noFill/>
        </p:spPr>
        <p:txBody>
          <a:bodyPr wrap="square"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対象：資料の入口を確認</a:t>
            </a:r>
          </a:p>
        </p:txBody>
      </p:sp>
      <p:sp>
        <p:nvSpPr>
          <p:cNvPr id="14" name="decor:5"/>
          <p:cNvSpPr/>
          <p:nvPr/>
        </p:nvSpPr>
        <p:spPr>
          <a:xfrm>
            <a:off x="6190488" y="2139696"/>
            <a:ext cx="5385816" cy="3858768"/>
          </a:xfrm>
          <a:prstGeom prst="rect">
            <a:avLst/>
          </a:prstGeom>
          <a:solidFill>
            <a:srgbClr val="FFFFFF"/>
          </a:solidFill>
          <a:ln w="889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ecor:6"/>
          <p:cNvSpPr/>
          <p:nvPr/>
        </p:nvSpPr>
        <p:spPr>
          <a:xfrm>
            <a:off x="6190488" y="2139696"/>
            <a:ext cx="41148" cy="3858768"/>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lot:item_2_heading"/>
          <p:cNvSpPr txBox="1"/>
          <p:nvPr/>
        </p:nvSpPr>
        <p:spPr>
          <a:xfrm>
            <a:off x="6400800" y="2276856"/>
            <a:ext cx="4965192" cy="64008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根拠まで辿れる</a:t>
            </a:r>
          </a:p>
        </p:txBody>
      </p:sp>
      <p:sp>
        <p:nvSpPr>
          <p:cNvPr id="17" name="slot:item_2_body"/>
          <p:cNvSpPr txBox="1"/>
          <p:nvPr/>
        </p:nvSpPr>
        <p:spPr>
          <a:xfrm>
            <a:off x="6400800" y="3072384"/>
            <a:ext cx="4965192" cy="131826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0">
                <a:solidFill>
                  <a:srgbClr val="213547"/>
                </a:solidFill>
                <a:latin typeface="Yu Gothic"/>
                <a:ea typeface="Yu Gothic"/>
                <a:cs typeface="Yu Gothic"/>
              </a:defRPr>
            </a:pPr>
            <a:r>
              <a:rPr lang="ja-JP" sz="2000" b="0">
                <a:solidFill>
                  <a:srgbClr val="213547"/>
                </a:solidFill>
                <a:latin typeface="Yu Gothic"/>
                <a:ea typeface="Yu Gothic"/>
                <a:cs typeface="Yu Gothic"/>
              </a:rPr>
              <a:t>要約だけで判断せず、原文の条件と確認日を一緒に読み取れる形にする。引用先の位置も残し、解釈に疑問があれば読み手が前提を確かめられるようにする。</a:t>
            </a:r>
          </a:p>
        </p:txBody>
      </p:sp>
      <p:sp>
        <p:nvSpPr>
          <p:cNvPr id="18" name="slot:item_2_evidence"/>
          <p:cNvSpPr txBox="1"/>
          <p:nvPr/>
        </p:nvSpPr>
        <p:spPr>
          <a:xfrm>
            <a:off x="6400800" y="4500372"/>
            <a:ext cx="4965192" cy="310896"/>
          </a:xfrm>
          <a:prstGeom prst="rect">
            <a:avLst/>
          </a:prstGeom>
          <a:noFill/>
        </p:spPr>
        <p:txBody>
          <a:bodyPr wrap="square"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根拠：原文の条件を保持</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公開レイアウト見本</a:t>
            </a:r>
          </a:p>
        </p:txBody>
      </p:sp>
      <p:sp>
        <p:nvSpPr>
          <p:cNvPr id="4" name="meta:page"/>
          <p:cNvSpPr txBox="1"/>
          <p:nvPr/>
        </p:nvSpPr>
        <p:spPr>
          <a:xfrm>
            <a:off x="10972800" y="6391656"/>
            <a:ext cx="621792" cy="274320"/>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19</a:t>
            </a:r>
          </a:p>
        </p:txBody>
      </p:sp>
      <p:sp>
        <p:nvSpPr>
          <p:cNvPr id="5" name="meta:footer"/>
          <p:cNvSpPr txBox="1"/>
          <p:nvPr/>
        </p:nvSpPr>
        <p:spPr>
          <a:xfrm>
            <a:off x="603504" y="6419088"/>
            <a:ext cx="9601200" cy="237744"/>
          </a:xfrm>
          <a:prstGeom prst="rect">
            <a:avLst/>
          </a:prstGeom>
          <a:noFill/>
        </p:spPr>
        <p:txBody>
          <a:bodyPr wrap="square"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slide-layout-agent</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社内ナレッジを探しやすくする条件</a:t>
            </a:r>
          </a:p>
        </p:txBody>
      </p:sp>
      <p:sp>
        <p:nvSpPr>
          <p:cNvPr id="8" name="slot:context"/>
          <p:cNvSpPr txBox="1"/>
          <p:nvPr/>
        </p:nvSpPr>
        <p:spPr>
          <a:xfrm>
            <a:off x="621792" y="1490472"/>
            <a:ext cx="10927080" cy="502920"/>
          </a:xfrm>
          <a:prstGeom prst="rect">
            <a:avLst/>
          </a:prstGeom>
          <a:noFill/>
        </p:spPr>
        <p:txBody>
          <a:bodyPr wrap="square"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架空の社内調査。運用条件を整理した所見であり、効果を実証したものではない。</a:t>
            </a:r>
          </a:p>
        </p:txBody>
      </p:sp>
      <p:sp>
        <p:nvSpPr>
          <p:cNvPr id="9" name="decor:3"/>
          <p:cNvSpPr/>
          <p:nvPr/>
        </p:nvSpPr>
        <p:spPr>
          <a:xfrm>
            <a:off x="685800" y="4050792"/>
            <a:ext cx="1083564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lot:item_1_heading"/>
          <p:cNvSpPr txBox="1"/>
          <p:nvPr/>
        </p:nvSpPr>
        <p:spPr>
          <a:xfrm>
            <a:off x="685800" y="2130552"/>
            <a:ext cx="2834640" cy="68580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検索入口を揃える</a:t>
            </a:r>
          </a:p>
        </p:txBody>
      </p:sp>
      <p:sp>
        <p:nvSpPr>
          <p:cNvPr id="11" name="slot:item_1_body"/>
          <p:cNvSpPr txBox="1"/>
          <p:nvPr/>
        </p:nvSpPr>
        <p:spPr>
          <a:xfrm>
            <a:off x="3730752" y="2130552"/>
            <a:ext cx="7790688" cy="331978"/>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用語を揃え、同じ資料へ辿れる入口を整える。</a:t>
            </a:r>
          </a:p>
        </p:txBody>
      </p:sp>
      <p:sp>
        <p:nvSpPr>
          <p:cNvPr id="12" name="slot:item_1_evidence"/>
          <p:cNvSpPr txBox="1"/>
          <p:nvPr/>
        </p:nvSpPr>
        <p:spPr>
          <a:xfrm>
            <a:off x="3730752" y="2553970"/>
            <a:ext cx="7790688" cy="292608"/>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留保：追加の確認が必要</a:t>
            </a:r>
          </a:p>
        </p:txBody>
      </p:sp>
      <p:sp>
        <p:nvSpPr>
          <p:cNvPr id="13" name="decor:4"/>
          <p:cNvSpPr/>
          <p:nvPr/>
        </p:nvSpPr>
        <p:spPr>
          <a:xfrm>
            <a:off x="685800" y="6007608"/>
            <a:ext cx="1083564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lot:item_2_heading"/>
          <p:cNvSpPr txBox="1"/>
          <p:nvPr/>
        </p:nvSpPr>
        <p:spPr>
          <a:xfrm>
            <a:off x="685800" y="4087368"/>
            <a:ext cx="2834640" cy="68580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根拠まで辿れる</a:t>
            </a:r>
          </a:p>
        </p:txBody>
      </p:sp>
      <p:sp>
        <p:nvSpPr>
          <p:cNvPr id="15" name="slot:item_2_body"/>
          <p:cNvSpPr txBox="1"/>
          <p:nvPr/>
        </p:nvSpPr>
        <p:spPr>
          <a:xfrm>
            <a:off x="3730752" y="4087368"/>
            <a:ext cx="7790688" cy="331978"/>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原文の条件と確認日を、要約とともに残す。</a:t>
            </a:r>
          </a:p>
        </p:txBody>
      </p:sp>
      <p:sp>
        <p:nvSpPr>
          <p:cNvPr id="16" name="slot:item_2_evidence"/>
          <p:cNvSpPr txBox="1"/>
          <p:nvPr/>
        </p:nvSpPr>
        <p:spPr>
          <a:xfrm>
            <a:off x="3730752" y="4510786"/>
            <a:ext cx="7790688" cy="292608"/>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留保：追加の確認が必要</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公開レイアウト見本</a:t>
            </a:r>
          </a:p>
        </p:txBody>
      </p:sp>
      <p:sp>
        <p:nvSpPr>
          <p:cNvPr id="4" name="meta:page"/>
          <p:cNvSpPr txBox="1"/>
          <p:nvPr/>
        </p:nvSpPr>
        <p:spPr>
          <a:xfrm>
            <a:off x="10972800" y="6391656"/>
            <a:ext cx="621792" cy="274320"/>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20</a:t>
            </a:r>
          </a:p>
        </p:txBody>
      </p:sp>
      <p:sp>
        <p:nvSpPr>
          <p:cNvPr id="5" name="meta:footer"/>
          <p:cNvSpPr txBox="1"/>
          <p:nvPr/>
        </p:nvSpPr>
        <p:spPr>
          <a:xfrm>
            <a:off x="603504" y="6419088"/>
            <a:ext cx="9601200" cy="237744"/>
          </a:xfrm>
          <a:prstGeom prst="rect">
            <a:avLst/>
          </a:prstGeom>
          <a:noFill/>
        </p:spPr>
        <p:txBody>
          <a:bodyPr wrap="square"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slide-layout-agent</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社内ナレッジを探しやすくする条件</a:t>
            </a:r>
          </a:p>
        </p:txBody>
      </p:sp>
      <p:sp>
        <p:nvSpPr>
          <p:cNvPr id="8" name="slot:context"/>
          <p:cNvSpPr txBox="1"/>
          <p:nvPr/>
        </p:nvSpPr>
        <p:spPr>
          <a:xfrm>
            <a:off x="621792" y="1490472"/>
            <a:ext cx="10927080" cy="502920"/>
          </a:xfrm>
          <a:prstGeom prst="rect">
            <a:avLst/>
          </a:prstGeom>
          <a:noFill/>
        </p:spPr>
        <p:txBody>
          <a:bodyPr wrap="square"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架空の社内調査。運用条件を整理した所見であり、効果を実証したものではない。</a:t>
            </a:r>
          </a:p>
        </p:txBody>
      </p:sp>
      <p:sp>
        <p:nvSpPr>
          <p:cNvPr id="9" name="decor:3"/>
          <p:cNvSpPr/>
          <p:nvPr/>
        </p:nvSpPr>
        <p:spPr>
          <a:xfrm>
            <a:off x="603504" y="2139696"/>
            <a:ext cx="3523488" cy="3858768"/>
          </a:xfrm>
          <a:prstGeom prst="rect">
            <a:avLst/>
          </a:prstGeom>
          <a:solidFill>
            <a:srgbClr val="FFFFFF"/>
          </a:solidFill>
          <a:ln w="889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ecor:4"/>
          <p:cNvSpPr/>
          <p:nvPr/>
        </p:nvSpPr>
        <p:spPr>
          <a:xfrm>
            <a:off x="603504" y="2139696"/>
            <a:ext cx="41148" cy="3858768"/>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lot:item_1_heading"/>
          <p:cNvSpPr txBox="1"/>
          <p:nvPr/>
        </p:nvSpPr>
        <p:spPr>
          <a:xfrm>
            <a:off x="813816" y="2276856"/>
            <a:ext cx="3102864" cy="64008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検索入口を揃える</a:t>
            </a:r>
          </a:p>
        </p:txBody>
      </p:sp>
      <p:sp>
        <p:nvSpPr>
          <p:cNvPr id="12" name="slot:item_1_body"/>
          <p:cNvSpPr txBox="1"/>
          <p:nvPr/>
        </p:nvSpPr>
        <p:spPr>
          <a:xfrm>
            <a:off x="813816" y="3072384"/>
            <a:ext cx="3102864" cy="227076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0">
                <a:solidFill>
                  <a:srgbClr val="213547"/>
                </a:solidFill>
                <a:latin typeface="Yu Gothic"/>
                <a:ea typeface="Yu Gothic"/>
                <a:cs typeface="Yu Gothic"/>
              </a:defRPr>
            </a:pPr>
            <a:r>
              <a:rPr lang="ja-JP" sz="2000" b="0">
                <a:solidFill>
                  <a:srgbClr val="213547"/>
                </a:solidFill>
                <a:latin typeface="Yu Gothic"/>
                <a:ea typeface="Yu Gothic"/>
                <a:cs typeface="Yu Gothic"/>
              </a:rPr>
              <a:t>用語の揺れを減らし、部門をまたいでも同じ資料へ辿れる導線を整える。検索結果には対象範囲を添え、読み手が必要な情報かを判断できるようにする。</a:t>
            </a:r>
          </a:p>
        </p:txBody>
      </p:sp>
      <p:sp>
        <p:nvSpPr>
          <p:cNvPr id="13" name="slot:item_1_evidence"/>
          <p:cNvSpPr txBox="1"/>
          <p:nvPr/>
        </p:nvSpPr>
        <p:spPr>
          <a:xfrm>
            <a:off x="813816" y="5452872"/>
            <a:ext cx="3102864" cy="310896"/>
          </a:xfrm>
          <a:prstGeom prst="rect">
            <a:avLst/>
          </a:prstGeom>
          <a:noFill/>
        </p:spPr>
        <p:txBody>
          <a:bodyPr wrap="square"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対象：資料の入口を確認</a:t>
            </a:r>
          </a:p>
        </p:txBody>
      </p:sp>
      <p:sp>
        <p:nvSpPr>
          <p:cNvPr id="14" name="decor:5"/>
          <p:cNvSpPr/>
          <p:nvPr/>
        </p:nvSpPr>
        <p:spPr>
          <a:xfrm>
            <a:off x="4328160" y="2139696"/>
            <a:ext cx="3523488" cy="3858768"/>
          </a:xfrm>
          <a:prstGeom prst="rect">
            <a:avLst/>
          </a:prstGeom>
          <a:solidFill>
            <a:srgbClr val="FFFFFF"/>
          </a:solidFill>
          <a:ln w="889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ecor:6"/>
          <p:cNvSpPr/>
          <p:nvPr/>
        </p:nvSpPr>
        <p:spPr>
          <a:xfrm>
            <a:off x="4328160" y="2139696"/>
            <a:ext cx="41148" cy="3858768"/>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lot:item_2_heading"/>
          <p:cNvSpPr txBox="1"/>
          <p:nvPr/>
        </p:nvSpPr>
        <p:spPr>
          <a:xfrm>
            <a:off x="4538472" y="2276856"/>
            <a:ext cx="3102864" cy="64008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根拠まで辿れる</a:t>
            </a:r>
          </a:p>
        </p:txBody>
      </p:sp>
      <p:sp>
        <p:nvSpPr>
          <p:cNvPr id="17" name="slot:item_2_body"/>
          <p:cNvSpPr txBox="1"/>
          <p:nvPr/>
        </p:nvSpPr>
        <p:spPr>
          <a:xfrm>
            <a:off x="4538472" y="3072384"/>
            <a:ext cx="3102864" cy="227076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0">
                <a:solidFill>
                  <a:srgbClr val="213547"/>
                </a:solidFill>
                <a:latin typeface="Yu Gothic"/>
                <a:ea typeface="Yu Gothic"/>
                <a:cs typeface="Yu Gothic"/>
              </a:defRPr>
            </a:pPr>
            <a:r>
              <a:rPr lang="ja-JP" sz="2000" b="0">
                <a:solidFill>
                  <a:srgbClr val="213547"/>
                </a:solidFill>
                <a:latin typeface="Yu Gothic"/>
                <a:ea typeface="Yu Gothic"/>
                <a:cs typeface="Yu Gothic"/>
              </a:rPr>
              <a:t>要約だけで判断せず、原文の条件と確認日を一緒に読み取れる形にする。引用先の位置も残し、解釈に疑問があれば読み手が前提を確かめられるようにする。</a:t>
            </a:r>
          </a:p>
        </p:txBody>
      </p:sp>
      <p:sp>
        <p:nvSpPr>
          <p:cNvPr id="18" name="slot:item_2_evidence"/>
          <p:cNvSpPr txBox="1"/>
          <p:nvPr/>
        </p:nvSpPr>
        <p:spPr>
          <a:xfrm>
            <a:off x="4538472" y="5452872"/>
            <a:ext cx="3102864" cy="310896"/>
          </a:xfrm>
          <a:prstGeom prst="rect">
            <a:avLst/>
          </a:prstGeom>
          <a:noFill/>
        </p:spPr>
        <p:txBody>
          <a:bodyPr wrap="square"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根拠：原文の条件を保持</a:t>
            </a:r>
          </a:p>
        </p:txBody>
      </p:sp>
      <p:sp>
        <p:nvSpPr>
          <p:cNvPr id="19" name="decor:7"/>
          <p:cNvSpPr/>
          <p:nvPr/>
        </p:nvSpPr>
        <p:spPr>
          <a:xfrm>
            <a:off x="8052816" y="2139696"/>
            <a:ext cx="3523488" cy="3858768"/>
          </a:xfrm>
          <a:prstGeom prst="rect">
            <a:avLst/>
          </a:prstGeom>
          <a:solidFill>
            <a:srgbClr val="FFFFFF"/>
          </a:solidFill>
          <a:ln w="889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decor:8"/>
          <p:cNvSpPr/>
          <p:nvPr/>
        </p:nvSpPr>
        <p:spPr>
          <a:xfrm>
            <a:off x="8052816" y="2139696"/>
            <a:ext cx="41148" cy="3858768"/>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slot:item_3_heading"/>
          <p:cNvSpPr txBox="1"/>
          <p:nvPr/>
        </p:nvSpPr>
        <p:spPr>
          <a:xfrm>
            <a:off x="8263128" y="2276856"/>
            <a:ext cx="3102864" cy="64008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更新範囲を決める</a:t>
            </a:r>
          </a:p>
        </p:txBody>
      </p:sp>
      <p:sp>
        <p:nvSpPr>
          <p:cNvPr id="22" name="slot:item_3_body"/>
          <p:cNvSpPr txBox="1"/>
          <p:nvPr/>
        </p:nvSpPr>
        <p:spPr>
          <a:xfrm>
            <a:off x="8263128" y="3072384"/>
            <a:ext cx="3102864" cy="1953259"/>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0">
                <a:solidFill>
                  <a:srgbClr val="213547"/>
                </a:solidFill>
                <a:latin typeface="Yu Gothic"/>
                <a:ea typeface="Yu Gothic"/>
                <a:cs typeface="Yu Gothic"/>
              </a:defRPr>
            </a:pPr>
            <a:r>
              <a:rPr lang="ja-JP" sz="2000" b="0">
                <a:solidFill>
                  <a:srgbClr val="213547"/>
                </a:solidFill>
                <a:latin typeface="Yu Gothic"/>
                <a:ea typeface="Yu Gothic"/>
                <a:cs typeface="Yu Gothic"/>
              </a:rPr>
              <a:t>変更頻度に応じて確認担当を置き、古い記述を見分けられるようにする。更新が止まった資料は利用条件を明記し、再確認の対象として管理する。</a:t>
            </a:r>
          </a:p>
        </p:txBody>
      </p:sp>
      <p:sp>
        <p:nvSpPr>
          <p:cNvPr id="23" name="slot:item_3_evidence"/>
          <p:cNvSpPr txBox="1"/>
          <p:nvPr/>
        </p:nvSpPr>
        <p:spPr>
          <a:xfrm>
            <a:off x="8263128" y="5135371"/>
            <a:ext cx="3102864" cy="310896"/>
          </a:xfrm>
          <a:prstGeom prst="rect">
            <a:avLst/>
          </a:prstGeom>
          <a:noFill/>
        </p:spPr>
        <p:txBody>
          <a:bodyPr wrap="square"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留保：運用負荷は未検証</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公開レイアウト見本</a:t>
            </a:r>
          </a:p>
        </p:txBody>
      </p:sp>
      <p:sp>
        <p:nvSpPr>
          <p:cNvPr id="4" name="meta:page"/>
          <p:cNvSpPr txBox="1"/>
          <p:nvPr/>
        </p:nvSpPr>
        <p:spPr>
          <a:xfrm>
            <a:off x="10972800" y="6391656"/>
            <a:ext cx="621792" cy="274320"/>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21</a:t>
            </a:r>
          </a:p>
        </p:txBody>
      </p:sp>
      <p:sp>
        <p:nvSpPr>
          <p:cNvPr id="5" name="meta:footer"/>
          <p:cNvSpPr txBox="1"/>
          <p:nvPr/>
        </p:nvSpPr>
        <p:spPr>
          <a:xfrm>
            <a:off x="603504" y="6419088"/>
            <a:ext cx="9601200" cy="237744"/>
          </a:xfrm>
          <a:prstGeom prst="rect">
            <a:avLst/>
          </a:prstGeom>
          <a:noFill/>
        </p:spPr>
        <p:txBody>
          <a:bodyPr wrap="square"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slide-layout-agent</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社内ナレッジを探しやすくする条件</a:t>
            </a:r>
          </a:p>
        </p:txBody>
      </p:sp>
      <p:sp>
        <p:nvSpPr>
          <p:cNvPr id="8" name="slot:context"/>
          <p:cNvSpPr txBox="1"/>
          <p:nvPr/>
        </p:nvSpPr>
        <p:spPr>
          <a:xfrm>
            <a:off x="621792" y="1490472"/>
            <a:ext cx="10927080" cy="502920"/>
          </a:xfrm>
          <a:prstGeom prst="rect">
            <a:avLst/>
          </a:prstGeom>
          <a:noFill/>
        </p:spPr>
        <p:txBody>
          <a:bodyPr wrap="square"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架空の社内調査。運用条件を整理した所見であり、効果を実証したものではない。</a:t>
            </a:r>
          </a:p>
        </p:txBody>
      </p:sp>
      <p:sp>
        <p:nvSpPr>
          <p:cNvPr id="9" name="decor:3"/>
          <p:cNvSpPr/>
          <p:nvPr/>
        </p:nvSpPr>
        <p:spPr>
          <a:xfrm>
            <a:off x="685800" y="3398520"/>
            <a:ext cx="1083564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lot:item_1_heading"/>
          <p:cNvSpPr txBox="1"/>
          <p:nvPr/>
        </p:nvSpPr>
        <p:spPr>
          <a:xfrm>
            <a:off x="685800" y="2130552"/>
            <a:ext cx="2834640" cy="68580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検索入口を揃える</a:t>
            </a:r>
          </a:p>
        </p:txBody>
      </p:sp>
      <p:sp>
        <p:nvSpPr>
          <p:cNvPr id="11" name="slot:item_1_body"/>
          <p:cNvSpPr txBox="1"/>
          <p:nvPr/>
        </p:nvSpPr>
        <p:spPr>
          <a:xfrm>
            <a:off x="3730752" y="2130552"/>
            <a:ext cx="7790688" cy="331978"/>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用語を揃え、同じ資料へ辿れる入口を整える。</a:t>
            </a:r>
          </a:p>
        </p:txBody>
      </p:sp>
      <p:sp>
        <p:nvSpPr>
          <p:cNvPr id="12" name="slot:item_1_evidence"/>
          <p:cNvSpPr txBox="1"/>
          <p:nvPr/>
        </p:nvSpPr>
        <p:spPr>
          <a:xfrm>
            <a:off x="3730752" y="2553970"/>
            <a:ext cx="7790688" cy="292608"/>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留保：追加の確認が必要</a:t>
            </a:r>
          </a:p>
        </p:txBody>
      </p:sp>
      <p:sp>
        <p:nvSpPr>
          <p:cNvPr id="13" name="decor:4"/>
          <p:cNvSpPr/>
          <p:nvPr/>
        </p:nvSpPr>
        <p:spPr>
          <a:xfrm>
            <a:off x="685800" y="4703064"/>
            <a:ext cx="1083564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lot:item_2_heading"/>
          <p:cNvSpPr txBox="1"/>
          <p:nvPr/>
        </p:nvSpPr>
        <p:spPr>
          <a:xfrm>
            <a:off x="685800" y="3435096"/>
            <a:ext cx="2834640" cy="68580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根拠まで辿れる</a:t>
            </a:r>
          </a:p>
        </p:txBody>
      </p:sp>
      <p:sp>
        <p:nvSpPr>
          <p:cNvPr id="15" name="slot:item_2_body"/>
          <p:cNvSpPr txBox="1"/>
          <p:nvPr/>
        </p:nvSpPr>
        <p:spPr>
          <a:xfrm>
            <a:off x="3730752" y="3435096"/>
            <a:ext cx="7790688" cy="331978"/>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原文の条件と確認日を、要約とともに残す。</a:t>
            </a:r>
          </a:p>
        </p:txBody>
      </p:sp>
      <p:sp>
        <p:nvSpPr>
          <p:cNvPr id="16" name="slot:item_2_evidence"/>
          <p:cNvSpPr txBox="1"/>
          <p:nvPr/>
        </p:nvSpPr>
        <p:spPr>
          <a:xfrm>
            <a:off x="3730752" y="3858514"/>
            <a:ext cx="7790688" cy="292608"/>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留保：追加の確認が必要</a:t>
            </a:r>
          </a:p>
        </p:txBody>
      </p:sp>
      <p:sp>
        <p:nvSpPr>
          <p:cNvPr id="17" name="decor:5"/>
          <p:cNvSpPr/>
          <p:nvPr/>
        </p:nvSpPr>
        <p:spPr>
          <a:xfrm>
            <a:off x="685800" y="6007608"/>
            <a:ext cx="1083564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lot:item_3_heading"/>
          <p:cNvSpPr txBox="1"/>
          <p:nvPr/>
        </p:nvSpPr>
        <p:spPr>
          <a:xfrm>
            <a:off x="685800" y="4739640"/>
            <a:ext cx="2834640" cy="68580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更新範囲を決める</a:t>
            </a:r>
          </a:p>
        </p:txBody>
      </p:sp>
      <p:sp>
        <p:nvSpPr>
          <p:cNvPr id="19" name="slot:item_3_body"/>
          <p:cNvSpPr txBox="1"/>
          <p:nvPr/>
        </p:nvSpPr>
        <p:spPr>
          <a:xfrm>
            <a:off x="3730752" y="4739640"/>
            <a:ext cx="7790688" cy="331978"/>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変更頻度に応じて担当と再確認の時期を決める。</a:t>
            </a:r>
          </a:p>
        </p:txBody>
      </p:sp>
      <p:sp>
        <p:nvSpPr>
          <p:cNvPr id="20" name="slot:item_3_evidence"/>
          <p:cNvSpPr txBox="1"/>
          <p:nvPr/>
        </p:nvSpPr>
        <p:spPr>
          <a:xfrm>
            <a:off x="3730752" y="5163058"/>
            <a:ext cx="7790688" cy="292608"/>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留保：追加の確認が必要</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公開レイアウト見本</a:t>
            </a:r>
          </a:p>
        </p:txBody>
      </p:sp>
      <p:sp>
        <p:nvSpPr>
          <p:cNvPr id="4" name="meta:page"/>
          <p:cNvSpPr txBox="1"/>
          <p:nvPr/>
        </p:nvSpPr>
        <p:spPr>
          <a:xfrm>
            <a:off x="10972800" y="6391656"/>
            <a:ext cx="621792" cy="274320"/>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22</a:t>
            </a:r>
          </a:p>
        </p:txBody>
      </p:sp>
      <p:sp>
        <p:nvSpPr>
          <p:cNvPr id="5" name="meta:footer"/>
          <p:cNvSpPr txBox="1"/>
          <p:nvPr/>
        </p:nvSpPr>
        <p:spPr>
          <a:xfrm>
            <a:off x="603504" y="6419088"/>
            <a:ext cx="9601200" cy="237744"/>
          </a:xfrm>
          <a:prstGeom prst="rect">
            <a:avLst/>
          </a:prstGeom>
          <a:noFill/>
        </p:spPr>
        <p:txBody>
          <a:bodyPr wrap="square"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slide-layout-agent</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社内ナレッジを探しやすくする条件</a:t>
            </a:r>
          </a:p>
        </p:txBody>
      </p:sp>
      <p:sp>
        <p:nvSpPr>
          <p:cNvPr id="8" name="slot:context"/>
          <p:cNvSpPr txBox="1"/>
          <p:nvPr/>
        </p:nvSpPr>
        <p:spPr>
          <a:xfrm>
            <a:off x="621792" y="1490472"/>
            <a:ext cx="10927080" cy="502920"/>
          </a:xfrm>
          <a:prstGeom prst="rect">
            <a:avLst/>
          </a:prstGeom>
          <a:noFill/>
        </p:spPr>
        <p:txBody>
          <a:bodyPr wrap="square"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架空の社内調査。運用条件を整理した所見であり、効果を実証したものではない。</a:t>
            </a:r>
          </a:p>
        </p:txBody>
      </p:sp>
      <p:sp>
        <p:nvSpPr>
          <p:cNvPr id="9" name="decor:3"/>
          <p:cNvSpPr/>
          <p:nvPr/>
        </p:nvSpPr>
        <p:spPr>
          <a:xfrm>
            <a:off x="603504" y="2139696"/>
            <a:ext cx="5385816" cy="1828799"/>
          </a:xfrm>
          <a:prstGeom prst="rect">
            <a:avLst/>
          </a:prstGeom>
          <a:solidFill>
            <a:srgbClr val="FFFFFF"/>
          </a:solidFill>
          <a:ln w="889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ecor:4"/>
          <p:cNvSpPr/>
          <p:nvPr/>
        </p:nvSpPr>
        <p:spPr>
          <a:xfrm>
            <a:off x="603504" y="2139696"/>
            <a:ext cx="41148" cy="1828799"/>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lot:item_1_heading"/>
          <p:cNvSpPr txBox="1"/>
          <p:nvPr/>
        </p:nvSpPr>
        <p:spPr>
          <a:xfrm>
            <a:off x="813816" y="2276856"/>
            <a:ext cx="4965192" cy="438912"/>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検索入口を揃える</a:t>
            </a:r>
          </a:p>
        </p:txBody>
      </p:sp>
      <p:sp>
        <p:nvSpPr>
          <p:cNvPr id="12" name="slot:item_1_body"/>
          <p:cNvSpPr txBox="1"/>
          <p:nvPr/>
        </p:nvSpPr>
        <p:spPr>
          <a:xfrm>
            <a:off x="813816" y="2798063"/>
            <a:ext cx="4965192" cy="617728"/>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用語を揃え、同じ資料へ辿れる入口を整える。</a:t>
            </a:r>
          </a:p>
        </p:txBody>
      </p:sp>
      <p:sp>
        <p:nvSpPr>
          <p:cNvPr id="13" name="slot:item_1_evidence"/>
          <p:cNvSpPr txBox="1"/>
          <p:nvPr/>
        </p:nvSpPr>
        <p:spPr>
          <a:xfrm>
            <a:off x="813816" y="3525519"/>
            <a:ext cx="4965192" cy="310896"/>
          </a:xfrm>
          <a:prstGeom prst="rect">
            <a:avLst/>
          </a:prstGeom>
          <a:noFill/>
        </p:spPr>
        <p:txBody>
          <a:bodyPr wrap="square"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対象：資料の入口を確認</a:t>
            </a:r>
          </a:p>
        </p:txBody>
      </p:sp>
      <p:sp>
        <p:nvSpPr>
          <p:cNvPr id="14" name="decor:5"/>
          <p:cNvSpPr/>
          <p:nvPr/>
        </p:nvSpPr>
        <p:spPr>
          <a:xfrm>
            <a:off x="6190488" y="2139696"/>
            <a:ext cx="5385816" cy="1828799"/>
          </a:xfrm>
          <a:prstGeom prst="rect">
            <a:avLst/>
          </a:prstGeom>
          <a:solidFill>
            <a:srgbClr val="FFFFFF"/>
          </a:solidFill>
          <a:ln w="889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ecor:6"/>
          <p:cNvSpPr/>
          <p:nvPr/>
        </p:nvSpPr>
        <p:spPr>
          <a:xfrm>
            <a:off x="6190488" y="2139696"/>
            <a:ext cx="41148" cy="1828799"/>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lot:item_2_heading"/>
          <p:cNvSpPr txBox="1"/>
          <p:nvPr/>
        </p:nvSpPr>
        <p:spPr>
          <a:xfrm>
            <a:off x="6400800" y="2276856"/>
            <a:ext cx="4965192" cy="438912"/>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根拠まで辿れる</a:t>
            </a:r>
          </a:p>
        </p:txBody>
      </p:sp>
      <p:sp>
        <p:nvSpPr>
          <p:cNvPr id="17" name="slot:item_2_body"/>
          <p:cNvSpPr txBox="1"/>
          <p:nvPr/>
        </p:nvSpPr>
        <p:spPr>
          <a:xfrm>
            <a:off x="6400800" y="2798063"/>
            <a:ext cx="4965192" cy="617728"/>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原文の条件と確認日を、要約とともに残す。</a:t>
            </a:r>
          </a:p>
        </p:txBody>
      </p:sp>
      <p:sp>
        <p:nvSpPr>
          <p:cNvPr id="18" name="slot:item_2_evidence"/>
          <p:cNvSpPr txBox="1"/>
          <p:nvPr/>
        </p:nvSpPr>
        <p:spPr>
          <a:xfrm>
            <a:off x="6400800" y="3525519"/>
            <a:ext cx="4965192" cy="310896"/>
          </a:xfrm>
          <a:prstGeom prst="rect">
            <a:avLst/>
          </a:prstGeom>
          <a:noFill/>
        </p:spPr>
        <p:txBody>
          <a:bodyPr wrap="square"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根拠：原文の条件を保持</a:t>
            </a:r>
          </a:p>
        </p:txBody>
      </p:sp>
      <p:sp>
        <p:nvSpPr>
          <p:cNvPr id="19" name="decor:7"/>
          <p:cNvSpPr/>
          <p:nvPr/>
        </p:nvSpPr>
        <p:spPr>
          <a:xfrm>
            <a:off x="603504" y="4169663"/>
            <a:ext cx="5385816" cy="1828799"/>
          </a:xfrm>
          <a:prstGeom prst="rect">
            <a:avLst/>
          </a:prstGeom>
          <a:solidFill>
            <a:srgbClr val="FFFFFF"/>
          </a:solidFill>
          <a:ln w="889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decor:8"/>
          <p:cNvSpPr/>
          <p:nvPr/>
        </p:nvSpPr>
        <p:spPr>
          <a:xfrm>
            <a:off x="603504" y="4169663"/>
            <a:ext cx="41148" cy="1828799"/>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slot:item_3_heading"/>
          <p:cNvSpPr txBox="1"/>
          <p:nvPr/>
        </p:nvSpPr>
        <p:spPr>
          <a:xfrm>
            <a:off x="813816" y="4306824"/>
            <a:ext cx="4965192" cy="438912"/>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更新範囲を決める</a:t>
            </a:r>
          </a:p>
        </p:txBody>
      </p:sp>
      <p:sp>
        <p:nvSpPr>
          <p:cNvPr id="22" name="slot:item_3_body"/>
          <p:cNvSpPr txBox="1"/>
          <p:nvPr/>
        </p:nvSpPr>
        <p:spPr>
          <a:xfrm>
            <a:off x="813816" y="4828031"/>
            <a:ext cx="4965192" cy="617728"/>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変更頻度に応じて担当と再確認の時期を決める。</a:t>
            </a:r>
          </a:p>
        </p:txBody>
      </p:sp>
      <p:sp>
        <p:nvSpPr>
          <p:cNvPr id="23" name="slot:item_3_evidence"/>
          <p:cNvSpPr txBox="1"/>
          <p:nvPr/>
        </p:nvSpPr>
        <p:spPr>
          <a:xfrm>
            <a:off x="813816" y="5555487"/>
            <a:ext cx="4965192" cy="310896"/>
          </a:xfrm>
          <a:prstGeom prst="rect">
            <a:avLst/>
          </a:prstGeom>
          <a:noFill/>
        </p:spPr>
        <p:txBody>
          <a:bodyPr wrap="square"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留保：運用負荷は未検証</a:t>
            </a:r>
          </a:p>
        </p:txBody>
      </p:sp>
      <p:sp>
        <p:nvSpPr>
          <p:cNvPr id="24" name="decor:9"/>
          <p:cNvSpPr/>
          <p:nvPr/>
        </p:nvSpPr>
        <p:spPr>
          <a:xfrm>
            <a:off x="6190488" y="4169663"/>
            <a:ext cx="5385816" cy="1828799"/>
          </a:xfrm>
          <a:prstGeom prst="rect">
            <a:avLst/>
          </a:prstGeom>
          <a:solidFill>
            <a:srgbClr val="FFFFFF"/>
          </a:solidFill>
          <a:ln w="889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decor:10"/>
          <p:cNvSpPr/>
          <p:nvPr/>
        </p:nvSpPr>
        <p:spPr>
          <a:xfrm>
            <a:off x="6190488" y="4169663"/>
            <a:ext cx="41148" cy="1828799"/>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slot:item_4_heading"/>
          <p:cNvSpPr txBox="1"/>
          <p:nvPr/>
        </p:nvSpPr>
        <p:spPr>
          <a:xfrm>
            <a:off x="6400800" y="4306824"/>
            <a:ext cx="4965192" cy="438912"/>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例外を見える化</a:t>
            </a:r>
          </a:p>
        </p:txBody>
      </p:sp>
      <p:sp>
        <p:nvSpPr>
          <p:cNvPr id="27" name="slot:item_4_body"/>
          <p:cNvSpPr txBox="1"/>
          <p:nvPr/>
        </p:nvSpPr>
        <p:spPr>
          <a:xfrm>
            <a:off x="6400800" y="4828031"/>
            <a:ext cx="4965192" cy="617728"/>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適用できない場面も記録し、前提の違いを残す。</a:t>
            </a:r>
          </a:p>
        </p:txBody>
      </p:sp>
      <p:sp>
        <p:nvSpPr>
          <p:cNvPr id="28" name="slot:item_4_evidence"/>
          <p:cNvSpPr txBox="1"/>
          <p:nvPr/>
        </p:nvSpPr>
        <p:spPr>
          <a:xfrm>
            <a:off x="6400800" y="5555487"/>
            <a:ext cx="4965192" cy="310896"/>
          </a:xfrm>
          <a:prstGeom prst="rect">
            <a:avLst/>
          </a:prstGeom>
          <a:noFill/>
        </p:spPr>
        <p:txBody>
          <a:bodyPr wrap="square"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注意：対象外の場面を含む</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公開レイアウト見本</a:t>
            </a:r>
          </a:p>
        </p:txBody>
      </p:sp>
      <p:sp>
        <p:nvSpPr>
          <p:cNvPr id="4" name="meta:page"/>
          <p:cNvSpPr txBox="1"/>
          <p:nvPr/>
        </p:nvSpPr>
        <p:spPr>
          <a:xfrm>
            <a:off x="10972800" y="6391656"/>
            <a:ext cx="621792" cy="274320"/>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23</a:t>
            </a:r>
          </a:p>
        </p:txBody>
      </p:sp>
      <p:sp>
        <p:nvSpPr>
          <p:cNvPr id="5" name="meta:footer"/>
          <p:cNvSpPr txBox="1"/>
          <p:nvPr/>
        </p:nvSpPr>
        <p:spPr>
          <a:xfrm>
            <a:off x="603504" y="6419088"/>
            <a:ext cx="9601200" cy="237744"/>
          </a:xfrm>
          <a:prstGeom prst="rect">
            <a:avLst/>
          </a:prstGeom>
          <a:noFill/>
        </p:spPr>
        <p:txBody>
          <a:bodyPr wrap="square"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slide-layout-agent</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社内ナレッジを探しやすくする条件</a:t>
            </a:r>
          </a:p>
        </p:txBody>
      </p:sp>
      <p:sp>
        <p:nvSpPr>
          <p:cNvPr id="8" name="slot:context"/>
          <p:cNvSpPr txBox="1"/>
          <p:nvPr/>
        </p:nvSpPr>
        <p:spPr>
          <a:xfrm>
            <a:off x="621792" y="1490472"/>
            <a:ext cx="10927080" cy="502920"/>
          </a:xfrm>
          <a:prstGeom prst="rect">
            <a:avLst/>
          </a:prstGeom>
          <a:noFill/>
        </p:spPr>
        <p:txBody>
          <a:bodyPr wrap="square"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架空の社内調査。運用条件を整理した所見であり、効果を実証したものではない。</a:t>
            </a:r>
          </a:p>
        </p:txBody>
      </p:sp>
      <p:sp>
        <p:nvSpPr>
          <p:cNvPr id="9" name="decor:3"/>
          <p:cNvSpPr/>
          <p:nvPr/>
        </p:nvSpPr>
        <p:spPr>
          <a:xfrm>
            <a:off x="685800" y="3072384"/>
            <a:ext cx="1083564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lot:item_1_heading"/>
          <p:cNvSpPr txBox="1"/>
          <p:nvPr/>
        </p:nvSpPr>
        <p:spPr>
          <a:xfrm>
            <a:off x="685800" y="2130552"/>
            <a:ext cx="2834640" cy="68580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検索入口を揃える</a:t>
            </a:r>
          </a:p>
        </p:txBody>
      </p:sp>
      <p:sp>
        <p:nvSpPr>
          <p:cNvPr id="11" name="slot:item_1_body"/>
          <p:cNvSpPr txBox="1"/>
          <p:nvPr/>
        </p:nvSpPr>
        <p:spPr>
          <a:xfrm>
            <a:off x="3730752" y="2130552"/>
            <a:ext cx="7790688" cy="331978"/>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用語を揃え、同じ資料へ辿れる入口を整える。</a:t>
            </a:r>
          </a:p>
        </p:txBody>
      </p:sp>
      <p:sp>
        <p:nvSpPr>
          <p:cNvPr id="12" name="slot:item_1_evidence"/>
          <p:cNvSpPr txBox="1"/>
          <p:nvPr/>
        </p:nvSpPr>
        <p:spPr>
          <a:xfrm>
            <a:off x="3730752" y="2553970"/>
            <a:ext cx="7790688" cy="292608"/>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留保：追加の確認が必要</a:t>
            </a:r>
          </a:p>
        </p:txBody>
      </p:sp>
      <p:sp>
        <p:nvSpPr>
          <p:cNvPr id="13" name="decor:4"/>
          <p:cNvSpPr/>
          <p:nvPr/>
        </p:nvSpPr>
        <p:spPr>
          <a:xfrm>
            <a:off x="685800" y="4050792"/>
            <a:ext cx="1083564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lot:item_2_heading"/>
          <p:cNvSpPr txBox="1"/>
          <p:nvPr/>
        </p:nvSpPr>
        <p:spPr>
          <a:xfrm>
            <a:off x="685800" y="3108960"/>
            <a:ext cx="2834640" cy="68580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根拠まで辿れる</a:t>
            </a:r>
          </a:p>
        </p:txBody>
      </p:sp>
      <p:sp>
        <p:nvSpPr>
          <p:cNvPr id="15" name="slot:item_2_body"/>
          <p:cNvSpPr txBox="1"/>
          <p:nvPr/>
        </p:nvSpPr>
        <p:spPr>
          <a:xfrm>
            <a:off x="3730752" y="3108960"/>
            <a:ext cx="7790688" cy="331978"/>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原文の条件と確認日を、要約とともに残す。</a:t>
            </a:r>
          </a:p>
        </p:txBody>
      </p:sp>
      <p:sp>
        <p:nvSpPr>
          <p:cNvPr id="16" name="slot:item_2_evidence"/>
          <p:cNvSpPr txBox="1"/>
          <p:nvPr/>
        </p:nvSpPr>
        <p:spPr>
          <a:xfrm>
            <a:off x="3730752" y="3532378"/>
            <a:ext cx="7790688" cy="292608"/>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留保：追加の確認が必要</a:t>
            </a:r>
          </a:p>
        </p:txBody>
      </p:sp>
      <p:sp>
        <p:nvSpPr>
          <p:cNvPr id="17" name="decor:5"/>
          <p:cNvSpPr/>
          <p:nvPr/>
        </p:nvSpPr>
        <p:spPr>
          <a:xfrm>
            <a:off x="685800" y="5029200"/>
            <a:ext cx="1083564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lot:item_3_heading"/>
          <p:cNvSpPr txBox="1"/>
          <p:nvPr/>
        </p:nvSpPr>
        <p:spPr>
          <a:xfrm>
            <a:off x="685800" y="4087368"/>
            <a:ext cx="2834640" cy="68580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更新範囲を決める</a:t>
            </a:r>
          </a:p>
        </p:txBody>
      </p:sp>
      <p:sp>
        <p:nvSpPr>
          <p:cNvPr id="19" name="slot:item_3_body"/>
          <p:cNvSpPr txBox="1"/>
          <p:nvPr/>
        </p:nvSpPr>
        <p:spPr>
          <a:xfrm>
            <a:off x="3730752" y="4087368"/>
            <a:ext cx="7790688" cy="331978"/>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変更頻度に応じて担当と再確認の時期を決める。</a:t>
            </a:r>
          </a:p>
        </p:txBody>
      </p:sp>
      <p:sp>
        <p:nvSpPr>
          <p:cNvPr id="20" name="slot:item_3_evidence"/>
          <p:cNvSpPr txBox="1"/>
          <p:nvPr/>
        </p:nvSpPr>
        <p:spPr>
          <a:xfrm>
            <a:off x="3730752" y="4510786"/>
            <a:ext cx="7790688" cy="292608"/>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留保：追加の確認が必要</a:t>
            </a:r>
          </a:p>
        </p:txBody>
      </p:sp>
      <p:sp>
        <p:nvSpPr>
          <p:cNvPr id="21" name="decor:6"/>
          <p:cNvSpPr/>
          <p:nvPr/>
        </p:nvSpPr>
        <p:spPr>
          <a:xfrm>
            <a:off x="685800" y="6007608"/>
            <a:ext cx="1083564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slot:item_4_heading"/>
          <p:cNvSpPr txBox="1"/>
          <p:nvPr/>
        </p:nvSpPr>
        <p:spPr>
          <a:xfrm>
            <a:off x="685800" y="5065775"/>
            <a:ext cx="2834640" cy="68580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例外を見える化</a:t>
            </a:r>
          </a:p>
        </p:txBody>
      </p:sp>
      <p:sp>
        <p:nvSpPr>
          <p:cNvPr id="23" name="slot:item_4_body"/>
          <p:cNvSpPr txBox="1"/>
          <p:nvPr/>
        </p:nvSpPr>
        <p:spPr>
          <a:xfrm>
            <a:off x="3730752" y="5065775"/>
            <a:ext cx="7790688" cy="331978"/>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適用できない場面も記録し、前提の違いを残す。</a:t>
            </a:r>
          </a:p>
        </p:txBody>
      </p:sp>
      <p:sp>
        <p:nvSpPr>
          <p:cNvPr id="24" name="slot:item_4_evidence"/>
          <p:cNvSpPr txBox="1"/>
          <p:nvPr/>
        </p:nvSpPr>
        <p:spPr>
          <a:xfrm>
            <a:off x="3730752" y="5489193"/>
            <a:ext cx="7790688" cy="292608"/>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留保：追加の確認が必要</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公開レイアウト見本</a:t>
            </a:r>
          </a:p>
        </p:txBody>
      </p:sp>
      <p:sp>
        <p:nvSpPr>
          <p:cNvPr id="4" name="meta:page"/>
          <p:cNvSpPr txBox="1"/>
          <p:nvPr/>
        </p:nvSpPr>
        <p:spPr>
          <a:xfrm>
            <a:off x="10972800" y="6391656"/>
            <a:ext cx="621792" cy="274320"/>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24</a:t>
            </a:r>
          </a:p>
        </p:txBody>
      </p:sp>
      <p:sp>
        <p:nvSpPr>
          <p:cNvPr id="5" name="meta:footer"/>
          <p:cNvSpPr txBox="1"/>
          <p:nvPr/>
        </p:nvSpPr>
        <p:spPr>
          <a:xfrm>
            <a:off x="603504" y="6419088"/>
            <a:ext cx="9601200" cy="237744"/>
          </a:xfrm>
          <a:prstGeom prst="rect">
            <a:avLst/>
          </a:prstGeom>
          <a:noFill/>
        </p:spPr>
        <p:txBody>
          <a:bodyPr wrap="square"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slide-layout-agent</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社内ナレッジを探しやすくする条件</a:t>
            </a:r>
          </a:p>
        </p:txBody>
      </p:sp>
      <p:sp>
        <p:nvSpPr>
          <p:cNvPr id="8" name="slot:context"/>
          <p:cNvSpPr txBox="1"/>
          <p:nvPr/>
        </p:nvSpPr>
        <p:spPr>
          <a:xfrm>
            <a:off x="621792" y="1490472"/>
            <a:ext cx="10927080" cy="502920"/>
          </a:xfrm>
          <a:prstGeom prst="rect">
            <a:avLst/>
          </a:prstGeom>
          <a:noFill/>
        </p:spPr>
        <p:txBody>
          <a:bodyPr wrap="square"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架空の社内調査。運用条件を整理した所見であり、効果を実証したものではない。</a:t>
            </a:r>
          </a:p>
        </p:txBody>
      </p:sp>
      <p:sp>
        <p:nvSpPr>
          <p:cNvPr id="9" name="decor:3"/>
          <p:cNvSpPr/>
          <p:nvPr/>
        </p:nvSpPr>
        <p:spPr>
          <a:xfrm>
            <a:off x="603504" y="2139696"/>
            <a:ext cx="3523488" cy="1828799"/>
          </a:xfrm>
          <a:prstGeom prst="rect">
            <a:avLst/>
          </a:prstGeom>
          <a:solidFill>
            <a:srgbClr val="FFFFFF"/>
          </a:solidFill>
          <a:ln w="889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ecor:4"/>
          <p:cNvSpPr/>
          <p:nvPr/>
        </p:nvSpPr>
        <p:spPr>
          <a:xfrm>
            <a:off x="603504" y="2139696"/>
            <a:ext cx="41148" cy="1828799"/>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lot:item_1_heading"/>
          <p:cNvSpPr txBox="1"/>
          <p:nvPr/>
        </p:nvSpPr>
        <p:spPr>
          <a:xfrm>
            <a:off x="813816" y="2276856"/>
            <a:ext cx="3102864" cy="438912"/>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検索入口を揃える</a:t>
            </a:r>
          </a:p>
        </p:txBody>
      </p:sp>
      <p:sp>
        <p:nvSpPr>
          <p:cNvPr id="12" name="slot:item_1_body"/>
          <p:cNvSpPr txBox="1"/>
          <p:nvPr/>
        </p:nvSpPr>
        <p:spPr>
          <a:xfrm>
            <a:off x="813816" y="2798063"/>
            <a:ext cx="3102864" cy="617728"/>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用語を揃え、同じ資料へ辿れる入口を整える。</a:t>
            </a:r>
          </a:p>
        </p:txBody>
      </p:sp>
      <p:sp>
        <p:nvSpPr>
          <p:cNvPr id="13" name="slot:item_1_evidence"/>
          <p:cNvSpPr txBox="1"/>
          <p:nvPr/>
        </p:nvSpPr>
        <p:spPr>
          <a:xfrm>
            <a:off x="813816" y="3525519"/>
            <a:ext cx="3102864" cy="310896"/>
          </a:xfrm>
          <a:prstGeom prst="rect">
            <a:avLst/>
          </a:prstGeom>
          <a:noFill/>
        </p:spPr>
        <p:txBody>
          <a:bodyPr wrap="square"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対象：資料の入口を確認</a:t>
            </a:r>
          </a:p>
        </p:txBody>
      </p:sp>
      <p:sp>
        <p:nvSpPr>
          <p:cNvPr id="14" name="decor:5"/>
          <p:cNvSpPr/>
          <p:nvPr/>
        </p:nvSpPr>
        <p:spPr>
          <a:xfrm>
            <a:off x="4328160" y="2139696"/>
            <a:ext cx="3523488" cy="1828799"/>
          </a:xfrm>
          <a:prstGeom prst="rect">
            <a:avLst/>
          </a:prstGeom>
          <a:solidFill>
            <a:srgbClr val="FFFFFF"/>
          </a:solidFill>
          <a:ln w="889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ecor:6"/>
          <p:cNvSpPr/>
          <p:nvPr/>
        </p:nvSpPr>
        <p:spPr>
          <a:xfrm>
            <a:off x="4328160" y="2139696"/>
            <a:ext cx="41148" cy="1828799"/>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lot:item_2_heading"/>
          <p:cNvSpPr txBox="1"/>
          <p:nvPr/>
        </p:nvSpPr>
        <p:spPr>
          <a:xfrm>
            <a:off x="4538472" y="2276856"/>
            <a:ext cx="3102864" cy="438912"/>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根拠まで辿れる</a:t>
            </a:r>
          </a:p>
        </p:txBody>
      </p:sp>
      <p:sp>
        <p:nvSpPr>
          <p:cNvPr id="17" name="slot:item_2_body"/>
          <p:cNvSpPr txBox="1"/>
          <p:nvPr/>
        </p:nvSpPr>
        <p:spPr>
          <a:xfrm>
            <a:off x="4538472" y="2798063"/>
            <a:ext cx="3102864" cy="617728"/>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原文の条件と確認日を、要約とともに残す。</a:t>
            </a:r>
          </a:p>
        </p:txBody>
      </p:sp>
      <p:sp>
        <p:nvSpPr>
          <p:cNvPr id="18" name="slot:item_2_evidence"/>
          <p:cNvSpPr txBox="1"/>
          <p:nvPr/>
        </p:nvSpPr>
        <p:spPr>
          <a:xfrm>
            <a:off x="4538472" y="3525519"/>
            <a:ext cx="3102864" cy="310896"/>
          </a:xfrm>
          <a:prstGeom prst="rect">
            <a:avLst/>
          </a:prstGeom>
          <a:noFill/>
        </p:spPr>
        <p:txBody>
          <a:bodyPr wrap="square"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根拠：原文の条件を保持</a:t>
            </a:r>
          </a:p>
        </p:txBody>
      </p:sp>
      <p:sp>
        <p:nvSpPr>
          <p:cNvPr id="19" name="decor:7"/>
          <p:cNvSpPr/>
          <p:nvPr/>
        </p:nvSpPr>
        <p:spPr>
          <a:xfrm>
            <a:off x="8052816" y="2139696"/>
            <a:ext cx="3523488" cy="1828799"/>
          </a:xfrm>
          <a:prstGeom prst="rect">
            <a:avLst/>
          </a:prstGeom>
          <a:solidFill>
            <a:srgbClr val="FFFFFF"/>
          </a:solidFill>
          <a:ln w="889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decor:8"/>
          <p:cNvSpPr/>
          <p:nvPr/>
        </p:nvSpPr>
        <p:spPr>
          <a:xfrm>
            <a:off x="8052816" y="2139696"/>
            <a:ext cx="41148" cy="1828799"/>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slot:item_3_heading"/>
          <p:cNvSpPr txBox="1"/>
          <p:nvPr/>
        </p:nvSpPr>
        <p:spPr>
          <a:xfrm>
            <a:off x="8263128" y="2276856"/>
            <a:ext cx="3102864" cy="438912"/>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更新範囲を決める</a:t>
            </a:r>
          </a:p>
        </p:txBody>
      </p:sp>
      <p:sp>
        <p:nvSpPr>
          <p:cNvPr id="22" name="slot:item_3_body"/>
          <p:cNvSpPr txBox="1"/>
          <p:nvPr/>
        </p:nvSpPr>
        <p:spPr>
          <a:xfrm>
            <a:off x="8263128" y="2798063"/>
            <a:ext cx="3102864" cy="617728"/>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変更頻度に応じて担当と再確認の時期を決める。</a:t>
            </a:r>
          </a:p>
        </p:txBody>
      </p:sp>
      <p:sp>
        <p:nvSpPr>
          <p:cNvPr id="23" name="slot:item_3_evidence"/>
          <p:cNvSpPr txBox="1"/>
          <p:nvPr/>
        </p:nvSpPr>
        <p:spPr>
          <a:xfrm>
            <a:off x="8263128" y="3525519"/>
            <a:ext cx="3102864" cy="310896"/>
          </a:xfrm>
          <a:prstGeom prst="rect">
            <a:avLst/>
          </a:prstGeom>
          <a:noFill/>
        </p:spPr>
        <p:txBody>
          <a:bodyPr wrap="square"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留保：運用負荷は未検証</a:t>
            </a:r>
          </a:p>
        </p:txBody>
      </p:sp>
      <p:sp>
        <p:nvSpPr>
          <p:cNvPr id="24" name="decor:9"/>
          <p:cNvSpPr/>
          <p:nvPr/>
        </p:nvSpPr>
        <p:spPr>
          <a:xfrm>
            <a:off x="603504" y="4169663"/>
            <a:ext cx="3523488" cy="1828799"/>
          </a:xfrm>
          <a:prstGeom prst="rect">
            <a:avLst/>
          </a:prstGeom>
          <a:solidFill>
            <a:srgbClr val="FFFFFF"/>
          </a:solidFill>
          <a:ln w="889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decor:10"/>
          <p:cNvSpPr/>
          <p:nvPr/>
        </p:nvSpPr>
        <p:spPr>
          <a:xfrm>
            <a:off x="603504" y="4169663"/>
            <a:ext cx="41148" cy="1828799"/>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slot:item_4_heading"/>
          <p:cNvSpPr txBox="1"/>
          <p:nvPr/>
        </p:nvSpPr>
        <p:spPr>
          <a:xfrm>
            <a:off x="813816" y="4306824"/>
            <a:ext cx="3102864" cy="438912"/>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例外を見える化</a:t>
            </a:r>
          </a:p>
        </p:txBody>
      </p:sp>
      <p:sp>
        <p:nvSpPr>
          <p:cNvPr id="27" name="slot:item_4_body"/>
          <p:cNvSpPr txBox="1"/>
          <p:nvPr/>
        </p:nvSpPr>
        <p:spPr>
          <a:xfrm>
            <a:off x="813816" y="4828031"/>
            <a:ext cx="3102864" cy="617728"/>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適用できない場面も記録し、前提の違いを残す。</a:t>
            </a:r>
          </a:p>
        </p:txBody>
      </p:sp>
      <p:sp>
        <p:nvSpPr>
          <p:cNvPr id="28" name="slot:item_4_evidence"/>
          <p:cNvSpPr txBox="1"/>
          <p:nvPr/>
        </p:nvSpPr>
        <p:spPr>
          <a:xfrm>
            <a:off x="813816" y="5555487"/>
            <a:ext cx="3102864" cy="310896"/>
          </a:xfrm>
          <a:prstGeom prst="rect">
            <a:avLst/>
          </a:prstGeom>
          <a:noFill/>
        </p:spPr>
        <p:txBody>
          <a:bodyPr wrap="square"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注意：対象外の場面を含む</a:t>
            </a:r>
          </a:p>
        </p:txBody>
      </p:sp>
      <p:sp>
        <p:nvSpPr>
          <p:cNvPr id="29" name="decor:11"/>
          <p:cNvSpPr/>
          <p:nvPr/>
        </p:nvSpPr>
        <p:spPr>
          <a:xfrm>
            <a:off x="4328160" y="4169663"/>
            <a:ext cx="3523488" cy="1828799"/>
          </a:xfrm>
          <a:prstGeom prst="rect">
            <a:avLst/>
          </a:prstGeom>
          <a:solidFill>
            <a:srgbClr val="FFFFFF"/>
          </a:solidFill>
          <a:ln w="889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decor:12"/>
          <p:cNvSpPr/>
          <p:nvPr/>
        </p:nvSpPr>
        <p:spPr>
          <a:xfrm>
            <a:off x="4328160" y="4169663"/>
            <a:ext cx="41148" cy="1828799"/>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slot:item_5_heading"/>
          <p:cNvSpPr txBox="1"/>
          <p:nvPr/>
        </p:nvSpPr>
        <p:spPr>
          <a:xfrm>
            <a:off x="4538472" y="4306824"/>
            <a:ext cx="3102864" cy="438912"/>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比較軸を共有する</a:t>
            </a:r>
          </a:p>
        </p:txBody>
      </p:sp>
      <p:sp>
        <p:nvSpPr>
          <p:cNvPr id="32" name="slot:item_5_body"/>
          <p:cNvSpPr txBox="1"/>
          <p:nvPr/>
        </p:nvSpPr>
        <p:spPr>
          <a:xfrm>
            <a:off x="4538472" y="4828031"/>
            <a:ext cx="3102864" cy="617728"/>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評価項目を揃え、異なる条件の結果を混同しない。</a:t>
            </a:r>
          </a:p>
        </p:txBody>
      </p:sp>
      <p:sp>
        <p:nvSpPr>
          <p:cNvPr id="33" name="slot:item_5_evidence"/>
          <p:cNvSpPr txBox="1"/>
          <p:nvPr/>
        </p:nvSpPr>
        <p:spPr>
          <a:xfrm>
            <a:off x="4538472" y="5555487"/>
            <a:ext cx="3102864" cy="310896"/>
          </a:xfrm>
          <a:prstGeom prst="rect">
            <a:avLst/>
          </a:prstGeom>
          <a:noFill/>
        </p:spPr>
        <p:txBody>
          <a:bodyPr wrap="square"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根拠：比較条件を照合</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公開レイアウト見本</a:t>
            </a:r>
          </a:p>
        </p:txBody>
      </p:sp>
      <p:sp>
        <p:nvSpPr>
          <p:cNvPr id="4" name="meta:page"/>
          <p:cNvSpPr txBox="1"/>
          <p:nvPr/>
        </p:nvSpPr>
        <p:spPr>
          <a:xfrm>
            <a:off x="10972800" y="6391656"/>
            <a:ext cx="621792" cy="274320"/>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25</a:t>
            </a:r>
          </a:p>
        </p:txBody>
      </p:sp>
      <p:sp>
        <p:nvSpPr>
          <p:cNvPr id="5" name="meta:footer"/>
          <p:cNvSpPr txBox="1"/>
          <p:nvPr/>
        </p:nvSpPr>
        <p:spPr>
          <a:xfrm>
            <a:off x="603504" y="6419088"/>
            <a:ext cx="9601200" cy="237744"/>
          </a:xfrm>
          <a:prstGeom prst="rect">
            <a:avLst/>
          </a:prstGeom>
          <a:noFill/>
        </p:spPr>
        <p:txBody>
          <a:bodyPr wrap="square"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slide-layout-agent</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社内ナレッジを探しやすくする条件</a:t>
            </a:r>
          </a:p>
        </p:txBody>
      </p:sp>
      <p:sp>
        <p:nvSpPr>
          <p:cNvPr id="8" name="slot:context"/>
          <p:cNvSpPr txBox="1"/>
          <p:nvPr/>
        </p:nvSpPr>
        <p:spPr>
          <a:xfrm>
            <a:off x="621792" y="1490472"/>
            <a:ext cx="10927080" cy="502920"/>
          </a:xfrm>
          <a:prstGeom prst="rect">
            <a:avLst/>
          </a:prstGeom>
          <a:noFill/>
        </p:spPr>
        <p:txBody>
          <a:bodyPr wrap="square"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架空の社内調査。運用条件を整理した所見であり、効果を実証したものではない。</a:t>
            </a:r>
          </a:p>
        </p:txBody>
      </p:sp>
      <p:sp>
        <p:nvSpPr>
          <p:cNvPr id="9" name="decor:3"/>
          <p:cNvSpPr/>
          <p:nvPr/>
        </p:nvSpPr>
        <p:spPr>
          <a:xfrm>
            <a:off x="685800" y="2876702"/>
            <a:ext cx="1083564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lot:item_1_heading"/>
          <p:cNvSpPr txBox="1"/>
          <p:nvPr/>
        </p:nvSpPr>
        <p:spPr>
          <a:xfrm>
            <a:off x="685800" y="2130552"/>
            <a:ext cx="3684117" cy="685800"/>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検索の入口を部署間で揃える</a:t>
            </a:r>
          </a:p>
        </p:txBody>
      </p:sp>
      <p:sp>
        <p:nvSpPr>
          <p:cNvPr id="11" name="slot:item_1_body"/>
          <p:cNvSpPr txBox="1"/>
          <p:nvPr/>
        </p:nvSpPr>
        <p:spPr>
          <a:xfrm>
            <a:off x="4580229" y="2130552"/>
            <a:ext cx="4929530" cy="755294"/>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用語を揃え、</a:t>
            </a:r>
          </a:p>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同じ資料へ辿れる入口を整える。</a:t>
            </a:r>
          </a:p>
        </p:txBody>
      </p:sp>
      <p:sp>
        <p:nvSpPr>
          <p:cNvPr id="12" name="slot:item_1_evidence"/>
          <p:cNvSpPr txBox="1"/>
          <p:nvPr/>
        </p:nvSpPr>
        <p:spPr>
          <a:xfrm>
            <a:off x="9646920" y="2139696"/>
            <a:ext cx="1828800" cy="718718"/>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根拠：架空資料A</a:t>
            </a:r>
          </a:p>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確認：日付未記録</a:t>
            </a:r>
          </a:p>
        </p:txBody>
      </p:sp>
      <p:sp>
        <p:nvSpPr>
          <p:cNvPr id="13" name="decor:4"/>
          <p:cNvSpPr/>
          <p:nvPr/>
        </p:nvSpPr>
        <p:spPr>
          <a:xfrm>
            <a:off x="685800" y="3659428"/>
            <a:ext cx="1083564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lot:item_2_heading"/>
          <p:cNvSpPr txBox="1"/>
          <p:nvPr/>
        </p:nvSpPr>
        <p:spPr>
          <a:xfrm>
            <a:off x="685800" y="2913278"/>
            <a:ext cx="3684117" cy="685800"/>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原文の根拠と条件へ辿れる</a:t>
            </a:r>
          </a:p>
        </p:txBody>
      </p:sp>
      <p:sp>
        <p:nvSpPr>
          <p:cNvPr id="15" name="slot:item_2_body"/>
          <p:cNvSpPr txBox="1"/>
          <p:nvPr/>
        </p:nvSpPr>
        <p:spPr>
          <a:xfrm>
            <a:off x="4580229" y="2913278"/>
            <a:ext cx="4929530" cy="755294"/>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原文の条件と確認日を、</a:t>
            </a:r>
          </a:p>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要約とともに残す。</a:t>
            </a:r>
          </a:p>
        </p:txBody>
      </p:sp>
      <p:sp>
        <p:nvSpPr>
          <p:cNvPr id="16" name="slot:item_2_evidence"/>
          <p:cNvSpPr txBox="1"/>
          <p:nvPr/>
        </p:nvSpPr>
        <p:spPr>
          <a:xfrm>
            <a:off x="9646920" y="2922422"/>
            <a:ext cx="1828800" cy="718718"/>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根拠：架空資料B</a:t>
            </a:r>
          </a:p>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確認：日付未記録</a:t>
            </a:r>
          </a:p>
        </p:txBody>
      </p:sp>
      <p:sp>
        <p:nvSpPr>
          <p:cNvPr id="17" name="decor:5"/>
          <p:cNvSpPr/>
          <p:nvPr/>
        </p:nvSpPr>
        <p:spPr>
          <a:xfrm>
            <a:off x="685800" y="4442155"/>
            <a:ext cx="1083564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lot:item_3_heading"/>
          <p:cNvSpPr txBox="1"/>
          <p:nvPr/>
        </p:nvSpPr>
        <p:spPr>
          <a:xfrm>
            <a:off x="685800" y="3696004"/>
            <a:ext cx="3684117" cy="685800"/>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更新範囲と担当を明確にする</a:t>
            </a:r>
          </a:p>
        </p:txBody>
      </p:sp>
      <p:sp>
        <p:nvSpPr>
          <p:cNvPr id="19" name="slot:item_3_body"/>
          <p:cNvSpPr txBox="1"/>
          <p:nvPr/>
        </p:nvSpPr>
        <p:spPr>
          <a:xfrm>
            <a:off x="4580229" y="3696004"/>
            <a:ext cx="4929530" cy="755294"/>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変更頻度に応じて、</a:t>
            </a:r>
          </a:p>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担当と再確認の時期を決める。</a:t>
            </a:r>
          </a:p>
        </p:txBody>
      </p:sp>
      <p:sp>
        <p:nvSpPr>
          <p:cNvPr id="20" name="slot:item_3_evidence"/>
          <p:cNvSpPr txBox="1"/>
          <p:nvPr/>
        </p:nvSpPr>
        <p:spPr>
          <a:xfrm>
            <a:off x="9646920" y="3705148"/>
            <a:ext cx="1828800" cy="718718"/>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根拠：架空資料C</a:t>
            </a:r>
          </a:p>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確認：日付未記録</a:t>
            </a:r>
          </a:p>
        </p:txBody>
      </p:sp>
      <p:sp>
        <p:nvSpPr>
          <p:cNvPr id="21" name="decor:6"/>
          <p:cNvSpPr/>
          <p:nvPr/>
        </p:nvSpPr>
        <p:spPr>
          <a:xfrm>
            <a:off x="685800" y="5224881"/>
            <a:ext cx="1083564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slot:item_4_heading"/>
          <p:cNvSpPr txBox="1"/>
          <p:nvPr/>
        </p:nvSpPr>
        <p:spPr>
          <a:xfrm>
            <a:off x="685800" y="4478731"/>
            <a:ext cx="3684117" cy="685800"/>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適用できない場面も記録する</a:t>
            </a:r>
          </a:p>
        </p:txBody>
      </p:sp>
      <p:sp>
        <p:nvSpPr>
          <p:cNvPr id="23" name="slot:item_4_body"/>
          <p:cNvSpPr txBox="1"/>
          <p:nvPr/>
        </p:nvSpPr>
        <p:spPr>
          <a:xfrm>
            <a:off x="4580229" y="4478731"/>
            <a:ext cx="4929530" cy="755294"/>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適用できない場面も記録し、</a:t>
            </a:r>
          </a:p>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前提の違いを残す。</a:t>
            </a:r>
          </a:p>
        </p:txBody>
      </p:sp>
      <p:sp>
        <p:nvSpPr>
          <p:cNvPr id="24" name="slot:item_4_evidence"/>
          <p:cNvSpPr txBox="1"/>
          <p:nvPr/>
        </p:nvSpPr>
        <p:spPr>
          <a:xfrm>
            <a:off x="9646920" y="4487875"/>
            <a:ext cx="1828800" cy="718718"/>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根拠：架空資料D</a:t>
            </a:r>
          </a:p>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確認：日付未記録</a:t>
            </a:r>
          </a:p>
        </p:txBody>
      </p:sp>
      <p:sp>
        <p:nvSpPr>
          <p:cNvPr id="25" name="decor:7"/>
          <p:cNvSpPr/>
          <p:nvPr/>
        </p:nvSpPr>
        <p:spPr>
          <a:xfrm>
            <a:off x="685800" y="6007608"/>
            <a:ext cx="1083564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slot:item_5_heading"/>
          <p:cNvSpPr txBox="1"/>
          <p:nvPr/>
        </p:nvSpPr>
        <p:spPr>
          <a:xfrm>
            <a:off x="685800" y="5261457"/>
            <a:ext cx="3684117" cy="685800"/>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比較する条件を共有する</a:t>
            </a:r>
          </a:p>
        </p:txBody>
      </p:sp>
      <p:sp>
        <p:nvSpPr>
          <p:cNvPr id="27" name="slot:item_5_body"/>
          <p:cNvSpPr txBox="1"/>
          <p:nvPr/>
        </p:nvSpPr>
        <p:spPr>
          <a:xfrm>
            <a:off x="4580229" y="5261457"/>
            <a:ext cx="4929530" cy="755294"/>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評価項目を揃え、</a:t>
            </a:r>
          </a:p>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異なる条件の結果を混同しない。</a:t>
            </a:r>
          </a:p>
        </p:txBody>
      </p:sp>
      <p:sp>
        <p:nvSpPr>
          <p:cNvPr id="28" name="slot:item_5_evidence"/>
          <p:cNvSpPr txBox="1"/>
          <p:nvPr/>
        </p:nvSpPr>
        <p:spPr>
          <a:xfrm>
            <a:off x="9646920" y="5270601"/>
            <a:ext cx="1828800" cy="718718"/>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根拠：架空資料E</a:t>
            </a:r>
          </a:p>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確認：日付未記録</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公開レイアウト見本</a:t>
            </a:r>
          </a:p>
        </p:txBody>
      </p:sp>
      <p:sp>
        <p:nvSpPr>
          <p:cNvPr id="4" name="meta:page"/>
          <p:cNvSpPr txBox="1"/>
          <p:nvPr/>
        </p:nvSpPr>
        <p:spPr>
          <a:xfrm>
            <a:off x="10972800" y="6391656"/>
            <a:ext cx="621792" cy="274320"/>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26</a:t>
            </a:r>
          </a:p>
        </p:txBody>
      </p:sp>
      <p:sp>
        <p:nvSpPr>
          <p:cNvPr id="5" name="meta:footer"/>
          <p:cNvSpPr txBox="1"/>
          <p:nvPr/>
        </p:nvSpPr>
        <p:spPr>
          <a:xfrm>
            <a:off x="603504" y="6419088"/>
            <a:ext cx="9601200" cy="237744"/>
          </a:xfrm>
          <a:prstGeom prst="rect">
            <a:avLst/>
          </a:prstGeom>
          <a:noFill/>
        </p:spPr>
        <p:txBody>
          <a:bodyPr wrap="square"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slide-layout-agent</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社内ナレッジを探しやすくする条件</a:t>
            </a:r>
          </a:p>
        </p:txBody>
      </p:sp>
      <p:sp>
        <p:nvSpPr>
          <p:cNvPr id="8" name="slot:context"/>
          <p:cNvSpPr txBox="1"/>
          <p:nvPr/>
        </p:nvSpPr>
        <p:spPr>
          <a:xfrm>
            <a:off x="621792" y="1490472"/>
            <a:ext cx="10927080" cy="502920"/>
          </a:xfrm>
          <a:prstGeom prst="rect">
            <a:avLst/>
          </a:prstGeom>
          <a:noFill/>
        </p:spPr>
        <p:txBody>
          <a:bodyPr wrap="square"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架空の社内調査。運用条件を整理した所見であり、効果を実証したものではない。</a:t>
            </a:r>
          </a:p>
        </p:txBody>
      </p:sp>
      <p:sp>
        <p:nvSpPr>
          <p:cNvPr id="9" name="decor:3"/>
          <p:cNvSpPr/>
          <p:nvPr/>
        </p:nvSpPr>
        <p:spPr>
          <a:xfrm>
            <a:off x="603504" y="2139696"/>
            <a:ext cx="3523488" cy="1828799"/>
          </a:xfrm>
          <a:prstGeom prst="rect">
            <a:avLst/>
          </a:prstGeom>
          <a:solidFill>
            <a:srgbClr val="FFFFFF"/>
          </a:solidFill>
          <a:ln w="889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ecor:4"/>
          <p:cNvSpPr/>
          <p:nvPr/>
        </p:nvSpPr>
        <p:spPr>
          <a:xfrm>
            <a:off x="603504" y="2139696"/>
            <a:ext cx="41148" cy="1828799"/>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lot:item_1_heading"/>
          <p:cNvSpPr txBox="1"/>
          <p:nvPr/>
        </p:nvSpPr>
        <p:spPr>
          <a:xfrm>
            <a:off x="813816" y="2276856"/>
            <a:ext cx="3102864" cy="438912"/>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検索入口を揃える</a:t>
            </a:r>
          </a:p>
        </p:txBody>
      </p:sp>
      <p:sp>
        <p:nvSpPr>
          <p:cNvPr id="12" name="slot:item_1_body"/>
          <p:cNvSpPr txBox="1"/>
          <p:nvPr/>
        </p:nvSpPr>
        <p:spPr>
          <a:xfrm>
            <a:off x="813816" y="2798063"/>
            <a:ext cx="3102864" cy="617728"/>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用語を揃え、同じ資料へ辿れる入口を整える。</a:t>
            </a:r>
          </a:p>
        </p:txBody>
      </p:sp>
      <p:sp>
        <p:nvSpPr>
          <p:cNvPr id="13" name="slot:item_1_evidence"/>
          <p:cNvSpPr txBox="1"/>
          <p:nvPr/>
        </p:nvSpPr>
        <p:spPr>
          <a:xfrm>
            <a:off x="813816" y="3525519"/>
            <a:ext cx="3102864" cy="310896"/>
          </a:xfrm>
          <a:prstGeom prst="rect">
            <a:avLst/>
          </a:prstGeom>
          <a:noFill/>
        </p:spPr>
        <p:txBody>
          <a:bodyPr wrap="square"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対象：資料の入口を確認</a:t>
            </a:r>
          </a:p>
        </p:txBody>
      </p:sp>
      <p:sp>
        <p:nvSpPr>
          <p:cNvPr id="14" name="decor:5"/>
          <p:cNvSpPr/>
          <p:nvPr/>
        </p:nvSpPr>
        <p:spPr>
          <a:xfrm>
            <a:off x="4328160" y="2139696"/>
            <a:ext cx="3523488" cy="1828799"/>
          </a:xfrm>
          <a:prstGeom prst="rect">
            <a:avLst/>
          </a:prstGeom>
          <a:solidFill>
            <a:srgbClr val="FFFFFF"/>
          </a:solidFill>
          <a:ln w="889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ecor:6"/>
          <p:cNvSpPr/>
          <p:nvPr/>
        </p:nvSpPr>
        <p:spPr>
          <a:xfrm>
            <a:off x="4328160" y="2139696"/>
            <a:ext cx="41148" cy="1828799"/>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lot:item_2_heading"/>
          <p:cNvSpPr txBox="1"/>
          <p:nvPr/>
        </p:nvSpPr>
        <p:spPr>
          <a:xfrm>
            <a:off x="4538472" y="2276856"/>
            <a:ext cx="3102864" cy="438912"/>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根拠まで辿れる</a:t>
            </a:r>
          </a:p>
        </p:txBody>
      </p:sp>
      <p:sp>
        <p:nvSpPr>
          <p:cNvPr id="17" name="slot:item_2_body"/>
          <p:cNvSpPr txBox="1"/>
          <p:nvPr/>
        </p:nvSpPr>
        <p:spPr>
          <a:xfrm>
            <a:off x="4538472" y="2798063"/>
            <a:ext cx="3102864" cy="617728"/>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原文の条件と確認日を、要約とともに残す。</a:t>
            </a:r>
          </a:p>
        </p:txBody>
      </p:sp>
      <p:sp>
        <p:nvSpPr>
          <p:cNvPr id="18" name="slot:item_2_evidence"/>
          <p:cNvSpPr txBox="1"/>
          <p:nvPr/>
        </p:nvSpPr>
        <p:spPr>
          <a:xfrm>
            <a:off x="4538472" y="3525519"/>
            <a:ext cx="3102864" cy="310896"/>
          </a:xfrm>
          <a:prstGeom prst="rect">
            <a:avLst/>
          </a:prstGeom>
          <a:noFill/>
        </p:spPr>
        <p:txBody>
          <a:bodyPr wrap="square"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根拠：原文の条件を保持</a:t>
            </a:r>
          </a:p>
        </p:txBody>
      </p:sp>
      <p:sp>
        <p:nvSpPr>
          <p:cNvPr id="19" name="decor:7"/>
          <p:cNvSpPr/>
          <p:nvPr/>
        </p:nvSpPr>
        <p:spPr>
          <a:xfrm>
            <a:off x="8052816" y="2139696"/>
            <a:ext cx="3523488" cy="1828799"/>
          </a:xfrm>
          <a:prstGeom prst="rect">
            <a:avLst/>
          </a:prstGeom>
          <a:solidFill>
            <a:srgbClr val="FFFFFF"/>
          </a:solidFill>
          <a:ln w="889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decor:8"/>
          <p:cNvSpPr/>
          <p:nvPr/>
        </p:nvSpPr>
        <p:spPr>
          <a:xfrm>
            <a:off x="8052816" y="2139696"/>
            <a:ext cx="41148" cy="1828799"/>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slot:item_3_heading"/>
          <p:cNvSpPr txBox="1"/>
          <p:nvPr/>
        </p:nvSpPr>
        <p:spPr>
          <a:xfrm>
            <a:off x="8263128" y="2276856"/>
            <a:ext cx="3102864" cy="438912"/>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更新範囲を決める</a:t>
            </a:r>
          </a:p>
        </p:txBody>
      </p:sp>
      <p:sp>
        <p:nvSpPr>
          <p:cNvPr id="22" name="slot:item_3_body"/>
          <p:cNvSpPr txBox="1"/>
          <p:nvPr/>
        </p:nvSpPr>
        <p:spPr>
          <a:xfrm>
            <a:off x="8263128" y="2798063"/>
            <a:ext cx="3102864" cy="617728"/>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変更頻度に応じて担当と再確認の時期を決める。</a:t>
            </a:r>
          </a:p>
        </p:txBody>
      </p:sp>
      <p:sp>
        <p:nvSpPr>
          <p:cNvPr id="23" name="slot:item_3_evidence"/>
          <p:cNvSpPr txBox="1"/>
          <p:nvPr/>
        </p:nvSpPr>
        <p:spPr>
          <a:xfrm>
            <a:off x="8263128" y="3525519"/>
            <a:ext cx="3102864" cy="310896"/>
          </a:xfrm>
          <a:prstGeom prst="rect">
            <a:avLst/>
          </a:prstGeom>
          <a:noFill/>
        </p:spPr>
        <p:txBody>
          <a:bodyPr wrap="square"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留保：運用負荷は未検証</a:t>
            </a:r>
          </a:p>
        </p:txBody>
      </p:sp>
      <p:sp>
        <p:nvSpPr>
          <p:cNvPr id="24" name="decor:9"/>
          <p:cNvSpPr/>
          <p:nvPr/>
        </p:nvSpPr>
        <p:spPr>
          <a:xfrm>
            <a:off x="603504" y="4169663"/>
            <a:ext cx="3523488" cy="1828799"/>
          </a:xfrm>
          <a:prstGeom prst="rect">
            <a:avLst/>
          </a:prstGeom>
          <a:solidFill>
            <a:srgbClr val="FFFFFF"/>
          </a:solidFill>
          <a:ln w="889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decor:10"/>
          <p:cNvSpPr/>
          <p:nvPr/>
        </p:nvSpPr>
        <p:spPr>
          <a:xfrm>
            <a:off x="603504" y="4169663"/>
            <a:ext cx="41148" cy="1828799"/>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slot:item_4_heading"/>
          <p:cNvSpPr txBox="1"/>
          <p:nvPr/>
        </p:nvSpPr>
        <p:spPr>
          <a:xfrm>
            <a:off x="813816" y="4306824"/>
            <a:ext cx="3102864" cy="438912"/>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例外を見える化</a:t>
            </a:r>
          </a:p>
        </p:txBody>
      </p:sp>
      <p:sp>
        <p:nvSpPr>
          <p:cNvPr id="27" name="slot:item_4_body"/>
          <p:cNvSpPr txBox="1"/>
          <p:nvPr/>
        </p:nvSpPr>
        <p:spPr>
          <a:xfrm>
            <a:off x="813816" y="4828031"/>
            <a:ext cx="3102864" cy="617728"/>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適用できない場面も記録し、前提の違いを残す。</a:t>
            </a:r>
          </a:p>
        </p:txBody>
      </p:sp>
      <p:sp>
        <p:nvSpPr>
          <p:cNvPr id="28" name="slot:item_4_evidence"/>
          <p:cNvSpPr txBox="1"/>
          <p:nvPr/>
        </p:nvSpPr>
        <p:spPr>
          <a:xfrm>
            <a:off x="813816" y="5555487"/>
            <a:ext cx="3102864" cy="310896"/>
          </a:xfrm>
          <a:prstGeom prst="rect">
            <a:avLst/>
          </a:prstGeom>
          <a:noFill/>
        </p:spPr>
        <p:txBody>
          <a:bodyPr wrap="square"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注意：対象外の場面を含む</a:t>
            </a:r>
          </a:p>
        </p:txBody>
      </p:sp>
      <p:sp>
        <p:nvSpPr>
          <p:cNvPr id="29" name="decor:11"/>
          <p:cNvSpPr/>
          <p:nvPr/>
        </p:nvSpPr>
        <p:spPr>
          <a:xfrm>
            <a:off x="4328160" y="4169663"/>
            <a:ext cx="3523488" cy="1828799"/>
          </a:xfrm>
          <a:prstGeom prst="rect">
            <a:avLst/>
          </a:prstGeom>
          <a:solidFill>
            <a:srgbClr val="FFFFFF"/>
          </a:solidFill>
          <a:ln w="889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decor:12"/>
          <p:cNvSpPr/>
          <p:nvPr/>
        </p:nvSpPr>
        <p:spPr>
          <a:xfrm>
            <a:off x="4328160" y="4169663"/>
            <a:ext cx="41148" cy="1828799"/>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slot:item_5_heading"/>
          <p:cNvSpPr txBox="1"/>
          <p:nvPr/>
        </p:nvSpPr>
        <p:spPr>
          <a:xfrm>
            <a:off x="4538472" y="4306824"/>
            <a:ext cx="3102864" cy="438912"/>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比較軸を共有する</a:t>
            </a:r>
          </a:p>
        </p:txBody>
      </p:sp>
      <p:sp>
        <p:nvSpPr>
          <p:cNvPr id="32" name="slot:item_5_body"/>
          <p:cNvSpPr txBox="1"/>
          <p:nvPr/>
        </p:nvSpPr>
        <p:spPr>
          <a:xfrm>
            <a:off x="4538472" y="4828031"/>
            <a:ext cx="3102864" cy="617728"/>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評価項目を揃え、異なる条件の結果を混同しない。</a:t>
            </a:r>
          </a:p>
        </p:txBody>
      </p:sp>
      <p:sp>
        <p:nvSpPr>
          <p:cNvPr id="33" name="slot:item_5_evidence"/>
          <p:cNvSpPr txBox="1"/>
          <p:nvPr/>
        </p:nvSpPr>
        <p:spPr>
          <a:xfrm>
            <a:off x="4538472" y="5555487"/>
            <a:ext cx="3102864" cy="310896"/>
          </a:xfrm>
          <a:prstGeom prst="rect">
            <a:avLst/>
          </a:prstGeom>
          <a:noFill/>
        </p:spPr>
        <p:txBody>
          <a:bodyPr wrap="square"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根拠：比較条件を照合</a:t>
            </a:r>
          </a:p>
        </p:txBody>
      </p:sp>
      <p:sp>
        <p:nvSpPr>
          <p:cNvPr id="34" name="decor:13"/>
          <p:cNvSpPr/>
          <p:nvPr/>
        </p:nvSpPr>
        <p:spPr>
          <a:xfrm>
            <a:off x="8052816" y="4169663"/>
            <a:ext cx="3523488" cy="1828799"/>
          </a:xfrm>
          <a:prstGeom prst="rect">
            <a:avLst/>
          </a:prstGeom>
          <a:solidFill>
            <a:srgbClr val="FFFFFF"/>
          </a:solidFill>
          <a:ln w="889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decor:14"/>
          <p:cNvSpPr/>
          <p:nvPr/>
        </p:nvSpPr>
        <p:spPr>
          <a:xfrm>
            <a:off x="8052816" y="4169663"/>
            <a:ext cx="41148" cy="1828799"/>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slot:item_6_heading"/>
          <p:cNvSpPr txBox="1"/>
          <p:nvPr/>
        </p:nvSpPr>
        <p:spPr>
          <a:xfrm>
            <a:off x="8263128" y="4306824"/>
            <a:ext cx="3102864" cy="438912"/>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確認先を残す</a:t>
            </a:r>
          </a:p>
        </p:txBody>
      </p:sp>
      <p:sp>
        <p:nvSpPr>
          <p:cNvPr id="37" name="slot:item_6_body"/>
          <p:cNvSpPr txBox="1"/>
          <p:nvPr/>
        </p:nvSpPr>
        <p:spPr>
          <a:xfrm>
            <a:off x="8263128" y="4828031"/>
            <a:ext cx="3102864" cy="617728"/>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未確認の論点と、追加調査で確かめる点を残す。</a:t>
            </a:r>
          </a:p>
        </p:txBody>
      </p:sp>
      <p:sp>
        <p:nvSpPr>
          <p:cNvPr id="38" name="slot:item_6_evidence"/>
          <p:cNvSpPr txBox="1"/>
          <p:nvPr/>
        </p:nvSpPr>
        <p:spPr>
          <a:xfrm>
            <a:off x="8263128" y="5555487"/>
            <a:ext cx="3102864" cy="310896"/>
          </a:xfrm>
          <a:prstGeom prst="rect">
            <a:avLst/>
          </a:prstGeom>
          <a:noFill/>
        </p:spPr>
        <p:txBody>
          <a:bodyPr wrap="square"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保留：担当部署へ確認</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公開レイアウト見本</a:t>
            </a:r>
          </a:p>
        </p:txBody>
      </p:sp>
      <p:sp>
        <p:nvSpPr>
          <p:cNvPr id="4" name="meta:page"/>
          <p:cNvSpPr txBox="1"/>
          <p:nvPr/>
        </p:nvSpPr>
        <p:spPr>
          <a:xfrm>
            <a:off x="10972800" y="6391656"/>
            <a:ext cx="621792" cy="274320"/>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27</a:t>
            </a:r>
          </a:p>
        </p:txBody>
      </p:sp>
      <p:sp>
        <p:nvSpPr>
          <p:cNvPr id="5" name="meta:footer"/>
          <p:cNvSpPr txBox="1"/>
          <p:nvPr/>
        </p:nvSpPr>
        <p:spPr>
          <a:xfrm>
            <a:off x="603504" y="6419088"/>
            <a:ext cx="9601200" cy="237744"/>
          </a:xfrm>
          <a:prstGeom prst="rect">
            <a:avLst/>
          </a:prstGeom>
          <a:noFill/>
        </p:spPr>
        <p:txBody>
          <a:bodyPr wrap="square"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slide-layout-agent</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社内ナレッジを探しやすくする条件</a:t>
            </a:r>
          </a:p>
        </p:txBody>
      </p:sp>
      <p:sp>
        <p:nvSpPr>
          <p:cNvPr id="8" name="slot:context"/>
          <p:cNvSpPr txBox="1"/>
          <p:nvPr/>
        </p:nvSpPr>
        <p:spPr>
          <a:xfrm>
            <a:off x="621792" y="1490472"/>
            <a:ext cx="10927080" cy="502920"/>
          </a:xfrm>
          <a:prstGeom prst="rect">
            <a:avLst/>
          </a:prstGeom>
          <a:noFill/>
        </p:spPr>
        <p:txBody>
          <a:bodyPr wrap="square"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架空の社内調査。運用条件を整理した所見であり、効果を実証したものではない。</a:t>
            </a:r>
          </a:p>
        </p:txBody>
      </p:sp>
      <p:sp>
        <p:nvSpPr>
          <p:cNvPr id="9" name="decor:3"/>
          <p:cNvSpPr/>
          <p:nvPr/>
        </p:nvSpPr>
        <p:spPr>
          <a:xfrm>
            <a:off x="685800" y="2746248"/>
            <a:ext cx="1083564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lot:item_1_heading"/>
          <p:cNvSpPr txBox="1"/>
          <p:nvPr/>
        </p:nvSpPr>
        <p:spPr>
          <a:xfrm>
            <a:off x="685800" y="2130552"/>
            <a:ext cx="3684117" cy="624840"/>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検索の入口を部署間で揃える</a:t>
            </a:r>
          </a:p>
        </p:txBody>
      </p:sp>
      <p:sp>
        <p:nvSpPr>
          <p:cNvPr id="11" name="slot:item_1_body"/>
          <p:cNvSpPr txBox="1"/>
          <p:nvPr/>
        </p:nvSpPr>
        <p:spPr>
          <a:xfrm>
            <a:off x="4580229" y="2130552"/>
            <a:ext cx="4929530" cy="624840"/>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用語を揃え、</a:t>
            </a:r>
          </a:p>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同じ資料へ辿れる入口を整える。</a:t>
            </a:r>
          </a:p>
        </p:txBody>
      </p:sp>
      <p:sp>
        <p:nvSpPr>
          <p:cNvPr id="12" name="slot:item_1_evidence"/>
          <p:cNvSpPr txBox="1"/>
          <p:nvPr/>
        </p:nvSpPr>
        <p:spPr>
          <a:xfrm>
            <a:off x="9646920" y="2139696"/>
            <a:ext cx="1828800" cy="588264"/>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根拠：架空資料A</a:t>
            </a:r>
          </a:p>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確認：日付未記録</a:t>
            </a:r>
          </a:p>
        </p:txBody>
      </p:sp>
      <p:sp>
        <p:nvSpPr>
          <p:cNvPr id="13" name="decor:4"/>
          <p:cNvSpPr/>
          <p:nvPr/>
        </p:nvSpPr>
        <p:spPr>
          <a:xfrm>
            <a:off x="685800" y="3398520"/>
            <a:ext cx="1083564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lot:item_2_heading"/>
          <p:cNvSpPr txBox="1"/>
          <p:nvPr/>
        </p:nvSpPr>
        <p:spPr>
          <a:xfrm>
            <a:off x="685800" y="2782824"/>
            <a:ext cx="3684117" cy="624840"/>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原文の根拠と条件へ辿れる</a:t>
            </a:r>
          </a:p>
        </p:txBody>
      </p:sp>
      <p:sp>
        <p:nvSpPr>
          <p:cNvPr id="15" name="slot:item_2_body"/>
          <p:cNvSpPr txBox="1"/>
          <p:nvPr/>
        </p:nvSpPr>
        <p:spPr>
          <a:xfrm>
            <a:off x="4580229" y="2782824"/>
            <a:ext cx="4929530" cy="624840"/>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原文の条件と確認日を、</a:t>
            </a:r>
          </a:p>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要約とともに残す。</a:t>
            </a:r>
          </a:p>
        </p:txBody>
      </p:sp>
      <p:sp>
        <p:nvSpPr>
          <p:cNvPr id="16" name="slot:item_2_evidence"/>
          <p:cNvSpPr txBox="1"/>
          <p:nvPr/>
        </p:nvSpPr>
        <p:spPr>
          <a:xfrm>
            <a:off x="9646920" y="2791968"/>
            <a:ext cx="1828800" cy="588264"/>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根拠：架空資料B</a:t>
            </a:r>
          </a:p>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確認：日付未記録</a:t>
            </a:r>
          </a:p>
        </p:txBody>
      </p:sp>
      <p:sp>
        <p:nvSpPr>
          <p:cNvPr id="17" name="decor:5"/>
          <p:cNvSpPr/>
          <p:nvPr/>
        </p:nvSpPr>
        <p:spPr>
          <a:xfrm>
            <a:off x="685800" y="4050792"/>
            <a:ext cx="1083564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lot:item_3_heading"/>
          <p:cNvSpPr txBox="1"/>
          <p:nvPr/>
        </p:nvSpPr>
        <p:spPr>
          <a:xfrm>
            <a:off x="685800" y="3435096"/>
            <a:ext cx="3684117" cy="624840"/>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更新範囲と担当を明確にする</a:t>
            </a:r>
          </a:p>
        </p:txBody>
      </p:sp>
      <p:sp>
        <p:nvSpPr>
          <p:cNvPr id="19" name="slot:item_3_body"/>
          <p:cNvSpPr txBox="1"/>
          <p:nvPr/>
        </p:nvSpPr>
        <p:spPr>
          <a:xfrm>
            <a:off x="4580229" y="3435096"/>
            <a:ext cx="4929530" cy="624840"/>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変更頻度に応じて、</a:t>
            </a:r>
          </a:p>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担当と再確認の時期を決める。</a:t>
            </a:r>
          </a:p>
        </p:txBody>
      </p:sp>
      <p:sp>
        <p:nvSpPr>
          <p:cNvPr id="20" name="slot:item_3_evidence"/>
          <p:cNvSpPr txBox="1"/>
          <p:nvPr/>
        </p:nvSpPr>
        <p:spPr>
          <a:xfrm>
            <a:off x="9646920" y="3444240"/>
            <a:ext cx="1828800" cy="588264"/>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根拠：架空資料C</a:t>
            </a:r>
          </a:p>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確認：日付未記録</a:t>
            </a:r>
          </a:p>
        </p:txBody>
      </p:sp>
      <p:sp>
        <p:nvSpPr>
          <p:cNvPr id="21" name="decor:6"/>
          <p:cNvSpPr/>
          <p:nvPr/>
        </p:nvSpPr>
        <p:spPr>
          <a:xfrm>
            <a:off x="685800" y="4703064"/>
            <a:ext cx="1083564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slot:item_4_heading"/>
          <p:cNvSpPr txBox="1"/>
          <p:nvPr/>
        </p:nvSpPr>
        <p:spPr>
          <a:xfrm>
            <a:off x="685800" y="4087368"/>
            <a:ext cx="3684117" cy="624840"/>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適用できない場面も記録する</a:t>
            </a:r>
          </a:p>
        </p:txBody>
      </p:sp>
      <p:sp>
        <p:nvSpPr>
          <p:cNvPr id="23" name="slot:item_4_body"/>
          <p:cNvSpPr txBox="1"/>
          <p:nvPr/>
        </p:nvSpPr>
        <p:spPr>
          <a:xfrm>
            <a:off x="4580229" y="4087368"/>
            <a:ext cx="4929530" cy="624840"/>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適用できない場面も記録し、</a:t>
            </a:r>
          </a:p>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前提の違いを残す。</a:t>
            </a:r>
          </a:p>
        </p:txBody>
      </p:sp>
      <p:sp>
        <p:nvSpPr>
          <p:cNvPr id="24" name="slot:item_4_evidence"/>
          <p:cNvSpPr txBox="1"/>
          <p:nvPr/>
        </p:nvSpPr>
        <p:spPr>
          <a:xfrm>
            <a:off x="9646920" y="4096512"/>
            <a:ext cx="1828800" cy="588264"/>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根拠：架空資料D</a:t>
            </a:r>
          </a:p>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確認：日付未記録</a:t>
            </a:r>
          </a:p>
        </p:txBody>
      </p:sp>
      <p:sp>
        <p:nvSpPr>
          <p:cNvPr id="25" name="decor:7"/>
          <p:cNvSpPr/>
          <p:nvPr/>
        </p:nvSpPr>
        <p:spPr>
          <a:xfrm>
            <a:off x="685800" y="5355336"/>
            <a:ext cx="1083564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slot:item_5_heading"/>
          <p:cNvSpPr txBox="1"/>
          <p:nvPr/>
        </p:nvSpPr>
        <p:spPr>
          <a:xfrm>
            <a:off x="685800" y="4739640"/>
            <a:ext cx="3684117" cy="624840"/>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比較する条件を共有する</a:t>
            </a:r>
          </a:p>
        </p:txBody>
      </p:sp>
      <p:sp>
        <p:nvSpPr>
          <p:cNvPr id="27" name="slot:item_5_body"/>
          <p:cNvSpPr txBox="1"/>
          <p:nvPr/>
        </p:nvSpPr>
        <p:spPr>
          <a:xfrm>
            <a:off x="4580229" y="4739640"/>
            <a:ext cx="4929530" cy="624840"/>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評価項目を揃え、</a:t>
            </a:r>
          </a:p>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異なる条件の結果を混同しない。</a:t>
            </a:r>
          </a:p>
        </p:txBody>
      </p:sp>
      <p:sp>
        <p:nvSpPr>
          <p:cNvPr id="28" name="slot:item_5_evidence"/>
          <p:cNvSpPr txBox="1"/>
          <p:nvPr/>
        </p:nvSpPr>
        <p:spPr>
          <a:xfrm>
            <a:off x="9646920" y="4748784"/>
            <a:ext cx="1828800" cy="588264"/>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根拠：架空資料E</a:t>
            </a:r>
          </a:p>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確認：日付未記録</a:t>
            </a:r>
          </a:p>
        </p:txBody>
      </p:sp>
      <p:sp>
        <p:nvSpPr>
          <p:cNvPr id="29" name="decor:8"/>
          <p:cNvSpPr/>
          <p:nvPr/>
        </p:nvSpPr>
        <p:spPr>
          <a:xfrm>
            <a:off x="685800" y="6007608"/>
            <a:ext cx="1083564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slot:item_6_heading"/>
          <p:cNvSpPr txBox="1"/>
          <p:nvPr/>
        </p:nvSpPr>
        <p:spPr>
          <a:xfrm>
            <a:off x="685800" y="5391912"/>
            <a:ext cx="3684117" cy="624840"/>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次に確認する論点を残す</a:t>
            </a:r>
          </a:p>
        </p:txBody>
      </p:sp>
      <p:sp>
        <p:nvSpPr>
          <p:cNvPr id="31" name="slot:item_6_body"/>
          <p:cNvSpPr txBox="1"/>
          <p:nvPr/>
        </p:nvSpPr>
        <p:spPr>
          <a:xfrm>
            <a:off x="4580229" y="5391912"/>
            <a:ext cx="4929530" cy="624840"/>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未確認の論点と、</a:t>
            </a:r>
          </a:p>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追加調査で確かめる点を残す。</a:t>
            </a:r>
          </a:p>
        </p:txBody>
      </p:sp>
      <p:sp>
        <p:nvSpPr>
          <p:cNvPr id="32" name="slot:item_6_evidence"/>
          <p:cNvSpPr txBox="1"/>
          <p:nvPr/>
        </p:nvSpPr>
        <p:spPr>
          <a:xfrm>
            <a:off x="9646920" y="5401056"/>
            <a:ext cx="1828800" cy="588264"/>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根拠：架空資料F</a:t>
            </a:r>
          </a:p>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確認：日付未記録</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公開レイアウト見本</a:t>
            </a:r>
          </a:p>
        </p:txBody>
      </p:sp>
      <p:sp>
        <p:nvSpPr>
          <p:cNvPr id="4" name="meta:page"/>
          <p:cNvSpPr txBox="1"/>
          <p:nvPr/>
        </p:nvSpPr>
        <p:spPr>
          <a:xfrm>
            <a:off x="10972800" y="6391656"/>
            <a:ext cx="621792" cy="274320"/>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28</a:t>
            </a:r>
          </a:p>
        </p:txBody>
      </p:sp>
      <p:sp>
        <p:nvSpPr>
          <p:cNvPr id="5" name="meta:footer"/>
          <p:cNvSpPr txBox="1"/>
          <p:nvPr/>
        </p:nvSpPr>
        <p:spPr>
          <a:xfrm>
            <a:off x="603504" y="6419088"/>
            <a:ext cx="9601200" cy="237744"/>
          </a:xfrm>
          <a:prstGeom prst="rect">
            <a:avLst/>
          </a:prstGeom>
          <a:noFill/>
        </p:spPr>
        <p:txBody>
          <a:bodyPr wrap="square"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slide-layout-agent</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最も重視する論点は検索入口を揃えること</a:t>
            </a:r>
          </a:p>
        </p:txBody>
      </p:sp>
      <p:sp>
        <p:nvSpPr>
          <p:cNvPr id="8" name="slot:context"/>
          <p:cNvSpPr txBox="1"/>
          <p:nvPr/>
        </p:nvSpPr>
        <p:spPr>
          <a:xfrm>
            <a:off x="621792" y="1490472"/>
            <a:ext cx="10927080" cy="502920"/>
          </a:xfrm>
          <a:prstGeom prst="rect">
            <a:avLst/>
          </a:prstGeom>
          <a:noFill/>
        </p:spPr>
        <p:txBody>
          <a:bodyPr wrap="square"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架空の社内調査。運用条件を整理した所見であり、効果を実証したものではない。</a:t>
            </a:r>
          </a:p>
        </p:txBody>
      </p:sp>
      <p:sp>
        <p:nvSpPr>
          <p:cNvPr id="9" name="decor:3"/>
          <p:cNvSpPr/>
          <p:nvPr/>
        </p:nvSpPr>
        <p:spPr>
          <a:xfrm>
            <a:off x="603504" y="2139696"/>
            <a:ext cx="5312664" cy="3858768"/>
          </a:xfrm>
          <a:prstGeom prst="rect">
            <a:avLst/>
          </a:prstGeom>
          <a:solidFill>
            <a:srgbClr val="E8F3F2"/>
          </a:solidFill>
          <a:ln w="889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ecor:4"/>
          <p:cNvSpPr/>
          <p:nvPr/>
        </p:nvSpPr>
        <p:spPr>
          <a:xfrm>
            <a:off x="603504" y="2139696"/>
            <a:ext cx="41148" cy="3858768"/>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lot:item_1_heading"/>
          <p:cNvSpPr txBox="1"/>
          <p:nvPr/>
        </p:nvSpPr>
        <p:spPr>
          <a:xfrm>
            <a:off x="813816" y="2276856"/>
            <a:ext cx="4892040" cy="640080"/>
          </a:xfrm>
          <a:prstGeom prst="rect">
            <a:avLst/>
          </a:prstGeom>
          <a:noFill/>
        </p:spPr>
        <p:txBody>
          <a:bodyPr wrap="square" lIns="18288" rIns="18288" tIns="13716" bIns="13716">
            <a:noAutofit/>
          </a:bodyPr>
          <a:lstStyle/>
          <a:p>
            <a:pPr hangingPunct="0" eaLnBrk="1" latinLnBrk="0">
              <a:lnSpc>
                <a:spcPts val="2625"/>
              </a:lnSpc>
              <a:spcBef>
                <a:spcPts val="0"/>
              </a:spcBef>
              <a:spcAft>
                <a:spcPts val="0"/>
              </a:spcAft>
              <a:defRPr lang="ja-JP" sz="2100" b="1">
                <a:solidFill>
                  <a:srgbClr val="087E83"/>
                </a:solidFill>
                <a:latin typeface="Yu Gothic"/>
                <a:ea typeface="Yu Gothic"/>
                <a:cs typeface="Yu Gothic"/>
              </a:defRPr>
            </a:pPr>
            <a:r>
              <a:rPr lang="ja-JP" sz="2100" b="1">
                <a:solidFill>
                  <a:srgbClr val="087E83"/>
                </a:solidFill>
                <a:latin typeface="Yu Gothic"/>
                <a:ea typeface="Yu Gothic"/>
                <a:cs typeface="Yu Gothic"/>
              </a:rPr>
              <a:t>検索入口を揃える</a:t>
            </a:r>
          </a:p>
        </p:txBody>
      </p:sp>
      <p:sp>
        <p:nvSpPr>
          <p:cNvPr id="12" name="slot:item_1_body"/>
          <p:cNvSpPr txBox="1"/>
          <p:nvPr/>
        </p:nvSpPr>
        <p:spPr>
          <a:xfrm>
            <a:off x="813816" y="3072384"/>
            <a:ext cx="4892040" cy="131826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0">
                <a:solidFill>
                  <a:srgbClr val="213547"/>
                </a:solidFill>
                <a:latin typeface="Yu Gothic"/>
                <a:ea typeface="Yu Gothic"/>
                <a:cs typeface="Yu Gothic"/>
              </a:defRPr>
            </a:pPr>
            <a:r>
              <a:rPr lang="ja-JP" sz="2000" b="0">
                <a:solidFill>
                  <a:srgbClr val="213547"/>
                </a:solidFill>
                <a:latin typeface="Yu Gothic"/>
                <a:ea typeface="Yu Gothic"/>
                <a:cs typeface="Yu Gothic"/>
              </a:rPr>
              <a:t>用語の揺れを減らし、部門をまたいでも同じ資料へ辿れる導線を整える。検索結果には対象範囲を添え、読み手が必要な情報かを判断できるようにする。</a:t>
            </a:r>
          </a:p>
        </p:txBody>
      </p:sp>
      <p:sp>
        <p:nvSpPr>
          <p:cNvPr id="13" name="slot:item_1_evidence"/>
          <p:cNvSpPr txBox="1"/>
          <p:nvPr/>
        </p:nvSpPr>
        <p:spPr>
          <a:xfrm>
            <a:off x="813816" y="4500372"/>
            <a:ext cx="4892040" cy="310896"/>
          </a:xfrm>
          <a:prstGeom prst="rect">
            <a:avLst/>
          </a:prstGeom>
          <a:noFill/>
        </p:spPr>
        <p:txBody>
          <a:bodyPr wrap="square"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対象：資料の入口を確認</a:t>
            </a:r>
          </a:p>
        </p:txBody>
      </p:sp>
      <p:sp>
        <p:nvSpPr>
          <p:cNvPr id="14" name="decor:5"/>
          <p:cNvSpPr/>
          <p:nvPr/>
        </p:nvSpPr>
        <p:spPr>
          <a:xfrm>
            <a:off x="6263640" y="3991356"/>
            <a:ext cx="5312664"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slot:item_2_heading"/>
          <p:cNvSpPr txBox="1"/>
          <p:nvPr/>
        </p:nvSpPr>
        <p:spPr>
          <a:xfrm>
            <a:off x="6318503" y="2176272"/>
            <a:ext cx="5202936" cy="420624"/>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根拠まで辿れる</a:t>
            </a:r>
          </a:p>
        </p:txBody>
      </p:sp>
      <p:sp>
        <p:nvSpPr>
          <p:cNvPr id="16" name="slot:item_2_body"/>
          <p:cNvSpPr txBox="1"/>
          <p:nvPr/>
        </p:nvSpPr>
        <p:spPr>
          <a:xfrm>
            <a:off x="6318503" y="2688336"/>
            <a:ext cx="5202936" cy="331978"/>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原文の条件と確認日を、要約とともに残す。</a:t>
            </a:r>
          </a:p>
        </p:txBody>
      </p:sp>
      <p:sp>
        <p:nvSpPr>
          <p:cNvPr id="17" name="slot:item_2_evidence"/>
          <p:cNvSpPr txBox="1"/>
          <p:nvPr/>
        </p:nvSpPr>
        <p:spPr>
          <a:xfrm>
            <a:off x="6318503" y="3093466"/>
            <a:ext cx="5202936" cy="274320"/>
          </a:xfrm>
          <a:prstGeom prst="rect">
            <a:avLst/>
          </a:prstGeom>
          <a:noFill/>
        </p:spPr>
        <p:txBody>
          <a:bodyPr wrap="square" lIns="18288" rIns="18288" tIns="13716" bIns="13716">
            <a:noAutofit/>
          </a:bodyPr>
          <a:lstStyle/>
          <a:p>
            <a:pPr hangingPunct="0" eaLnBrk="1" latinLnBrk="0">
              <a:lnSpc>
                <a:spcPts val="1625"/>
              </a:lnSpc>
              <a:spcBef>
                <a:spcPts val="0"/>
              </a:spcBef>
              <a:spcAft>
                <a:spcPts val="0"/>
              </a:spcAft>
              <a:defRPr lang="ja-JP" sz="1300" b="0">
                <a:solidFill>
                  <a:srgbClr val="566777"/>
                </a:solidFill>
                <a:latin typeface="Yu Gothic"/>
                <a:ea typeface="Yu Gothic"/>
                <a:cs typeface="Yu Gothic"/>
              </a:defRPr>
            </a:pPr>
            <a:r>
              <a:rPr lang="ja-JP" sz="1300" b="0">
                <a:solidFill>
                  <a:srgbClr val="566777"/>
                </a:solidFill>
                <a:latin typeface="Yu Gothic"/>
                <a:ea typeface="Yu Gothic"/>
                <a:cs typeface="Yu Gothic"/>
              </a:rPr>
              <a:t>根拠：原文の条件</a:t>
            </a:r>
          </a:p>
        </p:txBody>
      </p:sp>
      <p:sp>
        <p:nvSpPr>
          <p:cNvPr id="18" name="decor:6"/>
          <p:cNvSpPr/>
          <p:nvPr/>
        </p:nvSpPr>
        <p:spPr>
          <a:xfrm>
            <a:off x="6263640" y="5998464"/>
            <a:ext cx="5312664"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slot:item_3_heading"/>
          <p:cNvSpPr txBox="1"/>
          <p:nvPr/>
        </p:nvSpPr>
        <p:spPr>
          <a:xfrm>
            <a:off x="6318503" y="4183379"/>
            <a:ext cx="5202936" cy="420624"/>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更新範囲を決める</a:t>
            </a:r>
          </a:p>
        </p:txBody>
      </p:sp>
      <p:sp>
        <p:nvSpPr>
          <p:cNvPr id="20" name="slot:item_3_body"/>
          <p:cNvSpPr txBox="1"/>
          <p:nvPr/>
        </p:nvSpPr>
        <p:spPr>
          <a:xfrm>
            <a:off x="6318503" y="4695444"/>
            <a:ext cx="5202936" cy="617728"/>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変更頻度に応じて担当と再確認の時期を決める。</a:t>
            </a:r>
          </a:p>
        </p:txBody>
      </p:sp>
      <p:sp>
        <p:nvSpPr>
          <p:cNvPr id="21" name="slot:item_3_evidence"/>
          <p:cNvSpPr txBox="1"/>
          <p:nvPr/>
        </p:nvSpPr>
        <p:spPr>
          <a:xfrm>
            <a:off x="6318503" y="5386324"/>
            <a:ext cx="5202936" cy="274320"/>
          </a:xfrm>
          <a:prstGeom prst="rect">
            <a:avLst/>
          </a:prstGeom>
          <a:noFill/>
        </p:spPr>
        <p:txBody>
          <a:bodyPr wrap="square" lIns="18288" rIns="18288" tIns="13716" bIns="13716">
            <a:noAutofit/>
          </a:bodyPr>
          <a:lstStyle/>
          <a:p>
            <a:pPr hangingPunct="0" eaLnBrk="1" latinLnBrk="0">
              <a:lnSpc>
                <a:spcPts val="1625"/>
              </a:lnSpc>
              <a:spcBef>
                <a:spcPts val="0"/>
              </a:spcBef>
              <a:spcAft>
                <a:spcPts val="0"/>
              </a:spcAft>
              <a:defRPr lang="ja-JP" sz="1300" b="0">
                <a:solidFill>
                  <a:srgbClr val="566777"/>
                </a:solidFill>
                <a:latin typeface="Yu Gothic"/>
                <a:ea typeface="Yu Gothic"/>
                <a:cs typeface="Yu Gothic"/>
              </a:defRPr>
            </a:pPr>
            <a:r>
              <a:rPr lang="ja-JP" sz="1300" b="0">
                <a:solidFill>
                  <a:srgbClr val="566777"/>
                </a:solidFill>
                <a:latin typeface="Yu Gothic"/>
                <a:ea typeface="Yu Gothic"/>
                <a:cs typeface="Yu Gothic"/>
              </a:rPr>
              <a:t>留保：運用負荷は未検証</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公開レイアウト見本</a:t>
            </a:r>
          </a:p>
        </p:txBody>
      </p:sp>
      <p:sp>
        <p:nvSpPr>
          <p:cNvPr id="4" name="meta:page"/>
          <p:cNvSpPr txBox="1"/>
          <p:nvPr/>
        </p:nvSpPr>
        <p:spPr>
          <a:xfrm>
            <a:off x="10972800" y="6391656"/>
            <a:ext cx="621792" cy="274320"/>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29</a:t>
            </a:r>
          </a:p>
        </p:txBody>
      </p:sp>
      <p:sp>
        <p:nvSpPr>
          <p:cNvPr id="5" name="meta:footer"/>
          <p:cNvSpPr txBox="1"/>
          <p:nvPr/>
        </p:nvSpPr>
        <p:spPr>
          <a:xfrm>
            <a:off x="603504" y="6419088"/>
            <a:ext cx="9601200" cy="237744"/>
          </a:xfrm>
          <a:prstGeom prst="rect">
            <a:avLst/>
          </a:prstGeom>
          <a:noFill/>
        </p:spPr>
        <p:txBody>
          <a:bodyPr wrap="square"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slide-layout-agent</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最も重視する論点は検索入口を揃えること</a:t>
            </a:r>
          </a:p>
        </p:txBody>
      </p:sp>
      <p:sp>
        <p:nvSpPr>
          <p:cNvPr id="8" name="slot:context"/>
          <p:cNvSpPr txBox="1"/>
          <p:nvPr/>
        </p:nvSpPr>
        <p:spPr>
          <a:xfrm>
            <a:off x="621792" y="1490472"/>
            <a:ext cx="10927080" cy="502920"/>
          </a:xfrm>
          <a:prstGeom prst="rect">
            <a:avLst/>
          </a:prstGeom>
          <a:noFill/>
        </p:spPr>
        <p:txBody>
          <a:bodyPr wrap="square"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架空の社内調査。運用条件を整理した所見であり、効果を実証したものではない。</a:t>
            </a:r>
          </a:p>
        </p:txBody>
      </p:sp>
      <p:sp>
        <p:nvSpPr>
          <p:cNvPr id="9" name="decor:3"/>
          <p:cNvSpPr/>
          <p:nvPr/>
        </p:nvSpPr>
        <p:spPr>
          <a:xfrm>
            <a:off x="6263640" y="2139696"/>
            <a:ext cx="5312664" cy="3858768"/>
          </a:xfrm>
          <a:prstGeom prst="rect">
            <a:avLst/>
          </a:prstGeom>
          <a:solidFill>
            <a:srgbClr val="E8F3F2"/>
          </a:solidFill>
          <a:ln w="889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ecor:4"/>
          <p:cNvSpPr/>
          <p:nvPr/>
        </p:nvSpPr>
        <p:spPr>
          <a:xfrm>
            <a:off x="6263640" y="2139696"/>
            <a:ext cx="41148" cy="3858768"/>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lot:item_1_heading"/>
          <p:cNvSpPr txBox="1"/>
          <p:nvPr/>
        </p:nvSpPr>
        <p:spPr>
          <a:xfrm>
            <a:off x="6473952" y="2276856"/>
            <a:ext cx="4892040" cy="640080"/>
          </a:xfrm>
          <a:prstGeom prst="rect">
            <a:avLst/>
          </a:prstGeom>
          <a:noFill/>
        </p:spPr>
        <p:txBody>
          <a:bodyPr wrap="square" lIns="18288" rIns="18288" tIns="13716" bIns="13716">
            <a:noAutofit/>
          </a:bodyPr>
          <a:lstStyle/>
          <a:p>
            <a:pPr hangingPunct="0" eaLnBrk="1" latinLnBrk="0">
              <a:lnSpc>
                <a:spcPts val="2625"/>
              </a:lnSpc>
              <a:spcBef>
                <a:spcPts val="0"/>
              </a:spcBef>
              <a:spcAft>
                <a:spcPts val="0"/>
              </a:spcAft>
              <a:defRPr lang="ja-JP" sz="2100" b="1">
                <a:solidFill>
                  <a:srgbClr val="087E83"/>
                </a:solidFill>
                <a:latin typeface="Yu Gothic"/>
                <a:ea typeface="Yu Gothic"/>
                <a:cs typeface="Yu Gothic"/>
              </a:defRPr>
            </a:pPr>
            <a:r>
              <a:rPr lang="ja-JP" sz="2100" b="1">
                <a:solidFill>
                  <a:srgbClr val="087E83"/>
                </a:solidFill>
                <a:latin typeface="Yu Gothic"/>
                <a:ea typeface="Yu Gothic"/>
                <a:cs typeface="Yu Gothic"/>
              </a:rPr>
              <a:t>検索入口を揃える</a:t>
            </a:r>
          </a:p>
        </p:txBody>
      </p:sp>
      <p:sp>
        <p:nvSpPr>
          <p:cNvPr id="12" name="slot:item_1_body"/>
          <p:cNvSpPr txBox="1"/>
          <p:nvPr/>
        </p:nvSpPr>
        <p:spPr>
          <a:xfrm>
            <a:off x="6473952" y="3072384"/>
            <a:ext cx="4892040" cy="131826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0">
                <a:solidFill>
                  <a:srgbClr val="213547"/>
                </a:solidFill>
                <a:latin typeface="Yu Gothic"/>
                <a:ea typeface="Yu Gothic"/>
                <a:cs typeface="Yu Gothic"/>
              </a:defRPr>
            </a:pPr>
            <a:r>
              <a:rPr lang="ja-JP" sz="2000" b="0">
                <a:solidFill>
                  <a:srgbClr val="213547"/>
                </a:solidFill>
                <a:latin typeface="Yu Gothic"/>
                <a:ea typeface="Yu Gothic"/>
                <a:cs typeface="Yu Gothic"/>
              </a:rPr>
              <a:t>用語の揺れを減らし、部門をまたいでも同じ資料へ辿れる導線を整える。検索結果には対象範囲を添え、読み手が必要な情報かを判断できるようにする。</a:t>
            </a:r>
          </a:p>
        </p:txBody>
      </p:sp>
      <p:sp>
        <p:nvSpPr>
          <p:cNvPr id="13" name="slot:item_1_evidence"/>
          <p:cNvSpPr txBox="1"/>
          <p:nvPr/>
        </p:nvSpPr>
        <p:spPr>
          <a:xfrm>
            <a:off x="6473952" y="4500372"/>
            <a:ext cx="4892040" cy="310896"/>
          </a:xfrm>
          <a:prstGeom prst="rect">
            <a:avLst/>
          </a:prstGeom>
          <a:noFill/>
        </p:spPr>
        <p:txBody>
          <a:bodyPr wrap="square"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対象：資料の入口を確認</a:t>
            </a:r>
          </a:p>
        </p:txBody>
      </p:sp>
      <p:sp>
        <p:nvSpPr>
          <p:cNvPr id="14" name="decor:5"/>
          <p:cNvSpPr/>
          <p:nvPr/>
        </p:nvSpPr>
        <p:spPr>
          <a:xfrm>
            <a:off x="603504" y="3991356"/>
            <a:ext cx="5312664"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slot:item_2_heading"/>
          <p:cNvSpPr txBox="1"/>
          <p:nvPr/>
        </p:nvSpPr>
        <p:spPr>
          <a:xfrm>
            <a:off x="658368" y="2176272"/>
            <a:ext cx="5202936" cy="420624"/>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根拠まで辿れる</a:t>
            </a:r>
          </a:p>
        </p:txBody>
      </p:sp>
      <p:sp>
        <p:nvSpPr>
          <p:cNvPr id="16" name="slot:item_2_body"/>
          <p:cNvSpPr txBox="1"/>
          <p:nvPr/>
        </p:nvSpPr>
        <p:spPr>
          <a:xfrm>
            <a:off x="658368" y="2688336"/>
            <a:ext cx="5202936" cy="331978"/>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原文の条件と確認日を、要約とともに残す。</a:t>
            </a:r>
          </a:p>
        </p:txBody>
      </p:sp>
      <p:sp>
        <p:nvSpPr>
          <p:cNvPr id="17" name="slot:item_2_evidence"/>
          <p:cNvSpPr txBox="1"/>
          <p:nvPr/>
        </p:nvSpPr>
        <p:spPr>
          <a:xfrm>
            <a:off x="658368" y="3093466"/>
            <a:ext cx="5202936" cy="274320"/>
          </a:xfrm>
          <a:prstGeom prst="rect">
            <a:avLst/>
          </a:prstGeom>
          <a:noFill/>
        </p:spPr>
        <p:txBody>
          <a:bodyPr wrap="square" lIns="18288" rIns="18288" tIns="13716" bIns="13716">
            <a:noAutofit/>
          </a:bodyPr>
          <a:lstStyle/>
          <a:p>
            <a:pPr hangingPunct="0" eaLnBrk="1" latinLnBrk="0">
              <a:lnSpc>
                <a:spcPts val="1625"/>
              </a:lnSpc>
              <a:spcBef>
                <a:spcPts val="0"/>
              </a:spcBef>
              <a:spcAft>
                <a:spcPts val="0"/>
              </a:spcAft>
              <a:defRPr lang="ja-JP" sz="1300" b="0">
                <a:solidFill>
                  <a:srgbClr val="566777"/>
                </a:solidFill>
                <a:latin typeface="Yu Gothic"/>
                <a:ea typeface="Yu Gothic"/>
                <a:cs typeface="Yu Gothic"/>
              </a:defRPr>
            </a:pPr>
            <a:r>
              <a:rPr lang="ja-JP" sz="1300" b="0">
                <a:solidFill>
                  <a:srgbClr val="566777"/>
                </a:solidFill>
                <a:latin typeface="Yu Gothic"/>
                <a:ea typeface="Yu Gothic"/>
                <a:cs typeface="Yu Gothic"/>
              </a:rPr>
              <a:t>根拠：原文の条件</a:t>
            </a:r>
          </a:p>
        </p:txBody>
      </p:sp>
      <p:sp>
        <p:nvSpPr>
          <p:cNvPr id="18" name="decor:6"/>
          <p:cNvSpPr/>
          <p:nvPr/>
        </p:nvSpPr>
        <p:spPr>
          <a:xfrm>
            <a:off x="603504" y="5998464"/>
            <a:ext cx="5312664"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slot:item_3_heading"/>
          <p:cNvSpPr txBox="1"/>
          <p:nvPr/>
        </p:nvSpPr>
        <p:spPr>
          <a:xfrm>
            <a:off x="658368" y="4183379"/>
            <a:ext cx="5202936" cy="420624"/>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更新範囲を決める</a:t>
            </a:r>
          </a:p>
        </p:txBody>
      </p:sp>
      <p:sp>
        <p:nvSpPr>
          <p:cNvPr id="20" name="slot:item_3_body"/>
          <p:cNvSpPr txBox="1"/>
          <p:nvPr/>
        </p:nvSpPr>
        <p:spPr>
          <a:xfrm>
            <a:off x="658368" y="4695444"/>
            <a:ext cx="5202936" cy="617728"/>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変更頻度に応じて担当と再確認の時期を決める。</a:t>
            </a:r>
          </a:p>
        </p:txBody>
      </p:sp>
      <p:sp>
        <p:nvSpPr>
          <p:cNvPr id="21" name="slot:item_3_evidence"/>
          <p:cNvSpPr txBox="1"/>
          <p:nvPr/>
        </p:nvSpPr>
        <p:spPr>
          <a:xfrm>
            <a:off x="658368" y="5386324"/>
            <a:ext cx="5202936" cy="274320"/>
          </a:xfrm>
          <a:prstGeom prst="rect">
            <a:avLst/>
          </a:prstGeom>
          <a:noFill/>
        </p:spPr>
        <p:txBody>
          <a:bodyPr wrap="square" lIns="18288" rIns="18288" tIns="13716" bIns="13716">
            <a:noAutofit/>
          </a:bodyPr>
          <a:lstStyle/>
          <a:p>
            <a:pPr hangingPunct="0" eaLnBrk="1" latinLnBrk="0">
              <a:lnSpc>
                <a:spcPts val="1625"/>
              </a:lnSpc>
              <a:spcBef>
                <a:spcPts val="0"/>
              </a:spcBef>
              <a:spcAft>
                <a:spcPts val="0"/>
              </a:spcAft>
              <a:defRPr lang="ja-JP" sz="1300" b="0">
                <a:solidFill>
                  <a:srgbClr val="566777"/>
                </a:solidFill>
                <a:latin typeface="Yu Gothic"/>
                <a:ea typeface="Yu Gothic"/>
                <a:cs typeface="Yu Gothic"/>
              </a:defRPr>
            </a:pPr>
            <a:r>
              <a:rPr lang="ja-JP" sz="1300" b="0">
                <a:solidFill>
                  <a:srgbClr val="566777"/>
                </a:solidFill>
                <a:latin typeface="Yu Gothic"/>
                <a:ea typeface="Yu Gothic"/>
                <a:cs typeface="Yu Gothic"/>
              </a:rPr>
              <a:t>留保：運用負荷は未検証</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公開レイアウト見本</a:t>
            </a:r>
          </a:p>
        </p:txBody>
      </p:sp>
      <p:sp>
        <p:nvSpPr>
          <p:cNvPr id="4" name="meta:page"/>
          <p:cNvSpPr txBox="1"/>
          <p:nvPr/>
        </p:nvSpPr>
        <p:spPr>
          <a:xfrm>
            <a:off x="10972800" y="6391656"/>
            <a:ext cx="621792" cy="274320"/>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30</a:t>
            </a:r>
          </a:p>
        </p:txBody>
      </p:sp>
      <p:sp>
        <p:nvSpPr>
          <p:cNvPr id="5" name="meta:footer"/>
          <p:cNvSpPr txBox="1"/>
          <p:nvPr/>
        </p:nvSpPr>
        <p:spPr>
          <a:xfrm>
            <a:off x="603504" y="6419088"/>
            <a:ext cx="9601200" cy="237744"/>
          </a:xfrm>
          <a:prstGeom prst="rect">
            <a:avLst/>
          </a:prstGeom>
          <a:noFill/>
        </p:spPr>
        <p:txBody>
          <a:bodyPr wrap="square"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slide-layout-agent</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最も重視する論点は検索入口を揃えること</a:t>
            </a:r>
          </a:p>
        </p:txBody>
      </p:sp>
      <p:sp>
        <p:nvSpPr>
          <p:cNvPr id="8" name="slot:context"/>
          <p:cNvSpPr txBox="1"/>
          <p:nvPr/>
        </p:nvSpPr>
        <p:spPr>
          <a:xfrm>
            <a:off x="621792" y="1490472"/>
            <a:ext cx="10927080" cy="502920"/>
          </a:xfrm>
          <a:prstGeom prst="rect">
            <a:avLst/>
          </a:prstGeom>
          <a:noFill/>
        </p:spPr>
        <p:txBody>
          <a:bodyPr wrap="square"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架空の社内調査。運用条件を整理した所見であり、効果を実証したものではない。</a:t>
            </a:r>
          </a:p>
        </p:txBody>
      </p:sp>
      <p:sp>
        <p:nvSpPr>
          <p:cNvPr id="9" name="decor:3"/>
          <p:cNvSpPr/>
          <p:nvPr/>
        </p:nvSpPr>
        <p:spPr>
          <a:xfrm>
            <a:off x="603504" y="2139696"/>
            <a:ext cx="5312664" cy="3858768"/>
          </a:xfrm>
          <a:prstGeom prst="rect">
            <a:avLst/>
          </a:prstGeom>
          <a:solidFill>
            <a:srgbClr val="E8F3F2"/>
          </a:solidFill>
          <a:ln w="889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ecor:4"/>
          <p:cNvSpPr/>
          <p:nvPr/>
        </p:nvSpPr>
        <p:spPr>
          <a:xfrm>
            <a:off x="603504" y="2139696"/>
            <a:ext cx="41148" cy="3858768"/>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lot:item_1_heading"/>
          <p:cNvSpPr txBox="1"/>
          <p:nvPr/>
        </p:nvSpPr>
        <p:spPr>
          <a:xfrm>
            <a:off x="813816" y="2276856"/>
            <a:ext cx="4892040" cy="640080"/>
          </a:xfrm>
          <a:prstGeom prst="rect">
            <a:avLst/>
          </a:prstGeom>
          <a:noFill/>
        </p:spPr>
        <p:txBody>
          <a:bodyPr wrap="square" lIns="18288" rIns="18288" tIns="13716" bIns="13716">
            <a:noAutofit/>
          </a:bodyPr>
          <a:lstStyle/>
          <a:p>
            <a:pPr hangingPunct="0" eaLnBrk="1" latinLnBrk="0">
              <a:lnSpc>
                <a:spcPts val="2625"/>
              </a:lnSpc>
              <a:spcBef>
                <a:spcPts val="0"/>
              </a:spcBef>
              <a:spcAft>
                <a:spcPts val="0"/>
              </a:spcAft>
              <a:defRPr lang="ja-JP" sz="2100" b="1">
                <a:solidFill>
                  <a:srgbClr val="087E83"/>
                </a:solidFill>
                <a:latin typeface="Yu Gothic"/>
                <a:ea typeface="Yu Gothic"/>
                <a:cs typeface="Yu Gothic"/>
              </a:defRPr>
            </a:pPr>
            <a:r>
              <a:rPr lang="ja-JP" sz="2100" b="1">
                <a:solidFill>
                  <a:srgbClr val="087E83"/>
                </a:solidFill>
                <a:latin typeface="Yu Gothic"/>
                <a:ea typeface="Yu Gothic"/>
                <a:cs typeface="Yu Gothic"/>
              </a:rPr>
              <a:t>検索入口を揃える</a:t>
            </a:r>
          </a:p>
        </p:txBody>
      </p:sp>
      <p:sp>
        <p:nvSpPr>
          <p:cNvPr id="12" name="slot:item_1_body"/>
          <p:cNvSpPr txBox="1"/>
          <p:nvPr/>
        </p:nvSpPr>
        <p:spPr>
          <a:xfrm>
            <a:off x="813816" y="3072384"/>
            <a:ext cx="4892040" cy="131826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0">
                <a:solidFill>
                  <a:srgbClr val="213547"/>
                </a:solidFill>
                <a:latin typeface="Yu Gothic"/>
                <a:ea typeface="Yu Gothic"/>
                <a:cs typeface="Yu Gothic"/>
              </a:defRPr>
            </a:pPr>
            <a:r>
              <a:rPr lang="ja-JP" sz="2000" b="0">
                <a:solidFill>
                  <a:srgbClr val="213547"/>
                </a:solidFill>
                <a:latin typeface="Yu Gothic"/>
                <a:ea typeface="Yu Gothic"/>
                <a:cs typeface="Yu Gothic"/>
              </a:rPr>
              <a:t>用語の揺れを減らし、部門をまたいでも同じ資料へ辿れる導線を整える。検索結果には対象範囲を添え、読み手が必要な情報かを判断できるようにする。</a:t>
            </a:r>
          </a:p>
        </p:txBody>
      </p:sp>
      <p:sp>
        <p:nvSpPr>
          <p:cNvPr id="13" name="slot:item_1_evidence"/>
          <p:cNvSpPr txBox="1"/>
          <p:nvPr/>
        </p:nvSpPr>
        <p:spPr>
          <a:xfrm>
            <a:off x="813816" y="4500372"/>
            <a:ext cx="4892040" cy="310896"/>
          </a:xfrm>
          <a:prstGeom prst="rect">
            <a:avLst/>
          </a:prstGeom>
          <a:noFill/>
        </p:spPr>
        <p:txBody>
          <a:bodyPr wrap="square"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対象：資料の入口を確認</a:t>
            </a:r>
          </a:p>
        </p:txBody>
      </p:sp>
      <p:sp>
        <p:nvSpPr>
          <p:cNvPr id="14" name="decor:5"/>
          <p:cNvSpPr/>
          <p:nvPr/>
        </p:nvSpPr>
        <p:spPr>
          <a:xfrm>
            <a:off x="6263640" y="3322320"/>
            <a:ext cx="5312664"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slot:item_2_heading"/>
          <p:cNvSpPr txBox="1"/>
          <p:nvPr/>
        </p:nvSpPr>
        <p:spPr>
          <a:xfrm>
            <a:off x="6318503" y="2176272"/>
            <a:ext cx="5202936" cy="420624"/>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根拠まで辿れる</a:t>
            </a:r>
          </a:p>
        </p:txBody>
      </p:sp>
      <p:sp>
        <p:nvSpPr>
          <p:cNvPr id="16" name="slot:item_2_body"/>
          <p:cNvSpPr txBox="1"/>
          <p:nvPr/>
        </p:nvSpPr>
        <p:spPr>
          <a:xfrm>
            <a:off x="6318503" y="2615184"/>
            <a:ext cx="5202936" cy="331978"/>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原文の条件と確認日を残す。</a:t>
            </a:r>
          </a:p>
        </p:txBody>
      </p:sp>
      <p:sp>
        <p:nvSpPr>
          <p:cNvPr id="17" name="slot:item_2_evidence"/>
          <p:cNvSpPr txBox="1"/>
          <p:nvPr/>
        </p:nvSpPr>
        <p:spPr>
          <a:xfrm>
            <a:off x="6318503" y="3020314"/>
            <a:ext cx="5202936" cy="274320"/>
          </a:xfrm>
          <a:prstGeom prst="rect">
            <a:avLst/>
          </a:prstGeom>
          <a:noFill/>
        </p:spPr>
        <p:txBody>
          <a:bodyPr wrap="square" lIns="18288" rIns="18288" tIns="13716" bIns="13716">
            <a:noAutofit/>
          </a:bodyPr>
          <a:lstStyle/>
          <a:p>
            <a:pPr hangingPunct="0" eaLnBrk="1" latinLnBrk="0">
              <a:lnSpc>
                <a:spcPts val="1625"/>
              </a:lnSpc>
              <a:spcBef>
                <a:spcPts val="0"/>
              </a:spcBef>
              <a:spcAft>
                <a:spcPts val="0"/>
              </a:spcAft>
              <a:defRPr lang="ja-JP" sz="1300" b="0">
                <a:solidFill>
                  <a:srgbClr val="566777"/>
                </a:solidFill>
                <a:latin typeface="Yu Gothic"/>
                <a:ea typeface="Yu Gothic"/>
                <a:cs typeface="Yu Gothic"/>
              </a:defRPr>
            </a:pPr>
            <a:r>
              <a:rPr lang="ja-JP" sz="1300" b="0">
                <a:solidFill>
                  <a:srgbClr val="566777"/>
                </a:solidFill>
                <a:latin typeface="Yu Gothic"/>
                <a:ea typeface="Yu Gothic"/>
                <a:cs typeface="Yu Gothic"/>
              </a:rPr>
              <a:t>根拠：原文の条件</a:t>
            </a:r>
          </a:p>
        </p:txBody>
      </p:sp>
      <p:sp>
        <p:nvSpPr>
          <p:cNvPr id="18" name="decor:6"/>
          <p:cNvSpPr/>
          <p:nvPr/>
        </p:nvSpPr>
        <p:spPr>
          <a:xfrm>
            <a:off x="6263640" y="4660392"/>
            <a:ext cx="5312664"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slot:item_3_heading"/>
          <p:cNvSpPr txBox="1"/>
          <p:nvPr/>
        </p:nvSpPr>
        <p:spPr>
          <a:xfrm>
            <a:off x="6318503" y="3514344"/>
            <a:ext cx="5202936" cy="420624"/>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更新範囲を決める</a:t>
            </a:r>
          </a:p>
        </p:txBody>
      </p:sp>
      <p:sp>
        <p:nvSpPr>
          <p:cNvPr id="20" name="slot:item_3_body"/>
          <p:cNvSpPr txBox="1"/>
          <p:nvPr/>
        </p:nvSpPr>
        <p:spPr>
          <a:xfrm>
            <a:off x="6318503" y="3953256"/>
            <a:ext cx="5202936" cy="331978"/>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更新担当と確認時期を決める。</a:t>
            </a:r>
          </a:p>
        </p:txBody>
      </p:sp>
      <p:sp>
        <p:nvSpPr>
          <p:cNvPr id="21" name="slot:item_3_evidence"/>
          <p:cNvSpPr txBox="1"/>
          <p:nvPr/>
        </p:nvSpPr>
        <p:spPr>
          <a:xfrm>
            <a:off x="6318503" y="4358386"/>
            <a:ext cx="5202936" cy="274320"/>
          </a:xfrm>
          <a:prstGeom prst="rect">
            <a:avLst/>
          </a:prstGeom>
          <a:noFill/>
        </p:spPr>
        <p:txBody>
          <a:bodyPr wrap="square" lIns="18288" rIns="18288" tIns="13716" bIns="13716">
            <a:noAutofit/>
          </a:bodyPr>
          <a:lstStyle/>
          <a:p>
            <a:pPr hangingPunct="0" eaLnBrk="1" latinLnBrk="0">
              <a:lnSpc>
                <a:spcPts val="1625"/>
              </a:lnSpc>
              <a:spcBef>
                <a:spcPts val="0"/>
              </a:spcBef>
              <a:spcAft>
                <a:spcPts val="0"/>
              </a:spcAft>
              <a:defRPr lang="ja-JP" sz="1300" b="0">
                <a:solidFill>
                  <a:srgbClr val="566777"/>
                </a:solidFill>
                <a:latin typeface="Yu Gothic"/>
                <a:ea typeface="Yu Gothic"/>
                <a:cs typeface="Yu Gothic"/>
              </a:defRPr>
            </a:pPr>
            <a:r>
              <a:rPr lang="ja-JP" sz="1300" b="0">
                <a:solidFill>
                  <a:srgbClr val="566777"/>
                </a:solidFill>
                <a:latin typeface="Yu Gothic"/>
                <a:ea typeface="Yu Gothic"/>
                <a:cs typeface="Yu Gothic"/>
              </a:rPr>
              <a:t>留保：運用負荷は未検証</a:t>
            </a:r>
          </a:p>
        </p:txBody>
      </p:sp>
      <p:sp>
        <p:nvSpPr>
          <p:cNvPr id="22" name="decor:7"/>
          <p:cNvSpPr/>
          <p:nvPr/>
        </p:nvSpPr>
        <p:spPr>
          <a:xfrm>
            <a:off x="6263640" y="5998464"/>
            <a:ext cx="5312664"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slot:item_4_heading"/>
          <p:cNvSpPr txBox="1"/>
          <p:nvPr/>
        </p:nvSpPr>
        <p:spPr>
          <a:xfrm>
            <a:off x="6318503" y="4852415"/>
            <a:ext cx="5202936" cy="420624"/>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例外を見える化</a:t>
            </a:r>
          </a:p>
        </p:txBody>
      </p:sp>
      <p:sp>
        <p:nvSpPr>
          <p:cNvPr id="24" name="slot:item_4_body"/>
          <p:cNvSpPr txBox="1"/>
          <p:nvPr/>
        </p:nvSpPr>
        <p:spPr>
          <a:xfrm>
            <a:off x="6318503" y="5291328"/>
            <a:ext cx="5202936" cy="331978"/>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対象外の場面と前提を記録する。</a:t>
            </a:r>
          </a:p>
        </p:txBody>
      </p:sp>
      <p:sp>
        <p:nvSpPr>
          <p:cNvPr id="25" name="slot:item_4_evidence"/>
          <p:cNvSpPr txBox="1"/>
          <p:nvPr/>
        </p:nvSpPr>
        <p:spPr>
          <a:xfrm>
            <a:off x="6318503" y="5696458"/>
            <a:ext cx="5202936" cy="274320"/>
          </a:xfrm>
          <a:prstGeom prst="rect">
            <a:avLst/>
          </a:prstGeom>
          <a:noFill/>
        </p:spPr>
        <p:txBody>
          <a:bodyPr wrap="square" lIns="18288" rIns="18288" tIns="13716" bIns="13716">
            <a:noAutofit/>
          </a:bodyPr>
          <a:lstStyle/>
          <a:p>
            <a:pPr hangingPunct="0" eaLnBrk="1" latinLnBrk="0">
              <a:lnSpc>
                <a:spcPts val="1625"/>
              </a:lnSpc>
              <a:spcBef>
                <a:spcPts val="0"/>
              </a:spcBef>
              <a:spcAft>
                <a:spcPts val="0"/>
              </a:spcAft>
              <a:defRPr lang="ja-JP" sz="1300" b="0">
                <a:solidFill>
                  <a:srgbClr val="566777"/>
                </a:solidFill>
                <a:latin typeface="Yu Gothic"/>
                <a:ea typeface="Yu Gothic"/>
                <a:cs typeface="Yu Gothic"/>
              </a:defRPr>
            </a:pPr>
            <a:r>
              <a:rPr lang="ja-JP" sz="1300" b="0">
                <a:solidFill>
                  <a:srgbClr val="566777"/>
                </a:solidFill>
                <a:latin typeface="Yu Gothic"/>
                <a:ea typeface="Yu Gothic"/>
                <a:cs typeface="Yu Gothic"/>
              </a:rPr>
              <a:t>注意：適用範囲を確認</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公開レイアウト見本</a:t>
            </a:r>
          </a:p>
        </p:txBody>
      </p:sp>
      <p:sp>
        <p:nvSpPr>
          <p:cNvPr id="4" name="meta:page"/>
          <p:cNvSpPr txBox="1"/>
          <p:nvPr/>
        </p:nvSpPr>
        <p:spPr>
          <a:xfrm>
            <a:off x="10972800" y="6391656"/>
            <a:ext cx="621792" cy="274320"/>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31</a:t>
            </a:r>
          </a:p>
        </p:txBody>
      </p:sp>
      <p:sp>
        <p:nvSpPr>
          <p:cNvPr id="5" name="meta:footer"/>
          <p:cNvSpPr txBox="1"/>
          <p:nvPr/>
        </p:nvSpPr>
        <p:spPr>
          <a:xfrm>
            <a:off x="603504" y="6419088"/>
            <a:ext cx="9601200" cy="237744"/>
          </a:xfrm>
          <a:prstGeom prst="rect">
            <a:avLst/>
          </a:prstGeom>
          <a:noFill/>
        </p:spPr>
        <p:txBody>
          <a:bodyPr wrap="square"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slide-layout-agent</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最も重視する論点は検索入口を揃えること</a:t>
            </a:r>
          </a:p>
        </p:txBody>
      </p:sp>
      <p:sp>
        <p:nvSpPr>
          <p:cNvPr id="8" name="slot:context"/>
          <p:cNvSpPr txBox="1"/>
          <p:nvPr/>
        </p:nvSpPr>
        <p:spPr>
          <a:xfrm>
            <a:off x="621792" y="1490472"/>
            <a:ext cx="10927080" cy="502920"/>
          </a:xfrm>
          <a:prstGeom prst="rect">
            <a:avLst/>
          </a:prstGeom>
          <a:noFill/>
        </p:spPr>
        <p:txBody>
          <a:bodyPr wrap="square"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架空の社内調査。運用条件を整理した所見であり、効果を実証したものではない。</a:t>
            </a:r>
          </a:p>
        </p:txBody>
      </p:sp>
      <p:sp>
        <p:nvSpPr>
          <p:cNvPr id="9" name="decor:3"/>
          <p:cNvSpPr/>
          <p:nvPr/>
        </p:nvSpPr>
        <p:spPr>
          <a:xfrm>
            <a:off x="6263640" y="2139696"/>
            <a:ext cx="5312664" cy="3858768"/>
          </a:xfrm>
          <a:prstGeom prst="rect">
            <a:avLst/>
          </a:prstGeom>
          <a:solidFill>
            <a:srgbClr val="E8F3F2"/>
          </a:solidFill>
          <a:ln w="889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ecor:4"/>
          <p:cNvSpPr/>
          <p:nvPr/>
        </p:nvSpPr>
        <p:spPr>
          <a:xfrm>
            <a:off x="6263640" y="2139696"/>
            <a:ext cx="41148" cy="3858768"/>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lot:item_1_heading"/>
          <p:cNvSpPr txBox="1"/>
          <p:nvPr/>
        </p:nvSpPr>
        <p:spPr>
          <a:xfrm>
            <a:off x="6473952" y="2276856"/>
            <a:ext cx="4892040" cy="640080"/>
          </a:xfrm>
          <a:prstGeom prst="rect">
            <a:avLst/>
          </a:prstGeom>
          <a:noFill/>
        </p:spPr>
        <p:txBody>
          <a:bodyPr wrap="square" lIns="18288" rIns="18288" tIns="13716" bIns="13716">
            <a:noAutofit/>
          </a:bodyPr>
          <a:lstStyle/>
          <a:p>
            <a:pPr hangingPunct="0" eaLnBrk="1" latinLnBrk="0">
              <a:lnSpc>
                <a:spcPts val="2625"/>
              </a:lnSpc>
              <a:spcBef>
                <a:spcPts val="0"/>
              </a:spcBef>
              <a:spcAft>
                <a:spcPts val="0"/>
              </a:spcAft>
              <a:defRPr lang="ja-JP" sz="2100" b="1">
                <a:solidFill>
                  <a:srgbClr val="087E83"/>
                </a:solidFill>
                <a:latin typeface="Yu Gothic"/>
                <a:ea typeface="Yu Gothic"/>
                <a:cs typeface="Yu Gothic"/>
              </a:defRPr>
            </a:pPr>
            <a:r>
              <a:rPr lang="ja-JP" sz="2100" b="1">
                <a:solidFill>
                  <a:srgbClr val="087E83"/>
                </a:solidFill>
                <a:latin typeface="Yu Gothic"/>
                <a:ea typeface="Yu Gothic"/>
                <a:cs typeface="Yu Gothic"/>
              </a:rPr>
              <a:t>検索入口を揃える</a:t>
            </a:r>
          </a:p>
        </p:txBody>
      </p:sp>
      <p:sp>
        <p:nvSpPr>
          <p:cNvPr id="12" name="slot:item_1_body"/>
          <p:cNvSpPr txBox="1"/>
          <p:nvPr/>
        </p:nvSpPr>
        <p:spPr>
          <a:xfrm>
            <a:off x="6473952" y="3072384"/>
            <a:ext cx="4892040" cy="131826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0">
                <a:solidFill>
                  <a:srgbClr val="213547"/>
                </a:solidFill>
                <a:latin typeface="Yu Gothic"/>
                <a:ea typeface="Yu Gothic"/>
                <a:cs typeface="Yu Gothic"/>
              </a:defRPr>
            </a:pPr>
            <a:r>
              <a:rPr lang="ja-JP" sz="2000" b="0">
                <a:solidFill>
                  <a:srgbClr val="213547"/>
                </a:solidFill>
                <a:latin typeface="Yu Gothic"/>
                <a:ea typeface="Yu Gothic"/>
                <a:cs typeface="Yu Gothic"/>
              </a:rPr>
              <a:t>用語の揺れを減らし、部門をまたいでも同じ資料へ辿れる導線を整える。検索結果には対象範囲を添え、読み手が必要な情報かを判断できるようにする。</a:t>
            </a:r>
          </a:p>
        </p:txBody>
      </p:sp>
      <p:sp>
        <p:nvSpPr>
          <p:cNvPr id="13" name="slot:item_1_evidence"/>
          <p:cNvSpPr txBox="1"/>
          <p:nvPr/>
        </p:nvSpPr>
        <p:spPr>
          <a:xfrm>
            <a:off x="6473952" y="4500372"/>
            <a:ext cx="4892040" cy="310896"/>
          </a:xfrm>
          <a:prstGeom prst="rect">
            <a:avLst/>
          </a:prstGeom>
          <a:noFill/>
        </p:spPr>
        <p:txBody>
          <a:bodyPr wrap="square"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対象：資料の入口を確認</a:t>
            </a:r>
          </a:p>
        </p:txBody>
      </p:sp>
      <p:sp>
        <p:nvSpPr>
          <p:cNvPr id="14" name="decor:5"/>
          <p:cNvSpPr/>
          <p:nvPr/>
        </p:nvSpPr>
        <p:spPr>
          <a:xfrm>
            <a:off x="603504" y="3322320"/>
            <a:ext cx="5312664"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slot:item_2_heading"/>
          <p:cNvSpPr txBox="1"/>
          <p:nvPr/>
        </p:nvSpPr>
        <p:spPr>
          <a:xfrm>
            <a:off x="658368" y="2176272"/>
            <a:ext cx="5202936" cy="420624"/>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根拠まで辿れる</a:t>
            </a:r>
          </a:p>
        </p:txBody>
      </p:sp>
      <p:sp>
        <p:nvSpPr>
          <p:cNvPr id="16" name="slot:item_2_body"/>
          <p:cNvSpPr txBox="1"/>
          <p:nvPr/>
        </p:nvSpPr>
        <p:spPr>
          <a:xfrm>
            <a:off x="658368" y="2615184"/>
            <a:ext cx="5202936" cy="331978"/>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原文の条件と確認日を残す。</a:t>
            </a:r>
          </a:p>
        </p:txBody>
      </p:sp>
      <p:sp>
        <p:nvSpPr>
          <p:cNvPr id="17" name="slot:item_2_evidence"/>
          <p:cNvSpPr txBox="1"/>
          <p:nvPr/>
        </p:nvSpPr>
        <p:spPr>
          <a:xfrm>
            <a:off x="658368" y="3020314"/>
            <a:ext cx="5202936" cy="274320"/>
          </a:xfrm>
          <a:prstGeom prst="rect">
            <a:avLst/>
          </a:prstGeom>
          <a:noFill/>
        </p:spPr>
        <p:txBody>
          <a:bodyPr wrap="square" lIns="18288" rIns="18288" tIns="13716" bIns="13716">
            <a:noAutofit/>
          </a:bodyPr>
          <a:lstStyle/>
          <a:p>
            <a:pPr hangingPunct="0" eaLnBrk="1" latinLnBrk="0">
              <a:lnSpc>
                <a:spcPts val="1625"/>
              </a:lnSpc>
              <a:spcBef>
                <a:spcPts val="0"/>
              </a:spcBef>
              <a:spcAft>
                <a:spcPts val="0"/>
              </a:spcAft>
              <a:defRPr lang="ja-JP" sz="1300" b="0">
                <a:solidFill>
                  <a:srgbClr val="566777"/>
                </a:solidFill>
                <a:latin typeface="Yu Gothic"/>
                <a:ea typeface="Yu Gothic"/>
                <a:cs typeface="Yu Gothic"/>
              </a:defRPr>
            </a:pPr>
            <a:r>
              <a:rPr lang="ja-JP" sz="1300" b="0">
                <a:solidFill>
                  <a:srgbClr val="566777"/>
                </a:solidFill>
                <a:latin typeface="Yu Gothic"/>
                <a:ea typeface="Yu Gothic"/>
                <a:cs typeface="Yu Gothic"/>
              </a:rPr>
              <a:t>根拠：原文の条件</a:t>
            </a:r>
          </a:p>
        </p:txBody>
      </p:sp>
      <p:sp>
        <p:nvSpPr>
          <p:cNvPr id="18" name="decor:6"/>
          <p:cNvSpPr/>
          <p:nvPr/>
        </p:nvSpPr>
        <p:spPr>
          <a:xfrm>
            <a:off x="603504" y="4660392"/>
            <a:ext cx="5312664"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slot:item_3_heading"/>
          <p:cNvSpPr txBox="1"/>
          <p:nvPr/>
        </p:nvSpPr>
        <p:spPr>
          <a:xfrm>
            <a:off x="658368" y="3514344"/>
            <a:ext cx="5202936" cy="420624"/>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更新範囲を決める</a:t>
            </a:r>
          </a:p>
        </p:txBody>
      </p:sp>
      <p:sp>
        <p:nvSpPr>
          <p:cNvPr id="20" name="slot:item_3_body"/>
          <p:cNvSpPr txBox="1"/>
          <p:nvPr/>
        </p:nvSpPr>
        <p:spPr>
          <a:xfrm>
            <a:off x="658368" y="3953256"/>
            <a:ext cx="5202936" cy="331978"/>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更新担当と確認時期を決める。</a:t>
            </a:r>
          </a:p>
        </p:txBody>
      </p:sp>
      <p:sp>
        <p:nvSpPr>
          <p:cNvPr id="21" name="slot:item_3_evidence"/>
          <p:cNvSpPr txBox="1"/>
          <p:nvPr/>
        </p:nvSpPr>
        <p:spPr>
          <a:xfrm>
            <a:off x="658368" y="4358386"/>
            <a:ext cx="5202936" cy="274320"/>
          </a:xfrm>
          <a:prstGeom prst="rect">
            <a:avLst/>
          </a:prstGeom>
          <a:noFill/>
        </p:spPr>
        <p:txBody>
          <a:bodyPr wrap="square" lIns="18288" rIns="18288" tIns="13716" bIns="13716">
            <a:noAutofit/>
          </a:bodyPr>
          <a:lstStyle/>
          <a:p>
            <a:pPr hangingPunct="0" eaLnBrk="1" latinLnBrk="0">
              <a:lnSpc>
                <a:spcPts val="1625"/>
              </a:lnSpc>
              <a:spcBef>
                <a:spcPts val="0"/>
              </a:spcBef>
              <a:spcAft>
                <a:spcPts val="0"/>
              </a:spcAft>
              <a:defRPr lang="ja-JP" sz="1300" b="0">
                <a:solidFill>
                  <a:srgbClr val="566777"/>
                </a:solidFill>
                <a:latin typeface="Yu Gothic"/>
                <a:ea typeface="Yu Gothic"/>
                <a:cs typeface="Yu Gothic"/>
              </a:defRPr>
            </a:pPr>
            <a:r>
              <a:rPr lang="ja-JP" sz="1300" b="0">
                <a:solidFill>
                  <a:srgbClr val="566777"/>
                </a:solidFill>
                <a:latin typeface="Yu Gothic"/>
                <a:ea typeface="Yu Gothic"/>
                <a:cs typeface="Yu Gothic"/>
              </a:rPr>
              <a:t>留保：運用負荷は未検証</a:t>
            </a:r>
          </a:p>
        </p:txBody>
      </p:sp>
      <p:sp>
        <p:nvSpPr>
          <p:cNvPr id="22" name="decor:7"/>
          <p:cNvSpPr/>
          <p:nvPr/>
        </p:nvSpPr>
        <p:spPr>
          <a:xfrm>
            <a:off x="603504" y="5998464"/>
            <a:ext cx="5312664"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slot:item_4_heading"/>
          <p:cNvSpPr txBox="1"/>
          <p:nvPr/>
        </p:nvSpPr>
        <p:spPr>
          <a:xfrm>
            <a:off x="658368" y="4852415"/>
            <a:ext cx="5202936" cy="420624"/>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例外を見える化</a:t>
            </a:r>
          </a:p>
        </p:txBody>
      </p:sp>
      <p:sp>
        <p:nvSpPr>
          <p:cNvPr id="24" name="slot:item_4_body"/>
          <p:cNvSpPr txBox="1"/>
          <p:nvPr/>
        </p:nvSpPr>
        <p:spPr>
          <a:xfrm>
            <a:off x="658368" y="5291328"/>
            <a:ext cx="5202936" cy="331978"/>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対象外の場面と前提を記録する。</a:t>
            </a:r>
          </a:p>
        </p:txBody>
      </p:sp>
      <p:sp>
        <p:nvSpPr>
          <p:cNvPr id="25" name="slot:item_4_evidence"/>
          <p:cNvSpPr txBox="1"/>
          <p:nvPr/>
        </p:nvSpPr>
        <p:spPr>
          <a:xfrm>
            <a:off x="658368" y="5696458"/>
            <a:ext cx="5202936" cy="274320"/>
          </a:xfrm>
          <a:prstGeom prst="rect">
            <a:avLst/>
          </a:prstGeom>
          <a:noFill/>
        </p:spPr>
        <p:txBody>
          <a:bodyPr wrap="square" lIns="18288" rIns="18288" tIns="13716" bIns="13716">
            <a:noAutofit/>
          </a:bodyPr>
          <a:lstStyle/>
          <a:p>
            <a:pPr hangingPunct="0" eaLnBrk="1" latinLnBrk="0">
              <a:lnSpc>
                <a:spcPts val="1625"/>
              </a:lnSpc>
              <a:spcBef>
                <a:spcPts val="0"/>
              </a:spcBef>
              <a:spcAft>
                <a:spcPts val="0"/>
              </a:spcAft>
              <a:defRPr lang="ja-JP" sz="1300" b="0">
                <a:solidFill>
                  <a:srgbClr val="566777"/>
                </a:solidFill>
                <a:latin typeface="Yu Gothic"/>
                <a:ea typeface="Yu Gothic"/>
                <a:cs typeface="Yu Gothic"/>
              </a:defRPr>
            </a:pPr>
            <a:r>
              <a:rPr lang="ja-JP" sz="1300" b="0">
                <a:solidFill>
                  <a:srgbClr val="566777"/>
                </a:solidFill>
                <a:latin typeface="Yu Gothic"/>
                <a:ea typeface="Yu Gothic"/>
                <a:cs typeface="Yu Gothic"/>
              </a:rPr>
              <a:t>注意：適用範囲を確認</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公開レイアウト見本</a:t>
            </a:r>
          </a:p>
        </p:txBody>
      </p:sp>
      <p:sp>
        <p:nvSpPr>
          <p:cNvPr id="4" name="meta:page"/>
          <p:cNvSpPr txBox="1"/>
          <p:nvPr/>
        </p:nvSpPr>
        <p:spPr>
          <a:xfrm>
            <a:off x="10972800" y="6391656"/>
            <a:ext cx="621792" cy="274320"/>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32</a:t>
            </a:r>
          </a:p>
        </p:txBody>
      </p:sp>
      <p:sp>
        <p:nvSpPr>
          <p:cNvPr id="5" name="meta:footer"/>
          <p:cNvSpPr txBox="1"/>
          <p:nvPr/>
        </p:nvSpPr>
        <p:spPr>
          <a:xfrm>
            <a:off x="603504" y="6419088"/>
            <a:ext cx="9601200" cy="237744"/>
          </a:xfrm>
          <a:prstGeom prst="rect">
            <a:avLst/>
          </a:prstGeom>
          <a:noFill/>
        </p:spPr>
        <p:txBody>
          <a:bodyPr wrap="square"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slide-layout-agent</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社内ナレッジを探しやすくする条件</a:t>
            </a:r>
          </a:p>
        </p:txBody>
      </p:sp>
      <p:sp>
        <p:nvSpPr>
          <p:cNvPr id="8" name="slot:context"/>
          <p:cNvSpPr txBox="1"/>
          <p:nvPr/>
        </p:nvSpPr>
        <p:spPr>
          <a:xfrm>
            <a:off x="621792" y="1490472"/>
            <a:ext cx="10927080" cy="502920"/>
          </a:xfrm>
          <a:prstGeom prst="rect">
            <a:avLst/>
          </a:prstGeom>
          <a:noFill/>
        </p:spPr>
        <p:txBody>
          <a:bodyPr wrap="square"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架空の社内調査。運用条件を整理した所見であり、効果を実証したものではない。</a:t>
            </a:r>
          </a:p>
        </p:txBody>
      </p:sp>
      <p:sp>
        <p:nvSpPr>
          <p:cNvPr id="10" name="decor:4"/>
          <p:cNvSpPr/>
          <p:nvPr/>
        </p:nvSpPr>
        <p:spPr>
          <a:xfrm>
            <a:off x="6272784" y="2139696"/>
            <a:ext cx="5303520" cy="1837943"/>
          </a:xfrm>
          <a:prstGeom prst="rect">
            <a:avLst/>
          </a:prstGeom>
          <a:solidFill>
            <a:srgbClr val="FFFFFF"/>
          </a:solidFill>
          <a:ln w="889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ecor:5"/>
          <p:cNvSpPr/>
          <p:nvPr/>
        </p:nvSpPr>
        <p:spPr>
          <a:xfrm>
            <a:off x="6272784" y="2139696"/>
            <a:ext cx="41148" cy="1837943"/>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lot:item_1_heading"/>
          <p:cNvSpPr txBox="1"/>
          <p:nvPr/>
        </p:nvSpPr>
        <p:spPr>
          <a:xfrm>
            <a:off x="6483096" y="2276856"/>
            <a:ext cx="4882896" cy="438912"/>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検索入口を揃える</a:t>
            </a:r>
          </a:p>
        </p:txBody>
      </p:sp>
      <p:sp>
        <p:nvSpPr>
          <p:cNvPr id="13" name="slot:item_1_body"/>
          <p:cNvSpPr txBox="1"/>
          <p:nvPr/>
        </p:nvSpPr>
        <p:spPr>
          <a:xfrm>
            <a:off x="6483096" y="2798063"/>
            <a:ext cx="4882896" cy="617728"/>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用語を揃え、同じ資料へ辿れる入口を整える。</a:t>
            </a:r>
          </a:p>
        </p:txBody>
      </p:sp>
      <p:sp>
        <p:nvSpPr>
          <p:cNvPr id="14" name="slot:item_1_evidence"/>
          <p:cNvSpPr txBox="1"/>
          <p:nvPr/>
        </p:nvSpPr>
        <p:spPr>
          <a:xfrm>
            <a:off x="6483096" y="3525519"/>
            <a:ext cx="4882896" cy="310896"/>
          </a:xfrm>
          <a:prstGeom prst="rect">
            <a:avLst/>
          </a:prstGeom>
          <a:noFill/>
        </p:spPr>
        <p:txBody>
          <a:bodyPr wrap="square"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対象：資料の入口を確認</a:t>
            </a:r>
          </a:p>
        </p:txBody>
      </p:sp>
      <p:sp>
        <p:nvSpPr>
          <p:cNvPr id="15" name="decor:6"/>
          <p:cNvSpPr/>
          <p:nvPr/>
        </p:nvSpPr>
        <p:spPr>
          <a:xfrm>
            <a:off x="6272784" y="4160520"/>
            <a:ext cx="5303520" cy="1837943"/>
          </a:xfrm>
          <a:prstGeom prst="rect">
            <a:avLst/>
          </a:prstGeom>
          <a:solidFill>
            <a:srgbClr val="FFFFFF"/>
          </a:solidFill>
          <a:ln w="889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ecor:7"/>
          <p:cNvSpPr/>
          <p:nvPr/>
        </p:nvSpPr>
        <p:spPr>
          <a:xfrm>
            <a:off x="6272784" y="4160520"/>
            <a:ext cx="41148" cy="1837943"/>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slot:item_2_heading"/>
          <p:cNvSpPr txBox="1"/>
          <p:nvPr/>
        </p:nvSpPr>
        <p:spPr>
          <a:xfrm>
            <a:off x="6483096" y="4297680"/>
            <a:ext cx="4882896" cy="438912"/>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根拠まで辿れる</a:t>
            </a:r>
          </a:p>
        </p:txBody>
      </p:sp>
      <p:sp>
        <p:nvSpPr>
          <p:cNvPr id="18" name="slot:item_2_body"/>
          <p:cNvSpPr txBox="1"/>
          <p:nvPr/>
        </p:nvSpPr>
        <p:spPr>
          <a:xfrm>
            <a:off x="6483096" y="4818888"/>
            <a:ext cx="4882896" cy="617728"/>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原文の条件と確認日を、要約とともに残す。</a:t>
            </a:r>
          </a:p>
        </p:txBody>
      </p:sp>
      <p:sp>
        <p:nvSpPr>
          <p:cNvPr id="19" name="slot:item_2_evidence"/>
          <p:cNvSpPr txBox="1"/>
          <p:nvPr/>
        </p:nvSpPr>
        <p:spPr>
          <a:xfrm>
            <a:off x="6483096" y="5546344"/>
            <a:ext cx="4882896" cy="310896"/>
          </a:xfrm>
          <a:prstGeom prst="rect">
            <a:avLst/>
          </a:prstGeom>
          <a:noFill/>
        </p:spPr>
        <p:txBody>
          <a:bodyPr wrap="square"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根拠：原文の条件を保持</a:t>
            </a:r>
          </a:p>
        </p:txBody>
      </p:sp>
      <p:pic>
        <p:nvPicPr>
          <p:cNvPr id="20" name="slot:image" descr="research-screen.png"/>
          <p:cNvPicPr>
            <a:picLocks noChangeAspect="1"/>
          </p:cNvPicPr>
          <p:nvPr/>
        </p:nvPicPr>
        <p:blipFill>
          <a:blip r:embed="rId2"/>
          <a:stretch>
            <a:fillRect/>
          </a:stretch>
        </p:blipFill>
        <p:spPr>
          <a:xfrm>
            <a:off x="603504" y="2140527"/>
            <a:ext cx="5303520" cy="3857105"/>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公開レイアウト見本</a:t>
            </a:r>
          </a:p>
        </p:txBody>
      </p:sp>
      <p:sp>
        <p:nvSpPr>
          <p:cNvPr id="4" name="meta:page"/>
          <p:cNvSpPr txBox="1"/>
          <p:nvPr/>
        </p:nvSpPr>
        <p:spPr>
          <a:xfrm>
            <a:off x="10972800" y="6391656"/>
            <a:ext cx="621792" cy="274320"/>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33</a:t>
            </a:r>
          </a:p>
        </p:txBody>
      </p:sp>
      <p:sp>
        <p:nvSpPr>
          <p:cNvPr id="5" name="meta:footer"/>
          <p:cNvSpPr txBox="1"/>
          <p:nvPr/>
        </p:nvSpPr>
        <p:spPr>
          <a:xfrm>
            <a:off x="603504" y="6419088"/>
            <a:ext cx="9601200" cy="237744"/>
          </a:xfrm>
          <a:prstGeom prst="rect">
            <a:avLst/>
          </a:prstGeom>
          <a:noFill/>
        </p:spPr>
        <p:txBody>
          <a:bodyPr wrap="square"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slide-layout-agent</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社内ナレッジを探しやすくする条件</a:t>
            </a:r>
          </a:p>
        </p:txBody>
      </p:sp>
      <p:sp>
        <p:nvSpPr>
          <p:cNvPr id="8" name="slot:context"/>
          <p:cNvSpPr txBox="1"/>
          <p:nvPr/>
        </p:nvSpPr>
        <p:spPr>
          <a:xfrm>
            <a:off x="621792" y="1490472"/>
            <a:ext cx="10927080" cy="502920"/>
          </a:xfrm>
          <a:prstGeom prst="rect">
            <a:avLst/>
          </a:prstGeom>
          <a:noFill/>
        </p:spPr>
        <p:txBody>
          <a:bodyPr wrap="square"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架空の社内調査。運用条件を整理した所見であり、効果を実証したものではない。</a:t>
            </a:r>
          </a:p>
        </p:txBody>
      </p:sp>
      <p:sp>
        <p:nvSpPr>
          <p:cNvPr id="10" name="decor:4"/>
          <p:cNvSpPr/>
          <p:nvPr/>
        </p:nvSpPr>
        <p:spPr>
          <a:xfrm>
            <a:off x="603504" y="2139696"/>
            <a:ext cx="5303520" cy="1837943"/>
          </a:xfrm>
          <a:prstGeom prst="rect">
            <a:avLst/>
          </a:prstGeom>
          <a:solidFill>
            <a:srgbClr val="FFFFFF"/>
          </a:solidFill>
          <a:ln w="889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ecor:5"/>
          <p:cNvSpPr/>
          <p:nvPr/>
        </p:nvSpPr>
        <p:spPr>
          <a:xfrm>
            <a:off x="603504" y="2139696"/>
            <a:ext cx="41148" cy="1837943"/>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lot:item_1_heading"/>
          <p:cNvSpPr txBox="1"/>
          <p:nvPr/>
        </p:nvSpPr>
        <p:spPr>
          <a:xfrm>
            <a:off x="813816" y="2276856"/>
            <a:ext cx="4882896" cy="438912"/>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検索入口を揃える</a:t>
            </a:r>
          </a:p>
        </p:txBody>
      </p:sp>
      <p:sp>
        <p:nvSpPr>
          <p:cNvPr id="13" name="slot:item_1_body"/>
          <p:cNvSpPr txBox="1"/>
          <p:nvPr/>
        </p:nvSpPr>
        <p:spPr>
          <a:xfrm>
            <a:off x="813816" y="2798063"/>
            <a:ext cx="4882896" cy="617728"/>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用語を揃え、同じ資料へ辿れる入口を整える。</a:t>
            </a:r>
          </a:p>
        </p:txBody>
      </p:sp>
      <p:sp>
        <p:nvSpPr>
          <p:cNvPr id="14" name="slot:item_1_evidence"/>
          <p:cNvSpPr txBox="1"/>
          <p:nvPr/>
        </p:nvSpPr>
        <p:spPr>
          <a:xfrm>
            <a:off x="813816" y="3525519"/>
            <a:ext cx="4882896" cy="310896"/>
          </a:xfrm>
          <a:prstGeom prst="rect">
            <a:avLst/>
          </a:prstGeom>
          <a:noFill/>
        </p:spPr>
        <p:txBody>
          <a:bodyPr wrap="square"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対象：資料の入口を確認</a:t>
            </a:r>
          </a:p>
        </p:txBody>
      </p:sp>
      <p:sp>
        <p:nvSpPr>
          <p:cNvPr id="15" name="decor:6"/>
          <p:cNvSpPr/>
          <p:nvPr/>
        </p:nvSpPr>
        <p:spPr>
          <a:xfrm>
            <a:off x="603504" y="4160520"/>
            <a:ext cx="5303520" cy="1837943"/>
          </a:xfrm>
          <a:prstGeom prst="rect">
            <a:avLst/>
          </a:prstGeom>
          <a:solidFill>
            <a:srgbClr val="FFFFFF"/>
          </a:solidFill>
          <a:ln w="889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ecor:7"/>
          <p:cNvSpPr/>
          <p:nvPr/>
        </p:nvSpPr>
        <p:spPr>
          <a:xfrm>
            <a:off x="603504" y="4160520"/>
            <a:ext cx="41148" cy="1837943"/>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slot:item_2_heading"/>
          <p:cNvSpPr txBox="1"/>
          <p:nvPr/>
        </p:nvSpPr>
        <p:spPr>
          <a:xfrm>
            <a:off x="813816" y="4297680"/>
            <a:ext cx="4882896" cy="438912"/>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根拠まで辿れる</a:t>
            </a:r>
          </a:p>
        </p:txBody>
      </p:sp>
      <p:sp>
        <p:nvSpPr>
          <p:cNvPr id="18" name="slot:item_2_body"/>
          <p:cNvSpPr txBox="1"/>
          <p:nvPr/>
        </p:nvSpPr>
        <p:spPr>
          <a:xfrm>
            <a:off x="813816" y="4818888"/>
            <a:ext cx="4882896" cy="617728"/>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原文の条件と確認日を、要約とともに残す。</a:t>
            </a:r>
          </a:p>
        </p:txBody>
      </p:sp>
      <p:sp>
        <p:nvSpPr>
          <p:cNvPr id="19" name="slot:item_2_evidence"/>
          <p:cNvSpPr txBox="1"/>
          <p:nvPr/>
        </p:nvSpPr>
        <p:spPr>
          <a:xfrm>
            <a:off x="813816" y="5546344"/>
            <a:ext cx="4882896" cy="310896"/>
          </a:xfrm>
          <a:prstGeom prst="rect">
            <a:avLst/>
          </a:prstGeom>
          <a:noFill/>
        </p:spPr>
        <p:txBody>
          <a:bodyPr wrap="square"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根拠：原文の条件を保持</a:t>
            </a:r>
          </a:p>
        </p:txBody>
      </p:sp>
      <p:pic>
        <p:nvPicPr>
          <p:cNvPr id="20" name="slot:image" descr="research-screen.png"/>
          <p:cNvPicPr>
            <a:picLocks noChangeAspect="1"/>
          </p:cNvPicPr>
          <p:nvPr/>
        </p:nvPicPr>
        <p:blipFill>
          <a:blip r:embed="rId2"/>
          <a:stretch>
            <a:fillRect/>
          </a:stretch>
        </p:blipFill>
        <p:spPr>
          <a:xfrm>
            <a:off x="6272784" y="2140527"/>
            <a:ext cx="5303520" cy="3857105"/>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公開レイアウト見本</a:t>
            </a:r>
          </a:p>
        </p:txBody>
      </p:sp>
      <p:sp>
        <p:nvSpPr>
          <p:cNvPr id="4" name="meta:page"/>
          <p:cNvSpPr txBox="1"/>
          <p:nvPr/>
        </p:nvSpPr>
        <p:spPr>
          <a:xfrm>
            <a:off x="10972800" y="6391656"/>
            <a:ext cx="621792" cy="274320"/>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34</a:t>
            </a:r>
          </a:p>
        </p:txBody>
      </p:sp>
      <p:sp>
        <p:nvSpPr>
          <p:cNvPr id="5" name="meta:footer"/>
          <p:cNvSpPr txBox="1"/>
          <p:nvPr/>
        </p:nvSpPr>
        <p:spPr>
          <a:xfrm>
            <a:off x="603504" y="6419088"/>
            <a:ext cx="9601200" cy="237744"/>
          </a:xfrm>
          <a:prstGeom prst="rect">
            <a:avLst/>
          </a:prstGeom>
          <a:noFill/>
        </p:spPr>
        <p:txBody>
          <a:bodyPr wrap="square"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slide-layout-agent</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社内ナレッジを探しやすくする条件</a:t>
            </a:r>
          </a:p>
        </p:txBody>
      </p:sp>
      <p:sp>
        <p:nvSpPr>
          <p:cNvPr id="8" name="slot:context"/>
          <p:cNvSpPr txBox="1"/>
          <p:nvPr/>
        </p:nvSpPr>
        <p:spPr>
          <a:xfrm>
            <a:off x="621792" y="1490472"/>
            <a:ext cx="10927080" cy="502920"/>
          </a:xfrm>
          <a:prstGeom prst="rect">
            <a:avLst/>
          </a:prstGeom>
          <a:noFill/>
        </p:spPr>
        <p:txBody>
          <a:bodyPr wrap="square"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架空の社内調査。運用条件を整理した所見であり、効果を実証したものではない。</a:t>
            </a:r>
          </a:p>
        </p:txBody>
      </p:sp>
      <p:sp>
        <p:nvSpPr>
          <p:cNvPr id="9" name="decor:3"/>
          <p:cNvSpPr/>
          <p:nvPr/>
        </p:nvSpPr>
        <p:spPr>
          <a:xfrm>
            <a:off x="603504" y="2139696"/>
            <a:ext cx="5212080" cy="3858768"/>
          </a:xfrm>
          <a:prstGeom prst="rect">
            <a:avLst/>
          </a:prstGeom>
          <a:solidFill>
            <a:srgbClr val="E8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ecor:4"/>
          <p:cNvSpPr/>
          <p:nvPr/>
        </p:nvSpPr>
        <p:spPr>
          <a:xfrm>
            <a:off x="850392" y="2350008"/>
            <a:ext cx="4718304" cy="8778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lot:node_1"/>
          <p:cNvSpPr txBox="1"/>
          <p:nvPr/>
        </p:nvSpPr>
        <p:spPr>
          <a:xfrm>
            <a:off x="1060704" y="2423160"/>
            <a:ext cx="4297680" cy="384048"/>
          </a:xfrm>
          <a:prstGeom prst="rect">
            <a:avLst/>
          </a:prstGeom>
          <a:noFill/>
        </p:spPr>
        <p:txBody>
          <a:bodyPr wrap="square" lIns="18288" rIns="18288" tIns="13716" bIns="13716">
            <a:noAutofit/>
          </a:bodyPr>
          <a:lstStyle/>
          <a:p>
            <a:pPr hangingPunct="0" eaLnBrk="1" latinLnBrk="0">
              <a:lnSpc>
                <a:spcPts val="2625"/>
              </a:lnSpc>
              <a:spcBef>
                <a:spcPts val="0"/>
              </a:spcBef>
              <a:spcAft>
                <a:spcPts val="0"/>
              </a:spcAft>
              <a:defRPr lang="ja-JP" sz="2100" b="1">
                <a:solidFill>
                  <a:srgbClr val="087E83"/>
                </a:solidFill>
                <a:latin typeface="Yu Gothic"/>
                <a:ea typeface="Yu Gothic"/>
                <a:cs typeface="Yu Gothic"/>
              </a:defRPr>
            </a:pPr>
            <a:r>
              <a:rPr lang="ja-JP" sz="2100" b="1">
                <a:solidFill>
                  <a:srgbClr val="087E83"/>
                </a:solidFill>
                <a:latin typeface="Yu Gothic"/>
                <a:ea typeface="Yu Gothic"/>
                <a:cs typeface="Yu Gothic"/>
              </a:rPr>
              <a:t>入力資料</a:t>
            </a:r>
          </a:p>
        </p:txBody>
      </p:sp>
      <p:sp>
        <p:nvSpPr>
          <p:cNvPr id="12" name="slot:node_1_detail"/>
          <p:cNvSpPr txBox="1"/>
          <p:nvPr/>
        </p:nvSpPr>
        <p:spPr>
          <a:xfrm>
            <a:off x="1060704" y="2871215"/>
            <a:ext cx="4297680" cy="283464"/>
          </a:xfrm>
          <a:prstGeom prst="rect">
            <a:avLst/>
          </a:prstGeom>
          <a:noFill/>
        </p:spPr>
        <p:txBody>
          <a:bodyPr wrap="square"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原文・確認日・対象範囲を受け取る</a:t>
            </a:r>
          </a:p>
        </p:txBody>
      </p:sp>
      <p:sp>
        <p:nvSpPr>
          <p:cNvPr id="13" name="static:arrow_0"/>
          <p:cNvSpPr txBox="1"/>
          <p:nvPr/>
        </p:nvSpPr>
        <p:spPr>
          <a:xfrm>
            <a:off x="3026664" y="3227832"/>
            <a:ext cx="457200" cy="274320"/>
          </a:xfrm>
          <a:prstGeom prst="rect">
            <a:avLst/>
          </a:prstGeom>
          <a:noFill/>
        </p:spPr>
        <p:txBody>
          <a:bodyPr wrap="square" lIns="18288" rIns="18288" tIns="13716" bIns="13716">
            <a:noAutofit/>
          </a:bodyPr>
          <a:lstStyle/>
          <a:p>
            <a:pPr hangingPunct="0" eaLnBrk="1" latinLnBrk="0">
              <a:lnSpc>
                <a:spcPts val="1875"/>
              </a:lnSpc>
              <a:spcBef>
                <a:spcPts val="0"/>
              </a:spcBef>
              <a:spcAft>
                <a:spcPts val="0"/>
              </a:spcAft>
              <a:defRPr lang="ja-JP" sz="1500" b="0">
                <a:solidFill>
                  <a:srgbClr val="087E83"/>
                </a:solidFill>
                <a:latin typeface="Yu Gothic"/>
                <a:ea typeface="Yu Gothic"/>
                <a:cs typeface="Yu Gothic"/>
              </a:defRPr>
            </a:pPr>
            <a:r>
              <a:rPr lang="ja-JP" sz="1500" b="0">
                <a:solidFill>
                  <a:srgbClr val="087E83"/>
                </a:solidFill>
                <a:latin typeface="Yu Gothic"/>
                <a:ea typeface="Yu Gothic"/>
                <a:cs typeface="Yu Gothic"/>
              </a:rPr>
              <a:t>↓</a:t>
            </a:r>
          </a:p>
        </p:txBody>
      </p:sp>
      <p:sp>
        <p:nvSpPr>
          <p:cNvPr id="14" name="decor:5"/>
          <p:cNvSpPr/>
          <p:nvPr/>
        </p:nvSpPr>
        <p:spPr>
          <a:xfrm>
            <a:off x="850392" y="3502152"/>
            <a:ext cx="4718304" cy="8778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slot:node_2"/>
          <p:cNvSpPr txBox="1"/>
          <p:nvPr/>
        </p:nvSpPr>
        <p:spPr>
          <a:xfrm>
            <a:off x="1060704" y="3575304"/>
            <a:ext cx="4297680" cy="384048"/>
          </a:xfrm>
          <a:prstGeom prst="rect">
            <a:avLst/>
          </a:prstGeom>
          <a:noFill/>
        </p:spPr>
        <p:txBody>
          <a:bodyPr wrap="square" lIns="18288" rIns="18288" tIns="13716" bIns="13716">
            <a:noAutofit/>
          </a:bodyPr>
          <a:lstStyle/>
          <a:p>
            <a:pPr hangingPunct="0" eaLnBrk="1" latinLnBrk="0">
              <a:lnSpc>
                <a:spcPts val="2625"/>
              </a:lnSpc>
              <a:spcBef>
                <a:spcPts val="0"/>
              </a:spcBef>
              <a:spcAft>
                <a:spcPts val="0"/>
              </a:spcAft>
              <a:defRPr lang="ja-JP" sz="2100" b="1">
                <a:solidFill>
                  <a:srgbClr val="087E83"/>
                </a:solidFill>
                <a:latin typeface="Yu Gothic"/>
                <a:ea typeface="Yu Gothic"/>
                <a:cs typeface="Yu Gothic"/>
              </a:defRPr>
            </a:pPr>
            <a:r>
              <a:rPr lang="ja-JP" sz="2100" b="1">
                <a:solidFill>
                  <a:srgbClr val="087E83"/>
                </a:solidFill>
                <a:latin typeface="Yu Gothic"/>
                <a:ea typeface="Yu Gothic"/>
                <a:cs typeface="Yu Gothic"/>
              </a:rPr>
              <a:t>条件の確認</a:t>
            </a:r>
          </a:p>
        </p:txBody>
      </p:sp>
      <p:sp>
        <p:nvSpPr>
          <p:cNvPr id="16" name="slot:node_2_detail"/>
          <p:cNvSpPr txBox="1"/>
          <p:nvPr/>
        </p:nvSpPr>
        <p:spPr>
          <a:xfrm>
            <a:off x="1060704" y="4023360"/>
            <a:ext cx="4297680" cy="283464"/>
          </a:xfrm>
          <a:prstGeom prst="rect">
            <a:avLst/>
          </a:prstGeom>
          <a:noFill/>
        </p:spPr>
        <p:txBody>
          <a:bodyPr wrap="square"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定義と比較条件の違いを整理する</a:t>
            </a:r>
          </a:p>
        </p:txBody>
      </p:sp>
      <p:sp>
        <p:nvSpPr>
          <p:cNvPr id="17" name="static:arrow_1"/>
          <p:cNvSpPr txBox="1"/>
          <p:nvPr/>
        </p:nvSpPr>
        <p:spPr>
          <a:xfrm>
            <a:off x="3026664" y="4379976"/>
            <a:ext cx="457200" cy="274320"/>
          </a:xfrm>
          <a:prstGeom prst="rect">
            <a:avLst/>
          </a:prstGeom>
          <a:noFill/>
        </p:spPr>
        <p:txBody>
          <a:bodyPr wrap="square" lIns="18288" rIns="18288" tIns="13716" bIns="13716">
            <a:noAutofit/>
          </a:bodyPr>
          <a:lstStyle/>
          <a:p>
            <a:pPr hangingPunct="0" eaLnBrk="1" latinLnBrk="0">
              <a:lnSpc>
                <a:spcPts val="1875"/>
              </a:lnSpc>
              <a:spcBef>
                <a:spcPts val="0"/>
              </a:spcBef>
              <a:spcAft>
                <a:spcPts val="0"/>
              </a:spcAft>
              <a:defRPr lang="ja-JP" sz="1500" b="0">
                <a:solidFill>
                  <a:srgbClr val="087E83"/>
                </a:solidFill>
                <a:latin typeface="Yu Gothic"/>
                <a:ea typeface="Yu Gothic"/>
                <a:cs typeface="Yu Gothic"/>
              </a:defRPr>
            </a:pPr>
            <a:r>
              <a:rPr lang="ja-JP" sz="1500" b="0">
                <a:solidFill>
                  <a:srgbClr val="087E83"/>
                </a:solidFill>
                <a:latin typeface="Yu Gothic"/>
                <a:ea typeface="Yu Gothic"/>
                <a:cs typeface="Yu Gothic"/>
              </a:rPr>
              <a:t>↓</a:t>
            </a:r>
          </a:p>
        </p:txBody>
      </p:sp>
      <p:sp>
        <p:nvSpPr>
          <p:cNvPr id="18" name="decor:6"/>
          <p:cNvSpPr/>
          <p:nvPr/>
        </p:nvSpPr>
        <p:spPr>
          <a:xfrm>
            <a:off x="850392" y="4654296"/>
            <a:ext cx="4718304" cy="8778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slot:node_3"/>
          <p:cNvSpPr txBox="1"/>
          <p:nvPr/>
        </p:nvSpPr>
        <p:spPr>
          <a:xfrm>
            <a:off x="1060704" y="4727448"/>
            <a:ext cx="4297680" cy="384048"/>
          </a:xfrm>
          <a:prstGeom prst="rect">
            <a:avLst/>
          </a:prstGeom>
          <a:noFill/>
        </p:spPr>
        <p:txBody>
          <a:bodyPr wrap="square" lIns="18288" rIns="18288" tIns="13716" bIns="13716">
            <a:noAutofit/>
          </a:bodyPr>
          <a:lstStyle/>
          <a:p>
            <a:pPr hangingPunct="0" eaLnBrk="1" latinLnBrk="0">
              <a:lnSpc>
                <a:spcPts val="2625"/>
              </a:lnSpc>
              <a:spcBef>
                <a:spcPts val="0"/>
              </a:spcBef>
              <a:spcAft>
                <a:spcPts val="0"/>
              </a:spcAft>
              <a:defRPr lang="ja-JP" sz="2100" b="1">
                <a:solidFill>
                  <a:srgbClr val="087E83"/>
                </a:solidFill>
                <a:latin typeface="Yu Gothic"/>
                <a:ea typeface="Yu Gothic"/>
                <a:cs typeface="Yu Gothic"/>
              </a:defRPr>
            </a:pPr>
            <a:r>
              <a:rPr lang="ja-JP" sz="2100" b="1">
                <a:solidFill>
                  <a:srgbClr val="087E83"/>
                </a:solidFill>
                <a:latin typeface="Yu Gothic"/>
                <a:ea typeface="Yu Gothic"/>
                <a:cs typeface="Yu Gothic"/>
              </a:rPr>
              <a:t>所見の共有</a:t>
            </a:r>
          </a:p>
        </p:txBody>
      </p:sp>
      <p:sp>
        <p:nvSpPr>
          <p:cNvPr id="20" name="slot:node_3_detail"/>
          <p:cNvSpPr txBox="1"/>
          <p:nvPr/>
        </p:nvSpPr>
        <p:spPr>
          <a:xfrm>
            <a:off x="1060704" y="5175504"/>
            <a:ext cx="4297680" cy="283464"/>
          </a:xfrm>
          <a:prstGeom prst="rect">
            <a:avLst/>
          </a:prstGeom>
          <a:noFill/>
        </p:spPr>
        <p:txBody>
          <a:bodyPr wrap="square"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根拠と未確認の論点を残して渡す</a:t>
            </a:r>
          </a:p>
        </p:txBody>
      </p:sp>
      <p:sp>
        <p:nvSpPr>
          <p:cNvPr id="21" name="slot:explanation_heading"/>
          <p:cNvSpPr txBox="1"/>
          <p:nvPr/>
        </p:nvSpPr>
        <p:spPr>
          <a:xfrm>
            <a:off x="6199632" y="2322576"/>
            <a:ext cx="5376672" cy="768096"/>
          </a:xfrm>
          <a:prstGeom prst="rect">
            <a:avLst/>
          </a:prstGeom>
          <a:noFill/>
        </p:spPr>
        <p:txBody>
          <a:bodyPr wrap="square" lIns="18288" rIns="18288" tIns="13716" bIns="13716">
            <a:noAutofit/>
          </a:bodyPr>
          <a:lstStyle/>
          <a:p>
            <a:pPr hangingPunct="0" eaLnBrk="1" latinLnBrk="0">
              <a:lnSpc>
                <a:spcPts val="2875"/>
              </a:lnSpc>
              <a:spcBef>
                <a:spcPts val="0"/>
              </a:spcBef>
              <a:spcAft>
                <a:spcPts val="0"/>
              </a:spcAft>
              <a:defRPr lang="ja-JP" sz="2300" b="1">
                <a:solidFill>
                  <a:srgbClr val="213547"/>
                </a:solidFill>
                <a:latin typeface="Yu Gothic"/>
                <a:ea typeface="Yu Gothic"/>
                <a:cs typeface="Yu Gothic"/>
              </a:defRPr>
            </a:pPr>
            <a:r>
              <a:rPr lang="ja-JP" sz="2300" b="1">
                <a:solidFill>
                  <a:srgbClr val="213547"/>
                </a:solidFill>
                <a:latin typeface="Yu Gothic"/>
                <a:ea typeface="Yu Gothic"/>
                <a:cs typeface="Yu Gothic"/>
              </a:rPr>
              <a:t>原文とのつながりを残す</a:t>
            </a:r>
          </a:p>
        </p:txBody>
      </p:sp>
      <p:sp>
        <p:nvSpPr>
          <p:cNvPr id="22" name="slot:explanation"/>
          <p:cNvSpPr txBox="1"/>
          <p:nvPr/>
        </p:nvSpPr>
        <p:spPr>
          <a:xfrm>
            <a:off x="6199632" y="3264408"/>
            <a:ext cx="5376672" cy="100076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0">
                <a:solidFill>
                  <a:srgbClr val="213547"/>
                </a:solidFill>
                <a:latin typeface="Yu Gothic"/>
                <a:ea typeface="Yu Gothic"/>
                <a:cs typeface="Yu Gothic"/>
              </a:defRPr>
            </a:pPr>
            <a:r>
              <a:rPr lang="ja-JP" sz="2000" b="0">
                <a:solidFill>
                  <a:srgbClr val="213547"/>
                </a:solidFill>
                <a:latin typeface="Yu Gothic"/>
                <a:ea typeface="Yu Gothic"/>
                <a:cs typeface="Yu Gothic"/>
              </a:rPr>
              <a:t>資料を集めた後で、対象範囲と比較条件を確認する。共有時には原文の位置を添え、読み手が結論の前提へ戻れるようにする。</a:t>
            </a:r>
          </a:p>
        </p:txBody>
      </p:sp>
      <p:sp>
        <p:nvSpPr>
          <p:cNvPr id="23" name="slot:caveat"/>
          <p:cNvSpPr txBox="1"/>
          <p:nvPr/>
        </p:nvSpPr>
        <p:spPr>
          <a:xfrm>
            <a:off x="6199632" y="4411472"/>
            <a:ext cx="5376672" cy="475488"/>
          </a:xfrm>
          <a:prstGeom prst="rect">
            <a:avLst/>
          </a:prstGeom>
          <a:noFill/>
        </p:spPr>
        <p:txBody>
          <a:bodyPr wrap="square"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留保：因果関係を示す工程図ではない。</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公開レイアウト見本</a:t>
            </a:r>
          </a:p>
        </p:txBody>
      </p:sp>
      <p:sp>
        <p:nvSpPr>
          <p:cNvPr id="4" name="meta:page"/>
          <p:cNvSpPr txBox="1"/>
          <p:nvPr/>
        </p:nvSpPr>
        <p:spPr>
          <a:xfrm>
            <a:off x="10972800" y="6391656"/>
            <a:ext cx="621792" cy="274320"/>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35</a:t>
            </a:r>
          </a:p>
        </p:txBody>
      </p:sp>
      <p:sp>
        <p:nvSpPr>
          <p:cNvPr id="5" name="meta:footer"/>
          <p:cNvSpPr txBox="1"/>
          <p:nvPr/>
        </p:nvSpPr>
        <p:spPr>
          <a:xfrm>
            <a:off x="603504" y="6419088"/>
            <a:ext cx="9601200" cy="237744"/>
          </a:xfrm>
          <a:prstGeom prst="rect">
            <a:avLst/>
          </a:prstGeom>
          <a:noFill/>
        </p:spPr>
        <p:txBody>
          <a:bodyPr wrap="square"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slide-layout-agent</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社内ナレッジを探しやすくする条件</a:t>
            </a:r>
          </a:p>
        </p:txBody>
      </p:sp>
      <p:sp>
        <p:nvSpPr>
          <p:cNvPr id="8" name="slot:context"/>
          <p:cNvSpPr txBox="1"/>
          <p:nvPr/>
        </p:nvSpPr>
        <p:spPr>
          <a:xfrm>
            <a:off x="621792" y="1490472"/>
            <a:ext cx="10927080" cy="502920"/>
          </a:xfrm>
          <a:prstGeom prst="rect">
            <a:avLst/>
          </a:prstGeom>
          <a:noFill/>
        </p:spPr>
        <p:txBody>
          <a:bodyPr wrap="square"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架空の社内調査。運用条件を整理した所見であり、効果を実証したものではない。</a:t>
            </a:r>
          </a:p>
        </p:txBody>
      </p:sp>
      <p:sp>
        <p:nvSpPr>
          <p:cNvPr id="9" name="decor:3"/>
          <p:cNvSpPr/>
          <p:nvPr/>
        </p:nvSpPr>
        <p:spPr>
          <a:xfrm>
            <a:off x="6364224" y="2139696"/>
            <a:ext cx="5212080" cy="3858768"/>
          </a:xfrm>
          <a:prstGeom prst="rect">
            <a:avLst/>
          </a:prstGeom>
          <a:solidFill>
            <a:srgbClr val="E8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ecor:4"/>
          <p:cNvSpPr/>
          <p:nvPr/>
        </p:nvSpPr>
        <p:spPr>
          <a:xfrm>
            <a:off x="6611112" y="2350008"/>
            <a:ext cx="4718304" cy="8778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lot:node_1"/>
          <p:cNvSpPr txBox="1"/>
          <p:nvPr/>
        </p:nvSpPr>
        <p:spPr>
          <a:xfrm>
            <a:off x="6821424" y="2423160"/>
            <a:ext cx="4297680" cy="384048"/>
          </a:xfrm>
          <a:prstGeom prst="rect">
            <a:avLst/>
          </a:prstGeom>
          <a:noFill/>
        </p:spPr>
        <p:txBody>
          <a:bodyPr wrap="square" lIns="18288" rIns="18288" tIns="13716" bIns="13716">
            <a:noAutofit/>
          </a:bodyPr>
          <a:lstStyle/>
          <a:p>
            <a:pPr hangingPunct="0" eaLnBrk="1" latinLnBrk="0">
              <a:lnSpc>
                <a:spcPts val="2625"/>
              </a:lnSpc>
              <a:spcBef>
                <a:spcPts val="0"/>
              </a:spcBef>
              <a:spcAft>
                <a:spcPts val="0"/>
              </a:spcAft>
              <a:defRPr lang="ja-JP" sz="2100" b="1">
                <a:solidFill>
                  <a:srgbClr val="087E83"/>
                </a:solidFill>
                <a:latin typeface="Yu Gothic"/>
                <a:ea typeface="Yu Gothic"/>
                <a:cs typeface="Yu Gothic"/>
              </a:defRPr>
            </a:pPr>
            <a:r>
              <a:rPr lang="ja-JP" sz="2100" b="1">
                <a:solidFill>
                  <a:srgbClr val="087E83"/>
                </a:solidFill>
                <a:latin typeface="Yu Gothic"/>
                <a:ea typeface="Yu Gothic"/>
                <a:cs typeface="Yu Gothic"/>
              </a:rPr>
              <a:t>入力資料</a:t>
            </a:r>
          </a:p>
        </p:txBody>
      </p:sp>
      <p:sp>
        <p:nvSpPr>
          <p:cNvPr id="12" name="slot:node_1_detail"/>
          <p:cNvSpPr txBox="1"/>
          <p:nvPr/>
        </p:nvSpPr>
        <p:spPr>
          <a:xfrm>
            <a:off x="6821424" y="2871215"/>
            <a:ext cx="4297680" cy="283464"/>
          </a:xfrm>
          <a:prstGeom prst="rect">
            <a:avLst/>
          </a:prstGeom>
          <a:noFill/>
        </p:spPr>
        <p:txBody>
          <a:bodyPr wrap="square"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原文・確認日・対象範囲を受け取る</a:t>
            </a:r>
          </a:p>
        </p:txBody>
      </p:sp>
      <p:sp>
        <p:nvSpPr>
          <p:cNvPr id="13" name="static:arrow_0"/>
          <p:cNvSpPr txBox="1"/>
          <p:nvPr/>
        </p:nvSpPr>
        <p:spPr>
          <a:xfrm>
            <a:off x="8787384" y="3227832"/>
            <a:ext cx="457200" cy="274320"/>
          </a:xfrm>
          <a:prstGeom prst="rect">
            <a:avLst/>
          </a:prstGeom>
          <a:noFill/>
        </p:spPr>
        <p:txBody>
          <a:bodyPr wrap="square" lIns="18288" rIns="18288" tIns="13716" bIns="13716">
            <a:noAutofit/>
          </a:bodyPr>
          <a:lstStyle/>
          <a:p>
            <a:pPr hangingPunct="0" eaLnBrk="1" latinLnBrk="0">
              <a:lnSpc>
                <a:spcPts val="1875"/>
              </a:lnSpc>
              <a:spcBef>
                <a:spcPts val="0"/>
              </a:spcBef>
              <a:spcAft>
                <a:spcPts val="0"/>
              </a:spcAft>
              <a:defRPr lang="ja-JP" sz="1500" b="0">
                <a:solidFill>
                  <a:srgbClr val="087E83"/>
                </a:solidFill>
                <a:latin typeface="Yu Gothic"/>
                <a:ea typeface="Yu Gothic"/>
                <a:cs typeface="Yu Gothic"/>
              </a:defRPr>
            </a:pPr>
            <a:r>
              <a:rPr lang="ja-JP" sz="1500" b="0">
                <a:solidFill>
                  <a:srgbClr val="087E83"/>
                </a:solidFill>
                <a:latin typeface="Yu Gothic"/>
                <a:ea typeface="Yu Gothic"/>
                <a:cs typeface="Yu Gothic"/>
              </a:rPr>
              <a:t>↓</a:t>
            </a:r>
          </a:p>
        </p:txBody>
      </p:sp>
      <p:sp>
        <p:nvSpPr>
          <p:cNvPr id="14" name="decor:5"/>
          <p:cNvSpPr/>
          <p:nvPr/>
        </p:nvSpPr>
        <p:spPr>
          <a:xfrm>
            <a:off x="6611112" y="3502152"/>
            <a:ext cx="4718304" cy="8778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slot:node_2"/>
          <p:cNvSpPr txBox="1"/>
          <p:nvPr/>
        </p:nvSpPr>
        <p:spPr>
          <a:xfrm>
            <a:off x="6821424" y="3575304"/>
            <a:ext cx="4297680" cy="384048"/>
          </a:xfrm>
          <a:prstGeom prst="rect">
            <a:avLst/>
          </a:prstGeom>
          <a:noFill/>
        </p:spPr>
        <p:txBody>
          <a:bodyPr wrap="square" lIns="18288" rIns="18288" tIns="13716" bIns="13716">
            <a:noAutofit/>
          </a:bodyPr>
          <a:lstStyle/>
          <a:p>
            <a:pPr hangingPunct="0" eaLnBrk="1" latinLnBrk="0">
              <a:lnSpc>
                <a:spcPts val="2625"/>
              </a:lnSpc>
              <a:spcBef>
                <a:spcPts val="0"/>
              </a:spcBef>
              <a:spcAft>
                <a:spcPts val="0"/>
              </a:spcAft>
              <a:defRPr lang="ja-JP" sz="2100" b="1">
                <a:solidFill>
                  <a:srgbClr val="087E83"/>
                </a:solidFill>
                <a:latin typeface="Yu Gothic"/>
                <a:ea typeface="Yu Gothic"/>
                <a:cs typeface="Yu Gothic"/>
              </a:defRPr>
            </a:pPr>
            <a:r>
              <a:rPr lang="ja-JP" sz="2100" b="1">
                <a:solidFill>
                  <a:srgbClr val="087E83"/>
                </a:solidFill>
                <a:latin typeface="Yu Gothic"/>
                <a:ea typeface="Yu Gothic"/>
                <a:cs typeface="Yu Gothic"/>
              </a:rPr>
              <a:t>条件の確認</a:t>
            </a:r>
          </a:p>
        </p:txBody>
      </p:sp>
      <p:sp>
        <p:nvSpPr>
          <p:cNvPr id="16" name="slot:node_2_detail"/>
          <p:cNvSpPr txBox="1"/>
          <p:nvPr/>
        </p:nvSpPr>
        <p:spPr>
          <a:xfrm>
            <a:off x="6821424" y="4023360"/>
            <a:ext cx="4297680" cy="283464"/>
          </a:xfrm>
          <a:prstGeom prst="rect">
            <a:avLst/>
          </a:prstGeom>
          <a:noFill/>
        </p:spPr>
        <p:txBody>
          <a:bodyPr wrap="square"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定義と比較条件の違いを整理する</a:t>
            </a:r>
          </a:p>
        </p:txBody>
      </p:sp>
      <p:sp>
        <p:nvSpPr>
          <p:cNvPr id="17" name="static:arrow_1"/>
          <p:cNvSpPr txBox="1"/>
          <p:nvPr/>
        </p:nvSpPr>
        <p:spPr>
          <a:xfrm>
            <a:off x="8787384" y="4379976"/>
            <a:ext cx="457200" cy="274320"/>
          </a:xfrm>
          <a:prstGeom prst="rect">
            <a:avLst/>
          </a:prstGeom>
          <a:noFill/>
        </p:spPr>
        <p:txBody>
          <a:bodyPr wrap="square" lIns="18288" rIns="18288" tIns="13716" bIns="13716">
            <a:noAutofit/>
          </a:bodyPr>
          <a:lstStyle/>
          <a:p>
            <a:pPr hangingPunct="0" eaLnBrk="1" latinLnBrk="0">
              <a:lnSpc>
                <a:spcPts val="1875"/>
              </a:lnSpc>
              <a:spcBef>
                <a:spcPts val="0"/>
              </a:spcBef>
              <a:spcAft>
                <a:spcPts val="0"/>
              </a:spcAft>
              <a:defRPr lang="ja-JP" sz="1500" b="0">
                <a:solidFill>
                  <a:srgbClr val="087E83"/>
                </a:solidFill>
                <a:latin typeface="Yu Gothic"/>
                <a:ea typeface="Yu Gothic"/>
                <a:cs typeface="Yu Gothic"/>
              </a:defRPr>
            </a:pPr>
            <a:r>
              <a:rPr lang="ja-JP" sz="1500" b="0">
                <a:solidFill>
                  <a:srgbClr val="087E83"/>
                </a:solidFill>
                <a:latin typeface="Yu Gothic"/>
                <a:ea typeface="Yu Gothic"/>
                <a:cs typeface="Yu Gothic"/>
              </a:rPr>
              <a:t>↓</a:t>
            </a:r>
          </a:p>
        </p:txBody>
      </p:sp>
      <p:sp>
        <p:nvSpPr>
          <p:cNvPr id="18" name="decor:6"/>
          <p:cNvSpPr/>
          <p:nvPr/>
        </p:nvSpPr>
        <p:spPr>
          <a:xfrm>
            <a:off x="6611112" y="4654296"/>
            <a:ext cx="4718304" cy="8778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slot:node_3"/>
          <p:cNvSpPr txBox="1"/>
          <p:nvPr/>
        </p:nvSpPr>
        <p:spPr>
          <a:xfrm>
            <a:off x="6821424" y="4727448"/>
            <a:ext cx="4297680" cy="384048"/>
          </a:xfrm>
          <a:prstGeom prst="rect">
            <a:avLst/>
          </a:prstGeom>
          <a:noFill/>
        </p:spPr>
        <p:txBody>
          <a:bodyPr wrap="square" lIns="18288" rIns="18288" tIns="13716" bIns="13716">
            <a:noAutofit/>
          </a:bodyPr>
          <a:lstStyle/>
          <a:p>
            <a:pPr hangingPunct="0" eaLnBrk="1" latinLnBrk="0">
              <a:lnSpc>
                <a:spcPts val="2625"/>
              </a:lnSpc>
              <a:spcBef>
                <a:spcPts val="0"/>
              </a:spcBef>
              <a:spcAft>
                <a:spcPts val="0"/>
              </a:spcAft>
              <a:defRPr lang="ja-JP" sz="2100" b="1">
                <a:solidFill>
                  <a:srgbClr val="087E83"/>
                </a:solidFill>
                <a:latin typeface="Yu Gothic"/>
                <a:ea typeface="Yu Gothic"/>
                <a:cs typeface="Yu Gothic"/>
              </a:defRPr>
            </a:pPr>
            <a:r>
              <a:rPr lang="ja-JP" sz="2100" b="1">
                <a:solidFill>
                  <a:srgbClr val="087E83"/>
                </a:solidFill>
                <a:latin typeface="Yu Gothic"/>
                <a:ea typeface="Yu Gothic"/>
                <a:cs typeface="Yu Gothic"/>
              </a:rPr>
              <a:t>所見の共有</a:t>
            </a:r>
          </a:p>
        </p:txBody>
      </p:sp>
      <p:sp>
        <p:nvSpPr>
          <p:cNvPr id="20" name="slot:node_3_detail"/>
          <p:cNvSpPr txBox="1"/>
          <p:nvPr/>
        </p:nvSpPr>
        <p:spPr>
          <a:xfrm>
            <a:off x="6821424" y="5175504"/>
            <a:ext cx="4297680" cy="283464"/>
          </a:xfrm>
          <a:prstGeom prst="rect">
            <a:avLst/>
          </a:prstGeom>
          <a:noFill/>
        </p:spPr>
        <p:txBody>
          <a:bodyPr wrap="square"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根拠と未確認の論点を残して渡す</a:t>
            </a:r>
          </a:p>
        </p:txBody>
      </p:sp>
      <p:sp>
        <p:nvSpPr>
          <p:cNvPr id="21" name="slot:explanation_heading"/>
          <p:cNvSpPr txBox="1"/>
          <p:nvPr/>
        </p:nvSpPr>
        <p:spPr>
          <a:xfrm>
            <a:off x="603504" y="2322576"/>
            <a:ext cx="5376672" cy="768096"/>
          </a:xfrm>
          <a:prstGeom prst="rect">
            <a:avLst/>
          </a:prstGeom>
          <a:noFill/>
        </p:spPr>
        <p:txBody>
          <a:bodyPr wrap="square" lIns="18288" rIns="18288" tIns="13716" bIns="13716">
            <a:noAutofit/>
          </a:bodyPr>
          <a:lstStyle/>
          <a:p>
            <a:pPr hangingPunct="0" eaLnBrk="1" latinLnBrk="0">
              <a:lnSpc>
                <a:spcPts val="2875"/>
              </a:lnSpc>
              <a:spcBef>
                <a:spcPts val="0"/>
              </a:spcBef>
              <a:spcAft>
                <a:spcPts val="0"/>
              </a:spcAft>
              <a:defRPr lang="ja-JP" sz="2300" b="1">
                <a:solidFill>
                  <a:srgbClr val="213547"/>
                </a:solidFill>
                <a:latin typeface="Yu Gothic"/>
                <a:ea typeface="Yu Gothic"/>
                <a:cs typeface="Yu Gothic"/>
              </a:defRPr>
            </a:pPr>
            <a:r>
              <a:rPr lang="ja-JP" sz="2300" b="1">
                <a:solidFill>
                  <a:srgbClr val="213547"/>
                </a:solidFill>
                <a:latin typeface="Yu Gothic"/>
                <a:ea typeface="Yu Gothic"/>
                <a:cs typeface="Yu Gothic"/>
              </a:rPr>
              <a:t>原文とのつながりを残す</a:t>
            </a:r>
          </a:p>
        </p:txBody>
      </p:sp>
      <p:sp>
        <p:nvSpPr>
          <p:cNvPr id="22" name="slot:explanation"/>
          <p:cNvSpPr txBox="1"/>
          <p:nvPr/>
        </p:nvSpPr>
        <p:spPr>
          <a:xfrm>
            <a:off x="603504" y="3264408"/>
            <a:ext cx="5376672" cy="100076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0">
                <a:solidFill>
                  <a:srgbClr val="213547"/>
                </a:solidFill>
                <a:latin typeface="Yu Gothic"/>
                <a:ea typeface="Yu Gothic"/>
                <a:cs typeface="Yu Gothic"/>
              </a:defRPr>
            </a:pPr>
            <a:r>
              <a:rPr lang="ja-JP" sz="2000" b="0">
                <a:solidFill>
                  <a:srgbClr val="213547"/>
                </a:solidFill>
                <a:latin typeface="Yu Gothic"/>
                <a:ea typeface="Yu Gothic"/>
                <a:cs typeface="Yu Gothic"/>
              </a:rPr>
              <a:t>資料を集めた後で、対象範囲と比較条件を確認する。共有時には原文の位置を添え、読み手が結論の前提へ戻れるようにする。</a:t>
            </a:r>
          </a:p>
        </p:txBody>
      </p:sp>
      <p:sp>
        <p:nvSpPr>
          <p:cNvPr id="23" name="slot:caveat"/>
          <p:cNvSpPr txBox="1"/>
          <p:nvPr/>
        </p:nvSpPr>
        <p:spPr>
          <a:xfrm>
            <a:off x="603504" y="4411472"/>
            <a:ext cx="5376672" cy="475488"/>
          </a:xfrm>
          <a:prstGeom prst="rect">
            <a:avLst/>
          </a:prstGeom>
          <a:noFill/>
        </p:spPr>
        <p:txBody>
          <a:bodyPr wrap="square"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留保：因果関係を示す工程図ではない。</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公開レイアウト見本</a:t>
            </a:r>
          </a:p>
        </p:txBody>
      </p:sp>
      <p:sp>
        <p:nvSpPr>
          <p:cNvPr id="4" name="meta:page"/>
          <p:cNvSpPr txBox="1"/>
          <p:nvPr/>
        </p:nvSpPr>
        <p:spPr>
          <a:xfrm>
            <a:off x="10972800" y="6391656"/>
            <a:ext cx="621792" cy="274320"/>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36</a:t>
            </a:r>
          </a:p>
        </p:txBody>
      </p:sp>
      <p:sp>
        <p:nvSpPr>
          <p:cNvPr id="5" name="meta:footer"/>
          <p:cNvSpPr txBox="1"/>
          <p:nvPr/>
        </p:nvSpPr>
        <p:spPr>
          <a:xfrm>
            <a:off x="603504" y="6419088"/>
            <a:ext cx="9601200" cy="237744"/>
          </a:xfrm>
          <a:prstGeom prst="rect">
            <a:avLst/>
          </a:prstGeom>
          <a:noFill/>
        </p:spPr>
        <p:txBody>
          <a:bodyPr wrap="square"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slide-layout-agent</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社内ナレッジを探しやすくする条件</a:t>
            </a:r>
          </a:p>
        </p:txBody>
      </p:sp>
      <p:sp>
        <p:nvSpPr>
          <p:cNvPr id="8" name="slot:context"/>
          <p:cNvSpPr txBox="1"/>
          <p:nvPr/>
        </p:nvSpPr>
        <p:spPr>
          <a:xfrm>
            <a:off x="621792" y="1490472"/>
            <a:ext cx="10927080" cy="502920"/>
          </a:xfrm>
          <a:prstGeom prst="rect">
            <a:avLst/>
          </a:prstGeom>
          <a:noFill/>
        </p:spPr>
        <p:txBody>
          <a:bodyPr wrap="square"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架空の社内調査。運用条件を整理した所見であり、効果を実証したものではない。</a:t>
            </a:r>
          </a:p>
        </p:txBody>
      </p:sp>
      <p:sp>
        <p:nvSpPr>
          <p:cNvPr id="9" name="decor:3"/>
          <p:cNvSpPr/>
          <p:nvPr/>
        </p:nvSpPr>
        <p:spPr>
          <a:xfrm>
            <a:off x="603504" y="2139696"/>
            <a:ext cx="6537960" cy="3858768"/>
          </a:xfrm>
          <a:prstGeom prst="rect">
            <a:avLst/>
          </a:prstGeom>
          <a:solidFill>
            <a:srgbClr val="E8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ecor:4"/>
          <p:cNvSpPr/>
          <p:nvPr/>
        </p:nvSpPr>
        <p:spPr>
          <a:xfrm>
            <a:off x="850392" y="2350008"/>
            <a:ext cx="6044184" cy="8778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lot:node_1"/>
          <p:cNvSpPr txBox="1"/>
          <p:nvPr/>
        </p:nvSpPr>
        <p:spPr>
          <a:xfrm>
            <a:off x="1060704" y="2423160"/>
            <a:ext cx="5623560" cy="384048"/>
          </a:xfrm>
          <a:prstGeom prst="rect">
            <a:avLst/>
          </a:prstGeom>
          <a:noFill/>
        </p:spPr>
        <p:txBody>
          <a:bodyPr wrap="square" lIns="18288" rIns="18288" tIns="13716" bIns="13716">
            <a:noAutofit/>
          </a:bodyPr>
          <a:lstStyle/>
          <a:p>
            <a:pPr hangingPunct="0" eaLnBrk="1" latinLnBrk="0">
              <a:lnSpc>
                <a:spcPts val="2625"/>
              </a:lnSpc>
              <a:spcBef>
                <a:spcPts val="0"/>
              </a:spcBef>
              <a:spcAft>
                <a:spcPts val="0"/>
              </a:spcAft>
              <a:defRPr lang="ja-JP" sz="2100" b="1">
                <a:solidFill>
                  <a:srgbClr val="087E83"/>
                </a:solidFill>
                <a:latin typeface="Yu Gothic"/>
                <a:ea typeface="Yu Gothic"/>
                <a:cs typeface="Yu Gothic"/>
              </a:defRPr>
            </a:pPr>
            <a:r>
              <a:rPr lang="ja-JP" sz="2100" b="1">
                <a:solidFill>
                  <a:srgbClr val="087E83"/>
                </a:solidFill>
                <a:latin typeface="Yu Gothic"/>
                <a:ea typeface="Yu Gothic"/>
                <a:cs typeface="Yu Gothic"/>
              </a:rPr>
              <a:t>入力資料</a:t>
            </a:r>
          </a:p>
        </p:txBody>
      </p:sp>
      <p:sp>
        <p:nvSpPr>
          <p:cNvPr id="12" name="slot:node_1_detail"/>
          <p:cNvSpPr txBox="1"/>
          <p:nvPr/>
        </p:nvSpPr>
        <p:spPr>
          <a:xfrm>
            <a:off x="1060704" y="2871215"/>
            <a:ext cx="5623560" cy="283464"/>
          </a:xfrm>
          <a:prstGeom prst="rect">
            <a:avLst/>
          </a:prstGeom>
          <a:noFill/>
        </p:spPr>
        <p:txBody>
          <a:bodyPr wrap="square"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原文・確認日・対象範囲を受け取る</a:t>
            </a:r>
          </a:p>
        </p:txBody>
      </p:sp>
      <p:sp>
        <p:nvSpPr>
          <p:cNvPr id="13" name="static:arrow_0"/>
          <p:cNvSpPr txBox="1"/>
          <p:nvPr/>
        </p:nvSpPr>
        <p:spPr>
          <a:xfrm>
            <a:off x="3689604" y="3227832"/>
            <a:ext cx="457200" cy="274320"/>
          </a:xfrm>
          <a:prstGeom prst="rect">
            <a:avLst/>
          </a:prstGeom>
          <a:noFill/>
        </p:spPr>
        <p:txBody>
          <a:bodyPr wrap="square" lIns="18288" rIns="18288" tIns="13716" bIns="13716">
            <a:noAutofit/>
          </a:bodyPr>
          <a:lstStyle/>
          <a:p>
            <a:pPr hangingPunct="0" eaLnBrk="1" latinLnBrk="0">
              <a:lnSpc>
                <a:spcPts val="1875"/>
              </a:lnSpc>
              <a:spcBef>
                <a:spcPts val="0"/>
              </a:spcBef>
              <a:spcAft>
                <a:spcPts val="0"/>
              </a:spcAft>
              <a:defRPr lang="ja-JP" sz="1500" b="0">
                <a:solidFill>
                  <a:srgbClr val="087E83"/>
                </a:solidFill>
                <a:latin typeface="Yu Gothic"/>
                <a:ea typeface="Yu Gothic"/>
                <a:cs typeface="Yu Gothic"/>
              </a:defRPr>
            </a:pPr>
            <a:r>
              <a:rPr lang="ja-JP" sz="1500" b="0">
                <a:solidFill>
                  <a:srgbClr val="087E83"/>
                </a:solidFill>
                <a:latin typeface="Yu Gothic"/>
                <a:ea typeface="Yu Gothic"/>
                <a:cs typeface="Yu Gothic"/>
              </a:rPr>
              <a:t>↓</a:t>
            </a:r>
          </a:p>
        </p:txBody>
      </p:sp>
      <p:sp>
        <p:nvSpPr>
          <p:cNvPr id="14" name="decor:5"/>
          <p:cNvSpPr/>
          <p:nvPr/>
        </p:nvSpPr>
        <p:spPr>
          <a:xfrm>
            <a:off x="850392" y="3502152"/>
            <a:ext cx="6044184" cy="8778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slot:node_2"/>
          <p:cNvSpPr txBox="1"/>
          <p:nvPr/>
        </p:nvSpPr>
        <p:spPr>
          <a:xfrm>
            <a:off x="1060704" y="3575304"/>
            <a:ext cx="5623560" cy="384048"/>
          </a:xfrm>
          <a:prstGeom prst="rect">
            <a:avLst/>
          </a:prstGeom>
          <a:noFill/>
        </p:spPr>
        <p:txBody>
          <a:bodyPr wrap="square" lIns="18288" rIns="18288" tIns="13716" bIns="13716">
            <a:noAutofit/>
          </a:bodyPr>
          <a:lstStyle/>
          <a:p>
            <a:pPr hangingPunct="0" eaLnBrk="1" latinLnBrk="0">
              <a:lnSpc>
                <a:spcPts val="2625"/>
              </a:lnSpc>
              <a:spcBef>
                <a:spcPts val="0"/>
              </a:spcBef>
              <a:spcAft>
                <a:spcPts val="0"/>
              </a:spcAft>
              <a:defRPr lang="ja-JP" sz="2100" b="1">
                <a:solidFill>
                  <a:srgbClr val="087E83"/>
                </a:solidFill>
                <a:latin typeface="Yu Gothic"/>
                <a:ea typeface="Yu Gothic"/>
                <a:cs typeface="Yu Gothic"/>
              </a:defRPr>
            </a:pPr>
            <a:r>
              <a:rPr lang="ja-JP" sz="2100" b="1">
                <a:solidFill>
                  <a:srgbClr val="087E83"/>
                </a:solidFill>
                <a:latin typeface="Yu Gothic"/>
                <a:ea typeface="Yu Gothic"/>
                <a:cs typeface="Yu Gothic"/>
              </a:rPr>
              <a:t>条件の確認</a:t>
            </a:r>
          </a:p>
        </p:txBody>
      </p:sp>
      <p:sp>
        <p:nvSpPr>
          <p:cNvPr id="16" name="slot:node_2_detail"/>
          <p:cNvSpPr txBox="1"/>
          <p:nvPr/>
        </p:nvSpPr>
        <p:spPr>
          <a:xfrm>
            <a:off x="1060704" y="4023360"/>
            <a:ext cx="5623560" cy="283464"/>
          </a:xfrm>
          <a:prstGeom prst="rect">
            <a:avLst/>
          </a:prstGeom>
          <a:noFill/>
        </p:spPr>
        <p:txBody>
          <a:bodyPr wrap="square"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定義と比較条件の違いを整理する</a:t>
            </a:r>
          </a:p>
        </p:txBody>
      </p:sp>
      <p:sp>
        <p:nvSpPr>
          <p:cNvPr id="17" name="static:arrow_1"/>
          <p:cNvSpPr txBox="1"/>
          <p:nvPr/>
        </p:nvSpPr>
        <p:spPr>
          <a:xfrm>
            <a:off x="3689604" y="4379976"/>
            <a:ext cx="457200" cy="274320"/>
          </a:xfrm>
          <a:prstGeom prst="rect">
            <a:avLst/>
          </a:prstGeom>
          <a:noFill/>
        </p:spPr>
        <p:txBody>
          <a:bodyPr wrap="square" lIns="18288" rIns="18288" tIns="13716" bIns="13716">
            <a:noAutofit/>
          </a:bodyPr>
          <a:lstStyle/>
          <a:p>
            <a:pPr hangingPunct="0" eaLnBrk="1" latinLnBrk="0">
              <a:lnSpc>
                <a:spcPts val="1875"/>
              </a:lnSpc>
              <a:spcBef>
                <a:spcPts val="0"/>
              </a:spcBef>
              <a:spcAft>
                <a:spcPts val="0"/>
              </a:spcAft>
              <a:defRPr lang="ja-JP" sz="1500" b="0">
                <a:solidFill>
                  <a:srgbClr val="087E83"/>
                </a:solidFill>
                <a:latin typeface="Yu Gothic"/>
                <a:ea typeface="Yu Gothic"/>
                <a:cs typeface="Yu Gothic"/>
              </a:defRPr>
            </a:pPr>
            <a:r>
              <a:rPr lang="ja-JP" sz="1500" b="0">
                <a:solidFill>
                  <a:srgbClr val="087E83"/>
                </a:solidFill>
                <a:latin typeface="Yu Gothic"/>
                <a:ea typeface="Yu Gothic"/>
                <a:cs typeface="Yu Gothic"/>
              </a:rPr>
              <a:t>↓</a:t>
            </a:r>
          </a:p>
        </p:txBody>
      </p:sp>
      <p:sp>
        <p:nvSpPr>
          <p:cNvPr id="18" name="decor:6"/>
          <p:cNvSpPr/>
          <p:nvPr/>
        </p:nvSpPr>
        <p:spPr>
          <a:xfrm>
            <a:off x="850392" y="4654296"/>
            <a:ext cx="6044184" cy="8778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slot:node_3"/>
          <p:cNvSpPr txBox="1"/>
          <p:nvPr/>
        </p:nvSpPr>
        <p:spPr>
          <a:xfrm>
            <a:off x="1060704" y="4727448"/>
            <a:ext cx="5623560" cy="384048"/>
          </a:xfrm>
          <a:prstGeom prst="rect">
            <a:avLst/>
          </a:prstGeom>
          <a:noFill/>
        </p:spPr>
        <p:txBody>
          <a:bodyPr wrap="square" lIns="18288" rIns="18288" tIns="13716" bIns="13716">
            <a:noAutofit/>
          </a:bodyPr>
          <a:lstStyle/>
          <a:p>
            <a:pPr hangingPunct="0" eaLnBrk="1" latinLnBrk="0">
              <a:lnSpc>
                <a:spcPts val="2625"/>
              </a:lnSpc>
              <a:spcBef>
                <a:spcPts val="0"/>
              </a:spcBef>
              <a:spcAft>
                <a:spcPts val="0"/>
              </a:spcAft>
              <a:defRPr lang="ja-JP" sz="2100" b="1">
                <a:solidFill>
                  <a:srgbClr val="087E83"/>
                </a:solidFill>
                <a:latin typeface="Yu Gothic"/>
                <a:ea typeface="Yu Gothic"/>
                <a:cs typeface="Yu Gothic"/>
              </a:defRPr>
            </a:pPr>
            <a:r>
              <a:rPr lang="ja-JP" sz="2100" b="1">
                <a:solidFill>
                  <a:srgbClr val="087E83"/>
                </a:solidFill>
                <a:latin typeface="Yu Gothic"/>
                <a:ea typeface="Yu Gothic"/>
                <a:cs typeface="Yu Gothic"/>
              </a:rPr>
              <a:t>所見の共有</a:t>
            </a:r>
          </a:p>
        </p:txBody>
      </p:sp>
      <p:sp>
        <p:nvSpPr>
          <p:cNvPr id="20" name="slot:node_3_detail"/>
          <p:cNvSpPr txBox="1"/>
          <p:nvPr/>
        </p:nvSpPr>
        <p:spPr>
          <a:xfrm>
            <a:off x="1060704" y="5175504"/>
            <a:ext cx="5623560" cy="283464"/>
          </a:xfrm>
          <a:prstGeom prst="rect">
            <a:avLst/>
          </a:prstGeom>
          <a:noFill/>
        </p:spPr>
        <p:txBody>
          <a:bodyPr wrap="square"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根拠と未確認の論点を残して渡す</a:t>
            </a:r>
          </a:p>
        </p:txBody>
      </p:sp>
      <p:sp>
        <p:nvSpPr>
          <p:cNvPr id="21" name="slot:explanation_heading"/>
          <p:cNvSpPr txBox="1"/>
          <p:nvPr/>
        </p:nvSpPr>
        <p:spPr>
          <a:xfrm>
            <a:off x="7525512" y="2322576"/>
            <a:ext cx="4050791" cy="768096"/>
          </a:xfrm>
          <a:prstGeom prst="rect">
            <a:avLst/>
          </a:prstGeom>
          <a:noFill/>
        </p:spPr>
        <p:txBody>
          <a:bodyPr wrap="square" lIns="18288" rIns="18288" tIns="13716" bIns="13716">
            <a:noAutofit/>
          </a:bodyPr>
          <a:lstStyle/>
          <a:p>
            <a:pPr hangingPunct="0" eaLnBrk="1" latinLnBrk="0">
              <a:lnSpc>
                <a:spcPts val="2875"/>
              </a:lnSpc>
              <a:spcBef>
                <a:spcPts val="0"/>
              </a:spcBef>
              <a:spcAft>
                <a:spcPts val="0"/>
              </a:spcAft>
              <a:defRPr lang="ja-JP" sz="2300" b="1">
                <a:solidFill>
                  <a:srgbClr val="213547"/>
                </a:solidFill>
                <a:latin typeface="Yu Gothic"/>
                <a:ea typeface="Yu Gothic"/>
                <a:cs typeface="Yu Gothic"/>
              </a:defRPr>
            </a:pPr>
            <a:r>
              <a:rPr lang="ja-JP" sz="2300" b="1">
                <a:solidFill>
                  <a:srgbClr val="213547"/>
                </a:solidFill>
                <a:latin typeface="Yu Gothic"/>
                <a:ea typeface="Yu Gothic"/>
                <a:cs typeface="Yu Gothic"/>
              </a:rPr>
              <a:t>原文とのつながりを残す</a:t>
            </a:r>
          </a:p>
        </p:txBody>
      </p:sp>
      <p:sp>
        <p:nvSpPr>
          <p:cNvPr id="22" name="slot:explanation"/>
          <p:cNvSpPr txBox="1"/>
          <p:nvPr/>
        </p:nvSpPr>
        <p:spPr>
          <a:xfrm>
            <a:off x="7525512" y="3264408"/>
            <a:ext cx="4050791" cy="131826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0">
                <a:solidFill>
                  <a:srgbClr val="213547"/>
                </a:solidFill>
                <a:latin typeface="Yu Gothic"/>
                <a:ea typeface="Yu Gothic"/>
                <a:cs typeface="Yu Gothic"/>
              </a:defRPr>
            </a:pPr>
            <a:r>
              <a:rPr lang="ja-JP" sz="2000" b="0">
                <a:solidFill>
                  <a:srgbClr val="213547"/>
                </a:solidFill>
                <a:latin typeface="Yu Gothic"/>
                <a:ea typeface="Yu Gothic"/>
                <a:cs typeface="Yu Gothic"/>
              </a:rPr>
              <a:t>資料を集めた後で、対象範囲と比較条件を確認する。共有時には原文の位置を添え、読み手が結論の前提へ戻れるようにする。</a:t>
            </a:r>
          </a:p>
        </p:txBody>
      </p:sp>
      <p:sp>
        <p:nvSpPr>
          <p:cNvPr id="23" name="slot:caveat"/>
          <p:cNvSpPr txBox="1"/>
          <p:nvPr/>
        </p:nvSpPr>
        <p:spPr>
          <a:xfrm>
            <a:off x="7525512" y="4728972"/>
            <a:ext cx="4050791" cy="475488"/>
          </a:xfrm>
          <a:prstGeom prst="rect">
            <a:avLst/>
          </a:prstGeom>
          <a:noFill/>
        </p:spPr>
        <p:txBody>
          <a:bodyPr wrap="square"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留保：因果関係を示す工程図ではない。</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公開レイアウト見本</a:t>
            </a:r>
          </a:p>
        </p:txBody>
      </p:sp>
      <p:sp>
        <p:nvSpPr>
          <p:cNvPr id="4" name="meta:page"/>
          <p:cNvSpPr txBox="1"/>
          <p:nvPr/>
        </p:nvSpPr>
        <p:spPr>
          <a:xfrm>
            <a:off x="10972800" y="6391656"/>
            <a:ext cx="621792" cy="274320"/>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37</a:t>
            </a:r>
          </a:p>
        </p:txBody>
      </p:sp>
      <p:sp>
        <p:nvSpPr>
          <p:cNvPr id="5" name="meta:footer"/>
          <p:cNvSpPr txBox="1"/>
          <p:nvPr/>
        </p:nvSpPr>
        <p:spPr>
          <a:xfrm>
            <a:off x="603504" y="6419088"/>
            <a:ext cx="9601200" cy="237744"/>
          </a:xfrm>
          <a:prstGeom prst="rect">
            <a:avLst/>
          </a:prstGeom>
          <a:noFill/>
        </p:spPr>
        <p:txBody>
          <a:bodyPr wrap="square"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slide-layout-agent</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社内ナレッジを探しやすくする条件</a:t>
            </a:r>
          </a:p>
        </p:txBody>
      </p:sp>
      <p:sp>
        <p:nvSpPr>
          <p:cNvPr id="8" name="slot:context"/>
          <p:cNvSpPr txBox="1"/>
          <p:nvPr/>
        </p:nvSpPr>
        <p:spPr>
          <a:xfrm>
            <a:off x="621792" y="1490472"/>
            <a:ext cx="10927080" cy="502920"/>
          </a:xfrm>
          <a:prstGeom prst="rect">
            <a:avLst/>
          </a:prstGeom>
          <a:noFill/>
        </p:spPr>
        <p:txBody>
          <a:bodyPr wrap="square"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架空の社内調査。運用条件を整理した所見であり、効果を実証したものではない。</a:t>
            </a:r>
          </a:p>
        </p:txBody>
      </p:sp>
      <p:sp>
        <p:nvSpPr>
          <p:cNvPr id="9" name="decor:3"/>
          <p:cNvSpPr/>
          <p:nvPr/>
        </p:nvSpPr>
        <p:spPr>
          <a:xfrm>
            <a:off x="5038344" y="2139696"/>
            <a:ext cx="6537960" cy="3858768"/>
          </a:xfrm>
          <a:prstGeom prst="rect">
            <a:avLst/>
          </a:prstGeom>
          <a:solidFill>
            <a:srgbClr val="E8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ecor:4"/>
          <p:cNvSpPr/>
          <p:nvPr/>
        </p:nvSpPr>
        <p:spPr>
          <a:xfrm>
            <a:off x="5285231" y="2350008"/>
            <a:ext cx="6044184" cy="8778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lot:node_1"/>
          <p:cNvSpPr txBox="1"/>
          <p:nvPr/>
        </p:nvSpPr>
        <p:spPr>
          <a:xfrm>
            <a:off x="5495544" y="2423160"/>
            <a:ext cx="5623560" cy="384048"/>
          </a:xfrm>
          <a:prstGeom prst="rect">
            <a:avLst/>
          </a:prstGeom>
          <a:noFill/>
        </p:spPr>
        <p:txBody>
          <a:bodyPr wrap="square" lIns="18288" rIns="18288" tIns="13716" bIns="13716">
            <a:noAutofit/>
          </a:bodyPr>
          <a:lstStyle/>
          <a:p>
            <a:pPr hangingPunct="0" eaLnBrk="1" latinLnBrk="0">
              <a:lnSpc>
                <a:spcPts val="2625"/>
              </a:lnSpc>
              <a:spcBef>
                <a:spcPts val="0"/>
              </a:spcBef>
              <a:spcAft>
                <a:spcPts val="0"/>
              </a:spcAft>
              <a:defRPr lang="ja-JP" sz="2100" b="1">
                <a:solidFill>
                  <a:srgbClr val="087E83"/>
                </a:solidFill>
                <a:latin typeface="Yu Gothic"/>
                <a:ea typeface="Yu Gothic"/>
                <a:cs typeface="Yu Gothic"/>
              </a:defRPr>
            </a:pPr>
            <a:r>
              <a:rPr lang="ja-JP" sz="2100" b="1">
                <a:solidFill>
                  <a:srgbClr val="087E83"/>
                </a:solidFill>
                <a:latin typeface="Yu Gothic"/>
                <a:ea typeface="Yu Gothic"/>
                <a:cs typeface="Yu Gothic"/>
              </a:rPr>
              <a:t>入力資料</a:t>
            </a:r>
          </a:p>
        </p:txBody>
      </p:sp>
      <p:sp>
        <p:nvSpPr>
          <p:cNvPr id="12" name="slot:node_1_detail"/>
          <p:cNvSpPr txBox="1"/>
          <p:nvPr/>
        </p:nvSpPr>
        <p:spPr>
          <a:xfrm>
            <a:off x="5495544" y="2871215"/>
            <a:ext cx="5623560" cy="283464"/>
          </a:xfrm>
          <a:prstGeom prst="rect">
            <a:avLst/>
          </a:prstGeom>
          <a:noFill/>
        </p:spPr>
        <p:txBody>
          <a:bodyPr wrap="square"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原文・確認日・対象範囲を受け取る</a:t>
            </a:r>
          </a:p>
        </p:txBody>
      </p:sp>
      <p:sp>
        <p:nvSpPr>
          <p:cNvPr id="13" name="static:arrow_0"/>
          <p:cNvSpPr txBox="1"/>
          <p:nvPr/>
        </p:nvSpPr>
        <p:spPr>
          <a:xfrm>
            <a:off x="8124444" y="3227832"/>
            <a:ext cx="457200" cy="274320"/>
          </a:xfrm>
          <a:prstGeom prst="rect">
            <a:avLst/>
          </a:prstGeom>
          <a:noFill/>
        </p:spPr>
        <p:txBody>
          <a:bodyPr wrap="square" lIns="18288" rIns="18288" tIns="13716" bIns="13716">
            <a:noAutofit/>
          </a:bodyPr>
          <a:lstStyle/>
          <a:p>
            <a:pPr hangingPunct="0" eaLnBrk="1" latinLnBrk="0">
              <a:lnSpc>
                <a:spcPts val="1875"/>
              </a:lnSpc>
              <a:spcBef>
                <a:spcPts val="0"/>
              </a:spcBef>
              <a:spcAft>
                <a:spcPts val="0"/>
              </a:spcAft>
              <a:defRPr lang="ja-JP" sz="1500" b="0">
                <a:solidFill>
                  <a:srgbClr val="087E83"/>
                </a:solidFill>
                <a:latin typeface="Yu Gothic"/>
                <a:ea typeface="Yu Gothic"/>
                <a:cs typeface="Yu Gothic"/>
              </a:defRPr>
            </a:pPr>
            <a:r>
              <a:rPr lang="ja-JP" sz="1500" b="0">
                <a:solidFill>
                  <a:srgbClr val="087E83"/>
                </a:solidFill>
                <a:latin typeface="Yu Gothic"/>
                <a:ea typeface="Yu Gothic"/>
                <a:cs typeface="Yu Gothic"/>
              </a:rPr>
              <a:t>↓</a:t>
            </a:r>
          </a:p>
        </p:txBody>
      </p:sp>
      <p:sp>
        <p:nvSpPr>
          <p:cNvPr id="14" name="decor:5"/>
          <p:cNvSpPr/>
          <p:nvPr/>
        </p:nvSpPr>
        <p:spPr>
          <a:xfrm>
            <a:off x="5285231" y="3502152"/>
            <a:ext cx="6044184" cy="8778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slot:node_2"/>
          <p:cNvSpPr txBox="1"/>
          <p:nvPr/>
        </p:nvSpPr>
        <p:spPr>
          <a:xfrm>
            <a:off x="5495544" y="3575304"/>
            <a:ext cx="5623560" cy="384048"/>
          </a:xfrm>
          <a:prstGeom prst="rect">
            <a:avLst/>
          </a:prstGeom>
          <a:noFill/>
        </p:spPr>
        <p:txBody>
          <a:bodyPr wrap="square" lIns="18288" rIns="18288" tIns="13716" bIns="13716">
            <a:noAutofit/>
          </a:bodyPr>
          <a:lstStyle/>
          <a:p>
            <a:pPr hangingPunct="0" eaLnBrk="1" latinLnBrk="0">
              <a:lnSpc>
                <a:spcPts val="2625"/>
              </a:lnSpc>
              <a:spcBef>
                <a:spcPts val="0"/>
              </a:spcBef>
              <a:spcAft>
                <a:spcPts val="0"/>
              </a:spcAft>
              <a:defRPr lang="ja-JP" sz="2100" b="1">
                <a:solidFill>
                  <a:srgbClr val="087E83"/>
                </a:solidFill>
                <a:latin typeface="Yu Gothic"/>
                <a:ea typeface="Yu Gothic"/>
                <a:cs typeface="Yu Gothic"/>
              </a:defRPr>
            </a:pPr>
            <a:r>
              <a:rPr lang="ja-JP" sz="2100" b="1">
                <a:solidFill>
                  <a:srgbClr val="087E83"/>
                </a:solidFill>
                <a:latin typeface="Yu Gothic"/>
                <a:ea typeface="Yu Gothic"/>
                <a:cs typeface="Yu Gothic"/>
              </a:rPr>
              <a:t>条件の確認</a:t>
            </a:r>
          </a:p>
        </p:txBody>
      </p:sp>
      <p:sp>
        <p:nvSpPr>
          <p:cNvPr id="16" name="slot:node_2_detail"/>
          <p:cNvSpPr txBox="1"/>
          <p:nvPr/>
        </p:nvSpPr>
        <p:spPr>
          <a:xfrm>
            <a:off x="5495544" y="4023360"/>
            <a:ext cx="5623560" cy="283464"/>
          </a:xfrm>
          <a:prstGeom prst="rect">
            <a:avLst/>
          </a:prstGeom>
          <a:noFill/>
        </p:spPr>
        <p:txBody>
          <a:bodyPr wrap="square"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定義と比較条件の違いを整理する</a:t>
            </a:r>
          </a:p>
        </p:txBody>
      </p:sp>
      <p:sp>
        <p:nvSpPr>
          <p:cNvPr id="17" name="static:arrow_1"/>
          <p:cNvSpPr txBox="1"/>
          <p:nvPr/>
        </p:nvSpPr>
        <p:spPr>
          <a:xfrm>
            <a:off x="8124444" y="4379976"/>
            <a:ext cx="457200" cy="274320"/>
          </a:xfrm>
          <a:prstGeom prst="rect">
            <a:avLst/>
          </a:prstGeom>
          <a:noFill/>
        </p:spPr>
        <p:txBody>
          <a:bodyPr wrap="square" lIns="18288" rIns="18288" tIns="13716" bIns="13716">
            <a:noAutofit/>
          </a:bodyPr>
          <a:lstStyle/>
          <a:p>
            <a:pPr hangingPunct="0" eaLnBrk="1" latinLnBrk="0">
              <a:lnSpc>
                <a:spcPts val="1875"/>
              </a:lnSpc>
              <a:spcBef>
                <a:spcPts val="0"/>
              </a:spcBef>
              <a:spcAft>
                <a:spcPts val="0"/>
              </a:spcAft>
              <a:defRPr lang="ja-JP" sz="1500" b="0">
                <a:solidFill>
                  <a:srgbClr val="087E83"/>
                </a:solidFill>
                <a:latin typeface="Yu Gothic"/>
                <a:ea typeface="Yu Gothic"/>
                <a:cs typeface="Yu Gothic"/>
              </a:defRPr>
            </a:pPr>
            <a:r>
              <a:rPr lang="ja-JP" sz="1500" b="0">
                <a:solidFill>
                  <a:srgbClr val="087E83"/>
                </a:solidFill>
                <a:latin typeface="Yu Gothic"/>
                <a:ea typeface="Yu Gothic"/>
                <a:cs typeface="Yu Gothic"/>
              </a:rPr>
              <a:t>↓</a:t>
            </a:r>
          </a:p>
        </p:txBody>
      </p:sp>
      <p:sp>
        <p:nvSpPr>
          <p:cNvPr id="18" name="decor:6"/>
          <p:cNvSpPr/>
          <p:nvPr/>
        </p:nvSpPr>
        <p:spPr>
          <a:xfrm>
            <a:off x="5285231" y="4654296"/>
            <a:ext cx="6044184" cy="8778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slot:node_3"/>
          <p:cNvSpPr txBox="1"/>
          <p:nvPr/>
        </p:nvSpPr>
        <p:spPr>
          <a:xfrm>
            <a:off x="5495544" y="4727448"/>
            <a:ext cx="5623560" cy="384048"/>
          </a:xfrm>
          <a:prstGeom prst="rect">
            <a:avLst/>
          </a:prstGeom>
          <a:noFill/>
        </p:spPr>
        <p:txBody>
          <a:bodyPr wrap="square" lIns="18288" rIns="18288" tIns="13716" bIns="13716">
            <a:noAutofit/>
          </a:bodyPr>
          <a:lstStyle/>
          <a:p>
            <a:pPr hangingPunct="0" eaLnBrk="1" latinLnBrk="0">
              <a:lnSpc>
                <a:spcPts val="2625"/>
              </a:lnSpc>
              <a:spcBef>
                <a:spcPts val="0"/>
              </a:spcBef>
              <a:spcAft>
                <a:spcPts val="0"/>
              </a:spcAft>
              <a:defRPr lang="ja-JP" sz="2100" b="1">
                <a:solidFill>
                  <a:srgbClr val="087E83"/>
                </a:solidFill>
                <a:latin typeface="Yu Gothic"/>
                <a:ea typeface="Yu Gothic"/>
                <a:cs typeface="Yu Gothic"/>
              </a:defRPr>
            </a:pPr>
            <a:r>
              <a:rPr lang="ja-JP" sz="2100" b="1">
                <a:solidFill>
                  <a:srgbClr val="087E83"/>
                </a:solidFill>
                <a:latin typeface="Yu Gothic"/>
                <a:ea typeface="Yu Gothic"/>
                <a:cs typeface="Yu Gothic"/>
              </a:rPr>
              <a:t>所見の共有</a:t>
            </a:r>
          </a:p>
        </p:txBody>
      </p:sp>
      <p:sp>
        <p:nvSpPr>
          <p:cNvPr id="20" name="slot:node_3_detail"/>
          <p:cNvSpPr txBox="1"/>
          <p:nvPr/>
        </p:nvSpPr>
        <p:spPr>
          <a:xfrm>
            <a:off x="5495544" y="5175504"/>
            <a:ext cx="5623560" cy="283464"/>
          </a:xfrm>
          <a:prstGeom prst="rect">
            <a:avLst/>
          </a:prstGeom>
          <a:noFill/>
        </p:spPr>
        <p:txBody>
          <a:bodyPr wrap="square"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根拠と未確認の論点を残して渡す</a:t>
            </a:r>
          </a:p>
        </p:txBody>
      </p:sp>
      <p:sp>
        <p:nvSpPr>
          <p:cNvPr id="21" name="slot:explanation_heading"/>
          <p:cNvSpPr txBox="1"/>
          <p:nvPr/>
        </p:nvSpPr>
        <p:spPr>
          <a:xfrm>
            <a:off x="603504" y="2322576"/>
            <a:ext cx="4050791" cy="768096"/>
          </a:xfrm>
          <a:prstGeom prst="rect">
            <a:avLst/>
          </a:prstGeom>
          <a:noFill/>
        </p:spPr>
        <p:txBody>
          <a:bodyPr wrap="square" lIns="18288" rIns="18288" tIns="13716" bIns="13716">
            <a:noAutofit/>
          </a:bodyPr>
          <a:lstStyle/>
          <a:p>
            <a:pPr hangingPunct="0" eaLnBrk="1" latinLnBrk="0">
              <a:lnSpc>
                <a:spcPts val="2875"/>
              </a:lnSpc>
              <a:spcBef>
                <a:spcPts val="0"/>
              </a:spcBef>
              <a:spcAft>
                <a:spcPts val="0"/>
              </a:spcAft>
              <a:defRPr lang="ja-JP" sz="2300" b="1">
                <a:solidFill>
                  <a:srgbClr val="213547"/>
                </a:solidFill>
                <a:latin typeface="Yu Gothic"/>
                <a:ea typeface="Yu Gothic"/>
                <a:cs typeface="Yu Gothic"/>
              </a:defRPr>
            </a:pPr>
            <a:r>
              <a:rPr lang="ja-JP" sz="2300" b="1">
                <a:solidFill>
                  <a:srgbClr val="213547"/>
                </a:solidFill>
                <a:latin typeface="Yu Gothic"/>
                <a:ea typeface="Yu Gothic"/>
                <a:cs typeface="Yu Gothic"/>
              </a:rPr>
              <a:t>原文とのつながりを残す</a:t>
            </a:r>
          </a:p>
        </p:txBody>
      </p:sp>
      <p:sp>
        <p:nvSpPr>
          <p:cNvPr id="22" name="slot:explanation"/>
          <p:cNvSpPr txBox="1"/>
          <p:nvPr/>
        </p:nvSpPr>
        <p:spPr>
          <a:xfrm>
            <a:off x="603504" y="3264408"/>
            <a:ext cx="4050791" cy="131826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0">
                <a:solidFill>
                  <a:srgbClr val="213547"/>
                </a:solidFill>
                <a:latin typeface="Yu Gothic"/>
                <a:ea typeface="Yu Gothic"/>
                <a:cs typeface="Yu Gothic"/>
              </a:defRPr>
            </a:pPr>
            <a:r>
              <a:rPr lang="ja-JP" sz="2000" b="0">
                <a:solidFill>
                  <a:srgbClr val="213547"/>
                </a:solidFill>
                <a:latin typeface="Yu Gothic"/>
                <a:ea typeface="Yu Gothic"/>
                <a:cs typeface="Yu Gothic"/>
              </a:rPr>
              <a:t>資料を集めた後で、対象範囲と比較条件を確認する。共有時には原文の位置を添え、読み手が結論の前提へ戻れるようにする。</a:t>
            </a:r>
          </a:p>
        </p:txBody>
      </p:sp>
      <p:sp>
        <p:nvSpPr>
          <p:cNvPr id="23" name="slot:caveat"/>
          <p:cNvSpPr txBox="1"/>
          <p:nvPr/>
        </p:nvSpPr>
        <p:spPr>
          <a:xfrm>
            <a:off x="603504" y="4728972"/>
            <a:ext cx="4050791" cy="475488"/>
          </a:xfrm>
          <a:prstGeom prst="rect">
            <a:avLst/>
          </a:prstGeom>
          <a:noFill/>
        </p:spPr>
        <p:txBody>
          <a:bodyPr wrap="square"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留保：因果関係を示す工程図ではない。</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公開レイアウト見本</a:t>
            </a:r>
          </a:p>
        </p:txBody>
      </p:sp>
      <p:sp>
        <p:nvSpPr>
          <p:cNvPr id="4" name="meta:page"/>
          <p:cNvSpPr txBox="1"/>
          <p:nvPr/>
        </p:nvSpPr>
        <p:spPr>
          <a:xfrm>
            <a:off x="10972800" y="6391656"/>
            <a:ext cx="621792" cy="274320"/>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38</a:t>
            </a:r>
          </a:p>
        </p:txBody>
      </p:sp>
      <p:sp>
        <p:nvSpPr>
          <p:cNvPr id="5" name="meta:footer"/>
          <p:cNvSpPr txBox="1"/>
          <p:nvPr/>
        </p:nvSpPr>
        <p:spPr>
          <a:xfrm>
            <a:off x="603504" y="6419088"/>
            <a:ext cx="9601200" cy="237744"/>
          </a:xfrm>
          <a:prstGeom prst="rect">
            <a:avLst/>
          </a:prstGeom>
          <a:noFill/>
        </p:spPr>
        <p:txBody>
          <a:bodyPr wrap="square"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slide-layout-agent</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社内ナレッジを探しやすくする条件</a:t>
            </a:r>
          </a:p>
        </p:txBody>
      </p:sp>
      <p:sp>
        <p:nvSpPr>
          <p:cNvPr id="8" name="slot:context"/>
          <p:cNvSpPr txBox="1"/>
          <p:nvPr/>
        </p:nvSpPr>
        <p:spPr>
          <a:xfrm>
            <a:off x="621792" y="1490472"/>
            <a:ext cx="10927080" cy="502920"/>
          </a:xfrm>
          <a:prstGeom prst="rect">
            <a:avLst/>
          </a:prstGeom>
          <a:noFill/>
        </p:spPr>
        <p:txBody>
          <a:bodyPr wrap="square"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架空の社内調査。運用条件を整理した所見であり、効果を実証したものではない。</a:t>
            </a:r>
          </a:p>
        </p:txBody>
      </p:sp>
      <p:sp>
        <p:nvSpPr>
          <p:cNvPr id="9" name="decor:3"/>
          <p:cNvSpPr/>
          <p:nvPr/>
        </p:nvSpPr>
        <p:spPr>
          <a:xfrm>
            <a:off x="603504" y="2139696"/>
            <a:ext cx="5349240" cy="3858768"/>
          </a:xfrm>
          <a:prstGeom prst="rect">
            <a:avLst/>
          </a:prstGeom>
          <a:solidFill>
            <a:srgbClr val="FFFFFF"/>
          </a:solidFill>
          <a:ln w="889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lot:a_heading"/>
          <p:cNvSpPr txBox="1"/>
          <p:nvPr/>
        </p:nvSpPr>
        <p:spPr>
          <a:xfrm>
            <a:off x="832104" y="2350008"/>
            <a:ext cx="4892040" cy="566928"/>
          </a:xfrm>
          <a:prstGeom prst="rect">
            <a:avLst/>
          </a:prstGeom>
          <a:noFill/>
        </p:spPr>
        <p:txBody>
          <a:bodyPr wrap="square" lIns="18288" rIns="18288" tIns="13716" bIns="13716">
            <a:noAutofit/>
          </a:bodyPr>
          <a:lstStyle/>
          <a:p>
            <a:pPr hangingPunct="0" eaLnBrk="1" latinLnBrk="0">
              <a:lnSpc>
                <a:spcPts val="2875"/>
              </a:lnSpc>
              <a:spcBef>
                <a:spcPts val="0"/>
              </a:spcBef>
              <a:spcAft>
                <a:spcPts val="0"/>
              </a:spcAft>
              <a:defRPr lang="ja-JP" sz="2300" b="1">
                <a:solidFill>
                  <a:srgbClr val="087E83"/>
                </a:solidFill>
                <a:latin typeface="Yu Gothic"/>
                <a:ea typeface="Yu Gothic"/>
                <a:cs typeface="Yu Gothic"/>
              </a:defRPr>
            </a:pPr>
            <a:r>
              <a:rPr lang="ja-JP" sz="2300" b="1">
                <a:solidFill>
                  <a:srgbClr val="087E83"/>
                </a:solidFill>
                <a:latin typeface="Yu Gothic"/>
                <a:ea typeface="Yu Gothic"/>
                <a:cs typeface="Yu Gothic"/>
              </a:rPr>
              <a:t>集約型</a:t>
            </a:r>
          </a:p>
        </p:txBody>
      </p:sp>
      <p:sp>
        <p:nvSpPr>
          <p:cNvPr id="11" name="slot:a_axis_1"/>
          <p:cNvSpPr txBox="1"/>
          <p:nvPr/>
        </p:nvSpPr>
        <p:spPr>
          <a:xfrm>
            <a:off x="832104" y="2999232"/>
            <a:ext cx="4892040" cy="292608"/>
          </a:xfrm>
          <a:prstGeom prst="rect">
            <a:avLst/>
          </a:prstGeom>
          <a:noFill/>
        </p:spPr>
        <p:txBody>
          <a:bodyPr wrap="square" lIns="18288" rIns="18288" tIns="13716" bIns="13716">
            <a:noAutofit/>
          </a:bodyPr>
          <a:lstStyle/>
          <a:p>
            <a:pPr hangingPunct="0" eaLnBrk="1" latinLnBrk="0">
              <a:lnSpc>
                <a:spcPts val="1750"/>
              </a:lnSpc>
              <a:spcBef>
                <a:spcPts val="0"/>
              </a:spcBef>
              <a:spcAft>
                <a:spcPts val="0"/>
              </a:spcAft>
              <a:defRPr lang="ja-JP" sz="1400" b="1">
                <a:solidFill>
                  <a:srgbClr val="566777"/>
                </a:solidFill>
                <a:latin typeface="Yu Gothic"/>
                <a:ea typeface="Yu Gothic"/>
                <a:cs typeface="Yu Gothic"/>
              </a:defRPr>
            </a:pPr>
            <a:r>
              <a:rPr lang="ja-JP" sz="1400" b="1">
                <a:solidFill>
                  <a:srgbClr val="566777"/>
                </a:solidFill>
                <a:latin typeface="Yu Gothic"/>
                <a:ea typeface="Yu Gothic"/>
                <a:cs typeface="Yu Gothic"/>
              </a:rPr>
              <a:t>検索上の特徴</a:t>
            </a:r>
          </a:p>
        </p:txBody>
      </p:sp>
      <p:sp>
        <p:nvSpPr>
          <p:cNvPr id="12" name="slot:a_point_1"/>
          <p:cNvSpPr txBox="1"/>
          <p:nvPr/>
        </p:nvSpPr>
        <p:spPr>
          <a:xfrm>
            <a:off x="832104" y="3364992"/>
            <a:ext cx="4892040" cy="1024128"/>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0">
                <a:solidFill>
                  <a:srgbClr val="213547"/>
                </a:solidFill>
                <a:latin typeface="Yu Gothic"/>
                <a:ea typeface="Yu Gothic"/>
                <a:cs typeface="Yu Gothic"/>
              </a:defRPr>
            </a:pPr>
            <a:r>
              <a:rPr lang="ja-JP" sz="2000" b="0">
                <a:solidFill>
                  <a:srgbClr val="213547"/>
                </a:solidFill>
                <a:latin typeface="Yu Gothic"/>
                <a:ea typeface="Yu Gothic"/>
                <a:cs typeface="Yu Gothic"/>
              </a:rPr>
              <a:t>入口を統一し、部署をまたぐ検索をしやすくする。</a:t>
            </a:r>
          </a:p>
        </p:txBody>
      </p:sp>
      <p:sp>
        <p:nvSpPr>
          <p:cNvPr id="13" name="slot:a_axis_2"/>
          <p:cNvSpPr txBox="1"/>
          <p:nvPr/>
        </p:nvSpPr>
        <p:spPr>
          <a:xfrm>
            <a:off x="832104" y="4425696"/>
            <a:ext cx="4892040" cy="292608"/>
          </a:xfrm>
          <a:prstGeom prst="rect">
            <a:avLst/>
          </a:prstGeom>
          <a:noFill/>
        </p:spPr>
        <p:txBody>
          <a:bodyPr wrap="square" lIns="18288" rIns="18288" tIns="13716" bIns="13716">
            <a:noAutofit/>
          </a:bodyPr>
          <a:lstStyle/>
          <a:p>
            <a:pPr hangingPunct="0" eaLnBrk="1" latinLnBrk="0">
              <a:lnSpc>
                <a:spcPts val="1750"/>
              </a:lnSpc>
              <a:spcBef>
                <a:spcPts val="0"/>
              </a:spcBef>
              <a:spcAft>
                <a:spcPts val="0"/>
              </a:spcAft>
              <a:defRPr lang="ja-JP" sz="1400" b="1">
                <a:solidFill>
                  <a:srgbClr val="566777"/>
                </a:solidFill>
                <a:latin typeface="Yu Gothic"/>
                <a:ea typeface="Yu Gothic"/>
                <a:cs typeface="Yu Gothic"/>
              </a:defRPr>
            </a:pPr>
            <a:r>
              <a:rPr lang="ja-JP" sz="1400" b="1">
                <a:solidFill>
                  <a:srgbClr val="566777"/>
                </a:solidFill>
                <a:latin typeface="Yu Gothic"/>
                <a:ea typeface="Yu Gothic"/>
                <a:cs typeface="Yu Gothic"/>
              </a:rPr>
              <a:t>運用上の注意</a:t>
            </a:r>
          </a:p>
        </p:txBody>
      </p:sp>
      <p:sp>
        <p:nvSpPr>
          <p:cNvPr id="14" name="slot:a_point_2"/>
          <p:cNvSpPr txBox="1"/>
          <p:nvPr/>
        </p:nvSpPr>
        <p:spPr>
          <a:xfrm>
            <a:off x="832104" y="4791456"/>
            <a:ext cx="4892040" cy="1024128"/>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0">
                <a:solidFill>
                  <a:srgbClr val="213547"/>
                </a:solidFill>
                <a:latin typeface="Yu Gothic"/>
                <a:ea typeface="Yu Gothic"/>
                <a:cs typeface="Yu Gothic"/>
              </a:defRPr>
            </a:pPr>
            <a:r>
              <a:rPr lang="ja-JP" sz="2000" b="0">
                <a:solidFill>
                  <a:srgbClr val="213547"/>
                </a:solidFill>
                <a:latin typeface="Yu Gothic"/>
                <a:ea typeface="Yu Gothic"/>
                <a:cs typeface="Yu Gothic"/>
              </a:rPr>
              <a:t>更新作業が担当者に集中するため、確認待ちの滞留に注意する。</a:t>
            </a:r>
          </a:p>
        </p:txBody>
      </p:sp>
      <p:sp>
        <p:nvSpPr>
          <p:cNvPr id="15" name="decor:4"/>
          <p:cNvSpPr/>
          <p:nvPr/>
        </p:nvSpPr>
        <p:spPr>
          <a:xfrm>
            <a:off x="6227064" y="2139696"/>
            <a:ext cx="5349240" cy="3858768"/>
          </a:xfrm>
          <a:prstGeom prst="rect">
            <a:avLst/>
          </a:prstGeom>
          <a:solidFill>
            <a:srgbClr val="FFFFFF"/>
          </a:solidFill>
          <a:ln w="889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lot:b_heading"/>
          <p:cNvSpPr txBox="1"/>
          <p:nvPr/>
        </p:nvSpPr>
        <p:spPr>
          <a:xfrm>
            <a:off x="6455664" y="2350008"/>
            <a:ext cx="4892040" cy="566928"/>
          </a:xfrm>
          <a:prstGeom prst="rect">
            <a:avLst/>
          </a:prstGeom>
          <a:noFill/>
        </p:spPr>
        <p:txBody>
          <a:bodyPr wrap="square" lIns="18288" rIns="18288" tIns="13716" bIns="13716">
            <a:noAutofit/>
          </a:bodyPr>
          <a:lstStyle/>
          <a:p>
            <a:pPr hangingPunct="0" eaLnBrk="1" latinLnBrk="0">
              <a:lnSpc>
                <a:spcPts val="2875"/>
              </a:lnSpc>
              <a:spcBef>
                <a:spcPts val="0"/>
              </a:spcBef>
              <a:spcAft>
                <a:spcPts val="0"/>
              </a:spcAft>
              <a:defRPr lang="ja-JP" sz="2300" b="1">
                <a:solidFill>
                  <a:srgbClr val="087E83"/>
                </a:solidFill>
                <a:latin typeface="Yu Gothic"/>
                <a:ea typeface="Yu Gothic"/>
                <a:cs typeface="Yu Gothic"/>
              </a:defRPr>
            </a:pPr>
            <a:r>
              <a:rPr lang="ja-JP" sz="2300" b="1">
                <a:solidFill>
                  <a:srgbClr val="087E83"/>
                </a:solidFill>
                <a:latin typeface="Yu Gothic"/>
                <a:ea typeface="Yu Gothic"/>
                <a:cs typeface="Yu Gothic"/>
              </a:rPr>
              <a:t>分散型</a:t>
            </a:r>
          </a:p>
        </p:txBody>
      </p:sp>
      <p:sp>
        <p:nvSpPr>
          <p:cNvPr id="17" name="slot:b_axis_1"/>
          <p:cNvSpPr txBox="1"/>
          <p:nvPr/>
        </p:nvSpPr>
        <p:spPr>
          <a:xfrm>
            <a:off x="6455664" y="2999232"/>
            <a:ext cx="4892040" cy="292608"/>
          </a:xfrm>
          <a:prstGeom prst="rect">
            <a:avLst/>
          </a:prstGeom>
          <a:noFill/>
        </p:spPr>
        <p:txBody>
          <a:bodyPr wrap="square" lIns="18288" rIns="18288" tIns="13716" bIns="13716">
            <a:noAutofit/>
          </a:bodyPr>
          <a:lstStyle/>
          <a:p>
            <a:pPr hangingPunct="0" eaLnBrk="1" latinLnBrk="0">
              <a:lnSpc>
                <a:spcPts val="1750"/>
              </a:lnSpc>
              <a:spcBef>
                <a:spcPts val="0"/>
              </a:spcBef>
              <a:spcAft>
                <a:spcPts val="0"/>
              </a:spcAft>
              <a:defRPr lang="ja-JP" sz="1400" b="1">
                <a:solidFill>
                  <a:srgbClr val="566777"/>
                </a:solidFill>
                <a:latin typeface="Yu Gothic"/>
                <a:ea typeface="Yu Gothic"/>
                <a:cs typeface="Yu Gothic"/>
              </a:defRPr>
            </a:pPr>
            <a:r>
              <a:rPr lang="ja-JP" sz="1400" b="1">
                <a:solidFill>
                  <a:srgbClr val="566777"/>
                </a:solidFill>
                <a:latin typeface="Yu Gothic"/>
                <a:ea typeface="Yu Gothic"/>
                <a:cs typeface="Yu Gothic"/>
              </a:rPr>
              <a:t>検索上の特徴</a:t>
            </a:r>
          </a:p>
        </p:txBody>
      </p:sp>
      <p:sp>
        <p:nvSpPr>
          <p:cNvPr id="18" name="slot:b_point_1"/>
          <p:cNvSpPr txBox="1"/>
          <p:nvPr/>
        </p:nvSpPr>
        <p:spPr>
          <a:xfrm>
            <a:off x="6455664" y="3364992"/>
            <a:ext cx="4892040" cy="1024128"/>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0">
                <a:solidFill>
                  <a:srgbClr val="213547"/>
                </a:solidFill>
                <a:latin typeface="Yu Gothic"/>
                <a:ea typeface="Yu Gothic"/>
                <a:cs typeface="Yu Gothic"/>
              </a:defRPr>
            </a:pPr>
            <a:r>
              <a:rPr lang="ja-JP" sz="2000" b="0">
                <a:solidFill>
                  <a:srgbClr val="213547"/>
                </a:solidFill>
                <a:latin typeface="Yu Gothic"/>
                <a:ea typeface="Yu Gothic"/>
                <a:cs typeface="Yu Gothic"/>
              </a:rPr>
              <a:t>各部署が原文を管理し、専門用語や例外の説明を保ちやすい。</a:t>
            </a:r>
          </a:p>
        </p:txBody>
      </p:sp>
      <p:sp>
        <p:nvSpPr>
          <p:cNvPr id="19" name="slot:b_axis_2"/>
          <p:cNvSpPr txBox="1"/>
          <p:nvPr/>
        </p:nvSpPr>
        <p:spPr>
          <a:xfrm>
            <a:off x="6455664" y="4425696"/>
            <a:ext cx="4892040" cy="292608"/>
          </a:xfrm>
          <a:prstGeom prst="rect">
            <a:avLst/>
          </a:prstGeom>
          <a:noFill/>
        </p:spPr>
        <p:txBody>
          <a:bodyPr wrap="square" lIns="18288" rIns="18288" tIns="13716" bIns="13716">
            <a:noAutofit/>
          </a:bodyPr>
          <a:lstStyle/>
          <a:p>
            <a:pPr hangingPunct="0" eaLnBrk="1" latinLnBrk="0">
              <a:lnSpc>
                <a:spcPts val="1750"/>
              </a:lnSpc>
              <a:spcBef>
                <a:spcPts val="0"/>
              </a:spcBef>
              <a:spcAft>
                <a:spcPts val="0"/>
              </a:spcAft>
              <a:defRPr lang="ja-JP" sz="1400" b="1">
                <a:solidFill>
                  <a:srgbClr val="566777"/>
                </a:solidFill>
                <a:latin typeface="Yu Gothic"/>
                <a:ea typeface="Yu Gothic"/>
                <a:cs typeface="Yu Gothic"/>
              </a:defRPr>
            </a:pPr>
            <a:r>
              <a:rPr lang="ja-JP" sz="1400" b="1">
                <a:solidFill>
                  <a:srgbClr val="566777"/>
                </a:solidFill>
                <a:latin typeface="Yu Gothic"/>
                <a:ea typeface="Yu Gothic"/>
                <a:cs typeface="Yu Gothic"/>
              </a:rPr>
              <a:t>運用上の注意</a:t>
            </a:r>
          </a:p>
        </p:txBody>
      </p:sp>
      <p:sp>
        <p:nvSpPr>
          <p:cNvPr id="20" name="slot:b_point_2"/>
          <p:cNvSpPr txBox="1"/>
          <p:nvPr/>
        </p:nvSpPr>
        <p:spPr>
          <a:xfrm>
            <a:off x="6455664" y="4791456"/>
            <a:ext cx="4892040" cy="1024128"/>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0">
                <a:solidFill>
                  <a:srgbClr val="213547"/>
                </a:solidFill>
                <a:latin typeface="Yu Gothic"/>
                <a:ea typeface="Yu Gothic"/>
                <a:cs typeface="Yu Gothic"/>
              </a:defRPr>
            </a:pPr>
            <a:r>
              <a:rPr lang="ja-JP" sz="2000" b="0">
                <a:solidFill>
                  <a:srgbClr val="213547"/>
                </a:solidFill>
                <a:latin typeface="Yu Gothic"/>
                <a:ea typeface="Yu Gothic"/>
                <a:cs typeface="Yu Gothic"/>
              </a:rPr>
              <a:t>横断検索には共通の索引が必要。部署ごとの分類の違いを整理する。</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公開レイアウト見本</a:t>
            </a:r>
          </a:p>
        </p:txBody>
      </p:sp>
      <p:sp>
        <p:nvSpPr>
          <p:cNvPr id="4" name="meta:page"/>
          <p:cNvSpPr txBox="1"/>
          <p:nvPr/>
        </p:nvSpPr>
        <p:spPr>
          <a:xfrm>
            <a:off x="10972800" y="6391656"/>
            <a:ext cx="621792" cy="274320"/>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39</a:t>
            </a:r>
          </a:p>
        </p:txBody>
      </p:sp>
      <p:sp>
        <p:nvSpPr>
          <p:cNvPr id="5" name="meta:footer"/>
          <p:cNvSpPr txBox="1"/>
          <p:nvPr/>
        </p:nvSpPr>
        <p:spPr>
          <a:xfrm>
            <a:off x="603504" y="6419088"/>
            <a:ext cx="9601200" cy="237744"/>
          </a:xfrm>
          <a:prstGeom prst="rect">
            <a:avLst/>
          </a:prstGeom>
          <a:noFill/>
        </p:spPr>
        <p:txBody>
          <a:bodyPr wrap="square"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slide-layout-agent</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社内ナレッジを探しやすくする条件</a:t>
            </a:r>
          </a:p>
        </p:txBody>
      </p:sp>
      <p:sp>
        <p:nvSpPr>
          <p:cNvPr id="8" name="slot:context"/>
          <p:cNvSpPr txBox="1"/>
          <p:nvPr/>
        </p:nvSpPr>
        <p:spPr>
          <a:xfrm>
            <a:off x="621792" y="1490472"/>
            <a:ext cx="10927080" cy="502920"/>
          </a:xfrm>
          <a:prstGeom prst="rect">
            <a:avLst/>
          </a:prstGeom>
          <a:noFill/>
        </p:spPr>
        <p:txBody>
          <a:bodyPr wrap="square"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架空の社内調査。運用条件を整理した所見であり、効果を実証したものではない。</a:t>
            </a:r>
          </a:p>
        </p:txBody>
      </p:sp>
      <p:sp>
        <p:nvSpPr>
          <p:cNvPr id="9" name="decor:3"/>
          <p:cNvSpPr/>
          <p:nvPr/>
        </p:nvSpPr>
        <p:spPr>
          <a:xfrm>
            <a:off x="603504" y="2139696"/>
            <a:ext cx="5349240" cy="3858768"/>
          </a:xfrm>
          <a:prstGeom prst="rect">
            <a:avLst/>
          </a:prstGeom>
          <a:solidFill>
            <a:srgbClr val="FFFFFF"/>
          </a:solidFill>
          <a:ln w="889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lot:b_heading"/>
          <p:cNvSpPr txBox="1"/>
          <p:nvPr/>
        </p:nvSpPr>
        <p:spPr>
          <a:xfrm>
            <a:off x="832104" y="2350008"/>
            <a:ext cx="4892040" cy="566928"/>
          </a:xfrm>
          <a:prstGeom prst="rect">
            <a:avLst/>
          </a:prstGeom>
          <a:noFill/>
        </p:spPr>
        <p:txBody>
          <a:bodyPr wrap="square" lIns="18288" rIns="18288" tIns="13716" bIns="13716">
            <a:noAutofit/>
          </a:bodyPr>
          <a:lstStyle/>
          <a:p>
            <a:pPr hangingPunct="0" eaLnBrk="1" latinLnBrk="0">
              <a:lnSpc>
                <a:spcPts val="2875"/>
              </a:lnSpc>
              <a:spcBef>
                <a:spcPts val="0"/>
              </a:spcBef>
              <a:spcAft>
                <a:spcPts val="0"/>
              </a:spcAft>
              <a:defRPr lang="ja-JP" sz="2300" b="1">
                <a:solidFill>
                  <a:srgbClr val="087E83"/>
                </a:solidFill>
                <a:latin typeface="Yu Gothic"/>
                <a:ea typeface="Yu Gothic"/>
                <a:cs typeface="Yu Gothic"/>
              </a:defRPr>
            </a:pPr>
            <a:r>
              <a:rPr lang="ja-JP" sz="2300" b="1">
                <a:solidFill>
                  <a:srgbClr val="087E83"/>
                </a:solidFill>
                <a:latin typeface="Yu Gothic"/>
                <a:ea typeface="Yu Gothic"/>
                <a:cs typeface="Yu Gothic"/>
              </a:rPr>
              <a:t>分散型</a:t>
            </a:r>
          </a:p>
        </p:txBody>
      </p:sp>
      <p:sp>
        <p:nvSpPr>
          <p:cNvPr id="11" name="slot:b_axis_1"/>
          <p:cNvSpPr txBox="1"/>
          <p:nvPr/>
        </p:nvSpPr>
        <p:spPr>
          <a:xfrm>
            <a:off x="832104" y="2999232"/>
            <a:ext cx="4892040" cy="292608"/>
          </a:xfrm>
          <a:prstGeom prst="rect">
            <a:avLst/>
          </a:prstGeom>
          <a:noFill/>
        </p:spPr>
        <p:txBody>
          <a:bodyPr wrap="square" lIns="18288" rIns="18288" tIns="13716" bIns="13716">
            <a:noAutofit/>
          </a:bodyPr>
          <a:lstStyle/>
          <a:p>
            <a:pPr hangingPunct="0" eaLnBrk="1" latinLnBrk="0">
              <a:lnSpc>
                <a:spcPts val="1750"/>
              </a:lnSpc>
              <a:spcBef>
                <a:spcPts val="0"/>
              </a:spcBef>
              <a:spcAft>
                <a:spcPts val="0"/>
              </a:spcAft>
              <a:defRPr lang="ja-JP" sz="1400" b="1">
                <a:solidFill>
                  <a:srgbClr val="566777"/>
                </a:solidFill>
                <a:latin typeface="Yu Gothic"/>
                <a:ea typeface="Yu Gothic"/>
                <a:cs typeface="Yu Gothic"/>
              </a:defRPr>
            </a:pPr>
            <a:r>
              <a:rPr lang="ja-JP" sz="1400" b="1">
                <a:solidFill>
                  <a:srgbClr val="566777"/>
                </a:solidFill>
                <a:latin typeface="Yu Gothic"/>
                <a:ea typeface="Yu Gothic"/>
                <a:cs typeface="Yu Gothic"/>
              </a:rPr>
              <a:t>検索上の特徴</a:t>
            </a:r>
          </a:p>
        </p:txBody>
      </p:sp>
      <p:sp>
        <p:nvSpPr>
          <p:cNvPr id="12" name="slot:b_point_1"/>
          <p:cNvSpPr txBox="1"/>
          <p:nvPr/>
        </p:nvSpPr>
        <p:spPr>
          <a:xfrm>
            <a:off x="832104" y="3364992"/>
            <a:ext cx="4892040" cy="1024128"/>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0">
                <a:solidFill>
                  <a:srgbClr val="213547"/>
                </a:solidFill>
                <a:latin typeface="Yu Gothic"/>
                <a:ea typeface="Yu Gothic"/>
                <a:cs typeface="Yu Gothic"/>
              </a:defRPr>
            </a:pPr>
            <a:r>
              <a:rPr lang="ja-JP" sz="2000" b="0">
                <a:solidFill>
                  <a:srgbClr val="213547"/>
                </a:solidFill>
                <a:latin typeface="Yu Gothic"/>
                <a:ea typeface="Yu Gothic"/>
                <a:cs typeface="Yu Gothic"/>
              </a:rPr>
              <a:t>各部署が原文を管理し、専門用語や例外の説明を保ちやすい。</a:t>
            </a:r>
          </a:p>
        </p:txBody>
      </p:sp>
      <p:sp>
        <p:nvSpPr>
          <p:cNvPr id="13" name="slot:b_axis_2"/>
          <p:cNvSpPr txBox="1"/>
          <p:nvPr/>
        </p:nvSpPr>
        <p:spPr>
          <a:xfrm>
            <a:off x="832104" y="4425696"/>
            <a:ext cx="4892040" cy="292608"/>
          </a:xfrm>
          <a:prstGeom prst="rect">
            <a:avLst/>
          </a:prstGeom>
          <a:noFill/>
        </p:spPr>
        <p:txBody>
          <a:bodyPr wrap="square" lIns="18288" rIns="18288" tIns="13716" bIns="13716">
            <a:noAutofit/>
          </a:bodyPr>
          <a:lstStyle/>
          <a:p>
            <a:pPr hangingPunct="0" eaLnBrk="1" latinLnBrk="0">
              <a:lnSpc>
                <a:spcPts val="1750"/>
              </a:lnSpc>
              <a:spcBef>
                <a:spcPts val="0"/>
              </a:spcBef>
              <a:spcAft>
                <a:spcPts val="0"/>
              </a:spcAft>
              <a:defRPr lang="ja-JP" sz="1400" b="1">
                <a:solidFill>
                  <a:srgbClr val="566777"/>
                </a:solidFill>
                <a:latin typeface="Yu Gothic"/>
                <a:ea typeface="Yu Gothic"/>
                <a:cs typeface="Yu Gothic"/>
              </a:defRPr>
            </a:pPr>
            <a:r>
              <a:rPr lang="ja-JP" sz="1400" b="1">
                <a:solidFill>
                  <a:srgbClr val="566777"/>
                </a:solidFill>
                <a:latin typeface="Yu Gothic"/>
                <a:ea typeface="Yu Gothic"/>
                <a:cs typeface="Yu Gothic"/>
              </a:rPr>
              <a:t>運用上の注意</a:t>
            </a:r>
          </a:p>
        </p:txBody>
      </p:sp>
      <p:sp>
        <p:nvSpPr>
          <p:cNvPr id="14" name="slot:b_point_2"/>
          <p:cNvSpPr txBox="1"/>
          <p:nvPr/>
        </p:nvSpPr>
        <p:spPr>
          <a:xfrm>
            <a:off x="832104" y="4791456"/>
            <a:ext cx="4892040" cy="1024128"/>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0">
                <a:solidFill>
                  <a:srgbClr val="213547"/>
                </a:solidFill>
                <a:latin typeface="Yu Gothic"/>
                <a:ea typeface="Yu Gothic"/>
                <a:cs typeface="Yu Gothic"/>
              </a:defRPr>
            </a:pPr>
            <a:r>
              <a:rPr lang="ja-JP" sz="2000" b="0">
                <a:solidFill>
                  <a:srgbClr val="213547"/>
                </a:solidFill>
                <a:latin typeface="Yu Gothic"/>
                <a:ea typeface="Yu Gothic"/>
                <a:cs typeface="Yu Gothic"/>
              </a:rPr>
              <a:t>横断検索には共通の索引が必要。部署ごとの分類の違いを整理する。</a:t>
            </a:r>
          </a:p>
        </p:txBody>
      </p:sp>
      <p:sp>
        <p:nvSpPr>
          <p:cNvPr id="15" name="decor:4"/>
          <p:cNvSpPr/>
          <p:nvPr/>
        </p:nvSpPr>
        <p:spPr>
          <a:xfrm>
            <a:off x="6227064" y="2139696"/>
            <a:ext cx="5349240" cy="3858768"/>
          </a:xfrm>
          <a:prstGeom prst="rect">
            <a:avLst/>
          </a:prstGeom>
          <a:solidFill>
            <a:srgbClr val="FFFFFF"/>
          </a:solidFill>
          <a:ln w="889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lot:a_heading"/>
          <p:cNvSpPr txBox="1"/>
          <p:nvPr/>
        </p:nvSpPr>
        <p:spPr>
          <a:xfrm>
            <a:off x="6455664" y="2350008"/>
            <a:ext cx="4892040" cy="566928"/>
          </a:xfrm>
          <a:prstGeom prst="rect">
            <a:avLst/>
          </a:prstGeom>
          <a:noFill/>
        </p:spPr>
        <p:txBody>
          <a:bodyPr wrap="square" lIns="18288" rIns="18288" tIns="13716" bIns="13716">
            <a:noAutofit/>
          </a:bodyPr>
          <a:lstStyle/>
          <a:p>
            <a:pPr hangingPunct="0" eaLnBrk="1" latinLnBrk="0">
              <a:lnSpc>
                <a:spcPts val="2875"/>
              </a:lnSpc>
              <a:spcBef>
                <a:spcPts val="0"/>
              </a:spcBef>
              <a:spcAft>
                <a:spcPts val="0"/>
              </a:spcAft>
              <a:defRPr lang="ja-JP" sz="2300" b="1">
                <a:solidFill>
                  <a:srgbClr val="087E83"/>
                </a:solidFill>
                <a:latin typeface="Yu Gothic"/>
                <a:ea typeface="Yu Gothic"/>
                <a:cs typeface="Yu Gothic"/>
              </a:defRPr>
            </a:pPr>
            <a:r>
              <a:rPr lang="ja-JP" sz="2300" b="1">
                <a:solidFill>
                  <a:srgbClr val="087E83"/>
                </a:solidFill>
                <a:latin typeface="Yu Gothic"/>
                <a:ea typeface="Yu Gothic"/>
                <a:cs typeface="Yu Gothic"/>
              </a:rPr>
              <a:t>集約型</a:t>
            </a:r>
          </a:p>
        </p:txBody>
      </p:sp>
      <p:sp>
        <p:nvSpPr>
          <p:cNvPr id="17" name="slot:a_axis_1"/>
          <p:cNvSpPr txBox="1"/>
          <p:nvPr/>
        </p:nvSpPr>
        <p:spPr>
          <a:xfrm>
            <a:off x="6455664" y="2999232"/>
            <a:ext cx="4892040" cy="292608"/>
          </a:xfrm>
          <a:prstGeom prst="rect">
            <a:avLst/>
          </a:prstGeom>
          <a:noFill/>
        </p:spPr>
        <p:txBody>
          <a:bodyPr wrap="square" lIns="18288" rIns="18288" tIns="13716" bIns="13716">
            <a:noAutofit/>
          </a:bodyPr>
          <a:lstStyle/>
          <a:p>
            <a:pPr hangingPunct="0" eaLnBrk="1" latinLnBrk="0">
              <a:lnSpc>
                <a:spcPts val="1750"/>
              </a:lnSpc>
              <a:spcBef>
                <a:spcPts val="0"/>
              </a:spcBef>
              <a:spcAft>
                <a:spcPts val="0"/>
              </a:spcAft>
              <a:defRPr lang="ja-JP" sz="1400" b="1">
                <a:solidFill>
                  <a:srgbClr val="566777"/>
                </a:solidFill>
                <a:latin typeface="Yu Gothic"/>
                <a:ea typeface="Yu Gothic"/>
                <a:cs typeface="Yu Gothic"/>
              </a:defRPr>
            </a:pPr>
            <a:r>
              <a:rPr lang="ja-JP" sz="1400" b="1">
                <a:solidFill>
                  <a:srgbClr val="566777"/>
                </a:solidFill>
                <a:latin typeface="Yu Gothic"/>
                <a:ea typeface="Yu Gothic"/>
                <a:cs typeface="Yu Gothic"/>
              </a:rPr>
              <a:t>検索上の特徴</a:t>
            </a:r>
          </a:p>
        </p:txBody>
      </p:sp>
      <p:sp>
        <p:nvSpPr>
          <p:cNvPr id="18" name="slot:a_point_1"/>
          <p:cNvSpPr txBox="1"/>
          <p:nvPr/>
        </p:nvSpPr>
        <p:spPr>
          <a:xfrm>
            <a:off x="6455664" y="3364992"/>
            <a:ext cx="4892040" cy="1024128"/>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0">
                <a:solidFill>
                  <a:srgbClr val="213547"/>
                </a:solidFill>
                <a:latin typeface="Yu Gothic"/>
                <a:ea typeface="Yu Gothic"/>
                <a:cs typeface="Yu Gothic"/>
              </a:defRPr>
            </a:pPr>
            <a:r>
              <a:rPr lang="ja-JP" sz="2000" b="0">
                <a:solidFill>
                  <a:srgbClr val="213547"/>
                </a:solidFill>
                <a:latin typeface="Yu Gothic"/>
                <a:ea typeface="Yu Gothic"/>
                <a:cs typeface="Yu Gothic"/>
              </a:rPr>
              <a:t>入口を統一し、部署をまたぐ検索をしやすくする。</a:t>
            </a:r>
          </a:p>
        </p:txBody>
      </p:sp>
      <p:sp>
        <p:nvSpPr>
          <p:cNvPr id="19" name="slot:a_axis_2"/>
          <p:cNvSpPr txBox="1"/>
          <p:nvPr/>
        </p:nvSpPr>
        <p:spPr>
          <a:xfrm>
            <a:off x="6455664" y="4425696"/>
            <a:ext cx="4892040" cy="292608"/>
          </a:xfrm>
          <a:prstGeom prst="rect">
            <a:avLst/>
          </a:prstGeom>
          <a:noFill/>
        </p:spPr>
        <p:txBody>
          <a:bodyPr wrap="square" lIns="18288" rIns="18288" tIns="13716" bIns="13716">
            <a:noAutofit/>
          </a:bodyPr>
          <a:lstStyle/>
          <a:p>
            <a:pPr hangingPunct="0" eaLnBrk="1" latinLnBrk="0">
              <a:lnSpc>
                <a:spcPts val="1750"/>
              </a:lnSpc>
              <a:spcBef>
                <a:spcPts val="0"/>
              </a:spcBef>
              <a:spcAft>
                <a:spcPts val="0"/>
              </a:spcAft>
              <a:defRPr lang="ja-JP" sz="1400" b="1">
                <a:solidFill>
                  <a:srgbClr val="566777"/>
                </a:solidFill>
                <a:latin typeface="Yu Gothic"/>
                <a:ea typeface="Yu Gothic"/>
                <a:cs typeface="Yu Gothic"/>
              </a:defRPr>
            </a:pPr>
            <a:r>
              <a:rPr lang="ja-JP" sz="1400" b="1">
                <a:solidFill>
                  <a:srgbClr val="566777"/>
                </a:solidFill>
                <a:latin typeface="Yu Gothic"/>
                <a:ea typeface="Yu Gothic"/>
                <a:cs typeface="Yu Gothic"/>
              </a:rPr>
              <a:t>運用上の注意</a:t>
            </a:r>
          </a:p>
        </p:txBody>
      </p:sp>
      <p:sp>
        <p:nvSpPr>
          <p:cNvPr id="20" name="slot:a_point_2"/>
          <p:cNvSpPr txBox="1"/>
          <p:nvPr/>
        </p:nvSpPr>
        <p:spPr>
          <a:xfrm>
            <a:off x="6455664" y="4791456"/>
            <a:ext cx="4892040" cy="1024128"/>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0">
                <a:solidFill>
                  <a:srgbClr val="213547"/>
                </a:solidFill>
                <a:latin typeface="Yu Gothic"/>
                <a:ea typeface="Yu Gothic"/>
                <a:cs typeface="Yu Gothic"/>
              </a:defRPr>
            </a:pPr>
            <a:r>
              <a:rPr lang="ja-JP" sz="2000" b="0">
                <a:solidFill>
                  <a:srgbClr val="213547"/>
                </a:solidFill>
                <a:latin typeface="Yu Gothic"/>
                <a:ea typeface="Yu Gothic"/>
                <a:cs typeface="Yu Gothic"/>
              </a:rPr>
              <a:t>更新作業が担当者に集中するため、確認待ちの滞留に注意する。</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公開レイアウト見本</a:t>
            </a:r>
          </a:p>
        </p:txBody>
      </p:sp>
      <p:sp>
        <p:nvSpPr>
          <p:cNvPr id="4" name="meta:page"/>
          <p:cNvSpPr txBox="1"/>
          <p:nvPr/>
        </p:nvSpPr>
        <p:spPr>
          <a:xfrm>
            <a:off x="10972800" y="6391656"/>
            <a:ext cx="621792" cy="274320"/>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40</a:t>
            </a:r>
          </a:p>
        </p:txBody>
      </p:sp>
      <p:sp>
        <p:nvSpPr>
          <p:cNvPr id="5" name="meta:footer"/>
          <p:cNvSpPr txBox="1"/>
          <p:nvPr/>
        </p:nvSpPr>
        <p:spPr>
          <a:xfrm>
            <a:off x="603504" y="6419088"/>
            <a:ext cx="9601200" cy="237744"/>
          </a:xfrm>
          <a:prstGeom prst="rect">
            <a:avLst/>
          </a:prstGeom>
          <a:noFill/>
        </p:spPr>
        <p:txBody>
          <a:bodyPr wrap="square"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slide-layout-agent</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社内ナレッジを探しやすくする条件</a:t>
            </a:r>
          </a:p>
        </p:txBody>
      </p:sp>
      <p:sp>
        <p:nvSpPr>
          <p:cNvPr id="8" name="slot:context"/>
          <p:cNvSpPr txBox="1"/>
          <p:nvPr/>
        </p:nvSpPr>
        <p:spPr>
          <a:xfrm>
            <a:off x="621792" y="1490472"/>
            <a:ext cx="10927080" cy="502920"/>
          </a:xfrm>
          <a:prstGeom prst="rect">
            <a:avLst/>
          </a:prstGeom>
          <a:noFill/>
        </p:spPr>
        <p:txBody>
          <a:bodyPr wrap="square"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架空の社内調査。運用条件を整理した所見であり、効果を実証したものではない。</a:t>
            </a:r>
          </a:p>
        </p:txBody>
      </p:sp>
      <p:sp>
        <p:nvSpPr>
          <p:cNvPr id="9" name="decor:3"/>
          <p:cNvSpPr/>
          <p:nvPr/>
        </p:nvSpPr>
        <p:spPr>
          <a:xfrm>
            <a:off x="603504" y="2139696"/>
            <a:ext cx="10972800" cy="1828800"/>
          </a:xfrm>
          <a:prstGeom prst="rect">
            <a:avLst/>
          </a:prstGeom>
          <a:solidFill>
            <a:srgbClr val="FFFFFF"/>
          </a:solidFill>
          <a:ln w="889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lot:a_heading"/>
          <p:cNvSpPr txBox="1"/>
          <p:nvPr/>
        </p:nvSpPr>
        <p:spPr>
          <a:xfrm>
            <a:off x="832104" y="2176272"/>
            <a:ext cx="10332720" cy="457200"/>
          </a:xfrm>
          <a:prstGeom prst="rect">
            <a:avLst/>
          </a:prstGeom>
          <a:noFill/>
        </p:spPr>
        <p:txBody>
          <a:bodyPr wrap="square" lIns="18288" rIns="18288" tIns="13716" bIns="13716">
            <a:noAutofit/>
          </a:bodyPr>
          <a:lstStyle/>
          <a:p>
            <a:pPr hangingPunct="0" eaLnBrk="1" latinLnBrk="0">
              <a:lnSpc>
                <a:spcPts val="2875"/>
              </a:lnSpc>
              <a:spcBef>
                <a:spcPts val="0"/>
              </a:spcBef>
              <a:spcAft>
                <a:spcPts val="0"/>
              </a:spcAft>
              <a:defRPr lang="ja-JP" sz="2300" b="1">
                <a:solidFill>
                  <a:srgbClr val="087E83"/>
                </a:solidFill>
                <a:latin typeface="Yu Gothic"/>
                <a:ea typeface="Yu Gothic"/>
                <a:cs typeface="Yu Gothic"/>
              </a:defRPr>
            </a:pPr>
            <a:r>
              <a:rPr lang="ja-JP" sz="2300" b="1">
                <a:solidFill>
                  <a:srgbClr val="087E83"/>
                </a:solidFill>
                <a:latin typeface="Yu Gothic"/>
                <a:ea typeface="Yu Gothic"/>
                <a:cs typeface="Yu Gothic"/>
              </a:rPr>
              <a:t>集約型</a:t>
            </a:r>
          </a:p>
        </p:txBody>
      </p:sp>
      <p:sp>
        <p:nvSpPr>
          <p:cNvPr id="11" name="slot:a_axis_1"/>
          <p:cNvSpPr txBox="1"/>
          <p:nvPr/>
        </p:nvSpPr>
        <p:spPr>
          <a:xfrm>
            <a:off x="841248" y="2642615"/>
            <a:ext cx="5074920" cy="256032"/>
          </a:xfrm>
          <a:prstGeom prst="rect">
            <a:avLst/>
          </a:prstGeom>
          <a:noFill/>
        </p:spPr>
        <p:txBody>
          <a:bodyPr wrap="square" lIns="18288" rIns="18288" tIns="13716" bIns="13716">
            <a:noAutofit/>
          </a:bodyPr>
          <a:lstStyle/>
          <a:p>
            <a:pPr hangingPunct="0" eaLnBrk="1" latinLnBrk="0">
              <a:lnSpc>
                <a:spcPts val="1750"/>
              </a:lnSpc>
              <a:spcBef>
                <a:spcPts val="0"/>
              </a:spcBef>
              <a:spcAft>
                <a:spcPts val="0"/>
              </a:spcAft>
              <a:defRPr lang="ja-JP" sz="1400" b="1">
                <a:solidFill>
                  <a:srgbClr val="566777"/>
                </a:solidFill>
                <a:latin typeface="Yu Gothic"/>
                <a:ea typeface="Yu Gothic"/>
                <a:cs typeface="Yu Gothic"/>
              </a:defRPr>
            </a:pPr>
            <a:r>
              <a:rPr lang="ja-JP" sz="1400" b="1">
                <a:solidFill>
                  <a:srgbClr val="566777"/>
                </a:solidFill>
                <a:latin typeface="Yu Gothic"/>
                <a:ea typeface="Yu Gothic"/>
                <a:cs typeface="Yu Gothic"/>
              </a:rPr>
              <a:t>検索上の特徴</a:t>
            </a:r>
          </a:p>
        </p:txBody>
      </p:sp>
      <p:sp>
        <p:nvSpPr>
          <p:cNvPr id="12" name="slot:a_point_1"/>
          <p:cNvSpPr txBox="1"/>
          <p:nvPr/>
        </p:nvSpPr>
        <p:spPr>
          <a:xfrm>
            <a:off x="841248" y="2926079"/>
            <a:ext cx="5074920" cy="1014984"/>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0">
                <a:solidFill>
                  <a:srgbClr val="213547"/>
                </a:solidFill>
                <a:latin typeface="Yu Gothic"/>
                <a:ea typeface="Yu Gothic"/>
                <a:cs typeface="Yu Gothic"/>
              </a:defRPr>
            </a:pPr>
            <a:r>
              <a:rPr lang="ja-JP" sz="2000" b="0">
                <a:solidFill>
                  <a:srgbClr val="213547"/>
                </a:solidFill>
                <a:latin typeface="Yu Gothic"/>
                <a:ea typeface="Yu Gothic"/>
                <a:cs typeface="Yu Gothic"/>
              </a:rPr>
              <a:t>入口を統一し、部署をまたぐ検索をしやすくする。</a:t>
            </a:r>
          </a:p>
        </p:txBody>
      </p:sp>
      <p:sp>
        <p:nvSpPr>
          <p:cNvPr id="13" name="slot:a_axis_2"/>
          <p:cNvSpPr txBox="1"/>
          <p:nvPr/>
        </p:nvSpPr>
        <p:spPr>
          <a:xfrm>
            <a:off x="6281928" y="2642615"/>
            <a:ext cx="5074920" cy="256032"/>
          </a:xfrm>
          <a:prstGeom prst="rect">
            <a:avLst/>
          </a:prstGeom>
          <a:noFill/>
        </p:spPr>
        <p:txBody>
          <a:bodyPr wrap="square" lIns="18288" rIns="18288" tIns="13716" bIns="13716">
            <a:noAutofit/>
          </a:bodyPr>
          <a:lstStyle/>
          <a:p>
            <a:pPr hangingPunct="0" eaLnBrk="1" latinLnBrk="0">
              <a:lnSpc>
                <a:spcPts val="1750"/>
              </a:lnSpc>
              <a:spcBef>
                <a:spcPts val="0"/>
              </a:spcBef>
              <a:spcAft>
                <a:spcPts val="0"/>
              </a:spcAft>
              <a:defRPr lang="ja-JP" sz="1400" b="1">
                <a:solidFill>
                  <a:srgbClr val="566777"/>
                </a:solidFill>
                <a:latin typeface="Yu Gothic"/>
                <a:ea typeface="Yu Gothic"/>
                <a:cs typeface="Yu Gothic"/>
              </a:defRPr>
            </a:pPr>
            <a:r>
              <a:rPr lang="ja-JP" sz="1400" b="1">
                <a:solidFill>
                  <a:srgbClr val="566777"/>
                </a:solidFill>
                <a:latin typeface="Yu Gothic"/>
                <a:ea typeface="Yu Gothic"/>
                <a:cs typeface="Yu Gothic"/>
              </a:rPr>
              <a:t>運用上の注意</a:t>
            </a:r>
          </a:p>
        </p:txBody>
      </p:sp>
      <p:sp>
        <p:nvSpPr>
          <p:cNvPr id="14" name="slot:a_point_2"/>
          <p:cNvSpPr txBox="1"/>
          <p:nvPr/>
        </p:nvSpPr>
        <p:spPr>
          <a:xfrm>
            <a:off x="6281928" y="2926079"/>
            <a:ext cx="5074920" cy="1014984"/>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0">
                <a:solidFill>
                  <a:srgbClr val="213547"/>
                </a:solidFill>
                <a:latin typeface="Yu Gothic"/>
                <a:ea typeface="Yu Gothic"/>
                <a:cs typeface="Yu Gothic"/>
              </a:defRPr>
            </a:pPr>
            <a:r>
              <a:rPr lang="ja-JP" sz="2000" b="0">
                <a:solidFill>
                  <a:srgbClr val="213547"/>
                </a:solidFill>
                <a:latin typeface="Yu Gothic"/>
                <a:ea typeface="Yu Gothic"/>
                <a:cs typeface="Yu Gothic"/>
              </a:rPr>
              <a:t>更新作業が担当者に集中するため、確認待ちの滞留に注意する。</a:t>
            </a:r>
          </a:p>
        </p:txBody>
      </p:sp>
      <p:sp>
        <p:nvSpPr>
          <p:cNvPr id="15" name="decor:4"/>
          <p:cNvSpPr/>
          <p:nvPr/>
        </p:nvSpPr>
        <p:spPr>
          <a:xfrm>
            <a:off x="603504" y="4169664"/>
            <a:ext cx="10972800" cy="1828800"/>
          </a:xfrm>
          <a:prstGeom prst="rect">
            <a:avLst/>
          </a:prstGeom>
          <a:solidFill>
            <a:srgbClr val="FFFFFF"/>
          </a:solidFill>
          <a:ln w="889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lot:b_heading"/>
          <p:cNvSpPr txBox="1"/>
          <p:nvPr/>
        </p:nvSpPr>
        <p:spPr>
          <a:xfrm>
            <a:off x="832104" y="4206240"/>
            <a:ext cx="10332720" cy="457200"/>
          </a:xfrm>
          <a:prstGeom prst="rect">
            <a:avLst/>
          </a:prstGeom>
          <a:noFill/>
        </p:spPr>
        <p:txBody>
          <a:bodyPr wrap="square" lIns="18288" rIns="18288" tIns="13716" bIns="13716">
            <a:noAutofit/>
          </a:bodyPr>
          <a:lstStyle/>
          <a:p>
            <a:pPr hangingPunct="0" eaLnBrk="1" latinLnBrk="0">
              <a:lnSpc>
                <a:spcPts val="2875"/>
              </a:lnSpc>
              <a:spcBef>
                <a:spcPts val="0"/>
              </a:spcBef>
              <a:spcAft>
                <a:spcPts val="0"/>
              </a:spcAft>
              <a:defRPr lang="ja-JP" sz="2300" b="1">
                <a:solidFill>
                  <a:srgbClr val="087E83"/>
                </a:solidFill>
                <a:latin typeface="Yu Gothic"/>
                <a:ea typeface="Yu Gothic"/>
                <a:cs typeface="Yu Gothic"/>
              </a:defRPr>
            </a:pPr>
            <a:r>
              <a:rPr lang="ja-JP" sz="2300" b="1">
                <a:solidFill>
                  <a:srgbClr val="087E83"/>
                </a:solidFill>
                <a:latin typeface="Yu Gothic"/>
                <a:ea typeface="Yu Gothic"/>
                <a:cs typeface="Yu Gothic"/>
              </a:rPr>
              <a:t>分散型</a:t>
            </a:r>
          </a:p>
        </p:txBody>
      </p:sp>
      <p:sp>
        <p:nvSpPr>
          <p:cNvPr id="17" name="slot:b_axis_1"/>
          <p:cNvSpPr txBox="1"/>
          <p:nvPr/>
        </p:nvSpPr>
        <p:spPr>
          <a:xfrm>
            <a:off x="841248" y="4672584"/>
            <a:ext cx="5074920" cy="256032"/>
          </a:xfrm>
          <a:prstGeom prst="rect">
            <a:avLst/>
          </a:prstGeom>
          <a:noFill/>
        </p:spPr>
        <p:txBody>
          <a:bodyPr wrap="square" lIns="18288" rIns="18288" tIns="13716" bIns="13716">
            <a:noAutofit/>
          </a:bodyPr>
          <a:lstStyle/>
          <a:p>
            <a:pPr hangingPunct="0" eaLnBrk="1" latinLnBrk="0">
              <a:lnSpc>
                <a:spcPts val="1750"/>
              </a:lnSpc>
              <a:spcBef>
                <a:spcPts val="0"/>
              </a:spcBef>
              <a:spcAft>
                <a:spcPts val="0"/>
              </a:spcAft>
              <a:defRPr lang="ja-JP" sz="1400" b="1">
                <a:solidFill>
                  <a:srgbClr val="566777"/>
                </a:solidFill>
                <a:latin typeface="Yu Gothic"/>
                <a:ea typeface="Yu Gothic"/>
                <a:cs typeface="Yu Gothic"/>
              </a:defRPr>
            </a:pPr>
            <a:r>
              <a:rPr lang="ja-JP" sz="1400" b="1">
                <a:solidFill>
                  <a:srgbClr val="566777"/>
                </a:solidFill>
                <a:latin typeface="Yu Gothic"/>
                <a:ea typeface="Yu Gothic"/>
                <a:cs typeface="Yu Gothic"/>
              </a:rPr>
              <a:t>検索上の特徴</a:t>
            </a:r>
          </a:p>
        </p:txBody>
      </p:sp>
      <p:sp>
        <p:nvSpPr>
          <p:cNvPr id="18" name="slot:b_point_1"/>
          <p:cNvSpPr txBox="1"/>
          <p:nvPr/>
        </p:nvSpPr>
        <p:spPr>
          <a:xfrm>
            <a:off x="841248" y="4956048"/>
            <a:ext cx="5074920" cy="1014984"/>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0">
                <a:solidFill>
                  <a:srgbClr val="213547"/>
                </a:solidFill>
                <a:latin typeface="Yu Gothic"/>
                <a:ea typeface="Yu Gothic"/>
                <a:cs typeface="Yu Gothic"/>
              </a:defRPr>
            </a:pPr>
            <a:r>
              <a:rPr lang="ja-JP" sz="2000" b="0">
                <a:solidFill>
                  <a:srgbClr val="213547"/>
                </a:solidFill>
                <a:latin typeface="Yu Gothic"/>
                <a:ea typeface="Yu Gothic"/>
                <a:cs typeface="Yu Gothic"/>
              </a:rPr>
              <a:t>各部署が原文を管理し、専門用語や例外の説明を保ちやすい。</a:t>
            </a:r>
          </a:p>
        </p:txBody>
      </p:sp>
      <p:sp>
        <p:nvSpPr>
          <p:cNvPr id="19" name="slot:b_axis_2"/>
          <p:cNvSpPr txBox="1"/>
          <p:nvPr/>
        </p:nvSpPr>
        <p:spPr>
          <a:xfrm>
            <a:off x="6281928" y="4672584"/>
            <a:ext cx="5074920" cy="256032"/>
          </a:xfrm>
          <a:prstGeom prst="rect">
            <a:avLst/>
          </a:prstGeom>
          <a:noFill/>
        </p:spPr>
        <p:txBody>
          <a:bodyPr wrap="square" lIns="18288" rIns="18288" tIns="13716" bIns="13716">
            <a:noAutofit/>
          </a:bodyPr>
          <a:lstStyle/>
          <a:p>
            <a:pPr hangingPunct="0" eaLnBrk="1" latinLnBrk="0">
              <a:lnSpc>
                <a:spcPts val="1750"/>
              </a:lnSpc>
              <a:spcBef>
                <a:spcPts val="0"/>
              </a:spcBef>
              <a:spcAft>
                <a:spcPts val="0"/>
              </a:spcAft>
              <a:defRPr lang="ja-JP" sz="1400" b="1">
                <a:solidFill>
                  <a:srgbClr val="566777"/>
                </a:solidFill>
                <a:latin typeface="Yu Gothic"/>
                <a:ea typeface="Yu Gothic"/>
                <a:cs typeface="Yu Gothic"/>
              </a:defRPr>
            </a:pPr>
            <a:r>
              <a:rPr lang="ja-JP" sz="1400" b="1">
                <a:solidFill>
                  <a:srgbClr val="566777"/>
                </a:solidFill>
                <a:latin typeface="Yu Gothic"/>
                <a:ea typeface="Yu Gothic"/>
                <a:cs typeface="Yu Gothic"/>
              </a:rPr>
              <a:t>運用上の注意</a:t>
            </a:r>
          </a:p>
        </p:txBody>
      </p:sp>
      <p:sp>
        <p:nvSpPr>
          <p:cNvPr id="20" name="slot:b_point_2"/>
          <p:cNvSpPr txBox="1"/>
          <p:nvPr/>
        </p:nvSpPr>
        <p:spPr>
          <a:xfrm>
            <a:off x="6281928" y="4956048"/>
            <a:ext cx="5074920" cy="1014984"/>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0">
                <a:solidFill>
                  <a:srgbClr val="213547"/>
                </a:solidFill>
                <a:latin typeface="Yu Gothic"/>
                <a:ea typeface="Yu Gothic"/>
                <a:cs typeface="Yu Gothic"/>
              </a:defRPr>
            </a:pPr>
            <a:r>
              <a:rPr lang="ja-JP" sz="2000" b="0">
                <a:solidFill>
                  <a:srgbClr val="213547"/>
                </a:solidFill>
                <a:latin typeface="Yu Gothic"/>
                <a:ea typeface="Yu Gothic"/>
                <a:cs typeface="Yu Gothic"/>
              </a:rPr>
              <a:t>横断検索には共通の索引が必要。部署ごとの分類の違いを整理する。</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公開レイアウト見本</a:t>
            </a:r>
          </a:p>
        </p:txBody>
      </p:sp>
      <p:sp>
        <p:nvSpPr>
          <p:cNvPr id="4" name="meta:page"/>
          <p:cNvSpPr txBox="1"/>
          <p:nvPr/>
        </p:nvSpPr>
        <p:spPr>
          <a:xfrm>
            <a:off x="10972800" y="6391656"/>
            <a:ext cx="621792" cy="274320"/>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41</a:t>
            </a:r>
          </a:p>
        </p:txBody>
      </p:sp>
      <p:sp>
        <p:nvSpPr>
          <p:cNvPr id="5" name="meta:footer"/>
          <p:cNvSpPr txBox="1"/>
          <p:nvPr/>
        </p:nvSpPr>
        <p:spPr>
          <a:xfrm>
            <a:off x="603504" y="6419088"/>
            <a:ext cx="9601200" cy="237744"/>
          </a:xfrm>
          <a:prstGeom prst="rect">
            <a:avLst/>
          </a:prstGeom>
          <a:noFill/>
        </p:spPr>
        <p:txBody>
          <a:bodyPr wrap="square"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slide-layout-agent</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社内ナレッジを探しやすくする条件</a:t>
            </a:r>
          </a:p>
        </p:txBody>
      </p:sp>
      <p:sp>
        <p:nvSpPr>
          <p:cNvPr id="8" name="slot:context"/>
          <p:cNvSpPr txBox="1"/>
          <p:nvPr/>
        </p:nvSpPr>
        <p:spPr>
          <a:xfrm>
            <a:off x="621792" y="1490472"/>
            <a:ext cx="10927080" cy="502920"/>
          </a:xfrm>
          <a:prstGeom prst="rect">
            <a:avLst/>
          </a:prstGeom>
          <a:noFill/>
        </p:spPr>
        <p:txBody>
          <a:bodyPr wrap="square"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架空の社内調査。運用条件を整理した所見であり、効果を実証したものではない。</a:t>
            </a:r>
          </a:p>
        </p:txBody>
      </p:sp>
      <p:sp>
        <p:nvSpPr>
          <p:cNvPr id="9" name="decor:3"/>
          <p:cNvSpPr/>
          <p:nvPr/>
        </p:nvSpPr>
        <p:spPr>
          <a:xfrm>
            <a:off x="603504" y="2139696"/>
            <a:ext cx="10972800" cy="1828800"/>
          </a:xfrm>
          <a:prstGeom prst="rect">
            <a:avLst/>
          </a:prstGeom>
          <a:solidFill>
            <a:srgbClr val="FFFFFF"/>
          </a:solidFill>
          <a:ln w="889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lot:a_heading"/>
          <p:cNvSpPr txBox="1"/>
          <p:nvPr/>
        </p:nvSpPr>
        <p:spPr>
          <a:xfrm>
            <a:off x="832104" y="2276856"/>
            <a:ext cx="2194560" cy="457200"/>
          </a:xfrm>
          <a:prstGeom prst="rect">
            <a:avLst/>
          </a:prstGeom>
          <a:noFill/>
        </p:spPr>
        <p:txBody>
          <a:bodyPr wrap="square" lIns="18288" rIns="18288" tIns="13716" bIns="13716">
            <a:noAutofit/>
          </a:bodyPr>
          <a:lstStyle/>
          <a:p>
            <a:pPr hangingPunct="0" eaLnBrk="1" latinLnBrk="0">
              <a:lnSpc>
                <a:spcPts val="2875"/>
              </a:lnSpc>
              <a:spcBef>
                <a:spcPts val="0"/>
              </a:spcBef>
              <a:spcAft>
                <a:spcPts val="0"/>
              </a:spcAft>
              <a:defRPr lang="ja-JP" sz="2300" b="1">
                <a:solidFill>
                  <a:srgbClr val="087E83"/>
                </a:solidFill>
                <a:latin typeface="Yu Gothic"/>
                <a:ea typeface="Yu Gothic"/>
                <a:cs typeface="Yu Gothic"/>
              </a:defRPr>
            </a:pPr>
            <a:r>
              <a:rPr lang="ja-JP" sz="2300" b="1">
                <a:solidFill>
                  <a:srgbClr val="087E83"/>
                </a:solidFill>
                <a:latin typeface="Yu Gothic"/>
                <a:ea typeface="Yu Gothic"/>
                <a:cs typeface="Yu Gothic"/>
              </a:rPr>
              <a:t>集約型</a:t>
            </a:r>
          </a:p>
        </p:txBody>
      </p:sp>
      <p:sp>
        <p:nvSpPr>
          <p:cNvPr id="11" name="slot:a_axis_1"/>
          <p:cNvSpPr txBox="1"/>
          <p:nvPr/>
        </p:nvSpPr>
        <p:spPr>
          <a:xfrm>
            <a:off x="3291840" y="2267712"/>
            <a:ext cx="3675887" cy="256032"/>
          </a:xfrm>
          <a:prstGeom prst="rect">
            <a:avLst/>
          </a:prstGeom>
          <a:noFill/>
        </p:spPr>
        <p:txBody>
          <a:bodyPr wrap="square" lIns="18288" rIns="18288" tIns="13716" bIns="13716">
            <a:noAutofit/>
          </a:bodyPr>
          <a:lstStyle/>
          <a:p>
            <a:pPr hangingPunct="0" eaLnBrk="1" latinLnBrk="0">
              <a:lnSpc>
                <a:spcPts val="1750"/>
              </a:lnSpc>
              <a:spcBef>
                <a:spcPts val="0"/>
              </a:spcBef>
              <a:spcAft>
                <a:spcPts val="0"/>
              </a:spcAft>
              <a:defRPr lang="ja-JP" sz="1400" b="1">
                <a:solidFill>
                  <a:srgbClr val="566777"/>
                </a:solidFill>
                <a:latin typeface="Yu Gothic"/>
                <a:ea typeface="Yu Gothic"/>
                <a:cs typeface="Yu Gothic"/>
              </a:defRPr>
            </a:pPr>
            <a:r>
              <a:rPr lang="ja-JP" sz="1400" b="1">
                <a:solidFill>
                  <a:srgbClr val="566777"/>
                </a:solidFill>
                <a:latin typeface="Yu Gothic"/>
                <a:ea typeface="Yu Gothic"/>
                <a:cs typeface="Yu Gothic"/>
              </a:rPr>
              <a:t>検索上の特徴</a:t>
            </a:r>
          </a:p>
        </p:txBody>
      </p:sp>
      <p:sp>
        <p:nvSpPr>
          <p:cNvPr id="12" name="slot:a_point_1"/>
          <p:cNvSpPr txBox="1"/>
          <p:nvPr/>
        </p:nvSpPr>
        <p:spPr>
          <a:xfrm>
            <a:off x="3291840" y="2624328"/>
            <a:ext cx="3675887" cy="1252728"/>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0">
                <a:solidFill>
                  <a:srgbClr val="213547"/>
                </a:solidFill>
                <a:latin typeface="Yu Gothic"/>
                <a:ea typeface="Yu Gothic"/>
                <a:cs typeface="Yu Gothic"/>
              </a:defRPr>
            </a:pPr>
            <a:r>
              <a:rPr lang="ja-JP" sz="2000" b="0">
                <a:solidFill>
                  <a:srgbClr val="213547"/>
                </a:solidFill>
                <a:latin typeface="Yu Gothic"/>
                <a:ea typeface="Yu Gothic"/>
                <a:cs typeface="Yu Gothic"/>
              </a:rPr>
              <a:t>入口を統一し、部署をまたぐ検索をしやすくする。</a:t>
            </a:r>
          </a:p>
        </p:txBody>
      </p:sp>
      <p:sp>
        <p:nvSpPr>
          <p:cNvPr id="13" name="slot:a_axis_2"/>
          <p:cNvSpPr txBox="1"/>
          <p:nvPr/>
        </p:nvSpPr>
        <p:spPr>
          <a:xfrm>
            <a:off x="7315200" y="2267712"/>
            <a:ext cx="3675887" cy="256032"/>
          </a:xfrm>
          <a:prstGeom prst="rect">
            <a:avLst/>
          </a:prstGeom>
          <a:noFill/>
        </p:spPr>
        <p:txBody>
          <a:bodyPr wrap="square" lIns="18288" rIns="18288" tIns="13716" bIns="13716">
            <a:noAutofit/>
          </a:bodyPr>
          <a:lstStyle/>
          <a:p>
            <a:pPr hangingPunct="0" eaLnBrk="1" latinLnBrk="0">
              <a:lnSpc>
                <a:spcPts val="1750"/>
              </a:lnSpc>
              <a:spcBef>
                <a:spcPts val="0"/>
              </a:spcBef>
              <a:spcAft>
                <a:spcPts val="0"/>
              </a:spcAft>
              <a:defRPr lang="ja-JP" sz="1400" b="1">
                <a:solidFill>
                  <a:srgbClr val="566777"/>
                </a:solidFill>
                <a:latin typeface="Yu Gothic"/>
                <a:ea typeface="Yu Gothic"/>
                <a:cs typeface="Yu Gothic"/>
              </a:defRPr>
            </a:pPr>
            <a:r>
              <a:rPr lang="ja-JP" sz="1400" b="1">
                <a:solidFill>
                  <a:srgbClr val="566777"/>
                </a:solidFill>
                <a:latin typeface="Yu Gothic"/>
                <a:ea typeface="Yu Gothic"/>
                <a:cs typeface="Yu Gothic"/>
              </a:rPr>
              <a:t>運用上の注意</a:t>
            </a:r>
          </a:p>
        </p:txBody>
      </p:sp>
      <p:sp>
        <p:nvSpPr>
          <p:cNvPr id="14" name="slot:a_point_2"/>
          <p:cNvSpPr txBox="1"/>
          <p:nvPr/>
        </p:nvSpPr>
        <p:spPr>
          <a:xfrm>
            <a:off x="7315200" y="2624328"/>
            <a:ext cx="3675887" cy="1252728"/>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0">
                <a:solidFill>
                  <a:srgbClr val="213547"/>
                </a:solidFill>
                <a:latin typeface="Yu Gothic"/>
                <a:ea typeface="Yu Gothic"/>
                <a:cs typeface="Yu Gothic"/>
              </a:defRPr>
            </a:pPr>
            <a:r>
              <a:rPr lang="ja-JP" sz="2000" b="0">
                <a:solidFill>
                  <a:srgbClr val="213547"/>
                </a:solidFill>
                <a:latin typeface="Yu Gothic"/>
                <a:ea typeface="Yu Gothic"/>
                <a:cs typeface="Yu Gothic"/>
              </a:rPr>
              <a:t>更新作業が担当者に集中するため、確認待ちの滞留に注意する。</a:t>
            </a:r>
          </a:p>
        </p:txBody>
      </p:sp>
      <p:sp>
        <p:nvSpPr>
          <p:cNvPr id="15" name="decor:4"/>
          <p:cNvSpPr/>
          <p:nvPr/>
        </p:nvSpPr>
        <p:spPr>
          <a:xfrm>
            <a:off x="603504" y="4169664"/>
            <a:ext cx="10972800" cy="1828800"/>
          </a:xfrm>
          <a:prstGeom prst="rect">
            <a:avLst/>
          </a:prstGeom>
          <a:solidFill>
            <a:srgbClr val="FFFFFF"/>
          </a:solidFill>
          <a:ln w="889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lot:b_heading"/>
          <p:cNvSpPr txBox="1"/>
          <p:nvPr/>
        </p:nvSpPr>
        <p:spPr>
          <a:xfrm>
            <a:off x="832104" y="4306824"/>
            <a:ext cx="2194560" cy="457200"/>
          </a:xfrm>
          <a:prstGeom prst="rect">
            <a:avLst/>
          </a:prstGeom>
          <a:noFill/>
        </p:spPr>
        <p:txBody>
          <a:bodyPr wrap="square" lIns="18288" rIns="18288" tIns="13716" bIns="13716">
            <a:noAutofit/>
          </a:bodyPr>
          <a:lstStyle/>
          <a:p>
            <a:pPr hangingPunct="0" eaLnBrk="1" latinLnBrk="0">
              <a:lnSpc>
                <a:spcPts val="2875"/>
              </a:lnSpc>
              <a:spcBef>
                <a:spcPts val="0"/>
              </a:spcBef>
              <a:spcAft>
                <a:spcPts val="0"/>
              </a:spcAft>
              <a:defRPr lang="ja-JP" sz="2300" b="1">
                <a:solidFill>
                  <a:srgbClr val="087E83"/>
                </a:solidFill>
                <a:latin typeface="Yu Gothic"/>
                <a:ea typeface="Yu Gothic"/>
                <a:cs typeface="Yu Gothic"/>
              </a:defRPr>
            </a:pPr>
            <a:r>
              <a:rPr lang="ja-JP" sz="2300" b="1">
                <a:solidFill>
                  <a:srgbClr val="087E83"/>
                </a:solidFill>
                <a:latin typeface="Yu Gothic"/>
                <a:ea typeface="Yu Gothic"/>
                <a:cs typeface="Yu Gothic"/>
              </a:rPr>
              <a:t>分散型</a:t>
            </a:r>
          </a:p>
        </p:txBody>
      </p:sp>
      <p:sp>
        <p:nvSpPr>
          <p:cNvPr id="17" name="slot:b_axis_1"/>
          <p:cNvSpPr txBox="1"/>
          <p:nvPr/>
        </p:nvSpPr>
        <p:spPr>
          <a:xfrm>
            <a:off x="3291840" y="4297680"/>
            <a:ext cx="3675887" cy="256032"/>
          </a:xfrm>
          <a:prstGeom prst="rect">
            <a:avLst/>
          </a:prstGeom>
          <a:noFill/>
        </p:spPr>
        <p:txBody>
          <a:bodyPr wrap="square" lIns="18288" rIns="18288" tIns="13716" bIns="13716">
            <a:noAutofit/>
          </a:bodyPr>
          <a:lstStyle/>
          <a:p>
            <a:pPr hangingPunct="0" eaLnBrk="1" latinLnBrk="0">
              <a:lnSpc>
                <a:spcPts val="1750"/>
              </a:lnSpc>
              <a:spcBef>
                <a:spcPts val="0"/>
              </a:spcBef>
              <a:spcAft>
                <a:spcPts val="0"/>
              </a:spcAft>
              <a:defRPr lang="ja-JP" sz="1400" b="1">
                <a:solidFill>
                  <a:srgbClr val="566777"/>
                </a:solidFill>
                <a:latin typeface="Yu Gothic"/>
                <a:ea typeface="Yu Gothic"/>
                <a:cs typeface="Yu Gothic"/>
              </a:defRPr>
            </a:pPr>
            <a:r>
              <a:rPr lang="ja-JP" sz="1400" b="1">
                <a:solidFill>
                  <a:srgbClr val="566777"/>
                </a:solidFill>
                <a:latin typeface="Yu Gothic"/>
                <a:ea typeface="Yu Gothic"/>
                <a:cs typeface="Yu Gothic"/>
              </a:rPr>
              <a:t>検索上の特徴</a:t>
            </a:r>
          </a:p>
        </p:txBody>
      </p:sp>
      <p:sp>
        <p:nvSpPr>
          <p:cNvPr id="18" name="slot:b_point_1"/>
          <p:cNvSpPr txBox="1"/>
          <p:nvPr/>
        </p:nvSpPr>
        <p:spPr>
          <a:xfrm>
            <a:off x="3291840" y="4654296"/>
            <a:ext cx="3675887" cy="1252728"/>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0">
                <a:solidFill>
                  <a:srgbClr val="213547"/>
                </a:solidFill>
                <a:latin typeface="Yu Gothic"/>
                <a:ea typeface="Yu Gothic"/>
                <a:cs typeface="Yu Gothic"/>
              </a:defRPr>
            </a:pPr>
            <a:r>
              <a:rPr lang="ja-JP" sz="2000" b="0">
                <a:solidFill>
                  <a:srgbClr val="213547"/>
                </a:solidFill>
                <a:latin typeface="Yu Gothic"/>
                <a:ea typeface="Yu Gothic"/>
                <a:cs typeface="Yu Gothic"/>
              </a:rPr>
              <a:t>各部署が原文を管理し、専門用語や例外の説明を保ちやすい。</a:t>
            </a:r>
          </a:p>
        </p:txBody>
      </p:sp>
      <p:sp>
        <p:nvSpPr>
          <p:cNvPr id="19" name="slot:b_axis_2"/>
          <p:cNvSpPr txBox="1"/>
          <p:nvPr/>
        </p:nvSpPr>
        <p:spPr>
          <a:xfrm>
            <a:off x="7315200" y="4297680"/>
            <a:ext cx="3675887" cy="256032"/>
          </a:xfrm>
          <a:prstGeom prst="rect">
            <a:avLst/>
          </a:prstGeom>
          <a:noFill/>
        </p:spPr>
        <p:txBody>
          <a:bodyPr wrap="square" lIns="18288" rIns="18288" tIns="13716" bIns="13716">
            <a:noAutofit/>
          </a:bodyPr>
          <a:lstStyle/>
          <a:p>
            <a:pPr hangingPunct="0" eaLnBrk="1" latinLnBrk="0">
              <a:lnSpc>
                <a:spcPts val="1750"/>
              </a:lnSpc>
              <a:spcBef>
                <a:spcPts val="0"/>
              </a:spcBef>
              <a:spcAft>
                <a:spcPts val="0"/>
              </a:spcAft>
              <a:defRPr lang="ja-JP" sz="1400" b="1">
                <a:solidFill>
                  <a:srgbClr val="566777"/>
                </a:solidFill>
                <a:latin typeface="Yu Gothic"/>
                <a:ea typeface="Yu Gothic"/>
                <a:cs typeface="Yu Gothic"/>
              </a:defRPr>
            </a:pPr>
            <a:r>
              <a:rPr lang="ja-JP" sz="1400" b="1">
                <a:solidFill>
                  <a:srgbClr val="566777"/>
                </a:solidFill>
                <a:latin typeface="Yu Gothic"/>
                <a:ea typeface="Yu Gothic"/>
                <a:cs typeface="Yu Gothic"/>
              </a:rPr>
              <a:t>運用上の注意</a:t>
            </a:r>
          </a:p>
        </p:txBody>
      </p:sp>
      <p:sp>
        <p:nvSpPr>
          <p:cNvPr id="20" name="slot:b_point_2"/>
          <p:cNvSpPr txBox="1"/>
          <p:nvPr/>
        </p:nvSpPr>
        <p:spPr>
          <a:xfrm>
            <a:off x="7315200" y="4654296"/>
            <a:ext cx="3675887" cy="1252728"/>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0">
                <a:solidFill>
                  <a:srgbClr val="213547"/>
                </a:solidFill>
                <a:latin typeface="Yu Gothic"/>
                <a:ea typeface="Yu Gothic"/>
                <a:cs typeface="Yu Gothic"/>
              </a:defRPr>
            </a:pPr>
            <a:r>
              <a:rPr lang="ja-JP" sz="2000" b="0">
                <a:solidFill>
                  <a:srgbClr val="213547"/>
                </a:solidFill>
                <a:latin typeface="Yu Gothic"/>
                <a:ea typeface="Yu Gothic"/>
                <a:cs typeface="Yu Gothic"/>
              </a:rPr>
              <a:t>横断検索には共通の索引が必要。部署ごとの分類の違いを整理する。</a:t>
            </a:r>
          </a:p>
        </p:txBody>
      </p:sp>
      <p:sp>
        <p:nvSpPr>
          <p:cNvPr id="21" name="decor:5"/>
          <p:cNvSpPr/>
          <p:nvPr/>
        </p:nvSpPr>
        <p:spPr>
          <a:xfrm>
            <a:off x="7077456" y="2139696"/>
            <a:ext cx="22860" cy="3858768"/>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decor:6"/>
          <p:cNvSpPr/>
          <p:nvPr/>
        </p:nvSpPr>
        <p:spPr>
          <a:xfrm>
            <a:off x="3054096" y="2139696"/>
            <a:ext cx="22860" cy="3858768"/>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公開レイアウト見本</a:t>
            </a:r>
          </a:p>
        </p:txBody>
      </p:sp>
      <p:sp>
        <p:nvSpPr>
          <p:cNvPr id="4" name="meta:page"/>
          <p:cNvSpPr txBox="1"/>
          <p:nvPr/>
        </p:nvSpPr>
        <p:spPr>
          <a:xfrm>
            <a:off x="10972800" y="6391656"/>
            <a:ext cx="621792" cy="274320"/>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42</a:t>
            </a:r>
          </a:p>
        </p:txBody>
      </p:sp>
      <p:sp>
        <p:nvSpPr>
          <p:cNvPr id="5" name="meta:footer"/>
          <p:cNvSpPr txBox="1"/>
          <p:nvPr/>
        </p:nvSpPr>
        <p:spPr>
          <a:xfrm>
            <a:off x="603504" y="6419088"/>
            <a:ext cx="9601200" cy="237744"/>
          </a:xfrm>
          <a:prstGeom prst="rect">
            <a:avLst/>
          </a:prstGeom>
          <a:noFill/>
        </p:spPr>
        <p:txBody>
          <a:bodyPr wrap="square"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slide-layout-agent</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社内ナレッジを探しやすくする条件</a:t>
            </a:r>
          </a:p>
        </p:txBody>
      </p:sp>
      <p:sp>
        <p:nvSpPr>
          <p:cNvPr id="8" name="slot:context"/>
          <p:cNvSpPr txBox="1"/>
          <p:nvPr/>
        </p:nvSpPr>
        <p:spPr>
          <a:xfrm>
            <a:off x="621792" y="1490472"/>
            <a:ext cx="10927080" cy="502920"/>
          </a:xfrm>
          <a:prstGeom prst="rect">
            <a:avLst/>
          </a:prstGeom>
          <a:noFill/>
        </p:spPr>
        <p:txBody>
          <a:bodyPr wrap="square"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架空の社内調査。運用条件を整理した所見であり、効果を実証したものではない。</a:t>
            </a:r>
          </a:p>
        </p:txBody>
      </p:sp>
      <p:sp>
        <p:nvSpPr>
          <p:cNvPr id="9" name="static:sequence_0"/>
          <p:cNvSpPr txBox="1"/>
          <p:nvPr/>
        </p:nvSpPr>
        <p:spPr>
          <a:xfrm>
            <a:off x="603504" y="2249424"/>
            <a:ext cx="5330952" cy="356616"/>
          </a:xfrm>
          <a:prstGeom prst="rect">
            <a:avLst/>
          </a:prstGeom>
          <a:noFill/>
        </p:spPr>
        <p:txBody>
          <a:bodyPr wrap="square" lIns="18288" rIns="18288" tIns="13716" bIns="13716">
            <a:noAutofit/>
          </a:bodyPr>
          <a:lstStyle/>
          <a:p>
            <a:pPr hangingPunct="0" eaLnBrk="1" latinLnBrk="0">
              <a:lnSpc>
                <a:spcPts val="2125"/>
              </a:lnSpc>
              <a:spcBef>
                <a:spcPts val="0"/>
              </a:spcBef>
              <a:spcAft>
                <a:spcPts val="0"/>
              </a:spcAft>
              <a:defRPr lang="ja-JP" sz="1700" b="1">
                <a:solidFill>
                  <a:srgbClr val="087E83"/>
                </a:solidFill>
                <a:latin typeface="Yu Gothic"/>
                <a:ea typeface="Yu Gothic"/>
                <a:cs typeface="Yu Gothic"/>
              </a:defRPr>
            </a:pPr>
            <a:r>
              <a:rPr lang="ja-JP" sz="1700" b="1">
                <a:solidFill>
                  <a:srgbClr val="087E83"/>
                </a:solidFill>
                <a:latin typeface="Yu Gothic"/>
                <a:ea typeface="Yu Gothic"/>
                <a:cs typeface="Yu Gothic"/>
              </a:rPr>
              <a:t>01</a:t>
            </a:r>
          </a:p>
        </p:txBody>
      </p:sp>
      <p:sp>
        <p:nvSpPr>
          <p:cNvPr id="10" name="decor:3"/>
          <p:cNvSpPr/>
          <p:nvPr/>
        </p:nvSpPr>
        <p:spPr>
          <a:xfrm>
            <a:off x="603504" y="2734056"/>
            <a:ext cx="5330952" cy="36576"/>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lot:item_1_heading"/>
          <p:cNvSpPr txBox="1"/>
          <p:nvPr/>
        </p:nvSpPr>
        <p:spPr>
          <a:xfrm>
            <a:off x="603504" y="2907792"/>
            <a:ext cx="5330952" cy="777240"/>
          </a:xfrm>
          <a:prstGeom prst="rect">
            <a:avLst/>
          </a:prstGeom>
          <a:noFill/>
        </p:spPr>
        <p:txBody>
          <a:bodyPr wrap="square" lIns="18288" rIns="18288" tIns="13716" bIns="13716">
            <a:noAutofit/>
          </a:bodyPr>
          <a:lstStyle/>
          <a:p>
            <a:pPr hangingPunct="0" eaLnBrk="1" latinLnBrk="0">
              <a:lnSpc>
                <a:spcPts val="2625"/>
              </a:lnSpc>
              <a:spcBef>
                <a:spcPts val="0"/>
              </a:spcBef>
              <a:spcAft>
                <a:spcPts val="0"/>
              </a:spcAft>
              <a:defRPr lang="ja-JP" sz="2100" b="1">
                <a:solidFill>
                  <a:srgbClr val="213547"/>
                </a:solidFill>
                <a:latin typeface="Yu Gothic"/>
                <a:ea typeface="Yu Gothic"/>
                <a:cs typeface="Yu Gothic"/>
              </a:defRPr>
            </a:pPr>
            <a:r>
              <a:rPr lang="ja-JP" sz="2100" b="1">
                <a:solidFill>
                  <a:srgbClr val="213547"/>
                </a:solidFill>
                <a:latin typeface="Yu Gothic"/>
                <a:ea typeface="Yu Gothic"/>
                <a:cs typeface="Yu Gothic"/>
              </a:rPr>
              <a:t>検索入口を揃える</a:t>
            </a:r>
          </a:p>
        </p:txBody>
      </p:sp>
      <p:sp>
        <p:nvSpPr>
          <p:cNvPr id="12" name="slot:item_1_body"/>
          <p:cNvSpPr txBox="1"/>
          <p:nvPr/>
        </p:nvSpPr>
        <p:spPr>
          <a:xfrm>
            <a:off x="603504" y="3739896"/>
            <a:ext cx="5330952" cy="2011680"/>
          </a:xfrm>
          <a:prstGeom prst="rect">
            <a:avLst/>
          </a:prstGeom>
          <a:noFill/>
        </p:spPr>
        <p:txBody>
          <a:bodyPr wrap="square" lIns="18288" rIns="18288" tIns="13716" bIns="13716">
            <a:noAutofit/>
          </a:bodyPr>
          <a:lstStyle/>
          <a:p>
            <a:pPr hangingPunct="0" eaLnBrk="1" latinLnBrk="0">
              <a:lnSpc>
                <a:spcPts val="2375"/>
              </a:lnSpc>
              <a:spcBef>
                <a:spcPts val="0"/>
              </a:spcBef>
              <a:spcAft>
                <a:spcPts val="0"/>
              </a:spcAft>
              <a:defRPr lang="ja-JP" sz="1900" b="0">
                <a:solidFill>
                  <a:srgbClr val="213547"/>
                </a:solidFill>
                <a:latin typeface="Yu Gothic"/>
                <a:ea typeface="Yu Gothic"/>
                <a:cs typeface="Yu Gothic"/>
              </a:defRPr>
            </a:pPr>
            <a:r>
              <a:rPr lang="ja-JP" sz="1900" b="0">
                <a:solidFill>
                  <a:srgbClr val="213547"/>
                </a:solidFill>
                <a:latin typeface="Yu Gothic"/>
                <a:ea typeface="Yu Gothic"/>
                <a:cs typeface="Yu Gothic"/>
              </a:rPr>
              <a:t>用語を揃え、同じ資料へ辿れる入口を整える。</a:t>
            </a:r>
          </a:p>
        </p:txBody>
      </p:sp>
      <p:sp>
        <p:nvSpPr>
          <p:cNvPr id="13" name="static:sequence_1"/>
          <p:cNvSpPr txBox="1"/>
          <p:nvPr/>
        </p:nvSpPr>
        <p:spPr>
          <a:xfrm>
            <a:off x="6245352" y="2249424"/>
            <a:ext cx="5330952" cy="356616"/>
          </a:xfrm>
          <a:prstGeom prst="rect">
            <a:avLst/>
          </a:prstGeom>
          <a:noFill/>
        </p:spPr>
        <p:txBody>
          <a:bodyPr wrap="square" lIns="18288" rIns="18288" tIns="13716" bIns="13716">
            <a:noAutofit/>
          </a:bodyPr>
          <a:lstStyle/>
          <a:p>
            <a:pPr hangingPunct="0" eaLnBrk="1" latinLnBrk="0">
              <a:lnSpc>
                <a:spcPts val="2125"/>
              </a:lnSpc>
              <a:spcBef>
                <a:spcPts val="0"/>
              </a:spcBef>
              <a:spcAft>
                <a:spcPts val="0"/>
              </a:spcAft>
              <a:defRPr lang="ja-JP" sz="1700" b="1">
                <a:solidFill>
                  <a:srgbClr val="087E83"/>
                </a:solidFill>
                <a:latin typeface="Yu Gothic"/>
                <a:ea typeface="Yu Gothic"/>
                <a:cs typeface="Yu Gothic"/>
              </a:defRPr>
            </a:pPr>
            <a:r>
              <a:rPr lang="ja-JP" sz="1700" b="1">
                <a:solidFill>
                  <a:srgbClr val="087E83"/>
                </a:solidFill>
                <a:latin typeface="Yu Gothic"/>
                <a:ea typeface="Yu Gothic"/>
                <a:cs typeface="Yu Gothic"/>
              </a:rPr>
              <a:t>02</a:t>
            </a:r>
          </a:p>
        </p:txBody>
      </p:sp>
      <p:sp>
        <p:nvSpPr>
          <p:cNvPr id="14" name="decor:4"/>
          <p:cNvSpPr/>
          <p:nvPr/>
        </p:nvSpPr>
        <p:spPr>
          <a:xfrm>
            <a:off x="6245352" y="2734056"/>
            <a:ext cx="5330952" cy="36576"/>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slot:item_2_heading"/>
          <p:cNvSpPr txBox="1"/>
          <p:nvPr/>
        </p:nvSpPr>
        <p:spPr>
          <a:xfrm>
            <a:off x="6245352" y="2907792"/>
            <a:ext cx="5330952" cy="777240"/>
          </a:xfrm>
          <a:prstGeom prst="rect">
            <a:avLst/>
          </a:prstGeom>
          <a:noFill/>
        </p:spPr>
        <p:txBody>
          <a:bodyPr wrap="square" lIns="18288" rIns="18288" tIns="13716" bIns="13716">
            <a:noAutofit/>
          </a:bodyPr>
          <a:lstStyle/>
          <a:p>
            <a:pPr hangingPunct="0" eaLnBrk="1" latinLnBrk="0">
              <a:lnSpc>
                <a:spcPts val="2625"/>
              </a:lnSpc>
              <a:spcBef>
                <a:spcPts val="0"/>
              </a:spcBef>
              <a:spcAft>
                <a:spcPts val="0"/>
              </a:spcAft>
              <a:defRPr lang="ja-JP" sz="2100" b="1">
                <a:solidFill>
                  <a:srgbClr val="213547"/>
                </a:solidFill>
                <a:latin typeface="Yu Gothic"/>
                <a:ea typeface="Yu Gothic"/>
                <a:cs typeface="Yu Gothic"/>
              </a:defRPr>
            </a:pPr>
            <a:r>
              <a:rPr lang="ja-JP" sz="2100" b="1">
                <a:solidFill>
                  <a:srgbClr val="213547"/>
                </a:solidFill>
                <a:latin typeface="Yu Gothic"/>
                <a:ea typeface="Yu Gothic"/>
                <a:cs typeface="Yu Gothic"/>
              </a:rPr>
              <a:t>根拠まで辿れる</a:t>
            </a:r>
          </a:p>
        </p:txBody>
      </p:sp>
      <p:sp>
        <p:nvSpPr>
          <p:cNvPr id="16" name="slot:item_2_body"/>
          <p:cNvSpPr txBox="1"/>
          <p:nvPr/>
        </p:nvSpPr>
        <p:spPr>
          <a:xfrm>
            <a:off x="6245352" y="3739896"/>
            <a:ext cx="5330952" cy="2011680"/>
          </a:xfrm>
          <a:prstGeom prst="rect">
            <a:avLst/>
          </a:prstGeom>
          <a:noFill/>
        </p:spPr>
        <p:txBody>
          <a:bodyPr wrap="square" lIns="18288" rIns="18288" tIns="13716" bIns="13716">
            <a:noAutofit/>
          </a:bodyPr>
          <a:lstStyle/>
          <a:p>
            <a:pPr hangingPunct="0" eaLnBrk="1" latinLnBrk="0">
              <a:lnSpc>
                <a:spcPts val="2375"/>
              </a:lnSpc>
              <a:spcBef>
                <a:spcPts val="0"/>
              </a:spcBef>
              <a:spcAft>
                <a:spcPts val="0"/>
              </a:spcAft>
              <a:defRPr lang="ja-JP" sz="1900" b="0">
                <a:solidFill>
                  <a:srgbClr val="213547"/>
                </a:solidFill>
                <a:latin typeface="Yu Gothic"/>
                <a:ea typeface="Yu Gothic"/>
                <a:cs typeface="Yu Gothic"/>
              </a:defRPr>
            </a:pPr>
            <a:r>
              <a:rPr lang="ja-JP" sz="1900" b="0">
                <a:solidFill>
                  <a:srgbClr val="213547"/>
                </a:solidFill>
                <a:latin typeface="Yu Gothic"/>
                <a:ea typeface="Yu Gothic"/>
                <a:cs typeface="Yu Gothic"/>
              </a:rPr>
              <a:t>原文の条件と確認日を、要約とともに残す。</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公開レイアウト見本</a:t>
            </a:r>
          </a:p>
        </p:txBody>
      </p:sp>
      <p:sp>
        <p:nvSpPr>
          <p:cNvPr id="4" name="meta:page"/>
          <p:cNvSpPr txBox="1"/>
          <p:nvPr/>
        </p:nvSpPr>
        <p:spPr>
          <a:xfrm>
            <a:off x="10972800" y="6391656"/>
            <a:ext cx="621792" cy="274320"/>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43</a:t>
            </a:r>
          </a:p>
        </p:txBody>
      </p:sp>
      <p:sp>
        <p:nvSpPr>
          <p:cNvPr id="5" name="meta:footer"/>
          <p:cNvSpPr txBox="1"/>
          <p:nvPr/>
        </p:nvSpPr>
        <p:spPr>
          <a:xfrm>
            <a:off x="603504" y="6419088"/>
            <a:ext cx="9601200" cy="237744"/>
          </a:xfrm>
          <a:prstGeom prst="rect">
            <a:avLst/>
          </a:prstGeom>
          <a:noFill/>
        </p:spPr>
        <p:txBody>
          <a:bodyPr wrap="square"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slide-layout-agent</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社内ナレッジを探しやすくする条件</a:t>
            </a:r>
          </a:p>
        </p:txBody>
      </p:sp>
      <p:sp>
        <p:nvSpPr>
          <p:cNvPr id="8" name="slot:context"/>
          <p:cNvSpPr txBox="1"/>
          <p:nvPr/>
        </p:nvSpPr>
        <p:spPr>
          <a:xfrm>
            <a:off x="621792" y="1490472"/>
            <a:ext cx="10927080" cy="502920"/>
          </a:xfrm>
          <a:prstGeom prst="rect">
            <a:avLst/>
          </a:prstGeom>
          <a:noFill/>
        </p:spPr>
        <p:txBody>
          <a:bodyPr wrap="square"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架空の社内調査。運用条件を整理した所見であり、効果を実証したものではない。</a:t>
            </a:r>
          </a:p>
        </p:txBody>
      </p:sp>
      <p:sp>
        <p:nvSpPr>
          <p:cNvPr id="9" name="decor:3"/>
          <p:cNvSpPr/>
          <p:nvPr/>
        </p:nvSpPr>
        <p:spPr>
          <a:xfrm>
            <a:off x="859536" y="2295144"/>
            <a:ext cx="22860" cy="3566160"/>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ecor:4"/>
          <p:cNvSpPr/>
          <p:nvPr/>
        </p:nvSpPr>
        <p:spPr>
          <a:xfrm>
            <a:off x="1234440" y="4064508"/>
            <a:ext cx="102870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tatic:number_1"/>
          <p:cNvSpPr txBox="1"/>
          <p:nvPr/>
        </p:nvSpPr>
        <p:spPr>
          <a:xfrm>
            <a:off x="1234440" y="2167127"/>
            <a:ext cx="411480" cy="365760"/>
          </a:xfrm>
          <a:prstGeom prst="rect">
            <a:avLst/>
          </a:prstGeom>
          <a:noFill/>
        </p:spPr>
        <p:txBody>
          <a:bodyPr wrap="square" lIns="18288" rIns="18288" tIns="13716" bIns="13716">
            <a:noAutofit/>
          </a:bodyPr>
          <a:lstStyle/>
          <a:p>
            <a:pPr hangingPunct="0" eaLnBrk="1" latinLnBrk="0">
              <a:lnSpc>
                <a:spcPts val="2125"/>
              </a:lnSpc>
              <a:spcBef>
                <a:spcPts val="0"/>
              </a:spcBef>
              <a:spcAft>
                <a:spcPts val="0"/>
              </a:spcAft>
              <a:defRPr lang="ja-JP" sz="1700" b="1">
                <a:solidFill>
                  <a:srgbClr val="087E83"/>
                </a:solidFill>
                <a:latin typeface="Yu Gothic"/>
                <a:ea typeface="Yu Gothic"/>
                <a:cs typeface="Yu Gothic"/>
              </a:defRPr>
            </a:pPr>
            <a:r>
              <a:rPr lang="ja-JP" sz="1700" b="1">
                <a:solidFill>
                  <a:srgbClr val="087E83"/>
                </a:solidFill>
                <a:latin typeface="Yu Gothic"/>
                <a:ea typeface="Yu Gothic"/>
                <a:cs typeface="Yu Gothic"/>
              </a:rPr>
              <a:t>01</a:t>
            </a:r>
          </a:p>
        </p:txBody>
      </p:sp>
      <p:sp>
        <p:nvSpPr>
          <p:cNvPr id="12" name="slot:item_1_heading"/>
          <p:cNvSpPr txBox="1"/>
          <p:nvPr/>
        </p:nvSpPr>
        <p:spPr>
          <a:xfrm>
            <a:off x="1755648" y="2157984"/>
            <a:ext cx="2542032" cy="68580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検索入口を揃える</a:t>
            </a:r>
          </a:p>
        </p:txBody>
      </p:sp>
      <p:sp>
        <p:nvSpPr>
          <p:cNvPr id="13" name="slot:item_1_body"/>
          <p:cNvSpPr txBox="1"/>
          <p:nvPr/>
        </p:nvSpPr>
        <p:spPr>
          <a:xfrm>
            <a:off x="4507992" y="2157984"/>
            <a:ext cx="7013448" cy="1915668"/>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用語を揃え、同じ資料へ辿れる入口を整える。</a:t>
            </a:r>
          </a:p>
        </p:txBody>
      </p:sp>
      <p:sp>
        <p:nvSpPr>
          <p:cNvPr id="14" name="decor:5"/>
          <p:cNvSpPr/>
          <p:nvPr/>
        </p:nvSpPr>
        <p:spPr>
          <a:xfrm>
            <a:off x="1234440" y="6007608"/>
            <a:ext cx="102870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static:number_2"/>
          <p:cNvSpPr txBox="1"/>
          <p:nvPr/>
        </p:nvSpPr>
        <p:spPr>
          <a:xfrm>
            <a:off x="1234440" y="4110228"/>
            <a:ext cx="411480" cy="365760"/>
          </a:xfrm>
          <a:prstGeom prst="rect">
            <a:avLst/>
          </a:prstGeom>
          <a:noFill/>
        </p:spPr>
        <p:txBody>
          <a:bodyPr wrap="square" lIns="18288" rIns="18288" tIns="13716" bIns="13716">
            <a:noAutofit/>
          </a:bodyPr>
          <a:lstStyle/>
          <a:p>
            <a:pPr hangingPunct="0" eaLnBrk="1" latinLnBrk="0">
              <a:lnSpc>
                <a:spcPts val="2125"/>
              </a:lnSpc>
              <a:spcBef>
                <a:spcPts val="0"/>
              </a:spcBef>
              <a:spcAft>
                <a:spcPts val="0"/>
              </a:spcAft>
              <a:defRPr lang="ja-JP" sz="1700" b="1">
                <a:solidFill>
                  <a:srgbClr val="087E83"/>
                </a:solidFill>
                <a:latin typeface="Yu Gothic"/>
                <a:ea typeface="Yu Gothic"/>
                <a:cs typeface="Yu Gothic"/>
              </a:defRPr>
            </a:pPr>
            <a:r>
              <a:rPr lang="ja-JP" sz="1700" b="1">
                <a:solidFill>
                  <a:srgbClr val="087E83"/>
                </a:solidFill>
                <a:latin typeface="Yu Gothic"/>
                <a:ea typeface="Yu Gothic"/>
                <a:cs typeface="Yu Gothic"/>
              </a:rPr>
              <a:t>02</a:t>
            </a:r>
          </a:p>
        </p:txBody>
      </p:sp>
      <p:sp>
        <p:nvSpPr>
          <p:cNvPr id="16" name="slot:item_2_heading"/>
          <p:cNvSpPr txBox="1"/>
          <p:nvPr/>
        </p:nvSpPr>
        <p:spPr>
          <a:xfrm>
            <a:off x="1755648" y="4101083"/>
            <a:ext cx="2542032" cy="68580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根拠まで辿れる</a:t>
            </a:r>
          </a:p>
        </p:txBody>
      </p:sp>
      <p:sp>
        <p:nvSpPr>
          <p:cNvPr id="17" name="slot:item_2_body"/>
          <p:cNvSpPr txBox="1"/>
          <p:nvPr/>
        </p:nvSpPr>
        <p:spPr>
          <a:xfrm>
            <a:off x="4507992" y="4101083"/>
            <a:ext cx="7013448" cy="1915668"/>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原文の条件と確認日を、要約とともに残す。</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公開レイアウト見本</a:t>
            </a:r>
          </a:p>
        </p:txBody>
      </p:sp>
      <p:sp>
        <p:nvSpPr>
          <p:cNvPr id="4" name="meta:page"/>
          <p:cNvSpPr txBox="1"/>
          <p:nvPr/>
        </p:nvSpPr>
        <p:spPr>
          <a:xfrm>
            <a:off x="10972800" y="6391656"/>
            <a:ext cx="621792" cy="274320"/>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44</a:t>
            </a:r>
          </a:p>
        </p:txBody>
      </p:sp>
      <p:sp>
        <p:nvSpPr>
          <p:cNvPr id="5" name="meta:footer"/>
          <p:cNvSpPr txBox="1"/>
          <p:nvPr/>
        </p:nvSpPr>
        <p:spPr>
          <a:xfrm>
            <a:off x="603504" y="6419088"/>
            <a:ext cx="9601200" cy="237744"/>
          </a:xfrm>
          <a:prstGeom prst="rect">
            <a:avLst/>
          </a:prstGeom>
          <a:noFill/>
        </p:spPr>
        <p:txBody>
          <a:bodyPr wrap="square"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slide-layout-agent</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社内ナレッジを探しやすくする条件</a:t>
            </a:r>
          </a:p>
        </p:txBody>
      </p:sp>
      <p:sp>
        <p:nvSpPr>
          <p:cNvPr id="8" name="slot:context"/>
          <p:cNvSpPr txBox="1"/>
          <p:nvPr/>
        </p:nvSpPr>
        <p:spPr>
          <a:xfrm>
            <a:off x="621792" y="1490472"/>
            <a:ext cx="10927080" cy="502920"/>
          </a:xfrm>
          <a:prstGeom prst="rect">
            <a:avLst/>
          </a:prstGeom>
          <a:noFill/>
        </p:spPr>
        <p:txBody>
          <a:bodyPr wrap="square"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架空の社内調査。運用条件を整理した所見であり、効果を実証したものではない。</a:t>
            </a:r>
          </a:p>
        </p:txBody>
      </p:sp>
      <p:sp>
        <p:nvSpPr>
          <p:cNvPr id="9" name="static:sequence_0"/>
          <p:cNvSpPr txBox="1"/>
          <p:nvPr/>
        </p:nvSpPr>
        <p:spPr>
          <a:xfrm>
            <a:off x="603504" y="2249424"/>
            <a:ext cx="3450336" cy="356616"/>
          </a:xfrm>
          <a:prstGeom prst="rect">
            <a:avLst/>
          </a:prstGeom>
          <a:noFill/>
        </p:spPr>
        <p:txBody>
          <a:bodyPr wrap="square" lIns="18288" rIns="18288" tIns="13716" bIns="13716">
            <a:noAutofit/>
          </a:bodyPr>
          <a:lstStyle/>
          <a:p>
            <a:pPr hangingPunct="0" eaLnBrk="1" latinLnBrk="0">
              <a:lnSpc>
                <a:spcPts val="2125"/>
              </a:lnSpc>
              <a:spcBef>
                <a:spcPts val="0"/>
              </a:spcBef>
              <a:spcAft>
                <a:spcPts val="0"/>
              </a:spcAft>
              <a:defRPr lang="ja-JP" sz="1700" b="1">
                <a:solidFill>
                  <a:srgbClr val="087E83"/>
                </a:solidFill>
                <a:latin typeface="Yu Gothic"/>
                <a:ea typeface="Yu Gothic"/>
                <a:cs typeface="Yu Gothic"/>
              </a:defRPr>
            </a:pPr>
            <a:r>
              <a:rPr lang="ja-JP" sz="1700" b="1">
                <a:solidFill>
                  <a:srgbClr val="087E83"/>
                </a:solidFill>
                <a:latin typeface="Yu Gothic"/>
                <a:ea typeface="Yu Gothic"/>
                <a:cs typeface="Yu Gothic"/>
              </a:rPr>
              <a:t>01</a:t>
            </a:r>
          </a:p>
        </p:txBody>
      </p:sp>
      <p:sp>
        <p:nvSpPr>
          <p:cNvPr id="10" name="decor:3"/>
          <p:cNvSpPr/>
          <p:nvPr/>
        </p:nvSpPr>
        <p:spPr>
          <a:xfrm>
            <a:off x="603504" y="2734056"/>
            <a:ext cx="3450336" cy="36576"/>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lot:item_1_heading"/>
          <p:cNvSpPr txBox="1"/>
          <p:nvPr/>
        </p:nvSpPr>
        <p:spPr>
          <a:xfrm>
            <a:off x="603504" y="2907792"/>
            <a:ext cx="3450336" cy="777240"/>
          </a:xfrm>
          <a:prstGeom prst="rect">
            <a:avLst/>
          </a:prstGeom>
          <a:noFill/>
        </p:spPr>
        <p:txBody>
          <a:bodyPr wrap="square" lIns="18288" rIns="18288" tIns="13716" bIns="13716">
            <a:noAutofit/>
          </a:bodyPr>
          <a:lstStyle/>
          <a:p>
            <a:pPr hangingPunct="0" eaLnBrk="1" latinLnBrk="0">
              <a:lnSpc>
                <a:spcPts val="2625"/>
              </a:lnSpc>
              <a:spcBef>
                <a:spcPts val="0"/>
              </a:spcBef>
              <a:spcAft>
                <a:spcPts val="0"/>
              </a:spcAft>
              <a:defRPr lang="ja-JP" sz="2100" b="1">
                <a:solidFill>
                  <a:srgbClr val="213547"/>
                </a:solidFill>
                <a:latin typeface="Yu Gothic"/>
                <a:ea typeface="Yu Gothic"/>
                <a:cs typeface="Yu Gothic"/>
              </a:defRPr>
            </a:pPr>
            <a:r>
              <a:rPr lang="ja-JP" sz="2100" b="1">
                <a:solidFill>
                  <a:srgbClr val="213547"/>
                </a:solidFill>
                <a:latin typeface="Yu Gothic"/>
                <a:ea typeface="Yu Gothic"/>
                <a:cs typeface="Yu Gothic"/>
              </a:rPr>
              <a:t>検索入口を揃える</a:t>
            </a:r>
          </a:p>
        </p:txBody>
      </p:sp>
      <p:sp>
        <p:nvSpPr>
          <p:cNvPr id="12" name="slot:item_1_body"/>
          <p:cNvSpPr txBox="1"/>
          <p:nvPr/>
        </p:nvSpPr>
        <p:spPr>
          <a:xfrm>
            <a:off x="603504" y="3739896"/>
            <a:ext cx="3450336" cy="2011680"/>
          </a:xfrm>
          <a:prstGeom prst="rect">
            <a:avLst/>
          </a:prstGeom>
          <a:noFill/>
        </p:spPr>
        <p:txBody>
          <a:bodyPr wrap="square" lIns="18288" rIns="18288" tIns="13716" bIns="13716">
            <a:noAutofit/>
          </a:bodyPr>
          <a:lstStyle/>
          <a:p>
            <a:pPr hangingPunct="0" eaLnBrk="1" latinLnBrk="0">
              <a:lnSpc>
                <a:spcPts val="2375"/>
              </a:lnSpc>
              <a:spcBef>
                <a:spcPts val="0"/>
              </a:spcBef>
              <a:spcAft>
                <a:spcPts val="0"/>
              </a:spcAft>
              <a:defRPr lang="ja-JP" sz="1900" b="0">
                <a:solidFill>
                  <a:srgbClr val="213547"/>
                </a:solidFill>
                <a:latin typeface="Yu Gothic"/>
                <a:ea typeface="Yu Gothic"/>
                <a:cs typeface="Yu Gothic"/>
              </a:defRPr>
            </a:pPr>
            <a:r>
              <a:rPr lang="ja-JP" sz="1900" b="0">
                <a:solidFill>
                  <a:srgbClr val="213547"/>
                </a:solidFill>
                <a:latin typeface="Yu Gothic"/>
                <a:ea typeface="Yu Gothic"/>
                <a:cs typeface="Yu Gothic"/>
              </a:rPr>
              <a:t>用語を揃え、同じ資料へ辿れる入口を整える。</a:t>
            </a:r>
          </a:p>
        </p:txBody>
      </p:sp>
      <p:sp>
        <p:nvSpPr>
          <p:cNvPr id="13" name="static:sequence_1"/>
          <p:cNvSpPr txBox="1"/>
          <p:nvPr/>
        </p:nvSpPr>
        <p:spPr>
          <a:xfrm>
            <a:off x="4364736" y="2249424"/>
            <a:ext cx="3450336" cy="356616"/>
          </a:xfrm>
          <a:prstGeom prst="rect">
            <a:avLst/>
          </a:prstGeom>
          <a:noFill/>
        </p:spPr>
        <p:txBody>
          <a:bodyPr wrap="square" lIns="18288" rIns="18288" tIns="13716" bIns="13716">
            <a:noAutofit/>
          </a:bodyPr>
          <a:lstStyle/>
          <a:p>
            <a:pPr hangingPunct="0" eaLnBrk="1" latinLnBrk="0">
              <a:lnSpc>
                <a:spcPts val="2125"/>
              </a:lnSpc>
              <a:spcBef>
                <a:spcPts val="0"/>
              </a:spcBef>
              <a:spcAft>
                <a:spcPts val="0"/>
              </a:spcAft>
              <a:defRPr lang="ja-JP" sz="1700" b="1">
                <a:solidFill>
                  <a:srgbClr val="087E83"/>
                </a:solidFill>
                <a:latin typeface="Yu Gothic"/>
                <a:ea typeface="Yu Gothic"/>
                <a:cs typeface="Yu Gothic"/>
              </a:defRPr>
            </a:pPr>
            <a:r>
              <a:rPr lang="ja-JP" sz="1700" b="1">
                <a:solidFill>
                  <a:srgbClr val="087E83"/>
                </a:solidFill>
                <a:latin typeface="Yu Gothic"/>
                <a:ea typeface="Yu Gothic"/>
                <a:cs typeface="Yu Gothic"/>
              </a:rPr>
              <a:t>02</a:t>
            </a:r>
          </a:p>
        </p:txBody>
      </p:sp>
      <p:sp>
        <p:nvSpPr>
          <p:cNvPr id="14" name="decor:4"/>
          <p:cNvSpPr/>
          <p:nvPr/>
        </p:nvSpPr>
        <p:spPr>
          <a:xfrm>
            <a:off x="4364736" y="2734056"/>
            <a:ext cx="3450336" cy="36576"/>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slot:item_2_heading"/>
          <p:cNvSpPr txBox="1"/>
          <p:nvPr/>
        </p:nvSpPr>
        <p:spPr>
          <a:xfrm>
            <a:off x="4364736" y="2907792"/>
            <a:ext cx="3450336" cy="777240"/>
          </a:xfrm>
          <a:prstGeom prst="rect">
            <a:avLst/>
          </a:prstGeom>
          <a:noFill/>
        </p:spPr>
        <p:txBody>
          <a:bodyPr wrap="square" lIns="18288" rIns="18288" tIns="13716" bIns="13716">
            <a:noAutofit/>
          </a:bodyPr>
          <a:lstStyle/>
          <a:p>
            <a:pPr hangingPunct="0" eaLnBrk="1" latinLnBrk="0">
              <a:lnSpc>
                <a:spcPts val="2625"/>
              </a:lnSpc>
              <a:spcBef>
                <a:spcPts val="0"/>
              </a:spcBef>
              <a:spcAft>
                <a:spcPts val="0"/>
              </a:spcAft>
              <a:defRPr lang="ja-JP" sz="2100" b="1">
                <a:solidFill>
                  <a:srgbClr val="213547"/>
                </a:solidFill>
                <a:latin typeface="Yu Gothic"/>
                <a:ea typeface="Yu Gothic"/>
                <a:cs typeface="Yu Gothic"/>
              </a:defRPr>
            </a:pPr>
            <a:r>
              <a:rPr lang="ja-JP" sz="2100" b="1">
                <a:solidFill>
                  <a:srgbClr val="213547"/>
                </a:solidFill>
                <a:latin typeface="Yu Gothic"/>
                <a:ea typeface="Yu Gothic"/>
                <a:cs typeface="Yu Gothic"/>
              </a:rPr>
              <a:t>根拠まで辿れる</a:t>
            </a:r>
          </a:p>
        </p:txBody>
      </p:sp>
      <p:sp>
        <p:nvSpPr>
          <p:cNvPr id="16" name="slot:item_2_body"/>
          <p:cNvSpPr txBox="1"/>
          <p:nvPr/>
        </p:nvSpPr>
        <p:spPr>
          <a:xfrm>
            <a:off x="4364736" y="3739896"/>
            <a:ext cx="3450336" cy="2011680"/>
          </a:xfrm>
          <a:prstGeom prst="rect">
            <a:avLst/>
          </a:prstGeom>
          <a:noFill/>
        </p:spPr>
        <p:txBody>
          <a:bodyPr wrap="square" lIns="18288" rIns="18288" tIns="13716" bIns="13716">
            <a:noAutofit/>
          </a:bodyPr>
          <a:lstStyle/>
          <a:p>
            <a:pPr hangingPunct="0" eaLnBrk="1" latinLnBrk="0">
              <a:lnSpc>
                <a:spcPts val="2375"/>
              </a:lnSpc>
              <a:spcBef>
                <a:spcPts val="0"/>
              </a:spcBef>
              <a:spcAft>
                <a:spcPts val="0"/>
              </a:spcAft>
              <a:defRPr lang="ja-JP" sz="1900" b="0">
                <a:solidFill>
                  <a:srgbClr val="213547"/>
                </a:solidFill>
                <a:latin typeface="Yu Gothic"/>
                <a:ea typeface="Yu Gothic"/>
                <a:cs typeface="Yu Gothic"/>
              </a:defRPr>
            </a:pPr>
            <a:r>
              <a:rPr lang="ja-JP" sz="1900" b="0">
                <a:solidFill>
                  <a:srgbClr val="213547"/>
                </a:solidFill>
                <a:latin typeface="Yu Gothic"/>
                <a:ea typeface="Yu Gothic"/>
                <a:cs typeface="Yu Gothic"/>
              </a:rPr>
              <a:t>原文の条件と確認日を、要約とともに残す。</a:t>
            </a:r>
          </a:p>
        </p:txBody>
      </p:sp>
      <p:sp>
        <p:nvSpPr>
          <p:cNvPr id="17" name="static:sequence_2"/>
          <p:cNvSpPr txBox="1"/>
          <p:nvPr/>
        </p:nvSpPr>
        <p:spPr>
          <a:xfrm>
            <a:off x="8125968" y="2249424"/>
            <a:ext cx="3450336" cy="356616"/>
          </a:xfrm>
          <a:prstGeom prst="rect">
            <a:avLst/>
          </a:prstGeom>
          <a:noFill/>
        </p:spPr>
        <p:txBody>
          <a:bodyPr wrap="square" lIns="18288" rIns="18288" tIns="13716" bIns="13716">
            <a:noAutofit/>
          </a:bodyPr>
          <a:lstStyle/>
          <a:p>
            <a:pPr hangingPunct="0" eaLnBrk="1" latinLnBrk="0">
              <a:lnSpc>
                <a:spcPts val="2125"/>
              </a:lnSpc>
              <a:spcBef>
                <a:spcPts val="0"/>
              </a:spcBef>
              <a:spcAft>
                <a:spcPts val="0"/>
              </a:spcAft>
              <a:defRPr lang="ja-JP" sz="1700" b="1">
                <a:solidFill>
                  <a:srgbClr val="087E83"/>
                </a:solidFill>
                <a:latin typeface="Yu Gothic"/>
                <a:ea typeface="Yu Gothic"/>
                <a:cs typeface="Yu Gothic"/>
              </a:defRPr>
            </a:pPr>
            <a:r>
              <a:rPr lang="ja-JP" sz="1700" b="1">
                <a:solidFill>
                  <a:srgbClr val="087E83"/>
                </a:solidFill>
                <a:latin typeface="Yu Gothic"/>
                <a:ea typeface="Yu Gothic"/>
                <a:cs typeface="Yu Gothic"/>
              </a:rPr>
              <a:t>03</a:t>
            </a:r>
          </a:p>
        </p:txBody>
      </p:sp>
      <p:sp>
        <p:nvSpPr>
          <p:cNvPr id="18" name="decor:5"/>
          <p:cNvSpPr/>
          <p:nvPr/>
        </p:nvSpPr>
        <p:spPr>
          <a:xfrm>
            <a:off x="8125968" y="2734056"/>
            <a:ext cx="3450336" cy="36576"/>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slot:item_3_heading"/>
          <p:cNvSpPr txBox="1"/>
          <p:nvPr/>
        </p:nvSpPr>
        <p:spPr>
          <a:xfrm>
            <a:off x="8125968" y="2907792"/>
            <a:ext cx="3450336" cy="777240"/>
          </a:xfrm>
          <a:prstGeom prst="rect">
            <a:avLst/>
          </a:prstGeom>
          <a:noFill/>
        </p:spPr>
        <p:txBody>
          <a:bodyPr wrap="square" lIns="18288" rIns="18288" tIns="13716" bIns="13716">
            <a:noAutofit/>
          </a:bodyPr>
          <a:lstStyle/>
          <a:p>
            <a:pPr hangingPunct="0" eaLnBrk="1" latinLnBrk="0">
              <a:lnSpc>
                <a:spcPts val="2625"/>
              </a:lnSpc>
              <a:spcBef>
                <a:spcPts val="0"/>
              </a:spcBef>
              <a:spcAft>
                <a:spcPts val="0"/>
              </a:spcAft>
              <a:defRPr lang="ja-JP" sz="2100" b="1">
                <a:solidFill>
                  <a:srgbClr val="213547"/>
                </a:solidFill>
                <a:latin typeface="Yu Gothic"/>
                <a:ea typeface="Yu Gothic"/>
                <a:cs typeface="Yu Gothic"/>
              </a:defRPr>
            </a:pPr>
            <a:r>
              <a:rPr lang="ja-JP" sz="2100" b="1">
                <a:solidFill>
                  <a:srgbClr val="213547"/>
                </a:solidFill>
                <a:latin typeface="Yu Gothic"/>
                <a:ea typeface="Yu Gothic"/>
                <a:cs typeface="Yu Gothic"/>
              </a:rPr>
              <a:t>更新範囲を決める</a:t>
            </a:r>
          </a:p>
        </p:txBody>
      </p:sp>
      <p:sp>
        <p:nvSpPr>
          <p:cNvPr id="20" name="slot:item_3_body"/>
          <p:cNvSpPr txBox="1"/>
          <p:nvPr/>
        </p:nvSpPr>
        <p:spPr>
          <a:xfrm>
            <a:off x="8125968" y="3739896"/>
            <a:ext cx="3450336" cy="2011680"/>
          </a:xfrm>
          <a:prstGeom prst="rect">
            <a:avLst/>
          </a:prstGeom>
          <a:noFill/>
        </p:spPr>
        <p:txBody>
          <a:bodyPr wrap="square" lIns="18288" rIns="18288" tIns="13716" bIns="13716">
            <a:noAutofit/>
          </a:bodyPr>
          <a:lstStyle/>
          <a:p>
            <a:pPr hangingPunct="0" eaLnBrk="1" latinLnBrk="0">
              <a:lnSpc>
                <a:spcPts val="2375"/>
              </a:lnSpc>
              <a:spcBef>
                <a:spcPts val="0"/>
              </a:spcBef>
              <a:spcAft>
                <a:spcPts val="0"/>
              </a:spcAft>
              <a:defRPr lang="ja-JP" sz="1900" b="0">
                <a:solidFill>
                  <a:srgbClr val="213547"/>
                </a:solidFill>
                <a:latin typeface="Yu Gothic"/>
                <a:ea typeface="Yu Gothic"/>
                <a:cs typeface="Yu Gothic"/>
              </a:defRPr>
            </a:pPr>
            <a:r>
              <a:rPr lang="ja-JP" sz="1900" b="0">
                <a:solidFill>
                  <a:srgbClr val="213547"/>
                </a:solidFill>
                <a:latin typeface="Yu Gothic"/>
                <a:ea typeface="Yu Gothic"/>
                <a:cs typeface="Yu Gothic"/>
              </a:rPr>
              <a:t>変更頻度に応じて担当と再確認の時期を決める。</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公開レイアウト見本</a:t>
            </a:r>
          </a:p>
        </p:txBody>
      </p:sp>
      <p:sp>
        <p:nvSpPr>
          <p:cNvPr id="4" name="meta:page"/>
          <p:cNvSpPr txBox="1"/>
          <p:nvPr/>
        </p:nvSpPr>
        <p:spPr>
          <a:xfrm>
            <a:off x="10972800" y="6391656"/>
            <a:ext cx="621792" cy="274320"/>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45</a:t>
            </a:r>
          </a:p>
        </p:txBody>
      </p:sp>
      <p:sp>
        <p:nvSpPr>
          <p:cNvPr id="5" name="meta:footer"/>
          <p:cNvSpPr txBox="1"/>
          <p:nvPr/>
        </p:nvSpPr>
        <p:spPr>
          <a:xfrm>
            <a:off x="603504" y="6419088"/>
            <a:ext cx="9601200" cy="237744"/>
          </a:xfrm>
          <a:prstGeom prst="rect">
            <a:avLst/>
          </a:prstGeom>
          <a:noFill/>
        </p:spPr>
        <p:txBody>
          <a:bodyPr wrap="square"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slide-layout-agent</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社内ナレッジを探しやすくする条件</a:t>
            </a:r>
          </a:p>
        </p:txBody>
      </p:sp>
      <p:sp>
        <p:nvSpPr>
          <p:cNvPr id="8" name="slot:context"/>
          <p:cNvSpPr txBox="1"/>
          <p:nvPr/>
        </p:nvSpPr>
        <p:spPr>
          <a:xfrm>
            <a:off x="621792" y="1490472"/>
            <a:ext cx="10927080" cy="502920"/>
          </a:xfrm>
          <a:prstGeom prst="rect">
            <a:avLst/>
          </a:prstGeom>
          <a:noFill/>
        </p:spPr>
        <p:txBody>
          <a:bodyPr wrap="square"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架空の社内調査。運用条件を整理した所見であり、効果を実証したものではない。</a:t>
            </a:r>
          </a:p>
        </p:txBody>
      </p:sp>
      <p:sp>
        <p:nvSpPr>
          <p:cNvPr id="9" name="decor:3"/>
          <p:cNvSpPr/>
          <p:nvPr/>
        </p:nvSpPr>
        <p:spPr>
          <a:xfrm>
            <a:off x="859536" y="2295144"/>
            <a:ext cx="22860" cy="3566160"/>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ecor:4"/>
          <p:cNvSpPr/>
          <p:nvPr/>
        </p:nvSpPr>
        <p:spPr>
          <a:xfrm>
            <a:off x="1234440" y="3416808"/>
            <a:ext cx="102870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tatic:number_1"/>
          <p:cNvSpPr txBox="1"/>
          <p:nvPr/>
        </p:nvSpPr>
        <p:spPr>
          <a:xfrm>
            <a:off x="1234440" y="2167127"/>
            <a:ext cx="411480" cy="365760"/>
          </a:xfrm>
          <a:prstGeom prst="rect">
            <a:avLst/>
          </a:prstGeom>
          <a:noFill/>
        </p:spPr>
        <p:txBody>
          <a:bodyPr wrap="square" lIns="18288" rIns="18288" tIns="13716" bIns="13716">
            <a:noAutofit/>
          </a:bodyPr>
          <a:lstStyle/>
          <a:p>
            <a:pPr hangingPunct="0" eaLnBrk="1" latinLnBrk="0">
              <a:lnSpc>
                <a:spcPts val="2125"/>
              </a:lnSpc>
              <a:spcBef>
                <a:spcPts val="0"/>
              </a:spcBef>
              <a:spcAft>
                <a:spcPts val="0"/>
              </a:spcAft>
              <a:defRPr lang="ja-JP" sz="1700" b="1">
                <a:solidFill>
                  <a:srgbClr val="087E83"/>
                </a:solidFill>
                <a:latin typeface="Yu Gothic"/>
                <a:ea typeface="Yu Gothic"/>
                <a:cs typeface="Yu Gothic"/>
              </a:defRPr>
            </a:pPr>
            <a:r>
              <a:rPr lang="ja-JP" sz="1700" b="1">
                <a:solidFill>
                  <a:srgbClr val="087E83"/>
                </a:solidFill>
                <a:latin typeface="Yu Gothic"/>
                <a:ea typeface="Yu Gothic"/>
                <a:cs typeface="Yu Gothic"/>
              </a:rPr>
              <a:t>01</a:t>
            </a:r>
          </a:p>
        </p:txBody>
      </p:sp>
      <p:sp>
        <p:nvSpPr>
          <p:cNvPr id="12" name="slot:item_1_heading"/>
          <p:cNvSpPr txBox="1"/>
          <p:nvPr/>
        </p:nvSpPr>
        <p:spPr>
          <a:xfrm>
            <a:off x="1755648" y="2157984"/>
            <a:ext cx="2542032" cy="68580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検索入口を揃える</a:t>
            </a:r>
          </a:p>
        </p:txBody>
      </p:sp>
      <p:sp>
        <p:nvSpPr>
          <p:cNvPr id="13" name="slot:item_1_body"/>
          <p:cNvSpPr txBox="1"/>
          <p:nvPr/>
        </p:nvSpPr>
        <p:spPr>
          <a:xfrm>
            <a:off x="4507992" y="2157984"/>
            <a:ext cx="7013448" cy="1267968"/>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用語を揃え、同じ資料へ辿れる入口を整える。</a:t>
            </a:r>
          </a:p>
        </p:txBody>
      </p:sp>
      <p:sp>
        <p:nvSpPr>
          <p:cNvPr id="14" name="decor:5"/>
          <p:cNvSpPr/>
          <p:nvPr/>
        </p:nvSpPr>
        <p:spPr>
          <a:xfrm>
            <a:off x="1234440" y="4712208"/>
            <a:ext cx="102870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static:number_2"/>
          <p:cNvSpPr txBox="1"/>
          <p:nvPr/>
        </p:nvSpPr>
        <p:spPr>
          <a:xfrm>
            <a:off x="1234440" y="3462528"/>
            <a:ext cx="411480" cy="365760"/>
          </a:xfrm>
          <a:prstGeom prst="rect">
            <a:avLst/>
          </a:prstGeom>
          <a:noFill/>
        </p:spPr>
        <p:txBody>
          <a:bodyPr wrap="square" lIns="18288" rIns="18288" tIns="13716" bIns="13716">
            <a:noAutofit/>
          </a:bodyPr>
          <a:lstStyle/>
          <a:p>
            <a:pPr hangingPunct="0" eaLnBrk="1" latinLnBrk="0">
              <a:lnSpc>
                <a:spcPts val="2125"/>
              </a:lnSpc>
              <a:spcBef>
                <a:spcPts val="0"/>
              </a:spcBef>
              <a:spcAft>
                <a:spcPts val="0"/>
              </a:spcAft>
              <a:defRPr lang="ja-JP" sz="1700" b="1">
                <a:solidFill>
                  <a:srgbClr val="087E83"/>
                </a:solidFill>
                <a:latin typeface="Yu Gothic"/>
                <a:ea typeface="Yu Gothic"/>
                <a:cs typeface="Yu Gothic"/>
              </a:defRPr>
            </a:pPr>
            <a:r>
              <a:rPr lang="ja-JP" sz="1700" b="1">
                <a:solidFill>
                  <a:srgbClr val="087E83"/>
                </a:solidFill>
                <a:latin typeface="Yu Gothic"/>
                <a:ea typeface="Yu Gothic"/>
                <a:cs typeface="Yu Gothic"/>
              </a:rPr>
              <a:t>02</a:t>
            </a:r>
          </a:p>
        </p:txBody>
      </p:sp>
      <p:sp>
        <p:nvSpPr>
          <p:cNvPr id="16" name="slot:item_2_heading"/>
          <p:cNvSpPr txBox="1"/>
          <p:nvPr/>
        </p:nvSpPr>
        <p:spPr>
          <a:xfrm>
            <a:off x="1755648" y="3453384"/>
            <a:ext cx="2542032" cy="68580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根拠まで辿れる</a:t>
            </a:r>
          </a:p>
        </p:txBody>
      </p:sp>
      <p:sp>
        <p:nvSpPr>
          <p:cNvPr id="17" name="slot:item_2_body"/>
          <p:cNvSpPr txBox="1"/>
          <p:nvPr/>
        </p:nvSpPr>
        <p:spPr>
          <a:xfrm>
            <a:off x="4507992" y="3453384"/>
            <a:ext cx="7013448" cy="1267968"/>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原文の条件と確認日を、要約とともに残す。</a:t>
            </a:r>
          </a:p>
        </p:txBody>
      </p:sp>
      <p:sp>
        <p:nvSpPr>
          <p:cNvPr id="18" name="decor:6"/>
          <p:cNvSpPr/>
          <p:nvPr/>
        </p:nvSpPr>
        <p:spPr>
          <a:xfrm>
            <a:off x="1234440" y="6007608"/>
            <a:ext cx="102870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static:number_3"/>
          <p:cNvSpPr txBox="1"/>
          <p:nvPr/>
        </p:nvSpPr>
        <p:spPr>
          <a:xfrm>
            <a:off x="1234440" y="4757928"/>
            <a:ext cx="411480" cy="365760"/>
          </a:xfrm>
          <a:prstGeom prst="rect">
            <a:avLst/>
          </a:prstGeom>
          <a:noFill/>
        </p:spPr>
        <p:txBody>
          <a:bodyPr wrap="square" lIns="18288" rIns="18288" tIns="13716" bIns="13716">
            <a:noAutofit/>
          </a:bodyPr>
          <a:lstStyle/>
          <a:p>
            <a:pPr hangingPunct="0" eaLnBrk="1" latinLnBrk="0">
              <a:lnSpc>
                <a:spcPts val="2125"/>
              </a:lnSpc>
              <a:spcBef>
                <a:spcPts val="0"/>
              </a:spcBef>
              <a:spcAft>
                <a:spcPts val="0"/>
              </a:spcAft>
              <a:defRPr lang="ja-JP" sz="1700" b="1">
                <a:solidFill>
                  <a:srgbClr val="087E83"/>
                </a:solidFill>
                <a:latin typeface="Yu Gothic"/>
                <a:ea typeface="Yu Gothic"/>
                <a:cs typeface="Yu Gothic"/>
              </a:defRPr>
            </a:pPr>
            <a:r>
              <a:rPr lang="ja-JP" sz="1700" b="1">
                <a:solidFill>
                  <a:srgbClr val="087E83"/>
                </a:solidFill>
                <a:latin typeface="Yu Gothic"/>
                <a:ea typeface="Yu Gothic"/>
                <a:cs typeface="Yu Gothic"/>
              </a:rPr>
              <a:t>03</a:t>
            </a:r>
          </a:p>
        </p:txBody>
      </p:sp>
      <p:sp>
        <p:nvSpPr>
          <p:cNvPr id="20" name="slot:item_3_heading"/>
          <p:cNvSpPr txBox="1"/>
          <p:nvPr/>
        </p:nvSpPr>
        <p:spPr>
          <a:xfrm>
            <a:off x="1755648" y="4748784"/>
            <a:ext cx="2542032" cy="68580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更新範囲を決める</a:t>
            </a:r>
          </a:p>
        </p:txBody>
      </p:sp>
      <p:sp>
        <p:nvSpPr>
          <p:cNvPr id="21" name="slot:item_3_body"/>
          <p:cNvSpPr txBox="1"/>
          <p:nvPr/>
        </p:nvSpPr>
        <p:spPr>
          <a:xfrm>
            <a:off x="4507992" y="4748784"/>
            <a:ext cx="7013448" cy="1267968"/>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変更頻度に応じて担当と再確認の時期を決める。</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公開レイアウト見本</a:t>
            </a:r>
          </a:p>
        </p:txBody>
      </p:sp>
      <p:sp>
        <p:nvSpPr>
          <p:cNvPr id="4" name="meta:page"/>
          <p:cNvSpPr txBox="1"/>
          <p:nvPr/>
        </p:nvSpPr>
        <p:spPr>
          <a:xfrm>
            <a:off x="10972800" y="6391656"/>
            <a:ext cx="621792" cy="274320"/>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46</a:t>
            </a:r>
          </a:p>
        </p:txBody>
      </p:sp>
      <p:sp>
        <p:nvSpPr>
          <p:cNvPr id="5" name="meta:footer"/>
          <p:cNvSpPr txBox="1"/>
          <p:nvPr/>
        </p:nvSpPr>
        <p:spPr>
          <a:xfrm>
            <a:off x="603504" y="6419088"/>
            <a:ext cx="9601200" cy="237744"/>
          </a:xfrm>
          <a:prstGeom prst="rect">
            <a:avLst/>
          </a:prstGeom>
          <a:noFill/>
        </p:spPr>
        <p:txBody>
          <a:bodyPr wrap="square"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slide-layout-agent</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社内ナレッジを探しやすくする条件</a:t>
            </a:r>
          </a:p>
        </p:txBody>
      </p:sp>
      <p:sp>
        <p:nvSpPr>
          <p:cNvPr id="8" name="slot:context"/>
          <p:cNvSpPr txBox="1"/>
          <p:nvPr/>
        </p:nvSpPr>
        <p:spPr>
          <a:xfrm>
            <a:off x="621792" y="1490472"/>
            <a:ext cx="10927080" cy="502920"/>
          </a:xfrm>
          <a:prstGeom prst="rect">
            <a:avLst/>
          </a:prstGeom>
          <a:noFill/>
        </p:spPr>
        <p:txBody>
          <a:bodyPr wrap="square"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架空の社内調査。運用条件を整理した所見であり、効果を実証したものではない。</a:t>
            </a:r>
          </a:p>
        </p:txBody>
      </p:sp>
      <p:sp>
        <p:nvSpPr>
          <p:cNvPr id="9" name="static:sequence_0"/>
          <p:cNvSpPr txBox="1"/>
          <p:nvPr/>
        </p:nvSpPr>
        <p:spPr>
          <a:xfrm>
            <a:off x="603504" y="2249424"/>
            <a:ext cx="2510028" cy="356616"/>
          </a:xfrm>
          <a:prstGeom prst="rect">
            <a:avLst/>
          </a:prstGeom>
          <a:noFill/>
        </p:spPr>
        <p:txBody>
          <a:bodyPr wrap="square" lIns="18288" rIns="18288" tIns="13716" bIns="13716">
            <a:noAutofit/>
          </a:bodyPr>
          <a:lstStyle/>
          <a:p>
            <a:pPr hangingPunct="0" eaLnBrk="1" latinLnBrk="0">
              <a:lnSpc>
                <a:spcPts val="2125"/>
              </a:lnSpc>
              <a:spcBef>
                <a:spcPts val="0"/>
              </a:spcBef>
              <a:spcAft>
                <a:spcPts val="0"/>
              </a:spcAft>
              <a:defRPr lang="ja-JP" sz="1700" b="1">
                <a:solidFill>
                  <a:srgbClr val="087E83"/>
                </a:solidFill>
                <a:latin typeface="Yu Gothic"/>
                <a:ea typeface="Yu Gothic"/>
                <a:cs typeface="Yu Gothic"/>
              </a:defRPr>
            </a:pPr>
            <a:r>
              <a:rPr lang="ja-JP" sz="1700" b="1">
                <a:solidFill>
                  <a:srgbClr val="087E83"/>
                </a:solidFill>
                <a:latin typeface="Yu Gothic"/>
                <a:ea typeface="Yu Gothic"/>
                <a:cs typeface="Yu Gothic"/>
              </a:rPr>
              <a:t>01</a:t>
            </a:r>
          </a:p>
        </p:txBody>
      </p:sp>
      <p:sp>
        <p:nvSpPr>
          <p:cNvPr id="10" name="decor:3"/>
          <p:cNvSpPr/>
          <p:nvPr/>
        </p:nvSpPr>
        <p:spPr>
          <a:xfrm>
            <a:off x="603504" y="2734056"/>
            <a:ext cx="2510028" cy="36576"/>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lot:item_1_heading"/>
          <p:cNvSpPr txBox="1"/>
          <p:nvPr/>
        </p:nvSpPr>
        <p:spPr>
          <a:xfrm>
            <a:off x="603504" y="2907792"/>
            <a:ext cx="2510028" cy="777240"/>
          </a:xfrm>
          <a:prstGeom prst="rect">
            <a:avLst/>
          </a:prstGeom>
          <a:noFill/>
        </p:spPr>
        <p:txBody>
          <a:bodyPr wrap="square" lIns="18288" rIns="18288" tIns="13716" bIns="13716">
            <a:noAutofit/>
          </a:bodyPr>
          <a:lstStyle/>
          <a:p>
            <a:pPr hangingPunct="0" eaLnBrk="1" latinLnBrk="0">
              <a:lnSpc>
                <a:spcPts val="2625"/>
              </a:lnSpc>
              <a:spcBef>
                <a:spcPts val="0"/>
              </a:spcBef>
              <a:spcAft>
                <a:spcPts val="0"/>
              </a:spcAft>
              <a:defRPr lang="ja-JP" sz="2100" b="1">
                <a:solidFill>
                  <a:srgbClr val="213547"/>
                </a:solidFill>
                <a:latin typeface="Yu Gothic"/>
                <a:ea typeface="Yu Gothic"/>
                <a:cs typeface="Yu Gothic"/>
              </a:defRPr>
            </a:pPr>
            <a:r>
              <a:rPr lang="ja-JP" sz="2100" b="1">
                <a:solidFill>
                  <a:srgbClr val="213547"/>
                </a:solidFill>
                <a:latin typeface="Yu Gothic"/>
                <a:ea typeface="Yu Gothic"/>
                <a:cs typeface="Yu Gothic"/>
              </a:rPr>
              <a:t>検索入口を揃える</a:t>
            </a:r>
          </a:p>
        </p:txBody>
      </p:sp>
      <p:sp>
        <p:nvSpPr>
          <p:cNvPr id="12" name="slot:item_1_body"/>
          <p:cNvSpPr txBox="1"/>
          <p:nvPr/>
        </p:nvSpPr>
        <p:spPr>
          <a:xfrm>
            <a:off x="603504" y="3739896"/>
            <a:ext cx="2510028" cy="2011680"/>
          </a:xfrm>
          <a:prstGeom prst="rect">
            <a:avLst/>
          </a:prstGeom>
          <a:noFill/>
        </p:spPr>
        <p:txBody>
          <a:bodyPr wrap="square" lIns="18288" rIns="18288" tIns="13716" bIns="13716">
            <a:noAutofit/>
          </a:bodyPr>
          <a:lstStyle/>
          <a:p>
            <a:pPr hangingPunct="0" eaLnBrk="1" latinLnBrk="0">
              <a:lnSpc>
                <a:spcPts val="2375"/>
              </a:lnSpc>
              <a:spcBef>
                <a:spcPts val="0"/>
              </a:spcBef>
              <a:spcAft>
                <a:spcPts val="0"/>
              </a:spcAft>
              <a:defRPr lang="ja-JP" sz="1900" b="0">
                <a:solidFill>
                  <a:srgbClr val="213547"/>
                </a:solidFill>
                <a:latin typeface="Yu Gothic"/>
                <a:ea typeface="Yu Gothic"/>
                <a:cs typeface="Yu Gothic"/>
              </a:defRPr>
            </a:pPr>
            <a:r>
              <a:rPr lang="ja-JP" sz="1900" b="0">
                <a:solidFill>
                  <a:srgbClr val="213547"/>
                </a:solidFill>
                <a:latin typeface="Yu Gothic"/>
                <a:ea typeface="Yu Gothic"/>
                <a:cs typeface="Yu Gothic"/>
              </a:rPr>
              <a:t>用語を揃え、同じ資料へ辿れる入口を整える。</a:t>
            </a:r>
          </a:p>
        </p:txBody>
      </p:sp>
      <p:sp>
        <p:nvSpPr>
          <p:cNvPr id="13" name="static:sequence_1"/>
          <p:cNvSpPr txBox="1"/>
          <p:nvPr/>
        </p:nvSpPr>
        <p:spPr>
          <a:xfrm>
            <a:off x="3424428" y="2249424"/>
            <a:ext cx="2510028" cy="356616"/>
          </a:xfrm>
          <a:prstGeom prst="rect">
            <a:avLst/>
          </a:prstGeom>
          <a:noFill/>
        </p:spPr>
        <p:txBody>
          <a:bodyPr wrap="square" lIns="18288" rIns="18288" tIns="13716" bIns="13716">
            <a:noAutofit/>
          </a:bodyPr>
          <a:lstStyle/>
          <a:p>
            <a:pPr hangingPunct="0" eaLnBrk="1" latinLnBrk="0">
              <a:lnSpc>
                <a:spcPts val="2125"/>
              </a:lnSpc>
              <a:spcBef>
                <a:spcPts val="0"/>
              </a:spcBef>
              <a:spcAft>
                <a:spcPts val="0"/>
              </a:spcAft>
              <a:defRPr lang="ja-JP" sz="1700" b="1">
                <a:solidFill>
                  <a:srgbClr val="087E83"/>
                </a:solidFill>
                <a:latin typeface="Yu Gothic"/>
                <a:ea typeface="Yu Gothic"/>
                <a:cs typeface="Yu Gothic"/>
              </a:defRPr>
            </a:pPr>
            <a:r>
              <a:rPr lang="ja-JP" sz="1700" b="1">
                <a:solidFill>
                  <a:srgbClr val="087E83"/>
                </a:solidFill>
                <a:latin typeface="Yu Gothic"/>
                <a:ea typeface="Yu Gothic"/>
                <a:cs typeface="Yu Gothic"/>
              </a:rPr>
              <a:t>02</a:t>
            </a:r>
          </a:p>
        </p:txBody>
      </p:sp>
      <p:sp>
        <p:nvSpPr>
          <p:cNvPr id="14" name="decor:4"/>
          <p:cNvSpPr/>
          <p:nvPr/>
        </p:nvSpPr>
        <p:spPr>
          <a:xfrm>
            <a:off x="3424428" y="2734056"/>
            <a:ext cx="2510028" cy="36576"/>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slot:item_2_heading"/>
          <p:cNvSpPr txBox="1"/>
          <p:nvPr/>
        </p:nvSpPr>
        <p:spPr>
          <a:xfrm>
            <a:off x="3424428" y="2907792"/>
            <a:ext cx="2510028" cy="777240"/>
          </a:xfrm>
          <a:prstGeom prst="rect">
            <a:avLst/>
          </a:prstGeom>
          <a:noFill/>
        </p:spPr>
        <p:txBody>
          <a:bodyPr wrap="square" lIns="18288" rIns="18288" tIns="13716" bIns="13716">
            <a:noAutofit/>
          </a:bodyPr>
          <a:lstStyle/>
          <a:p>
            <a:pPr hangingPunct="0" eaLnBrk="1" latinLnBrk="0">
              <a:lnSpc>
                <a:spcPts val="2625"/>
              </a:lnSpc>
              <a:spcBef>
                <a:spcPts val="0"/>
              </a:spcBef>
              <a:spcAft>
                <a:spcPts val="0"/>
              </a:spcAft>
              <a:defRPr lang="ja-JP" sz="2100" b="1">
                <a:solidFill>
                  <a:srgbClr val="213547"/>
                </a:solidFill>
                <a:latin typeface="Yu Gothic"/>
                <a:ea typeface="Yu Gothic"/>
                <a:cs typeface="Yu Gothic"/>
              </a:defRPr>
            </a:pPr>
            <a:r>
              <a:rPr lang="ja-JP" sz="2100" b="1">
                <a:solidFill>
                  <a:srgbClr val="213547"/>
                </a:solidFill>
                <a:latin typeface="Yu Gothic"/>
                <a:ea typeface="Yu Gothic"/>
                <a:cs typeface="Yu Gothic"/>
              </a:rPr>
              <a:t>根拠まで辿れる</a:t>
            </a:r>
          </a:p>
        </p:txBody>
      </p:sp>
      <p:sp>
        <p:nvSpPr>
          <p:cNvPr id="16" name="slot:item_2_body"/>
          <p:cNvSpPr txBox="1"/>
          <p:nvPr/>
        </p:nvSpPr>
        <p:spPr>
          <a:xfrm>
            <a:off x="3424428" y="3739896"/>
            <a:ext cx="2510028" cy="2011680"/>
          </a:xfrm>
          <a:prstGeom prst="rect">
            <a:avLst/>
          </a:prstGeom>
          <a:noFill/>
        </p:spPr>
        <p:txBody>
          <a:bodyPr wrap="square" lIns="18288" rIns="18288" tIns="13716" bIns="13716">
            <a:noAutofit/>
          </a:bodyPr>
          <a:lstStyle/>
          <a:p>
            <a:pPr hangingPunct="0" eaLnBrk="1" latinLnBrk="0">
              <a:lnSpc>
                <a:spcPts val="2375"/>
              </a:lnSpc>
              <a:spcBef>
                <a:spcPts val="0"/>
              </a:spcBef>
              <a:spcAft>
                <a:spcPts val="0"/>
              </a:spcAft>
              <a:defRPr lang="ja-JP" sz="1900" b="0">
                <a:solidFill>
                  <a:srgbClr val="213547"/>
                </a:solidFill>
                <a:latin typeface="Yu Gothic"/>
                <a:ea typeface="Yu Gothic"/>
                <a:cs typeface="Yu Gothic"/>
              </a:defRPr>
            </a:pPr>
            <a:r>
              <a:rPr lang="ja-JP" sz="1900" b="0">
                <a:solidFill>
                  <a:srgbClr val="213547"/>
                </a:solidFill>
                <a:latin typeface="Yu Gothic"/>
                <a:ea typeface="Yu Gothic"/>
                <a:cs typeface="Yu Gothic"/>
              </a:rPr>
              <a:t>原文の条件と確認日を、要約とともに残す。</a:t>
            </a:r>
          </a:p>
        </p:txBody>
      </p:sp>
      <p:sp>
        <p:nvSpPr>
          <p:cNvPr id="17" name="static:sequence_2"/>
          <p:cNvSpPr txBox="1"/>
          <p:nvPr/>
        </p:nvSpPr>
        <p:spPr>
          <a:xfrm>
            <a:off x="6245352" y="2249424"/>
            <a:ext cx="2510028" cy="356616"/>
          </a:xfrm>
          <a:prstGeom prst="rect">
            <a:avLst/>
          </a:prstGeom>
          <a:noFill/>
        </p:spPr>
        <p:txBody>
          <a:bodyPr wrap="square" lIns="18288" rIns="18288" tIns="13716" bIns="13716">
            <a:noAutofit/>
          </a:bodyPr>
          <a:lstStyle/>
          <a:p>
            <a:pPr hangingPunct="0" eaLnBrk="1" latinLnBrk="0">
              <a:lnSpc>
                <a:spcPts val="2125"/>
              </a:lnSpc>
              <a:spcBef>
                <a:spcPts val="0"/>
              </a:spcBef>
              <a:spcAft>
                <a:spcPts val="0"/>
              </a:spcAft>
              <a:defRPr lang="ja-JP" sz="1700" b="1">
                <a:solidFill>
                  <a:srgbClr val="087E83"/>
                </a:solidFill>
                <a:latin typeface="Yu Gothic"/>
                <a:ea typeface="Yu Gothic"/>
                <a:cs typeface="Yu Gothic"/>
              </a:defRPr>
            </a:pPr>
            <a:r>
              <a:rPr lang="ja-JP" sz="1700" b="1">
                <a:solidFill>
                  <a:srgbClr val="087E83"/>
                </a:solidFill>
                <a:latin typeface="Yu Gothic"/>
                <a:ea typeface="Yu Gothic"/>
                <a:cs typeface="Yu Gothic"/>
              </a:rPr>
              <a:t>03</a:t>
            </a:r>
          </a:p>
        </p:txBody>
      </p:sp>
      <p:sp>
        <p:nvSpPr>
          <p:cNvPr id="18" name="decor:5"/>
          <p:cNvSpPr/>
          <p:nvPr/>
        </p:nvSpPr>
        <p:spPr>
          <a:xfrm>
            <a:off x="6245352" y="2734056"/>
            <a:ext cx="2510028" cy="36576"/>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slot:item_3_heading"/>
          <p:cNvSpPr txBox="1"/>
          <p:nvPr/>
        </p:nvSpPr>
        <p:spPr>
          <a:xfrm>
            <a:off x="6245352" y="2907792"/>
            <a:ext cx="2510028" cy="777240"/>
          </a:xfrm>
          <a:prstGeom prst="rect">
            <a:avLst/>
          </a:prstGeom>
          <a:noFill/>
        </p:spPr>
        <p:txBody>
          <a:bodyPr wrap="square" lIns="18288" rIns="18288" tIns="13716" bIns="13716">
            <a:noAutofit/>
          </a:bodyPr>
          <a:lstStyle/>
          <a:p>
            <a:pPr hangingPunct="0" eaLnBrk="1" latinLnBrk="0">
              <a:lnSpc>
                <a:spcPts val="2625"/>
              </a:lnSpc>
              <a:spcBef>
                <a:spcPts val="0"/>
              </a:spcBef>
              <a:spcAft>
                <a:spcPts val="0"/>
              </a:spcAft>
              <a:defRPr lang="ja-JP" sz="2100" b="1">
                <a:solidFill>
                  <a:srgbClr val="213547"/>
                </a:solidFill>
                <a:latin typeface="Yu Gothic"/>
                <a:ea typeface="Yu Gothic"/>
                <a:cs typeface="Yu Gothic"/>
              </a:defRPr>
            </a:pPr>
            <a:r>
              <a:rPr lang="ja-JP" sz="2100" b="1">
                <a:solidFill>
                  <a:srgbClr val="213547"/>
                </a:solidFill>
                <a:latin typeface="Yu Gothic"/>
                <a:ea typeface="Yu Gothic"/>
                <a:cs typeface="Yu Gothic"/>
              </a:rPr>
              <a:t>更新範囲を決める</a:t>
            </a:r>
          </a:p>
        </p:txBody>
      </p:sp>
      <p:sp>
        <p:nvSpPr>
          <p:cNvPr id="20" name="slot:item_3_body"/>
          <p:cNvSpPr txBox="1"/>
          <p:nvPr/>
        </p:nvSpPr>
        <p:spPr>
          <a:xfrm>
            <a:off x="6245352" y="3739896"/>
            <a:ext cx="2510028" cy="2011680"/>
          </a:xfrm>
          <a:prstGeom prst="rect">
            <a:avLst/>
          </a:prstGeom>
          <a:noFill/>
        </p:spPr>
        <p:txBody>
          <a:bodyPr wrap="square" lIns="18288" rIns="18288" tIns="13716" bIns="13716">
            <a:noAutofit/>
          </a:bodyPr>
          <a:lstStyle/>
          <a:p>
            <a:pPr hangingPunct="0" eaLnBrk="1" latinLnBrk="0">
              <a:lnSpc>
                <a:spcPts val="2375"/>
              </a:lnSpc>
              <a:spcBef>
                <a:spcPts val="0"/>
              </a:spcBef>
              <a:spcAft>
                <a:spcPts val="0"/>
              </a:spcAft>
              <a:defRPr lang="ja-JP" sz="1900" b="0">
                <a:solidFill>
                  <a:srgbClr val="213547"/>
                </a:solidFill>
                <a:latin typeface="Yu Gothic"/>
                <a:ea typeface="Yu Gothic"/>
                <a:cs typeface="Yu Gothic"/>
              </a:defRPr>
            </a:pPr>
            <a:r>
              <a:rPr lang="ja-JP" sz="1900" b="0">
                <a:solidFill>
                  <a:srgbClr val="213547"/>
                </a:solidFill>
                <a:latin typeface="Yu Gothic"/>
                <a:ea typeface="Yu Gothic"/>
                <a:cs typeface="Yu Gothic"/>
              </a:rPr>
              <a:t>変更頻度に応じて担当と再確認の時期を決める。</a:t>
            </a:r>
          </a:p>
        </p:txBody>
      </p:sp>
      <p:sp>
        <p:nvSpPr>
          <p:cNvPr id="21" name="static:sequence_3"/>
          <p:cNvSpPr txBox="1"/>
          <p:nvPr/>
        </p:nvSpPr>
        <p:spPr>
          <a:xfrm>
            <a:off x="9066276" y="2249424"/>
            <a:ext cx="2510028" cy="356616"/>
          </a:xfrm>
          <a:prstGeom prst="rect">
            <a:avLst/>
          </a:prstGeom>
          <a:noFill/>
        </p:spPr>
        <p:txBody>
          <a:bodyPr wrap="square" lIns="18288" rIns="18288" tIns="13716" bIns="13716">
            <a:noAutofit/>
          </a:bodyPr>
          <a:lstStyle/>
          <a:p>
            <a:pPr hangingPunct="0" eaLnBrk="1" latinLnBrk="0">
              <a:lnSpc>
                <a:spcPts val="2125"/>
              </a:lnSpc>
              <a:spcBef>
                <a:spcPts val="0"/>
              </a:spcBef>
              <a:spcAft>
                <a:spcPts val="0"/>
              </a:spcAft>
              <a:defRPr lang="ja-JP" sz="1700" b="1">
                <a:solidFill>
                  <a:srgbClr val="087E83"/>
                </a:solidFill>
                <a:latin typeface="Yu Gothic"/>
                <a:ea typeface="Yu Gothic"/>
                <a:cs typeface="Yu Gothic"/>
              </a:defRPr>
            </a:pPr>
            <a:r>
              <a:rPr lang="ja-JP" sz="1700" b="1">
                <a:solidFill>
                  <a:srgbClr val="087E83"/>
                </a:solidFill>
                <a:latin typeface="Yu Gothic"/>
                <a:ea typeface="Yu Gothic"/>
                <a:cs typeface="Yu Gothic"/>
              </a:rPr>
              <a:t>04</a:t>
            </a:r>
          </a:p>
        </p:txBody>
      </p:sp>
      <p:sp>
        <p:nvSpPr>
          <p:cNvPr id="22" name="decor:6"/>
          <p:cNvSpPr/>
          <p:nvPr/>
        </p:nvSpPr>
        <p:spPr>
          <a:xfrm>
            <a:off x="9066276" y="2734056"/>
            <a:ext cx="2510028" cy="36576"/>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slot:item_4_heading"/>
          <p:cNvSpPr txBox="1"/>
          <p:nvPr/>
        </p:nvSpPr>
        <p:spPr>
          <a:xfrm>
            <a:off x="9066276" y="2907792"/>
            <a:ext cx="2510028" cy="777240"/>
          </a:xfrm>
          <a:prstGeom prst="rect">
            <a:avLst/>
          </a:prstGeom>
          <a:noFill/>
        </p:spPr>
        <p:txBody>
          <a:bodyPr wrap="square" lIns="18288" rIns="18288" tIns="13716" bIns="13716">
            <a:noAutofit/>
          </a:bodyPr>
          <a:lstStyle/>
          <a:p>
            <a:pPr hangingPunct="0" eaLnBrk="1" latinLnBrk="0">
              <a:lnSpc>
                <a:spcPts val="2625"/>
              </a:lnSpc>
              <a:spcBef>
                <a:spcPts val="0"/>
              </a:spcBef>
              <a:spcAft>
                <a:spcPts val="0"/>
              </a:spcAft>
              <a:defRPr lang="ja-JP" sz="2100" b="1">
                <a:solidFill>
                  <a:srgbClr val="213547"/>
                </a:solidFill>
                <a:latin typeface="Yu Gothic"/>
                <a:ea typeface="Yu Gothic"/>
                <a:cs typeface="Yu Gothic"/>
              </a:defRPr>
            </a:pPr>
            <a:r>
              <a:rPr lang="ja-JP" sz="2100" b="1">
                <a:solidFill>
                  <a:srgbClr val="213547"/>
                </a:solidFill>
                <a:latin typeface="Yu Gothic"/>
                <a:ea typeface="Yu Gothic"/>
                <a:cs typeface="Yu Gothic"/>
              </a:rPr>
              <a:t>例外を見える化</a:t>
            </a:r>
          </a:p>
        </p:txBody>
      </p:sp>
      <p:sp>
        <p:nvSpPr>
          <p:cNvPr id="24" name="slot:item_4_body"/>
          <p:cNvSpPr txBox="1"/>
          <p:nvPr/>
        </p:nvSpPr>
        <p:spPr>
          <a:xfrm>
            <a:off x="9066276" y="3739896"/>
            <a:ext cx="2510028" cy="2011680"/>
          </a:xfrm>
          <a:prstGeom prst="rect">
            <a:avLst/>
          </a:prstGeom>
          <a:noFill/>
        </p:spPr>
        <p:txBody>
          <a:bodyPr wrap="square" lIns="18288" rIns="18288" tIns="13716" bIns="13716">
            <a:noAutofit/>
          </a:bodyPr>
          <a:lstStyle/>
          <a:p>
            <a:pPr hangingPunct="0" eaLnBrk="1" latinLnBrk="0">
              <a:lnSpc>
                <a:spcPts val="2375"/>
              </a:lnSpc>
              <a:spcBef>
                <a:spcPts val="0"/>
              </a:spcBef>
              <a:spcAft>
                <a:spcPts val="0"/>
              </a:spcAft>
              <a:defRPr lang="ja-JP" sz="1900" b="0">
                <a:solidFill>
                  <a:srgbClr val="213547"/>
                </a:solidFill>
                <a:latin typeface="Yu Gothic"/>
                <a:ea typeface="Yu Gothic"/>
                <a:cs typeface="Yu Gothic"/>
              </a:defRPr>
            </a:pPr>
            <a:r>
              <a:rPr lang="ja-JP" sz="1900" b="0">
                <a:solidFill>
                  <a:srgbClr val="213547"/>
                </a:solidFill>
                <a:latin typeface="Yu Gothic"/>
                <a:ea typeface="Yu Gothic"/>
                <a:cs typeface="Yu Gothic"/>
              </a:rPr>
              <a:t>適用できない場面も記録し、前提の違いを残す。</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公開レイアウト見本</a:t>
            </a:r>
          </a:p>
        </p:txBody>
      </p:sp>
      <p:sp>
        <p:nvSpPr>
          <p:cNvPr id="4" name="meta:page"/>
          <p:cNvSpPr txBox="1"/>
          <p:nvPr/>
        </p:nvSpPr>
        <p:spPr>
          <a:xfrm>
            <a:off x="10972800" y="6391656"/>
            <a:ext cx="621792" cy="274320"/>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47</a:t>
            </a:r>
          </a:p>
        </p:txBody>
      </p:sp>
      <p:sp>
        <p:nvSpPr>
          <p:cNvPr id="5" name="meta:footer"/>
          <p:cNvSpPr txBox="1"/>
          <p:nvPr/>
        </p:nvSpPr>
        <p:spPr>
          <a:xfrm>
            <a:off x="603504" y="6419088"/>
            <a:ext cx="9601200" cy="237744"/>
          </a:xfrm>
          <a:prstGeom prst="rect">
            <a:avLst/>
          </a:prstGeom>
          <a:noFill/>
        </p:spPr>
        <p:txBody>
          <a:bodyPr wrap="square"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slide-layout-agent</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社内ナレッジを探しやすくする条件</a:t>
            </a:r>
          </a:p>
        </p:txBody>
      </p:sp>
      <p:sp>
        <p:nvSpPr>
          <p:cNvPr id="8" name="slot:context"/>
          <p:cNvSpPr txBox="1"/>
          <p:nvPr/>
        </p:nvSpPr>
        <p:spPr>
          <a:xfrm>
            <a:off x="621792" y="1490472"/>
            <a:ext cx="10927080" cy="502920"/>
          </a:xfrm>
          <a:prstGeom prst="rect">
            <a:avLst/>
          </a:prstGeom>
          <a:noFill/>
        </p:spPr>
        <p:txBody>
          <a:bodyPr wrap="square"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架空の社内調査。運用条件を整理した所見であり、効果を実証したものではない。</a:t>
            </a:r>
          </a:p>
        </p:txBody>
      </p:sp>
      <p:sp>
        <p:nvSpPr>
          <p:cNvPr id="9" name="decor:3"/>
          <p:cNvSpPr/>
          <p:nvPr/>
        </p:nvSpPr>
        <p:spPr>
          <a:xfrm>
            <a:off x="859536" y="2295144"/>
            <a:ext cx="22860" cy="3566160"/>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ecor:4"/>
          <p:cNvSpPr/>
          <p:nvPr/>
        </p:nvSpPr>
        <p:spPr>
          <a:xfrm>
            <a:off x="1234440" y="3092958"/>
            <a:ext cx="102870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tatic:number_1"/>
          <p:cNvSpPr txBox="1"/>
          <p:nvPr/>
        </p:nvSpPr>
        <p:spPr>
          <a:xfrm>
            <a:off x="1234440" y="2167127"/>
            <a:ext cx="411480" cy="365760"/>
          </a:xfrm>
          <a:prstGeom prst="rect">
            <a:avLst/>
          </a:prstGeom>
          <a:noFill/>
        </p:spPr>
        <p:txBody>
          <a:bodyPr wrap="square" lIns="18288" rIns="18288" tIns="13716" bIns="13716">
            <a:noAutofit/>
          </a:bodyPr>
          <a:lstStyle/>
          <a:p>
            <a:pPr hangingPunct="0" eaLnBrk="1" latinLnBrk="0">
              <a:lnSpc>
                <a:spcPts val="2125"/>
              </a:lnSpc>
              <a:spcBef>
                <a:spcPts val="0"/>
              </a:spcBef>
              <a:spcAft>
                <a:spcPts val="0"/>
              </a:spcAft>
              <a:defRPr lang="ja-JP" sz="1700" b="1">
                <a:solidFill>
                  <a:srgbClr val="087E83"/>
                </a:solidFill>
                <a:latin typeface="Yu Gothic"/>
                <a:ea typeface="Yu Gothic"/>
                <a:cs typeface="Yu Gothic"/>
              </a:defRPr>
            </a:pPr>
            <a:r>
              <a:rPr lang="ja-JP" sz="1700" b="1">
                <a:solidFill>
                  <a:srgbClr val="087E83"/>
                </a:solidFill>
                <a:latin typeface="Yu Gothic"/>
                <a:ea typeface="Yu Gothic"/>
                <a:cs typeface="Yu Gothic"/>
              </a:rPr>
              <a:t>01</a:t>
            </a:r>
          </a:p>
        </p:txBody>
      </p:sp>
      <p:sp>
        <p:nvSpPr>
          <p:cNvPr id="12" name="slot:item_1_heading"/>
          <p:cNvSpPr txBox="1"/>
          <p:nvPr/>
        </p:nvSpPr>
        <p:spPr>
          <a:xfrm>
            <a:off x="1755648" y="2157984"/>
            <a:ext cx="2542032" cy="68580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検索入口を揃える</a:t>
            </a:r>
          </a:p>
        </p:txBody>
      </p:sp>
      <p:sp>
        <p:nvSpPr>
          <p:cNvPr id="13" name="slot:item_1_body"/>
          <p:cNvSpPr txBox="1"/>
          <p:nvPr/>
        </p:nvSpPr>
        <p:spPr>
          <a:xfrm>
            <a:off x="4507992" y="2157984"/>
            <a:ext cx="7013448" cy="944118"/>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用語を揃え、同じ資料へ辿れる入口を整える。</a:t>
            </a:r>
          </a:p>
        </p:txBody>
      </p:sp>
      <p:sp>
        <p:nvSpPr>
          <p:cNvPr id="14" name="decor:5"/>
          <p:cNvSpPr/>
          <p:nvPr/>
        </p:nvSpPr>
        <p:spPr>
          <a:xfrm>
            <a:off x="1234440" y="4064508"/>
            <a:ext cx="102870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static:number_2"/>
          <p:cNvSpPr txBox="1"/>
          <p:nvPr/>
        </p:nvSpPr>
        <p:spPr>
          <a:xfrm>
            <a:off x="1234440" y="3138677"/>
            <a:ext cx="411480" cy="365760"/>
          </a:xfrm>
          <a:prstGeom prst="rect">
            <a:avLst/>
          </a:prstGeom>
          <a:noFill/>
        </p:spPr>
        <p:txBody>
          <a:bodyPr wrap="square" lIns="18288" rIns="18288" tIns="13716" bIns="13716">
            <a:noAutofit/>
          </a:bodyPr>
          <a:lstStyle/>
          <a:p>
            <a:pPr hangingPunct="0" eaLnBrk="1" latinLnBrk="0">
              <a:lnSpc>
                <a:spcPts val="2125"/>
              </a:lnSpc>
              <a:spcBef>
                <a:spcPts val="0"/>
              </a:spcBef>
              <a:spcAft>
                <a:spcPts val="0"/>
              </a:spcAft>
              <a:defRPr lang="ja-JP" sz="1700" b="1">
                <a:solidFill>
                  <a:srgbClr val="087E83"/>
                </a:solidFill>
                <a:latin typeface="Yu Gothic"/>
                <a:ea typeface="Yu Gothic"/>
                <a:cs typeface="Yu Gothic"/>
              </a:defRPr>
            </a:pPr>
            <a:r>
              <a:rPr lang="ja-JP" sz="1700" b="1">
                <a:solidFill>
                  <a:srgbClr val="087E83"/>
                </a:solidFill>
                <a:latin typeface="Yu Gothic"/>
                <a:ea typeface="Yu Gothic"/>
                <a:cs typeface="Yu Gothic"/>
              </a:rPr>
              <a:t>02</a:t>
            </a:r>
          </a:p>
        </p:txBody>
      </p:sp>
      <p:sp>
        <p:nvSpPr>
          <p:cNvPr id="16" name="slot:item_2_heading"/>
          <p:cNvSpPr txBox="1"/>
          <p:nvPr/>
        </p:nvSpPr>
        <p:spPr>
          <a:xfrm>
            <a:off x="1755648" y="3129534"/>
            <a:ext cx="2542032" cy="68580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根拠まで辿れる</a:t>
            </a:r>
          </a:p>
        </p:txBody>
      </p:sp>
      <p:sp>
        <p:nvSpPr>
          <p:cNvPr id="17" name="slot:item_2_body"/>
          <p:cNvSpPr txBox="1"/>
          <p:nvPr/>
        </p:nvSpPr>
        <p:spPr>
          <a:xfrm>
            <a:off x="4507992" y="3129534"/>
            <a:ext cx="7013448" cy="944118"/>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原文の条件と確認日を、要約とともに残す。</a:t>
            </a:r>
          </a:p>
        </p:txBody>
      </p:sp>
      <p:sp>
        <p:nvSpPr>
          <p:cNvPr id="18" name="decor:6"/>
          <p:cNvSpPr/>
          <p:nvPr/>
        </p:nvSpPr>
        <p:spPr>
          <a:xfrm>
            <a:off x="1234440" y="5036058"/>
            <a:ext cx="102870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static:number_3"/>
          <p:cNvSpPr txBox="1"/>
          <p:nvPr/>
        </p:nvSpPr>
        <p:spPr>
          <a:xfrm>
            <a:off x="1234440" y="4110228"/>
            <a:ext cx="411480" cy="365760"/>
          </a:xfrm>
          <a:prstGeom prst="rect">
            <a:avLst/>
          </a:prstGeom>
          <a:noFill/>
        </p:spPr>
        <p:txBody>
          <a:bodyPr wrap="square" lIns="18288" rIns="18288" tIns="13716" bIns="13716">
            <a:noAutofit/>
          </a:bodyPr>
          <a:lstStyle/>
          <a:p>
            <a:pPr hangingPunct="0" eaLnBrk="1" latinLnBrk="0">
              <a:lnSpc>
                <a:spcPts val="2125"/>
              </a:lnSpc>
              <a:spcBef>
                <a:spcPts val="0"/>
              </a:spcBef>
              <a:spcAft>
                <a:spcPts val="0"/>
              </a:spcAft>
              <a:defRPr lang="ja-JP" sz="1700" b="1">
                <a:solidFill>
                  <a:srgbClr val="087E83"/>
                </a:solidFill>
                <a:latin typeface="Yu Gothic"/>
                <a:ea typeface="Yu Gothic"/>
                <a:cs typeface="Yu Gothic"/>
              </a:defRPr>
            </a:pPr>
            <a:r>
              <a:rPr lang="ja-JP" sz="1700" b="1">
                <a:solidFill>
                  <a:srgbClr val="087E83"/>
                </a:solidFill>
                <a:latin typeface="Yu Gothic"/>
                <a:ea typeface="Yu Gothic"/>
                <a:cs typeface="Yu Gothic"/>
              </a:rPr>
              <a:t>03</a:t>
            </a:r>
          </a:p>
        </p:txBody>
      </p:sp>
      <p:sp>
        <p:nvSpPr>
          <p:cNvPr id="20" name="slot:item_3_heading"/>
          <p:cNvSpPr txBox="1"/>
          <p:nvPr/>
        </p:nvSpPr>
        <p:spPr>
          <a:xfrm>
            <a:off x="1755648" y="4101083"/>
            <a:ext cx="2542032" cy="68580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更新範囲を決める</a:t>
            </a:r>
          </a:p>
        </p:txBody>
      </p:sp>
      <p:sp>
        <p:nvSpPr>
          <p:cNvPr id="21" name="slot:item_3_body"/>
          <p:cNvSpPr txBox="1"/>
          <p:nvPr/>
        </p:nvSpPr>
        <p:spPr>
          <a:xfrm>
            <a:off x="4507992" y="4101083"/>
            <a:ext cx="7013448" cy="944118"/>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変更頻度に応じて担当と再確認の時期を決める。</a:t>
            </a:r>
          </a:p>
        </p:txBody>
      </p:sp>
      <p:sp>
        <p:nvSpPr>
          <p:cNvPr id="22" name="decor:7"/>
          <p:cNvSpPr/>
          <p:nvPr/>
        </p:nvSpPr>
        <p:spPr>
          <a:xfrm>
            <a:off x="1234440" y="6007608"/>
            <a:ext cx="102870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static:number_4"/>
          <p:cNvSpPr txBox="1"/>
          <p:nvPr/>
        </p:nvSpPr>
        <p:spPr>
          <a:xfrm>
            <a:off x="1234440" y="5081778"/>
            <a:ext cx="411480" cy="365760"/>
          </a:xfrm>
          <a:prstGeom prst="rect">
            <a:avLst/>
          </a:prstGeom>
          <a:noFill/>
        </p:spPr>
        <p:txBody>
          <a:bodyPr wrap="square" lIns="18288" rIns="18288" tIns="13716" bIns="13716">
            <a:noAutofit/>
          </a:bodyPr>
          <a:lstStyle/>
          <a:p>
            <a:pPr hangingPunct="0" eaLnBrk="1" latinLnBrk="0">
              <a:lnSpc>
                <a:spcPts val="2125"/>
              </a:lnSpc>
              <a:spcBef>
                <a:spcPts val="0"/>
              </a:spcBef>
              <a:spcAft>
                <a:spcPts val="0"/>
              </a:spcAft>
              <a:defRPr lang="ja-JP" sz="1700" b="1">
                <a:solidFill>
                  <a:srgbClr val="087E83"/>
                </a:solidFill>
                <a:latin typeface="Yu Gothic"/>
                <a:ea typeface="Yu Gothic"/>
                <a:cs typeface="Yu Gothic"/>
              </a:defRPr>
            </a:pPr>
            <a:r>
              <a:rPr lang="ja-JP" sz="1700" b="1">
                <a:solidFill>
                  <a:srgbClr val="087E83"/>
                </a:solidFill>
                <a:latin typeface="Yu Gothic"/>
                <a:ea typeface="Yu Gothic"/>
                <a:cs typeface="Yu Gothic"/>
              </a:rPr>
              <a:t>04</a:t>
            </a:r>
          </a:p>
        </p:txBody>
      </p:sp>
      <p:sp>
        <p:nvSpPr>
          <p:cNvPr id="24" name="slot:item_4_heading"/>
          <p:cNvSpPr txBox="1"/>
          <p:nvPr/>
        </p:nvSpPr>
        <p:spPr>
          <a:xfrm>
            <a:off x="1755648" y="5072633"/>
            <a:ext cx="2542032" cy="68580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例外を見える化</a:t>
            </a:r>
          </a:p>
        </p:txBody>
      </p:sp>
      <p:sp>
        <p:nvSpPr>
          <p:cNvPr id="25" name="slot:item_4_body"/>
          <p:cNvSpPr txBox="1"/>
          <p:nvPr/>
        </p:nvSpPr>
        <p:spPr>
          <a:xfrm>
            <a:off x="4507992" y="5072633"/>
            <a:ext cx="7013448" cy="944118"/>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適用できない場面も記録し、前提の違いを残す。</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公開レイアウト見本</a:t>
            </a:r>
          </a:p>
        </p:txBody>
      </p:sp>
      <p:sp>
        <p:nvSpPr>
          <p:cNvPr id="4" name="meta:page"/>
          <p:cNvSpPr txBox="1"/>
          <p:nvPr/>
        </p:nvSpPr>
        <p:spPr>
          <a:xfrm>
            <a:off x="10972800" y="6391656"/>
            <a:ext cx="621792" cy="274320"/>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48</a:t>
            </a:r>
          </a:p>
        </p:txBody>
      </p:sp>
      <p:sp>
        <p:nvSpPr>
          <p:cNvPr id="5" name="meta:footer"/>
          <p:cNvSpPr txBox="1"/>
          <p:nvPr/>
        </p:nvSpPr>
        <p:spPr>
          <a:xfrm>
            <a:off x="603504" y="6419088"/>
            <a:ext cx="9601200" cy="237744"/>
          </a:xfrm>
          <a:prstGeom prst="rect">
            <a:avLst/>
          </a:prstGeom>
          <a:noFill/>
        </p:spPr>
        <p:txBody>
          <a:bodyPr wrap="square"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slide-layout-agent</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社内ナレッジを探しやすくする条件</a:t>
            </a:r>
          </a:p>
        </p:txBody>
      </p:sp>
      <p:sp>
        <p:nvSpPr>
          <p:cNvPr id="8" name="slot:context"/>
          <p:cNvSpPr txBox="1"/>
          <p:nvPr/>
        </p:nvSpPr>
        <p:spPr>
          <a:xfrm>
            <a:off x="621792" y="1490472"/>
            <a:ext cx="10927080" cy="502920"/>
          </a:xfrm>
          <a:prstGeom prst="rect">
            <a:avLst/>
          </a:prstGeom>
          <a:noFill/>
        </p:spPr>
        <p:txBody>
          <a:bodyPr wrap="square"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架空の社内調査。運用条件を整理した所見であり、効果を実証したものではない。</a:t>
            </a:r>
          </a:p>
        </p:txBody>
      </p:sp>
      <p:sp>
        <p:nvSpPr>
          <p:cNvPr id="9" name="decor:3"/>
          <p:cNvSpPr/>
          <p:nvPr/>
        </p:nvSpPr>
        <p:spPr>
          <a:xfrm>
            <a:off x="859536" y="2295144"/>
            <a:ext cx="22860" cy="3566160"/>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ecor:4"/>
          <p:cNvSpPr/>
          <p:nvPr/>
        </p:nvSpPr>
        <p:spPr>
          <a:xfrm>
            <a:off x="1234440" y="2898648"/>
            <a:ext cx="102870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tatic:number_1"/>
          <p:cNvSpPr txBox="1"/>
          <p:nvPr/>
        </p:nvSpPr>
        <p:spPr>
          <a:xfrm>
            <a:off x="1234440" y="2167127"/>
            <a:ext cx="411480" cy="365760"/>
          </a:xfrm>
          <a:prstGeom prst="rect">
            <a:avLst/>
          </a:prstGeom>
          <a:noFill/>
        </p:spPr>
        <p:txBody>
          <a:bodyPr wrap="square" lIns="18288" rIns="18288" tIns="13716" bIns="13716">
            <a:noAutofit/>
          </a:bodyPr>
          <a:lstStyle/>
          <a:p>
            <a:pPr hangingPunct="0" eaLnBrk="1" latinLnBrk="0">
              <a:lnSpc>
                <a:spcPts val="2125"/>
              </a:lnSpc>
              <a:spcBef>
                <a:spcPts val="0"/>
              </a:spcBef>
              <a:spcAft>
                <a:spcPts val="0"/>
              </a:spcAft>
              <a:defRPr lang="ja-JP" sz="1700" b="1">
                <a:solidFill>
                  <a:srgbClr val="087E83"/>
                </a:solidFill>
                <a:latin typeface="Yu Gothic"/>
                <a:ea typeface="Yu Gothic"/>
                <a:cs typeface="Yu Gothic"/>
              </a:defRPr>
            </a:pPr>
            <a:r>
              <a:rPr lang="ja-JP" sz="1700" b="1">
                <a:solidFill>
                  <a:srgbClr val="087E83"/>
                </a:solidFill>
                <a:latin typeface="Yu Gothic"/>
                <a:ea typeface="Yu Gothic"/>
                <a:cs typeface="Yu Gothic"/>
              </a:rPr>
              <a:t>01</a:t>
            </a:r>
          </a:p>
        </p:txBody>
      </p:sp>
      <p:sp>
        <p:nvSpPr>
          <p:cNvPr id="12" name="slot:item_1_heading"/>
          <p:cNvSpPr txBox="1"/>
          <p:nvPr/>
        </p:nvSpPr>
        <p:spPr>
          <a:xfrm>
            <a:off x="1755648" y="2157984"/>
            <a:ext cx="2542032" cy="68580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検索入口を揃える</a:t>
            </a:r>
          </a:p>
        </p:txBody>
      </p:sp>
      <p:sp>
        <p:nvSpPr>
          <p:cNvPr id="13" name="slot:item_1_body"/>
          <p:cNvSpPr txBox="1"/>
          <p:nvPr/>
        </p:nvSpPr>
        <p:spPr>
          <a:xfrm>
            <a:off x="4507992" y="2157984"/>
            <a:ext cx="7013448" cy="749808"/>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用語を揃え、同じ資料へ辿れる入口を整える。</a:t>
            </a:r>
          </a:p>
        </p:txBody>
      </p:sp>
      <p:sp>
        <p:nvSpPr>
          <p:cNvPr id="14" name="decor:5"/>
          <p:cNvSpPr/>
          <p:nvPr/>
        </p:nvSpPr>
        <p:spPr>
          <a:xfrm>
            <a:off x="1234440" y="3675888"/>
            <a:ext cx="102870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static:number_2"/>
          <p:cNvSpPr txBox="1"/>
          <p:nvPr/>
        </p:nvSpPr>
        <p:spPr>
          <a:xfrm>
            <a:off x="1234440" y="2944368"/>
            <a:ext cx="411480" cy="365760"/>
          </a:xfrm>
          <a:prstGeom prst="rect">
            <a:avLst/>
          </a:prstGeom>
          <a:noFill/>
        </p:spPr>
        <p:txBody>
          <a:bodyPr wrap="square" lIns="18288" rIns="18288" tIns="13716" bIns="13716">
            <a:noAutofit/>
          </a:bodyPr>
          <a:lstStyle/>
          <a:p>
            <a:pPr hangingPunct="0" eaLnBrk="1" latinLnBrk="0">
              <a:lnSpc>
                <a:spcPts val="2125"/>
              </a:lnSpc>
              <a:spcBef>
                <a:spcPts val="0"/>
              </a:spcBef>
              <a:spcAft>
                <a:spcPts val="0"/>
              </a:spcAft>
              <a:defRPr lang="ja-JP" sz="1700" b="1">
                <a:solidFill>
                  <a:srgbClr val="087E83"/>
                </a:solidFill>
                <a:latin typeface="Yu Gothic"/>
                <a:ea typeface="Yu Gothic"/>
                <a:cs typeface="Yu Gothic"/>
              </a:defRPr>
            </a:pPr>
            <a:r>
              <a:rPr lang="ja-JP" sz="1700" b="1">
                <a:solidFill>
                  <a:srgbClr val="087E83"/>
                </a:solidFill>
                <a:latin typeface="Yu Gothic"/>
                <a:ea typeface="Yu Gothic"/>
                <a:cs typeface="Yu Gothic"/>
              </a:rPr>
              <a:t>02</a:t>
            </a:r>
          </a:p>
        </p:txBody>
      </p:sp>
      <p:sp>
        <p:nvSpPr>
          <p:cNvPr id="16" name="slot:item_2_heading"/>
          <p:cNvSpPr txBox="1"/>
          <p:nvPr/>
        </p:nvSpPr>
        <p:spPr>
          <a:xfrm>
            <a:off x="1755648" y="2935224"/>
            <a:ext cx="2542032" cy="68580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根拠まで辿れる</a:t>
            </a:r>
          </a:p>
        </p:txBody>
      </p:sp>
      <p:sp>
        <p:nvSpPr>
          <p:cNvPr id="17" name="slot:item_2_body"/>
          <p:cNvSpPr txBox="1"/>
          <p:nvPr/>
        </p:nvSpPr>
        <p:spPr>
          <a:xfrm>
            <a:off x="4507992" y="2935224"/>
            <a:ext cx="7013448" cy="749808"/>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原文の条件と確認日を、要約とともに残す。</a:t>
            </a:r>
          </a:p>
        </p:txBody>
      </p:sp>
      <p:sp>
        <p:nvSpPr>
          <p:cNvPr id="18" name="decor:6"/>
          <p:cNvSpPr/>
          <p:nvPr/>
        </p:nvSpPr>
        <p:spPr>
          <a:xfrm>
            <a:off x="1234440" y="4453128"/>
            <a:ext cx="102870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static:number_3"/>
          <p:cNvSpPr txBox="1"/>
          <p:nvPr/>
        </p:nvSpPr>
        <p:spPr>
          <a:xfrm>
            <a:off x="1234440" y="3721608"/>
            <a:ext cx="411480" cy="365760"/>
          </a:xfrm>
          <a:prstGeom prst="rect">
            <a:avLst/>
          </a:prstGeom>
          <a:noFill/>
        </p:spPr>
        <p:txBody>
          <a:bodyPr wrap="square" lIns="18288" rIns="18288" tIns="13716" bIns="13716">
            <a:noAutofit/>
          </a:bodyPr>
          <a:lstStyle/>
          <a:p>
            <a:pPr hangingPunct="0" eaLnBrk="1" latinLnBrk="0">
              <a:lnSpc>
                <a:spcPts val="2125"/>
              </a:lnSpc>
              <a:spcBef>
                <a:spcPts val="0"/>
              </a:spcBef>
              <a:spcAft>
                <a:spcPts val="0"/>
              </a:spcAft>
              <a:defRPr lang="ja-JP" sz="1700" b="1">
                <a:solidFill>
                  <a:srgbClr val="087E83"/>
                </a:solidFill>
                <a:latin typeface="Yu Gothic"/>
                <a:ea typeface="Yu Gothic"/>
                <a:cs typeface="Yu Gothic"/>
              </a:defRPr>
            </a:pPr>
            <a:r>
              <a:rPr lang="ja-JP" sz="1700" b="1">
                <a:solidFill>
                  <a:srgbClr val="087E83"/>
                </a:solidFill>
                <a:latin typeface="Yu Gothic"/>
                <a:ea typeface="Yu Gothic"/>
                <a:cs typeface="Yu Gothic"/>
              </a:rPr>
              <a:t>03</a:t>
            </a:r>
          </a:p>
        </p:txBody>
      </p:sp>
      <p:sp>
        <p:nvSpPr>
          <p:cNvPr id="20" name="slot:item_3_heading"/>
          <p:cNvSpPr txBox="1"/>
          <p:nvPr/>
        </p:nvSpPr>
        <p:spPr>
          <a:xfrm>
            <a:off x="1755648" y="3712463"/>
            <a:ext cx="2542032" cy="68580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更新範囲を決める</a:t>
            </a:r>
          </a:p>
        </p:txBody>
      </p:sp>
      <p:sp>
        <p:nvSpPr>
          <p:cNvPr id="21" name="slot:item_3_body"/>
          <p:cNvSpPr txBox="1"/>
          <p:nvPr/>
        </p:nvSpPr>
        <p:spPr>
          <a:xfrm>
            <a:off x="4507992" y="3712463"/>
            <a:ext cx="7013448" cy="749808"/>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変更頻度に応じて担当と再確認の時期を決める。</a:t>
            </a:r>
          </a:p>
        </p:txBody>
      </p:sp>
      <p:sp>
        <p:nvSpPr>
          <p:cNvPr id="22" name="decor:7"/>
          <p:cNvSpPr/>
          <p:nvPr/>
        </p:nvSpPr>
        <p:spPr>
          <a:xfrm>
            <a:off x="1234440" y="5230368"/>
            <a:ext cx="102870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static:number_4"/>
          <p:cNvSpPr txBox="1"/>
          <p:nvPr/>
        </p:nvSpPr>
        <p:spPr>
          <a:xfrm>
            <a:off x="1234440" y="4498848"/>
            <a:ext cx="411480" cy="365760"/>
          </a:xfrm>
          <a:prstGeom prst="rect">
            <a:avLst/>
          </a:prstGeom>
          <a:noFill/>
        </p:spPr>
        <p:txBody>
          <a:bodyPr wrap="square" lIns="18288" rIns="18288" tIns="13716" bIns="13716">
            <a:noAutofit/>
          </a:bodyPr>
          <a:lstStyle/>
          <a:p>
            <a:pPr hangingPunct="0" eaLnBrk="1" latinLnBrk="0">
              <a:lnSpc>
                <a:spcPts val="2125"/>
              </a:lnSpc>
              <a:spcBef>
                <a:spcPts val="0"/>
              </a:spcBef>
              <a:spcAft>
                <a:spcPts val="0"/>
              </a:spcAft>
              <a:defRPr lang="ja-JP" sz="1700" b="1">
                <a:solidFill>
                  <a:srgbClr val="087E83"/>
                </a:solidFill>
                <a:latin typeface="Yu Gothic"/>
                <a:ea typeface="Yu Gothic"/>
                <a:cs typeface="Yu Gothic"/>
              </a:defRPr>
            </a:pPr>
            <a:r>
              <a:rPr lang="ja-JP" sz="1700" b="1">
                <a:solidFill>
                  <a:srgbClr val="087E83"/>
                </a:solidFill>
                <a:latin typeface="Yu Gothic"/>
                <a:ea typeface="Yu Gothic"/>
                <a:cs typeface="Yu Gothic"/>
              </a:rPr>
              <a:t>04</a:t>
            </a:r>
          </a:p>
        </p:txBody>
      </p:sp>
      <p:sp>
        <p:nvSpPr>
          <p:cNvPr id="24" name="slot:item_4_heading"/>
          <p:cNvSpPr txBox="1"/>
          <p:nvPr/>
        </p:nvSpPr>
        <p:spPr>
          <a:xfrm>
            <a:off x="1755648" y="4489703"/>
            <a:ext cx="2542032" cy="68580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例外を見える化</a:t>
            </a:r>
          </a:p>
        </p:txBody>
      </p:sp>
      <p:sp>
        <p:nvSpPr>
          <p:cNvPr id="25" name="slot:item_4_body"/>
          <p:cNvSpPr txBox="1"/>
          <p:nvPr/>
        </p:nvSpPr>
        <p:spPr>
          <a:xfrm>
            <a:off x="4507992" y="4489703"/>
            <a:ext cx="7013448" cy="749808"/>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適用できない場面も記録し、前提の違いを残す。</a:t>
            </a:r>
          </a:p>
        </p:txBody>
      </p:sp>
      <p:sp>
        <p:nvSpPr>
          <p:cNvPr id="26" name="decor:8"/>
          <p:cNvSpPr/>
          <p:nvPr/>
        </p:nvSpPr>
        <p:spPr>
          <a:xfrm>
            <a:off x="1234440" y="6007608"/>
            <a:ext cx="102870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static:number_5"/>
          <p:cNvSpPr txBox="1"/>
          <p:nvPr/>
        </p:nvSpPr>
        <p:spPr>
          <a:xfrm>
            <a:off x="1234440" y="5276088"/>
            <a:ext cx="411480" cy="365760"/>
          </a:xfrm>
          <a:prstGeom prst="rect">
            <a:avLst/>
          </a:prstGeom>
          <a:noFill/>
        </p:spPr>
        <p:txBody>
          <a:bodyPr wrap="square" lIns="18288" rIns="18288" tIns="13716" bIns="13716">
            <a:noAutofit/>
          </a:bodyPr>
          <a:lstStyle/>
          <a:p>
            <a:pPr hangingPunct="0" eaLnBrk="1" latinLnBrk="0">
              <a:lnSpc>
                <a:spcPts val="2125"/>
              </a:lnSpc>
              <a:spcBef>
                <a:spcPts val="0"/>
              </a:spcBef>
              <a:spcAft>
                <a:spcPts val="0"/>
              </a:spcAft>
              <a:defRPr lang="ja-JP" sz="1700" b="1">
                <a:solidFill>
                  <a:srgbClr val="087E83"/>
                </a:solidFill>
                <a:latin typeface="Yu Gothic"/>
                <a:ea typeface="Yu Gothic"/>
                <a:cs typeface="Yu Gothic"/>
              </a:defRPr>
            </a:pPr>
            <a:r>
              <a:rPr lang="ja-JP" sz="1700" b="1">
                <a:solidFill>
                  <a:srgbClr val="087E83"/>
                </a:solidFill>
                <a:latin typeface="Yu Gothic"/>
                <a:ea typeface="Yu Gothic"/>
                <a:cs typeface="Yu Gothic"/>
              </a:rPr>
              <a:t>05</a:t>
            </a:r>
          </a:p>
        </p:txBody>
      </p:sp>
      <p:sp>
        <p:nvSpPr>
          <p:cNvPr id="28" name="slot:item_5_heading"/>
          <p:cNvSpPr txBox="1"/>
          <p:nvPr/>
        </p:nvSpPr>
        <p:spPr>
          <a:xfrm>
            <a:off x="1755648" y="5266944"/>
            <a:ext cx="2542032" cy="68580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比較軸を共有する</a:t>
            </a:r>
          </a:p>
        </p:txBody>
      </p:sp>
      <p:sp>
        <p:nvSpPr>
          <p:cNvPr id="29" name="slot:item_5_body"/>
          <p:cNvSpPr txBox="1"/>
          <p:nvPr/>
        </p:nvSpPr>
        <p:spPr>
          <a:xfrm>
            <a:off x="4507992" y="5266944"/>
            <a:ext cx="7013448" cy="749808"/>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評価項目を揃え、異なる条件の結果を混同しない。</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公開レイアウト見本</a:t>
            </a:r>
          </a:p>
        </p:txBody>
      </p:sp>
      <p:sp>
        <p:nvSpPr>
          <p:cNvPr id="4" name="meta:page"/>
          <p:cNvSpPr txBox="1"/>
          <p:nvPr/>
        </p:nvSpPr>
        <p:spPr>
          <a:xfrm>
            <a:off x="10972800" y="6391656"/>
            <a:ext cx="621792" cy="274320"/>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49</a:t>
            </a:r>
          </a:p>
        </p:txBody>
      </p:sp>
      <p:sp>
        <p:nvSpPr>
          <p:cNvPr id="5" name="meta:footer"/>
          <p:cNvSpPr txBox="1"/>
          <p:nvPr/>
        </p:nvSpPr>
        <p:spPr>
          <a:xfrm>
            <a:off x="603504" y="6419088"/>
            <a:ext cx="9601200" cy="237744"/>
          </a:xfrm>
          <a:prstGeom prst="rect">
            <a:avLst/>
          </a:prstGeom>
          <a:noFill/>
        </p:spPr>
        <p:txBody>
          <a:bodyPr wrap="square"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slide-layout-agent</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社内ナレッジを探しやすくする条件</a:t>
            </a:r>
          </a:p>
        </p:txBody>
      </p:sp>
      <p:sp>
        <p:nvSpPr>
          <p:cNvPr id="8" name="slot:context"/>
          <p:cNvSpPr txBox="1"/>
          <p:nvPr/>
        </p:nvSpPr>
        <p:spPr>
          <a:xfrm>
            <a:off x="621792" y="1490472"/>
            <a:ext cx="10927080" cy="502920"/>
          </a:xfrm>
          <a:prstGeom prst="rect">
            <a:avLst/>
          </a:prstGeom>
          <a:noFill/>
        </p:spPr>
        <p:txBody>
          <a:bodyPr wrap="square"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架空の社内調査。運用条件を整理した所見であり、効果を実証したものではない。</a:t>
            </a:r>
          </a:p>
        </p:txBody>
      </p:sp>
      <p:sp>
        <p:nvSpPr>
          <p:cNvPr id="9" name="decor:3"/>
          <p:cNvSpPr/>
          <p:nvPr/>
        </p:nvSpPr>
        <p:spPr>
          <a:xfrm>
            <a:off x="859536" y="2295144"/>
            <a:ext cx="22860" cy="3566160"/>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ecor:4"/>
          <p:cNvSpPr/>
          <p:nvPr/>
        </p:nvSpPr>
        <p:spPr>
          <a:xfrm>
            <a:off x="1234440" y="2769108"/>
            <a:ext cx="102870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tatic:number_1"/>
          <p:cNvSpPr txBox="1"/>
          <p:nvPr/>
        </p:nvSpPr>
        <p:spPr>
          <a:xfrm>
            <a:off x="1234440" y="2167127"/>
            <a:ext cx="411480" cy="365760"/>
          </a:xfrm>
          <a:prstGeom prst="rect">
            <a:avLst/>
          </a:prstGeom>
          <a:noFill/>
        </p:spPr>
        <p:txBody>
          <a:bodyPr wrap="square" lIns="18288" rIns="18288" tIns="13716" bIns="13716">
            <a:noAutofit/>
          </a:bodyPr>
          <a:lstStyle/>
          <a:p>
            <a:pPr hangingPunct="0" eaLnBrk="1" latinLnBrk="0">
              <a:lnSpc>
                <a:spcPts val="2125"/>
              </a:lnSpc>
              <a:spcBef>
                <a:spcPts val="0"/>
              </a:spcBef>
              <a:spcAft>
                <a:spcPts val="0"/>
              </a:spcAft>
              <a:defRPr lang="ja-JP" sz="1700" b="1">
                <a:solidFill>
                  <a:srgbClr val="087E83"/>
                </a:solidFill>
                <a:latin typeface="Yu Gothic"/>
                <a:ea typeface="Yu Gothic"/>
                <a:cs typeface="Yu Gothic"/>
              </a:defRPr>
            </a:pPr>
            <a:r>
              <a:rPr lang="ja-JP" sz="1700" b="1">
                <a:solidFill>
                  <a:srgbClr val="087E83"/>
                </a:solidFill>
                <a:latin typeface="Yu Gothic"/>
                <a:ea typeface="Yu Gothic"/>
                <a:cs typeface="Yu Gothic"/>
              </a:rPr>
              <a:t>01</a:t>
            </a:r>
          </a:p>
        </p:txBody>
      </p:sp>
      <p:sp>
        <p:nvSpPr>
          <p:cNvPr id="12" name="slot:item_1_heading"/>
          <p:cNvSpPr txBox="1"/>
          <p:nvPr/>
        </p:nvSpPr>
        <p:spPr>
          <a:xfrm>
            <a:off x="1755648" y="2157984"/>
            <a:ext cx="2542032" cy="620268"/>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検索入口を揃える</a:t>
            </a:r>
          </a:p>
        </p:txBody>
      </p:sp>
      <p:sp>
        <p:nvSpPr>
          <p:cNvPr id="13" name="slot:item_1_body"/>
          <p:cNvSpPr txBox="1"/>
          <p:nvPr/>
        </p:nvSpPr>
        <p:spPr>
          <a:xfrm>
            <a:off x="4507992" y="2157984"/>
            <a:ext cx="7013448" cy="620268"/>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用語を揃え、同じ資料へ辿れる入口を整える。</a:t>
            </a:r>
          </a:p>
        </p:txBody>
      </p:sp>
      <p:sp>
        <p:nvSpPr>
          <p:cNvPr id="14" name="decor:5"/>
          <p:cNvSpPr/>
          <p:nvPr/>
        </p:nvSpPr>
        <p:spPr>
          <a:xfrm>
            <a:off x="1234440" y="3416808"/>
            <a:ext cx="102870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static:number_2"/>
          <p:cNvSpPr txBox="1"/>
          <p:nvPr/>
        </p:nvSpPr>
        <p:spPr>
          <a:xfrm>
            <a:off x="1234440" y="2814828"/>
            <a:ext cx="411480" cy="365760"/>
          </a:xfrm>
          <a:prstGeom prst="rect">
            <a:avLst/>
          </a:prstGeom>
          <a:noFill/>
        </p:spPr>
        <p:txBody>
          <a:bodyPr wrap="square" lIns="18288" rIns="18288" tIns="13716" bIns="13716">
            <a:noAutofit/>
          </a:bodyPr>
          <a:lstStyle/>
          <a:p>
            <a:pPr hangingPunct="0" eaLnBrk="1" latinLnBrk="0">
              <a:lnSpc>
                <a:spcPts val="2125"/>
              </a:lnSpc>
              <a:spcBef>
                <a:spcPts val="0"/>
              </a:spcBef>
              <a:spcAft>
                <a:spcPts val="0"/>
              </a:spcAft>
              <a:defRPr lang="ja-JP" sz="1700" b="1">
                <a:solidFill>
                  <a:srgbClr val="087E83"/>
                </a:solidFill>
                <a:latin typeface="Yu Gothic"/>
                <a:ea typeface="Yu Gothic"/>
                <a:cs typeface="Yu Gothic"/>
              </a:defRPr>
            </a:pPr>
            <a:r>
              <a:rPr lang="ja-JP" sz="1700" b="1">
                <a:solidFill>
                  <a:srgbClr val="087E83"/>
                </a:solidFill>
                <a:latin typeface="Yu Gothic"/>
                <a:ea typeface="Yu Gothic"/>
                <a:cs typeface="Yu Gothic"/>
              </a:rPr>
              <a:t>02</a:t>
            </a:r>
          </a:p>
        </p:txBody>
      </p:sp>
      <p:sp>
        <p:nvSpPr>
          <p:cNvPr id="16" name="slot:item_2_heading"/>
          <p:cNvSpPr txBox="1"/>
          <p:nvPr/>
        </p:nvSpPr>
        <p:spPr>
          <a:xfrm>
            <a:off x="1755648" y="2805684"/>
            <a:ext cx="2542032" cy="620268"/>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根拠まで辿れる</a:t>
            </a:r>
          </a:p>
        </p:txBody>
      </p:sp>
      <p:sp>
        <p:nvSpPr>
          <p:cNvPr id="17" name="slot:item_2_body"/>
          <p:cNvSpPr txBox="1"/>
          <p:nvPr/>
        </p:nvSpPr>
        <p:spPr>
          <a:xfrm>
            <a:off x="4507992" y="2805684"/>
            <a:ext cx="7013448" cy="620268"/>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原文の条件と確認日を、要約とともに残す。</a:t>
            </a:r>
          </a:p>
        </p:txBody>
      </p:sp>
      <p:sp>
        <p:nvSpPr>
          <p:cNvPr id="18" name="decor:6"/>
          <p:cNvSpPr/>
          <p:nvPr/>
        </p:nvSpPr>
        <p:spPr>
          <a:xfrm>
            <a:off x="1234440" y="4064508"/>
            <a:ext cx="102870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static:number_3"/>
          <p:cNvSpPr txBox="1"/>
          <p:nvPr/>
        </p:nvSpPr>
        <p:spPr>
          <a:xfrm>
            <a:off x="1234440" y="3462528"/>
            <a:ext cx="411480" cy="365760"/>
          </a:xfrm>
          <a:prstGeom prst="rect">
            <a:avLst/>
          </a:prstGeom>
          <a:noFill/>
        </p:spPr>
        <p:txBody>
          <a:bodyPr wrap="square" lIns="18288" rIns="18288" tIns="13716" bIns="13716">
            <a:noAutofit/>
          </a:bodyPr>
          <a:lstStyle/>
          <a:p>
            <a:pPr hangingPunct="0" eaLnBrk="1" latinLnBrk="0">
              <a:lnSpc>
                <a:spcPts val="2125"/>
              </a:lnSpc>
              <a:spcBef>
                <a:spcPts val="0"/>
              </a:spcBef>
              <a:spcAft>
                <a:spcPts val="0"/>
              </a:spcAft>
              <a:defRPr lang="ja-JP" sz="1700" b="1">
                <a:solidFill>
                  <a:srgbClr val="087E83"/>
                </a:solidFill>
                <a:latin typeface="Yu Gothic"/>
                <a:ea typeface="Yu Gothic"/>
                <a:cs typeface="Yu Gothic"/>
              </a:defRPr>
            </a:pPr>
            <a:r>
              <a:rPr lang="ja-JP" sz="1700" b="1">
                <a:solidFill>
                  <a:srgbClr val="087E83"/>
                </a:solidFill>
                <a:latin typeface="Yu Gothic"/>
                <a:ea typeface="Yu Gothic"/>
                <a:cs typeface="Yu Gothic"/>
              </a:rPr>
              <a:t>03</a:t>
            </a:r>
          </a:p>
        </p:txBody>
      </p:sp>
      <p:sp>
        <p:nvSpPr>
          <p:cNvPr id="20" name="slot:item_3_heading"/>
          <p:cNvSpPr txBox="1"/>
          <p:nvPr/>
        </p:nvSpPr>
        <p:spPr>
          <a:xfrm>
            <a:off x="1755648" y="3453384"/>
            <a:ext cx="2542032" cy="620268"/>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更新範囲を決める</a:t>
            </a:r>
          </a:p>
        </p:txBody>
      </p:sp>
      <p:sp>
        <p:nvSpPr>
          <p:cNvPr id="21" name="slot:item_3_body"/>
          <p:cNvSpPr txBox="1"/>
          <p:nvPr/>
        </p:nvSpPr>
        <p:spPr>
          <a:xfrm>
            <a:off x="4507992" y="3453384"/>
            <a:ext cx="7013448" cy="620268"/>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変更頻度に応じて担当と再確認の時期を決める。</a:t>
            </a:r>
          </a:p>
        </p:txBody>
      </p:sp>
      <p:sp>
        <p:nvSpPr>
          <p:cNvPr id="22" name="decor:7"/>
          <p:cNvSpPr/>
          <p:nvPr/>
        </p:nvSpPr>
        <p:spPr>
          <a:xfrm>
            <a:off x="1234440" y="4712208"/>
            <a:ext cx="102870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static:number_4"/>
          <p:cNvSpPr txBox="1"/>
          <p:nvPr/>
        </p:nvSpPr>
        <p:spPr>
          <a:xfrm>
            <a:off x="1234440" y="4110228"/>
            <a:ext cx="411480" cy="365760"/>
          </a:xfrm>
          <a:prstGeom prst="rect">
            <a:avLst/>
          </a:prstGeom>
          <a:noFill/>
        </p:spPr>
        <p:txBody>
          <a:bodyPr wrap="square" lIns="18288" rIns="18288" tIns="13716" bIns="13716">
            <a:noAutofit/>
          </a:bodyPr>
          <a:lstStyle/>
          <a:p>
            <a:pPr hangingPunct="0" eaLnBrk="1" latinLnBrk="0">
              <a:lnSpc>
                <a:spcPts val="2125"/>
              </a:lnSpc>
              <a:spcBef>
                <a:spcPts val="0"/>
              </a:spcBef>
              <a:spcAft>
                <a:spcPts val="0"/>
              </a:spcAft>
              <a:defRPr lang="ja-JP" sz="1700" b="1">
                <a:solidFill>
                  <a:srgbClr val="087E83"/>
                </a:solidFill>
                <a:latin typeface="Yu Gothic"/>
                <a:ea typeface="Yu Gothic"/>
                <a:cs typeface="Yu Gothic"/>
              </a:defRPr>
            </a:pPr>
            <a:r>
              <a:rPr lang="ja-JP" sz="1700" b="1">
                <a:solidFill>
                  <a:srgbClr val="087E83"/>
                </a:solidFill>
                <a:latin typeface="Yu Gothic"/>
                <a:ea typeface="Yu Gothic"/>
                <a:cs typeface="Yu Gothic"/>
              </a:rPr>
              <a:t>04</a:t>
            </a:r>
          </a:p>
        </p:txBody>
      </p:sp>
      <p:sp>
        <p:nvSpPr>
          <p:cNvPr id="24" name="slot:item_4_heading"/>
          <p:cNvSpPr txBox="1"/>
          <p:nvPr/>
        </p:nvSpPr>
        <p:spPr>
          <a:xfrm>
            <a:off x="1755648" y="4101083"/>
            <a:ext cx="2542032" cy="620268"/>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例外を見える化</a:t>
            </a:r>
          </a:p>
        </p:txBody>
      </p:sp>
      <p:sp>
        <p:nvSpPr>
          <p:cNvPr id="25" name="slot:item_4_body"/>
          <p:cNvSpPr txBox="1"/>
          <p:nvPr/>
        </p:nvSpPr>
        <p:spPr>
          <a:xfrm>
            <a:off x="4507992" y="4101083"/>
            <a:ext cx="7013448" cy="620268"/>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適用できない場面も記録し、前提の違いを残す。</a:t>
            </a:r>
          </a:p>
        </p:txBody>
      </p:sp>
      <p:sp>
        <p:nvSpPr>
          <p:cNvPr id="26" name="decor:8"/>
          <p:cNvSpPr/>
          <p:nvPr/>
        </p:nvSpPr>
        <p:spPr>
          <a:xfrm>
            <a:off x="1234440" y="5359908"/>
            <a:ext cx="102870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static:number_5"/>
          <p:cNvSpPr txBox="1"/>
          <p:nvPr/>
        </p:nvSpPr>
        <p:spPr>
          <a:xfrm>
            <a:off x="1234440" y="4757928"/>
            <a:ext cx="411480" cy="365760"/>
          </a:xfrm>
          <a:prstGeom prst="rect">
            <a:avLst/>
          </a:prstGeom>
          <a:noFill/>
        </p:spPr>
        <p:txBody>
          <a:bodyPr wrap="square" lIns="18288" rIns="18288" tIns="13716" bIns="13716">
            <a:noAutofit/>
          </a:bodyPr>
          <a:lstStyle/>
          <a:p>
            <a:pPr hangingPunct="0" eaLnBrk="1" latinLnBrk="0">
              <a:lnSpc>
                <a:spcPts val="2125"/>
              </a:lnSpc>
              <a:spcBef>
                <a:spcPts val="0"/>
              </a:spcBef>
              <a:spcAft>
                <a:spcPts val="0"/>
              </a:spcAft>
              <a:defRPr lang="ja-JP" sz="1700" b="1">
                <a:solidFill>
                  <a:srgbClr val="087E83"/>
                </a:solidFill>
                <a:latin typeface="Yu Gothic"/>
                <a:ea typeface="Yu Gothic"/>
                <a:cs typeface="Yu Gothic"/>
              </a:defRPr>
            </a:pPr>
            <a:r>
              <a:rPr lang="ja-JP" sz="1700" b="1">
                <a:solidFill>
                  <a:srgbClr val="087E83"/>
                </a:solidFill>
                <a:latin typeface="Yu Gothic"/>
                <a:ea typeface="Yu Gothic"/>
                <a:cs typeface="Yu Gothic"/>
              </a:rPr>
              <a:t>05</a:t>
            </a:r>
          </a:p>
        </p:txBody>
      </p:sp>
      <p:sp>
        <p:nvSpPr>
          <p:cNvPr id="28" name="slot:item_5_heading"/>
          <p:cNvSpPr txBox="1"/>
          <p:nvPr/>
        </p:nvSpPr>
        <p:spPr>
          <a:xfrm>
            <a:off x="1755648" y="4748784"/>
            <a:ext cx="2542032" cy="620268"/>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比較軸を共有する</a:t>
            </a:r>
          </a:p>
        </p:txBody>
      </p:sp>
      <p:sp>
        <p:nvSpPr>
          <p:cNvPr id="29" name="slot:item_5_body"/>
          <p:cNvSpPr txBox="1"/>
          <p:nvPr/>
        </p:nvSpPr>
        <p:spPr>
          <a:xfrm>
            <a:off x="4507992" y="4748784"/>
            <a:ext cx="7013448" cy="620268"/>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評価項目を揃え、異なる条件の結果を混同しない。</a:t>
            </a:r>
          </a:p>
        </p:txBody>
      </p:sp>
      <p:sp>
        <p:nvSpPr>
          <p:cNvPr id="30" name="decor:9"/>
          <p:cNvSpPr/>
          <p:nvPr/>
        </p:nvSpPr>
        <p:spPr>
          <a:xfrm>
            <a:off x="1234440" y="6007608"/>
            <a:ext cx="102870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static:number_6"/>
          <p:cNvSpPr txBox="1"/>
          <p:nvPr/>
        </p:nvSpPr>
        <p:spPr>
          <a:xfrm>
            <a:off x="1234440" y="5405628"/>
            <a:ext cx="411480" cy="365760"/>
          </a:xfrm>
          <a:prstGeom prst="rect">
            <a:avLst/>
          </a:prstGeom>
          <a:noFill/>
        </p:spPr>
        <p:txBody>
          <a:bodyPr wrap="square" lIns="18288" rIns="18288" tIns="13716" bIns="13716">
            <a:noAutofit/>
          </a:bodyPr>
          <a:lstStyle/>
          <a:p>
            <a:pPr hangingPunct="0" eaLnBrk="1" latinLnBrk="0">
              <a:lnSpc>
                <a:spcPts val="2125"/>
              </a:lnSpc>
              <a:spcBef>
                <a:spcPts val="0"/>
              </a:spcBef>
              <a:spcAft>
                <a:spcPts val="0"/>
              </a:spcAft>
              <a:defRPr lang="ja-JP" sz="1700" b="1">
                <a:solidFill>
                  <a:srgbClr val="087E83"/>
                </a:solidFill>
                <a:latin typeface="Yu Gothic"/>
                <a:ea typeface="Yu Gothic"/>
                <a:cs typeface="Yu Gothic"/>
              </a:defRPr>
            </a:pPr>
            <a:r>
              <a:rPr lang="ja-JP" sz="1700" b="1">
                <a:solidFill>
                  <a:srgbClr val="087E83"/>
                </a:solidFill>
                <a:latin typeface="Yu Gothic"/>
                <a:ea typeface="Yu Gothic"/>
                <a:cs typeface="Yu Gothic"/>
              </a:rPr>
              <a:t>06</a:t>
            </a:r>
          </a:p>
        </p:txBody>
      </p:sp>
      <p:sp>
        <p:nvSpPr>
          <p:cNvPr id="32" name="slot:item_6_heading"/>
          <p:cNvSpPr txBox="1"/>
          <p:nvPr/>
        </p:nvSpPr>
        <p:spPr>
          <a:xfrm>
            <a:off x="1755648" y="5396484"/>
            <a:ext cx="2542032" cy="620268"/>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確認先を残す</a:t>
            </a:r>
          </a:p>
        </p:txBody>
      </p:sp>
      <p:sp>
        <p:nvSpPr>
          <p:cNvPr id="33" name="slot:item_6_body"/>
          <p:cNvSpPr txBox="1"/>
          <p:nvPr/>
        </p:nvSpPr>
        <p:spPr>
          <a:xfrm>
            <a:off x="4507992" y="5396484"/>
            <a:ext cx="7013448" cy="620268"/>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未確認の論点と、追加調査で確かめる点を残す。</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公開レイアウト見本</a:t>
            </a:r>
          </a:p>
        </p:txBody>
      </p:sp>
      <p:sp>
        <p:nvSpPr>
          <p:cNvPr id="4" name="meta:page"/>
          <p:cNvSpPr txBox="1"/>
          <p:nvPr/>
        </p:nvSpPr>
        <p:spPr>
          <a:xfrm>
            <a:off x="10972800" y="6391656"/>
            <a:ext cx="621792" cy="274320"/>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50</a:t>
            </a:r>
          </a:p>
        </p:txBody>
      </p:sp>
      <p:sp>
        <p:nvSpPr>
          <p:cNvPr id="5" name="meta:footer"/>
          <p:cNvSpPr txBox="1"/>
          <p:nvPr/>
        </p:nvSpPr>
        <p:spPr>
          <a:xfrm>
            <a:off x="603504" y="6419088"/>
            <a:ext cx="9601200" cy="237744"/>
          </a:xfrm>
          <a:prstGeom prst="rect">
            <a:avLst/>
          </a:prstGeom>
          <a:noFill/>
        </p:spPr>
        <p:txBody>
          <a:bodyPr wrap="square"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slide-layout-agent</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社内ナレッジを探しやすくする条件</a:t>
            </a:r>
          </a:p>
        </p:txBody>
      </p:sp>
      <p:sp>
        <p:nvSpPr>
          <p:cNvPr id="8" name="slot:context"/>
          <p:cNvSpPr txBox="1"/>
          <p:nvPr/>
        </p:nvSpPr>
        <p:spPr>
          <a:xfrm>
            <a:off x="621792" y="1490472"/>
            <a:ext cx="10927080" cy="502920"/>
          </a:xfrm>
          <a:prstGeom prst="rect">
            <a:avLst/>
          </a:prstGeom>
          <a:noFill/>
        </p:spPr>
        <p:txBody>
          <a:bodyPr wrap="square"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架空の社内調査。運用条件を整理した所見であり、効果を実証したものではない。</a:t>
            </a:r>
          </a:p>
        </p:txBody>
      </p:sp>
      <p:sp>
        <p:nvSpPr>
          <p:cNvPr id="9" name="static:sequence_0"/>
          <p:cNvSpPr txBox="1"/>
          <p:nvPr/>
        </p:nvSpPr>
        <p:spPr>
          <a:xfrm>
            <a:off x="603504" y="2249424"/>
            <a:ext cx="3450336" cy="356616"/>
          </a:xfrm>
          <a:prstGeom prst="rect">
            <a:avLst/>
          </a:prstGeom>
          <a:noFill/>
        </p:spPr>
        <p:txBody>
          <a:bodyPr wrap="square" lIns="18288" rIns="18288" tIns="13716" bIns="13716">
            <a:noAutofit/>
          </a:bodyPr>
          <a:lstStyle/>
          <a:p>
            <a:pPr hangingPunct="0" eaLnBrk="1" latinLnBrk="0">
              <a:lnSpc>
                <a:spcPts val="2125"/>
              </a:lnSpc>
              <a:spcBef>
                <a:spcPts val="0"/>
              </a:spcBef>
              <a:spcAft>
                <a:spcPts val="0"/>
              </a:spcAft>
              <a:defRPr lang="ja-JP" sz="1700" b="1">
                <a:solidFill>
                  <a:srgbClr val="087E83"/>
                </a:solidFill>
                <a:latin typeface="Yu Gothic"/>
                <a:ea typeface="Yu Gothic"/>
                <a:cs typeface="Yu Gothic"/>
              </a:defRPr>
            </a:pPr>
          </a:p>
        </p:txBody>
      </p:sp>
      <p:sp>
        <p:nvSpPr>
          <p:cNvPr id="10" name="decor:3"/>
          <p:cNvSpPr/>
          <p:nvPr/>
        </p:nvSpPr>
        <p:spPr>
          <a:xfrm>
            <a:off x="603504" y="2734056"/>
            <a:ext cx="3450336" cy="36576"/>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lot:item_1_heading"/>
          <p:cNvSpPr txBox="1"/>
          <p:nvPr/>
        </p:nvSpPr>
        <p:spPr>
          <a:xfrm>
            <a:off x="603504" y="2907792"/>
            <a:ext cx="3450336" cy="777240"/>
          </a:xfrm>
          <a:prstGeom prst="rect">
            <a:avLst/>
          </a:prstGeom>
          <a:noFill/>
        </p:spPr>
        <p:txBody>
          <a:bodyPr wrap="square" lIns="18288" rIns="18288" tIns="13716" bIns="13716">
            <a:noAutofit/>
          </a:bodyPr>
          <a:lstStyle/>
          <a:p>
            <a:pPr hangingPunct="0" eaLnBrk="1" latinLnBrk="0">
              <a:lnSpc>
                <a:spcPts val="2625"/>
              </a:lnSpc>
              <a:spcBef>
                <a:spcPts val="0"/>
              </a:spcBef>
              <a:spcAft>
                <a:spcPts val="0"/>
              </a:spcAft>
              <a:defRPr lang="ja-JP" sz="2100" b="1">
                <a:solidFill>
                  <a:srgbClr val="213547"/>
                </a:solidFill>
                <a:latin typeface="Yu Gothic"/>
                <a:ea typeface="Yu Gothic"/>
                <a:cs typeface="Yu Gothic"/>
              </a:defRPr>
            </a:pPr>
            <a:r>
              <a:rPr lang="ja-JP" sz="2100" b="1">
                <a:solidFill>
                  <a:srgbClr val="213547"/>
                </a:solidFill>
                <a:latin typeface="Yu Gothic"/>
                <a:ea typeface="Yu Gothic"/>
                <a:cs typeface="Yu Gothic"/>
              </a:rPr>
              <a:t>検索入口を揃える</a:t>
            </a:r>
          </a:p>
        </p:txBody>
      </p:sp>
      <p:sp>
        <p:nvSpPr>
          <p:cNvPr id="12" name="slot:item_1_body"/>
          <p:cNvSpPr txBox="1"/>
          <p:nvPr/>
        </p:nvSpPr>
        <p:spPr>
          <a:xfrm>
            <a:off x="603504" y="3739896"/>
            <a:ext cx="3450336" cy="2011680"/>
          </a:xfrm>
          <a:prstGeom prst="rect">
            <a:avLst/>
          </a:prstGeom>
          <a:noFill/>
        </p:spPr>
        <p:txBody>
          <a:bodyPr wrap="square" lIns="18288" rIns="18288" tIns="13716" bIns="13716">
            <a:noAutofit/>
          </a:bodyPr>
          <a:lstStyle/>
          <a:p>
            <a:pPr hangingPunct="0" eaLnBrk="1" latinLnBrk="0">
              <a:lnSpc>
                <a:spcPts val="2375"/>
              </a:lnSpc>
              <a:spcBef>
                <a:spcPts val="0"/>
              </a:spcBef>
              <a:spcAft>
                <a:spcPts val="0"/>
              </a:spcAft>
              <a:defRPr lang="ja-JP" sz="1900" b="0">
                <a:solidFill>
                  <a:srgbClr val="213547"/>
                </a:solidFill>
                <a:latin typeface="Yu Gothic"/>
                <a:ea typeface="Yu Gothic"/>
                <a:cs typeface="Yu Gothic"/>
              </a:defRPr>
            </a:pPr>
            <a:r>
              <a:rPr lang="ja-JP" sz="1900" b="0">
                <a:solidFill>
                  <a:srgbClr val="213547"/>
                </a:solidFill>
                <a:latin typeface="Yu Gothic"/>
                <a:ea typeface="Yu Gothic"/>
                <a:cs typeface="Yu Gothic"/>
              </a:rPr>
              <a:t>用語を揃え、同じ資料へ辿れる入口を整える。</a:t>
            </a:r>
          </a:p>
        </p:txBody>
      </p:sp>
      <p:sp>
        <p:nvSpPr>
          <p:cNvPr id="13" name="slot:item_1_date"/>
          <p:cNvSpPr txBox="1"/>
          <p:nvPr/>
        </p:nvSpPr>
        <p:spPr>
          <a:xfrm>
            <a:off x="603504" y="2148840"/>
            <a:ext cx="3450336" cy="640080"/>
          </a:xfrm>
          <a:prstGeom prst="rect">
            <a:avLst/>
          </a:prstGeom>
          <a:noFill/>
        </p:spPr>
        <p:txBody>
          <a:bodyPr wrap="square" lIns="18288" rIns="18288" tIns="13716" bIns="13716">
            <a:noAutofit/>
          </a:bodyPr>
          <a:lstStyle/>
          <a:p>
            <a:pPr hangingPunct="0" eaLnBrk="1" latinLnBrk="0">
              <a:lnSpc>
                <a:spcPts val="2375"/>
              </a:lnSpc>
              <a:spcBef>
                <a:spcPts val="0"/>
              </a:spcBef>
              <a:spcAft>
                <a:spcPts val="0"/>
              </a:spcAft>
              <a:defRPr lang="ja-JP" sz="1900" b="1">
                <a:solidFill>
                  <a:srgbClr val="087E83"/>
                </a:solidFill>
                <a:latin typeface="Yu Gothic"/>
                <a:ea typeface="Yu Gothic"/>
                <a:cs typeface="Yu Gothic"/>
              </a:defRPr>
            </a:pPr>
            <a:r>
              <a:rPr lang="ja-JP" sz="1900" b="1">
                <a:solidFill>
                  <a:srgbClr val="087E83"/>
                </a:solidFill>
                <a:latin typeface="Yu Gothic"/>
                <a:ea typeface="Yu Gothic"/>
                <a:cs typeface="Yu Gothic"/>
              </a:rPr>
              <a:t>準備期</a:t>
            </a:r>
          </a:p>
        </p:txBody>
      </p:sp>
      <p:sp>
        <p:nvSpPr>
          <p:cNvPr id="14" name="static:sequence_1"/>
          <p:cNvSpPr txBox="1"/>
          <p:nvPr/>
        </p:nvSpPr>
        <p:spPr>
          <a:xfrm>
            <a:off x="4364736" y="2249424"/>
            <a:ext cx="3450336" cy="356616"/>
          </a:xfrm>
          <a:prstGeom prst="rect">
            <a:avLst/>
          </a:prstGeom>
          <a:noFill/>
        </p:spPr>
        <p:txBody>
          <a:bodyPr wrap="square" lIns="18288" rIns="18288" tIns="13716" bIns="13716">
            <a:noAutofit/>
          </a:bodyPr>
          <a:lstStyle/>
          <a:p>
            <a:pPr hangingPunct="0" eaLnBrk="1" latinLnBrk="0">
              <a:lnSpc>
                <a:spcPts val="2125"/>
              </a:lnSpc>
              <a:spcBef>
                <a:spcPts val="0"/>
              </a:spcBef>
              <a:spcAft>
                <a:spcPts val="0"/>
              </a:spcAft>
              <a:defRPr lang="ja-JP" sz="1700" b="1">
                <a:solidFill>
                  <a:srgbClr val="087E83"/>
                </a:solidFill>
                <a:latin typeface="Yu Gothic"/>
                <a:ea typeface="Yu Gothic"/>
                <a:cs typeface="Yu Gothic"/>
              </a:defRPr>
            </a:pPr>
          </a:p>
        </p:txBody>
      </p:sp>
      <p:sp>
        <p:nvSpPr>
          <p:cNvPr id="15" name="decor:4"/>
          <p:cNvSpPr/>
          <p:nvPr/>
        </p:nvSpPr>
        <p:spPr>
          <a:xfrm>
            <a:off x="4364736" y="2734056"/>
            <a:ext cx="3450336" cy="36576"/>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lot:item_2_heading"/>
          <p:cNvSpPr txBox="1"/>
          <p:nvPr/>
        </p:nvSpPr>
        <p:spPr>
          <a:xfrm>
            <a:off x="4364736" y="2907792"/>
            <a:ext cx="3450336" cy="777240"/>
          </a:xfrm>
          <a:prstGeom prst="rect">
            <a:avLst/>
          </a:prstGeom>
          <a:noFill/>
        </p:spPr>
        <p:txBody>
          <a:bodyPr wrap="square" lIns="18288" rIns="18288" tIns="13716" bIns="13716">
            <a:noAutofit/>
          </a:bodyPr>
          <a:lstStyle/>
          <a:p>
            <a:pPr hangingPunct="0" eaLnBrk="1" latinLnBrk="0">
              <a:lnSpc>
                <a:spcPts val="2625"/>
              </a:lnSpc>
              <a:spcBef>
                <a:spcPts val="0"/>
              </a:spcBef>
              <a:spcAft>
                <a:spcPts val="0"/>
              </a:spcAft>
              <a:defRPr lang="ja-JP" sz="2100" b="1">
                <a:solidFill>
                  <a:srgbClr val="213547"/>
                </a:solidFill>
                <a:latin typeface="Yu Gothic"/>
                <a:ea typeface="Yu Gothic"/>
                <a:cs typeface="Yu Gothic"/>
              </a:defRPr>
            </a:pPr>
            <a:r>
              <a:rPr lang="ja-JP" sz="2100" b="1">
                <a:solidFill>
                  <a:srgbClr val="213547"/>
                </a:solidFill>
                <a:latin typeface="Yu Gothic"/>
                <a:ea typeface="Yu Gothic"/>
                <a:cs typeface="Yu Gothic"/>
              </a:rPr>
              <a:t>根拠まで辿れる</a:t>
            </a:r>
          </a:p>
        </p:txBody>
      </p:sp>
      <p:sp>
        <p:nvSpPr>
          <p:cNvPr id="17" name="slot:item_2_body"/>
          <p:cNvSpPr txBox="1"/>
          <p:nvPr/>
        </p:nvSpPr>
        <p:spPr>
          <a:xfrm>
            <a:off x="4364736" y="3739896"/>
            <a:ext cx="3450336" cy="2011680"/>
          </a:xfrm>
          <a:prstGeom prst="rect">
            <a:avLst/>
          </a:prstGeom>
          <a:noFill/>
        </p:spPr>
        <p:txBody>
          <a:bodyPr wrap="square" lIns="18288" rIns="18288" tIns="13716" bIns="13716">
            <a:noAutofit/>
          </a:bodyPr>
          <a:lstStyle/>
          <a:p>
            <a:pPr hangingPunct="0" eaLnBrk="1" latinLnBrk="0">
              <a:lnSpc>
                <a:spcPts val="2375"/>
              </a:lnSpc>
              <a:spcBef>
                <a:spcPts val="0"/>
              </a:spcBef>
              <a:spcAft>
                <a:spcPts val="0"/>
              </a:spcAft>
              <a:defRPr lang="ja-JP" sz="1900" b="0">
                <a:solidFill>
                  <a:srgbClr val="213547"/>
                </a:solidFill>
                <a:latin typeface="Yu Gothic"/>
                <a:ea typeface="Yu Gothic"/>
                <a:cs typeface="Yu Gothic"/>
              </a:defRPr>
            </a:pPr>
            <a:r>
              <a:rPr lang="ja-JP" sz="1900" b="0">
                <a:solidFill>
                  <a:srgbClr val="213547"/>
                </a:solidFill>
                <a:latin typeface="Yu Gothic"/>
                <a:ea typeface="Yu Gothic"/>
                <a:cs typeface="Yu Gothic"/>
              </a:rPr>
              <a:t>原文の条件と確認日を、要約とともに残す。</a:t>
            </a:r>
          </a:p>
        </p:txBody>
      </p:sp>
      <p:sp>
        <p:nvSpPr>
          <p:cNvPr id="18" name="slot:item_2_date"/>
          <p:cNvSpPr txBox="1"/>
          <p:nvPr/>
        </p:nvSpPr>
        <p:spPr>
          <a:xfrm>
            <a:off x="4364736" y="2148840"/>
            <a:ext cx="3450336" cy="640080"/>
          </a:xfrm>
          <a:prstGeom prst="rect">
            <a:avLst/>
          </a:prstGeom>
          <a:noFill/>
        </p:spPr>
        <p:txBody>
          <a:bodyPr wrap="square" lIns="18288" rIns="18288" tIns="13716" bIns="13716">
            <a:noAutofit/>
          </a:bodyPr>
          <a:lstStyle/>
          <a:p>
            <a:pPr hangingPunct="0" eaLnBrk="1" latinLnBrk="0">
              <a:lnSpc>
                <a:spcPts val="2375"/>
              </a:lnSpc>
              <a:spcBef>
                <a:spcPts val="0"/>
              </a:spcBef>
              <a:spcAft>
                <a:spcPts val="0"/>
              </a:spcAft>
              <a:defRPr lang="ja-JP" sz="1900" b="1">
                <a:solidFill>
                  <a:srgbClr val="087E83"/>
                </a:solidFill>
                <a:latin typeface="Yu Gothic"/>
                <a:ea typeface="Yu Gothic"/>
                <a:cs typeface="Yu Gothic"/>
              </a:defRPr>
            </a:pPr>
            <a:r>
              <a:rPr lang="ja-JP" sz="1900" b="1">
                <a:solidFill>
                  <a:srgbClr val="087E83"/>
                </a:solidFill>
                <a:latin typeface="Yu Gothic"/>
                <a:ea typeface="Yu Gothic"/>
                <a:cs typeface="Yu Gothic"/>
              </a:rPr>
              <a:t>試行期</a:t>
            </a:r>
          </a:p>
        </p:txBody>
      </p:sp>
      <p:sp>
        <p:nvSpPr>
          <p:cNvPr id="19" name="static:sequence_2"/>
          <p:cNvSpPr txBox="1"/>
          <p:nvPr/>
        </p:nvSpPr>
        <p:spPr>
          <a:xfrm>
            <a:off x="8125968" y="2249424"/>
            <a:ext cx="3450336" cy="356616"/>
          </a:xfrm>
          <a:prstGeom prst="rect">
            <a:avLst/>
          </a:prstGeom>
          <a:noFill/>
        </p:spPr>
        <p:txBody>
          <a:bodyPr wrap="square" lIns="18288" rIns="18288" tIns="13716" bIns="13716">
            <a:noAutofit/>
          </a:bodyPr>
          <a:lstStyle/>
          <a:p>
            <a:pPr hangingPunct="0" eaLnBrk="1" latinLnBrk="0">
              <a:lnSpc>
                <a:spcPts val="2125"/>
              </a:lnSpc>
              <a:spcBef>
                <a:spcPts val="0"/>
              </a:spcBef>
              <a:spcAft>
                <a:spcPts val="0"/>
              </a:spcAft>
              <a:defRPr lang="ja-JP" sz="1700" b="1">
                <a:solidFill>
                  <a:srgbClr val="087E83"/>
                </a:solidFill>
                <a:latin typeface="Yu Gothic"/>
                <a:ea typeface="Yu Gothic"/>
                <a:cs typeface="Yu Gothic"/>
              </a:defRPr>
            </a:pPr>
          </a:p>
        </p:txBody>
      </p:sp>
      <p:sp>
        <p:nvSpPr>
          <p:cNvPr id="20" name="decor:5"/>
          <p:cNvSpPr/>
          <p:nvPr/>
        </p:nvSpPr>
        <p:spPr>
          <a:xfrm>
            <a:off x="8125968" y="2734056"/>
            <a:ext cx="3450336" cy="36576"/>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slot:item_3_heading"/>
          <p:cNvSpPr txBox="1"/>
          <p:nvPr/>
        </p:nvSpPr>
        <p:spPr>
          <a:xfrm>
            <a:off x="8125968" y="2907792"/>
            <a:ext cx="3450336" cy="777240"/>
          </a:xfrm>
          <a:prstGeom prst="rect">
            <a:avLst/>
          </a:prstGeom>
          <a:noFill/>
        </p:spPr>
        <p:txBody>
          <a:bodyPr wrap="square" lIns="18288" rIns="18288" tIns="13716" bIns="13716">
            <a:noAutofit/>
          </a:bodyPr>
          <a:lstStyle/>
          <a:p>
            <a:pPr hangingPunct="0" eaLnBrk="1" latinLnBrk="0">
              <a:lnSpc>
                <a:spcPts val="2625"/>
              </a:lnSpc>
              <a:spcBef>
                <a:spcPts val="0"/>
              </a:spcBef>
              <a:spcAft>
                <a:spcPts val="0"/>
              </a:spcAft>
              <a:defRPr lang="ja-JP" sz="2100" b="1">
                <a:solidFill>
                  <a:srgbClr val="213547"/>
                </a:solidFill>
                <a:latin typeface="Yu Gothic"/>
                <a:ea typeface="Yu Gothic"/>
                <a:cs typeface="Yu Gothic"/>
              </a:defRPr>
            </a:pPr>
            <a:r>
              <a:rPr lang="ja-JP" sz="2100" b="1">
                <a:solidFill>
                  <a:srgbClr val="213547"/>
                </a:solidFill>
                <a:latin typeface="Yu Gothic"/>
                <a:ea typeface="Yu Gothic"/>
                <a:cs typeface="Yu Gothic"/>
              </a:rPr>
              <a:t>更新範囲を決める</a:t>
            </a:r>
          </a:p>
        </p:txBody>
      </p:sp>
      <p:sp>
        <p:nvSpPr>
          <p:cNvPr id="22" name="slot:item_3_body"/>
          <p:cNvSpPr txBox="1"/>
          <p:nvPr/>
        </p:nvSpPr>
        <p:spPr>
          <a:xfrm>
            <a:off x="8125968" y="3739896"/>
            <a:ext cx="3450336" cy="2011680"/>
          </a:xfrm>
          <a:prstGeom prst="rect">
            <a:avLst/>
          </a:prstGeom>
          <a:noFill/>
        </p:spPr>
        <p:txBody>
          <a:bodyPr wrap="square" lIns="18288" rIns="18288" tIns="13716" bIns="13716">
            <a:noAutofit/>
          </a:bodyPr>
          <a:lstStyle/>
          <a:p>
            <a:pPr hangingPunct="0" eaLnBrk="1" latinLnBrk="0">
              <a:lnSpc>
                <a:spcPts val="2375"/>
              </a:lnSpc>
              <a:spcBef>
                <a:spcPts val="0"/>
              </a:spcBef>
              <a:spcAft>
                <a:spcPts val="0"/>
              </a:spcAft>
              <a:defRPr lang="ja-JP" sz="1900" b="0">
                <a:solidFill>
                  <a:srgbClr val="213547"/>
                </a:solidFill>
                <a:latin typeface="Yu Gothic"/>
                <a:ea typeface="Yu Gothic"/>
                <a:cs typeface="Yu Gothic"/>
              </a:defRPr>
            </a:pPr>
            <a:r>
              <a:rPr lang="ja-JP" sz="1900" b="0">
                <a:solidFill>
                  <a:srgbClr val="213547"/>
                </a:solidFill>
                <a:latin typeface="Yu Gothic"/>
                <a:ea typeface="Yu Gothic"/>
                <a:cs typeface="Yu Gothic"/>
              </a:rPr>
              <a:t>変更頻度に応じて担当と再確認の時期を決める。</a:t>
            </a:r>
          </a:p>
        </p:txBody>
      </p:sp>
      <p:sp>
        <p:nvSpPr>
          <p:cNvPr id="23" name="slot:item_3_date"/>
          <p:cNvSpPr txBox="1"/>
          <p:nvPr/>
        </p:nvSpPr>
        <p:spPr>
          <a:xfrm>
            <a:off x="8125968" y="2148840"/>
            <a:ext cx="3450336" cy="640080"/>
          </a:xfrm>
          <a:prstGeom prst="rect">
            <a:avLst/>
          </a:prstGeom>
          <a:noFill/>
        </p:spPr>
        <p:txBody>
          <a:bodyPr wrap="square" lIns="18288" rIns="18288" tIns="13716" bIns="13716">
            <a:noAutofit/>
          </a:bodyPr>
          <a:lstStyle/>
          <a:p>
            <a:pPr hangingPunct="0" eaLnBrk="1" latinLnBrk="0">
              <a:lnSpc>
                <a:spcPts val="2375"/>
              </a:lnSpc>
              <a:spcBef>
                <a:spcPts val="0"/>
              </a:spcBef>
              <a:spcAft>
                <a:spcPts val="0"/>
              </a:spcAft>
              <a:defRPr lang="ja-JP" sz="1900" b="1">
                <a:solidFill>
                  <a:srgbClr val="087E83"/>
                </a:solidFill>
                <a:latin typeface="Yu Gothic"/>
                <a:ea typeface="Yu Gothic"/>
                <a:cs typeface="Yu Gothic"/>
              </a:defRPr>
            </a:pPr>
            <a:r>
              <a:rPr lang="ja-JP" sz="1900" b="1">
                <a:solidFill>
                  <a:srgbClr val="087E83"/>
                </a:solidFill>
                <a:latin typeface="Yu Gothic"/>
                <a:ea typeface="Yu Gothic"/>
                <a:cs typeface="Yu Gothic"/>
              </a:rPr>
              <a:t>評価期</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公開レイアウト見本</a:t>
            </a:r>
          </a:p>
        </p:txBody>
      </p:sp>
      <p:sp>
        <p:nvSpPr>
          <p:cNvPr id="4" name="meta:page"/>
          <p:cNvSpPr txBox="1"/>
          <p:nvPr/>
        </p:nvSpPr>
        <p:spPr>
          <a:xfrm>
            <a:off x="10972800" y="6391656"/>
            <a:ext cx="621792" cy="274320"/>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51</a:t>
            </a:r>
          </a:p>
        </p:txBody>
      </p:sp>
      <p:sp>
        <p:nvSpPr>
          <p:cNvPr id="5" name="meta:footer"/>
          <p:cNvSpPr txBox="1"/>
          <p:nvPr/>
        </p:nvSpPr>
        <p:spPr>
          <a:xfrm>
            <a:off x="603504" y="6419088"/>
            <a:ext cx="9601200" cy="237744"/>
          </a:xfrm>
          <a:prstGeom prst="rect">
            <a:avLst/>
          </a:prstGeom>
          <a:noFill/>
        </p:spPr>
        <p:txBody>
          <a:bodyPr wrap="square"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slide-layout-agent</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社内ナレッジを探しやすくする条件</a:t>
            </a:r>
          </a:p>
        </p:txBody>
      </p:sp>
      <p:sp>
        <p:nvSpPr>
          <p:cNvPr id="8" name="slot:context"/>
          <p:cNvSpPr txBox="1"/>
          <p:nvPr/>
        </p:nvSpPr>
        <p:spPr>
          <a:xfrm>
            <a:off x="621792" y="1490472"/>
            <a:ext cx="10927080" cy="502920"/>
          </a:xfrm>
          <a:prstGeom prst="rect">
            <a:avLst/>
          </a:prstGeom>
          <a:noFill/>
        </p:spPr>
        <p:txBody>
          <a:bodyPr wrap="square"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架空の社内調査。運用条件を整理した所見であり、効果を実証したものではない。</a:t>
            </a:r>
          </a:p>
        </p:txBody>
      </p:sp>
      <p:sp>
        <p:nvSpPr>
          <p:cNvPr id="9" name="decor:3"/>
          <p:cNvSpPr/>
          <p:nvPr/>
        </p:nvSpPr>
        <p:spPr>
          <a:xfrm>
            <a:off x="1920240" y="2295144"/>
            <a:ext cx="22860" cy="3566160"/>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ecor:4"/>
          <p:cNvSpPr/>
          <p:nvPr/>
        </p:nvSpPr>
        <p:spPr>
          <a:xfrm>
            <a:off x="2212848" y="3416808"/>
            <a:ext cx="9308592"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lot:item_1_heading"/>
          <p:cNvSpPr txBox="1"/>
          <p:nvPr/>
        </p:nvSpPr>
        <p:spPr>
          <a:xfrm>
            <a:off x="2212848" y="2157984"/>
            <a:ext cx="2834640" cy="68580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検索入口を揃える</a:t>
            </a:r>
          </a:p>
        </p:txBody>
      </p:sp>
      <p:sp>
        <p:nvSpPr>
          <p:cNvPr id="12" name="slot:item_1_body"/>
          <p:cNvSpPr txBox="1"/>
          <p:nvPr/>
        </p:nvSpPr>
        <p:spPr>
          <a:xfrm>
            <a:off x="5257800" y="2157984"/>
            <a:ext cx="6263640" cy="1267968"/>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用語を揃え、同じ資料へ辿れる入口を整える。</a:t>
            </a:r>
          </a:p>
        </p:txBody>
      </p:sp>
      <p:sp>
        <p:nvSpPr>
          <p:cNvPr id="13" name="slot:item_1_date"/>
          <p:cNvSpPr txBox="1"/>
          <p:nvPr/>
        </p:nvSpPr>
        <p:spPr>
          <a:xfrm>
            <a:off x="621792" y="2139696"/>
            <a:ext cx="1170432" cy="594360"/>
          </a:xfrm>
          <a:prstGeom prst="rect">
            <a:avLst/>
          </a:prstGeom>
          <a:noFill/>
        </p:spPr>
        <p:txBody>
          <a:bodyPr wrap="square" lIns="18288" rIns="18288" tIns="13716" bIns="13716">
            <a:noAutofit/>
          </a:bodyPr>
          <a:lstStyle/>
          <a:p>
            <a:pPr hangingPunct="0" eaLnBrk="1" latinLnBrk="0">
              <a:lnSpc>
                <a:spcPts val="2000"/>
              </a:lnSpc>
              <a:spcBef>
                <a:spcPts val="0"/>
              </a:spcBef>
              <a:spcAft>
                <a:spcPts val="0"/>
              </a:spcAft>
              <a:defRPr lang="ja-JP" sz="1600" b="1">
                <a:solidFill>
                  <a:srgbClr val="087E83"/>
                </a:solidFill>
                <a:latin typeface="Yu Gothic"/>
                <a:ea typeface="Yu Gothic"/>
                <a:cs typeface="Yu Gothic"/>
              </a:defRPr>
            </a:pPr>
            <a:r>
              <a:rPr lang="ja-JP" sz="1600" b="1">
                <a:solidFill>
                  <a:srgbClr val="087E83"/>
                </a:solidFill>
                <a:latin typeface="Yu Gothic"/>
                <a:ea typeface="Yu Gothic"/>
                <a:cs typeface="Yu Gothic"/>
              </a:rPr>
              <a:t>準備期</a:t>
            </a:r>
          </a:p>
        </p:txBody>
      </p:sp>
      <p:sp>
        <p:nvSpPr>
          <p:cNvPr id="14" name="decor:5"/>
          <p:cNvSpPr/>
          <p:nvPr/>
        </p:nvSpPr>
        <p:spPr>
          <a:xfrm>
            <a:off x="2212848" y="4712208"/>
            <a:ext cx="9308592"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slot:item_2_heading"/>
          <p:cNvSpPr txBox="1"/>
          <p:nvPr/>
        </p:nvSpPr>
        <p:spPr>
          <a:xfrm>
            <a:off x="2212848" y="3453384"/>
            <a:ext cx="2834640" cy="68580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根拠まで辿れる</a:t>
            </a:r>
          </a:p>
        </p:txBody>
      </p:sp>
      <p:sp>
        <p:nvSpPr>
          <p:cNvPr id="16" name="slot:item_2_body"/>
          <p:cNvSpPr txBox="1"/>
          <p:nvPr/>
        </p:nvSpPr>
        <p:spPr>
          <a:xfrm>
            <a:off x="5257800" y="3453384"/>
            <a:ext cx="6263640" cy="1267968"/>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原文の条件と確認日を、要約とともに残す。</a:t>
            </a:r>
          </a:p>
        </p:txBody>
      </p:sp>
      <p:sp>
        <p:nvSpPr>
          <p:cNvPr id="17" name="slot:item_2_date"/>
          <p:cNvSpPr txBox="1"/>
          <p:nvPr/>
        </p:nvSpPr>
        <p:spPr>
          <a:xfrm>
            <a:off x="621792" y="3435096"/>
            <a:ext cx="1170432" cy="594360"/>
          </a:xfrm>
          <a:prstGeom prst="rect">
            <a:avLst/>
          </a:prstGeom>
          <a:noFill/>
        </p:spPr>
        <p:txBody>
          <a:bodyPr wrap="square" lIns="18288" rIns="18288" tIns="13716" bIns="13716">
            <a:noAutofit/>
          </a:bodyPr>
          <a:lstStyle/>
          <a:p>
            <a:pPr hangingPunct="0" eaLnBrk="1" latinLnBrk="0">
              <a:lnSpc>
                <a:spcPts val="2000"/>
              </a:lnSpc>
              <a:spcBef>
                <a:spcPts val="0"/>
              </a:spcBef>
              <a:spcAft>
                <a:spcPts val="0"/>
              </a:spcAft>
              <a:defRPr lang="ja-JP" sz="1600" b="1">
                <a:solidFill>
                  <a:srgbClr val="087E83"/>
                </a:solidFill>
                <a:latin typeface="Yu Gothic"/>
                <a:ea typeface="Yu Gothic"/>
                <a:cs typeface="Yu Gothic"/>
              </a:defRPr>
            </a:pPr>
            <a:r>
              <a:rPr lang="ja-JP" sz="1600" b="1">
                <a:solidFill>
                  <a:srgbClr val="087E83"/>
                </a:solidFill>
                <a:latin typeface="Yu Gothic"/>
                <a:ea typeface="Yu Gothic"/>
                <a:cs typeface="Yu Gothic"/>
              </a:rPr>
              <a:t>試行期</a:t>
            </a:r>
          </a:p>
        </p:txBody>
      </p:sp>
      <p:sp>
        <p:nvSpPr>
          <p:cNvPr id="18" name="decor:6"/>
          <p:cNvSpPr/>
          <p:nvPr/>
        </p:nvSpPr>
        <p:spPr>
          <a:xfrm>
            <a:off x="2212848" y="6007608"/>
            <a:ext cx="9308592"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slot:item_3_heading"/>
          <p:cNvSpPr txBox="1"/>
          <p:nvPr/>
        </p:nvSpPr>
        <p:spPr>
          <a:xfrm>
            <a:off x="2212848" y="4748784"/>
            <a:ext cx="2834640" cy="68580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更新範囲を決める</a:t>
            </a:r>
          </a:p>
        </p:txBody>
      </p:sp>
      <p:sp>
        <p:nvSpPr>
          <p:cNvPr id="20" name="slot:item_3_body"/>
          <p:cNvSpPr txBox="1"/>
          <p:nvPr/>
        </p:nvSpPr>
        <p:spPr>
          <a:xfrm>
            <a:off x="5257800" y="4748784"/>
            <a:ext cx="6263640" cy="1267968"/>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変更頻度に応じて担当と再確認の時期を決める。</a:t>
            </a:r>
          </a:p>
        </p:txBody>
      </p:sp>
      <p:sp>
        <p:nvSpPr>
          <p:cNvPr id="21" name="slot:item_3_date"/>
          <p:cNvSpPr txBox="1"/>
          <p:nvPr/>
        </p:nvSpPr>
        <p:spPr>
          <a:xfrm>
            <a:off x="621792" y="4730496"/>
            <a:ext cx="1170432" cy="594360"/>
          </a:xfrm>
          <a:prstGeom prst="rect">
            <a:avLst/>
          </a:prstGeom>
          <a:noFill/>
        </p:spPr>
        <p:txBody>
          <a:bodyPr wrap="square" lIns="18288" rIns="18288" tIns="13716" bIns="13716">
            <a:noAutofit/>
          </a:bodyPr>
          <a:lstStyle/>
          <a:p>
            <a:pPr hangingPunct="0" eaLnBrk="1" latinLnBrk="0">
              <a:lnSpc>
                <a:spcPts val="2000"/>
              </a:lnSpc>
              <a:spcBef>
                <a:spcPts val="0"/>
              </a:spcBef>
              <a:spcAft>
                <a:spcPts val="0"/>
              </a:spcAft>
              <a:defRPr lang="ja-JP" sz="1600" b="1">
                <a:solidFill>
                  <a:srgbClr val="087E83"/>
                </a:solidFill>
                <a:latin typeface="Yu Gothic"/>
                <a:ea typeface="Yu Gothic"/>
                <a:cs typeface="Yu Gothic"/>
              </a:defRPr>
            </a:pPr>
            <a:r>
              <a:rPr lang="ja-JP" sz="1600" b="1">
                <a:solidFill>
                  <a:srgbClr val="087E83"/>
                </a:solidFill>
                <a:latin typeface="Yu Gothic"/>
                <a:ea typeface="Yu Gothic"/>
                <a:cs typeface="Yu Gothic"/>
              </a:rPr>
              <a:t>評価期</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公開レイアウト見本</a:t>
            </a:r>
          </a:p>
        </p:txBody>
      </p:sp>
      <p:sp>
        <p:nvSpPr>
          <p:cNvPr id="4" name="meta:page"/>
          <p:cNvSpPr txBox="1"/>
          <p:nvPr/>
        </p:nvSpPr>
        <p:spPr>
          <a:xfrm>
            <a:off x="10972800" y="6391656"/>
            <a:ext cx="621792" cy="274320"/>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52</a:t>
            </a:r>
          </a:p>
        </p:txBody>
      </p:sp>
      <p:sp>
        <p:nvSpPr>
          <p:cNvPr id="5" name="meta:footer"/>
          <p:cNvSpPr txBox="1"/>
          <p:nvPr/>
        </p:nvSpPr>
        <p:spPr>
          <a:xfrm>
            <a:off x="603504" y="6419088"/>
            <a:ext cx="9601200" cy="237744"/>
          </a:xfrm>
          <a:prstGeom prst="rect">
            <a:avLst/>
          </a:prstGeom>
          <a:noFill/>
        </p:spPr>
        <p:txBody>
          <a:bodyPr wrap="square"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slide-layout-agent</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社内ナレッジを探しやすくする条件</a:t>
            </a:r>
          </a:p>
        </p:txBody>
      </p:sp>
      <p:sp>
        <p:nvSpPr>
          <p:cNvPr id="8" name="slot:context"/>
          <p:cNvSpPr txBox="1"/>
          <p:nvPr/>
        </p:nvSpPr>
        <p:spPr>
          <a:xfrm>
            <a:off x="621792" y="1490472"/>
            <a:ext cx="10927080" cy="502920"/>
          </a:xfrm>
          <a:prstGeom prst="rect">
            <a:avLst/>
          </a:prstGeom>
          <a:noFill/>
        </p:spPr>
        <p:txBody>
          <a:bodyPr wrap="square"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架空の社内調査。運用条件を整理した所見であり、効果を実証したものではない。</a:t>
            </a:r>
          </a:p>
        </p:txBody>
      </p:sp>
      <p:sp>
        <p:nvSpPr>
          <p:cNvPr id="9" name="static:sequence_0"/>
          <p:cNvSpPr txBox="1"/>
          <p:nvPr/>
        </p:nvSpPr>
        <p:spPr>
          <a:xfrm>
            <a:off x="603504" y="2249424"/>
            <a:ext cx="2510028" cy="356616"/>
          </a:xfrm>
          <a:prstGeom prst="rect">
            <a:avLst/>
          </a:prstGeom>
          <a:noFill/>
        </p:spPr>
        <p:txBody>
          <a:bodyPr wrap="square" lIns="18288" rIns="18288" tIns="13716" bIns="13716">
            <a:noAutofit/>
          </a:bodyPr>
          <a:lstStyle/>
          <a:p>
            <a:pPr hangingPunct="0" eaLnBrk="1" latinLnBrk="0">
              <a:lnSpc>
                <a:spcPts val="2125"/>
              </a:lnSpc>
              <a:spcBef>
                <a:spcPts val="0"/>
              </a:spcBef>
              <a:spcAft>
                <a:spcPts val="0"/>
              </a:spcAft>
              <a:defRPr lang="ja-JP" sz="1700" b="1">
                <a:solidFill>
                  <a:srgbClr val="087E83"/>
                </a:solidFill>
                <a:latin typeface="Yu Gothic"/>
                <a:ea typeface="Yu Gothic"/>
                <a:cs typeface="Yu Gothic"/>
              </a:defRPr>
            </a:pPr>
          </a:p>
        </p:txBody>
      </p:sp>
      <p:sp>
        <p:nvSpPr>
          <p:cNvPr id="10" name="decor:3"/>
          <p:cNvSpPr/>
          <p:nvPr/>
        </p:nvSpPr>
        <p:spPr>
          <a:xfrm>
            <a:off x="603504" y="2734056"/>
            <a:ext cx="2510028" cy="36576"/>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lot:item_1_heading"/>
          <p:cNvSpPr txBox="1"/>
          <p:nvPr/>
        </p:nvSpPr>
        <p:spPr>
          <a:xfrm>
            <a:off x="603504" y="2907792"/>
            <a:ext cx="2510028" cy="777240"/>
          </a:xfrm>
          <a:prstGeom prst="rect">
            <a:avLst/>
          </a:prstGeom>
          <a:noFill/>
        </p:spPr>
        <p:txBody>
          <a:bodyPr wrap="square" lIns="18288" rIns="18288" tIns="13716" bIns="13716">
            <a:noAutofit/>
          </a:bodyPr>
          <a:lstStyle/>
          <a:p>
            <a:pPr hangingPunct="0" eaLnBrk="1" latinLnBrk="0">
              <a:lnSpc>
                <a:spcPts val="2625"/>
              </a:lnSpc>
              <a:spcBef>
                <a:spcPts val="0"/>
              </a:spcBef>
              <a:spcAft>
                <a:spcPts val="0"/>
              </a:spcAft>
              <a:defRPr lang="ja-JP" sz="2100" b="1">
                <a:solidFill>
                  <a:srgbClr val="213547"/>
                </a:solidFill>
                <a:latin typeface="Yu Gothic"/>
                <a:ea typeface="Yu Gothic"/>
                <a:cs typeface="Yu Gothic"/>
              </a:defRPr>
            </a:pPr>
            <a:r>
              <a:rPr lang="ja-JP" sz="2100" b="1">
                <a:solidFill>
                  <a:srgbClr val="213547"/>
                </a:solidFill>
                <a:latin typeface="Yu Gothic"/>
                <a:ea typeface="Yu Gothic"/>
                <a:cs typeface="Yu Gothic"/>
              </a:rPr>
              <a:t>検索入口を揃える</a:t>
            </a:r>
          </a:p>
        </p:txBody>
      </p:sp>
      <p:sp>
        <p:nvSpPr>
          <p:cNvPr id="12" name="slot:item_1_body"/>
          <p:cNvSpPr txBox="1"/>
          <p:nvPr/>
        </p:nvSpPr>
        <p:spPr>
          <a:xfrm>
            <a:off x="603504" y="3739896"/>
            <a:ext cx="2510028" cy="2011680"/>
          </a:xfrm>
          <a:prstGeom prst="rect">
            <a:avLst/>
          </a:prstGeom>
          <a:noFill/>
        </p:spPr>
        <p:txBody>
          <a:bodyPr wrap="square" lIns="18288" rIns="18288" tIns="13716" bIns="13716">
            <a:noAutofit/>
          </a:bodyPr>
          <a:lstStyle/>
          <a:p>
            <a:pPr hangingPunct="0" eaLnBrk="1" latinLnBrk="0">
              <a:lnSpc>
                <a:spcPts val="2375"/>
              </a:lnSpc>
              <a:spcBef>
                <a:spcPts val="0"/>
              </a:spcBef>
              <a:spcAft>
                <a:spcPts val="0"/>
              </a:spcAft>
              <a:defRPr lang="ja-JP" sz="1900" b="0">
                <a:solidFill>
                  <a:srgbClr val="213547"/>
                </a:solidFill>
                <a:latin typeface="Yu Gothic"/>
                <a:ea typeface="Yu Gothic"/>
                <a:cs typeface="Yu Gothic"/>
              </a:defRPr>
            </a:pPr>
            <a:r>
              <a:rPr lang="ja-JP" sz="1900" b="0">
                <a:solidFill>
                  <a:srgbClr val="213547"/>
                </a:solidFill>
                <a:latin typeface="Yu Gothic"/>
                <a:ea typeface="Yu Gothic"/>
                <a:cs typeface="Yu Gothic"/>
              </a:rPr>
              <a:t>用語を揃え、同じ資料へ辿れる入口を整える。</a:t>
            </a:r>
          </a:p>
        </p:txBody>
      </p:sp>
      <p:sp>
        <p:nvSpPr>
          <p:cNvPr id="13" name="slot:item_1_date"/>
          <p:cNvSpPr txBox="1"/>
          <p:nvPr/>
        </p:nvSpPr>
        <p:spPr>
          <a:xfrm>
            <a:off x="603504" y="2148840"/>
            <a:ext cx="2510028" cy="640080"/>
          </a:xfrm>
          <a:prstGeom prst="rect">
            <a:avLst/>
          </a:prstGeom>
          <a:noFill/>
        </p:spPr>
        <p:txBody>
          <a:bodyPr wrap="square" lIns="18288" rIns="18288" tIns="13716" bIns="13716">
            <a:noAutofit/>
          </a:bodyPr>
          <a:lstStyle/>
          <a:p>
            <a:pPr hangingPunct="0" eaLnBrk="1" latinLnBrk="0">
              <a:lnSpc>
                <a:spcPts val="2375"/>
              </a:lnSpc>
              <a:spcBef>
                <a:spcPts val="0"/>
              </a:spcBef>
              <a:spcAft>
                <a:spcPts val="0"/>
              </a:spcAft>
              <a:defRPr lang="ja-JP" sz="1900" b="1">
                <a:solidFill>
                  <a:srgbClr val="087E83"/>
                </a:solidFill>
                <a:latin typeface="Yu Gothic"/>
                <a:ea typeface="Yu Gothic"/>
                <a:cs typeface="Yu Gothic"/>
              </a:defRPr>
            </a:pPr>
            <a:r>
              <a:rPr lang="ja-JP" sz="1900" b="1">
                <a:solidFill>
                  <a:srgbClr val="087E83"/>
                </a:solidFill>
                <a:latin typeface="Yu Gothic"/>
                <a:ea typeface="Yu Gothic"/>
                <a:cs typeface="Yu Gothic"/>
              </a:rPr>
              <a:t>準備期</a:t>
            </a:r>
          </a:p>
        </p:txBody>
      </p:sp>
      <p:sp>
        <p:nvSpPr>
          <p:cNvPr id="14" name="static:sequence_1"/>
          <p:cNvSpPr txBox="1"/>
          <p:nvPr/>
        </p:nvSpPr>
        <p:spPr>
          <a:xfrm>
            <a:off x="3424428" y="2249424"/>
            <a:ext cx="2510028" cy="356616"/>
          </a:xfrm>
          <a:prstGeom prst="rect">
            <a:avLst/>
          </a:prstGeom>
          <a:noFill/>
        </p:spPr>
        <p:txBody>
          <a:bodyPr wrap="square" lIns="18288" rIns="18288" tIns="13716" bIns="13716">
            <a:noAutofit/>
          </a:bodyPr>
          <a:lstStyle/>
          <a:p>
            <a:pPr hangingPunct="0" eaLnBrk="1" latinLnBrk="0">
              <a:lnSpc>
                <a:spcPts val="2125"/>
              </a:lnSpc>
              <a:spcBef>
                <a:spcPts val="0"/>
              </a:spcBef>
              <a:spcAft>
                <a:spcPts val="0"/>
              </a:spcAft>
              <a:defRPr lang="ja-JP" sz="1700" b="1">
                <a:solidFill>
                  <a:srgbClr val="087E83"/>
                </a:solidFill>
                <a:latin typeface="Yu Gothic"/>
                <a:ea typeface="Yu Gothic"/>
                <a:cs typeface="Yu Gothic"/>
              </a:defRPr>
            </a:pPr>
          </a:p>
        </p:txBody>
      </p:sp>
      <p:sp>
        <p:nvSpPr>
          <p:cNvPr id="15" name="decor:4"/>
          <p:cNvSpPr/>
          <p:nvPr/>
        </p:nvSpPr>
        <p:spPr>
          <a:xfrm>
            <a:off x="3424428" y="2734056"/>
            <a:ext cx="2510028" cy="36576"/>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lot:item_2_heading"/>
          <p:cNvSpPr txBox="1"/>
          <p:nvPr/>
        </p:nvSpPr>
        <p:spPr>
          <a:xfrm>
            <a:off x="3424428" y="2907792"/>
            <a:ext cx="2510028" cy="777240"/>
          </a:xfrm>
          <a:prstGeom prst="rect">
            <a:avLst/>
          </a:prstGeom>
          <a:noFill/>
        </p:spPr>
        <p:txBody>
          <a:bodyPr wrap="square" lIns="18288" rIns="18288" tIns="13716" bIns="13716">
            <a:noAutofit/>
          </a:bodyPr>
          <a:lstStyle/>
          <a:p>
            <a:pPr hangingPunct="0" eaLnBrk="1" latinLnBrk="0">
              <a:lnSpc>
                <a:spcPts val="2625"/>
              </a:lnSpc>
              <a:spcBef>
                <a:spcPts val="0"/>
              </a:spcBef>
              <a:spcAft>
                <a:spcPts val="0"/>
              </a:spcAft>
              <a:defRPr lang="ja-JP" sz="2100" b="1">
                <a:solidFill>
                  <a:srgbClr val="213547"/>
                </a:solidFill>
                <a:latin typeface="Yu Gothic"/>
                <a:ea typeface="Yu Gothic"/>
                <a:cs typeface="Yu Gothic"/>
              </a:defRPr>
            </a:pPr>
            <a:r>
              <a:rPr lang="ja-JP" sz="2100" b="1">
                <a:solidFill>
                  <a:srgbClr val="213547"/>
                </a:solidFill>
                <a:latin typeface="Yu Gothic"/>
                <a:ea typeface="Yu Gothic"/>
                <a:cs typeface="Yu Gothic"/>
              </a:rPr>
              <a:t>根拠まで辿れる</a:t>
            </a:r>
          </a:p>
        </p:txBody>
      </p:sp>
      <p:sp>
        <p:nvSpPr>
          <p:cNvPr id="17" name="slot:item_2_body"/>
          <p:cNvSpPr txBox="1"/>
          <p:nvPr/>
        </p:nvSpPr>
        <p:spPr>
          <a:xfrm>
            <a:off x="3424428" y="3739896"/>
            <a:ext cx="2510028" cy="2011680"/>
          </a:xfrm>
          <a:prstGeom prst="rect">
            <a:avLst/>
          </a:prstGeom>
          <a:noFill/>
        </p:spPr>
        <p:txBody>
          <a:bodyPr wrap="square" lIns="18288" rIns="18288" tIns="13716" bIns="13716">
            <a:noAutofit/>
          </a:bodyPr>
          <a:lstStyle/>
          <a:p>
            <a:pPr hangingPunct="0" eaLnBrk="1" latinLnBrk="0">
              <a:lnSpc>
                <a:spcPts val="2375"/>
              </a:lnSpc>
              <a:spcBef>
                <a:spcPts val="0"/>
              </a:spcBef>
              <a:spcAft>
                <a:spcPts val="0"/>
              </a:spcAft>
              <a:defRPr lang="ja-JP" sz="1900" b="0">
                <a:solidFill>
                  <a:srgbClr val="213547"/>
                </a:solidFill>
                <a:latin typeface="Yu Gothic"/>
                <a:ea typeface="Yu Gothic"/>
                <a:cs typeface="Yu Gothic"/>
              </a:defRPr>
            </a:pPr>
            <a:r>
              <a:rPr lang="ja-JP" sz="1900" b="0">
                <a:solidFill>
                  <a:srgbClr val="213547"/>
                </a:solidFill>
                <a:latin typeface="Yu Gothic"/>
                <a:ea typeface="Yu Gothic"/>
                <a:cs typeface="Yu Gothic"/>
              </a:rPr>
              <a:t>原文の条件と確認日を、要約とともに残す。</a:t>
            </a:r>
          </a:p>
        </p:txBody>
      </p:sp>
      <p:sp>
        <p:nvSpPr>
          <p:cNvPr id="18" name="slot:item_2_date"/>
          <p:cNvSpPr txBox="1"/>
          <p:nvPr/>
        </p:nvSpPr>
        <p:spPr>
          <a:xfrm>
            <a:off x="3424428" y="2148840"/>
            <a:ext cx="2510028" cy="640080"/>
          </a:xfrm>
          <a:prstGeom prst="rect">
            <a:avLst/>
          </a:prstGeom>
          <a:noFill/>
        </p:spPr>
        <p:txBody>
          <a:bodyPr wrap="square" lIns="18288" rIns="18288" tIns="13716" bIns="13716">
            <a:noAutofit/>
          </a:bodyPr>
          <a:lstStyle/>
          <a:p>
            <a:pPr hangingPunct="0" eaLnBrk="1" latinLnBrk="0">
              <a:lnSpc>
                <a:spcPts val="2375"/>
              </a:lnSpc>
              <a:spcBef>
                <a:spcPts val="0"/>
              </a:spcBef>
              <a:spcAft>
                <a:spcPts val="0"/>
              </a:spcAft>
              <a:defRPr lang="ja-JP" sz="1900" b="1">
                <a:solidFill>
                  <a:srgbClr val="087E83"/>
                </a:solidFill>
                <a:latin typeface="Yu Gothic"/>
                <a:ea typeface="Yu Gothic"/>
                <a:cs typeface="Yu Gothic"/>
              </a:defRPr>
            </a:pPr>
            <a:r>
              <a:rPr lang="ja-JP" sz="1900" b="1">
                <a:solidFill>
                  <a:srgbClr val="087E83"/>
                </a:solidFill>
                <a:latin typeface="Yu Gothic"/>
                <a:ea typeface="Yu Gothic"/>
                <a:cs typeface="Yu Gothic"/>
              </a:rPr>
              <a:t>試行期</a:t>
            </a:r>
          </a:p>
        </p:txBody>
      </p:sp>
      <p:sp>
        <p:nvSpPr>
          <p:cNvPr id="19" name="static:sequence_2"/>
          <p:cNvSpPr txBox="1"/>
          <p:nvPr/>
        </p:nvSpPr>
        <p:spPr>
          <a:xfrm>
            <a:off x="6245352" y="2249424"/>
            <a:ext cx="2510028" cy="356616"/>
          </a:xfrm>
          <a:prstGeom prst="rect">
            <a:avLst/>
          </a:prstGeom>
          <a:noFill/>
        </p:spPr>
        <p:txBody>
          <a:bodyPr wrap="square" lIns="18288" rIns="18288" tIns="13716" bIns="13716">
            <a:noAutofit/>
          </a:bodyPr>
          <a:lstStyle/>
          <a:p>
            <a:pPr hangingPunct="0" eaLnBrk="1" latinLnBrk="0">
              <a:lnSpc>
                <a:spcPts val="2125"/>
              </a:lnSpc>
              <a:spcBef>
                <a:spcPts val="0"/>
              </a:spcBef>
              <a:spcAft>
                <a:spcPts val="0"/>
              </a:spcAft>
              <a:defRPr lang="ja-JP" sz="1700" b="1">
                <a:solidFill>
                  <a:srgbClr val="087E83"/>
                </a:solidFill>
                <a:latin typeface="Yu Gothic"/>
                <a:ea typeface="Yu Gothic"/>
                <a:cs typeface="Yu Gothic"/>
              </a:defRPr>
            </a:pPr>
          </a:p>
        </p:txBody>
      </p:sp>
      <p:sp>
        <p:nvSpPr>
          <p:cNvPr id="20" name="decor:5"/>
          <p:cNvSpPr/>
          <p:nvPr/>
        </p:nvSpPr>
        <p:spPr>
          <a:xfrm>
            <a:off x="6245352" y="2734056"/>
            <a:ext cx="2510028" cy="36576"/>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slot:item_3_heading"/>
          <p:cNvSpPr txBox="1"/>
          <p:nvPr/>
        </p:nvSpPr>
        <p:spPr>
          <a:xfrm>
            <a:off x="6245352" y="2907792"/>
            <a:ext cx="2510028" cy="777240"/>
          </a:xfrm>
          <a:prstGeom prst="rect">
            <a:avLst/>
          </a:prstGeom>
          <a:noFill/>
        </p:spPr>
        <p:txBody>
          <a:bodyPr wrap="square" lIns="18288" rIns="18288" tIns="13716" bIns="13716">
            <a:noAutofit/>
          </a:bodyPr>
          <a:lstStyle/>
          <a:p>
            <a:pPr hangingPunct="0" eaLnBrk="1" latinLnBrk="0">
              <a:lnSpc>
                <a:spcPts val="2625"/>
              </a:lnSpc>
              <a:spcBef>
                <a:spcPts val="0"/>
              </a:spcBef>
              <a:spcAft>
                <a:spcPts val="0"/>
              </a:spcAft>
              <a:defRPr lang="ja-JP" sz="2100" b="1">
                <a:solidFill>
                  <a:srgbClr val="213547"/>
                </a:solidFill>
                <a:latin typeface="Yu Gothic"/>
                <a:ea typeface="Yu Gothic"/>
                <a:cs typeface="Yu Gothic"/>
              </a:defRPr>
            </a:pPr>
            <a:r>
              <a:rPr lang="ja-JP" sz="2100" b="1">
                <a:solidFill>
                  <a:srgbClr val="213547"/>
                </a:solidFill>
                <a:latin typeface="Yu Gothic"/>
                <a:ea typeface="Yu Gothic"/>
                <a:cs typeface="Yu Gothic"/>
              </a:rPr>
              <a:t>更新範囲を決める</a:t>
            </a:r>
          </a:p>
        </p:txBody>
      </p:sp>
      <p:sp>
        <p:nvSpPr>
          <p:cNvPr id="22" name="slot:item_3_body"/>
          <p:cNvSpPr txBox="1"/>
          <p:nvPr/>
        </p:nvSpPr>
        <p:spPr>
          <a:xfrm>
            <a:off x="6245352" y="3739896"/>
            <a:ext cx="2510028" cy="2011680"/>
          </a:xfrm>
          <a:prstGeom prst="rect">
            <a:avLst/>
          </a:prstGeom>
          <a:noFill/>
        </p:spPr>
        <p:txBody>
          <a:bodyPr wrap="square" lIns="18288" rIns="18288" tIns="13716" bIns="13716">
            <a:noAutofit/>
          </a:bodyPr>
          <a:lstStyle/>
          <a:p>
            <a:pPr hangingPunct="0" eaLnBrk="1" latinLnBrk="0">
              <a:lnSpc>
                <a:spcPts val="2375"/>
              </a:lnSpc>
              <a:spcBef>
                <a:spcPts val="0"/>
              </a:spcBef>
              <a:spcAft>
                <a:spcPts val="0"/>
              </a:spcAft>
              <a:defRPr lang="ja-JP" sz="1900" b="0">
                <a:solidFill>
                  <a:srgbClr val="213547"/>
                </a:solidFill>
                <a:latin typeface="Yu Gothic"/>
                <a:ea typeface="Yu Gothic"/>
                <a:cs typeface="Yu Gothic"/>
              </a:defRPr>
            </a:pPr>
            <a:r>
              <a:rPr lang="ja-JP" sz="1900" b="0">
                <a:solidFill>
                  <a:srgbClr val="213547"/>
                </a:solidFill>
                <a:latin typeface="Yu Gothic"/>
                <a:ea typeface="Yu Gothic"/>
                <a:cs typeface="Yu Gothic"/>
              </a:rPr>
              <a:t>変更頻度に応じて担当と再確認の時期を決める。</a:t>
            </a:r>
          </a:p>
        </p:txBody>
      </p:sp>
      <p:sp>
        <p:nvSpPr>
          <p:cNvPr id="23" name="slot:item_3_date"/>
          <p:cNvSpPr txBox="1"/>
          <p:nvPr/>
        </p:nvSpPr>
        <p:spPr>
          <a:xfrm>
            <a:off x="6245352" y="2148840"/>
            <a:ext cx="2510028" cy="640080"/>
          </a:xfrm>
          <a:prstGeom prst="rect">
            <a:avLst/>
          </a:prstGeom>
          <a:noFill/>
        </p:spPr>
        <p:txBody>
          <a:bodyPr wrap="square" lIns="18288" rIns="18288" tIns="13716" bIns="13716">
            <a:noAutofit/>
          </a:bodyPr>
          <a:lstStyle/>
          <a:p>
            <a:pPr hangingPunct="0" eaLnBrk="1" latinLnBrk="0">
              <a:lnSpc>
                <a:spcPts val="2375"/>
              </a:lnSpc>
              <a:spcBef>
                <a:spcPts val="0"/>
              </a:spcBef>
              <a:spcAft>
                <a:spcPts val="0"/>
              </a:spcAft>
              <a:defRPr lang="ja-JP" sz="1900" b="1">
                <a:solidFill>
                  <a:srgbClr val="087E83"/>
                </a:solidFill>
                <a:latin typeface="Yu Gothic"/>
                <a:ea typeface="Yu Gothic"/>
                <a:cs typeface="Yu Gothic"/>
              </a:defRPr>
            </a:pPr>
            <a:r>
              <a:rPr lang="ja-JP" sz="1900" b="1">
                <a:solidFill>
                  <a:srgbClr val="087E83"/>
                </a:solidFill>
                <a:latin typeface="Yu Gothic"/>
                <a:ea typeface="Yu Gothic"/>
                <a:cs typeface="Yu Gothic"/>
              </a:rPr>
              <a:t>評価期</a:t>
            </a:r>
          </a:p>
        </p:txBody>
      </p:sp>
      <p:sp>
        <p:nvSpPr>
          <p:cNvPr id="24" name="static:sequence_3"/>
          <p:cNvSpPr txBox="1"/>
          <p:nvPr/>
        </p:nvSpPr>
        <p:spPr>
          <a:xfrm>
            <a:off x="9066276" y="2249424"/>
            <a:ext cx="2510028" cy="356616"/>
          </a:xfrm>
          <a:prstGeom prst="rect">
            <a:avLst/>
          </a:prstGeom>
          <a:noFill/>
        </p:spPr>
        <p:txBody>
          <a:bodyPr wrap="square" lIns="18288" rIns="18288" tIns="13716" bIns="13716">
            <a:noAutofit/>
          </a:bodyPr>
          <a:lstStyle/>
          <a:p>
            <a:pPr hangingPunct="0" eaLnBrk="1" latinLnBrk="0">
              <a:lnSpc>
                <a:spcPts val="2125"/>
              </a:lnSpc>
              <a:spcBef>
                <a:spcPts val="0"/>
              </a:spcBef>
              <a:spcAft>
                <a:spcPts val="0"/>
              </a:spcAft>
              <a:defRPr lang="ja-JP" sz="1700" b="1">
                <a:solidFill>
                  <a:srgbClr val="087E83"/>
                </a:solidFill>
                <a:latin typeface="Yu Gothic"/>
                <a:ea typeface="Yu Gothic"/>
                <a:cs typeface="Yu Gothic"/>
              </a:defRPr>
            </a:pPr>
          </a:p>
        </p:txBody>
      </p:sp>
      <p:sp>
        <p:nvSpPr>
          <p:cNvPr id="25" name="decor:6"/>
          <p:cNvSpPr/>
          <p:nvPr/>
        </p:nvSpPr>
        <p:spPr>
          <a:xfrm>
            <a:off x="9066276" y="2734056"/>
            <a:ext cx="2510028" cy="36576"/>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slot:item_4_heading"/>
          <p:cNvSpPr txBox="1"/>
          <p:nvPr/>
        </p:nvSpPr>
        <p:spPr>
          <a:xfrm>
            <a:off x="9066276" y="2907792"/>
            <a:ext cx="2510028" cy="777240"/>
          </a:xfrm>
          <a:prstGeom prst="rect">
            <a:avLst/>
          </a:prstGeom>
          <a:noFill/>
        </p:spPr>
        <p:txBody>
          <a:bodyPr wrap="square" lIns="18288" rIns="18288" tIns="13716" bIns="13716">
            <a:noAutofit/>
          </a:bodyPr>
          <a:lstStyle/>
          <a:p>
            <a:pPr hangingPunct="0" eaLnBrk="1" latinLnBrk="0">
              <a:lnSpc>
                <a:spcPts val="2625"/>
              </a:lnSpc>
              <a:spcBef>
                <a:spcPts val="0"/>
              </a:spcBef>
              <a:spcAft>
                <a:spcPts val="0"/>
              </a:spcAft>
              <a:defRPr lang="ja-JP" sz="2100" b="1">
                <a:solidFill>
                  <a:srgbClr val="213547"/>
                </a:solidFill>
                <a:latin typeface="Yu Gothic"/>
                <a:ea typeface="Yu Gothic"/>
                <a:cs typeface="Yu Gothic"/>
              </a:defRPr>
            </a:pPr>
            <a:r>
              <a:rPr lang="ja-JP" sz="2100" b="1">
                <a:solidFill>
                  <a:srgbClr val="213547"/>
                </a:solidFill>
                <a:latin typeface="Yu Gothic"/>
                <a:ea typeface="Yu Gothic"/>
                <a:cs typeface="Yu Gothic"/>
              </a:rPr>
              <a:t>例外を見える化</a:t>
            </a:r>
          </a:p>
        </p:txBody>
      </p:sp>
      <p:sp>
        <p:nvSpPr>
          <p:cNvPr id="27" name="slot:item_4_body"/>
          <p:cNvSpPr txBox="1"/>
          <p:nvPr/>
        </p:nvSpPr>
        <p:spPr>
          <a:xfrm>
            <a:off x="9066276" y="3739896"/>
            <a:ext cx="2510028" cy="2011680"/>
          </a:xfrm>
          <a:prstGeom prst="rect">
            <a:avLst/>
          </a:prstGeom>
          <a:noFill/>
        </p:spPr>
        <p:txBody>
          <a:bodyPr wrap="square" lIns="18288" rIns="18288" tIns="13716" bIns="13716">
            <a:noAutofit/>
          </a:bodyPr>
          <a:lstStyle/>
          <a:p>
            <a:pPr hangingPunct="0" eaLnBrk="1" latinLnBrk="0">
              <a:lnSpc>
                <a:spcPts val="2375"/>
              </a:lnSpc>
              <a:spcBef>
                <a:spcPts val="0"/>
              </a:spcBef>
              <a:spcAft>
                <a:spcPts val="0"/>
              </a:spcAft>
              <a:defRPr lang="ja-JP" sz="1900" b="0">
                <a:solidFill>
                  <a:srgbClr val="213547"/>
                </a:solidFill>
                <a:latin typeface="Yu Gothic"/>
                <a:ea typeface="Yu Gothic"/>
                <a:cs typeface="Yu Gothic"/>
              </a:defRPr>
            </a:pPr>
            <a:r>
              <a:rPr lang="ja-JP" sz="1900" b="0">
                <a:solidFill>
                  <a:srgbClr val="213547"/>
                </a:solidFill>
                <a:latin typeface="Yu Gothic"/>
                <a:ea typeface="Yu Gothic"/>
                <a:cs typeface="Yu Gothic"/>
              </a:rPr>
              <a:t>適用できない場面も記録し、前提の違いを残す。</a:t>
            </a:r>
          </a:p>
        </p:txBody>
      </p:sp>
      <p:sp>
        <p:nvSpPr>
          <p:cNvPr id="28" name="slot:item_4_date"/>
          <p:cNvSpPr txBox="1"/>
          <p:nvPr/>
        </p:nvSpPr>
        <p:spPr>
          <a:xfrm>
            <a:off x="9066276" y="2148840"/>
            <a:ext cx="2510028" cy="640080"/>
          </a:xfrm>
          <a:prstGeom prst="rect">
            <a:avLst/>
          </a:prstGeom>
          <a:noFill/>
        </p:spPr>
        <p:txBody>
          <a:bodyPr wrap="square" lIns="18288" rIns="18288" tIns="13716" bIns="13716">
            <a:noAutofit/>
          </a:bodyPr>
          <a:lstStyle/>
          <a:p>
            <a:pPr hangingPunct="0" eaLnBrk="1" latinLnBrk="0">
              <a:lnSpc>
                <a:spcPts val="2375"/>
              </a:lnSpc>
              <a:spcBef>
                <a:spcPts val="0"/>
              </a:spcBef>
              <a:spcAft>
                <a:spcPts val="0"/>
              </a:spcAft>
              <a:defRPr lang="ja-JP" sz="1900" b="1">
                <a:solidFill>
                  <a:srgbClr val="087E83"/>
                </a:solidFill>
                <a:latin typeface="Yu Gothic"/>
                <a:ea typeface="Yu Gothic"/>
                <a:cs typeface="Yu Gothic"/>
              </a:defRPr>
            </a:pPr>
            <a:r>
              <a:rPr lang="ja-JP" sz="1900" b="1">
                <a:solidFill>
                  <a:srgbClr val="087E83"/>
                </a:solidFill>
                <a:latin typeface="Yu Gothic"/>
                <a:ea typeface="Yu Gothic"/>
                <a:cs typeface="Yu Gothic"/>
              </a:rPr>
              <a:t>展開期</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公開レイアウト見本</a:t>
            </a:r>
          </a:p>
        </p:txBody>
      </p:sp>
      <p:sp>
        <p:nvSpPr>
          <p:cNvPr id="4" name="meta:page"/>
          <p:cNvSpPr txBox="1"/>
          <p:nvPr/>
        </p:nvSpPr>
        <p:spPr>
          <a:xfrm>
            <a:off x="10972800" y="6391656"/>
            <a:ext cx="621792" cy="274320"/>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53</a:t>
            </a:r>
          </a:p>
        </p:txBody>
      </p:sp>
      <p:sp>
        <p:nvSpPr>
          <p:cNvPr id="5" name="meta:footer"/>
          <p:cNvSpPr txBox="1"/>
          <p:nvPr/>
        </p:nvSpPr>
        <p:spPr>
          <a:xfrm>
            <a:off x="603504" y="6419088"/>
            <a:ext cx="9601200" cy="237744"/>
          </a:xfrm>
          <a:prstGeom prst="rect">
            <a:avLst/>
          </a:prstGeom>
          <a:noFill/>
        </p:spPr>
        <p:txBody>
          <a:bodyPr wrap="square"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slide-layout-agent</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社内ナレッジを探しやすくする条件</a:t>
            </a:r>
          </a:p>
        </p:txBody>
      </p:sp>
      <p:sp>
        <p:nvSpPr>
          <p:cNvPr id="8" name="slot:context"/>
          <p:cNvSpPr txBox="1"/>
          <p:nvPr/>
        </p:nvSpPr>
        <p:spPr>
          <a:xfrm>
            <a:off x="621792" y="1490472"/>
            <a:ext cx="10927080" cy="502920"/>
          </a:xfrm>
          <a:prstGeom prst="rect">
            <a:avLst/>
          </a:prstGeom>
          <a:noFill/>
        </p:spPr>
        <p:txBody>
          <a:bodyPr wrap="square"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架空の社内調査。運用条件を整理した所見であり、効果を実証したものではない。</a:t>
            </a:r>
          </a:p>
        </p:txBody>
      </p:sp>
      <p:sp>
        <p:nvSpPr>
          <p:cNvPr id="9" name="decor:3"/>
          <p:cNvSpPr/>
          <p:nvPr/>
        </p:nvSpPr>
        <p:spPr>
          <a:xfrm>
            <a:off x="1920240" y="2295144"/>
            <a:ext cx="22860" cy="3566160"/>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ecor:4"/>
          <p:cNvSpPr/>
          <p:nvPr/>
        </p:nvSpPr>
        <p:spPr>
          <a:xfrm>
            <a:off x="2212848" y="3092958"/>
            <a:ext cx="9308592"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lot:item_1_heading"/>
          <p:cNvSpPr txBox="1"/>
          <p:nvPr/>
        </p:nvSpPr>
        <p:spPr>
          <a:xfrm>
            <a:off x="2212848" y="2157984"/>
            <a:ext cx="2834640" cy="68580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検索入口を揃える</a:t>
            </a:r>
          </a:p>
        </p:txBody>
      </p:sp>
      <p:sp>
        <p:nvSpPr>
          <p:cNvPr id="12" name="slot:item_1_body"/>
          <p:cNvSpPr txBox="1"/>
          <p:nvPr/>
        </p:nvSpPr>
        <p:spPr>
          <a:xfrm>
            <a:off x="5257800" y="2157984"/>
            <a:ext cx="6263640" cy="944118"/>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用語を揃え、同じ資料へ辿れる入口を整える。</a:t>
            </a:r>
          </a:p>
        </p:txBody>
      </p:sp>
      <p:sp>
        <p:nvSpPr>
          <p:cNvPr id="13" name="slot:item_1_date"/>
          <p:cNvSpPr txBox="1"/>
          <p:nvPr/>
        </p:nvSpPr>
        <p:spPr>
          <a:xfrm>
            <a:off x="621792" y="2139696"/>
            <a:ext cx="1170432" cy="594360"/>
          </a:xfrm>
          <a:prstGeom prst="rect">
            <a:avLst/>
          </a:prstGeom>
          <a:noFill/>
        </p:spPr>
        <p:txBody>
          <a:bodyPr wrap="square" lIns="18288" rIns="18288" tIns="13716" bIns="13716">
            <a:noAutofit/>
          </a:bodyPr>
          <a:lstStyle/>
          <a:p>
            <a:pPr hangingPunct="0" eaLnBrk="1" latinLnBrk="0">
              <a:lnSpc>
                <a:spcPts val="2000"/>
              </a:lnSpc>
              <a:spcBef>
                <a:spcPts val="0"/>
              </a:spcBef>
              <a:spcAft>
                <a:spcPts val="0"/>
              </a:spcAft>
              <a:defRPr lang="ja-JP" sz="1600" b="1">
                <a:solidFill>
                  <a:srgbClr val="087E83"/>
                </a:solidFill>
                <a:latin typeface="Yu Gothic"/>
                <a:ea typeface="Yu Gothic"/>
                <a:cs typeface="Yu Gothic"/>
              </a:defRPr>
            </a:pPr>
            <a:r>
              <a:rPr lang="ja-JP" sz="1600" b="1">
                <a:solidFill>
                  <a:srgbClr val="087E83"/>
                </a:solidFill>
                <a:latin typeface="Yu Gothic"/>
                <a:ea typeface="Yu Gothic"/>
                <a:cs typeface="Yu Gothic"/>
              </a:rPr>
              <a:t>準備期</a:t>
            </a:r>
          </a:p>
        </p:txBody>
      </p:sp>
      <p:sp>
        <p:nvSpPr>
          <p:cNvPr id="14" name="decor:5"/>
          <p:cNvSpPr/>
          <p:nvPr/>
        </p:nvSpPr>
        <p:spPr>
          <a:xfrm>
            <a:off x="2212848" y="4064508"/>
            <a:ext cx="9308592"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slot:item_2_heading"/>
          <p:cNvSpPr txBox="1"/>
          <p:nvPr/>
        </p:nvSpPr>
        <p:spPr>
          <a:xfrm>
            <a:off x="2212848" y="3129534"/>
            <a:ext cx="2834640" cy="68580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根拠まで辿れる</a:t>
            </a:r>
          </a:p>
        </p:txBody>
      </p:sp>
      <p:sp>
        <p:nvSpPr>
          <p:cNvPr id="16" name="slot:item_2_body"/>
          <p:cNvSpPr txBox="1"/>
          <p:nvPr/>
        </p:nvSpPr>
        <p:spPr>
          <a:xfrm>
            <a:off x="5257800" y="3129534"/>
            <a:ext cx="6263640" cy="944118"/>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原文の条件と確認日を、要約とともに残す。</a:t>
            </a:r>
          </a:p>
        </p:txBody>
      </p:sp>
      <p:sp>
        <p:nvSpPr>
          <p:cNvPr id="17" name="slot:item_2_date"/>
          <p:cNvSpPr txBox="1"/>
          <p:nvPr/>
        </p:nvSpPr>
        <p:spPr>
          <a:xfrm>
            <a:off x="621792" y="3111246"/>
            <a:ext cx="1170432" cy="594360"/>
          </a:xfrm>
          <a:prstGeom prst="rect">
            <a:avLst/>
          </a:prstGeom>
          <a:noFill/>
        </p:spPr>
        <p:txBody>
          <a:bodyPr wrap="square" lIns="18288" rIns="18288" tIns="13716" bIns="13716">
            <a:noAutofit/>
          </a:bodyPr>
          <a:lstStyle/>
          <a:p>
            <a:pPr hangingPunct="0" eaLnBrk="1" latinLnBrk="0">
              <a:lnSpc>
                <a:spcPts val="2000"/>
              </a:lnSpc>
              <a:spcBef>
                <a:spcPts val="0"/>
              </a:spcBef>
              <a:spcAft>
                <a:spcPts val="0"/>
              </a:spcAft>
              <a:defRPr lang="ja-JP" sz="1600" b="1">
                <a:solidFill>
                  <a:srgbClr val="087E83"/>
                </a:solidFill>
                <a:latin typeface="Yu Gothic"/>
                <a:ea typeface="Yu Gothic"/>
                <a:cs typeface="Yu Gothic"/>
              </a:defRPr>
            </a:pPr>
            <a:r>
              <a:rPr lang="ja-JP" sz="1600" b="1">
                <a:solidFill>
                  <a:srgbClr val="087E83"/>
                </a:solidFill>
                <a:latin typeface="Yu Gothic"/>
                <a:ea typeface="Yu Gothic"/>
                <a:cs typeface="Yu Gothic"/>
              </a:rPr>
              <a:t>試行期</a:t>
            </a:r>
          </a:p>
        </p:txBody>
      </p:sp>
      <p:sp>
        <p:nvSpPr>
          <p:cNvPr id="18" name="decor:6"/>
          <p:cNvSpPr/>
          <p:nvPr/>
        </p:nvSpPr>
        <p:spPr>
          <a:xfrm>
            <a:off x="2212848" y="5036058"/>
            <a:ext cx="9308592"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slot:item_3_heading"/>
          <p:cNvSpPr txBox="1"/>
          <p:nvPr/>
        </p:nvSpPr>
        <p:spPr>
          <a:xfrm>
            <a:off x="2212848" y="4101083"/>
            <a:ext cx="2834640" cy="68580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更新範囲を決める</a:t>
            </a:r>
          </a:p>
        </p:txBody>
      </p:sp>
      <p:sp>
        <p:nvSpPr>
          <p:cNvPr id="20" name="slot:item_3_body"/>
          <p:cNvSpPr txBox="1"/>
          <p:nvPr/>
        </p:nvSpPr>
        <p:spPr>
          <a:xfrm>
            <a:off x="5257800" y="4101083"/>
            <a:ext cx="6263640" cy="944118"/>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変更頻度に応じて担当と再確認の時期を決める。</a:t>
            </a:r>
          </a:p>
        </p:txBody>
      </p:sp>
      <p:sp>
        <p:nvSpPr>
          <p:cNvPr id="21" name="slot:item_3_date"/>
          <p:cNvSpPr txBox="1"/>
          <p:nvPr/>
        </p:nvSpPr>
        <p:spPr>
          <a:xfrm>
            <a:off x="621792" y="4082796"/>
            <a:ext cx="1170432" cy="594360"/>
          </a:xfrm>
          <a:prstGeom prst="rect">
            <a:avLst/>
          </a:prstGeom>
          <a:noFill/>
        </p:spPr>
        <p:txBody>
          <a:bodyPr wrap="square" lIns="18288" rIns="18288" tIns="13716" bIns="13716">
            <a:noAutofit/>
          </a:bodyPr>
          <a:lstStyle/>
          <a:p>
            <a:pPr hangingPunct="0" eaLnBrk="1" latinLnBrk="0">
              <a:lnSpc>
                <a:spcPts val="2000"/>
              </a:lnSpc>
              <a:spcBef>
                <a:spcPts val="0"/>
              </a:spcBef>
              <a:spcAft>
                <a:spcPts val="0"/>
              </a:spcAft>
              <a:defRPr lang="ja-JP" sz="1600" b="1">
                <a:solidFill>
                  <a:srgbClr val="087E83"/>
                </a:solidFill>
                <a:latin typeface="Yu Gothic"/>
                <a:ea typeface="Yu Gothic"/>
                <a:cs typeface="Yu Gothic"/>
              </a:defRPr>
            </a:pPr>
            <a:r>
              <a:rPr lang="ja-JP" sz="1600" b="1">
                <a:solidFill>
                  <a:srgbClr val="087E83"/>
                </a:solidFill>
                <a:latin typeface="Yu Gothic"/>
                <a:ea typeface="Yu Gothic"/>
                <a:cs typeface="Yu Gothic"/>
              </a:rPr>
              <a:t>評価期</a:t>
            </a:r>
          </a:p>
        </p:txBody>
      </p:sp>
      <p:sp>
        <p:nvSpPr>
          <p:cNvPr id="22" name="decor:7"/>
          <p:cNvSpPr/>
          <p:nvPr/>
        </p:nvSpPr>
        <p:spPr>
          <a:xfrm>
            <a:off x="2212848" y="6007608"/>
            <a:ext cx="9308592"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slot:item_4_heading"/>
          <p:cNvSpPr txBox="1"/>
          <p:nvPr/>
        </p:nvSpPr>
        <p:spPr>
          <a:xfrm>
            <a:off x="2212848" y="5072633"/>
            <a:ext cx="2834640" cy="68580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例外を見える化</a:t>
            </a:r>
          </a:p>
        </p:txBody>
      </p:sp>
      <p:sp>
        <p:nvSpPr>
          <p:cNvPr id="24" name="slot:item_4_body"/>
          <p:cNvSpPr txBox="1"/>
          <p:nvPr/>
        </p:nvSpPr>
        <p:spPr>
          <a:xfrm>
            <a:off x="5257800" y="5072633"/>
            <a:ext cx="6263640" cy="944118"/>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適用できない場面も記録し、前提の違いを残す。</a:t>
            </a:r>
          </a:p>
        </p:txBody>
      </p:sp>
      <p:sp>
        <p:nvSpPr>
          <p:cNvPr id="25" name="slot:item_4_date"/>
          <p:cNvSpPr txBox="1"/>
          <p:nvPr/>
        </p:nvSpPr>
        <p:spPr>
          <a:xfrm>
            <a:off x="621792" y="5054346"/>
            <a:ext cx="1170432" cy="594360"/>
          </a:xfrm>
          <a:prstGeom prst="rect">
            <a:avLst/>
          </a:prstGeom>
          <a:noFill/>
        </p:spPr>
        <p:txBody>
          <a:bodyPr wrap="square" lIns="18288" rIns="18288" tIns="13716" bIns="13716">
            <a:noAutofit/>
          </a:bodyPr>
          <a:lstStyle/>
          <a:p>
            <a:pPr hangingPunct="0" eaLnBrk="1" latinLnBrk="0">
              <a:lnSpc>
                <a:spcPts val="2000"/>
              </a:lnSpc>
              <a:spcBef>
                <a:spcPts val="0"/>
              </a:spcBef>
              <a:spcAft>
                <a:spcPts val="0"/>
              </a:spcAft>
              <a:defRPr lang="ja-JP" sz="1600" b="1">
                <a:solidFill>
                  <a:srgbClr val="087E83"/>
                </a:solidFill>
                <a:latin typeface="Yu Gothic"/>
                <a:ea typeface="Yu Gothic"/>
                <a:cs typeface="Yu Gothic"/>
              </a:defRPr>
            </a:pPr>
            <a:r>
              <a:rPr lang="ja-JP" sz="1600" b="1">
                <a:solidFill>
                  <a:srgbClr val="087E83"/>
                </a:solidFill>
                <a:latin typeface="Yu Gothic"/>
                <a:ea typeface="Yu Gothic"/>
                <a:cs typeface="Yu Gothic"/>
              </a:rPr>
              <a:t>展開期</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公開レイアウト見本</a:t>
            </a:r>
          </a:p>
        </p:txBody>
      </p:sp>
      <p:sp>
        <p:nvSpPr>
          <p:cNvPr id="4" name="meta:page"/>
          <p:cNvSpPr txBox="1"/>
          <p:nvPr/>
        </p:nvSpPr>
        <p:spPr>
          <a:xfrm>
            <a:off x="10972800" y="6391656"/>
            <a:ext cx="621792" cy="274320"/>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54</a:t>
            </a:r>
          </a:p>
        </p:txBody>
      </p:sp>
      <p:sp>
        <p:nvSpPr>
          <p:cNvPr id="5" name="meta:footer"/>
          <p:cNvSpPr txBox="1"/>
          <p:nvPr/>
        </p:nvSpPr>
        <p:spPr>
          <a:xfrm>
            <a:off x="603504" y="6419088"/>
            <a:ext cx="9601200" cy="237744"/>
          </a:xfrm>
          <a:prstGeom prst="rect">
            <a:avLst/>
          </a:prstGeom>
          <a:noFill/>
        </p:spPr>
        <p:txBody>
          <a:bodyPr wrap="square"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slide-layout-agent</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社内ナレッジを探しやすくする条件</a:t>
            </a:r>
          </a:p>
        </p:txBody>
      </p:sp>
      <p:sp>
        <p:nvSpPr>
          <p:cNvPr id="8" name="slot:context"/>
          <p:cNvSpPr txBox="1"/>
          <p:nvPr/>
        </p:nvSpPr>
        <p:spPr>
          <a:xfrm>
            <a:off x="621792" y="1490472"/>
            <a:ext cx="10927080" cy="502920"/>
          </a:xfrm>
          <a:prstGeom prst="rect">
            <a:avLst/>
          </a:prstGeom>
          <a:noFill/>
        </p:spPr>
        <p:txBody>
          <a:bodyPr wrap="square"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架空集計：資料120件の記載状況。項目間には重複があり、合計を総数として扱わない。</a:t>
            </a:r>
          </a:p>
        </p:txBody>
      </p:sp>
      <p:sp>
        <p:nvSpPr>
          <p:cNvPr id="9" name="decor:3"/>
          <p:cNvSpPr/>
          <p:nvPr/>
        </p:nvSpPr>
        <p:spPr>
          <a:xfrm>
            <a:off x="603504" y="2139696"/>
            <a:ext cx="5376672" cy="3858768"/>
          </a:xfrm>
          <a:prstGeom prst="rect">
            <a:avLst/>
          </a:prstGeom>
          <a:solidFill>
            <a:srgbClr val="FFFFFF"/>
          </a:solidFill>
          <a:ln w="889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lot:item_1_heading"/>
          <p:cNvSpPr txBox="1"/>
          <p:nvPr/>
        </p:nvSpPr>
        <p:spPr>
          <a:xfrm>
            <a:off x="804672" y="2368296"/>
            <a:ext cx="4974336" cy="64008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対象範囲の記載</a:t>
            </a:r>
          </a:p>
        </p:txBody>
      </p:sp>
      <p:sp>
        <p:nvSpPr>
          <p:cNvPr id="11" name="slot:metric_label_1"/>
          <p:cNvSpPr txBox="1"/>
          <p:nvPr/>
        </p:nvSpPr>
        <p:spPr>
          <a:xfrm>
            <a:off x="804672" y="3282696"/>
            <a:ext cx="4974336" cy="777240"/>
          </a:xfrm>
          <a:prstGeom prst="rect">
            <a:avLst/>
          </a:prstGeom>
          <a:noFill/>
        </p:spPr>
        <p:txBody>
          <a:bodyPr wrap="square" lIns="18288" rIns="18288" tIns="13716" bIns="13716">
            <a:noAutofit/>
          </a:bodyPr>
          <a:lstStyle/>
          <a:p>
            <a:pPr hangingPunct="0" eaLnBrk="1" latinLnBrk="0">
              <a:lnSpc>
                <a:spcPts val="4750"/>
              </a:lnSpc>
              <a:spcBef>
                <a:spcPts val="0"/>
              </a:spcBef>
              <a:spcAft>
                <a:spcPts val="0"/>
              </a:spcAft>
              <a:defRPr lang="ja-JP" sz="3800" b="1">
                <a:solidFill>
                  <a:srgbClr val="087E83"/>
                </a:solidFill>
                <a:latin typeface="Yu Gothic"/>
                <a:ea typeface="Yu Gothic"/>
                <a:cs typeface="Yu Gothic"/>
              </a:defRPr>
            </a:pPr>
            <a:r>
              <a:rPr lang="ja-JP" sz="3800" b="1">
                <a:solidFill>
                  <a:srgbClr val="087E83"/>
                </a:solidFill>
                <a:latin typeface="Yu Gothic"/>
                <a:ea typeface="Yu Gothic"/>
                <a:cs typeface="Yu Gothic"/>
              </a:rPr>
              <a:t>120件</a:t>
            </a:r>
          </a:p>
        </p:txBody>
      </p:sp>
      <p:sp>
        <p:nvSpPr>
          <p:cNvPr id="12" name="slot:item_1_body"/>
          <p:cNvSpPr txBox="1"/>
          <p:nvPr/>
        </p:nvSpPr>
        <p:spPr>
          <a:xfrm>
            <a:off x="804672" y="4334256"/>
            <a:ext cx="4974336" cy="1078992"/>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適用できる業務範囲が記載された文書。</a:t>
            </a:r>
          </a:p>
        </p:txBody>
      </p:sp>
      <p:sp>
        <p:nvSpPr>
          <p:cNvPr id="13" name="decor:4"/>
          <p:cNvSpPr/>
          <p:nvPr/>
        </p:nvSpPr>
        <p:spPr>
          <a:xfrm>
            <a:off x="6199632" y="2139696"/>
            <a:ext cx="5376672" cy="3858768"/>
          </a:xfrm>
          <a:prstGeom prst="rect">
            <a:avLst/>
          </a:prstGeom>
          <a:solidFill>
            <a:srgbClr val="FFFFFF"/>
          </a:solidFill>
          <a:ln w="889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lot:item_2_heading"/>
          <p:cNvSpPr txBox="1"/>
          <p:nvPr/>
        </p:nvSpPr>
        <p:spPr>
          <a:xfrm>
            <a:off x="6400800" y="2368296"/>
            <a:ext cx="4974336" cy="64008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確認担当の記載</a:t>
            </a:r>
          </a:p>
        </p:txBody>
      </p:sp>
      <p:sp>
        <p:nvSpPr>
          <p:cNvPr id="15" name="slot:metric_label_2"/>
          <p:cNvSpPr txBox="1"/>
          <p:nvPr/>
        </p:nvSpPr>
        <p:spPr>
          <a:xfrm>
            <a:off x="6400800" y="3282696"/>
            <a:ext cx="4974336" cy="777240"/>
          </a:xfrm>
          <a:prstGeom prst="rect">
            <a:avLst/>
          </a:prstGeom>
          <a:noFill/>
        </p:spPr>
        <p:txBody>
          <a:bodyPr wrap="square" lIns="18288" rIns="18288" tIns="13716" bIns="13716">
            <a:noAutofit/>
          </a:bodyPr>
          <a:lstStyle/>
          <a:p>
            <a:pPr hangingPunct="0" eaLnBrk="1" latinLnBrk="0">
              <a:lnSpc>
                <a:spcPts val="4750"/>
              </a:lnSpc>
              <a:spcBef>
                <a:spcPts val="0"/>
              </a:spcBef>
              <a:spcAft>
                <a:spcPts val="0"/>
              </a:spcAft>
              <a:defRPr lang="ja-JP" sz="3800" b="1">
                <a:solidFill>
                  <a:srgbClr val="087E83"/>
                </a:solidFill>
                <a:latin typeface="Yu Gothic"/>
                <a:ea typeface="Yu Gothic"/>
                <a:cs typeface="Yu Gothic"/>
              </a:defRPr>
            </a:pPr>
            <a:r>
              <a:rPr lang="ja-JP" sz="3800" b="1">
                <a:solidFill>
                  <a:srgbClr val="087E83"/>
                </a:solidFill>
                <a:latin typeface="Yu Gothic"/>
                <a:ea typeface="Yu Gothic"/>
                <a:cs typeface="Yu Gothic"/>
              </a:rPr>
              <a:t>84件</a:t>
            </a:r>
          </a:p>
        </p:txBody>
      </p:sp>
      <p:sp>
        <p:nvSpPr>
          <p:cNvPr id="16" name="slot:item_2_body"/>
          <p:cNvSpPr txBox="1"/>
          <p:nvPr/>
        </p:nvSpPr>
        <p:spPr>
          <a:xfrm>
            <a:off x="6400800" y="4334256"/>
            <a:ext cx="4974336" cy="1078992"/>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内容を確認する担当が記載された文書。</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公開レイアウト見本</a:t>
            </a:r>
          </a:p>
        </p:txBody>
      </p:sp>
      <p:sp>
        <p:nvSpPr>
          <p:cNvPr id="4" name="meta:page"/>
          <p:cNvSpPr txBox="1"/>
          <p:nvPr/>
        </p:nvSpPr>
        <p:spPr>
          <a:xfrm>
            <a:off x="10972800" y="6391656"/>
            <a:ext cx="621792" cy="274320"/>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55</a:t>
            </a:r>
          </a:p>
        </p:txBody>
      </p:sp>
      <p:sp>
        <p:nvSpPr>
          <p:cNvPr id="5" name="meta:footer"/>
          <p:cNvSpPr txBox="1"/>
          <p:nvPr/>
        </p:nvSpPr>
        <p:spPr>
          <a:xfrm>
            <a:off x="603504" y="6419088"/>
            <a:ext cx="9601200" cy="237744"/>
          </a:xfrm>
          <a:prstGeom prst="rect">
            <a:avLst/>
          </a:prstGeom>
          <a:noFill/>
        </p:spPr>
        <p:txBody>
          <a:bodyPr wrap="square"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slide-layout-agent</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社内ナレッジを探しやすくする条件</a:t>
            </a:r>
          </a:p>
        </p:txBody>
      </p:sp>
      <p:sp>
        <p:nvSpPr>
          <p:cNvPr id="8" name="slot:context"/>
          <p:cNvSpPr txBox="1"/>
          <p:nvPr/>
        </p:nvSpPr>
        <p:spPr>
          <a:xfrm>
            <a:off x="621792" y="1490472"/>
            <a:ext cx="10927080" cy="502920"/>
          </a:xfrm>
          <a:prstGeom prst="rect">
            <a:avLst/>
          </a:prstGeom>
          <a:noFill/>
        </p:spPr>
        <p:txBody>
          <a:bodyPr wrap="square"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架空集計：資料120件の記載状況。項目間には重複があり、合計を総数として扱わない。</a:t>
            </a:r>
          </a:p>
        </p:txBody>
      </p:sp>
      <p:sp>
        <p:nvSpPr>
          <p:cNvPr id="9" name="decor:3"/>
          <p:cNvSpPr/>
          <p:nvPr/>
        </p:nvSpPr>
        <p:spPr>
          <a:xfrm>
            <a:off x="603504" y="2139696"/>
            <a:ext cx="3511296" cy="3858768"/>
          </a:xfrm>
          <a:prstGeom prst="rect">
            <a:avLst/>
          </a:prstGeom>
          <a:solidFill>
            <a:srgbClr val="FFFFFF"/>
          </a:solidFill>
          <a:ln w="889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lot:item_1_heading"/>
          <p:cNvSpPr txBox="1"/>
          <p:nvPr/>
        </p:nvSpPr>
        <p:spPr>
          <a:xfrm>
            <a:off x="804672" y="2368296"/>
            <a:ext cx="3108960" cy="64008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対象範囲の記載</a:t>
            </a:r>
          </a:p>
        </p:txBody>
      </p:sp>
      <p:sp>
        <p:nvSpPr>
          <p:cNvPr id="11" name="slot:metric_label_1"/>
          <p:cNvSpPr txBox="1"/>
          <p:nvPr/>
        </p:nvSpPr>
        <p:spPr>
          <a:xfrm>
            <a:off x="804672" y="3282696"/>
            <a:ext cx="3108960" cy="777240"/>
          </a:xfrm>
          <a:prstGeom prst="rect">
            <a:avLst/>
          </a:prstGeom>
          <a:noFill/>
        </p:spPr>
        <p:txBody>
          <a:bodyPr wrap="square" lIns="18288" rIns="18288" tIns="13716" bIns="13716">
            <a:noAutofit/>
          </a:bodyPr>
          <a:lstStyle/>
          <a:p>
            <a:pPr hangingPunct="0" eaLnBrk="1" latinLnBrk="0">
              <a:lnSpc>
                <a:spcPts val="4750"/>
              </a:lnSpc>
              <a:spcBef>
                <a:spcPts val="0"/>
              </a:spcBef>
              <a:spcAft>
                <a:spcPts val="0"/>
              </a:spcAft>
              <a:defRPr lang="ja-JP" sz="3800" b="1">
                <a:solidFill>
                  <a:srgbClr val="087E83"/>
                </a:solidFill>
                <a:latin typeface="Yu Gothic"/>
                <a:ea typeface="Yu Gothic"/>
                <a:cs typeface="Yu Gothic"/>
              </a:defRPr>
            </a:pPr>
            <a:r>
              <a:rPr lang="ja-JP" sz="3800" b="1">
                <a:solidFill>
                  <a:srgbClr val="087E83"/>
                </a:solidFill>
                <a:latin typeface="Yu Gothic"/>
                <a:ea typeface="Yu Gothic"/>
                <a:cs typeface="Yu Gothic"/>
              </a:rPr>
              <a:t>120件</a:t>
            </a:r>
          </a:p>
        </p:txBody>
      </p:sp>
      <p:sp>
        <p:nvSpPr>
          <p:cNvPr id="12" name="slot:item_1_body"/>
          <p:cNvSpPr txBox="1"/>
          <p:nvPr/>
        </p:nvSpPr>
        <p:spPr>
          <a:xfrm>
            <a:off x="804672" y="4334256"/>
            <a:ext cx="3108960" cy="1078992"/>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適用できる業務範囲が記載された文書。</a:t>
            </a:r>
          </a:p>
        </p:txBody>
      </p:sp>
      <p:sp>
        <p:nvSpPr>
          <p:cNvPr id="13" name="decor:4"/>
          <p:cNvSpPr/>
          <p:nvPr/>
        </p:nvSpPr>
        <p:spPr>
          <a:xfrm>
            <a:off x="4334256" y="2139696"/>
            <a:ext cx="3511296" cy="3858768"/>
          </a:xfrm>
          <a:prstGeom prst="rect">
            <a:avLst/>
          </a:prstGeom>
          <a:solidFill>
            <a:srgbClr val="FFFFFF"/>
          </a:solidFill>
          <a:ln w="889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lot:item_2_heading"/>
          <p:cNvSpPr txBox="1"/>
          <p:nvPr/>
        </p:nvSpPr>
        <p:spPr>
          <a:xfrm>
            <a:off x="4535424" y="2368296"/>
            <a:ext cx="3108960" cy="64008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確認担当の記載</a:t>
            </a:r>
          </a:p>
        </p:txBody>
      </p:sp>
      <p:sp>
        <p:nvSpPr>
          <p:cNvPr id="15" name="slot:metric_label_2"/>
          <p:cNvSpPr txBox="1"/>
          <p:nvPr/>
        </p:nvSpPr>
        <p:spPr>
          <a:xfrm>
            <a:off x="4535424" y="3282696"/>
            <a:ext cx="3108960" cy="777240"/>
          </a:xfrm>
          <a:prstGeom prst="rect">
            <a:avLst/>
          </a:prstGeom>
          <a:noFill/>
        </p:spPr>
        <p:txBody>
          <a:bodyPr wrap="square" lIns="18288" rIns="18288" tIns="13716" bIns="13716">
            <a:noAutofit/>
          </a:bodyPr>
          <a:lstStyle/>
          <a:p>
            <a:pPr hangingPunct="0" eaLnBrk="1" latinLnBrk="0">
              <a:lnSpc>
                <a:spcPts val="4750"/>
              </a:lnSpc>
              <a:spcBef>
                <a:spcPts val="0"/>
              </a:spcBef>
              <a:spcAft>
                <a:spcPts val="0"/>
              </a:spcAft>
              <a:defRPr lang="ja-JP" sz="3800" b="1">
                <a:solidFill>
                  <a:srgbClr val="087E83"/>
                </a:solidFill>
                <a:latin typeface="Yu Gothic"/>
                <a:ea typeface="Yu Gothic"/>
                <a:cs typeface="Yu Gothic"/>
              </a:defRPr>
            </a:pPr>
            <a:r>
              <a:rPr lang="ja-JP" sz="3800" b="1">
                <a:solidFill>
                  <a:srgbClr val="087E83"/>
                </a:solidFill>
                <a:latin typeface="Yu Gothic"/>
                <a:ea typeface="Yu Gothic"/>
                <a:cs typeface="Yu Gothic"/>
              </a:rPr>
              <a:t>84件</a:t>
            </a:r>
          </a:p>
        </p:txBody>
      </p:sp>
      <p:sp>
        <p:nvSpPr>
          <p:cNvPr id="16" name="slot:item_2_body"/>
          <p:cNvSpPr txBox="1"/>
          <p:nvPr/>
        </p:nvSpPr>
        <p:spPr>
          <a:xfrm>
            <a:off x="4535424" y="4334256"/>
            <a:ext cx="3108960" cy="1078992"/>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内容を確認する担当が記載された文書。</a:t>
            </a:r>
          </a:p>
        </p:txBody>
      </p:sp>
      <p:sp>
        <p:nvSpPr>
          <p:cNvPr id="17" name="decor:5"/>
          <p:cNvSpPr/>
          <p:nvPr/>
        </p:nvSpPr>
        <p:spPr>
          <a:xfrm>
            <a:off x="8065008" y="2139696"/>
            <a:ext cx="3511296" cy="3858768"/>
          </a:xfrm>
          <a:prstGeom prst="rect">
            <a:avLst/>
          </a:prstGeom>
          <a:solidFill>
            <a:srgbClr val="FFFFFF"/>
          </a:solidFill>
          <a:ln w="889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lot:item_3_heading"/>
          <p:cNvSpPr txBox="1"/>
          <p:nvPr/>
        </p:nvSpPr>
        <p:spPr>
          <a:xfrm>
            <a:off x="8266176" y="2368296"/>
            <a:ext cx="3108960" cy="64008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更新日の記載</a:t>
            </a:r>
          </a:p>
        </p:txBody>
      </p:sp>
      <p:sp>
        <p:nvSpPr>
          <p:cNvPr id="19" name="slot:metric_label_3"/>
          <p:cNvSpPr txBox="1"/>
          <p:nvPr/>
        </p:nvSpPr>
        <p:spPr>
          <a:xfrm>
            <a:off x="8266176" y="3282696"/>
            <a:ext cx="3108960" cy="777240"/>
          </a:xfrm>
          <a:prstGeom prst="rect">
            <a:avLst/>
          </a:prstGeom>
          <a:noFill/>
        </p:spPr>
        <p:txBody>
          <a:bodyPr wrap="square" lIns="18288" rIns="18288" tIns="13716" bIns="13716">
            <a:noAutofit/>
          </a:bodyPr>
          <a:lstStyle/>
          <a:p>
            <a:pPr hangingPunct="0" eaLnBrk="1" latinLnBrk="0">
              <a:lnSpc>
                <a:spcPts val="4750"/>
              </a:lnSpc>
              <a:spcBef>
                <a:spcPts val="0"/>
              </a:spcBef>
              <a:spcAft>
                <a:spcPts val="0"/>
              </a:spcAft>
              <a:defRPr lang="ja-JP" sz="3800" b="1">
                <a:solidFill>
                  <a:srgbClr val="087E83"/>
                </a:solidFill>
                <a:latin typeface="Yu Gothic"/>
                <a:ea typeface="Yu Gothic"/>
                <a:cs typeface="Yu Gothic"/>
              </a:defRPr>
            </a:pPr>
            <a:r>
              <a:rPr lang="ja-JP" sz="3800" b="1">
                <a:solidFill>
                  <a:srgbClr val="087E83"/>
                </a:solidFill>
                <a:latin typeface="Yu Gothic"/>
                <a:ea typeface="Yu Gothic"/>
                <a:cs typeface="Yu Gothic"/>
              </a:rPr>
              <a:t>24件</a:t>
            </a:r>
          </a:p>
        </p:txBody>
      </p:sp>
      <p:sp>
        <p:nvSpPr>
          <p:cNvPr id="20" name="slot:item_3_body"/>
          <p:cNvSpPr txBox="1"/>
          <p:nvPr/>
        </p:nvSpPr>
        <p:spPr>
          <a:xfrm>
            <a:off x="8266176" y="4334256"/>
            <a:ext cx="3108960" cy="1078992"/>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原文の最終確認日が記載された文書。</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公開レイアウト見本</a:t>
            </a:r>
          </a:p>
        </p:txBody>
      </p:sp>
      <p:sp>
        <p:nvSpPr>
          <p:cNvPr id="4" name="meta:page"/>
          <p:cNvSpPr txBox="1"/>
          <p:nvPr/>
        </p:nvSpPr>
        <p:spPr>
          <a:xfrm>
            <a:off x="10972800" y="6391656"/>
            <a:ext cx="621792" cy="274320"/>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56</a:t>
            </a:r>
          </a:p>
        </p:txBody>
      </p:sp>
      <p:sp>
        <p:nvSpPr>
          <p:cNvPr id="5" name="meta:footer"/>
          <p:cNvSpPr txBox="1"/>
          <p:nvPr/>
        </p:nvSpPr>
        <p:spPr>
          <a:xfrm>
            <a:off x="603504" y="6419088"/>
            <a:ext cx="9601200" cy="237744"/>
          </a:xfrm>
          <a:prstGeom prst="rect">
            <a:avLst/>
          </a:prstGeom>
          <a:noFill/>
        </p:spPr>
        <p:txBody>
          <a:bodyPr wrap="square"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slide-layout-agent</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社内ナレッジを探しやすくする条件</a:t>
            </a:r>
          </a:p>
        </p:txBody>
      </p:sp>
      <p:sp>
        <p:nvSpPr>
          <p:cNvPr id="8" name="slot:context"/>
          <p:cNvSpPr txBox="1"/>
          <p:nvPr/>
        </p:nvSpPr>
        <p:spPr>
          <a:xfrm>
            <a:off x="621792" y="1490472"/>
            <a:ext cx="10927080" cy="502920"/>
          </a:xfrm>
          <a:prstGeom prst="rect">
            <a:avLst/>
          </a:prstGeom>
          <a:noFill/>
        </p:spPr>
        <p:txBody>
          <a:bodyPr wrap="square"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架空集計：資料120件の記載状況。項目間には重複があり、合計を総数として扱わない。</a:t>
            </a:r>
          </a:p>
        </p:txBody>
      </p:sp>
      <p:sp>
        <p:nvSpPr>
          <p:cNvPr id="9" name="decor:3"/>
          <p:cNvSpPr/>
          <p:nvPr/>
        </p:nvSpPr>
        <p:spPr>
          <a:xfrm>
            <a:off x="603504" y="2139696"/>
            <a:ext cx="2578608" cy="3858768"/>
          </a:xfrm>
          <a:prstGeom prst="rect">
            <a:avLst/>
          </a:prstGeom>
          <a:solidFill>
            <a:srgbClr val="FFFFFF"/>
          </a:solidFill>
          <a:ln w="889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lot:item_1_heading"/>
          <p:cNvSpPr txBox="1"/>
          <p:nvPr/>
        </p:nvSpPr>
        <p:spPr>
          <a:xfrm>
            <a:off x="804672" y="2368296"/>
            <a:ext cx="2176272" cy="64008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対象範囲の記載</a:t>
            </a:r>
          </a:p>
        </p:txBody>
      </p:sp>
      <p:sp>
        <p:nvSpPr>
          <p:cNvPr id="11" name="slot:metric_label_1"/>
          <p:cNvSpPr txBox="1"/>
          <p:nvPr/>
        </p:nvSpPr>
        <p:spPr>
          <a:xfrm>
            <a:off x="804672" y="3282696"/>
            <a:ext cx="2176272" cy="777240"/>
          </a:xfrm>
          <a:prstGeom prst="rect">
            <a:avLst/>
          </a:prstGeom>
          <a:noFill/>
        </p:spPr>
        <p:txBody>
          <a:bodyPr wrap="square" lIns="18288" rIns="18288" tIns="13716" bIns="13716">
            <a:noAutofit/>
          </a:bodyPr>
          <a:lstStyle/>
          <a:p>
            <a:pPr hangingPunct="0" eaLnBrk="1" latinLnBrk="0">
              <a:lnSpc>
                <a:spcPts val="4750"/>
              </a:lnSpc>
              <a:spcBef>
                <a:spcPts val="0"/>
              </a:spcBef>
              <a:spcAft>
                <a:spcPts val="0"/>
              </a:spcAft>
              <a:defRPr lang="ja-JP" sz="3800" b="1">
                <a:solidFill>
                  <a:srgbClr val="087E83"/>
                </a:solidFill>
                <a:latin typeface="Yu Gothic"/>
                <a:ea typeface="Yu Gothic"/>
                <a:cs typeface="Yu Gothic"/>
              </a:defRPr>
            </a:pPr>
            <a:r>
              <a:rPr lang="ja-JP" sz="3800" b="1">
                <a:solidFill>
                  <a:srgbClr val="087E83"/>
                </a:solidFill>
                <a:latin typeface="Yu Gothic"/>
                <a:ea typeface="Yu Gothic"/>
                <a:cs typeface="Yu Gothic"/>
              </a:rPr>
              <a:t>120件</a:t>
            </a:r>
          </a:p>
        </p:txBody>
      </p:sp>
      <p:sp>
        <p:nvSpPr>
          <p:cNvPr id="12" name="slot:item_1_body"/>
          <p:cNvSpPr txBox="1"/>
          <p:nvPr/>
        </p:nvSpPr>
        <p:spPr>
          <a:xfrm>
            <a:off x="804672" y="4334256"/>
            <a:ext cx="2176272" cy="1078992"/>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適用できる業務範囲が記載された文書。</a:t>
            </a:r>
          </a:p>
        </p:txBody>
      </p:sp>
      <p:sp>
        <p:nvSpPr>
          <p:cNvPr id="13" name="decor:4"/>
          <p:cNvSpPr/>
          <p:nvPr/>
        </p:nvSpPr>
        <p:spPr>
          <a:xfrm>
            <a:off x="3401568" y="2139696"/>
            <a:ext cx="2578608" cy="3858768"/>
          </a:xfrm>
          <a:prstGeom prst="rect">
            <a:avLst/>
          </a:prstGeom>
          <a:solidFill>
            <a:srgbClr val="FFFFFF"/>
          </a:solidFill>
          <a:ln w="889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lot:item_2_heading"/>
          <p:cNvSpPr txBox="1"/>
          <p:nvPr/>
        </p:nvSpPr>
        <p:spPr>
          <a:xfrm>
            <a:off x="3602736" y="2368296"/>
            <a:ext cx="2176272" cy="64008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確認担当の記載</a:t>
            </a:r>
          </a:p>
        </p:txBody>
      </p:sp>
      <p:sp>
        <p:nvSpPr>
          <p:cNvPr id="15" name="slot:metric_label_2"/>
          <p:cNvSpPr txBox="1"/>
          <p:nvPr/>
        </p:nvSpPr>
        <p:spPr>
          <a:xfrm>
            <a:off x="3602736" y="3282696"/>
            <a:ext cx="2176272" cy="777240"/>
          </a:xfrm>
          <a:prstGeom prst="rect">
            <a:avLst/>
          </a:prstGeom>
          <a:noFill/>
        </p:spPr>
        <p:txBody>
          <a:bodyPr wrap="square" lIns="18288" rIns="18288" tIns="13716" bIns="13716">
            <a:noAutofit/>
          </a:bodyPr>
          <a:lstStyle/>
          <a:p>
            <a:pPr hangingPunct="0" eaLnBrk="1" latinLnBrk="0">
              <a:lnSpc>
                <a:spcPts val="4750"/>
              </a:lnSpc>
              <a:spcBef>
                <a:spcPts val="0"/>
              </a:spcBef>
              <a:spcAft>
                <a:spcPts val="0"/>
              </a:spcAft>
              <a:defRPr lang="ja-JP" sz="3800" b="1">
                <a:solidFill>
                  <a:srgbClr val="087E83"/>
                </a:solidFill>
                <a:latin typeface="Yu Gothic"/>
                <a:ea typeface="Yu Gothic"/>
                <a:cs typeface="Yu Gothic"/>
              </a:defRPr>
            </a:pPr>
            <a:r>
              <a:rPr lang="ja-JP" sz="3800" b="1">
                <a:solidFill>
                  <a:srgbClr val="087E83"/>
                </a:solidFill>
                <a:latin typeface="Yu Gothic"/>
                <a:ea typeface="Yu Gothic"/>
                <a:cs typeface="Yu Gothic"/>
              </a:rPr>
              <a:t>84件</a:t>
            </a:r>
          </a:p>
        </p:txBody>
      </p:sp>
      <p:sp>
        <p:nvSpPr>
          <p:cNvPr id="16" name="slot:item_2_body"/>
          <p:cNvSpPr txBox="1"/>
          <p:nvPr/>
        </p:nvSpPr>
        <p:spPr>
          <a:xfrm>
            <a:off x="3602736" y="4334256"/>
            <a:ext cx="2176272" cy="1078992"/>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内容を確認する担当が記載された文書。</a:t>
            </a:r>
          </a:p>
        </p:txBody>
      </p:sp>
      <p:sp>
        <p:nvSpPr>
          <p:cNvPr id="17" name="decor:5"/>
          <p:cNvSpPr/>
          <p:nvPr/>
        </p:nvSpPr>
        <p:spPr>
          <a:xfrm>
            <a:off x="6199632" y="2139696"/>
            <a:ext cx="2578608" cy="3858768"/>
          </a:xfrm>
          <a:prstGeom prst="rect">
            <a:avLst/>
          </a:prstGeom>
          <a:solidFill>
            <a:srgbClr val="FFFFFF"/>
          </a:solidFill>
          <a:ln w="889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lot:item_3_heading"/>
          <p:cNvSpPr txBox="1"/>
          <p:nvPr/>
        </p:nvSpPr>
        <p:spPr>
          <a:xfrm>
            <a:off x="6400800" y="2368296"/>
            <a:ext cx="2176272" cy="64008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更新日の記載</a:t>
            </a:r>
          </a:p>
        </p:txBody>
      </p:sp>
      <p:sp>
        <p:nvSpPr>
          <p:cNvPr id="19" name="slot:metric_label_3"/>
          <p:cNvSpPr txBox="1"/>
          <p:nvPr/>
        </p:nvSpPr>
        <p:spPr>
          <a:xfrm>
            <a:off x="6400800" y="3282696"/>
            <a:ext cx="2176272" cy="777240"/>
          </a:xfrm>
          <a:prstGeom prst="rect">
            <a:avLst/>
          </a:prstGeom>
          <a:noFill/>
        </p:spPr>
        <p:txBody>
          <a:bodyPr wrap="square" lIns="18288" rIns="18288" tIns="13716" bIns="13716">
            <a:noAutofit/>
          </a:bodyPr>
          <a:lstStyle/>
          <a:p>
            <a:pPr hangingPunct="0" eaLnBrk="1" latinLnBrk="0">
              <a:lnSpc>
                <a:spcPts val="4750"/>
              </a:lnSpc>
              <a:spcBef>
                <a:spcPts val="0"/>
              </a:spcBef>
              <a:spcAft>
                <a:spcPts val="0"/>
              </a:spcAft>
              <a:defRPr lang="ja-JP" sz="3800" b="1">
                <a:solidFill>
                  <a:srgbClr val="087E83"/>
                </a:solidFill>
                <a:latin typeface="Yu Gothic"/>
                <a:ea typeface="Yu Gothic"/>
                <a:cs typeface="Yu Gothic"/>
              </a:defRPr>
            </a:pPr>
            <a:r>
              <a:rPr lang="ja-JP" sz="3800" b="1">
                <a:solidFill>
                  <a:srgbClr val="087E83"/>
                </a:solidFill>
                <a:latin typeface="Yu Gothic"/>
                <a:ea typeface="Yu Gothic"/>
                <a:cs typeface="Yu Gothic"/>
              </a:rPr>
              <a:t>24件</a:t>
            </a:r>
          </a:p>
        </p:txBody>
      </p:sp>
      <p:sp>
        <p:nvSpPr>
          <p:cNvPr id="20" name="slot:item_3_body"/>
          <p:cNvSpPr txBox="1"/>
          <p:nvPr/>
        </p:nvSpPr>
        <p:spPr>
          <a:xfrm>
            <a:off x="6400800" y="4334256"/>
            <a:ext cx="2176272" cy="1078992"/>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原文の最終確認日が記載された文書。</a:t>
            </a:r>
          </a:p>
        </p:txBody>
      </p:sp>
      <p:sp>
        <p:nvSpPr>
          <p:cNvPr id="21" name="decor:6"/>
          <p:cNvSpPr/>
          <p:nvPr/>
        </p:nvSpPr>
        <p:spPr>
          <a:xfrm>
            <a:off x="8997696" y="2139696"/>
            <a:ext cx="2578608" cy="3858768"/>
          </a:xfrm>
          <a:prstGeom prst="rect">
            <a:avLst/>
          </a:prstGeom>
          <a:solidFill>
            <a:srgbClr val="FFFFFF"/>
          </a:solidFill>
          <a:ln w="889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slot:item_4_heading"/>
          <p:cNvSpPr txBox="1"/>
          <p:nvPr/>
        </p:nvSpPr>
        <p:spPr>
          <a:xfrm>
            <a:off x="9198864" y="2368296"/>
            <a:ext cx="2176272" cy="64008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留保条件の記載</a:t>
            </a:r>
          </a:p>
        </p:txBody>
      </p:sp>
      <p:sp>
        <p:nvSpPr>
          <p:cNvPr id="23" name="slot:metric_label_4"/>
          <p:cNvSpPr txBox="1"/>
          <p:nvPr/>
        </p:nvSpPr>
        <p:spPr>
          <a:xfrm>
            <a:off x="9198864" y="3282696"/>
            <a:ext cx="2176272" cy="777240"/>
          </a:xfrm>
          <a:prstGeom prst="rect">
            <a:avLst/>
          </a:prstGeom>
          <a:noFill/>
        </p:spPr>
        <p:txBody>
          <a:bodyPr wrap="square" lIns="18288" rIns="18288" tIns="13716" bIns="13716">
            <a:noAutofit/>
          </a:bodyPr>
          <a:lstStyle/>
          <a:p>
            <a:pPr hangingPunct="0" eaLnBrk="1" latinLnBrk="0">
              <a:lnSpc>
                <a:spcPts val="4750"/>
              </a:lnSpc>
              <a:spcBef>
                <a:spcPts val="0"/>
              </a:spcBef>
              <a:spcAft>
                <a:spcPts val="0"/>
              </a:spcAft>
              <a:defRPr lang="ja-JP" sz="3800" b="1">
                <a:solidFill>
                  <a:srgbClr val="087E83"/>
                </a:solidFill>
                <a:latin typeface="Yu Gothic"/>
                <a:ea typeface="Yu Gothic"/>
                <a:cs typeface="Yu Gothic"/>
              </a:defRPr>
            </a:pPr>
            <a:r>
              <a:rPr lang="ja-JP" sz="3800" b="1">
                <a:solidFill>
                  <a:srgbClr val="087E83"/>
                </a:solidFill>
                <a:latin typeface="Yu Gothic"/>
                <a:ea typeface="Yu Gothic"/>
                <a:cs typeface="Yu Gothic"/>
              </a:rPr>
              <a:t>12件</a:t>
            </a:r>
          </a:p>
        </p:txBody>
      </p:sp>
      <p:sp>
        <p:nvSpPr>
          <p:cNvPr id="24" name="slot:item_4_body"/>
          <p:cNvSpPr txBox="1"/>
          <p:nvPr/>
        </p:nvSpPr>
        <p:spPr>
          <a:xfrm>
            <a:off x="9198864" y="4334256"/>
            <a:ext cx="2176272" cy="1078992"/>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未検証の条件や対象外の場面を記載した文書。</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公開レイアウト見本</a:t>
            </a:r>
          </a:p>
        </p:txBody>
      </p:sp>
      <p:sp>
        <p:nvSpPr>
          <p:cNvPr id="4" name="meta:page"/>
          <p:cNvSpPr txBox="1"/>
          <p:nvPr/>
        </p:nvSpPr>
        <p:spPr>
          <a:xfrm>
            <a:off x="10972800" y="6391656"/>
            <a:ext cx="621792" cy="274320"/>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57</a:t>
            </a:r>
          </a:p>
        </p:txBody>
      </p:sp>
      <p:sp>
        <p:nvSpPr>
          <p:cNvPr id="5" name="meta:footer"/>
          <p:cNvSpPr txBox="1"/>
          <p:nvPr/>
        </p:nvSpPr>
        <p:spPr>
          <a:xfrm>
            <a:off x="603504" y="6419088"/>
            <a:ext cx="9601200" cy="237744"/>
          </a:xfrm>
          <a:prstGeom prst="rect">
            <a:avLst/>
          </a:prstGeom>
          <a:noFill/>
        </p:spPr>
        <p:txBody>
          <a:bodyPr wrap="square"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slide-layout-agent</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社内ナレッジを探しやすくする条件</a:t>
            </a:r>
          </a:p>
        </p:txBody>
      </p:sp>
      <p:sp>
        <p:nvSpPr>
          <p:cNvPr id="8" name="slot:context"/>
          <p:cNvSpPr txBox="1"/>
          <p:nvPr/>
        </p:nvSpPr>
        <p:spPr>
          <a:xfrm>
            <a:off x="621792" y="1490472"/>
            <a:ext cx="10927080" cy="502920"/>
          </a:xfrm>
          <a:prstGeom prst="rect">
            <a:avLst/>
          </a:prstGeom>
          <a:noFill/>
        </p:spPr>
        <p:txBody>
          <a:bodyPr wrap="square"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架空集計：資料120件の記載状況。項目間には重複があり、合計を総数として扱わない。</a:t>
            </a:r>
          </a:p>
        </p:txBody>
      </p:sp>
      <p:sp>
        <p:nvSpPr>
          <p:cNvPr id="9" name="decor:3"/>
          <p:cNvSpPr/>
          <p:nvPr/>
        </p:nvSpPr>
        <p:spPr>
          <a:xfrm>
            <a:off x="603504" y="2139696"/>
            <a:ext cx="10972800" cy="1188720"/>
          </a:xfrm>
          <a:prstGeom prst="rect">
            <a:avLst/>
          </a:prstGeom>
          <a:solidFill>
            <a:srgbClr val="FFFFFF"/>
          </a:solidFill>
          <a:ln w="889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lot:item_1_heading"/>
          <p:cNvSpPr txBox="1"/>
          <p:nvPr/>
        </p:nvSpPr>
        <p:spPr>
          <a:xfrm>
            <a:off x="832104" y="2386584"/>
            <a:ext cx="2560320" cy="64008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対象範囲の記載</a:t>
            </a:r>
          </a:p>
        </p:txBody>
      </p:sp>
      <p:sp>
        <p:nvSpPr>
          <p:cNvPr id="11" name="slot:metric_label_1"/>
          <p:cNvSpPr txBox="1"/>
          <p:nvPr/>
        </p:nvSpPr>
        <p:spPr>
          <a:xfrm>
            <a:off x="3621024" y="2304288"/>
            <a:ext cx="1828800" cy="795528"/>
          </a:xfrm>
          <a:prstGeom prst="rect">
            <a:avLst/>
          </a:prstGeom>
          <a:noFill/>
        </p:spPr>
        <p:txBody>
          <a:bodyPr wrap="square" lIns="18288" rIns="18288" tIns="13716" bIns="13716">
            <a:noAutofit/>
          </a:bodyPr>
          <a:lstStyle/>
          <a:p>
            <a:pPr hangingPunct="0" eaLnBrk="1" latinLnBrk="0">
              <a:lnSpc>
                <a:spcPts val="4750"/>
              </a:lnSpc>
              <a:spcBef>
                <a:spcPts val="0"/>
              </a:spcBef>
              <a:spcAft>
                <a:spcPts val="0"/>
              </a:spcAft>
              <a:defRPr lang="ja-JP" sz="3800" b="1">
                <a:solidFill>
                  <a:srgbClr val="087E83"/>
                </a:solidFill>
                <a:latin typeface="Yu Gothic"/>
                <a:ea typeface="Yu Gothic"/>
                <a:cs typeface="Yu Gothic"/>
              </a:defRPr>
            </a:pPr>
            <a:r>
              <a:rPr lang="ja-JP" sz="3800" b="1">
                <a:solidFill>
                  <a:srgbClr val="087E83"/>
                </a:solidFill>
                <a:latin typeface="Yu Gothic"/>
                <a:ea typeface="Yu Gothic"/>
                <a:cs typeface="Yu Gothic"/>
              </a:rPr>
              <a:t>120件</a:t>
            </a:r>
          </a:p>
        </p:txBody>
      </p:sp>
      <p:sp>
        <p:nvSpPr>
          <p:cNvPr id="12" name="slot:item_1_body"/>
          <p:cNvSpPr txBox="1"/>
          <p:nvPr/>
        </p:nvSpPr>
        <p:spPr>
          <a:xfrm>
            <a:off x="5815584" y="2322576"/>
            <a:ext cx="5394960" cy="841248"/>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適用できる業務範囲が記載された文書。</a:t>
            </a:r>
          </a:p>
        </p:txBody>
      </p:sp>
      <p:sp>
        <p:nvSpPr>
          <p:cNvPr id="13" name="decor:4"/>
          <p:cNvSpPr/>
          <p:nvPr/>
        </p:nvSpPr>
        <p:spPr>
          <a:xfrm>
            <a:off x="603504" y="3456432"/>
            <a:ext cx="10972800" cy="1188720"/>
          </a:xfrm>
          <a:prstGeom prst="rect">
            <a:avLst/>
          </a:prstGeom>
          <a:solidFill>
            <a:srgbClr val="FFFFFF"/>
          </a:solidFill>
          <a:ln w="889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lot:item_2_heading"/>
          <p:cNvSpPr txBox="1"/>
          <p:nvPr/>
        </p:nvSpPr>
        <p:spPr>
          <a:xfrm>
            <a:off x="832104" y="3703320"/>
            <a:ext cx="2560320" cy="64008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確認担当の記載</a:t>
            </a:r>
          </a:p>
        </p:txBody>
      </p:sp>
      <p:sp>
        <p:nvSpPr>
          <p:cNvPr id="15" name="slot:metric_label_2"/>
          <p:cNvSpPr txBox="1"/>
          <p:nvPr/>
        </p:nvSpPr>
        <p:spPr>
          <a:xfrm>
            <a:off x="3621024" y="3621024"/>
            <a:ext cx="1828800" cy="795528"/>
          </a:xfrm>
          <a:prstGeom prst="rect">
            <a:avLst/>
          </a:prstGeom>
          <a:noFill/>
        </p:spPr>
        <p:txBody>
          <a:bodyPr wrap="square" lIns="18288" rIns="18288" tIns="13716" bIns="13716">
            <a:noAutofit/>
          </a:bodyPr>
          <a:lstStyle/>
          <a:p>
            <a:pPr hangingPunct="0" eaLnBrk="1" latinLnBrk="0">
              <a:lnSpc>
                <a:spcPts val="4750"/>
              </a:lnSpc>
              <a:spcBef>
                <a:spcPts val="0"/>
              </a:spcBef>
              <a:spcAft>
                <a:spcPts val="0"/>
              </a:spcAft>
              <a:defRPr lang="ja-JP" sz="3800" b="1">
                <a:solidFill>
                  <a:srgbClr val="087E83"/>
                </a:solidFill>
                <a:latin typeface="Yu Gothic"/>
                <a:ea typeface="Yu Gothic"/>
                <a:cs typeface="Yu Gothic"/>
              </a:defRPr>
            </a:pPr>
            <a:r>
              <a:rPr lang="ja-JP" sz="3800" b="1">
                <a:solidFill>
                  <a:srgbClr val="087E83"/>
                </a:solidFill>
                <a:latin typeface="Yu Gothic"/>
                <a:ea typeface="Yu Gothic"/>
                <a:cs typeface="Yu Gothic"/>
              </a:rPr>
              <a:t>84件</a:t>
            </a:r>
          </a:p>
        </p:txBody>
      </p:sp>
      <p:sp>
        <p:nvSpPr>
          <p:cNvPr id="16" name="slot:item_2_body"/>
          <p:cNvSpPr txBox="1"/>
          <p:nvPr/>
        </p:nvSpPr>
        <p:spPr>
          <a:xfrm>
            <a:off x="5815584" y="3639312"/>
            <a:ext cx="5394960" cy="841248"/>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内容を確認する担当が記載された文書。</a:t>
            </a:r>
          </a:p>
        </p:txBody>
      </p:sp>
      <p:sp>
        <p:nvSpPr>
          <p:cNvPr id="17" name="decor:5"/>
          <p:cNvSpPr/>
          <p:nvPr/>
        </p:nvSpPr>
        <p:spPr>
          <a:xfrm>
            <a:off x="603504" y="4773168"/>
            <a:ext cx="10972800" cy="1188720"/>
          </a:xfrm>
          <a:prstGeom prst="rect">
            <a:avLst/>
          </a:prstGeom>
          <a:solidFill>
            <a:srgbClr val="FFFFFF"/>
          </a:solidFill>
          <a:ln w="889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lot:item_3_heading"/>
          <p:cNvSpPr txBox="1"/>
          <p:nvPr/>
        </p:nvSpPr>
        <p:spPr>
          <a:xfrm>
            <a:off x="832104" y="5020056"/>
            <a:ext cx="2560320" cy="64008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更新日の記載</a:t>
            </a:r>
          </a:p>
        </p:txBody>
      </p:sp>
      <p:sp>
        <p:nvSpPr>
          <p:cNvPr id="19" name="slot:metric_label_3"/>
          <p:cNvSpPr txBox="1"/>
          <p:nvPr/>
        </p:nvSpPr>
        <p:spPr>
          <a:xfrm>
            <a:off x="3621024" y="4937759"/>
            <a:ext cx="1828800" cy="795528"/>
          </a:xfrm>
          <a:prstGeom prst="rect">
            <a:avLst/>
          </a:prstGeom>
          <a:noFill/>
        </p:spPr>
        <p:txBody>
          <a:bodyPr wrap="square" lIns="18288" rIns="18288" tIns="13716" bIns="13716">
            <a:noAutofit/>
          </a:bodyPr>
          <a:lstStyle/>
          <a:p>
            <a:pPr hangingPunct="0" eaLnBrk="1" latinLnBrk="0">
              <a:lnSpc>
                <a:spcPts val="4750"/>
              </a:lnSpc>
              <a:spcBef>
                <a:spcPts val="0"/>
              </a:spcBef>
              <a:spcAft>
                <a:spcPts val="0"/>
              </a:spcAft>
              <a:defRPr lang="ja-JP" sz="3800" b="1">
                <a:solidFill>
                  <a:srgbClr val="087E83"/>
                </a:solidFill>
                <a:latin typeface="Yu Gothic"/>
                <a:ea typeface="Yu Gothic"/>
                <a:cs typeface="Yu Gothic"/>
              </a:defRPr>
            </a:pPr>
            <a:r>
              <a:rPr lang="ja-JP" sz="3800" b="1">
                <a:solidFill>
                  <a:srgbClr val="087E83"/>
                </a:solidFill>
                <a:latin typeface="Yu Gothic"/>
                <a:ea typeface="Yu Gothic"/>
                <a:cs typeface="Yu Gothic"/>
              </a:rPr>
              <a:t>24件</a:t>
            </a:r>
          </a:p>
        </p:txBody>
      </p:sp>
      <p:sp>
        <p:nvSpPr>
          <p:cNvPr id="20" name="slot:item_3_body"/>
          <p:cNvSpPr txBox="1"/>
          <p:nvPr/>
        </p:nvSpPr>
        <p:spPr>
          <a:xfrm>
            <a:off x="5815584" y="4956048"/>
            <a:ext cx="5394960" cy="841248"/>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原文の最終確認日が記載された文書。</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公開レイアウト見本</a:t>
            </a:r>
          </a:p>
        </p:txBody>
      </p:sp>
      <p:sp>
        <p:nvSpPr>
          <p:cNvPr id="4" name="meta:page"/>
          <p:cNvSpPr txBox="1"/>
          <p:nvPr/>
        </p:nvSpPr>
        <p:spPr>
          <a:xfrm>
            <a:off x="10972800" y="6391656"/>
            <a:ext cx="621792" cy="274320"/>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58</a:t>
            </a:r>
          </a:p>
        </p:txBody>
      </p:sp>
      <p:sp>
        <p:nvSpPr>
          <p:cNvPr id="5" name="meta:footer"/>
          <p:cNvSpPr txBox="1"/>
          <p:nvPr/>
        </p:nvSpPr>
        <p:spPr>
          <a:xfrm>
            <a:off x="603504" y="6419088"/>
            <a:ext cx="9601200" cy="237744"/>
          </a:xfrm>
          <a:prstGeom prst="rect">
            <a:avLst/>
          </a:prstGeom>
          <a:noFill/>
        </p:spPr>
        <p:txBody>
          <a:bodyPr wrap="square"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slide-layout-agent</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社内ナレッジを探しやすくする条件</a:t>
            </a:r>
          </a:p>
        </p:txBody>
      </p:sp>
      <p:sp>
        <p:nvSpPr>
          <p:cNvPr id="8" name="slot:context"/>
          <p:cNvSpPr txBox="1"/>
          <p:nvPr/>
        </p:nvSpPr>
        <p:spPr>
          <a:xfrm>
            <a:off x="621792" y="1490472"/>
            <a:ext cx="10927080" cy="502920"/>
          </a:xfrm>
          <a:prstGeom prst="rect">
            <a:avLst/>
          </a:prstGeom>
          <a:noFill/>
        </p:spPr>
        <p:txBody>
          <a:bodyPr wrap="square"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架空の資料一覧を、相互に重ならない確認状態で整理した例。業務への効果は未検証。</a:t>
            </a:r>
          </a:p>
        </p:txBody>
      </p:sp>
      <p:sp>
        <p:nvSpPr>
          <p:cNvPr id="9" name="decor:3"/>
          <p:cNvSpPr/>
          <p:nvPr/>
        </p:nvSpPr>
        <p:spPr>
          <a:xfrm>
            <a:off x="603504" y="2139696"/>
            <a:ext cx="10972800" cy="1005840"/>
          </a:xfrm>
          <a:prstGeom prst="rect">
            <a:avLst/>
          </a:prstGeom>
          <a:solidFill>
            <a:srgbClr val="E8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lot:total_heading"/>
          <p:cNvSpPr txBox="1"/>
          <p:nvPr/>
        </p:nvSpPr>
        <p:spPr>
          <a:xfrm>
            <a:off x="813816" y="2304288"/>
            <a:ext cx="2788920" cy="493776"/>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087E83"/>
                </a:solidFill>
                <a:latin typeface="Yu Gothic"/>
                <a:ea typeface="Yu Gothic"/>
                <a:cs typeface="Yu Gothic"/>
              </a:defRPr>
            </a:pPr>
            <a:r>
              <a:rPr lang="ja-JP" sz="2000" b="1">
                <a:solidFill>
                  <a:srgbClr val="087E83"/>
                </a:solidFill>
                <a:latin typeface="Yu Gothic"/>
                <a:ea typeface="Yu Gothic"/>
                <a:cs typeface="Yu Gothic"/>
              </a:rPr>
              <a:t>対象資料の総数</a:t>
            </a:r>
          </a:p>
        </p:txBody>
      </p:sp>
      <p:sp>
        <p:nvSpPr>
          <p:cNvPr id="11" name="slot:total_label"/>
          <p:cNvSpPr txBox="1"/>
          <p:nvPr/>
        </p:nvSpPr>
        <p:spPr>
          <a:xfrm>
            <a:off x="3712463" y="2249424"/>
            <a:ext cx="2468880" cy="768096"/>
          </a:xfrm>
          <a:prstGeom prst="rect">
            <a:avLst/>
          </a:prstGeom>
          <a:noFill/>
        </p:spPr>
        <p:txBody>
          <a:bodyPr wrap="square" lIns="18288" rIns="18288" tIns="13716" bIns="13716">
            <a:noAutofit/>
          </a:bodyPr>
          <a:lstStyle/>
          <a:p>
            <a:pPr hangingPunct="0" eaLnBrk="1" latinLnBrk="0">
              <a:lnSpc>
                <a:spcPts val="4500"/>
              </a:lnSpc>
              <a:spcBef>
                <a:spcPts val="0"/>
              </a:spcBef>
              <a:spcAft>
                <a:spcPts val="0"/>
              </a:spcAft>
              <a:defRPr lang="ja-JP" sz="3600" b="1">
                <a:solidFill>
                  <a:srgbClr val="087E83"/>
                </a:solidFill>
                <a:latin typeface="Yu Gothic"/>
                <a:ea typeface="Yu Gothic"/>
                <a:cs typeface="Yu Gothic"/>
              </a:defRPr>
            </a:pPr>
            <a:r>
              <a:rPr lang="ja-JP" sz="3600" b="1">
                <a:solidFill>
                  <a:srgbClr val="087E83"/>
                </a:solidFill>
                <a:latin typeface="Yu Gothic"/>
                <a:ea typeface="Yu Gothic"/>
                <a:cs typeface="Yu Gothic"/>
              </a:rPr>
              <a:t>120件</a:t>
            </a:r>
          </a:p>
        </p:txBody>
      </p:sp>
      <p:sp>
        <p:nvSpPr>
          <p:cNvPr id="12" name="slot:total_note"/>
          <p:cNvSpPr txBox="1"/>
          <p:nvPr/>
        </p:nvSpPr>
        <p:spPr>
          <a:xfrm>
            <a:off x="6684264" y="2304288"/>
            <a:ext cx="4526280" cy="630936"/>
          </a:xfrm>
          <a:prstGeom prst="rect">
            <a:avLst/>
          </a:prstGeom>
          <a:noFill/>
        </p:spPr>
        <p:txBody>
          <a:bodyPr wrap="square" lIns="18288" rIns="18288" tIns="13716" bIns="13716">
            <a:noAutofit/>
          </a:bodyPr>
          <a:lstStyle/>
          <a:p>
            <a:pPr hangingPunct="0" eaLnBrk="1" latinLnBrk="0">
              <a:lnSpc>
                <a:spcPts val="2000"/>
              </a:lnSpc>
              <a:spcBef>
                <a:spcPts val="0"/>
              </a:spcBef>
              <a:spcAft>
                <a:spcPts val="0"/>
              </a:spcAft>
              <a:defRPr lang="ja-JP" sz="1600" b="0">
                <a:solidFill>
                  <a:srgbClr val="566777"/>
                </a:solidFill>
                <a:latin typeface="Yu Gothic"/>
                <a:ea typeface="Yu Gothic"/>
                <a:cs typeface="Yu Gothic"/>
              </a:defRPr>
            </a:pPr>
            <a:r>
              <a:rPr lang="ja-JP" sz="1600" b="0">
                <a:solidFill>
                  <a:srgbClr val="566777"/>
                </a:solidFill>
                <a:latin typeface="Yu Gothic"/>
                <a:ea typeface="Yu Gothic"/>
                <a:cs typeface="Yu Gothic"/>
              </a:rPr>
              <a:t>各資料を一つの状態に分類した架空の棚卸し。</a:t>
            </a:r>
          </a:p>
        </p:txBody>
      </p:sp>
      <p:sp>
        <p:nvSpPr>
          <p:cNvPr id="13" name="decor:4"/>
          <p:cNvSpPr/>
          <p:nvPr/>
        </p:nvSpPr>
        <p:spPr>
          <a:xfrm>
            <a:off x="603504" y="3410712"/>
            <a:ext cx="3511296" cy="2587752"/>
          </a:xfrm>
          <a:prstGeom prst="rect">
            <a:avLst/>
          </a:prstGeom>
          <a:solidFill>
            <a:srgbClr val="FFFFFF"/>
          </a:solidFill>
          <a:ln w="889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lot:item_1_heading"/>
          <p:cNvSpPr txBox="1"/>
          <p:nvPr/>
        </p:nvSpPr>
        <p:spPr>
          <a:xfrm>
            <a:off x="804672" y="3557016"/>
            <a:ext cx="3108960" cy="448056"/>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確認済み</a:t>
            </a:r>
          </a:p>
        </p:txBody>
      </p:sp>
      <p:sp>
        <p:nvSpPr>
          <p:cNvPr id="15" name="slot:metric_label_1"/>
          <p:cNvSpPr txBox="1"/>
          <p:nvPr/>
        </p:nvSpPr>
        <p:spPr>
          <a:xfrm>
            <a:off x="804672" y="4224528"/>
            <a:ext cx="2011680" cy="649224"/>
          </a:xfrm>
          <a:prstGeom prst="rect">
            <a:avLst/>
          </a:prstGeom>
          <a:noFill/>
        </p:spPr>
        <p:txBody>
          <a:bodyPr wrap="square" lIns="18288" rIns="18288" tIns="13716" bIns="13716">
            <a:noAutofit/>
          </a:bodyPr>
          <a:lstStyle/>
          <a:p>
            <a:pPr hangingPunct="0" eaLnBrk="1" latinLnBrk="0">
              <a:lnSpc>
                <a:spcPts val="4000"/>
              </a:lnSpc>
              <a:spcBef>
                <a:spcPts val="0"/>
              </a:spcBef>
              <a:spcAft>
                <a:spcPts val="0"/>
              </a:spcAft>
              <a:defRPr lang="ja-JP" sz="3200" b="1">
                <a:solidFill>
                  <a:srgbClr val="087E83"/>
                </a:solidFill>
                <a:latin typeface="Yu Gothic"/>
                <a:ea typeface="Yu Gothic"/>
                <a:cs typeface="Yu Gothic"/>
              </a:defRPr>
            </a:pPr>
            <a:r>
              <a:rPr lang="ja-JP" sz="3200" b="1">
                <a:solidFill>
                  <a:srgbClr val="087E83"/>
                </a:solidFill>
                <a:latin typeface="Yu Gothic"/>
                <a:ea typeface="Yu Gothic"/>
                <a:cs typeface="Yu Gothic"/>
              </a:rPr>
              <a:t>84件</a:t>
            </a:r>
          </a:p>
        </p:txBody>
      </p:sp>
      <p:sp>
        <p:nvSpPr>
          <p:cNvPr id="16" name="slot:item_1_body"/>
          <p:cNvSpPr txBox="1"/>
          <p:nvPr/>
        </p:nvSpPr>
        <p:spPr>
          <a:xfrm>
            <a:off x="804672" y="5175504"/>
            <a:ext cx="3108960" cy="640080"/>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対象範囲と担当を確認済み。</a:t>
            </a:r>
          </a:p>
        </p:txBody>
      </p:sp>
      <p:sp>
        <p:nvSpPr>
          <p:cNvPr id="17" name="decor:5"/>
          <p:cNvSpPr/>
          <p:nvPr/>
        </p:nvSpPr>
        <p:spPr>
          <a:xfrm>
            <a:off x="4334256" y="3410712"/>
            <a:ext cx="3511296" cy="2587752"/>
          </a:xfrm>
          <a:prstGeom prst="rect">
            <a:avLst/>
          </a:prstGeom>
          <a:solidFill>
            <a:srgbClr val="FFFFFF"/>
          </a:solidFill>
          <a:ln w="889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lot:item_2_heading"/>
          <p:cNvSpPr txBox="1"/>
          <p:nvPr/>
        </p:nvSpPr>
        <p:spPr>
          <a:xfrm>
            <a:off x="4535424" y="3557016"/>
            <a:ext cx="3108960" cy="448056"/>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要確認</a:t>
            </a:r>
          </a:p>
        </p:txBody>
      </p:sp>
      <p:sp>
        <p:nvSpPr>
          <p:cNvPr id="19" name="slot:metric_label_2"/>
          <p:cNvSpPr txBox="1"/>
          <p:nvPr/>
        </p:nvSpPr>
        <p:spPr>
          <a:xfrm>
            <a:off x="4535424" y="4224528"/>
            <a:ext cx="2011680" cy="649224"/>
          </a:xfrm>
          <a:prstGeom prst="rect">
            <a:avLst/>
          </a:prstGeom>
          <a:noFill/>
        </p:spPr>
        <p:txBody>
          <a:bodyPr wrap="square" lIns="18288" rIns="18288" tIns="13716" bIns="13716">
            <a:noAutofit/>
          </a:bodyPr>
          <a:lstStyle/>
          <a:p>
            <a:pPr hangingPunct="0" eaLnBrk="1" latinLnBrk="0">
              <a:lnSpc>
                <a:spcPts val="4000"/>
              </a:lnSpc>
              <a:spcBef>
                <a:spcPts val="0"/>
              </a:spcBef>
              <a:spcAft>
                <a:spcPts val="0"/>
              </a:spcAft>
              <a:defRPr lang="ja-JP" sz="3200" b="1">
                <a:solidFill>
                  <a:srgbClr val="087E83"/>
                </a:solidFill>
                <a:latin typeface="Yu Gothic"/>
                <a:ea typeface="Yu Gothic"/>
                <a:cs typeface="Yu Gothic"/>
              </a:defRPr>
            </a:pPr>
            <a:r>
              <a:rPr lang="ja-JP" sz="3200" b="1">
                <a:solidFill>
                  <a:srgbClr val="087E83"/>
                </a:solidFill>
                <a:latin typeface="Yu Gothic"/>
                <a:ea typeface="Yu Gothic"/>
                <a:cs typeface="Yu Gothic"/>
              </a:rPr>
              <a:t>24件</a:t>
            </a:r>
          </a:p>
        </p:txBody>
      </p:sp>
      <p:sp>
        <p:nvSpPr>
          <p:cNvPr id="20" name="slot:item_2_body"/>
          <p:cNvSpPr txBox="1"/>
          <p:nvPr/>
        </p:nvSpPr>
        <p:spPr>
          <a:xfrm>
            <a:off x="4535424" y="5175504"/>
            <a:ext cx="3108960" cy="640080"/>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条件か確認日の照合が必要。</a:t>
            </a:r>
          </a:p>
        </p:txBody>
      </p:sp>
      <p:sp>
        <p:nvSpPr>
          <p:cNvPr id="21" name="decor:6"/>
          <p:cNvSpPr/>
          <p:nvPr/>
        </p:nvSpPr>
        <p:spPr>
          <a:xfrm>
            <a:off x="8065008" y="3410712"/>
            <a:ext cx="3511296" cy="2587752"/>
          </a:xfrm>
          <a:prstGeom prst="rect">
            <a:avLst/>
          </a:prstGeom>
          <a:solidFill>
            <a:srgbClr val="FFFFFF"/>
          </a:solidFill>
          <a:ln w="889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slot:item_3_heading"/>
          <p:cNvSpPr txBox="1"/>
          <p:nvPr/>
        </p:nvSpPr>
        <p:spPr>
          <a:xfrm>
            <a:off x="8266176" y="3557016"/>
            <a:ext cx="3108960" cy="448056"/>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更新予定</a:t>
            </a:r>
          </a:p>
        </p:txBody>
      </p:sp>
      <p:sp>
        <p:nvSpPr>
          <p:cNvPr id="23" name="slot:metric_label_3"/>
          <p:cNvSpPr txBox="1"/>
          <p:nvPr/>
        </p:nvSpPr>
        <p:spPr>
          <a:xfrm>
            <a:off x="8266176" y="4224528"/>
            <a:ext cx="2011680" cy="649224"/>
          </a:xfrm>
          <a:prstGeom prst="rect">
            <a:avLst/>
          </a:prstGeom>
          <a:noFill/>
        </p:spPr>
        <p:txBody>
          <a:bodyPr wrap="square" lIns="18288" rIns="18288" tIns="13716" bIns="13716">
            <a:noAutofit/>
          </a:bodyPr>
          <a:lstStyle/>
          <a:p>
            <a:pPr hangingPunct="0" eaLnBrk="1" latinLnBrk="0">
              <a:lnSpc>
                <a:spcPts val="4000"/>
              </a:lnSpc>
              <a:spcBef>
                <a:spcPts val="0"/>
              </a:spcBef>
              <a:spcAft>
                <a:spcPts val="0"/>
              </a:spcAft>
              <a:defRPr lang="ja-JP" sz="3200" b="1">
                <a:solidFill>
                  <a:srgbClr val="087E83"/>
                </a:solidFill>
                <a:latin typeface="Yu Gothic"/>
                <a:ea typeface="Yu Gothic"/>
                <a:cs typeface="Yu Gothic"/>
              </a:defRPr>
            </a:pPr>
            <a:r>
              <a:rPr lang="ja-JP" sz="3200" b="1">
                <a:solidFill>
                  <a:srgbClr val="087E83"/>
                </a:solidFill>
                <a:latin typeface="Yu Gothic"/>
                <a:ea typeface="Yu Gothic"/>
                <a:cs typeface="Yu Gothic"/>
              </a:rPr>
              <a:t>12件</a:t>
            </a:r>
          </a:p>
        </p:txBody>
      </p:sp>
      <p:sp>
        <p:nvSpPr>
          <p:cNvPr id="24" name="slot:item_3_body"/>
          <p:cNvSpPr txBox="1"/>
          <p:nvPr/>
        </p:nvSpPr>
        <p:spPr>
          <a:xfrm>
            <a:off x="8266176" y="5175504"/>
            <a:ext cx="3108960" cy="640080"/>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改訂の予定を登録済み。</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公開レイアウト見本</a:t>
            </a:r>
          </a:p>
        </p:txBody>
      </p:sp>
      <p:sp>
        <p:nvSpPr>
          <p:cNvPr id="4" name="meta:page"/>
          <p:cNvSpPr txBox="1"/>
          <p:nvPr/>
        </p:nvSpPr>
        <p:spPr>
          <a:xfrm>
            <a:off x="10972800" y="6391656"/>
            <a:ext cx="621792" cy="274320"/>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59</a:t>
            </a:r>
          </a:p>
        </p:txBody>
      </p:sp>
      <p:sp>
        <p:nvSpPr>
          <p:cNvPr id="5" name="meta:footer"/>
          <p:cNvSpPr txBox="1"/>
          <p:nvPr/>
        </p:nvSpPr>
        <p:spPr>
          <a:xfrm>
            <a:off x="603504" y="6419088"/>
            <a:ext cx="9601200" cy="237744"/>
          </a:xfrm>
          <a:prstGeom prst="rect">
            <a:avLst/>
          </a:prstGeom>
          <a:noFill/>
        </p:spPr>
        <p:txBody>
          <a:bodyPr wrap="square"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slide-layout-agent</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社内ナレッジを探しやすくする条件</a:t>
            </a:r>
          </a:p>
        </p:txBody>
      </p:sp>
      <p:sp>
        <p:nvSpPr>
          <p:cNvPr id="8" name="slot:context"/>
          <p:cNvSpPr txBox="1"/>
          <p:nvPr/>
        </p:nvSpPr>
        <p:spPr>
          <a:xfrm>
            <a:off x="621792" y="1490472"/>
            <a:ext cx="10927080" cy="502920"/>
          </a:xfrm>
          <a:prstGeom prst="rect">
            <a:avLst/>
          </a:prstGeom>
          <a:noFill/>
        </p:spPr>
        <p:txBody>
          <a:bodyPr wrap="square"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架空の資料一覧を、相互に重ならない確認状態で整理した例。業務への効果は未検証。</a:t>
            </a:r>
          </a:p>
        </p:txBody>
      </p:sp>
      <p:sp>
        <p:nvSpPr>
          <p:cNvPr id="9" name="decor:3"/>
          <p:cNvSpPr/>
          <p:nvPr/>
        </p:nvSpPr>
        <p:spPr>
          <a:xfrm>
            <a:off x="603504" y="2139696"/>
            <a:ext cx="2852928" cy="3858768"/>
          </a:xfrm>
          <a:prstGeom prst="rect">
            <a:avLst/>
          </a:prstGeom>
          <a:solidFill>
            <a:srgbClr val="E8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lot:total_heading"/>
          <p:cNvSpPr txBox="1"/>
          <p:nvPr/>
        </p:nvSpPr>
        <p:spPr>
          <a:xfrm>
            <a:off x="813816" y="2304288"/>
            <a:ext cx="2432304" cy="493776"/>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087E83"/>
                </a:solidFill>
                <a:latin typeface="Yu Gothic"/>
                <a:ea typeface="Yu Gothic"/>
                <a:cs typeface="Yu Gothic"/>
              </a:defRPr>
            </a:pPr>
            <a:r>
              <a:rPr lang="ja-JP" sz="2000" b="1">
                <a:solidFill>
                  <a:srgbClr val="087E83"/>
                </a:solidFill>
                <a:latin typeface="Yu Gothic"/>
                <a:ea typeface="Yu Gothic"/>
                <a:cs typeface="Yu Gothic"/>
              </a:rPr>
              <a:t>対象資料の総数</a:t>
            </a:r>
          </a:p>
        </p:txBody>
      </p:sp>
      <p:sp>
        <p:nvSpPr>
          <p:cNvPr id="11" name="slot:total_label"/>
          <p:cNvSpPr txBox="1"/>
          <p:nvPr/>
        </p:nvSpPr>
        <p:spPr>
          <a:xfrm>
            <a:off x="813816" y="3081528"/>
            <a:ext cx="2468880" cy="768096"/>
          </a:xfrm>
          <a:prstGeom prst="rect">
            <a:avLst/>
          </a:prstGeom>
          <a:noFill/>
        </p:spPr>
        <p:txBody>
          <a:bodyPr wrap="square" lIns="18288" rIns="18288" tIns="13716" bIns="13716">
            <a:noAutofit/>
          </a:bodyPr>
          <a:lstStyle/>
          <a:p>
            <a:pPr hangingPunct="0" eaLnBrk="1" latinLnBrk="0">
              <a:lnSpc>
                <a:spcPts val="4500"/>
              </a:lnSpc>
              <a:spcBef>
                <a:spcPts val="0"/>
              </a:spcBef>
              <a:spcAft>
                <a:spcPts val="0"/>
              </a:spcAft>
              <a:defRPr lang="ja-JP" sz="3600" b="1">
                <a:solidFill>
                  <a:srgbClr val="087E83"/>
                </a:solidFill>
                <a:latin typeface="Yu Gothic"/>
                <a:ea typeface="Yu Gothic"/>
                <a:cs typeface="Yu Gothic"/>
              </a:defRPr>
            </a:pPr>
            <a:r>
              <a:rPr lang="ja-JP" sz="3600" b="1">
                <a:solidFill>
                  <a:srgbClr val="087E83"/>
                </a:solidFill>
                <a:latin typeface="Yu Gothic"/>
                <a:ea typeface="Yu Gothic"/>
                <a:cs typeface="Yu Gothic"/>
              </a:rPr>
              <a:t>120件</a:t>
            </a:r>
          </a:p>
        </p:txBody>
      </p:sp>
      <p:sp>
        <p:nvSpPr>
          <p:cNvPr id="12" name="slot:total_note"/>
          <p:cNvSpPr txBox="1"/>
          <p:nvPr/>
        </p:nvSpPr>
        <p:spPr>
          <a:xfrm>
            <a:off x="813816" y="4197096"/>
            <a:ext cx="2432304" cy="1389888"/>
          </a:xfrm>
          <a:prstGeom prst="rect">
            <a:avLst/>
          </a:prstGeom>
          <a:noFill/>
        </p:spPr>
        <p:txBody>
          <a:bodyPr wrap="square" lIns="18288" rIns="18288" tIns="13716" bIns="13716">
            <a:noAutofit/>
          </a:bodyPr>
          <a:lstStyle/>
          <a:p>
            <a:pPr hangingPunct="0" eaLnBrk="1" latinLnBrk="0">
              <a:lnSpc>
                <a:spcPts val="2000"/>
              </a:lnSpc>
              <a:spcBef>
                <a:spcPts val="0"/>
              </a:spcBef>
              <a:spcAft>
                <a:spcPts val="0"/>
              </a:spcAft>
              <a:defRPr lang="ja-JP" sz="1600" b="0">
                <a:solidFill>
                  <a:srgbClr val="566777"/>
                </a:solidFill>
                <a:latin typeface="Yu Gothic"/>
                <a:ea typeface="Yu Gothic"/>
                <a:cs typeface="Yu Gothic"/>
              </a:defRPr>
            </a:pPr>
            <a:r>
              <a:rPr lang="ja-JP" sz="1600" b="0">
                <a:solidFill>
                  <a:srgbClr val="566777"/>
                </a:solidFill>
                <a:latin typeface="Yu Gothic"/>
                <a:ea typeface="Yu Gothic"/>
                <a:cs typeface="Yu Gothic"/>
              </a:rPr>
              <a:t>各資料を一つの状態に分類した架空の棚卸し。</a:t>
            </a:r>
          </a:p>
        </p:txBody>
      </p:sp>
      <p:sp>
        <p:nvSpPr>
          <p:cNvPr id="13" name="decor:4"/>
          <p:cNvSpPr/>
          <p:nvPr/>
        </p:nvSpPr>
        <p:spPr>
          <a:xfrm>
            <a:off x="3730752" y="2139696"/>
            <a:ext cx="7845552" cy="1188720"/>
          </a:xfrm>
          <a:prstGeom prst="rect">
            <a:avLst/>
          </a:prstGeom>
          <a:solidFill>
            <a:srgbClr val="FFFFFF"/>
          </a:solidFill>
          <a:ln w="889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lot:item_1_heading"/>
          <p:cNvSpPr txBox="1"/>
          <p:nvPr/>
        </p:nvSpPr>
        <p:spPr>
          <a:xfrm>
            <a:off x="3931920" y="2286000"/>
            <a:ext cx="1920240" cy="448056"/>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確認済み</a:t>
            </a:r>
          </a:p>
        </p:txBody>
      </p:sp>
      <p:sp>
        <p:nvSpPr>
          <p:cNvPr id="15" name="slot:metric_label_1"/>
          <p:cNvSpPr txBox="1"/>
          <p:nvPr/>
        </p:nvSpPr>
        <p:spPr>
          <a:xfrm>
            <a:off x="5925312" y="2322576"/>
            <a:ext cx="2011680" cy="649224"/>
          </a:xfrm>
          <a:prstGeom prst="rect">
            <a:avLst/>
          </a:prstGeom>
          <a:noFill/>
        </p:spPr>
        <p:txBody>
          <a:bodyPr wrap="square" lIns="18288" rIns="18288" tIns="13716" bIns="13716">
            <a:noAutofit/>
          </a:bodyPr>
          <a:lstStyle/>
          <a:p>
            <a:pPr hangingPunct="0" eaLnBrk="1" latinLnBrk="0">
              <a:lnSpc>
                <a:spcPts val="4000"/>
              </a:lnSpc>
              <a:spcBef>
                <a:spcPts val="0"/>
              </a:spcBef>
              <a:spcAft>
                <a:spcPts val="0"/>
              </a:spcAft>
              <a:defRPr lang="ja-JP" sz="3200" b="1">
                <a:solidFill>
                  <a:srgbClr val="087E83"/>
                </a:solidFill>
                <a:latin typeface="Yu Gothic"/>
                <a:ea typeface="Yu Gothic"/>
                <a:cs typeface="Yu Gothic"/>
              </a:defRPr>
            </a:pPr>
            <a:r>
              <a:rPr lang="ja-JP" sz="3200" b="1">
                <a:solidFill>
                  <a:srgbClr val="087E83"/>
                </a:solidFill>
                <a:latin typeface="Yu Gothic"/>
                <a:ea typeface="Yu Gothic"/>
                <a:cs typeface="Yu Gothic"/>
              </a:rPr>
              <a:t>84件</a:t>
            </a:r>
          </a:p>
        </p:txBody>
      </p:sp>
      <p:sp>
        <p:nvSpPr>
          <p:cNvPr id="16" name="slot:item_1_body"/>
          <p:cNvSpPr txBox="1"/>
          <p:nvPr/>
        </p:nvSpPr>
        <p:spPr>
          <a:xfrm>
            <a:off x="8165592" y="2322576"/>
            <a:ext cx="3200400" cy="822960"/>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対象範囲と担当を確認済み。</a:t>
            </a:r>
          </a:p>
        </p:txBody>
      </p:sp>
      <p:sp>
        <p:nvSpPr>
          <p:cNvPr id="17" name="decor:5"/>
          <p:cNvSpPr/>
          <p:nvPr/>
        </p:nvSpPr>
        <p:spPr>
          <a:xfrm>
            <a:off x="3730752" y="3456432"/>
            <a:ext cx="7845552" cy="1188720"/>
          </a:xfrm>
          <a:prstGeom prst="rect">
            <a:avLst/>
          </a:prstGeom>
          <a:solidFill>
            <a:srgbClr val="FFFFFF"/>
          </a:solidFill>
          <a:ln w="889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lot:item_2_heading"/>
          <p:cNvSpPr txBox="1"/>
          <p:nvPr/>
        </p:nvSpPr>
        <p:spPr>
          <a:xfrm>
            <a:off x="3931920" y="3602736"/>
            <a:ext cx="1920240" cy="448056"/>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要確認</a:t>
            </a:r>
          </a:p>
        </p:txBody>
      </p:sp>
      <p:sp>
        <p:nvSpPr>
          <p:cNvPr id="19" name="slot:metric_label_2"/>
          <p:cNvSpPr txBox="1"/>
          <p:nvPr/>
        </p:nvSpPr>
        <p:spPr>
          <a:xfrm>
            <a:off x="5925312" y="3639312"/>
            <a:ext cx="2011680" cy="649224"/>
          </a:xfrm>
          <a:prstGeom prst="rect">
            <a:avLst/>
          </a:prstGeom>
          <a:noFill/>
        </p:spPr>
        <p:txBody>
          <a:bodyPr wrap="square" lIns="18288" rIns="18288" tIns="13716" bIns="13716">
            <a:noAutofit/>
          </a:bodyPr>
          <a:lstStyle/>
          <a:p>
            <a:pPr hangingPunct="0" eaLnBrk="1" latinLnBrk="0">
              <a:lnSpc>
                <a:spcPts val="4000"/>
              </a:lnSpc>
              <a:spcBef>
                <a:spcPts val="0"/>
              </a:spcBef>
              <a:spcAft>
                <a:spcPts val="0"/>
              </a:spcAft>
              <a:defRPr lang="ja-JP" sz="3200" b="1">
                <a:solidFill>
                  <a:srgbClr val="087E83"/>
                </a:solidFill>
                <a:latin typeface="Yu Gothic"/>
                <a:ea typeface="Yu Gothic"/>
                <a:cs typeface="Yu Gothic"/>
              </a:defRPr>
            </a:pPr>
            <a:r>
              <a:rPr lang="ja-JP" sz="3200" b="1">
                <a:solidFill>
                  <a:srgbClr val="087E83"/>
                </a:solidFill>
                <a:latin typeface="Yu Gothic"/>
                <a:ea typeface="Yu Gothic"/>
                <a:cs typeface="Yu Gothic"/>
              </a:rPr>
              <a:t>24件</a:t>
            </a:r>
          </a:p>
        </p:txBody>
      </p:sp>
      <p:sp>
        <p:nvSpPr>
          <p:cNvPr id="20" name="slot:item_2_body"/>
          <p:cNvSpPr txBox="1"/>
          <p:nvPr/>
        </p:nvSpPr>
        <p:spPr>
          <a:xfrm>
            <a:off x="8165592" y="3639312"/>
            <a:ext cx="3200400" cy="822960"/>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条件か確認日の照合が必要。</a:t>
            </a:r>
          </a:p>
        </p:txBody>
      </p:sp>
      <p:sp>
        <p:nvSpPr>
          <p:cNvPr id="21" name="decor:6"/>
          <p:cNvSpPr/>
          <p:nvPr/>
        </p:nvSpPr>
        <p:spPr>
          <a:xfrm>
            <a:off x="3730752" y="4773168"/>
            <a:ext cx="7845552" cy="1188720"/>
          </a:xfrm>
          <a:prstGeom prst="rect">
            <a:avLst/>
          </a:prstGeom>
          <a:solidFill>
            <a:srgbClr val="FFFFFF"/>
          </a:solidFill>
          <a:ln w="889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slot:item_3_heading"/>
          <p:cNvSpPr txBox="1"/>
          <p:nvPr/>
        </p:nvSpPr>
        <p:spPr>
          <a:xfrm>
            <a:off x="3931920" y="4919472"/>
            <a:ext cx="1920240" cy="448056"/>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更新予定</a:t>
            </a:r>
          </a:p>
        </p:txBody>
      </p:sp>
      <p:sp>
        <p:nvSpPr>
          <p:cNvPr id="23" name="slot:metric_label_3"/>
          <p:cNvSpPr txBox="1"/>
          <p:nvPr/>
        </p:nvSpPr>
        <p:spPr>
          <a:xfrm>
            <a:off x="5925312" y="4956048"/>
            <a:ext cx="2011680" cy="649224"/>
          </a:xfrm>
          <a:prstGeom prst="rect">
            <a:avLst/>
          </a:prstGeom>
          <a:noFill/>
        </p:spPr>
        <p:txBody>
          <a:bodyPr wrap="square" lIns="18288" rIns="18288" tIns="13716" bIns="13716">
            <a:noAutofit/>
          </a:bodyPr>
          <a:lstStyle/>
          <a:p>
            <a:pPr hangingPunct="0" eaLnBrk="1" latinLnBrk="0">
              <a:lnSpc>
                <a:spcPts val="4000"/>
              </a:lnSpc>
              <a:spcBef>
                <a:spcPts val="0"/>
              </a:spcBef>
              <a:spcAft>
                <a:spcPts val="0"/>
              </a:spcAft>
              <a:defRPr lang="ja-JP" sz="3200" b="1">
                <a:solidFill>
                  <a:srgbClr val="087E83"/>
                </a:solidFill>
                <a:latin typeface="Yu Gothic"/>
                <a:ea typeface="Yu Gothic"/>
                <a:cs typeface="Yu Gothic"/>
              </a:defRPr>
            </a:pPr>
            <a:r>
              <a:rPr lang="ja-JP" sz="3200" b="1">
                <a:solidFill>
                  <a:srgbClr val="087E83"/>
                </a:solidFill>
                <a:latin typeface="Yu Gothic"/>
                <a:ea typeface="Yu Gothic"/>
                <a:cs typeface="Yu Gothic"/>
              </a:rPr>
              <a:t>12件</a:t>
            </a:r>
          </a:p>
        </p:txBody>
      </p:sp>
      <p:sp>
        <p:nvSpPr>
          <p:cNvPr id="24" name="slot:item_3_body"/>
          <p:cNvSpPr txBox="1"/>
          <p:nvPr/>
        </p:nvSpPr>
        <p:spPr>
          <a:xfrm>
            <a:off x="8165592" y="4956048"/>
            <a:ext cx="3200400" cy="822960"/>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改訂の予定を登録済み。</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公開レイアウト見本</a:t>
            </a:r>
          </a:p>
        </p:txBody>
      </p:sp>
      <p:sp>
        <p:nvSpPr>
          <p:cNvPr id="4" name="meta:page"/>
          <p:cNvSpPr txBox="1"/>
          <p:nvPr/>
        </p:nvSpPr>
        <p:spPr>
          <a:xfrm>
            <a:off x="10972800" y="6391656"/>
            <a:ext cx="621792" cy="274320"/>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60</a:t>
            </a:r>
          </a:p>
        </p:txBody>
      </p:sp>
      <p:sp>
        <p:nvSpPr>
          <p:cNvPr id="5" name="meta:footer"/>
          <p:cNvSpPr txBox="1"/>
          <p:nvPr/>
        </p:nvSpPr>
        <p:spPr>
          <a:xfrm>
            <a:off x="603504" y="6419088"/>
            <a:ext cx="9601200" cy="237744"/>
          </a:xfrm>
          <a:prstGeom prst="rect">
            <a:avLst/>
          </a:prstGeom>
          <a:noFill/>
        </p:spPr>
        <p:txBody>
          <a:bodyPr wrap="square"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slide-layout-agent</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社内ナレッジを探しやすくする条件</a:t>
            </a:r>
          </a:p>
        </p:txBody>
      </p:sp>
      <p:sp>
        <p:nvSpPr>
          <p:cNvPr id="8" name="slot:context"/>
          <p:cNvSpPr txBox="1"/>
          <p:nvPr/>
        </p:nvSpPr>
        <p:spPr>
          <a:xfrm>
            <a:off x="621792" y="1490472"/>
            <a:ext cx="10927080" cy="502920"/>
          </a:xfrm>
          <a:prstGeom prst="rect">
            <a:avLst/>
          </a:prstGeom>
          <a:noFill/>
        </p:spPr>
        <p:txBody>
          <a:bodyPr wrap="square"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架空の社内調査。運用条件を整理した所見であり、効果を実証したものではない。</a:t>
            </a:r>
          </a:p>
        </p:txBody>
      </p:sp>
      <p:graphicFrame>
        <p:nvGraphicFramePr>
          <p:cNvPr id="9" name="slot:table"/>
          <p:cNvGraphicFramePr>
            <a:graphicFrameLocks noGrp="1"/>
          </p:cNvGraphicFramePr>
          <p:nvPr/>
        </p:nvGraphicFramePr>
        <p:xfrm>
          <a:off x="603504" y="2148840"/>
          <a:ext cx="10972800" cy="3566160"/>
        </p:xfrm>
        <a:graphic>
          <a:graphicData uri="http://schemas.openxmlformats.org/drawingml/2006/table">
            <a:tbl>
              <a:tblPr firstRow="1" bandRow="1">
                <a:tableStyleId>{5C22544A-7EE6-4342-B048-85BDC9FD1C3A}</a:tableStyleId>
              </a:tblPr>
              <a:tblGrid>
                <a:gridCol w="5486400"/>
                <a:gridCol w="5486400"/>
              </a:tblGrid>
              <a:tr h="891540">
                <a:tc>
                  <a:txBody>
                    <a:bodyPr wrap="square" lIns="18288" rIns="18288" tIns="13716" bIns="13716">
                      <a:noAutofit/>
                    </a:bodyPr>
                    <a:lstStyle/>
                    <a:p>
                      <a:pPr hangingPunct="0" eaLnBrk="1" latinLnBrk="0">
                        <a:lnSpc>
                          <a:spcPts val="2250"/>
                        </a:lnSpc>
                        <a:spcBef>
                          <a:spcPts val="0"/>
                        </a:spcBef>
                        <a:spcAft>
                          <a:spcPts val="0"/>
                        </a:spcAft>
                        <a:defRPr lang="ja-JP" sz="1800" b="1">
                          <a:solidFill>
                            <a:srgbClr val="FFFFFF"/>
                          </a:solidFill>
                          <a:latin typeface="Yu Gothic"/>
                          <a:ea typeface="Yu Gothic"/>
                          <a:cs typeface="Yu Gothic"/>
                        </a:defRPr>
                      </a:pPr>
                      <a:r>
                        <a:rPr lang="ja-JP" sz="1800" b="1">
                          <a:solidFill>
                            <a:srgbClr val="FFFFFF"/>
                          </a:solidFill>
                          <a:latin typeface="Yu Gothic"/>
                          <a:ea typeface="Yu Gothic"/>
                          <a:cs typeface="Yu Gothic"/>
                        </a:rPr>
                        <a:t>観点</a:t>
                      </a:r>
                    </a:p>
                  </a:txBody>
                  <a:tcPr marL="155448" marR="155448" marT="64008" marB="64008">
                    <a:solidFill>
                      <a:srgbClr val="213547"/>
                    </a:solidFill>
                  </a:tcPr>
                </a:tc>
                <a:tc>
                  <a:txBody>
                    <a:bodyPr wrap="square" lIns="18288" rIns="18288" tIns="13716" bIns="13716">
                      <a:noAutofit/>
                    </a:bodyPr>
                    <a:lstStyle/>
                    <a:p>
                      <a:pPr hangingPunct="0" eaLnBrk="1" latinLnBrk="0">
                        <a:lnSpc>
                          <a:spcPts val="2250"/>
                        </a:lnSpc>
                        <a:spcBef>
                          <a:spcPts val="0"/>
                        </a:spcBef>
                        <a:spcAft>
                          <a:spcPts val="0"/>
                        </a:spcAft>
                        <a:defRPr lang="ja-JP" sz="1800" b="1">
                          <a:solidFill>
                            <a:srgbClr val="FFFFFF"/>
                          </a:solidFill>
                          <a:latin typeface="Yu Gothic"/>
                          <a:ea typeface="Yu Gothic"/>
                          <a:cs typeface="Yu Gothic"/>
                        </a:defRPr>
                      </a:pPr>
                      <a:r>
                        <a:rPr lang="ja-JP" sz="1800" b="1">
                          <a:solidFill>
                            <a:srgbClr val="FFFFFF"/>
                          </a:solidFill>
                          <a:latin typeface="Yu Gothic"/>
                          <a:ea typeface="Yu Gothic"/>
                          <a:cs typeface="Yu Gothic"/>
                        </a:rPr>
                        <a:t>確認事項</a:t>
                      </a:r>
                    </a:p>
                  </a:txBody>
                  <a:tcPr marL="155448" marR="155448" marT="64008" marB="64008">
                    <a:solidFill>
                      <a:srgbClr val="213547"/>
                    </a:solidFill>
                  </a:tcPr>
                </a:tc>
              </a:tr>
              <a:tr h="891540">
                <a:tc>
                  <a: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検索入口を揃える</a:t>
                      </a:r>
                    </a:p>
                  </a:txBody>
                  <a:tcPr marL="155448" marR="155448" marT="64008" marB="64008">
                    <a:solidFill>
                      <a:srgbClr val="FFFFFF"/>
                    </a:solidFill>
                  </a:tcPr>
                </a:tc>
                <a:tc>
                  <a: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索引と用語の対応を確認</a:t>
                      </a:r>
                    </a:p>
                  </a:txBody>
                  <a:tcPr marL="155448" marR="155448" marT="64008" marB="64008">
                    <a:solidFill>
                      <a:srgbClr val="FFFFFF"/>
                    </a:solidFill>
                  </a:tcPr>
                </a:tc>
              </a:tr>
              <a:tr h="891540">
                <a:tc>
                  <a: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根拠まで辿れる</a:t>
                      </a:r>
                    </a:p>
                  </a:txBody>
                  <a:tcPr marL="155448" marR="155448" marT="64008" marB="64008">
                    <a:solidFill>
                      <a:srgbClr val="EDF1F4"/>
                    </a:solidFill>
                  </a:tcPr>
                </a:tc>
                <a:tc>
                  <a: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引用箇所と調査条件を照合</a:t>
                      </a:r>
                    </a:p>
                  </a:txBody>
                  <a:tcPr marL="155448" marR="155448" marT="64008" marB="64008">
                    <a:solidFill>
                      <a:srgbClr val="EDF1F4"/>
                    </a:solidFill>
                  </a:tcPr>
                </a:tc>
              </a:tr>
              <a:tr h="891540">
                <a:tc>
                  <a: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更新範囲を決める</a:t>
                      </a:r>
                    </a:p>
                  </a:txBody>
                  <a:tcPr marL="155448" marR="155448" marT="64008" marB="64008">
                    <a:solidFill>
                      <a:srgbClr val="FFFFFF"/>
                    </a:solidFill>
                  </a:tcPr>
                </a:tc>
                <a:tc>
                  <a: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担当と確認時期を決める</a:t>
                      </a:r>
                    </a:p>
                  </a:txBody>
                  <a:tcPr marL="155448" marR="155448" marT="64008" marB="64008">
                    <a:solidFill>
                      <a:srgbClr val="FFFFFF"/>
                    </a:solidFill>
                  </a:tcPr>
                </a:tc>
              </a:tr>
            </a:tbl>
          </a:graphicData>
        </a:graphic>
      </p:graphicFrame>
      <p:sp>
        <p:nvSpPr>
          <p:cNvPr id="10" name="slot:note"/>
          <p:cNvSpPr txBox="1"/>
          <p:nvPr/>
        </p:nvSpPr>
        <p:spPr>
          <a:xfrm>
            <a:off x="658368" y="5806440"/>
            <a:ext cx="10789920" cy="393192"/>
          </a:xfrm>
          <a:prstGeom prst="rect">
            <a:avLst/>
          </a:prstGeom>
          <a:noFill/>
        </p:spPr>
        <p:txBody>
          <a:bodyPr wrap="square"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留保：同じ条件で比較した結果ではない。各資料の対象範囲を確認する。</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公開レイアウト見本</a:t>
            </a:r>
          </a:p>
        </p:txBody>
      </p:sp>
      <p:sp>
        <p:nvSpPr>
          <p:cNvPr id="4" name="meta:page"/>
          <p:cNvSpPr txBox="1"/>
          <p:nvPr/>
        </p:nvSpPr>
        <p:spPr>
          <a:xfrm>
            <a:off x="10972800" y="6391656"/>
            <a:ext cx="621792" cy="274320"/>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61</a:t>
            </a:r>
          </a:p>
        </p:txBody>
      </p:sp>
      <p:sp>
        <p:nvSpPr>
          <p:cNvPr id="5" name="meta:footer"/>
          <p:cNvSpPr txBox="1"/>
          <p:nvPr/>
        </p:nvSpPr>
        <p:spPr>
          <a:xfrm>
            <a:off x="603504" y="6419088"/>
            <a:ext cx="9601200" cy="237744"/>
          </a:xfrm>
          <a:prstGeom prst="rect">
            <a:avLst/>
          </a:prstGeom>
          <a:noFill/>
        </p:spPr>
        <p:txBody>
          <a:bodyPr wrap="square"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slide-layout-agent</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社内ナレッジを探しやすくする条件</a:t>
            </a:r>
          </a:p>
        </p:txBody>
      </p:sp>
      <p:sp>
        <p:nvSpPr>
          <p:cNvPr id="8" name="slot:context"/>
          <p:cNvSpPr txBox="1"/>
          <p:nvPr/>
        </p:nvSpPr>
        <p:spPr>
          <a:xfrm>
            <a:off x="621792" y="1490472"/>
            <a:ext cx="10927080" cy="502920"/>
          </a:xfrm>
          <a:prstGeom prst="rect">
            <a:avLst/>
          </a:prstGeom>
          <a:noFill/>
        </p:spPr>
        <p:txBody>
          <a:bodyPr wrap="square"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架空の社内調査。運用条件を整理した所見であり、効果を実証したものではない。</a:t>
            </a:r>
          </a:p>
        </p:txBody>
      </p:sp>
      <p:graphicFrame>
        <p:nvGraphicFramePr>
          <p:cNvPr id="9" name="slot:table"/>
          <p:cNvGraphicFramePr>
            <a:graphicFrameLocks noGrp="1"/>
          </p:cNvGraphicFramePr>
          <p:nvPr/>
        </p:nvGraphicFramePr>
        <p:xfrm>
          <a:off x="603504" y="2148840"/>
          <a:ext cx="10972800" cy="3566160"/>
        </p:xfrm>
        <a:graphic>
          <a:graphicData uri="http://schemas.openxmlformats.org/drawingml/2006/table">
            <a:tbl>
              <a:tblPr firstRow="1" bandRow="1">
                <a:tableStyleId>{5C22544A-7EE6-4342-B048-85BDC9FD1C3A}</a:tableStyleId>
              </a:tblPr>
              <a:tblGrid>
                <a:gridCol w="5486400"/>
                <a:gridCol w="5486400"/>
              </a:tblGrid>
              <a:tr h="713232">
                <a:tc>
                  <a:txBody>
                    <a:bodyPr wrap="square" lIns="18288" rIns="18288" tIns="13716" bIns="13716">
                      <a:noAutofit/>
                    </a:bodyPr>
                    <a:lstStyle/>
                    <a:p>
                      <a:pPr hangingPunct="0" eaLnBrk="1" latinLnBrk="0">
                        <a:lnSpc>
                          <a:spcPts val="2250"/>
                        </a:lnSpc>
                        <a:spcBef>
                          <a:spcPts val="0"/>
                        </a:spcBef>
                        <a:spcAft>
                          <a:spcPts val="0"/>
                        </a:spcAft>
                        <a:defRPr lang="ja-JP" sz="1800" b="1">
                          <a:solidFill>
                            <a:srgbClr val="FFFFFF"/>
                          </a:solidFill>
                          <a:latin typeface="Yu Gothic"/>
                          <a:ea typeface="Yu Gothic"/>
                          <a:cs typeface="Yu Gothic"/>
                        </a:defRPr>
                      </a:pPr>
                      <a:r>
                        <a:rPr lang="ja-JP" sz="1800" b="1">
                          <a:solidFill>
                            <a:srgbClr val="FFFFFF"/>
                          </a:solidFill>
                          <a:latin typeface="Yu Gothic"/>
                          <a:ea typeface="Yu Gothic"/>
                          <a:cs typeface="Yu Gothic"/>
                        </a:rPr>
                        <a:t>観点</a:t>
                      </a:r>
                    </a:p>
                  </a:txBody>
                  <a:tcPr marL="155448" marR="155448" marT="64008" marB="64008">
                    <a:solidFill>
                      <a:srgbClr val="213547"/>
                    </a:solidFill>
                  </a:tcPr>
                </a:tc>
                <a:tc>
                  <a:txBody>
                    <a:bodyPr wrap="square" lIns="18288" rIns="18288" tIns="13716" bIns="13716">
                      <a:noAutofit/>
                    </a:bodyPr>
                    <a:lstStyle/>
                    <a:p>
                      <a:pPr hangingPunct="0" eaLnBrk="1" latinLnBrk="0">
                        <a:lnSpc>
                          <a:spcPts val="2250"/>
                        </a:lnSpc>
                        <a:spcBef>
                          <a:spcPts val="0"/>
                        </a:spcBef>
                        <a:spcAft>
                          <a:spcPts val="0"/>
                        </a:spcAft>
                        <a:defRPr lang="ja-JP" sz="1800" b="1">
                          <a:solidFill>
                            <a:srgbClr val="FFFFFF"/>
                          </a:solidFill>
                          <a:latin typeface="Yu Gothic"/>
                          <a:ea typeface="Yu Gothic"/>
                          <a:cs typeface="Yu Gothic"/>
                        </a:defRPr>
                      </a:pPr>
                      <a:r>
                        <a:rPr lang="ja-JP" sz="1800" b="1">
                          <a:solidFill>
                            <a:srgbClr val="FFFFFF"/>
                          </a:solidFill>
                          <a:latin typeface="Yu Gothic"/>
                          <a:ea typeface="Yu Gothic"/>
                          <a:cs typeface="Yu Gothic"/>
                        </a:rPr>
                        <a:t>確認事項</a:t>
                      </a:r>
                    </a:p>
                  </a:txBody>
                  <a:tcPr marL="155448" marR="155448" marT="64008" marB="64008">
                    <a:solidFill>
                      <a:srgbClr val="213547"/>
                    </a:solidFill>
                  </a:tcPr>
                </a:tc>
              </a:tr>
              <a:tr h="713232">
                <a:tc>
                  <a: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検索入口を揃える</a:t>
                      </a:r>
                    </a:p>
                  </a:txBody>
                  <a:tcPr marL="155448" marR="155448" marT="64008" marB="64008">
                    <a:solidFill>
                      <a:srgbClr val="FFFFFF"/>
                    </a:solidFill>
                  </a:tcPr>
                </a:tc>
                <a:tc>
                  <a: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索引と用語の対応を確認</a:t>
                      </a:r>
                    </a:p>
                  </a:txBody>
                  <a:tcPr marL="155448" marR="155448" marT="64008" marB="64008">
                    <a:solidFill>
                      <a:srgbClr val="FFFFFF"/>
                    </a:solidFill>
                  </a:tcPr>
                </a:tc>
              </a:tr>
              <a:tr h="713232">
                <a:tc>
                  <a: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根拠まで辿れる</a:t>
                      </a:r>
                    </a:p>
                  </a:txBody>
                  <a:tcPr marL="155448" marR="155448" marT="64008" marB="64008">
                    <a:solidFill>
                      <a:srgbClr val="EDF1F4"/>
                    </a:solidFill>
                  </a:tcPr>
                </a:tc>
                <a:tc>
                  <a: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引用箇所と調査条件を照合</a:t>
                      </a:r>
                    </a:p>
                  </a:txBody>
                  <a:tcPr marL="155448" marR="155448" marT="64008" marB="64008">
                    <a:solidFill>
                      <a:srgbClr val="EDF1F4"/>
                    </a:solidFill>
                  </a:tcPr>
                </a:tc>
              </a:tr>
              <a:tr h="713232">
                <a:tc>
                  <a: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更新範囲を決める</a:t>
                      </a:r>
                    </a:p>
                  </a:txBody>
                  <a:tcPr marL="155448" marR="155448" marT="64008" marB="64008">
                    <a:solidFill>
                      <a:srgbClr val="FFFFFF"/>
                    </a:solidFill>
                  </a:tcPr>
                </a:tc>
                <a:tc>
                  <a: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担当と確認時期を決める</a:t>
                      </a:r>
                    </a:p>
                  </a:txBody>
                  <a:tcPr marL="155448" marR="155448" marT="64008" marB="64008">
                    <a:solidFill>
                      <a:srgbClr val="FFFFFF"/>
                    </a:solidFill>
                  </a:tcPr>
                </a:tc>
              </a:tr>
              <a:tr h="713232">
                <a:tc>
                  <a: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例外を見える化</a:t>
                      </a:r>
                    </a:p>
                  </a:txBody>
                  <a:tcPr marL="155448" marR="155448" marT="64008" marB="64008">
                    <a:solidFill>
                      <a:srgbClr val="EDF1F4"/>
                    </a:solidFill>
                  </a:tcPr>
                </a:tc>
                <a:tc>
                  <a: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適用できない場面を記録</a:t>
                      </a:r>
                    </a:p>
                  </a:txBody>
                  <a:tcPr marL="155448" marR="155448" marT="64008" marB="64008">
                    <a:solidFill>
                      <a:srgbClr val="EDF1F4"/>
                    </a:solidFill>
                  </a:tcPr>
                </a:tc>
              </a:tr>
            </a:tbl>
          </a:graphicData>
        </a:graphic>
      </p:graphicFrame>
      <p:sp>
        <p:nvSpPr>
          <p:cNvPr id="10" name="slot:note"/>
          <p:cNvSpPr txBox="1"/>
          <p:nvPr/>
        </p:nvSpPr>
        <p:spPr>
          <a:xfrm>
            <a:off x="658368" y="5806440"/>
            <a:ext cx="10789920" cy="393192"/>
          </a:xfrm>
          <a:prstGeom prst="rect">
            <a:avLst/>
          </a:prstGeom>
          <a:noFill/>
        </p:spPr>
        <p:txBody>
          <a:bodyPr wrap="square"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留保：同じ条件で比較した結果ではない。各資料の対象範囲を確認する。</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公開レイアウト見本</a:t>
            </a:r>
          </a:p>
        </p:txBody>
      </p:sp>
      <p:sp>
        <p:nvSpPr>
          <p:cNvPr id="4" name="meta:page"/>
          <p:cNvSpPr txBox="1"/>
          <p:nvPr/>
        </p:nvSpPr>
        <p:spPr>
          <a:xfrm>
            <a:off x="10972800" y="6391656"/>
            <a:ext cx="621792" cy="274320"/>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62</a:t>
            </a:r>
          </a:p>
        </p:txBody>
      </p:sp>
      <p:sp>
        <p:nvSpPr>
          <p:cNvPr id="5" name="meta:footer"/>
          <p:cNvSpPr txBox="1"/>
          <p:nvPr/>
        </p:nvSpPr>
        <p:spPr>
          <a:xfrm>
            <a:off x="603504" y="6419088"/>
            <a:ext cx="9601200" cy="237744"/>
          </a:xfrm>
          <a:prstGeom prst="rect">
            <a:avLst/>
          </a:prstGeom>
          <a:noFill/>
        </p:spPr>
        <p:txBody>
          <a:bodyPr wrap="square"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slide-layout-agent</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社内ナレッジを探しやすくする条件</a:t>
            </a:r>
          </a:p>
        </p:txBody>
      </p:sp>
      <p:sp>
        <p:nvSpPr>
          <p:cNvPr id="8" name="slot:context"/>
          <p:cNvSpPr txBox="1"/>
          <p:nvPr/>
        </p:nvSpPr>
        <p:spPr>
          <a:xfrm>
            <a:off x="621792" y="1490472"/>
            <a:ext cx="10927080" cy="502920"/>
          </a:xfrm>
          <a:prstGeom prst="rect">
            <a:avLst/>
          </a:prstGeom>
          <a:noFill/>
        </p:spPr>
        <p:txBody>
          <a:bodyPr wrap="square"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架空の社内調査。運用条件を整理した所見であり、効果を実証したものではない。</a:t>
            </a:r>
          </a:p>
        </p:txBody>
      </p:sp>
      <p:graphicFrame>
        <p:nvGraphicFramePr>
          <p:cNvPr id="9" name="slot:table"/>
          <p:cNvGraphicFramePr>
            <a:graphicFrameLocks noGrp="1"/>
          </p:cNvGraphicFramePr>
          <p:nvPr/>
        </p:nvGraphicFramePr>
        <p:xfrm>
          <a:off x="603504" y="2148840"/>
          <a:ext cx="10972800" cy="3566160"/>
        </p:xfrm>
        <a:graphic>
          <a:graphicData uri="http://schemas.openxmlformats.org/drawingml/2006/table">
            <a:tbl>
              <a:tblPr firstRow="1" bandRow="1">
                <a:tableStyleId>{5C22544A-7EE6-4342-B048-85BDC9FD1C3A}</a:tableStyleId>
              </a:tblPr>
              <a:tblGrid>
                <a:gridCol w="5486400"/>
                <a:gridCol w="5486400"/>
              </a:tblGrid>
              <a:tr h="509451">
                <a:tc>
                  <a:txBody>
                    <a:bodyPr wrap="square" lIns="18288" rIns="18288" tIns="13716" bIns="13716">
                      <a:noAutofit/>
                    </a:bodyPr>
                    <a:lstStyle/>
                    <a:p>
                      <a:pPr hangingPunct="0" eaLnBrk="1" latinLnBrk="0">
                        <a:lnSpc>
                          <a:spcPts val="2250"/>
                        </a:lnSpc>
                        <a:spcBef>
                          <a:spcPts val="0"/>
                        </a:spcBef>
                        <a:spcAft>
                          <a:spcPts val="0"/>
                        </a:spcAft>
                        <a:defRPr lang="ja-JP" sz="1800" b="1">
                          <a:solidFill>
                            <a:srgbClr val="FFFFFF"/>
                          </a:solidFill>
                          <a:latin typeface="Yu Gothic"/>
                          <a:ea typeface="Yu Gothic"/>
                          <a:cs typeface="Yu Gothic"/>
                        </a:defRPr>
                      </a:pPr>
                      <a:r>
                        <a:rPr lang="ja-JP" sz="1800" b="1">
                          <a:solidFill>
                            <a:srgbClr val="FFFFFF"/>
                          </a:solidFill>
                          <a:latin typeface="Yu Gothic"/>
                          <a:ea typeface="Yu Gothic"/>
                          <a:cs typeface="Yu Gothic"/>
                        </a:rPr>
                        <a:t>観点</a:t>
                      </a:r>
                    </a:p>
                  </a:txBody>
                  <a:tcPr marL="155448" marR="155448" marT="64008" marB="64008">
                    <a:solidFill>
                      <a:srgbClr val="213547"/>
                    </a:solidFill>
                  </a:tcPr>
                </a:tc>
                <a:tc>
                  <a:txBody>
                    <a:bodyPr wrap="square" lIns="18288" rIns="18288" tIns="13716" bIns="13716">
                      <a:noAutofit/>
                    </a:bodyPr>
                    <a:lstStyle/>
                    <a:p>
                      <a:pPr hangingPunct="0" eaLnBrk="1" latinLnBrk="0">
                        <a:lnSpc>
                          <a:spcPts val="2250"/>
                        </a:lnSpc>
                        <a:spcBef>
                          <a:spcPts val="0"/>
                        </a:spcBef>
                        <a:spcAft>
                          <a:spcPts val="0"/>
                        </a:spcAft>
                        <a:defRPr lang="ja-JP" sz="1800" b="1">
                          <a:solidFill>
                            <a:srgbClr val="FFFFFF"/>
                          </a:solidFill>
                          <a:latin typeface="Yu Gothic"/>
                          <a:ea typeface="Yu Gothic"/>
                          <a:cs typeface="Yu Gothic"/>
                        </a:defRPr>
                      </a:pPr>
                      <a:r>
                        <a:rPr lang="ja-JP" sz="1800" b="1">
                          <a:solidFill>
                            <a:srgbClr val="FFFFFF"/>
                          </a:solidFill>
                          <a:latin typeface="Yu Gothic"/>
                          <a:ea typeface="Yu Gothic"/>
                          <a:cs typeface="Yu Gothic"/>
                        </a:rPr>
                        <a:t>確認事項</a:t>
                      </a:r>
                    </a:p>
                  </a:txBody>
                  <a:tcPr marL="155448" marR="155448" marT="64008" marB="64008">
                    <a:solidFill>
                      <a:srgbClr val="213547"/>
                    </a:solidFill>
                  </a:tcPr>
                </a:tc>
              </a:tr>
              <a:tr h="509451">
                <a:tc>
                  <a: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検索入口を揃える</a:t>
                      </a:r>
                    </a:p>
                  </a:txBody>
                  <a:tcPr marL="155448" marR="155448" marT="64008" marB="64008">
                    <a:solidFill>
                      <a:srgbClr val="FFFFFF"/>
                    </a:solidFill>
                  </a:tcPr>
                </a:tc>
                <a:tc>
                  <a: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索引と用語の対応を確認</a:t>
                      </a:r>
                    </a:p>
                  </a:txBody>
                  <a:tcPr marL="155448" marR="155448" marT="64008" marB="64008">
                    <a:solidFill>
                      <a:srgbClr val="FFFFFF"/>
                    </a:solidFill>
                  </a:tcPr>
                </a:tc>
              </a:tr>
              <a:tr h="509451">
                <a:tc>
                  <a: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根拠まで辿れる</a:t>
                      </a:r>
                    </a:p>
                  </a:txBody>
                  <a:tcPr marL="155448" marR="155448" marT="64008" marB="64008">
                    <a:solidFill>
                      <a:srgbClr val="EDF1F4"/>
                    </a:solidFill>
                  </a:tcPr>
                </a:tc>
                <a:tc>
                  <a: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引用箇所と調査条件を照合</a:t>
                      </a:r>
                    </a:p>
                  </a:txBody>
                  <a:tcPr marL="155448" marR="155448" marT="64008" marB="64008">
                    <a:solidFill>
                      <a:srgbClr val="EDF1F4"/>
                    </a:solidFill>
                  </a:tcPr>
                </a:tc>
              </a:tr>
              <a:tr h="509451">
                <a:tc>
                  <a: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更新範囲を決める</a:t>
                      </a:r>
                    </a:p>
                  </a:txBody>
                  <a:tcPr marL="155448" marR="155448" marT="64008" marB="64008">
                    <a:solidFill>
                      <a:srgbClr val="FFFFFF"/>
                    </a:solidFill>
                  </a:tcPr>
                </a:tc>
                <a:tc>
                  <a: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担当と確認時期を決める</a:t>
                      </a:r>
                    </a:p>
                  </a:txBody>
                  <a:tcPr marL="155448" marR="155448" marT="64008" marB="64008">
                    <a:solidFill>
                      <a:srgbClr val="FFFFFF"/>
                    </a:solidFill>
                  </a:tcPr>
                </a:tc>
              </a:tr>
              <a:tr h="509451">
                <a:tc>
                  <a: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例外を見える化</a:t>
                      </a:r>
                    </a:p>
                  </a:txBody>
                  <a:tcPr marL="155448" marR="155448" marT="64008" marB="64008">
                    <a:solidFill>
                      <a:srgbClr val="EDF1F4"/>
                    </a:solidFill>
                  </a:tcPr>
                </a:tc>
                <a:tc>
                  <a: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適用できない場面を記録</a:t>
                      </a:r>
                    </a:p>
                  </a:txBody>
                  <a:tcPr marL="155448" marR="155448" marT="64008" marB="64008">
                    <a:solidFill>
                      <a:srgbClr val="EDF1F4"/>
                    </a:solidFill>
                  </a:tcPr>
                </a:tc>
              </a:tr>
              <a:tr h="509451">
                <a:tc>
                  <a: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比較軸を共有する</a:t>
                      </a:r>
                    </a:p>
                  </a:txBody>
                  <a:tcPr marL="155448" marR="155448" marT="64008" marB="64008">
                    <a:solidFill>
                      <a:srgbClr val="FFFFFF"/>
                    </a:solidFill>
                  </a:tcPr>
                </a:tc>
                <a:tc>
                  <a: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評価項目の定義を揃える</a:t>
                      </a:r>
                    </a:p>
                  </a:txBody>
                  <a:tcPr marL="155448" marR="155448" marT="64008" marB="64008">
                    <a:solidFill>
                      <a:srgbClr val="FFFFFF"/>
                    </a:solidFill>
                  </a:tcPr>
                </a:tc>
              </a:tr>
              <a:tr h="509454">
                <a:tc>
                  <a: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確認先を残す</a:t>
                      </a:r>
                    </a:p>
                  </a:txBody>
                  <a:tcPr marL="155448" marR="155448" marT="64008" marB="64008">
                    <a:solidFill>
                      <a:srgbClr val="EDF1F4"/>
                    </a:solidFill>
                  </a:tcPr>
                </a:tc>
                <a:tc>
                  <a: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未確認の論点を引き継ぐ</a:t>
                      </a:r>
                    </a:p>
                  </a:txBody>
                  <a:tcPr marL="155448" marR="155448" marT="64008" marB="64008">
                    <a:solidFill>
                      <a:srgbClr val="EDF1F4"/>
                    </a:solidFill>
                  </a:tcPr>
                </a:tc>
              </a:tr>
            </a:tbl>
          </a:graphicData>
        </a:graphic>
      </p:graphicFrame>
      <p:sp>
        <p:nvSpPr>
          <p:cNvPr id="10" name="slot:note"/>
          <p:cNvSpPr txBox="1"/>
          <p:nvPr/>
        </p:nvSpPr>
        <p:spPr>
          <a:xfrm>
            <a:off x="658368" y="5806440"/>
            <a:ext cx="10789920" cy="393192"/>
          </a:xfrm>
          <a:prstGeom prst="rect">
            <a:avLst/>
          </a:prstGeom>
          <a:noFill/>
        </p:spPr>
        <p:txBody>
          <a:bodyPr wrap="square"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留保：同じ条件で比較した結果ではない。各資料の対象範囲を確認する。</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公開レイアウト見本</a:t>
            </a:r>
          </a:p>
        </p:txBody>
      </p:sp>
      <p:sp>
        <p:nvSpPr>
          <p:cNvPr id="4" name="meta:page"/>
          <p:cNvSpPr txBox="1"/>
          <p:nvPr/>
        </p:nvSpPr>
        <p:spPr>
          <a:xfrm>
            <a:off x="10972800" y="6391656"/>
            <a:ext cx="621792" cy="274320"/>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63</a:t>
            </a:r>
          </a:p>
        </p:txBody>
      </p:sp>
      <p:sp>
        <p:nvSpPr>
          <p:cNvPr id="5" name="meta:footer"/>
          <p:cNvSpPr txBox="1"/>
          <p:nvPr/>
        </p:nvSpPr>
        <p:spPr>
          <a:xfrm>
            <a:off x="603504" y="6419088"/>
            <a:ext cx="9601200" cy="237744"/>
          </a:xfrm>
          <a:prstGeom prst="rect">
            <a:avLst/>
          </a:prstGeom>
          <a:noFill/>
        </p:spPr>
        <p:txBody>
          <a:bodyPr wrap="square"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slide-layout-agent</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社内ナレッジを探しやすくする条件</a:t>
            </a:r>
          </a:p>
        </p:txBody>
      </p:sp>
      <p:sp>
        <p:nvSpPr>
          <p:cNvPr id="8" name="slot:context"/>
          <p:cNvSpPr txBox="1"/>
          <p:nvPr/>
        </p:nvSpPr>
        <p:spPr>
          <a:xfrm>
            <a:off x="621792" y="1490472"/>
            <a:ext cx="10927080" cy="502920"/>
          </a:xfrm>
          <a:prstGeom prst="rect">
            <a:avLst/>
          </a:prstGeom>
          <a:noFill/>
        </p:spPr>
        <p:txBody>
          <a:bodyPr wrap="square"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架空の社内調査。運用条件を整理した所見であり、効果を実証したものではない。</a:t>
            </a:r>
          </a:p>
        </p:txBody>
      </p:sp>
      <p:graphicFrame>
        <p:nvGraphicFramePr>
          <p:cNvPr id="9" name="slot:table"/>
          <p:cNvGraphicFramePr>
            <a:graphicFrameLocks noGrp="1"/>
          </p:cNvGraphicFramePr>
          <p:nvPr/>
        </p:nvGraphicFramePr>
        <p:xfrm>
          <a:off x="603504" y="2148840"/>
          <a:ext cx="10972800" cy="3566160"/>
        </p:xfrm>
        <a:graphic>
          <a:graphicData uri="http://schemas.openxmlformats.org/drawingml/2006/table">
            <a:tbl>
              <a:tblPr firstRow="1" bandRow="1">
                <a:tableStyleId>{5C22544A-7EE6-4342-B048-85BDC9FD1C3A}</a:tableStyleId>
              </a:tblPr>
              <a:tblGrid>
                <a:gridCol w="3657600"/>
                <a:gridCol w="3657600"/>
                <a:gridCol w="3657600"/>
              </a:tblGrid>
              <a:tr h="713232">
                <a:tc>
                  <a:txBody>
                    <a:bodyPr wrap="square" lIns="18288" rIns="18288" tIns="13716" bIns="13716">
                      <a:noAutofit/>
                    </a:bodyPr>
                    <a:lstStyle/>
                    <a:p>
                      <a:pPr hangingPunct="0" eaLnBrk="1" latinLnBrk="0">
                        <a:lnSpc>
                          <a:spcPts val="2250"/>
                        </a:lnSpc>
                        <a:spcBef>
                          <a:spcPts val="0"/>
                        </a:spcBef>
                        <a:spcAft>
                          <a:spcPts val="0"/>
                        </a:spcAft>
                        <a:defRPr lang="ja-JP" sz="1800" b="1">
                          <a:solidFill>
                            <a:srgbClr val="FFFFFF"/>
                          </a:solidFill>
                          <a:latin typeface="Yu Gothic"/>
                          <a:ea typeface="Yu Gothic"/>
                          <a:cs typeface="Yu Gothic"/>
                        </a:defRPr>
                      </a:pPr>
                      <a:r>
                        <a:rPr lang="ja-JP" sz="1800" b="1">
                          <a:solidFill>
                            <a:srgbClr val="FFFFFF"/>
                          </a:solidFill>
                          <a:latin typeface="Yu Gothic"/>
                          <a:ea typeface="Yu Gothic"/>
                          <a:cs typeface="Yu Gothic"/>
                        </a:rPr>
                        <a:t>観点</a:t>
                      </a:r>
                    </a:p>
                  </a:txBody>
                  <a:tcPr marL="155448" marR="155448" marT="64008" marB="64008">
                    <a:solidFill>
                      <a:srgbClr val="213547"/>
                    </a:solidFill>
                  </a:tcPr>
                </a:tc>
                <a:tc>
                  <a:txBody>
                    <a:bodyPr wrap="square" lIns="18288" rIns="18288" tIns="13716" bIns="13716">
                      <a:noAutofit/>
                    </a:bodyPr>
                    <a:lstStyle/>
                    <a:p>
                      <a:pPr hangingPunct="0" eaLnBrk="1" latinLnBrk="0">
                        <a:lnSpc>
                          <a:spcPts val="2250"/>
                        </a:lnSpc>
                        <a:spcBef>
                          <a:spcPts val="0"/>
                        </a:spcBef>
                        <a:spcAft>
                          <a:spcPts val="0"/>
                        </a:spcAft>
                        <a:defRPr lang="ja-JP" sz="1800" b="1">
                          <a:solidFill>
                            <a:srgbClr val="FFFFFF"/>
                          </a:solidFill>
                          <a:latin typeface="Yu Gothic"/>
                          <a:ea typeface="Yu Gothic"/>
                          <a:cs typeface="Yu Gothic"/>
                        </a:defRPr>
                      </a:pPr>
                      <a:r>
                        <a:rPr lang="ja-JP" sz="1800" b="1">
                          <a:solidFill>
                            <a:srgbClr val="FFFFFF"/>
                          </a:solidFill>
                          <a:latin typeface="Yu Gothic"/>
                          <a:ea typeface="Yu Gothic"/>
                          <a:cs typeface="Yu Gothic"/>
                        </a:rPr>
                        <a:t>確認事項</a:t>
                      </a:r>
                    </a:p>
                  </a:txBody>
                  <a:tcPr marL="155448" marR="155448" marT="64008" marB="64008">
                    <a:solidFill>
                      <a:srgbClr val="213547"/>
                    </a:solidFill>
                  </a:tcPr>
                </a:tc>
                <a:tc>
                  <a:txBody>
                    <a:bodyPr wrap="square" lIns="18288" rIns="18288" tIns="13716" bIns="13716">
                      <a:noAutofit/>
                    </a:bodyPr>
                    <a:lstStyle/>
                    <a:p>
                      <a:pPr hangingPunct="0" eaLnBrk="1" latinLnBrk="0">
                        <a:lnSpc>
                          <a:spcPts val="2250"/>
                        </a:lnSpc>
                        <a:spcBef>
                          <a:spcPts val="0"/>
                        </a:spcBef>
                        <a:spcAft>
                          <a:spcPts val="0"/>
                        </a:spcAft>
                        <a:defRPr lang="ja-JP" sz="1800" b="1">
                          <a:solidFill>
                            <a:srgbClr val="FFFFFF"/>
                          </a:solidFill>
                          <a:latin typeface="Yu Gothic"/>
                          <a:ea typeface="Yu Gothic"/>
                          <a:cs typeface="Yu Gothic"/>
                        </a:defRPr>
                      </a:pPr>
                      <a:r>
                        <a:rPr lang="ja-JP" sz="1800" b="1">
                          <a:solidFill>
                            <a:srgbClr val="FFFFFF"/>
                          </a:solidFill>
                          <a:latin typeface="Yu Gothic"/>
                          <a:ea typeface="Yu Gothic"/>
                          <a:cs typeface="Yu Gothic"/>
                        </a:rPr>
                        <a:t>留保</a:t>
                      </a:r>
                    </a:p>
                  </a:txBody>
                  <a:tcPr marL="155448" marR="155448" marT="64008" marB="64008">
                    <a:solidFill>
                      <a:srgbClr val="213547"/>
                    </a:solidFill>
                  </a:tcPr>
                </a:tc>
              </a:tr>
              <a:tr h="713232">
                <a:tc>
                  <a: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検索入口を揃える</a:t>
                      </a:r>
                    </a:p>
                  </a:txBody>
                  <a:tcPr marL="155448" marR="155448" marT="64008" marB="64008">
                    <a:solidFill>
                      <a:srgbClr val="FFFFFF"/>
                    </a:solidFill>
                  </a:tcPr>
                </a:tc>
                <a:tc>
                  <a: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索引と用語の対応を確認</a:t>
                      </a:r>
                    </a:p>
                  </a:txBody>
                  <a:tcPr marL="155448" marR="155448" marT="64008" marB="64008">
                    <a:solidFill>
                      <a:srgbClr val="FFFFFF"/>
                    </a:solidFill>
                  </a:tcPr>
                </a:tc>
                <a:tc>
                  <a: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架空資料A・検索節</a:t>
                      </a:r>
                    </a:p>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部署間の呼称差が残る</a:t>
                      </a:r>
                    </a:p>
                  </a:txBody>
                  <a:tcPr marL="155448" marR="155448" marT="64008" marB="64008">
                    <a:solidFill>
                      <a:srgbClr val="FFFFFF"/>
                    </a:solidFill>
                  </a:tcPr>
                </a:tc>
              </a:tr>
              <a:tr h="713232">
                <a:tc>
                  <a: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根拠まで辿れる</a:t>
                      </a:r>
                    </a:p>
                  </a:txBody>
                  <a:tcPr marL="155448" marR="155448" marT="64008" marB="64008">
                    <a:solidFill>
                      <a:srgbClr val="EDF1F4"/>
                    </a:solidFill>
                  </a:tcPr>
                </a:tc>
                <a:tc>
                  <a: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引用箇所と調査条件を照合</a:t>
                      </a:r>
                    </a:p>
                  </a:txBody>
                  <a:tcPr marL="155448" marR="155448" marT="64008" marB="64008">
                    <a:solidFill>
                      <a:srgbClr val="EDF1F4"/>
                    </a:solidFill>
                  </a:tcPr>
                </a:tc>
                <a:tc>
                  <a: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架空資料B・条件節</a:t>
                      </a:r>
                    </a:p>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原文の条件を保持</a:t>
                      </a:r>
                    </a:p>
                  </a:txBody>
                  <a:tcPr marL="155448" marR="155448" marT="64008" marB="64008">
                    <a:solidFill>
                      <a:srgbClr val="EDF1F4"/>
                    </a:solidFill>
                  </a:tcPr>
                </a:tc>
              </a:tr>
              <a:tr h="713232">
                <a:tc>
                  <a: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更新範囲を決める</a:t>
                      </a:r>
                    </a:p>
                  </a:txBody>
                  <a:tcPr marL="155448" marR="155448" marT="64008" marB="64008">
                    <a:solidFill>
                      <a:srgbClr val="FFFFFF"/>
                    </a:solidFill>
                  </a:tcPr>
                </a:tc>
                <a:tc>
                  <a: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担当と確認時期を決める</a:t>
                      </a:r>
                    </a:p>
                  </a:txBody>
                  <a:tcPr marL="155448" marR="155448" marT="64008" marB="64008">
                    <a:solidFill>
                      <a:srgbClr val="FFFFFF"/>
                    </a:solidFill>
                  </a:tcPr>
                </a:tc>
                <a:tc>
                  <a: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架空資料C・運用節</a:t>
                      </a:r>
                    </a:p>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確認日：未記録</a:t>
                      </a:r>
                    </a:p>
                  </a:txBody>
                  <a:tcPr marL="155448" marR="155448" marT="64008" marB="64008">
                    <a:solidFill>
                      <a:srgbClr val="FFFFFF"/>
                    </a:solidFill>
                  </a:tcPr>
                </a:tc>
              </a:tr>
              <a:tr h="713232">
                <a:tc>
                  <a: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例外を見える化</a:t>
                      </a:r>
                    </a:p>
                  </a:txBody>
                  <a:tcPr marL="155448" marR="155448" marT="64008" marB="64008">
                    <a:solidFill>
                      <a:srgbClr val="EDF1F4"/>
                    </a:solidFill>
                  </a:tcPr>
                </a:tc>
                <a:tc>
                  <a: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適用できない場面を記録</a:t>
                      </a:r>
                    </a:p>
                  </a:txBody>
                  <a:tcPr marL="155448" marR="155448" marT="64008" marB="64008">
                    <a:solidFill>
                      <a:srgbClr val="EDF1F4"/>
                    </a:solidFill>
                  </a:tcPr>
                </a:tc>
                <a:tc>
                  <a: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架空資料D・例外節</a:t>
                      </a:r>
                    </a:p>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個別の判断が必要</a:t>
                      </a:r>
                    </a:p>
                  </a:txBody>
                  <a:tcPr marL="155448" marR="155448" marT="64008" marB="64008">
                    <a:solidFill>
                      <a:srgbClr val="EDF1F4"/>
                    </a:solidFill>
                  </a:tcPr>
                </a:tc>
              </a:tr>
            </a:tbl>
          </a:graphicData>
        </a:graphic>
      </p:graphicFrame>
      <p:sp>
        <p:nvSpPr>
          <p:cNvPr id="10" name="slot:note"/>
          <p:cNvSpPr txBox="1"/>
          <p:nvPr/>
        </p:nvSpPr>
        <p:spPr>
          <a:xfrm>
            <a:off x="658368" y="5806440"/>
            <a:ext cx="10789920" cy="393192"/>
          </a:xfrm>
          <a:prstGeom prst="rect">
            <a:avLst/>
          </a:prstGeom>
          <a:noFill/>
        </p:spPr>
        <p:txBody>
          <a:bodyPr wrap="square"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留保：同じ条件で比較した結果ではない。各資料の対象範囲を確認する。</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公開レイアウト見本</a:t>
            </a:r>
          </a:p>
        </p:txBody>
      </p:sp>
      <p:sp>
        <p:nvSpPr>
          <p:cNvPr id="4" name="meta:page"/>
          <p:cNvSpPr txBox="1"/>
          <p:nvPr/>
        </p:nvSpPr>
        <p:spPr>
          <a:xfrm>
            <a:off x="10972800" y="6391656"/>
            <a:ext cx="621792" cy="274320"/>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64</a:t>
            </a:r>
          </a:p>
        </p:txBody>
      </p:sp>
      <p:sp>
        <p:nvSpPr>
          <p:cNvPr id="5" name="meta:footer"/>
          <p:cNvSpPr txBox="1"/>
          <p:nvPr/>
        </p:nvSpPr>
        <p:spPr>
          <a:xfrm>
            <a:off x="603504" y="6419088"/>
            <a:ext cx="9601200" cy="237744"/>
          </a:xfrm>
          <a:prstGeom prst="rect">
            <a:avLst/>
          </a:prstGeom>
          <a:noFill/>
        </p:spPr>
        <p:txBody>
          <a:bodyPr wrap="square"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slide-layout-agent</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社内ナレッジを探しやすくする条件</a:t>
            </a:r>
          </a:p>
        </p:txBody>
      </p:sp>
      <p:sp>
        <p:nvSpPr>
          <p:cNvPr id="8" name="slot:context"/>
          <p:cNvSpPr txBox="1"/>
          <p:nvPr/>
        </p:nvSpPr>
        <p:spPr>
          <a:xfrm>
            <a:off x="621792" y="1490472"/>
            <a:ext cx="10927080" cy="502920"/>
          </a:xfrm>
          <a:prstGeom prst="rect">
            <a:avLst/>
          </a:prstGeom>
          <a:noFill/>
        </p:spPr>
        <p:txBody>
          <a:bodyPr wrap="square"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架空の社内調査。運用条件を整理した所見であり、効果を実証したものではない。</a:t>
            </a:r>
          </a:p>
        </p:txBody>
      </p:sp>
      <p:sp>
        <p:nvSpPr>
          <p:cNvPr id="9" name="slot:unit"/>
          <p:cNvSpPr txBox="1"/>
          <p:nvPr/>
        </p:nvSpPr>
        <p:spPr>
          <a:xfrm>
            <a:off x="603504" y="2157984"/>
            <a:ext cx="6986016" cy="292608"/>
          </a:xfrm>
          <a:prstGeom prst="rect">
            <a:avLst/>
          </a:prstGeom>
          <a:noFill/>
        </p:spPr>
        <p:txBody>
          <a:bodyPr wrap="square"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課題の言及数（件）／複数回答・架空例</a:t>
            </a:r>
          </a:p>
        </p:txBody>
      </p:sp>
      <p:graphicFrame>
        <p:nvGraphicFramePr>
          <p:cNvPr id="10" name="slot:chart"/>
          <p:cNvGraphicFramePr>
            <a:graphicFrameLocks noGrp="1"/>
          </p:cNvGraphicFramePr>
          <p:nvPr/>
        </p:nvGraphicFramePr>
        <p:xfrm>
          <a:off x="603504" y="2496312"/>
          <a:ext cx="6986016" cy="3447288"/>
        </p:xfrm>
        <a:graphic>
          <a:graphicData uri="http://schemas.openxmlformats.org/drawingml/2006/chart">
            <c:chart xmlns:c="http://schemas.openxmlformats.org/drawingml/2006/chart" r:id="rId2"/>
          </a:graphicData>
        </a:graphic>
      </p:graphicFrame>
      <p:sp>
        <p:nvSpPr>
          <p:cNvPr id="11" name="slot:insight"/>
          <p:cNvSpPr txBox="1"/>
          <p:nvPr/>
        </p:nvSpPr>
        <p:spPr>
          <a:xfrm>
            <a:off x="7955279" y="2304288"/>
            <a:ext cx="3621024" cy="2834640"/>
          </a:xfrm>
          <a:prstGeom prst="rect">
            <a:avLst/>
          </a:prstGeom>
          <a:noFill/>
        </p:spPr>
        <p:txBody>
          <a:bodyPr wrap="square" lIns="18288" rIns="18288" tIns="13716" bIns="13716">
            <a:noAutofit/>
          </a:bodyPr>
          <a:lstStyle/>
          <a:p>
            <a:pPr hangingPunct="0" eaLnBrk="1" latinLnBrk="0">
              <a:lnSpc>
                <a:spcPts val="2625"/>
              </a:lnSpc>
              <a:spcBef>
                <a:spcPts val="0"/>
              </a:spcBef>
              <a:spcAft>
                <a:spcPts val="0"/>
              </a:spcAft>
              <a:defRPr lang="ja-JP" sz="2100" b="1">
                <a:solidFill>
                  <a:srgbClr val="213547"/>
                </a:solidFill>
                <a:latin typeface="Yu Gothic"/>
                <a:ea typeface="Yu Gothic"/>
                <a:cs typeface="Yu Gothic"/>
              </a:defRPr>
            </a:pPr>
            <a:r>
              <a:rPr lang="ja-JP" sz="2100" b="1">
                <a:solidFill>
                  <a:srgbClr val="213547"/>
                </a:solidFill>
                <a:latin typeface="Yu Gothic"/>
                <a:ea typeface="Yu Gothic"/>
                <a:cs typeface="Yu Gothic"/>
              </a:rPr>
              <a:t>検索の課題が多いが、回答件数のみで重要度を判断することはできない。</a:t>
            </a:r>
          </a:p>
        </p:txBody>
      </p:sp>
      <p:sp>
        <p:nvSpPr>
          <p:cNvPr id="12" name="slot:note"/>
          <p:cNvSpPr txBox="1"/>
          <p:nvPr/>
        </p:nvSpPr>
        <p:spPr>
          <a:xfrm>
            <a:off x="7955279" y="5358384"/>
            <a:ext cx="3621024" cy="658368"/>
          </a:xfrm>
          <a:prstGeom prst="rect">
            <a:avLst/>
          </a:prstGeom>
          <a:noFill/>
        </p:spPr>
        <p:txBody>
          <a:bodyPr wrap="square"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架空集計であり、効果や因果関係は未検証。</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公開レイアウト見本</a:t>
            </a:r>
          </a:p>
        </p:txBody>
      </p:sp>
      <p:sp>
        <p:nvSpPr>
          <p:cNvPr id="4" name="meta:page"/>
          <p:cNvSpPr txBox="1"/>
          <p:nvPr/>
        </p:nvSpPr>
        <p:spPr>
          <a:xfrm>
            <a:off x="10972800" y="6391656"/>
            <a:ext cx="621792" cy="274320"/>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65</a:t>
            </a:r>
          </a:p>
        </p:txBody>
      </p:sp>
      <p:sp>
        <p:nvSpPr>
          <p:cNvPr id="5" name="meta:footer"/>
          <p:cNvSpPr txBox="1"/>
          <p:nvPr/>
        </p:nvSpPr>
        <p:spPr>
          <a:xfrm>
            <a:off x="603504" y="6419088"/>
            <a:ext cx="9601200" cy="237744"/>
          </a:xfrm>
          <a:prstGeom prst="rect">
            <a:avLst/>
          </a:prstGeom>
          <a:noFill/>
        </p:spPr>
        <p:txBody>
          <a:bodyPr wrap="square"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slide-layout-agent</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社内ナレッジを探しやすくする条件</a:t>
            </a:r>
          </a:p>
        </p:txBody>
      </p:sp>
      <p:sp>
        <p:nvSpPr>
          <p:cNvPr id="8" name="slot:context"/>
          <p:cNvSpPr txBox="1"/>
          <p:nvPr/>
        </p:nvSpPr>
        <p:spPr>
          <a:xfrm>
            <a:off x="621792" y="1490472"/>
            <a:ext cx="10927080" cy="502920"/>
          </a:xfrm>
          <a:prstGeom prst="rect">
            <a:avLst/>
          </a:prstGeom>
          <a:noFill/>
        </p:spPr>
        <p:txBody>
          <a:bodyPr wrap="square"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架空の社内調査。運用条件を整理した所見であり、効果を実証したものではない。</a:t>
            </a:r>
          </a:p>
        </p:txBody>
      </p:sp>
      <p:sp>
        <p:nvSpPr>
          <p:cNvPr id="9" name="slot:unit"/>
          <p:cNvSpPr txBox="1"/>
          <p:nvPr/>
        </p:nvSpPr>
        <p:spPr>
          <a:xfrm>
            <a:off x="4572000" y="2157984"/>
            <a:ext cx="6986016" cy="292608"/>
          </a:xfrm>
          <a:prstGeom prst="rect">
            <a:avLst/>
          </a:prstGeom>
          <a:noFill/>
        </p:spPr>
        <p:txBody>
          <a:bodyPr wrap="square"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課題の言及数（件）／複数回答・架空例</a:t>
            </a:r>
          </a:p>
        </p:txBody>
      </p:sp>
      <p:graphicFrame>
        <p:nvGraphicFramePr>
          <p:cNvPr id="10" name="slot:chart"/>
          <p:cNvGraphicFramePr>
            <a:graphicFrameLocks noGrp="1"/>
          </p:cNvGraphicFramePr>
          <p:nvPr/>
        </p:nvGraphicFramePr>
        <p:xfrm>
          <a:off x="4572000" y="2496312"/>
          <a:ext cx="6986016" cy="3447288"/>
        </p:xfrm>
        <a:graphic>
          <a:graphicData uri="http://schemas.openxmlformats.org/drawingml/2006/chart">
            <c:chart xmlns:c="http://schemas.openxmlformats.org/drawingml/2006/chart" r:id="rId2"/>
          </a:graphicData>
        </a:graphic>
      </p:graphicFrame>
      <p:sp>
        <p:nvSpPr>
          <p:cNvPr id="11" name="slot:insight"/>
          <p:cNvSpPr txBox="1"/>
          <p:nvPr/>
        </p:nvSpPr>
        <p:spPr>
          <a:xfrm>
            <a:off x="603504" y="2304288"/>
            <a:ext cx="3621024" cy="2834640"/>
          </a:xfrm>
          <a:prstGeom prst="rect">
            <a:avLst/>
          </a:prstGeom>
          <a:noFill/>
        </p:spPr>
        <p:txBody>
          <a:bodyPr wrap="square" lIns="18288" rIns="18288" tIns="13716" bIns="13716">
            <a:noAutofit/>
          </a:bodyPr>
          <a:lstStyle/>
          <a:p>
            <a:pPr hangingPunct="0" eaLnBrk="1" latinLnBrk="0">
              <a:lnSpc>
                <a:spcPts val="2625"/>
              </a:lnSpc>
              <a:spcBef>
                <a:spcPts val="0"/>
              </a:spcBef>
              <a:spcAft>
                <a:spcPts val="0"/>
              </a:spcAft>
              <a:defRPr lang="ja-JP" sz="2100" b="1">
                <a:solidFill>
                  <a:srgbClr val="213547"/>
                </a:solidFill>
                <a:latin typeface="Yu Gothic"/>
                <a:ea typeface="Yu Gothic"/>
                <a:cs typeface="Yu Gothic"/>
              </a:defRPr>
            </a:pPr>
            <a:r>
              <a:rPr lang="ja-JP" sz="2100" b="1">
                <a:solidFill>
                  <a:srgbClr val="213547"/>
                </a:solidFill>
                <a:latin typeface="Yu Gothic"/>
                <a:ea typeface="Yu Gothic"/>
                <a:cs typeface="Yu Gothic"/>
              </a:rPr>
              <a:t>検索の課題が多いが、回答件数のみで重要度を判断することはできない。</a:t>
            </a:r>
          </a:p>
        </p:txBody>
      </p:sp>
      <p:sp>
        <p:nvSpPr>
          <p:cNvPr id="12" name="slot:note"/>
          <p:cNvSpPr txBox="1"/>
          <p:nvPr/>
        </p:nvSpPr>
        <p:spPr>
          <a:xfrm>
            <a:off x="603504" y="5358384"/>
            <a:ext cx="3621024" cy="658368"/>
          </a:xfrm>
          <a:prstGeom prst="rect">
            <a:avLst/>
          </a:prstGeom>
          <a:noFill/>
        </p:spPr>
        <p:txBody>
          <a:bodyPr wrap="square"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架空集計であり、効果や因果関係は未検証。</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公開レイアウト見本</a:t>
            </a:r>
          </a:p>
        </p:txBody>
      </p:sp>
      <p:sp>
        <p:nvSpPr>
          <p:cNvPr id="4" name="meta:page"/>
          <p:cNvSpPr txBox="1"/>
          <p:nvPr/>
        </p:nvSpPr>
        <p:spPr>
          <a:xfrm>
            <a:off x="10972800" y="6391656"/>
            <a:ext cx="621792" cy="274320"/>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66</a:t>
            </a:r>
          </a:p>
        </p:txBody>
      </p:sp>
      <p:sp>
        <p:nvSpPr>
          <p:cNvPr id="5" name="meta:footer"/>
          <p:cNvSpPr txBox="1"/>
          <p:nvPr/>
        </p:nvSpPr>
        <p:spPr>
          <a:xfrm>
            <a:off x="603504" y="6419088"/>
            <a:ext cx="9601200" cy="237744"/>
          </a:xfrm>
          <a:prstGeom prst="rect">
            <a:avLst/>
          </a:prstGeom>
          <a:noFill/>
        </p:spPr>
        <p:txBody>
          <a:bodyPr wrap="square"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slide-layout-agent</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社内ナレッジを探しやすくする条件</a:t>
            </a:r>
          </a:p>
        </p:txBody>
      </p:sp>
      <p:sp>
        <p:nvSpPr>
          <p:cNvPr id="8" name="slot:context"/>
          <p:cNvSpPr txBox="1"/>
          <p:nvPr/>
        </p:nvSpPr>
        <p:spPr>
          <a:xfrm>
            <a:off x="621792" y="1490472"/>
            <a:ext cx="10927080" cy="502920"/>
          </a:xfrm>
          <a:prstGeom prst="rect">
            <a:avLst/>
          </a:prstGeom>
          <a:noFill/>
        </p:spPr>
        <p:txBody>
          <a:bodyPr wrap="square"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架空の社内調査。運用条件を整理した所見であり、効果を実証したものではない。</a:t>
            </a:r>
          </a:p>
        </p:txBody>
      </p:sp>
      <p:sp>
        <p:nvSpPr>
          <p:cNvPr id="9" name="slot:unit"/>
          <p:cNvSpPr txBox="1"/>
          <p:nvPr/>
        </p:nvSpPr>
        <p:spPr>
          <a:xfrm>
            <a:off x="603504" y="2139696"/>
            <a:ext cx="10972800" cy="292608"/>
          </a:xfrm>
          <a:prstGeom prst="rect">
            <a:avLst/>
          </a:prstGeom>
          <a:noFill/>
        </p:spPr>
        <p:txBody>
          <a:bodyPr wrap="square"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課題の言及数（件）／複数回答・架空例</a:t>
            </a:r>
          </a:p>
        </p:txBody>
      </p:sp>
      <p:graphicFrame>
        <p:nvGraphicFramePr>
          <p:cNvPr id="10" name="slot:chart"/>
          <p:cNvGraphicFramePr>
            <a:graphicFrameLocks noGrp="1"/>
          </p:cNvGraphicFramePr>
          <p:nvPr/>
        </p:nvGraphicFramePr>
        <p:xfrm>
          <a:off x="603504" y="2478024"/>
          <a:ext cx="10972800" cy="2212848"/>
        </p:xfrm>
        <a:graphic>
          <a:graphicData uri="http://schemas.openxmlformats.org/drawingml/2006/chart">
            <c:chart xmlns:c="http://schemas.openxmlformats.org/drawingml/2006/chart" r:id="rId2"/>
          </a:graphicData>
        </a:graphic>
      </p:graphicFrame>
      <p:sp>
        <p:nvSpPr>
          <p:cNvPr id="11" name="slot:insight"/>
          <p:cNvSpPr txBox="1"/>
          <p:nvPr/>
        </p:nvSpPr>
        <p:spPr>
          <a:xfrm>
            <a:off x="731520" y="4983480"/>
            <a:ext cx="10698480" cy="685800"/>
          </a:xfrm>
          <a:prstGeom prst="rect">
            <a:avLst/>
          </a:prstGeom>
          <a:noFill/>
        </p:spPr>
        <p:txBody>
          <a:bodyPr wrap="square" lIns="18288" rIns="18288" tIns="13716" bIns="13716">
            <a:noAutofit/>
          </a:bodyPr>
          <a:lstStyle/>
          <a:p>
            <a:pPr hangingPunct="0" eaLnBrk="1" latinLnBrk="0">
              <a:lnSpc>
                <a:spcPts val="2625"/>
              </a:lnSpc>
              <a:spcBef>
                <a:spcPts val="0"/>
              </a:spcBef>
              <a:spcAft>
                <a:spcPts val="0"/>
              </a:spcAft>
              <a:defRPr lang="ja-JP" sz="2100" b="1">
                <a:solidFill>
                  <a:srgbClr val="213547"/>
                </a:solidFill>
                <a:latin typeface="Yu Gothic"/>
                <a:ea typeface="Yu Gothic"/>
                <a:cs typeface="Yu Gothic"/>
              </a:defRPr>
            </a:pPr>
            <a:r>
              <a:rPr lang="ja-JP" sz="2100" b="1">
                <a:solidFill>
                  <a:srgbClr val="213547"/>
                </a:solidFill>
                <a:latin typeface="Yu Gothic"/>
                <a:ea typeface="Yu Gothic"/>
                <a:cs typeface="Yu Gothic"/>
              </a:rPr>
              <a:t>検索の課題が多いが、回答件数のみで重要度を判断することはできない。</a:t>
            </a:r>
          </a:p>
        </p:txBody>
      </p:sp>
      <p:sp>
        <p:nvSpPr>
          <p:cNvPr id="12" name="slot:note"/>
          <p:cNvSpPr txBox="1"/>
          <p:nvPr/>
        </p:nvSpPr>
        <p:spPr>
          <a:xfrm>
            <a:off x="731520" y="5815584"/>
            <a:ext cx="10698480" cy="365760"/>
          </a:xfrm>
          <a:prstGeom prst="rect">
            <a:avLst/>
          </a:prstGeom>
          <a:noFill/>
        </p:spPr>
        <p:txBody>
          <a:bodyPr wrap="square"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架空集計であり、効果や因果関係は未検証。</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公開レイアウト見本</a:t>
            </a:r>
          </a:p>
        </p:txBody>
      </p:sp>
      <p:sp>
        <p:nvSpPr>
          <p:cNvPr id="4" name="meta:page"/>
          <p:cNvSpPr txBox="1"/>
          <p:nvPr/>
        </p:nvSpPr>
        <p:spPr>
          <a:xfrm>
            <a:off x="10972800" y="6391656"/>
            <a:ext cx="621792" cy="274320"/>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67</a:t>
            </a:r>
          </a:p>
        </p:txBody>
      </p:sp>
      <p:sp>
        <p:nvSpPr>
          <p:cNvPr id="5" name="meta:footer"/>
          <p:cNvSpPr txBox="1"/>
          <p:nvPr/>
        </p:nvSpPr>
        <p:spPr>
          <a:xfrm>
            <a:off x="603504" y="6419088"/>
            <a:ext cx="9601200" cy="237744"/>
          </a:xfrm>
          <a:prstGeom prst="rect">
            <a:avLst/>
          </a:prstGeom>
          <a:noFill/>
        </p:spPr>
        <p:txBody>
          <a:bodyPr wrap="square"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slide-layout-agent</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社内ナレッジを探しやすくする条件</a:t>
            </a:r>
          </a:p>
        </p:txBody>
      </p:sp>
      <p:sp>
        <p:nvSpPr>
          <p:cNvPr id="8" name="slot:context"/>
          <p:cNvSpPr txBox="1"/>
          <p:nvPr/>
        </p:nvSpPr>
        <p:spPr>
          <a:xfrm>
            <a:off x="621792" y="1490472"/>
            <a:ext cx="10927080" cy="502920"/>
          </a:xfrm>
          <a:prstGeom prst="rect">
            <a:avLst/>
          </a:prstGeom>
          <a:noFill/>
        </p:spPr>
        <p:txBody>
          <a:bodyPr wrap="square"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架空の社内調査。運用条件を整理した所見であり、効果を実証したものではない。</a:t>
            </a:r>
          </a:p>
        </p:txBody>
      </p:sp>
      <p:sp>
        <p:nvSpPr>
          <p:cNvPr id="9" name="slot:unit"/>
          <p:cNvSpPr txBox="1"/>
          <p:nvPr/>
        </p:nvSpPr>
        <p:spPr>
          <a:xfrm>
            <a:off x="603504" y="3346704"/>
            <a:ext cx="10972800" cy="292608"/>
          </a:xfrm>
          <a:prstGeom prst="rect">
            <a:avLst/>
          </a:prstGeom>
          <a:noFill/>
        </p:spPr>
        <p:txBody>
          <a:bodyPr wrap="square"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課題の言及数（件）／複数回答・架空例</a:t>
            </a:r>
          </a:p>
        </p:txBody>
      </p:sp>
      <p:graphicFrame>
        <p:nvGraphicFramePr>
          <p:cNvPr id="10" name="slot:chart"/>
          <p:cNvGraphicFramePr>
            <a:graphicFrameLocks noGrp="1"/>
          </p:cNvGraphicFramePr>
          <p:nvPr/>
        </p:nvGraphicFramePr>
        <p:xfrm>
          <a:off x="603504" y="3685032"/>
          <a:ext cx="10972800" cy="2212848"/>
        </p:xfrm>
        <a:graphic>
          <a:graphicData uri="http://schemas.openxmlformats.org/drawingml/2006/chart">
            <c:chart xmlns:c="http://schemas.openxmlformats.org/drawingml/2006/chart" r:id="rId2"/>
          </a:graphicData>
        </a:graphic>
      </p:graphicFrame>
      <p:sp>
        <p:nvSpPr>
          <p:cNvPr id="11" name="slot:insight"/>
          <p:cNvSpPr txBox="1"/>
          <p:nvPr/>
        </p:nvSpPr>
        <p:spPr>
          <a:xfrm>
            <a:off x="731520" y="2130552"/>
            <a:ext cx="10698480" cy="685800"/>
          </a:xfrm>
          <a:prstGeom prst="rect">
            <a:avLst/>
          </a:prstGeom>
          <a:noFill/>
        </p:spPr>
        <p:txBody>
          <a:bodyPr wrap="square" lIns="18288" rIns="18288" tIns="13716" bIns="13716">
            <a:noAutofit/>
          </a:bodyPr>
          <a:lstStyle/>
          <a:p>
            <a:pPr hangingPunct="0" eaLnBrk="1" latinLnBrk="0">
              <a:lnSpc>
                <a:spcPts val="2625"/>
              </a:lnSpc>
              <a:spcBef>
                <a:spcPts val="0"/>
              </a:spcBef>
              <a:spcAft>
                <a:spcPts val="0"/>
              </a:spcAft>
              <a:defRPr lang="ja-JP" sz="2100" b="1">
                <a:solidFill>
                  <a:srgbClr val="213547"/>
                </a:solidFill>
                <a:latin typeface="Yu Gothic"/>
                <a:ea typeface="Yu Gothic"/>
                <a:cs typeface="Yu Gothic"/>
              </a:defRPr>
            </a:pPr>
            <a:r>
              <a:rPr lang="ja-JP" sz="2100" b="1">
                <a:solidFill>
                  <a:srgbClr val="213547"/>
                </a:solidFill>
                <a:latin typeface="Yu Gothic"/>
                <a:ea typeface="Yu Gothic"/>
                <a:cs typeface="Yu Gothic"/>
              </a:rPr>
              <a:t>検索の課題が多いが、回答件数のみで重要度を判断することはできない。</a:t>
            </a:r>
          </a:p>
        </p:txBody>
      </p:sp>
      <p:sp>
        <p:nvSpPr>
          <p:cNvPr id="12" name="slot:note"/>
          <p:cNvSpPr txBox="1"/>
          <p:nvPr/>
        </p:nvSpPr>
        <p:spPr>
          <a:xfrm>
            <a:off x="731520" y="2898648"/>
            <a:ext cx="10698480" cy="365760"/>
          </a:xfrm>
          <a:prstGeom prst="rect">
            <a:avLst/>
          </a:prstGeom>
          <a:noFill/>
        </p:spPr>
        <p:txBody>
          <a:bodyPr wrap="square"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架空集計であり、効果や因果関係は未検証。</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公開レイアウト見本</a:t>
            </a:r>
          </a:p>
        </p:txBody>
      </p:sp>
      <p:sp>
        <p:nvSpPr>
          <p:cNvPr id="4" name="meta:page"/>
          <p:cNvSpPr txBox="1"/>
          <p:nvPr/>
        </p:nvSpPr>
        <p:spPr>
          <a:xfrm>
            <a:off x="10972800" y="6391656"/>
            <a:ext cx="621792" cy="274320"/>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68</a:t>
            </a:r>
          </a:p>
        </p:txBody>
      </p:sp>
      <p:sp>
        <p:nvSpPr>
          <p:cNvPr id="5" name="meta:footer"/>
          <p:cNvSpPr txBox="1"/>
          <p:nvPr/>
        </p:nvSpPr>
        <p:spPr>
          <a:xfrm>
            <a:off x="603504" y="6419088"/>
            <a:ext cx="9601200" cy="237744"/>
          </a:xfrm>
          <a:prstGeom prst="rect">
            <a:avLst/>
          </a:prstGeom>
          <a:noFill/>
        </p:spPr>
        <p:txBody>
          <a:bodyPr wrap="square"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slide-layout-agent</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社内ナレッジを探しやすくする条件</a:t>
            </a:r>
          </a:p>
        </p:txBody>
      </p:sp>
      <p:sp>
        <p:nvSpPr>
          <p:cNvPr id="8" name="slot:context"/>
          <p:cNvSpPr txBox="1"/>
          <p:nvPr/>
        </p:nvSpPr>
        <p:spPr>
          <a:xfrm>
            <a:off x="621792" y="1490472"/>
            <a:ext cx="10927080" cy="502920"/>
          </a:xfrm>
          <a:prstGeom prst="rect">
            <a:avLst/>
          </a:prstGeom>
          <a:noFill/>
        </p:spPr>
        <p:txBody>
          <a:bodyPr wrap="square"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架空の社内調査。運用条件を整理した所見であり、効果を実証したものではない。</a:t>
            </a:r>
          </a:p>
        </p:txBody>
      </p:sp>
      <p:sp>
        <p:nvSpPr>
          <p:cNvPr id="9" name="decor:3"/>
          <p:cNvSpPr/>
          <p:nvPr/>
        </p:nvSpPr>
        <p:spPr>
          <a:xfrm>
            <a:off x="603504" y="2139696"/>
            <a:ext cx="5669280" cy="3858768"/>
          </a:xfrm>
          <a:prstGeom prst="rect">
            <a:avLst/>
          </a:prstGeom>
          <a:solidFill>
            <a:srgbClr val="E8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lot:quotation"/>
          <p:cNvSpPr txBox="1"/>
          <p:nvPr/>
        </p:nvSpPr>
        <p:spPr>
          <a:xfrm>
            <a:off x="822960" y="2478024"/>
            <a:ext cx="5230368" cy="1243965"/>
          </a:xfrm>
          <a:prstGeom prst="rect">
            <a:avLst/>
          </a:prstGeom>
          <a:noFill/>
        </p:spPr>
        <p:txBody>
          <a:bodyPr wrap="square" lIns="18288" rIns="18288" tIns="13716" bIns="13716">
            <a:noAutofit/>
          </a:bodyPr>
          <a:lstStyle/>
          <a:p>
            <a:pPr hangingPunct="0" eaLnBrk="1" latinLnBrk="0">
              <a:lnSpc>
                <a:spcPts val="3125"/>
              </a:lnSpc>
              <a:spcBef>
                <a:spcPts val="0"/>
              </a:spcBef>
              <a:spcAft>
                <a:spcPts val="0"/>
              </a:spcAft>
              <a:defRPr lang="ja-JP" sz="2500" b="1">
                <a:solidFill>
                  <a:srgbClr val="087E83"/>
                </a:solidFill>
                <a:latin typeface="Yu Gothic"/>
                <a:ea typeface="Yu Gothic"/>
                <a:cs typeface="Yu Gothic"/>
              </a:defRPr>
            </a:pPr>
            <a:r>
              <a:rPr lang="ja-JP" sz="2500" b="1">
                <a:solidFill>
                  <a:srgbClr val="087E83"/>
                </a:solidFill>
                <a:latin typeface="Yu Gothic"/>
                <a:ea typeface="Yu Gothic"/>
                <a:cs typeface="Yu Gothic"/>
              </a:rPr>
              <a:t>資料を見つけた後で、いま使える内容かを判断するのに時間がかかる。</a:t>
            </a:r>
          </a:p>
        </p:txBody>
      </p:sp>
      <p:sp>
        <p:nvSpPr>
          <p:cNvPr id="11" name="slot:attribution"/>
          <p:cNvSpPr txBox="1"/>
          <p:nvPr/>
        </p:nvSpPr>
        <p:spPr>
          <a:xfrm>
            <a:off x="877824" y="3868293"/>
            <a:ext cx="5120640" cy="475488"/>
          </a:xfrm>
          <a:prstGeom prst="rect">
            <a:avLst/>
          </a:prstGeom>
          <a:noFill/>
        </p:spPr>
        <p:txBody>
          <a:bodyPr wrap="square"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架空ヒアリングの発言例。一般化は未検証。</a:t>
            </a:r>
          </a:p>
        </p:txBody>
      </p:sp>
      <p:sp>
        <p:nvSpPr>
          <p:cNvPr id="12" name="slot:interpretation"/>
          <p:cNvSpPr txBox="1"/>
          <p:nvPr/>
        </p:nvSpPr>
        <p:spPr>
          <a:xfrm>
            <a:off x="6720840" y="2331720"/>
            <a:ext cx="4846320" cy="716026"/>
          </a:xfrm>
          <a:prstGeom prst="rect">
            <a:avLst/>
          </a:prstGeom>
          <a:noFill/>
        </p:spPr>
        <p:txBody>
          <a:bodyPr wrap="square" lIns="18288" rIns="18288" tIns="13716" bIns="13716">
            <a:noAutofit/>
          </a:bodyPr>
          <a:lstStyle/>
          <a:p>
            <a:pPr hangingPunct="0" eaLnBrk="1" latinLnBrk="0">
              <a:lnSpc>
                <a:spcPts val="2625"/>
              </a:lnSpc>
              <a:spcBef>
                <a:spcPts val="0"/>
              </a:spcBef>
              <a:spcAft>
                <a:spcPts val="0"/>
              </a:spcAft>
              <a:defRPr lang="ja-JP" sz="2100" b="0">
                <a:solidFill>
                  <a:srgbClr val="213547"/>
                </a:solidFill>
                <a:latin typeface="Yu Gothic"/>
                <a:ea typeface="Yu Gothic"/>
                <a:cs typeface="Yu Gothic"/>
              </a:defRPr>
            </a:pPr>
            <a:r>
              <a:rPr lang="ja-JP" sz="2100" b="0">
                <a:solidFill>
                  <a:srgbClr val="213547"/>
                </a:solidFill>
                <a:latin typeface="Yu Gothic"/>
                <a:ea typeface="Yu Gothic"/>
                <a:cs typeface="Yu Gothic"/>
              </a:rPr>
              <a:t>示唆：検索結果と一緒に更新日・適用範囲・確認担当を示す。</a:t>
            </a:r>
          </a:p>
        </p:txBody>
      </p:sp>
      <p:sp>
        <p:nvSpPr>
          <p:cNvPr id="13" name="slot:caveat"/>
          <p:cNvSpPr txBox="1"/>
          <p:nvPr/>
        </p:nvSpPr>
        <p:spPr>
          <a:xfrm>
            <a:off x="6720840" y="3194050"/>
            <a:ext cx="4846320" cy="411480"/>
          </a:xfrm>
          <a:prstGeom prst="rect">
            <a:avLst/>
          </a:prstGeom>
          <a:noFill/>
        </p:spPr>
        <p:txBody>
          <a:bodyPr wrap="square"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留保：発言と分析者の解釈を区別する。</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公開レイアウト見本</a:t>
            </a:r>
          </a:p>
        </p:txBody>
      </p:sp>
      <p:sp>
        <p:nvSpPr>
          <p:cNvPr id="4" name="meta:page"/>
          <p:cNvSpPr txBox="1"/>
          <p:nvPr/>
        </p:nvSpPr>
        <p:spPr>
          <a:xfrm>
            <a:off x="10972800" y="6391656"/>
            <a:ext cx="621792" cy="274320"/>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69</a:t>
            </a:r>
          </a:p>
        </p:txBody>
      </p:sp>
      <p:sp>
        <p:nvSpPr>
          <p:cNvPr id="5" name="meta:footer"/>
          <p:cNvSpPr txBox="1"/>
          <p:nvPr/>
        </p:nvSpPr>
        <p:spPr>
          <a:xfrm>
            <a:off x="603504" y="6419088"/>
            <a:ext cx="9601200" cy="237744"/>
          </a:xfrm>
          <a:prstGeom prst="rect">
            <a:avLst/>
          </a:prstGeom>
          <a:noFill/>
        </p:spPr>
        <p:txBody>
          <a:bodyPr wrap="square"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slide-layout-agent</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社内ナレッジを探しやすくする条件</a:t>
            </a:r>
          </a:p>
        </p:txBody>
      </p:sp>
      <p:sp>
        <p:nvSpPr>
          <p:cNvPr id="8" name="slot:context"/>
          <p:cNvSpPr txBox="1"/>
          <p:nvPr/>
        </p:nvSpPr>
        <p:spPr>
          <a:xfrm>
            <a:off x="621792" y="1490472"/>
            <a:ext cx="10927080" cy="502920"/>
          </a:xfrm>
          <a:prstGeom prst="rect">
            <a:avLst/>
          </a:prstGeom>
          <a:noFill/>
        </p:spPr>
        <p:txBody>
          <a:bodyPr wrap="square"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架空の社内調査。運用条件を整理した所見であり、効果を実証したものではない。</a:t>
            </a:r>
          </a:p>
        </p:txBody>
      </p:sp>
      <p:sp>
        <p:nvSpPr>
          <p:cNvPr id="9" name="decor:3"/>
          <p:cNvSpPr/>
          <p:nvPr/>
        </p:nvSpPr>
        <p:spPr>
          <a:xfrm>
            <a:off x="5907024" y="2139696"/>
            <a:ext cx="5669280" cy="3858768"/>
          </a:xfrm>
          <a:prstGeom prst="rect">
            <a:avLst/>
          </a:prstGeom>
          <a:solidFill>
            <a:srgbClr val="E8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lot:quotation"/>
          <p:cNvSpPr txBox="1"/>
          <p:nvPr/>
        </p:nvSpPr>
        <p:spPr>
          <a:xfrm>
            <a:off x="6126480" y="2478024"/>
            <a:ext cx="5230368" cy="1243965"/>
          </a:xfrm>
          <a:prstGeom prst="rect">
            <a:avLst/>
          </a:prstGeom>
          <a:noFill/>
        </p:spPr>
        <p:txBody>
          <a:bodyPr wrap="square" lIns="18288" rIns="18288" tIns="13716" bIns="13716">
            <a:noAutofit/>
          </a:bodyPr>
          <a:lstStyle/>
          <a:p>
            <a:pPr hangingPunct="0" eaLnBrk="1" latinLnBrk="0">
              <a:lnSpc>
                <a:spcPts val="3125"/>
              </a:lnSpc>
              <a:spcBef>
                <a:spcPts val="0"/>
              </a:spcBef>
              <a:spcAft>
                <a:spcPts val="0"/>
              </a:spcAft>
              <a:defRPr lang="ja-JP" sz="2500" b="1">
                <a:solidFill>
                  <a:srgbClr val="087E83"/>
                </a:solidFill>
                <a:latin typeface="Yu Gothic"/>
                <a:ea typeface="Yu Gothic"/>
                <a:cs typeface="Yu Gothic"/>
              </a:defRPr>
            </a:pPr>
            <a:r>
              <a:rPr lang="ja-JP" sz="2500" b="1">
                <a:solidFill>
                  <a:srgbClr val="087E83"/>
                </a:solidFill>
                <a:latin typeface="Yu Gothic"/>
                <a:ea typeface="Yu Gothic"/>
                <a:cs typeface="Yu Gothic"/>
              </a:rPr>
              <a:t>資料を見つけた後で、いま使える内容かを判断するのに時間がかかる。</a:t>
            </a:r>
          </a:p>
        </p:txBody>
      </p:sp>
      <p:sp>
        <p:nvSpPr>
          <p:cNvPr id="11" name="slot:attribution"/>
          <p:cNvSpPr txBox="1"/>
          <p:nvPr/>
        </p:nvSpPr>
        <p:spPr>
          <a:xfrm>
            <a:off x="6181344" y="3868293"/>
            <a:ext cx="5120640" cy="475488"/>
          </a:xfrm>
          <a:prstGeom prst="rect">
            <a:avLst/>
          </a:prstGeom>
          <a:noFill/>
        </p:spPr>
        <p:txBody>
          <a:bodyPr wrap="square"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架空ヒアリングの発言例。一般化は未検証。</a:t>
            </a:r>
          </a:p>
        </p:txBody>
      </p:sp>
      <p:sp>
        <p:nvSpPr>
          <p:cNvPr id="12" name="slot:interpretation"/>
          <p:cNvSpPr txBox="1"/>
          <p:nvPr/>
        </p:nvSpPr>
        <p:spPr>
          <a:xfrm>
            <a:off x="603504" y="2331720"/>
            <a:ext cx="4846320" cy="716026"/>
          </a:xfrm>
          <a:prstGeom prst="rect">
            <a:avLst/>
          </a:prstGeom>
          <a:noFill/>
        </p:spPr>
        <p:txBody>
          <a:bodyPr wrap="square" lIns="18288" rIns="18288" tIns="13716" bIns="13716">
            <a:noAutofit/>
          </a:bodyPr>
          <a:lstStyle/>
          <a:p>
            <a:pPr hangingPunct="0" eaLnBrk="1" latinLnBrk="0">
              <a:lnSpc>
                <a:spcPts val="2625"/>
              </a:lnSpc>
              <a:spcBef>
                <a:spcPts val="0"/>
              </a:spcBef>
              <a:spcAft>
                <a:spcPts val="0"/>
              </a:spcAft>
              <a:defRPr lang="ja-JP" sz="2100" b="0">
                <a:solidFill>
                  <a:srgbClr val="213547"/>
                </a:solidFill>
                <a:latin typeface="Yu Gothic"/>
                <a:ea typeface="Yu Gothic"/>
                <a:cs typeface="Yu Gothic"/>
              </a:defRPr>
            </a:pPr>
            <a:r>
              <a:rPr lang="ja-JP" sz="2100" b="0">
                <a:solidFill>
                  <a:srgbClr val="213547"/>
                </a:solidFill>
                <a:latin typeface="Yu Gothic"/>
                <a:ea typeface="Yu Gothic"/>
                <a:cs typeface="Yu Gothic"/>
              </a:rPr>
              <a:t>示唆：検索結果と一緒に更新日・適用範囲・確認担当を示す。</a:t>
            </a:r>
          </a:p>
        </p:txBody>
      </p:sp>
      <p:sp>
        <p:nvSpPr>
          <p:cNvPr id="13" name="slot:caveat"/>
          <p:cNvSpPr txBox="1"/>
          <p:nvPr/>
        </p:nvSpPr>
        <p:spPr>
          <a:xfrm>
            <a:off x="603504" y="3194050"/>
            <a:ext cx="4846320" cy="411480"/>
          </a:xfrm>
          <a:prstGeom prst="rect">
            <a:avLst/>
          </a:prstGeom>
          <a:noFill/>
        </p:spPr>
        <p:txBody>
          <a:bodyPr wrap="square"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留保：発言と分析者の解釈を区別する。</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公開レイアウト見本</a:t>
            </a:r>
          </a:p>
        </p:txBody>
      </p:sp>
      <p:sp>
        <p:nvSpPr>
          <p:cNvPr id="4" name="meta:page"/>
          <p:cNvSpPr txBox="1"/>
          <p:nvPr/>
        </p:nvSpPr>
        <p:spPr>
          <a:xfrm>
            <a:off x="10972800" y="6391656"/>
            <a:ext cx="621792" cy="274320"/>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70</a:t>
            </a:r>
          </a:p>
        </p:txBody>
      </p:sp>
      <p:sp>
        <p:nvSpPr>
          <p:cNvPr id="5" name="meta:footer"/>
          <p:cNvSpPr txBox="1"/>
          <p:nvPr/>
        </p:nvSpPr>
        <p:spPr>
          <a:xfrm>
            <a:off x="603504" y="6419088"/>
            <a:ext cx="9601200" cy="237744"/>
          </a:xfrm>
          <a:prstGeom prst="rect">
            <a:avLst/>
          </a:prstGeom>
          <a:noFill/>
        </p:spPr>
        <p:txBody>
          <a:bodyPr wrap="square"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slide-layout-agent</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社内ナレッジを探しやすくする条件</a:t>
            </a:r>
          </a:p>
        </p:txBody>
      </p:sp>
      <p:sp>
        <p:nvSpPr>
          <p:cNvPr id="8" name="slot:context"/>
          <p:cNvSpPr txBox="1"/>
          <p:nvPr/>
        </p:nvSpPr>
        <p:spPr>
          <a:xfrm>
            <a:off x="621792" y="1490472"/>
            <a:ext cx="10927080" cy="502920"/>
          </a:xfrm>
          <a:prstGeom prst="rect">
            <a:avLst/>
          </a:prstGeom>
          <a:noFill/>
        </p:spPr>
        <p:txBody>
          <a:bodyPr wrap="square"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架空の社内調査。運用条件を整理した所見であり、効果を実証したものではない。</a:t>
            </a:r>
          </a:p>
        </p:txBody>
      </p:sp>
      <p:sp>
        <p:nvSpPr>
          <p:cNvPr id="9" name="decor:3"/>
          <p:cNvSpPr/>
          <p:nvPr/>
        </p:nvSpPr>
        <p:spPr>
          <a:xfrm>
            <a:off x="603504" y="2139696"/>
            <a:ext cx="10972800" cy="2194560"/>
          </a:xfrm>
          <a:prstGeom prst="rect">
            <a:avLst/>
          </a:prstGeom>
          <a:solidFill>
            <a:srgbClr val="E8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lot:quotation"/>
          <p:cNvSpPr txBox="1"/>
          <p:nvPr/>
        </p:nvSpPr>
        <p:spPr>
          <a:xfrm>
            <a:off x="822960" y="2478024"/>
            <a:ext cx="10533888" cy="847090"/>
          </a:xfrm>
          <a:prstGeom prst="rect">
            <a:avLst/>
          </a:prstGeom>
          <a:noFill/>
        </p:spPr>
        <p:txBody>
          <a:bodyPr wrap="square" lIns="18288" rIns="18288" tIns="13716" bIns="13716">
            <a:noAutofit/>
          </a:bodyPr>
          <a:lstStyle/>
          <a:p>
            <a:pPr hangingPunct="0" eaLnBrk="1" latinLnBrk="0">
              <a:lnSpc>
                <a:spcPts val="3125"/>
              </a:lnSpc>
              <a:spcBef>
                <a:spcPts val="0"/>
              </a:spcBef>
              <a:spcAft>
                <a:spcPts val="0"/>
              </a:spcAft>
              <a:defRPr lang="ja-JP" sz="2500" b="1">
                <a:solidFill>
                  <a:srgbClr val="087E83"/>
                </a:solidFill>
                <a:latin typeface="Yu Gothic"/>
                <a:ea typeface="Yu Gothic"/>
                <a:cs typeface="Yu Gothic"/>
              </a:defRPr>
            </a:pPr>
            <a:r>
              <a:rPr lang="ja-JP" sz="2500" b="1">
                <a:solidFill>
                  <a:srgbClr val="087E83"/>
                </a:solidFill>
                <a:latin typeface="Yu Gothic"/>
                <a:ea typeface="Yu Gothic"/>
                <a:cs typeface="Yu Gothic"/>
              </a:rPr>
              <a:t>資料を見つけた後で、いま使える内容かを判断するのに時間がかかる。</a:t>
            </a:r>
          </a:p>
        </p:txBody>
      </p:sp>
      <p:sp>
        <p:nvSpPr>
          <p:cNvPr id="11" name="slot:attribution"/>
          <p:cNvSpPr txBox="1"/>
          <p:nvPr/>
        </p:nvSpPr>
        <p:spPr>
          <a:xfrm>
            <a:off x="877824" y="3471418"/>
            <a:ext cx="10424160" cy="475488"/>
          </a:xfrm>
          <a:prstGeom prst="rect">
            <a:avLst/>
          </a:prstGeom>
          <a:noFill/>
        </p:spPr>
        <p:txBody>
          <a:bodyPr wrap="square"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架空ヒアリングの発言例。一般化は未検証。</a:t>
            </a:r>
          </a:p>
        </p:txBody>
      </p:sp>
      <p:sp>
        <p:nvSpPr>
          <p:cNvPr id="12" name="slot:interpretation"/>
          <p:cNvSpPr txBox="1"/>
          <p:nvPr/>
        </p:nvSpPr>
        <p:spPr>
          <a:xfrm>
            <a:off x="694944" y="4645152"/>
            <a:ext cx="10789920" cy="382651"/>
          </a:xfrm>
          <a:prstGeom prst="rect">
            <a:avLst/>
          </a:prstGeom>
          <a:noFill/>
        </p:spPr>
        <p:txBody>
          <a:bodyPr wrap="square" lIns="18288" rIns="18288" tIns="13716" bIns="13716">
            <a:noAutofit/>
          </a:bodyPr>
          <a:lstStyle/>
          <a:p>
            <a:pPr hangingPunct="0" eaLnBrk="1" latinLnBrk="0">
              <a:lnSpc>
                <a:spcPts val="2625"/>
              </a:lnSpc>
              <a:spcBef>
                <a:spcPts val="0"/>
              </a:spcBef>
              <a:spcAft>
                <a:spcPts val="0"/>
              </a:spcAft>
              <a:defRPr lang="ja-JP" sz="2100" b="0">
                <a:solidFill>
                  <a:srgbClr val="213547"/>
                </a:solidFill>
                <a:latin typeface="Yu Gothic"/>
                <a:ea typeface="Yu Gothic"/>
                <a:cs typeface="Yu Gothic"/>
              </a:defRPr>
            </a:pPr>
            <a:r>
              <a:rPr lang="ja-JP" sz="2100" b="0">
                <a:solidFill>
                  <a:srgbClr val="213547"/>
                </a:solidFill>
                <a:latin typeface="Yu Gothic"/>
                <a:ea typeface="Yu Gothic"/>
                <a:cs typeface="Yu Gothic"/>
              </a:rPr>
              <a:t>示唆：検索結果と一緒に更新日・適用範囲・確認担当を示す。</a:t>
            </a:r>
          </a:p>
        </p:txBody>
      </p:sp>
      <p:sp>
        <p:nvSpPr>
          <p:cNvPr id="13" name="slot:caveat"/>
          <p:cNvSpPr txBox="1"/>
          <p:nvPr/>
        </p:nvSpPr>
        <p:spPr>
          <a:xfrm>
            <a:off x="694944" y="5174107"/>
            <a:ext cx="10789920" cy="411480"/>
          </a:xfrm>
          <a:prstGeom prst="rect">
            <a:avLst/>
          </a:prstGeom>
          <a:noFill/>
        </p:spPr>
        <p:txBody>
          <a:bodyPr wrap="square"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留保：発言と分析者の解釈を区別する。</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公開レイアウト見本</a:t>
            </a:r>
          </a:p>
        </p:txBody>
      </p:sp>
      <p:sp>
        <p:nvSpPr>
          <p:cNvPr id="4" name="meta:page"/>
          <p:cNvSpPr txBox="1"/>
          <p:nvPr/>
        </p:nvSpPr>
        <p:spPr>
          <a:xfrm>
            <a:off x="10972800" y="6391656"/>
            <a:ext cx="621792" cy="274320"/>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71</a:t>
            </a:r>
          </a:p>
        </p:txBody>
      </p:sp>
      <p:sp>
        <p:nvSpPr>
          <p:cNvPr id="5" name="meta:footer"/>
          <p:cNvSpPr txBox="1"/>
          <p:nvPr/>
        </p:nvSpPr>
        <p:spPr>
          <a:xfrm>
            <a:off x="603504" y="6419088"/>
            <a:ext cx="9601200" cy="237744"/>
          </a:xfrm>
          <a:prstGeom prst="rect">
            <a:avLst/>
          </a:prstGeom>
          <a:noFill/>
        </p:spPr>
        <p:txBody>
          <a:bodyPr wrap="square"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slide-layout-agent</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社内ナレッジを探しやすくする条件</a:t>
            </a:r>
          </a:p>
        </p:txBody>
      </p:sp>
      <p:sp>
        <p:nvSpPr>
          <p:cNvPr id="8" name="slot:context"/>
          <p:cNvSpPr txBox="1"/>
          <p:nvPr/>
        </p:nvSpPr>
        <p:spPr>
          <a:xfrm>
            <a:off x="621792" y="1490472"/>
            <a:ext cx="10927080" cy="502920"/>
          </a:xfrm>
          <a:prstGeom prst="rect">
            <a:avLst/>
          </a:prstGeom>
          <a:noFill/>
        </p:spPr>
        <p:txBody>
          <a:bodyPr wrap="square"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架空の社内調査。運用条件を整理した所見であり、効果を実証したものではない。</a:t>
            </a:r>
          </a:p>
        </p:txBody>
      </p:sp>
      <p:sp>
        <p:nvSpPr>
          <p:cNvPr id="9" name="decor:3"/>
          <p:cNvSpPr/>
          <p:nvPr/>
        </p:nvSpPr>
        <p:spPr>
          <a:xfrm>
            <a:off x="603504" y="2139696"/>
            <a:ext cx="3474720" cy="41148"/>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lot:item_1_heading"/>
          <p:cNvSpPr txBox="1"/>
          <p:nvPr/>
        </p:nvSpPr>
        <p:spPr>
          <a:xfrm>
            <a:off x="603504" y="2322576"/>
            <a:ext cx="3474720" cy="658368"/>
          </a:xfrm>
          <a:prstGeom prst="rect">
            <a:avLst/>
          </a:prstGeom>
          <a:noFill/>
        </p:spPr>
        <p:txBody>
          <a:bodyPr wrap="square" lIns="18288" rIns="18288" tIns="13716" bIns="13716">
            <a:noAutofit/>
          </a:bodyPr>
          <a:lstStyle/>
          <a:p>
            <a:pPr hangingPunct="0" eaLnBrk="1" latinLnBrk="0">
              <a:lnSpc>
                <a:spcPts val="2625"/>
              </a:lnSpc>
              <a:spcBef>
                <a:spcPts val="0"/>
              </a:spcBef>
              <a:spcAft>
                <a:spcPts val="0"/>
              </a:spcAft>
              <a:defRPr lang="ja-JP" sz="2100" b="1">
                <a:solidFill>
                  <a:srgbClr val="213547"/>
                </a:solidFill>
                <a:latin typeface="Yu Gothic"/>
                <a:ea typeface="Yu Gothic"/>
                <a:cs typeface="Yu Gothic"/>
              </a:defRPr>
            </a:pPr>
            <a:r>
              <a:rPr lang="ja-JP" sz="2100" b="1">
                <a:solidFill>
                  <a:srgbClr val="213547"/>
                </a:solidFill>
                <a:latin typeface="Yu Gothic"/>
                <a:ea typeface="Yu Gothic"/>
                <a:cs typeface="Yu Gothic"/>
              </a:rPr>
              <a:t>検索入口を揃える</a:t>
            </a:r>
          </a:p>
        </p:txBody>
      </p:sp>
      <p:sp>
        <p:nvSpPr>
          <p:cNvPr id="11" name="slot:item_1_body"/>
          <p:cNvSpPr txBox="1"/>
          <p:nvPr/>
        </p:nvSpPr>
        <p:spPr>
          <a:xfrm>
            <a:off x="603504" y="3081528"/>
            <a:ext cx="3474720" cy="2834639"/>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0">
                <a:solidFill>
                  <a:srgbClr val="213547"/>
                </a:solidFill>
                <a:latin typeface="Yu Gothic"/>
                <a:ea typeface="Yu Gothic"/>
                <a:cs typeface="Yu Gothic"/>
              </a:defRPr>
            </a:pPr>
            <a:r>
              <a:rPr lang="ja-JP" sz="2000" b="0">
                <a:solidFill>
                  <a:srgbClr val="213547"/>
                </a:solidFill>
                <a:latin typeface="Yu Gothic"/>
                <a:ea typeface="Yu Gothic"/>
                <a:cs typeface="Yu Gothic"/>
              </a:rPr>
              <a:t>用語を揃え、同じ資料へ辿れる入口を整える。</a:t>
            </a:r>
          </a:p>
        </p:txBody>
      </p:sp>
      <p:sp>
        <p:nvSpPr>
          <p:cNvPr id="12" name="decor:4"/>
          <p:cNvSpPr/>
          <p:nvPr/>
        </p:nvSpPr>
        <p:spPr>
          <a:xfrm>
            <a:off x="4352544" y="2139696"/>
            <a:ext cx="3474720" cy="41148"/>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slot:item_2_heading"/>
          <p:cNvSpPr txBox="1"/>
          <p:nvPr/>
        </p:nvSpPr>
        <p:spPr>
          <a:xfrm>
            <a:off x="4352544" y="2322576"/>
            <a:ext cx="3474720" cy="658368"/>
          </a:xfrm>
          <a:prstGeom prst="rect">
            <a:avLst/>
          </a:prstGeom>
          <a:noFill/>
        </p:spPr>
        <p:txBody>
          <a:bodyPr wrap="square" lIns="18288" rIns="18288" tIns="13716" bIns="13716">
            <a:noAutofit/>
          </a:bodyPr>
          <a:lstStyle/>
          <a:p>
            <a:pPr hangingPunct="0" eaLnBrk="1" latinLnBrk="0">
              <a:lnSpc>
                <a:spcPts val="2625"/>
              </a:lnSpc>
              <a:spcBef>
                <a:spcPts val="0"/>
              </a:spcBef>
              <a:spcAft>
                <a:spcPts val="0"/>
              </a:spcAft>
              <a:defRPr lang="ja-JP" sz="2100" b="1">
                <a:solidFill>
                  <a:srgbClr val="213547"/>
                </a:solidFill>
                <a:latin typeface="Yu Gothic"/>
                <a:ea typeface="Yu Gothic"/>
                <a:cs typeface="Yu Gothic"/>
              </a:defRPr>
            </a:pPr>
            <a:r>
              <a:rPr lang="ja-JP" sz="2100" b="1">
                <a:solidFill>
                  <a:srgbClr val="213547"/>
                </a:solidFill>
                <a:latin typeface="Yu Gothic"/>
                <a:ea typeface="Yu Gothic"/>
                <a:cs typeface="Yu Gothic"/>
              </a:rPr>
              <a:t>根拠まで辿れる</a:t>
            </a:r>
          </a:p>
        </p:txBody>
      </p:sp>
      <p:sp>
        <p:nvSpPr>
          <p:cNvPr id="14" name="slot:item_2_body"/>
          <p:cNvSpPr txBox="1"/>
          <p:nvPr/>
        </p:nvSpPr>
        <p:spPr>
          <a:xfrm>
            <a:off x="4352544" y="3081528"/>
            <a:ext cx="3474720" cy="2834639"/>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0">
                <a:solidFill>
                  <a:srgbClr val="213547"/>
                </a:solidFill>
                <a:latin typeface="Yu Gothic"/>
                <a:ea typeface="Yu Gothic"/>
                <a:cs typeface="Yu Gothic"/>
              </a:defRPr>
            </a:pPr>
            <a:r>
              <a:rPr lang="ja-JP" sz="2000" b="0">
                <a:solidFill>
                  <a:srgbClr val="213547"/>
                </a:solidFill>
                <a:latin typeface="Yu Gothic"/>
                <a:ea typeface="Yu Gothic"/>
                <a:cs typeface="Yu Gothic"/>
              </a:rPr>
              <a:t>原文の条件と確認日を、要約とともに残す。</a:t>
            </a:r>
          </a:p>
        </p:txBody>
      </p:sp>
      <p:sp>
        <p:nvSpPr>
          <p:cNvPr id="15" name="decor:5"/>
          <p:cNvSpPr/>
          <p:nvPr/>
        </p:nvSpPr>
        <p:spPr>
          <a:xfrm>
            <a:off x="8101584" y="2139696"/>
            <a:ext cx="3474720" cy="41148"/>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lot:item_3_heading"/>
          <p:cNvSpPr txBox="1"/>
          <p:nvPr/>
        </p:nvSpPr>
        <p:spPr>
          <a:xfrm>
            <a:off x="8101584" y="2322576"/>
            <a:ext cx="3474720" cy="658368"/>
          </a:xfrm>
          <a:prstGeom prst="rect">
            <a:avLst/>
          </a:prstGeom>
          <a:noFill/>
        </p:spPr>
        <p:txBody>
          <a:bodyPr wrap="square" lIns="18288" rIns="18288" tIns="13716" bIns="13716">
            <a:noAutofit/>
          </a:bodyPr>
          <a:lstStyle/>
          <a:p>
            <a:pPr hangingPunct="0" eaLnBrk="1" latinLnBrk="0">
              <a:lnSpc>
                <a:spcPts val="2625"/>
              </a:lnSpc>
              <a:spcBef>
                <a:spcPts val="0"/>
              </a:spcBef>
              <a:spcAft>
                <a:spcPts val="0"/>
              </a:spcAft>
              <a:defRPr lang="ja-JP" sz="2100" b="1">
                <a:solidFill>
                  <a:srgbClr val="213547"/>
                </a:solidFill>
                <a:latin typeface="Yu Gothic"/>
                <a:ea typeface="Yu Gothic"/>
                <a:cs typeface="Yu Gothic"/>
              </a:defRPr>
            </a:pPr>
            <a:r>
              <a:rPr lang="ja-JP" sz="2100" b="1">
                <a:solidFill>
                  <a:srgbClr val="213547"/>
                </a:solidFill>
                <a:latin typeface="Yu Gothic"/>
                <a:ea typeface="Yu Gothic"/>
                <a:cs typeface="Yu Gothic"/>
              </a:rPr>
              <a:t>更新範囲を決める</a:t>
            </a:r>
          </a:p>
        </p:txBody>
      </p:sp>
      <p:sp>
        <p:nvSpPr>
          <p:cNvPr id="17" name="slot:item_3_body"/>
          <p:cNvSpPr txBox="1"/>
          <p:nvPr/>
        </p:nvSpPr>
        <p:spPr>
          <a:xfrm>
            <a:off x="8101584" y="3081528"/>
            <a:ext cx="3474720" cy="2834639"/>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0">
                <a:solidFill>
                  <a:srgbClr val="213547"/>
                </a:solidFill>
                <a:latin typeface="Yu Gothic"/>
                <a:ea typeface="Yu Gothic"/>
                <a:cs typeface="Yu Gothic"/>
              </a:defRPr>
            </a:pPr>
            <a:r>
              <a:rPr lang="ja-JP" sz="2000" b="0">
                <a:solidFill>
                  <a:srgbClr val="213547"/>
                </a:solidFill>
                <a:latin typeface="Yu Gothic"/>
                <a:ea typeface="Yu Gothic"/>
                <a:cs typeface="Yu Gothic"/>
              </a:rPr>
              <a:t>変更頻度に応じて担当と再確認の時期を決める。</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公開レイアウト見本</a:t>
            </a:r>
          </a:p>
        </p:txBody>
      </p:sp>
      <p:sp>
        <p:nvSpPr>
          <p:cNvPr id="4" name="meta:page"/>
          <p:cNvSpPr txBox="1"/>
          <p:nvPr/>
        </p:nvSpPr>
        <p:spPr>
          <a:xfrm>
            <a:off x="10972800" y="6391656"/>
            <a:ext cx="621792" cy="274320"/>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72</a:t>
            </a:r>
          </a:p>
        </p:txBody>
      </p:sp>
      <p:sp>
        <p:nvSpPr>
          <p:cNvPr id="5" name="meta:footer"/>
          <p:cNvSpPr txBox="1"/>
          <p:nvPr/>
        </p:nvSpPr>
        <p:spPr>
          <a:xfrm>
            <a:off x="603504" y="6419088"/>
            <a:ext cx="9601200" cy="237744"/>
          </a:xfrm>
          <a:prstGeom prst="rect">
            <a:avLst/>
          </a:prstGeom>
          <a:noFill/>
        </p:spPr>
        <p:txBody>
          <a:bodyPr wrap="square"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slide-layout-agent</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社内ナレッジを探しやすくする条件</a:t>
            </a:r>
          </a:p>
        </p:txBody>
      </p:sp>
      <p:sp>
        <p:nvSpPr>
          <p:cNvPr id="8" name="slot:context"/>
          <p:cNvSpPr txBox="1"/>
          <p:nvPr/>
        </p:nvSpPr>
        <p:spPr>
          <a:xfrm>
            <a:off x="621792" y="1490472"/>
            <a:ext cx="10927080" cy="502920"/>
          </a:xfrm>
          <a:prstGeom prst="rect">
            <a:avLst/>
          </a:prstGeom>
          <a:noFill/>
        </p:spPr>
        <p:txBody>
          <a:bodyPr wrap="square"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架空の社内調査。運用条件を整理した所見であり、効果を実証したものではない。</a:t>
            </a:r>
          </a:p>
        </p:txBody>
      </p:sp>
      <p:sp>
        <p:nvSpPr>
          <p:cNvPr id="9" name="decor:3"/>
          <p:cNvSpPr/>
          <p:nvPr/>
        </p:nvSpPr>
        <p:spPr>
          <a:xfrm>
            <a:off x="694944" y="3425952"/>
            <a:ext cx="1078992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lot:item_1_heading"/>
          <p:cNvSpPr txBox="1"/>
          <p:nvPr/>
        </p:nvSpPr>
        <p:spPr>
          <a:xfrm>
            <a:off x="694944" y="2176272"/>
            <a:ext cx="2834640" cy="68580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検索入口を揃える</a:t>
            </a:r>
          </a:p>
        </p:txBody>
      </p:sp>
      <p:sp>
        <p:nvSpPr>
          <p:cNvPr id="11" name="slot:item_1_body"/>
          <p:cNvSpPr txBox="1"/>
          <p:nvPr/>
        </p:nvSpPr>
        <p:spPr>
          <a:xfrm>
            <a:off x="3739896" y="2176272"/>
            <a:ext cx="7744968" cy="1258823"/>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用語を揃え、同じ資料へ辿れる入口を整える。</a:t>
            </a:r>
          </a:p>
        </p:txBody>
      </p:sp>
      <p:sp>
        <p:nvSpPr>
          <p:cNvPr id="12" name="decor:4"/>
          <p:cNvSpPr/>
          <p:nvPr/>
        </p:nvSpPr>
        <p:spPr>
          <a:xfrm>
            <a:off x="694944" y="4712208"/>
            <a:ext cx="1078992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slot:item_2_heading"/>
          <p:cNvSpPr txBox="1"/>
          <p:nvPr/>
        </p:nvSpPr>
        <p:spPr>
          <a:xfrm>
            <a:off x="694944" y="3462528"/>
            <a:ext cx="2834640" cy="68580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根拠まで辿れる</a:t>
            </a:r>
          </a:p>
        </p:txBody>
      </p:sp>
      <p:sp>
        <p:nvSpPr>
          <p:cNvPr id="14" name="slot:item_2_body"/>
          <p:cNvSpPr txBox="1"/>
          <p:nvPr/>
        </p:nvSpPr>
        <p:spPr>
          <a:xfrm>
            <a:off x="3739896" y="3462528"/>
            <a:ext cx="7744968" cy="1258823"/>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原文の条件と確認日を、要約とともに残す。</a:t>
            </a:r>
          </a:p>
        </p:txBody>
      </p:sp>
      <p:sp>
        <p:nvSpPr>
          <p:cNvPr id="15" name="decor:5"/>
          <p:cNvSpPr/>
          <p:nvPr/>
        </p:nvSpPr>
        <p:spPr>
          <a:xfrm>
            <a:off x="694944" y="5998464"/>
            <a:ext cx="1078992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lot:item_3_heading"/>
          <p:cNvSpPr txBox="1"/>
          <p:nvPr/>
        </p:nvSpPr>
        <p:spPr>
          <a:xfrm>
            <a:off x="694944" y="4748783"/>
            <a:ext cx="2834640" cy="68580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更新範囲を決める</a:t>
            </a:r>
          </a:p>
        </p:txBody>
      </p:sp>
      <p:sp>
        <p:nvSpPr>
          <p:cNvPr id="17" name="slot:item_3_body"/>
          <p:cNvSpPr txBox="1"/>
          <p:nvPr/>
        </p:nvSpPr>
        <p:spPr>
          <a:xfrm>
            <a:off x="3739896" y="4748783"/>
            <a:ext cx="7744968" cy="1258823"/>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変更頻度に応じて担当と再確認の時期を決める。</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公開レイアウト見本</a:t>
            </a:r>
          </a:p>
        </p:txBody>
      </p:sp>
      <p:sp>
        <p:nvSpPr>
          <p:cNvPr id="4" name="meta:page"/>
          <p:cNvSpPr txBox="1"/>
          <p:nvPr/>
        </p:nvSpPr>
        <p:spPr>
          <a:xfrm>
            <a:off x="10972800" y="6391656"/>
            <a:ext cx="621792" cy="274320"/>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73</a:t>
            </a:r>
          </a:p>
        </p:txBody>
      </p:sp>
      <p:sp>
        <p:nvSpPr>
          <p:cNvPr id="5" name="meta:footer"/>
          <p:cNvSpPr txBox="1"/>
          <p:nvPr/>
        </p:nvSpPr>
        <p:spPr>
          <a:xfrm>
            <a:off x="603504" y="6419088"/>
            <a:ext cx="9601200" cy="237744"/>
          </a:xfrm>
          <a:prstGeom prst="rect">
            <a:avLst/>
          </a:prstGeom>
          <a:noFill/>
        </p:spPr>
        <p:txBody>
          <a:bodyPr wrap="square"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slide-layout-agent</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最も重視する論点は検索入口を揃えること</a:t>
            </a:r>
          </a:p>
        </p:txBody>
      </p:sp>
      <p:sp>
        <p:nvSpPr>
          <p:cNvPr id="8" name="slot:context"/>
          <p:cNvSpPr txBox="1"/>
          <p:nvPr/>
        </p:nvSpPr>
        <p:spPr>
          <a:xfrm>
            <a:off x="621792" y="1490472"/>
            <a:ext cx="10927080" cy="502920"/>
          </a:xfrm>
          <a:prstGeom prst="rect">
            <a:avLst/>
          </a:prstGeom>
          <a:noFill/>
        </p:spPr>
        <p:txBody>
          <a:bodyPr wrap="square"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架空の社内調査。運用条件を整理した所見であり、効果を実証したものではない。</a:t>
            </a:r>
          </a:p>
        </p:txBody>
      </p:sp>
      <p:sp>
        <p:nvSpPr>
          <p:cNvPr id="9" name="decor:3"/>
          <p:cNvSpPr/>
          <p:nvPr/>
        </p:nvSpPr>
        <p:spPr>
          <a:xfrm>
            <a:off x="603504" y="2139696"/>
            <a:ext cx="5303520" cy="3858768"/>
          </a:xfrm>
          <a:prstGeom prst="rect">
            <a:avLst/>
          </a:prstGeom>
          <a:solidFill>
            <a:srgbClr val="E8F3F2"/>
          </a:solidFill>
          <a:ln w="889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ecor:4"/>
          <p:cNvSpPr/>
          <p:nvPr/>
        </p:nvSpPr>
        <p:spPr>
          <a:xfrm>
            <a:off x="603504" y="2139696"/>
            <a:ext cx="41148" cy="3858768"/>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lot:item_1_heading"/>
          <p:cNvSpPr txBox="1"/>
          <p:nvPr/>
        </p:nvSpPr>
        <p:spPr>
          <a:xfrm>
            <a:off x="813816" y="2276856"/>
            <a:ext cx="4882896" cy="640080"/>
          </a:xfrm>
          <a:prstGeom prst="rect">
            <a:avLst/>
          </a:prstGeom>
          <a:noFill/>
        </p:spPr>
        <p:txBody>
          <a:bodyPr wrap="square" lIns="18288" rIns="18288" tIns="13716" bIns="13716">
            <a:noAutofit/>
          </a:bodyPr>
          <a:lstStyle/>
          <a:p>
            <a:pPr hangingPunct="0" eaLnBrk="1" latinLnBrk="0">
              <a:lnSpc>
                <a:spcPts val="2625"/>
              </a:lnSpc>
              <a:spcBef>
                <a:spcPts val="0"/>
              </a:spcBef>
              <a:spcAft>
                <a:spcPts val="0"/>
              </a:spcAft>
              <a:defRPr lang="ja-JP" sz="2100" b="1">
                <a:solidFill>
                  <a:srgbClr val="087E83"/>
                </a:solidFill>
                <a:latin typeface="Yu Gothic"/>
                <a:ea typeface="Yu Gothic"/>
                <a:cs typeface="Yu Gothic"/>
              </a:defRPr>
            </a:pPr>
            <a:r>
              <a:rPr lang="ja-JP" sz="2100" b="1">
                <a:solidFill>
                  <a:srgbClr val="087E83"/>
                </a:solidFill>
                <a:latin typeface="Yu Gothic"/>
                <a:ea typeface="Yu Gothic"/>
                <a:cs typeface="Yu Gothic"/>
              </a:rPr>
              <a:t>検索入口を揃える</a:t>
            </a:r>
          </a:p>
        </p:txBody>
      </p:sp>
      <p:sp>
        <p:nvSpPr>
          <p:cNvPr id="12" name="slot:item_1_body"/>
          <p:cNvSpPr txBox="1"/>
          <p:nvPr/>
        </p:nvSpPr>
        <p:spPr>
          <a:xfrm>
            <a:off x="813816" y="3072384"/>
            <a:ext cx="4882896" cy="164592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0">
                <a:solidFill>
                  <a:srgbClr val="213547"/>
                </a:solidFill>
                <a:latin typeface="Yu Gothic"/>
                <a:ea typeface="Yu Gothic"/>
                <a:cs typeface="Yu Gothic"/>
              </a:defRPr>
            </a:pPr>
            <a:r>
              <a:rPr lang="ja-JP" sz="2000" b="0">
                <a:solidFill>
                  <a:srgbClr val="213547"/>
                </a:solidFill>
                <a:latin typeface="Yu Gothic"/>
                <a:ea typeface="Yu Gothic"/>
                <a:cs typeface="Yu Gothic"/>
              </a:rPr>
              <a:t>用語の揺れを減らし、部門をまたいでも同じ資料へ辿れる導線を整える。検索結果には対象範囲を添え、読み手が必要な情報かを判断できるようにする。</a:t>
            </a:r>
          </a:p>
        </p:txBody>
      </p:sp>
      <p:sp>
        <p:nvSpPr>
          <p:cNvPr id="13" name="decor:5"/>
          <p:cNvSpPr/>
          <p:nvPr/>
        </p:nvSpPr>
        <p:spPr>
          <a:xfrm>
            <a:off x="6172200" y="2139696"/>
            <a:ext cx="5404104" cy="1847088"/>
          </a:xfrm>
          <a:prstGeom prst="rect">
            <a:avLst/>
          </a:prstGeom>
          <a:solidFill>
            <a:srgbClr val="FFFFFF"/>
          </a:solidFill>
          <a:ln w="889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ecor:6"/>
          <p:cNvSpPr/>
          <p:nvPr/>
        </p:nvSpPr>
        <p:spPr>
          <a:xfrm>
            <a:off x="6172200" y="2139696"/>
            <a:ext cx="41148" cy="1847088"/>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slot:item_2_heading"/>
          <p:cNvSpPr txBox="1"/>
          <p:nvPr/>
        </p:nvSpPr>
        <p:spPr>
          <a:xfrm>
            <a:off x="6382512" y="2276856"/>
            <a:ext cx="4983480" cy="438912"/>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根拠まで辿れる</a:t>
            </a:r>
          </a:p>
        </p:txBody>
      </p:sp>
      <p:sp>
        <p:nvSpPr>
          <p:cNvPr id="16" name="slot:item_2_body"/>
          <p:cNvSpPr txBox="1"/>
          <p:nvPr/>
        </p:nvSpPr>
        <p:spPr>
          <a:xfrm>
            <a:off x="6382512" y="2798063"/>
            <a:ext cx="4983480" cy="1097280"/>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原文の条件と確認日を、要約とともに残す。</a:t>
            </a:r>
          </a:p>
        </p:txBody>
      </p:sp>
      <p:sp>
        <p:nvSpPr>
          <p:cNvPr id="17" name="decor:7"/>
          <p:cNvSpPr/>
          <p:nvPr/>
        </p:nvSpPr>
        <p:spPr>
          <a:xfrm>
            <a:off x="6172200" y="4160520"/>
            <a:ext cx="5404104" cy="1847088"/>
          </a:xfrm>
          <a:prstGeom prst="rect">
            <a:avLst/>
          </a:prstGeom>
          <a:solidFill>
            <a:srgbClr val="FFFFFF"/>
          </a:solidFill>
          <a:ln w="889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ecor:8"/>
          <p:cNvSpPr/>
          <p:nvPr/>
        </p:nvSpPr>
        <p:spPr>
          <a:xfrm>
            <a:off x="6172200" y="4160520"/>
            <a:ext cx="41148" cy="1847088"/>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slot:item_3_heading"/>
          <p:cNvSpPr txBox="1"/>
          <p:nvPr/>
        </p:nvSpPr>
        <p:spPr>
          <a:xfrm>
            <a:off x="6382512" y="4297680"/>
            <a:ext cx="4983480" cy="438912"/>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更新範囲を決める</a:t>
            </a:r>
          </a:p>
        </p:txBody>
      </p:sp>
      <p:sp>
        <p:nvSpPr>
          <p:cNvPr id="20" name="slot:item_3_body"/>
          <p:cNvSpPr txBox="1"/>
          <p:nvPr/>
        </p:nvSpPr>
        <p:spPr>
          <a:xfrm>
            <a:off x="6382512" y="4818888"/>
            <a:ext cx="4983480" cy="1097280"/>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変更頻度に応じて担当と再確認の時期を決める。</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公開レイアウト見本</a:t>
            </a:r>
          </a:p>
        </p:txBody>
      </p:sp>
      <p:sp>
        <p:nvSpPr>
          <p:cNvPr id="4" name="meta:page"/>
          <p:cNvSpPr txBox="1"/>
          <p:nvPr/>
        </p:nvSpPr>
        <p:spPr>
          <a:xfrm>
            <a:off x="10972800" y="6391656"/>
            <a:ext cx="621792" cy="274320"/>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74</a:t>
            </a:r>
          </a:p>
        </p:txBody>
      </p:sp>
      <p:sp>
        <p:nvSpPr>
          <p:cNvPr id="5" name="meta:footer"/>
          <p:cNvSpPr txBox="1"/>
          <p:nvPr/>
        </p:nvSpPr>
        <p:spPr>
          <a:xfrm>
            <a:off x="603504" y="6419088"/>
            <a:ext cx="9601200" cy="237744"/>
          </a:xfrm>
          <a:prstGeom prst="rect">
            <a:avLst/>
          </a:prstGeom>
          <a:noFill/>
        </p:spPr>
        <p:txBody>
          <a:bodyPr wrap="square"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slide-layout-agent</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社内ナレッジを探しやすくする条件</a:t>
            </a:r>
          </a:p>
        </p:txBody>
      </p:sp>
      <p:sp>
        <p:nvSpPr>
          <p:cNvPr id="8" name="slot:context"/>
          <p:cNvSpPr txBox="1"/>
          <p:nvPr/>
        </p:nvSpPr>
        <p:spPr>
          <a:xfrm>
            <a:off x="621792" y="1490472"/>
            <a:ext cx="10927080" cy="502920"/>
          </a:xfrm>
          <a:prstGeom prst="rect">
            <a:avLst/>
          </a:prstGeom>
          <a:noFill/>
        </p:spPr>
        <p:txBody>
          <a:bodyPr wrap="square"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架空の社内調査。運用条件を整理した所見であり、効果を実証したものではない。</a:t>
            </a:r>
          </a:p>
        </p:txBody>
      </p:sp>
      <p:sp>
        <p:nvSpPr>
          <p:cNvPr id="9" name="decor:3"/>
          <p:cNvSpPr/>
          <p:nvPr/>
        </p:nvSpPr>
        <p:spPr>
          <a:xfrm>
            <a:off x="694944" y="3425952"/>
            <a:ext cx="1078992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tatic:number_1"/>
          <p:cNvSpPr txBox="1"/>
          <p:nvPr/>
        </p:nvSpPr>
        <p:spPr>
          <a:xfrm>
            <a:off x="694944" y="2185415"/>
            <a:ext cx="411480" cy="365760"/>
          </a:xfrm>
          <a:prstGeom prst="rect">
            <a:avLst/>
          </a:prstGeom>
          <a:noFill/>
        </p:spPr>
        <p:txBody>
          <a:bodyPr wrap="square" lIns="18288" rIns="18288" tIns="13716" bIns="13716">
            <a:noAutofit/>
          </a:bodyPr>
          <a:lstStyle/>
          <a:p>
            <a:pPr hangingPunct="0" eaLnBrk="1" latinLnBrk="0">
              <a:lnSpc>
                <a:spcPts val="2125"/>
              </a:lnSpc>
              <a:spcBef>
                <a:spcPts val="0"/>
              </a:spcBef>
              <a:spcAft>
                <a:spcPts val="0"/>
              </a:spcAft>
              <a:defRPr lang="ja-JP" sz="1700" b="1">
                <a:solidFill>
                  <a:srgbClr val="087E83"/>
                </a:solidFill>
                <a:latin typeface="Yu Gothic"/>
                <a:ea typeface="Yu Gothic"/>
                <a:cs typeface="Yu Gothic"/>
              </a:defRPr>
            </a:pPr>
            <a:r>
              <a:rPr lang="ja-JP" sz="1700" b="1">
                <a:solidFill>
                  <a:srgbClr val="087E83"/>
                </a:solidFill>
                <a:latin typeface="Yu Gothic"/>
                <a:ea typeface="Yu Gothic"/>
                <a:cs typeface="Yu Gothic"/>
              </a:rPr>
              <a:t>01</a:t>
            </a:r>
          </a:p>
        </p:txBody>
      </p:sp>
      <p:sp>
        <p:nvSpPr>
          <p:cNvPr id="11" name="slot:item_1_heading"/>
          <p:cNvSpPr txBox="1"/>
          <p:nvPr/>
        </p:nvSpPr>
        <p:spPr>
          <a:xfrm>
            <a:off x="1216152" y="2176272"/>
            <a:ext cx="2542032" cy="68580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検索入口を揃える</a:t>
            </a:r>
          </a:p>
        </p:txBody>
      </p:sp>
      <p:sp>
        <p:nvSpPr>
          <p:cNvPr id="12" name="slot:item_1_body"/>
          <p:cNvSpPr txBox="1"/>
          <p:nvPr/>
        </p:nvSpPr>
        <p:spPr>
          <a:xfrm>
            <a:off x="3968496" y="2176272"/>
            <a:ext cx="7516368" cy="1258823"/>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用語を揃え、同じ資料へ辿れる入口を整える。</a:t>
            </a:r>
          </a:p>
        </p:txBody>
      </p:sp>
      <p:sp>
        <p:nvSpPr>
          <p:cNvPr id="13" name="decor:4"/>
          <p:cNvSpPr/>
          <p:nvPr/>
        </p:nvSpPr>
        <p:spPr>
          <a:xfrm>
            <a:off x="694944" y="4712208"/>
            <a:ext cx="1078992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tatic:number_2"/>
          <p:cNvSpPr txBox="1"/>
          <p:nvPr/>
        </p:nvSpPr>
        <p:spPr>
          <a:xfrm>
            <a:off x="694944" y="3471672"/>
            <a:ext cx="411480" cy="365760"/>
          </a:xfrm>
          <a:prstGeom prst="rect">
            <a:avLst/>
          </a:prstGeom>
          <a:noFill/>
        </p:spPr>
        <p:txBody>
          <a:bodyPr wrap="square" lIns="18288" rIns="18288" tIns="13716" bIns="13716">
            <a:noAutofit/>
          </a:bodyPr>
          <a:lstStyle/>
          <a:p>
            <a:pPr hangingPunct="0" eaLnBrk="1" latinLnBrk="0">
              <a:lnSpc>
                <a:spcPts val="2125"/>
              </a:lnSpc>
              <a:spcBef>
                <a:spcPts val="0"/>
              </a:spcBef>
              <a:spcAft>
                <a:spcPts val="0"/>
              </a:spcAft>
              <a:defRPr lang="ja-JP" sz="1700" b="1">
                <a:solidFill>
                  <a:srgbClr val="087E83"/>
                </a:solidFill>
                <a:latin typeface="Yu Gothic"/>
                <a:ea typeface="Yu Gothic"/>
                <a:cs typeface="Yu Gothic"/>
              </a:defRPr>
            </a:pPr>
            <a:r>
              <a:rPr lang="ja-JP" sz="1700" b="1">
                <a:solidFill>
                  <a:srgbClr val="087E83"/>
                </a:solidFill>
                <a:latin typeface="Yu Gothic"/>
                <a:ea typeface="Yu Gothic"/>
                <a:cs typeface="Yu Gothic"/>
              </a:rPr>
              <a:t>02</a:t>
            </a:r>
          </a:p>
        </p:txBody>
      </p:sp>
      <p:sp>
        <p:nvSpPr>
          <p:cNvPr id="15" name="slot:item_2_heading"/>
          <p:cNvSpPr txBox="1"/>
          <p:nvPr/>
        </p:nvSpPr>
        <p:spPr>
          <a:xfrm>
            <a:off x="1216152" y="3462528"/>
            <a:ext cx="2542032" cy="68580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根拠まで辿れる</a:t>
            </a:r>
          </a:p>
        </p:txBody>
      </p:sp>
      <p:sp>
        <p:nvSpPr>
          <p:cNvPr id="16" name="slot:item_2_body"/>
          <p:cNvSpPr txBox="1"/>
          <p:nvPr/>
        </p:nvSpPr>
        <p:spPr>
          <a:xfrm>
            <a:off x="3968496" y="3462528"/>
            <a:ext cx="7516368" cy="1258823"/>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原文の条件と確認日を、要約とともに残す。</a:t>
            </a:r>
          </a:p>
        </p:txBody>
      </p:sp>
      <p:sp>
        <p:nvSpPr>
          <p:cNvPr id="17" name="decor:5"/>
          <p:cNvSpPr/>
          <p:nvPr/>
        </p:nvSpPr>
        <p:spPr>
          <a:xfrm>
            <a:off x="694944" y="5998464"/>
            <a:ext cx="1078992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tatic:number_3"/>
          <p:cNvSpPr txBox="1"/>
          <p:nvPr/>
        </p:nvSpPr>
        <p:spPr>
          <a:xfrm>
            <a:off x="694944" y="4757928"/>
            <a:ext cx="411480" cy="365760"/>
          </a:xfrm>
          <a:prstGeom prst="rect">
            <a:avLst/>
          </a:prstGeom>
          <a:noFill/>
        </p:spPr>
        <p:txBody>
          <a:bodyPr wrap="square" lIns="18288" rIns="18288" tIns="13716" bIns="13716">
            <a:noAutofit/>
          </a:bodyPr>
          <a:lstStyle/>
          <a:p>
            <a:pPr hangingPunct="0" eaLnBrk="1" latinLnBrk="0">
              <a:lnSpc>
                <a:spcPts val="2125"/>
              </a:lnSpc>
              <a:spcBef>
                <a:spcPts val="0"/>
              </a:spcBef>
              <a:spcAft>
                <a:spcPts val="0"/>
              </a:spcAft>
              <a:defRPr lang="ja-JP" sz="1700" b="1">
                <a:solidFill>
                  <a:srgbClr val="087E83"/>
                </a:solidFill>
                <a:latin typeface="Yu Gothic"/>
                <a:ea typeface="Yu Gothic"/>
                <a:cs typeface="Yu Gothic"/>
              </a:defRPr>
            </a:pPr>
            <a:r>
              <a:rPr lang="ja-JP" sz="1700" b="1">
                <a:solidFill>
                  <a:srgbClr val="087E83"/>
                </a:solidFill>
                <a:latin typeface="Yu Gothic"/>
                <a:ea typeface="Yu Gothic"/>
                <a:cs typeface="Yu Gothic"/>
              </a:rPr>
              <a:t>03</a:t>
            </a:r>
          </a:p>
        </p:txBody>
      </p:sp>
      <p:sp>
        <p:nvSpPr>
          <p:cNvPr id="19" name="slot:item_3_heading"/>
          <p:cNvSpPr txBox="1"/>
          <p:nvPr/>
        </p:nvSpPr>
        <p:spPr>
          <a:xfrm>
            <a:off x="1216152" y="4748783"/>
            <a:ext cx="2542032" cy="68580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更新範囲を決める</a:t>
            </a:r>
          </a:p>
        </p:txBody>
      </p:sp>
      <p:sp>
        <p:nvSpPr>
          <p:cNvPr id="20" name="slot:item_3_body"/>
          <p:cNvSpPr txBox="1"/>
          <p:nvPr/>
        </p:nvSpPr>
        <p:spPr>
          <a:xfrm>
            <a:off x="3968496" y="4748783"/>
            <a:ext cx="7516368" cy="1258823"/>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変更頻度に応じて担当と再確認の時期を決める。</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公開レイアウト見本</a:t>
            </a:r>
          </a:p>
        </p:txBody>
      </p:sp>
      <p:sp>
        <p:nvSpPr>
          <p:cNvPr id="4" name="meta:page"/>
          <p:cNvSpPr txBox="1"/>
          <p:nvPr/>
        </p:nvSpPr>
        <p:spPr>
          <a:xfrm>
            <a:off x="10972800" y="6391656"/>
            <a:ext cx="621792" cy="274320"/>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75</a:t>
            </a:r>
          </a:p>
        </p:txBody>
      </p:sp>
      <p:sp>
        <p:nvSpPr>
          <p:cNvPr id="5" name="meta:footer"/>
          <p:cNvSpPr txBox="1"/>
          <p:nvPr/>
        </p:nvSpPr>
        <p:spPr>
          <a:xfrm>
            <a:off x="603504" y="6419088"/>
            <a:ext cx="9601200" cy="237744"/>
          </a:xfrm>
          <a:prstGeom prst="rect">
            <a:avLst/>
          </a:prstGeom>
          <a:noFill/>
        </p:spPr>
        <p:txBody>
          <a:bodyPr wrap="square"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slide-layout-agent</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社内ナレッジを探しやすくする条件</a:t>
            </a:r>
          </a:p>
        </p:txBody>
      </p:sp>
      <p:sp>
        <p:nvSpPr>
          <p:cNvPr id="8" name="slot:context"/>
          <p:cNvSpPr txBox="1"/>
          <p:nvPr/>
        </p:nvSpPr>
        <p:spPr>
          <a:xfrm>
            <a:off x="621792" y="1490472"/>
            <a:ext cx="10927080" cy="502920"/>
          </a:xfrm>
          <a:prstGeom prst="rect">
            <a:avLst/>
          </a:prstGeom>
          <a:noFill/>
        </p:spPr>
        <p:txBody>
          <a:bodyPr wrap="square"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架空の社内調査。運用条件を整理した所見であり、効果を実証したものではない。</a:t>
            </a:r>
          </a:p>
        </p:txBody>
      </p:sp>
      <p:sp>
        <p:nvSpPr>
          <p:cNvPr id="9" name="decor:3"/>
          <p:cNvSpPr/>
          <p:nvPr/>
        </p:nvSpPr>
        <p:spPr>
          <a:xfrm>
            <a:off x="603504" y="2139696"/>
            <a:ext cx="3474720" cy="41148"/>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lot:item_1_heading"/>
          <p:cNvSpPr txBox="1"/>
          <p:nvPr/>
        </p:nvSpPr>
        <p:spPr>
          <a:xfrm>
            <a:off x="603504" y="2322576"/>
            <a:ext cx="3474720" cy="658368"/>
          </a:xfrm>
          <a:prstGeom prst="rect">
            <a:avLst/>
          </a:prstGeom>
          <a:noFill/>
        </p:spPr>
        <p:txBody>
          <a:bodyPr wrap="square" lIns="18288" rIns="18288" tIns="13716" bIns="13716">
            <a:noAutofit/>
          </a:bodyPr>
          <a:lstStyle/>
          <a:p>
            <a:pPr hangingPunct="0" eaLnBrk="1" latinLnBrk="0">
              <a:lnSpc>
                <a:spcPts val="2625"/>
              </a:lnSpc>
              <a:spcBef>
                <a:spcPts val="0"/>
              </a:spcBef>
              <a:spcAft>
                <a:spcPts val="0"/>
              </a:spcAft>
              <a:defRPr lang="ja-JP" sz="2100" b="1">
                <a:solidFill>
                  <a:srgbClr val="213547"/>
                </a:solidFill>
                <a:latin typeface="Yu Gothic"/>
                <a:ea typeface="Yu Gothic"/>
                <a:cs typeface="Yu Gothic"/>
              </a:defRPr>
            </a:pPr>
            <a:r>
              <a:rPr lang="ja-JP" sz="2100" b="1">
                <a:solidFill>
                  <a:srgbClr val="213547"/>
                </a:solidFill>
                <a:latin typeface="Yu Gothic"/>
                <a:ea typeface="Yu Gothic"/>
                <a:cs typeface="Yu Gothic"/>
              </a:rPr>
              <a:t>検索入口を揃える</a:t>
            </a:r>
          </a:p>
        </p:txBody>
      </p:sp>
      <p:sp>
        <p:nvSpPr>
          <p:cNvPr id="11" name="slot:item_1_body"/>
          <p:cNvSpPr txBox="1"/>
          <p:nvPr/>
        </p:nvSpPr>
        <p:spPr>
          <a:xfrm>
            <a:off x="603504" y="3081528"/>
            <a:ext cx="3474720" cy="2834639"/>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0">
                <a:solidFill>
                  <a:srgbClr val="213547"/>
                </a:solidFill>
                <a:latin typeface="Yu Gothic"/>
                <a:ea typeface="Yu Gothic"/>
                <a:cs typeface="Yu Gothic"/>
              </a:defRPr>
            </a:pPr>
            <a:r>
              <a:rPr lang="ja-JP" sz="2000" b="0">
                <a:solidFill>
                  <a:srgbClr val="213547"/>
                </a:solidFill>
                <a:latin typeface="Yu Gothic"/>
                <a:ea typeface="Yu Gothic"/>
                <a:cs typeface="Yu Gothic"/>
              </a:rPr>
              <a:t>用語を揃え、同じ資料へ辿れる入口を整える。</a:t>
            </a:r>
          </a:p>
        </p:txBody>
      </p:sp>
      <p:sp>
        <p:nvSpPr>
          <p:cNvPr id="12" name="decor:4"/>
          <p:cNvSpPr/>
          <p:nvPr/>
        </p:nvSpPr>
        <p:spPr>
          <a:xfrm>
            <a:off x="4352544" y="2139696"/>
            <a:ext cx="3474720" cy="41148"/>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slot:item_2_heading"/>
          <p:cNvSpPr txBox="1"/>
          <p:nvPr/>
        </p:nvSpPr>
        <p:spPr>
          <a:xfrm>
            <a:off x="4352544" y="2322576"/>
            <a:ext cx="3474720" cy="658368"/>
          </a:xfrm>
          <a:prstGeom prst="rect">
            <a:avLst/>
          </a:prstGeom>
          <a:noFill/>
        </p:spPr>
        <p:txBody>
          <a:bodyPr wrap="square" lIns="18288" rIns="18288" tIns="13716" bIns="13716">
            <a:noAutofit/>
          </a:bodyPr>
          <a:lstStyle/>
          <a:p>
            <a:pPr hangingPunct="0" eaLnBrk="1" latinLnBrk="0">
              <a:lnSpc>
                <a:spcPts val="2625"/>
              </a:lnSpc>
              <a:spcBef>
                <a:spcPts val="0"/>
              </a:spcBef>
              <a:spcAft>
                <a:spcPts val="0"/>
              </a:spcAft>
              <a:defRPr lang="ja-JP" sz="2100" b="1">
                <a:solidFill>
                  <a:srgbClr val="213547"/>
                </a:solidFill>
                <a:latin typeface="Yu Gothic"/>
                <a:ea typeface="Yu Gothic"/>
                <a:cs typeface="Yu Gothic"/>
              </a:defRPr>
            </a:pPr>
            <a:r>
              <a:rPr lang="ja-JP" sz="2100" b="1">
                <a:solidFill>
                  <a:srgbClr val="213547"/>
                </a:solidFill>
                <a:latin typeface="Yu Gothic"/>
                <a:ea typeface="Yu Gothic"/>
                <a:cs typeface="Yu Gothic"/>
              </a:rPr>
              <a:t>根拠まで辿れる</a:t>
            </a:r>
          </a:p>
        </p:txBody>
      </p:sp>
      <p:sp>
        <p:nvSpPr>
          <p:cNvPr id="14" name="slot:item_2_body"/>
          <p:cNvSpPr txBox="1"/>
          <p:nvPr/>
        </p:nvSpPr>
        <p:spPr>
          <a:xfrm>
            <a:off x="4352544" y="3081528"/>
            <a:ext cx="3474720" cy="2834639"/>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0">
                <a:solidFill>
                  <a:srgbClr val="213547"/>
                </a:solidFill>
                <a:latin typeface="Yu Gothic"/>
                <a:ea typeface="Yu Gothic"/>
                <a:cs typeface="Yu Gothic"/>
              </a:defRPr>
            </a:pPr>
            <a:r>
              <a:rPr lang="ja-JP" sz="2000" b="0">
                <a:solidFill>
                  <a:srgbClr val="213547"/>
                </a:solidFill>
                <a:latin typeface="Yu Gothic"/>
                <a:ea typeface="Yu Gothic"/>
                <a:cs typeface="Yu Gothic"/>
              </a:rPr>
              <a:t>原文の条件と確認日を、要約とともに残す。</a:t>
            </a:r>
          </a:p>
        </p:txBody>
      </p:sp>
      <p:sp>
        <p:nvSpPr>
          <p:cNvPr id="15" name="decor:5"/>
          <p:cNvSpPr/>
          <p:nvPr/>
        </p:nvSpPr>
        <p:spPr>
          <a:xfrm>
            <a:off x="8101584" y="2139696"/>
            <a:ext cx="3474720" cy="41148"/>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lot:item_3_heading"/>
          <p:cNvSpPr txBox="1"/>
          <p:nvPr/>
        </p:nvSpPr>
        <p:spPr>
          <a:xfrm>
            <a:off x="8101584" y="2322576"/>
            <a:ext cx="3474720" cy="658368"/>
          </a:xfrm>
          <a:prstGeom prst="rect">
            <a:avLst/>
          </a:prstGeom>
          <a:noFill/>
        </p:spPr>
        <p:txBody>
          <a:bodyPr wrap="square" lIns="18288" rIns="18288" tIns="13716" bIns="13716">
            <a:noAutofit/>
          </a:bodyPr>
          <a:lstStyle/>
          <a:p>
            <a:pPr hangingPunct="0" eaLnBrk="1" latinLnBrk="0">
              <a:lnSpc>
                <a:spcPts val="2625"/>
              </a:lnSpc>
              <a:spcBef>
                <a:spcPts val="0"/>
              </a:spcBef>
              <a:spcAft>
                <a:spcPts val="0"/>
              </a:spcAft>
              <a:defRPr lang="ja-JP" sz="2100" b="1">
                <a:solidFill>
                  <a:srgbClr val="213547"/>
                </a:solidFill>
                <a:latin typeface="Yu Gothic"/>
                <a:ea typeface="Yu Gothic"/>
                <a:cs typeface="Yu Gothic"/>
              </a:defRPr>
            </a:pPr>
            <a:r>
              <a:rPr lang="ja-JP" sz="2100" b="1">
                <a:solidFill>
                  <a:srgbClr val="213547"/>
                </a:solidFill>
                <a:latin typeface="Yu Gothic"/>
                <a:ea typeface="Yu Gothic"/>
                <a:cs typeface="Yu Gothic"/>
              </a:rPr>
              <a:t>更新範囲を決める</a:t>
            </a:r>
          </a:p>
        </p:txBody>
      </p:sp>
      <p:sp>
        <p:nvSpPr>
          <p:cNvPr id="17" name="slot:item_3_body"/>
          <p:cNvSpPr txBox="1"/>
          <p:nvPr/>
        </p:nvSpPr>
        <p:spPr>
          <a:xfrm>
            <a:off x="8101584" y="3081528"/>
            <a:ext cx="3474720" cy="2834639"/>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0">
                <a:solidFill>
                  <a:srgbClr val="213547"/>
                </a:solidFill>
                <a:latin typeface="Yu Gothic"/>
                <a:ea typeface="Yu Gothic"/>
                <a:cs typeface="Yu Gothic"/>
              </a:defRPr>
            </a:pPr>
            <a:r>
              <a:rPr lang="ja-JP" sz="2000" b="0">
                <a:solidFill>
                  <a:srgbClr val="213547"/>
                </a:solidFill>
                <a:latin typeface="Yu Gothic"/>
                <a:ea typeface="Yu Gothic"/>
                <a:cs typeface="Yu Gothic"/>
              </a:rPr>
              <a:t>変更頻度に応じて担当と再確認の時期を決める。</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公開レイアウト見本</a:t>
            </a:r>
          </a:p>
        </p:txBody>
      </p:sp>
      <p:sp>
        <p:nvSpPr>
          <p:cNvPr id="4" name="meta:page"/>
          <p:cNvSpPr txBox="1"/>
          <p:nvPr/>
        </p:nvSpPr>
        <p:spPr>
          <a:xfrm>
            <a:off x="10972800" y="6391656"/>
            <a:ext cx="621792" cy="274320"/>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76</a:t>
            </a:r>
          </a:p>
        </p:txBody>
      </p:sp>
      <p:sp>
        <p:nvSpPr>
          <p:cNvPr id="5" name="meta:footer"/>
          <p:cNvSpPr txBox="1"/>
          <p:nvPr/>
        </p:nvSpPr>
        <p:spPr>
          <a:xfrm>
            <a:off x="603504" y="6419088"/>
            <a:ext cx="9601200" cy="237744"/>
          </a:xfrm>
          <a:prstGeom prst="rect">
            <a:avLst/>
          </a:prstGeom>
          <a:noFill/>
        </p:spPr>
        <p:txBody>
          <a:bodyPr wrap="square"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slide-layout-agent</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社内ナレッジを探しやすくする条件</a:t>
            </a:r>
          </a:p>
        </p:txBody>
      </p:sp>
      <p:sp>
        <p:nvSpPr>
          <p:cNvPr id="8" name="slot:context"/>
          <p:cNvSpPr txBox="1"/>
          <p:nvPr/>
        </p:nvSpPr>
        <p:spPr>
          <a:xfrm>
            <a:off x="621792" y="1490472"/>
            <a:ext cx="10927080" cy="502920"/>
          </a:xfrm>
          <a:prstGeom prst="rect">
            <a:avLst/>
          </a:prstGeom>
          <a:noFill/>
        </p:spPr>
        <p:txBody>
          <a:bodyPr wrap="square"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架空の社内調査。運用条件を整理した所見であり、効果を実証したものではない。</a:t>
            </a:r>
          </a:p>
        </p:txBody>
      </p:sp>
      <p:sp>
        <p:nvSpPr>
          <p:cNvPr id="9" name="decor:3"/>
          <p:cNvSpPr/>
          <p:nvPr/>
        </p:nvSpPr>
        <p:spPr>
          <a:xfrm>
            <a:off x="621792" y="2121408"/>
            <a:ext cx="914400" cy="3886200"/>
          </a:xfrm>
          <a:prstGeom prst="rect">
            <a:avLst/>
          </a:prstGeom>
          <a:solidFill>
            <a:srgbClr val="E8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ecor:4"/>
          <p:cNvSpPr/>
          <p:nvPr/>
        </p:nvSpPr>
        <p:spPr>
          <a:xfrm>
            <a:off x="1828800" y="3425952"/>
            <a:ext cx="969264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tatic:number_1"/>
          <p:cNvSpPr txBox="1"/>
          <p:nvPr/>
        </p:nvSpPr>
        <p:spPr>
          <a:xfrm>
            <a:off x="1828800" y="2185415"/>
            <a:ext cx="411480" cy="365760"/>
          </a:xfrm>
          <a:prstGeom prst="rect">
            <a:avLst/>
          </a:prstGeom>
          <a:noFill/>
        </p:spPr>
        <p:txBody>
          <a:bodyPr wrap="square" lIns="18288" rIns="18288" tIns="13716" bIns="13716">
            <a:noAutofit/>
          </a:bodyPr>
          <a:lstStyle/>
          <a:p>
            <a:pPr hangingPunct="0" eaLnBrk="1" latinLnBrk="0">
              <a:lnSpc>
                <a:spcPts val="2125"/>
              </a:lnSpc>
              <a:spcBef>
                <a:spcPts val="0"/>
              </a:spcBef>
              <a:spcAft>
                <a:spcPts val="0"/>
              </a:spcAft>
              <a:defRPr lang="ja-JP" sz="1700" b="1">
                <a:solidFill>
                  <a:srgbClr val="087E83"/>
                </a:solidFill>
                <a:latin typeface="Yu Gothic"/>
                <a:ea typeface="Yu Gothic"/>
                <a:cs typeface="Yu Gothic"/>
              </a:defRPr>
            </a:pPr>
            <a:r>
              <a:rPr lang="ja-JP" sz="1700" b="1">
                <a:solidFill>
                  <a:srgbClr val="087E83"/>
                </a:solidFill>
                <a:latin typeface="Yu Gothic"/>
                <a:ea typeface="Yu Gothic"/>
                <a:cs typeface="Yu Gothic"/>
              </a:rPr>
              <a:t>01</a:t>
            </a:r>
          </a:p>
        </p:txBody>
      </p:sp>
      <p:sp>
        <p:nvSpPr>
          <p:cNvPr id="12" name="slot:item_1_heading"/>
          <p:cNvSpPr txBox="1"/>
          <p:nvPr/>
        </p:nvSpPr>
        <p:spPr>
          <a:xfrm>
            <a:off x="2350008" y="2176272"/>
            <a:ext cx="2542032" cy="68580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検索入口を揃える</a:t>
            </a:r>
          </a:p>
        </p:txBody>
      </p:sp>
      <p:sp>
        <p:nvSpPr>
          <p:cNvPr id="13" name="slot:item_1_body"/>
          <p:cNvSpPr txBox="1"/>
          <p:nvPr/>
        </p:nvSpPr>
        <p:spPr>
          <a:xfrm>
            <a:off x="5102352" y="2176272"/>
            <a:ext cx="6419088" cy="1258823"/>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用語を揃え、同じ資料へ辿れる入口を整える。</a:t>
            </a:r>
          </a:p>
        </p:txBody>
      </p:sp>
      <p:sp>
        <p:nvSpPr>
          <p:cNvPr id="14" name="decor:5"/>
          <p:cNvSpPr/>
          <p:nvPr/>
        </p:nvSpPr>
        <p:spPr>
          <a:xfrm>
            <a:off x="1828800" y="4712208"/>
            <a:ext cx="969264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static:number_2"/>
          <p:cNvSpPr txBox="1"/>
          <p:nvPr/>
        </p:nvSpPr>
        <p:spPr>
          <a:xfrm>
            <a:off x="1828800" y="3471672"/>
            <a:ext cx="411480" cy="365760"/>
          </a:xfrm>
          <a:prstGeom prst="rect">
            <a:avLst/>
          </a:prstGeom>
          <a:noFill/>
        </p:spPr>
        <p:txBody>
          <a:bodyPr wrap="square" lIns="18288" rIns="18288" tIns="13716" bIns="13716">
            <a:noAutofit/>
          </a:bodyPr>
          <a:lstStyle/>
          <a:p>
            <a:pPr hangingPunct="0" eaLnBrk="1" latinLnBrk="0">
              <a:lnSpc>
                <a:spcPts val="2125"/>
              </a:lnSpc>
              <a:spcBef>
                <a:spcPts val="0"/>
              </a:spcBef>
              <a:spcAft>
                <a:spcPts val="0"/>
              </a:spcAft>
              <a:defRPr lang="ja-JP" sz="1700" b="1">
                <a:solidFill>
                  <a:srgbClr val="087E83"/>
                </a:solidFill>
                <a:latin typeface="Yu Gothic"/>
                <a:ea typeface="Yu Gothic"/>
                <a:cs typeface="Yu Gothic"/>
              </a:defRPr>
            </a:pPr>
            <a:r>
              <a:rPr lang="ja-JP" sz="1700" b="1">
                <a:solidFill>
                  <a:srgbClr val="087E83"/>
                </a:solidFill>
                <a:latin typeface="Yu Gothic"/>
                <a:ea typeface="Yu Gothic"/>
                <a:cs typeface="Yu Gothic"/>
              </a:rPr>
              <a:t>02</a:t>
            </a:r>
          </a:p>
        </p:txBody>
      </p:sp>
      <p:sp>
        <p:nvSpPr>
          <p:cNvPr id="16" name="slot:item_2_heading"/>
          <p:cNvSpPr txBox="1"/>
          <p:nvPr/>
        </p:nvSpPr>
        <p:spPr>
          <a:xfrm>
            <a:off x="2350008" y="3462528"/>
            <a:ext cx="2542032" cy="68580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根拠まで辿れる</a:t>
            </a:r>
          </a:p>
        </p:txBody>
      </p:sp>
      <p:sp>
        <p:nvSpPr>
          <p:cNvPr id="17" name="slot:item_2_body"/>
          <p:cNvSpPr txBox="1"/>
          <p:nvPr/>
        </p:nvSpPr>
        <p:spPr>
          <a:xfrm>
            <a:off x="5102352" y="3462528"/>
            <a:ext cx="6419088" cy="1258823"/>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原文の条件と確認日を、要約とともに残す。</a:t>
            </a:r>
          </a:p>
        </p:txBody>
      </p:sp>
      <p:sp>
        <p:nvSpPr>
          <p:cNvPr id="18" name="decor:6"/>
          <p:cNvSpPr/>
          <p:nvPr/>
        </p:nvSpPr>
        <p:spPr>
          <a:xfrm>
            <a:off x="1828800" y="5998464"/>
            <a:ext cx="969264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static:number_3"/>
          <p:cNvSpPr txBox="1"/>
          <p:nvPr/>
        </p:nvSpPr>
        <p:spPr>
          <a:xfrm>
            <a:off x="1828800" y="4757928"/>
            <a:ext cx="411480" cy="365760"/>
          </a:xfrm>
          <a:prstGeom prst="rect">
            <a:avLst/>
          </a:prstGeom>
          <a:noFill/>
        </p:spPr>
        <p:txBody>
          <a:bodyPr wrap="square" lIns="18288" rIns="18288" tIns="13716" bIns="13716">
            <a:noAutofit/>
          </a:bodyPr>
          <a:lstStyle/>
          <a:p>
            <a:pPr hangingPunct="0" eaLnBrk="1" latinLnBrk="0">
              <a:lnSpc>
                <a:spcPts val="2125"/>
              </a:lnSpc>
              <a:spcBef>
                <a:spcPts val="0"/>
              </a:spcBef>
              <a:spcAft>
                <a:spcPts val="0"/>
              </a:spcAft>
              <a:defRPr lang="ja-JP" sz="1700" b="1">
                <a:solidFill>
                  <a:srgbClr val="087E83"/>
                </a:solidFill>
                <a:latin typeface="Yu Gothic"/>
                <a:ea typeface="Yu Gothic"/>
                <a:cs typeface="Yu Gothic"/>
              </a:defRPr>
            </a:pPr>
            <a:r>
              <a:rPr lang="ja-JP" sz="1700" b="1">
                <a:solidFill>
                  <a:srgbClr val="087E83"/>
                </a:solidFill>
                <a:latin typeface="Yu Gothic"/>
                <a:ea typeface="Yu Gothic"/>
                <a:cs typeface="Yu Gothic"/>
              </a:rPr>
              <a:t>03</a:t>
            </a:r>
          </a:p>
        </p:txBody>
      </p:sp>
      <p:sp>
        <p:nvSpPr>
          <p:cNvPr id="20" name="slot:item_3_heading"/>
          <p:cNvSpPr txBox="1"/>
          <p:nvPr/>
        </p:nvSpPr>
        <p:spPr>
          <a:xfrm>
            <a:off x="2350008" y="4748783"/>
            <a:ext cx="2542032" cy="68580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更新範囲を決める</a:t>
            </a:r>
          </a:p>
        </p:txBody>
      </p:sp>
      <p:sp>
        <p:nvSpPr>
          <p:cNvPr id="21" name="slot:item_3_body"/>
          <p:cNvSpPr txBox="1"/>
          <p:nvPr/>
        </p:nvSpPr>
        <p:spPr>
          <a:xfrm>
            <a:off x="5102352" y="4748783"/>
            <a:ext cx="6419088" cy="1258823"/>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変更頻度に応じて担当と再確認の時期を決める。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公開レイアウト見本</dc:title>
  <dc:subject>Source-traceable editable slides</dc:subject>
  <dc:creator>slide-layout-agent</dc:creator>
  <cp:keywords/>
  <dc:description>Source references and any third-party template license are recorded in slide notes.</dc:description>
  <cp:lastModifiedBy>slide-layout-agent</cp:lastModifiedBy>
  <cp:revision>1</cp:revision>
  <dcterms:created xsi:type="dcterms:W3CDTF">2013-01-27T09:14:16Z</dcterms:created>
  <dcterms:modified xsi:type="dcterms:W3CDTF">2013-01-27T09:15:58Z</dcterms:modified>
  <cp:category/>
</cp:coreProperties>
</file>