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架空集計（件）</c:v>
                </c:pt>
              </c:strCache>
            </c:strRef>
          </c:tx>
          <c:spPr>
            <a:solidFill>
              <a:srgbClr val="087E83"/>
            </a:solidFill>
            <a:ln>
              <a:noFill/>
            </a:ln>
          </c:spPr>
          <c:cat>
            <c:strRef>
              <c:f>Sheet1!$A$2:$A$5</c:f>
              <c:strCache>
                <c:ptCount val="4"/>
                <c:pt idx="0">
                  <c:v>検索</c:v>
                </c:pt>
                <c:pt idx="1">
                  <c:v>出典</c:v>
                </c:pt>
                <c:pt idx="2">
                  <c:v>更新</c:v>
                </c:pt>
                <c:pt idx="3">
                  <c:v>共有</c:v>
                </c:pt>
              </c:strCache>
            </c:strRef>
          </c:cat>
          <c:val>
            <c:numRef>
              <c:f>Sheet1!$B$2:$B$5</c:f>
              <c:numCache>
                <c:formatCode>General</c:formatCode>
                <c:ptCount val="4"/>
                <c:pt idx="0">
                  <c:v>42.0</c:v>
                </c:pt>
                <c:pt idx="1">
                  <c:v>35.0</c:v>
                </c:pt>
                <c:pt idx="2">
                  <c:v>28.0</c:v>
                </c:pt>
                <c:pt idx="3">
                  <c:v>18.0</c:v>
                </c:pt>
              </c:numCache>
            </c:numRef>
          </c:val>
        </c:ser>
        <c:dLbls>
          <c:numFmt formatCode="General" sourceLinked="0"/>
          <c:txPr>
            <a:bodyPr/>
            <a:lstStyle/>
            <a:p>
              <a:pPr>
                <a:defRPr sz="1600">
                  <a:solidFill>
                    <a:srgbClr val="213547"/>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113994440"/>
        <c:crosses val="autoZero"/>
        <c:auto val="1"/>
        <c:lblAlgn val="ctr"/>
        <c:lblOffset val="100"/>
        <c:noMultiLvlLbl val="0"/>
      </c:catAx>
      <c:valAx>
        <c:axId val="-2113994440"/>
        <c:scaling>
          <c:min val="0.0"/>
        </c:scaling>
        <c:delete val="0"/>
        <c:axPos val="b"/>
        <c:majorGridlines>
          <c:spPr>
            <a:ln w="7620">
              <a:solidFill>
                <a:srgbClr val="DCE3E9"/>
              </a:solidFill>
            </a:ln>
          </c:spPr>
        </c:majorGridlines>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"ed_cover_brief_2",</a:t>
            </a:r>
          </a:p>
          <a:p>
            <a:r>
              <a:t>  "variant": "warm",</a:t>
            </a:r>
          </a:p>
          <a:p>
            <a:r>
              <a:t>  "rationale": "Public template fixture; short fictional slot content; no private data.",</a:t>
            </a:r>
          </a:p>
          <a:p>
            <a:r>
              <a:t>  "source_sha256": "8b6dcc51a0e596f6b3b085e1a324015196093efcef339f41e549bf5eb478f7e2",</a:t>
            </a:r>
          </a:p>
          <a:p>
            <a:r>
              <a:t>  "evidence": [</a:t>
            </a:r>
          </a:p>
          <a:p>
            <a:r>
              <a:t>    {</a:t>
            </a:r>
          </a:p>
          <a:p>
            <a:r>
              <a:t>      "text": "社内ナレッジ共有の調査メモ",</a:t>
            </a:r>
          </a:p>
          <a:p>
            <a:r>
              <a:t>      "refs": [</a:t>
            </a:r>
          </a:p>
          <a:p>
            <a:r>
              <a:t>        {</a:t>
            </a:r>
          </a:p>
          <a:p>
            <a:r>
              <a:t>          "source_id": "s001",</a:t>
            </a:r>
          </a:p>
          <a:p>
            <a:r>
              <a:t>          "quote": "社内ナレッジ共有の調査メモ"</a:t>
            </a:r>
          </a:p>
          <a:p>
            <a:r>
              <a:t>        }</a:t>
            </a:r>
          </a:p>
          <a:p>
            <a:r>
              <a:t>      ],</a:t>
            </a:r>
          </a:p>
          <a:p>
            <a:r>
              <a:t>      "mode": "verbatim"</a:t>
            </a:r>
          </a:p>
          <a:p>
            <a:r>
              <a:t>    },</a:t>
            </a:r>
          </a:p>
          <a:p>
            <a:r>
              <a:t>    {</a:t>
            </a:r>
          </a:p>
          <a:p>
            <a:r>
              <a:t>      "text": "検索性と信頼性を両立するための運用条件",</a:t>
            </a:r>
          </a:p>
          <a:p>
            <a:r>
              <a:t>      "refs": [</a:t>
            </a:r>
          </a:p>
          <a:p>
            <a:r>
              <a:t>        {</a:t>
            </a:r>
          </a:p>
          <a:p>
            <a:r>
              <a:t>          "source_id": "s001",</a:t>
            </a:r>
          </a:p>
          <a:p>
            <a:r>
              <a:t>          "quote": "検索性と信頼性を両立するための運用条件"</a:t>
            </a:r>
          </a:p>
          <a:p>
            <a:r>
              <a:t>        }</a:t>
            </a:r>
          </a:p>
          <a:p>
            <a:r>
              <a:t>      ],</a:t>
            </a:r>
          </a:p>
          <a:p>
            <a:r>
              <a:t>      "mode": "verbatim"</a:t>
            </a:r>
          </a:p>
          <a:p>
            <a:r>
              <a:t>    },</a:t>
            </a:r>
          </a:p>
          <a:p>
            <a:r>
              <a:t>    {</a:t>
            </a:r>
          </a:p>
          <a:p>
            <a:r>
              <a:t>      "text": "検索入口を揃える",</a:t>
            </a:r>
          </a:p>
          <a:p>
            <a:r>
              <a:t>      "refs": [</a:t>
            </a:r>
          </a:p>
          <a:p>
            <a:r>
              <a:t>        {</a:t>
            </a:r>
          </a:p>
          <a:p>
            <a:r>
              <a:t>          "source_id": "s001",</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"s001",</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"s001",</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"s001",</a:t>
            </a:r>
          </a:p>
          <a:p>
            <a:r>
              <a:t>          "quote": "原文の条件と確認日を、要約とともに残す。"</a:t>
            </a:r>
          </a:p>
          <a:p>
            <a:r>
              <a:t>        }</a:t>
            </a:r>
          </a:p>
          <a:p>
            <a:r>
              <a:t>      ],</a:t>
            </a:r>
          </a:p>
          <a:p>
            <a:r>
              <a:t>      "mode": "verbatim"</a:t>
            </a:r>
          </a:p>
          <a:p>
            <a:r>
              <a:t>    }</a:t>
            </a:r>
          </a:p>
          <a:p>
            <a:r>
              <a:t>  ],</a:t>
            </a:r>
          </a:p>
          <a:p>
            <a:r>
              <a:t>  "citations": {</a:t>
            </a:r>
          </a:p>
          <a:p>
            <a:r>
              <a:t>    "s001":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"cover",</a:t>
            </a:r>
          </a:p>
          <a:p>
            <a:r>
              <a:t>  "structural_variant": "brief",</a:t>
            </a:r>
          </a:p>
          <a:p>
            <a:r>
              <a:t>  "repetition_reason": "Catalog inventory: adjacent entries intentionally show every count/orientation for comparison; this is not a presentation sequence.",</a:t>
            </a:r>
          </a:p>
          <a:p>
            <a:r>
              <a:t>  "row_alignments": {},</a:t>
            </a:r>
          </a:p>
          <a:p>
            <a:r>
              <a:t>  "images": {},</a:t>
            </a:r>
          </a:p>
          <a:p>
            <a:r>
              <a:t>  "template_sha256": "ff0a4781bb1465467ac9ed96880843f7e2b10f8c90722b4befbca4838a610a1b"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"slide002",</a:t>
            </a:r>
          </a:p>
          <a:p>
            <a:r>
              <a:t>  "origin": "catalog",</a:t>
            </a:r>
          </a:p>
          <a:p>
            <a:r>
              <a:t>  "layout_id": "ed_cards_grid_3",</a:t>
            </a:r>
          </a:p>
          <a:p>
            <a:r>
              <a:t>  "variant": "warm",</a:t>
            </a:r>
          </a:p>
          <a:p>
            <a:r>
              <a:t>  "rationale": "Public template fixture; short fictional slot content; no private data.",</a:t>
            </a:r>
          </a:p>
          <a:p>
            <a:r>
              <a:t>  "source_sha256": "8b6dcc51a0e596f6b3b085e1a324015196093efcef339f41e549bf5eb478f7e2",</a:t>
            </a:r>
          </a:p>
          <a:p>
            <a:r>
              <a:t>  "evidence": [</a:t>
            </a:r>
          </a:p>
          <a:p>
            <a:r>
              <a:t>    {</a:t>
            </a:r>
          </a:p>
          <a:p>
            <a:r>
              <a:t>      "text": "社内ナレッジを探しやすくする条件",</a:t>
            </a:r>
          </a:p>
          <a:p>
            <a:r>
              <a:t>      "refs": [</a:t>
            </a:r>
          </a:p>
          <a:p>
            <a:r>
              <a:t>        {</a:t>
            </a:r>
          </a:p>
          <a:p>
            <a:r>
              <a:t>          "source_id": "s002",</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"s002",</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"s002",</a:t>
            </a:r>
          </a:p>
          <a:p>
            <a:r>
              <a:t>          "quote": "検索入口を揃える"</a:t>
            </a:r>
          </a:p>
          <a:p>
            <a:r>
              <a:t>        }</a:t>
            </a:r>
          </a:p>
          <a:p>
            <a:r>
              <a:t>      ],</a:t>
            </a:r>
          </a:p>
          <a:p>
            <a:r>
              <a:t>      "mode": "verbatim"</a:t>
            </a:r>
          </a:p>
          <a:p>
            <a:r>
              <a:t>    },</a:t>
            </a:r>
          </a:p>
          <a:p>
            <a:r>
              <a:t>    {</a:t>
            </a:r>
          </a:p>
          <a:p>
            <a:r>
              <a:t>      "text": "用語の揺れを減らし、部門をまたいでも同じ資料へ辿れる導線を整える。検索結果には対象範囲を添え、読み手が必要な情報かを判断できるようにする。",</a:t>
            </a:r>
          </a:p>
          <a:p>
            <a:r>
              <a:t>      "refs": [</a:t>
            </a:r>
          </a:p>
          <a:p>
            <a:r>
              <a:t>        {</a:t>
            </a:r>
          </a:p>
          <a:p>
            <a:r>
              <a:t>          "source_id": "s002",</a:t>
            </a:r>
          </a:p>
          <a:p>
            <a:r>
              <a:t>          "quote": "用語の揺れを減らし、部門をまたいでも同じ資料へ辿れる導線を整える。検索結果には対象範囲を添え、読み手が必要な情報かを判断できるようにする。"</a:t>
            </a:r>
          </a:p>
          <a:p>
            <a:r>
              <a:t>        }</a:t>
            </a:r>
          </a:p>
          <a:p>
            <a:r>
              <a:t>      ],</a:t>
            </a:r>
          </a:p>
          <a:p>
            <a:r>
              <a:t>      "mode": "verbatim"</a:t>
            </a:r>
          </a:p>
          <a:p>
            <a:r>
              <a:t>    },</a:t>
            </a:r>
          </a:p>
          <a:p>
            <a:r>
              <a:t>    {</a:t>
            </a:r>
          </a:p>
          <a:p>
            <a:r>
              <a:t>      "text": "対象：資料の入口を確認",</a:t>
            </a:r>
          </a:p>
          <a:p>
            <a:r>
              <a:t>      "refs": [</a:t>
            </a:r>
          </a:p>
          <a:p>
            <a:r>
              <a:t>        {</a:t>
            </a:r>
          </a:p>
          <a:p>
            <a:r>
              <a:t>          "source_id": "s002",</a:t>
            </a:r>
          </a:p>
          <a:p>
            <a:r>
              <a:t>          "quote": "対象：資料の入口を確認"</a:t>
            </a:r>
          </a:p>
          <a:p>
            <a:r>
              <a:t>        }</a:t>
            </a:r>
          </a:p>
          <a:p>
            <a:r>
              <a:t>      ],</a:t>
            </a:r>
          </a:p>
          <a:p>
            <a:r>
              <a:t>      "mode": "verbatim"</a:t>
            </a:r>
          </a:p>
          <a:p>
            <a:r>
              <a:t>    },</a:t>
            </a:r>
          </a:p>
          <a:p>
            <a:r>
              <a:t>    {</a:t>
            </a:r>
          </a:p>
          <a:p>
            <a:r>
              <a:t>      "text": "根拠まで辿れる",</a:t>
            </a:r>
          </a:p>
          <a:p>
            <a:r>
              <a:t>      "refs": [</a:t>
            </a:r>
          </a:p>
          <a:p>
            <a:r>
              <a:t>        {</a:t>
            </a:r>
          </a:p>
          <a:p>
            <a:r>
              <a:t>          "source_id": "s002",</a:t>
            </a:r>
          </a:p>
          <a:p>
            <a:r>
              <a:t>          "quote": "根拠まで辿れる"</a:t>
            </a:r>
          </a:p>
          <a:p>
            <a:r>
              <a:t>        }</a:t>
            </a:r>
          </a:p>
          <a:p>
            <a:r>
              <a:t>      ],</a:t>
            </a:r>
          </a:p>
          <a:p>
            <a:r>
              <a:t>      "mode": "verbatim"</a:t>
            </a:r>
          </a:p>
          <a:p>
            <a:r>
              <a:t>    },</a:t>
            </a:r>
          </a:p>
          <a:p>
            <a:r>
              <a:t>    {</a:t>
            </a:r>
          </a:p>
          <a:p>
            <a:r>
              <a:t>      "text": "要約だけで判断せず、原文の条件と確認日を一緒に読み取れる形にする。引用先の位置も残し、解釈に疑問があれば読み手が前提を確かめられるようにする。",</a:t>
            </a:r>
          </a:p>
          <a:p>
            <a:r>
              <a:t>      "refs": [</a:t>
            </a:r>
          </a:p>
          <a:p>
            <a:r>
              <a:t>        {</a:t>
            </a:r>
          </a:p>
          <a:p>
            <a:r>
              <a:t>          "source_id": "s002",</a:t>
            </a:r>
          </a:p>
          <a:p>
            <a:r>
              <a:t>          "quote": "要約だけで判断せず、原文の条件と確認日を一緒に読み取れる形にする。引用先の位置も残し、解釈に疑問があれば読み手が前提を確かめられるようにする。"</a:t>
            </a:r>
          </a:p>
          <a:p>
            <a:r>
              <a:t>        }</a:t>
            </a:r>
          </a:p>
          <a:p>
            <a:r>
              <a:t>      ],</a:t>
            </a:r>
          </a:p>
          <a:p>
            <a:r>
              <a:t>      "mode": "verbatim"</a:t>
            </a:r>
          </a:p>
          <a:p>
            <a:r>
              <a:t>    },</a:t>
            </a:r>
          </a:p>
          <a:p>
            <a:r>
              <a:t>    {</a:t>
            </a:r>
          </a:p>
          <a:p>
            <a:r>
              <a:t>      "text": "根拠：原文の条件を保持",</a:t>
            </a:r>
          </a:p>
          <a:p>
            <a:r>
              <a:t>      "refs": [</a:t>
            </a:r>
          </a:p>
          <a:p>
            <a:r>
              <a:t>        {</a:t>
            </a:r>
          </a:p>
          <a:p>
            <a:r>
              <a:t>          "source_id": "s002",</a:t>
            </a:r>
          </a:p>
          <a:p>
            <a:r>
              <a:t>          "quote": "根拠：原文の条件を保持"</a:t>
            </a:r>
          </a:p>
          <a:p>
            <a:r>
              <a:t>        }</a:t>
            </a:r>
          </a:p>
          <a:p>
            <a:r>
              <a:t>      ],</a:t>
            </a:r>
          </a:p>
          <a:p>
            <a:r>
              <a:t>      "mode": "verbatim"</a:t>
            </a:r>
          </a:p>
          <a:p>
            <a:r>
              <a:t>    },</a:t>
            </a:r>
          </a:p>
          <a:p>
            <a:r>
              <a:t>    {</a:t>
            </a:r>
          </a:p>
          <a:p>
            <a:r>
              <a:t>      "text": "更新範囲を決める",</a:t>
            </a:r>
          </a:p>
          <a:p>
            <a:r>
              <a:t>      "refs": [</a:t>
            </a:r>
          </a:p>
          <a:p>
            <a:r>
              <a:t>        {</a:t>
            </a:r>
          </a:p>
          <a:p>
            <a:r>
              <a:t>          "source_id": "s002",</a:t>
            </a:r>
          </a:p>
          <a:p>
            <a:r>
              <a:t>          "quote": "更新範囲を決める"</a:t>
            </a:r>
          </a:p>
          <a:p>
            <a:r>
              <a:t>        }</a:t>
            </a:r>
          </a:p>
          <a:p>
            <a:r>
              <a:t>      ],</a:t>
            </a:r>
          </a:p>
          <a:p>
            <a:r>
              <a:t>      "mode": "verbatim"</a:t>
            </a:r>
          </a:p>
          <a:p>
            <a:r>
              <a:t>    },</a:t>
            </a:r>
          </a:p>
          <a:p>
            <a:r>
              <a:t>    {</a:t>
            </a:r>
          </a:p>
          <a:p>
            <a:r>
              <a:t>      "text": "変更頻度に応じて確認担当を置き、古い記述を見分けられるようにする。更新が止まった資料は利用条件を明記し、再確認の対象として管理する。",</a:t>
            </a:r>
          </a:p>
          <a:p>
            <a:r>
              <a:t>      "refs": [</a:t>
            </a:r>
          </a:p>
          <a:p>
            <a:r>
              <a:t>        {</a:t>
            </a:r>
          </a:p>
          <a:p>
            <a:r>
              <a:t>          "source_id": "s002",</a:t>
            </a:r>
          </a:p>
          <a:p>
            <a:r>
              <a:t>          "quote": "変更頻度に応じて確認担当を置き、古い記述を見分けられるようにする。更新が止まった資料は利用条件を明記し、再確認の対象として管理する。"</a:t>
            </a:r>
          </a:p>
          <a:p>
            <a:r>
              <a:t>        }</a:t>
            </a:r>
          </a:p>
          <a:p>
            <a:r>
              <a:t>      ],</a:t>
            </a:r>
          </a:p>
          <a:p>
            <a:r>
              <a:t>      "mode": "verbatim"</a:t>
            </a:r>
          </a:p>
          <a:p>
            <a:r>
              <a:t>    },</a:t>
            </a:r>
          </a:p>
          <a:p>
            <a:r>
              <a:t>    {</a:t>
            </a:r>
          </a:p>
          <a:p>
            <a:r>
              <a:t>      "text": "留保：運用負荷は未検証",</a:t>
            </a:r>
          </a:p>
          <a:p>
            <a:r>
              <a:t>      "refs": [</a:t>
            </a:r>
          </a:p>
          <a:p>
            <a:r>
              <a:t>        {</a:t>
            </a:r>
          </a:p>
          <a:p>
            <a:r>
              <a:t>          "source_id": "s002",</a:t>
            </a:r>
          </a:p>
          <a:p>
            <a:r>
              <a:t>          "quote": "留保：運用負荷は未検証"</a:t>
            </a:r>
          </a:p>
          <a:p>
            <a:r>
              <a:t>        }</a:t>
            </a:r>
          </a:p>
          <a:p>
            <a:r>
              <a:t>      ],</a:t>
            </a:r>
          </a:p>
          <a:p>
            <a:r>
              <a:t>      "mode": "verbatim"</a:t>
            </a:r>
          </a:p>
          <a:p>
            <a:r>
              <a:t>    }</a:t>
            </a:r>
          </a:p>
          <a:p>
            <a:r>
              <a:t>  ],</a:t>
            </a:r>
          </a:p>
          <a:p>
            <a:r>
              <a:t>  "citations": {</a:t>
            </a:r>
          </a:p>
          <a:p>
            <a:r>
              <a:t>    "s002":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"grid",</a:t>
            </a:r>
          </a:p>
          <a:p>
            <a:r>
              <a:t>  "repetition_reason": "Catalog inventory: adjacent entries intentionally show every count/orientation for comparison; this is not a presentation sequence.",</a:t>
            </a:r>
          </a:p>
          <a:p>
            <a:r>
              <a:t>  "row_alignments": {},</a:t>
            </a:r>
          </a:p>
          <a:p>
            <a:r>
              <a:t>  "images": {},</a:t>
            </a:r>
          </a:p>
          <a:p>
            <a:r>
              <a:t>  "template_sha256": "2bc7cd165bc5384dd2c1271100088da12a7ad76866cd16b07bf48b219f176c6a"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"slide003",</a:t>
            </a:r>
          </a:p>
          <a:p>
            <a:r>
              <a:t>  "origin": "catalog",</a:t>
            </a:r>
          </a:p>
          <a:p>
            <a:r>
              <a:t>  "layout_id": "ed_cards_grid_6",</a:t>
            </a:r>
          </a:p>
          <a:p>
            <a:r>
              <a:t>  "variant": "warm",</a:t>
            </a:r>
          </a:p>
          <a:p>
            <a:r>
              <a:t>  "rationale": "Public template fixture; short fictional slot content; no private data.",</a:t>
            </a:r>
          </a:p>
          <a:p>
            <a:r>
              <a:t>  "source_sha256": "8b6dcc51a0e596f6b3b085e1a324015196093efcef339f41e549bf5eb478f7e2",</a:t>
            </a:r>
          </a:p>
          <a:p>
            <a:r>
              <a:t>  "evidence": [</a:t>
            </a:r>
          </a:p>
          <a:p>
            <a:r>
              <a:t>    {</a:t>
            </a:r>
          </a:p>
          <a:p>
            <a:r>
              <a:t>      "text": "社内ナレッジを探しやすくする条件",</a:t>
            </a:r>
          </a:p>
          <a:p>
            <a:r>
              <a:t>      "refs": [</a:t>
            </a:r>
          </a:p>
          <a:p>
            <a:r>
              <a:t>        {</a:t>
            </a:r>
          </a:p>
          <a:p>
            <a:r>
              <a:t>          "source_id": "s003",</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"s003",</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"s003",</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"s003",</a:t>
            </a:r>
          </a:p>
          <a:p>
            <a:r>
              <a:t>          "quote": "用語を揃え、同じ資料へ辿れる入口を整える。"</a:t>
            </a:r>
          </a:p>
          <a:p>
            <a:r>
              <a:t>        }</a:t>
            </a:r>
          </a:p>
          <a:p>
            <a:r>
              <a:t>      ],</a:t>
            </a:r>
          </a:p>
          <a:p>
            <a:r>
              <a:t>      "mode": "verbatim"</a:t>
            </a:r>
          </a:p>
          <a:p>
            <a:r>
              <a:t>    },</a:t>
            </a:r>
          </a:p>
          <a:p>
            <a:r>
              <a:t>    {</a:t>
            </a:r>
          </a:p>
          <a:p>
            <a:r>
              <a:t>      "text": "対象：資料の入口を確認",</a:t>
            </a:r>
          </a:p>
          <a:p>
            <a:r>
              <a:t>      "refs": [</a:t>
            </a:r>
          </a:p>
          <a:p>
            <a:r>
              <a:t>        {</a:t>
            </a:r>
          </a:p>
          <a:p>
            <a:r>
              <a:t>          "source_id": "s003",</a:t>
            </a:r>
          </a:p>
          <a:p>
            <a:r>
              <a:t>          "quote": "対象：資料の入口を確認"</a:t>
            </a:r>
          </a:p>
          <a:p>
            <a:r>
              <a:t>        }</a:t>
            </a:r>
          </a:p>
          <a:p>
            <a:r>
              <a:t>      ],</a:t>
            </a:r>
          </a:p>
          <a:p>
            <a:r>
              <a:t>      "mode": "verbatim"</a:t>
            </a:r>
          </a:p>
          <a:p>
            <a:r>
              <a:t>    },</a:t>
            </a:r>
          </a:p>
          <a:p>
            <a:r>
              <a:t>    {</a:t>
            </a:r>
          </a:p>
          <a:p>
            <a:r>
              <a:t>      "text": "根拠まで辿れる",</a:t>
            </a:r>
          </a:p>
          <a:p>
            <a:r>
              <a:t>      "refs": [</a:t>
            </a:r>
          </a:p>
          <a:p>
            <a:r>
              <a:t>        {</a:t>
            </a:r>
          </a:p>
          <a:p>
            <a:r>
              <a:t>          "source_id": "s003",</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"s003",</a:t>
            </a:r>
          </a:p>
          <a:p>
            <a:r>
              <a:t>          "quote": "原文の条件と確認日を、要約とともに残す。"</a:t>
            </a:r>
          </a:p>
          <a:p>
            <a:r>
              <a:t>        }</a:t>
            </a:r>
          </a:p>
          <a:p>
            <a:r>
              <a:t>      ],</a:t>
            </a:r>
          </a:p>
          <a:p>
            <a:r>
              <a:t>      "mode": "verbatim"</a:t>
            </a:r>
          </a:p>
          <a:p>
            <a:r>
              <a:t>    },</a:t>
            </a:r>
          </a:p>
          <a:p>
            <a:r>
              <a:t>    {</a:t>
            </a:r>
          </a:p>
          <a:p>
            <a:r>
              <a:t>      "text": "根拠：原文の条件を保持",</a:t>
            </a:r>
          </a:p>
          <a:p>
            <a:r>
              <a:t>      "refs": [</a:t>
            </a:r>
          </a:p>
          <a:p>
            <a:r>
              <a:t>        {</a:t>
            </a:r>
          </a:p>
          <a:p>
            <a:r>
              <a:t>          "source_id": "s003",</a:t>
            </a:r>
          </a:p>
          <a:p>
            <a:r>
              <a:t>          "quote": "根拠：原文の条件を保持"</a:t>
            </a:r>
          </a:p>
          <a:p>
            <a:r>
              <a:t>        }</a:t>
            </a:r>
          </a:p>
          <a:p>
            <a:r>
              <a:t>      ],</a:t>
            </a:r>
          </a:p>
          <a:p>
            <a:r>
              <a:t>      "mode": "verbatim"</a:t>
            </a:r>
          </a:p>
          <a:p>
            <a:r>
              <a:t>    },</a:t>
            </a:r>
          </a:p>
          <a:p>
            <a:r>
              <a:t>    {</a:t>
            </a:r>
          </a:p>
          <a:p>
            <a:r>
              <a:t>      "text": "更新範囲を決める",</a:t>
            </a:r>
          </a:p>
          <a:p>
            <a:r>
              <a:t>      "refs": [</a:t>
            </a:r>
          </a:p>
          <a:p>
            <a:r>
              <a:t>        {</a:t>
            </a:r>
          </a:p>
          <a:p>
            <a:r>
              <a:t>          "source_id": "s003",</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"s003",</a:t>
            </a:r>
          </a:p>
          <a:p>
            <a:r>
              <a:t>          "quote": "変更頻度に応じて担当と再確認の時期を決める。"</a:t>
            </a:r>
          </a:p>
          <a:p>
            <a:r>
              <a:t>        }</a:t>
            </a:r>
          </a:p>
          <a:p>
            <a:r>
              <a:t>      ],</a:t>
            </a:r>
          </a:p>
          <a:p>
            <a:r>
              <a:t>      "mode": "verbatim"</a:t>
            </a:r>
          </a:p>
          <a:p>
            <a:r>
              <a:t>    },</a:t>
            </a:r>
          </a:p>
          <a:p>
            <a:r>
              <a:t>    {</a:t>
            </a:r>
          </a:p>
          <a:p>
            <a:r>
              <a:t>      "text": "留保：運用負荷は未検証",</a:t>
            </a:r>
          </a:p>
          <a:p>
            <a:r>
              <a:t>      "refs": [</a:t>
            </a:r>
          </a:p>
          <a:p>
            <a:r>
              <a:t>        {</a:t>
            </a:r>
          </a:p>
          <a:p>
            <a:r>
              <a:t>          "source_id": "s003",</a:t>
            </a:r>
          </a:p>
          <a:p>
            <a:r>
              <a:t>          "quote": "留保：運用負荷は未検証"</a:t>
            </a:r>
          </a:p>
          <a:p>
            <a:r>
              <a:t>        }</a:t>
            </a:r>
          </a:p>
          <a:p>
            <a:r>
              <a:t>      ],</a:t>
            </a:r>
          </a:p>
          <a:p>
            <a:r>
              <a:t>      "mode": "verbatim"</a:t>
            </a:r>
          </a:p>
          <a:p>
            <a:r>
              <a:t>    },</a:t>
            </a:r>
          </a:p>
          <a:p>
            <a:r>
              <a:t>    {</a:t>
            </a:r>
          </a:p>
          <a:p>
            <a:r>
              <a:t>      "text": "例外を見える化",</a:t>
            </a:r>
          </a:p>
          <a:p>
            <a:r>
              <a:t>      "refs": [</a:t>
            </a:r>
          </a:p>
          <a:p>
            <a:r>
              <a:t>        {</a:t>
            </a:r>
          </a:p>
          <a:p>
            <a:r>
              <a:t>          "source_id": "s003",</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"s003",</a:t>
            </a:r>
          </a:p>
          <a:p>
            <a:r>
              <a:t>          "quote": "適用できない場面も記録し、前提の違いを残す。"</a:t>
            </a:r>
          </a:p>
          <a:p>
            <a:r>
              <a:t>        }</a:t>
            </a:r>
          </a:p>
          <a:p>
            <a:r>
              <a:t>      ],</a:t>
            </a:r>
          </a:p>
          <a:p>
            <a:r>
              <a:t>      "mode": "verbatim"</a:t>
            </a:r>
          </a:p>
          <a:p>
            <a:r>
              <a:t>    },</a:t>
            </a:r>
          </a:p>
          <a:p>
            <a:r>
              <a:t>    {</a:t>
            </a:r>
          </a:p>
          <a:p>
            <a:r>
              <a:t>      "text": "注意：対象外の場面を含む",</a:t>
            </a:r>
          </a:p>
          <a:p>
            <a:r>
              <a:t>      "refs": [</a:t>
            </a:r>
          </a:p>
          <a:p>
            <a:r>
              <a:t>        {</a:t>
            </a:r>
          </a:p>
          <a:p>
            <a:r>
              <a:t>          "source_id": "s003",</a:t>
            </a:r>
          </a:p>
          <a:p>
            <a:r>
              <a:t>          "quote": "注意：対象外の場面を含む"</a:t>
            </a:r>
          </a:p>
          <a:p>
            <a:r>
              <a:t>        }</a:t>
            </a:r>
          </a:p>
          <a:p>
            <a:r>
              <a:t>      ],</a:t>
            </a:r>
          </a:p>
          <a:p>
            <a:r>
              <a:t>      "mode": "verbatim"</a:t>
            </a:r>
          </a:p>
          <a:p>
            <a:r>
              <a:t>    },</a:t>
            </a:r>
          </a:p>
          <a:p>
            <a:r>
              <a:t>    {</a:t>
            </a:r>
          </a:p>
          <a:p>
            <a:r>
              <a:t>      "text": "比較軸を共有する",</a:t>
            </a:r>
          </a:p>
          <a:p>
            <a:r>
              <a:t>      "refs": [</a:t>
            </a:r>
          </a:p>
          <a:p>
            <a:r>
              <a:t>        {</a:t>
            </a:r>
          </a:p>
          <a:p>
            <a:r>
              <a:t>          "source_id": "s003",</a:t>
            </a:r>
          </a:p>
          <a:p>
            <a:r>
              <a:t>          "quote": "比較軸を共有する"</a:t>
            </a:r>
          </a:p>
          <a:p>
            <a:r>
              <a:t>        }</a:t>
            </a:r>
          </a:p>
          <a:p>
            <a:r>
              <a:t>      ],</a:t>
            </a:r>
          </a:p>
          <a:p>
            <a:r>
              <a:t>      "mode": "verbatim"</a:t>
            </a:r>
          </a:p>
          <a:p>
            <a:r>
              <a:t>    },</a:t>
            </a:r>
          </a:p>
          <a:p>
            <a:r>
              <a:t>    {</a:t>
            </a:r>
          </a:p>
          <a:p>
            <a:r>
              <a:t>      "text": "評価項目を揃え、異なる条件の結果を混同しない。",</a:t>
            </a:r>
          </a:p>
          <a:p>
            <a:r>
              <a:t>      "refs": [</a:t>
            </a:r>
          </a:p>
          <a:p>
            <a:r>
              <a:t>        {</a:t>
            </a:r>
          </a:p>
          <a:p>
            <a:r>
              <a:t>          "source_id": "s003",</a:t>
            </a:r>
          </a:p>
          <a:p>
            <a:r>
              <a:t>          "quote": "評価項目を揃え、異なる条件の結果を混同しない。"</a:t>
            </a:r>
          </a:p>
          <a:p>
            <a:r>
              <a:t>        }</a:t>
            </a:r>
          </a:p>
          <a:p>
            <a:r>
              <a:t>      ],</a:t>
            </a:r>
          </a:p>
          <a:p>
            <a:r>
              <a:t>      "mode": "verbatim"</a:t>
            </a:r>
          </a:p>
          <a:p>
            <a:r>
              <a:t>    },</a:t>
            </a:r>
          </a:p>
          <a:p>
            <a:r>
              <a:t>    {</a:t>
            </a:r>
          </a:p>
          <a:p>
            <a:r>
              <a:t>      "text": "根拠：比較条件を照合",</a:t>
            </a:r>
          </a:p>
          <a:p>
            <a:r>
              <a:t>      "refs": [</a:t>
            </a:r>
          </a:p>
          <a:p>
            <a:r>
              <a:t>        {</a:t>
            </a:r>
          </a:p>
          <a:p>
            <a:r>
              <a:t>          "source_id": "s003",</a:t>
            </a:r>
          </a:p>
          <a:p>
            <a:r>
              <a:t>          "quote": "根拠：比較条件を照合"</a:t>
            </a:r>
          </a:p>
          <a:p>
            <a:r>
              <a:t>        }</a:t>
            </a:r>
          </a:p>
          <a:p>
            <a:r>
              <a:t>      ],</a:t>
            </a:r>
          </a:p>
          <a:p>
            <a:r>
              <a:t>      "mode": "verbatim"</a:t>
            </a:r>
          </a:p>
          <a:p>
            <a:r>
              <a:t>    },</a:t>
            </a:r>
          </a:p>
          <a:p>
            <a:r>
              <a:t>    {</a:t>
            </a:r>
          </a:p>
          <a:p>
            <a:r>
              <a:t>      "text": "確認先を残す",</a:t>
            </a:r>
          </a:p>
          <a:p>
            <a:r>
              <a:t>      "refs": [</a:t>
            </a:r>
          </a:p>
          <a:p>
            <a:r>
              <a:t>        {</a:t>
            </a:r>
          </a:p>
          <a:p>
            <a:r>
              <a:t>          "source_id": "s003",</a:t>
            </a:r>
          </a:p>
          <a:p>
            <a:r>
              <a:t>          "quote": "確認先を残す"</a:t>
            </a:r>
          </a:p>
          <a:p>
            <a:r>
              <a:t>        }</a:t>
            </a:r>
          </a:p>
          <a:p>
            <a:r>
              <a:t>      ],</a:t>
            </a:r>
          </a:p>
          <a:p>
            <a:r>
              <a:t>      "mode": "verbatim"</a:t>
            </a:r>
          </a:p>
          <a:p>
            <a:r>
              <a:t>    },</a:t>
            </a:r>
          </a:p>
          <a:p>
            <a:r>
              <a:t>    {</a:t>
            </a:r>
          </a:p>
          <a:p>
            <a:r>
              <a:t>      "text": "未確認の論点と、追加調査で確かめる点を残す。",</a:t>
            </a:r>
          </a:p>
          <a:p>
            <a:r>
              <a:t>      "refs": [</a:t>
            </a:r>
          </a:p>
          <a:p>
            <a:r>
              <a:t>        {</a:t>
            </a:r>
          </a:p>
          <a:p>
            <a:r>
              <a:t>          "source_id": "s003",</a:t>
            </a:r>
          </a:p>
          <a:p>
            <a:r>
              <a:t>          "quote": "未確認の論点と、追加調査で確かめる点を残す。"</a:t>
            </a:r>
          </a:p>
          <a:p>
            <a:r>
              <a:t>        }</a:t>
            </a:r>
          </a:p>
          <a:p>
            <a:r>
              <a:t>      ],</a:t>
            </a:r>
          </a:p>
          <a:p>
            <a:r>
              <a:t>      "mode": "verbatim"</a:t>
            </a:r>
          </a:p>
          <a:p>
            <a:r>
              <a:t>    },</a:t>
            </a:r>
          </a:p>
          <a:p>
            <a:r>
              <a:t>    {</a:t>
            </a:r>
          </a:p>
          <a:p>
            <a:r>
              <a:t>      "text": "保留：担当部署へ確認",</a:t>
            </a:r>
          </a:p>
          <a:p>
            <a:r>
              <a:t>      "refs": [</a:t>
            </a:r>
          </a:p>
          <a:p>
            <a:r>
              <a:t>        {</a:t>
            </a:r>
          </a:p>
          <a:p>
            <a:r>
              <a:t>          "source_id": "s003",</a:t>
            </a:r>
          </a:p>
          <a:p>
            <a:r>
              <a:t>          "quote": "保留：担当部署へ確認"</a:t>
            </a:r>
          </a:p>
          <a:p>
            <a:r>
              <a:t>        }</a:t>
            </a:r>
          </a:p>
          <a:p>
            <a:r>
              <a:t>      ],</a:t>
            </a:r>
          </a:p>
          <a:p>
            <a:r>
              <a:t>      "mode": "verbatim"</a:t>
            </a:r>
          </a:p>
          <a:p>
            <a:r>
              <a:t>    }</a:t>
            </a:r>
          </a:p>
          <a:p>
            <a:r>
              <a:t>  ],</a:t>
            </a:r>
          </a:p>
          <a:p>
            <a:r>
              <a:t>  "citations": {</a:t>
            </a:r>
          </a:p>
          <a:p>
            <a:r>
              <a:t>    "s003":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"grid",</a:t>
            </a:r>
          </a:p>
          <a:p>
            <a:r>
              <a:t>  "repetition_reason": "Catalog inventory: adjacent entries intentionally show every count/orientation for comparison; this is not a presentation sequence.",</a:t>
            </a:r>
          </a:p>
          <a:p>
            <a:r>
              <a:t>  "row_alignments": {},</a:t>
            </a:r>
          </a:p>
          <a:p>
            <a:r>
              <a:t>  "images": {},</a:t>
            </a:r>
          </a:p>
          <a:p>
            <a:r>
              <a:t>  "template_sha256": "b21da0482646304af7dae48ef6912a9b6762dc78ed5b7f5e2338eec82a777432"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"slide004",</a:t>
            </a:r>
          </a:p>
          <a:p>
            <a:r>
              <a:t>  "origin": "catalog",</a:t>
            </a:r>
          </a:p>
          <a:p>
            <a:r>
              <a:t>  "layout_id": "ed_cards_rows_4",</a:t>
            </a:r>
          </a:p>
          <a:p>
            <a:r>
              <a:t>  "variant": "warm",</a:t>
            </a:r>
          </a:p>
          <a:p>
            <a:r>
              <a:t>  "rationale": "Public template fixture; short fictional slot content; no private data.",</a:t>
            </a:r>
          </a:p>
          <a:p>
            <a:r>
              <a:t>  "source_sha256": "8b6dcc51a0e596f6b3b085e1a324015196093efcef339f41e549bf5eb478f7e2",</a:t>
            </a:r>
          </a:p>
          <a:p>
            <a:r>
              <a:t>  "evidence": [</a:t>
            </a:r>
          </a:p>
          <a:p>
            <a:r>
              <a:t>    {</a:t>
            </a:r>
          </a:p>
          <a:p>
            <a:r>
              <a:t>      "text": "社内ナレッジを探しやすくする条件",</a:t>
            </a:r>
          </a:p>
          <a:p>
            <a:r>
              <a:t>      "refs": [</a:t>
            </a:r>
          </a:p>
          <a:p>
            <a:r>
              <a:t>        {</a:t>
            </a:r>
          </a:p>
          <a:p>
            <a:r>
              <a:t>          "source_id": "s004",</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"s004",</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"s004",</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"s004",</a:t>
            </a:r>
          </a:p>
          <a:p>
            <a:r>
              <a:t>          "quote": "用語を揃え、同じ資料へ辿れる入口を整える。"</a:t>
            </a:r>
          </a:p>
          <a:p>
            <a:r>
              <a:t>        }</a:t>
            </a:r>
          </a:p>
          <a:p>
            <a:r>
              <a:t>      ],</a:t>
            </a:r>
          </a:p>
          <a:p>
            <a:r>
              <a:t>      "mode": "verbatim"</a:t>
            </a:r>
          </a:p>
          <a:p>
            <a:r>
              <a:t>    },</a:t>
            </a:r>
          </a:p>
          <a:p>
            <a:r>
              <a:t>    {</a:t>
            </a:r>
          </a:p>
          <a:p>
            <a:r>
              <a:t>      "text": "留保：追加の確認が必要",</a:t>
            </a:r>
          </a:p>
          <a:p>
            <a:r>
              <a:t>      "refs": [</a:t>
            </a:r>
          </a:p>
          <a:p>
            <a:r>
              <a:t>        {</a:t>
            </a:r>
          </a:p>
          <a:p>
            <a:r>
              <a:t>          "source_id": "s004",</a:t>
            </a:r>
          </a:p>
          <a:p>
            <a:r>
              <a:t>          "quote": "留保：追加の確認が必要"</a:t>
            </a:r>
          </a:p>
          <a:p>
            <a:r>
              <a:t>        }</a:t>
            </a:r>
          </a:p>
          <a:p>
            <a:r>
              <a:t>      ],</a:t>
            </a:r>
          </a:p>
          <a:p>
            <a:r>
              <a:t>      "mode": "verbatim"</a:t>
            </a:r>
          </a:p>
          <a:p>
            <a:r>
              <a:t>    },</a:t>
            </a:r>
          </a:p>
          <a:p>
            <a:r>
              <a:t>    {</a:t>
            </a:r>
          </a:p>
          <a:p>
            <a:r>
              <a:t>      "text": "根拠まで辿れる",</a:t>
            </a:r>
          </a:p>
          <a:p>
            <a:r>
              <a:t>      "refs": [</a:t>
            </a:r>
          </a:p>
          <a:p>
            <a:r>
              <a:t>        {</a:t>
            </a:r>
          </a:p>
          <a:p>
            <a:r>
              <a:t>          "source_id": "s004",</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"s004",</a:t>
            </a:r>
          </a:p>
          <a:p>
            <a:r>
              <a:t>          "quote": "原文の条件と確認日を、要約とともに残す。"</a:t>
            </a:r>
          </a:p>
          <a:p>
            <a:r>
              <a:t>        }</a:t>
            </a:r>
          </a:p>
          <a:p>
            <a:r>
              <a:t>      ],</a:t>
            </a:r>
          </a:p>
          <a:p>
            <a:r>
              <a:t>      "mode": "verbatim"</a:t>
            </a:r>
          </a:p>
          <a:p>
            <a:r>
              <a:t>    },</a:t>
            </a:r>
          </a:p>
          <a:p>
            <a:r>
              <a:t>    {</a:t>
            </a:r>
          </a:p>
          <a:p>
            <a:r>
              <a:t>      "text": "留保：追加の確認が必要",</a:t>
            </a:r>
          </a:p>
          <a:p>
            <a:r>
              <a:t>      "refs": [</a:t>
            </a:r>
          </a:p>
          <a:p>
            <a:r>
              <a:t>        {</a:t>
            </a:r>
          </a:p>
          <a:p>
            <a:r>
              <a:t>          "source_id": "s004",</a:t>
            </a:r>
          </a:p>
          <a:p>
            <a:r>
              <a:t>          "quote": "留保：追加の確認が必要"</a:t>
            </a:r>
          </a:p>
          <a:p>
            <a:r>
              <a:t>        }</a:t>
            </a:r>
          </a:p>
          <a:p>
            <a:r>
              <a:t>      ],</a:t>
            </a:r>
          </a:p>
          <a:p>
            <a:r>
              <a:t>      "mode": "verbatim"</a:t>
            </a:r>
          </a:p>
          <a:p>
            <a:r>
              <a:t>    },</a:t>
            </a:r>
          </a:p>
          <a:p>
            <a:r>
              <a:t>    {</a:t>
            </a:r>
          </a:p>
          <a:p>
            <a:r>
              <a:t>      "text": "更新範囲を決める",</a:t>
            </a:r>
          </a:p>
          <a:p>
            <a:r>
              <a:t>      "refs": [</a:t>
            </a:r>
          </a:p>
          <a:p>
            <a:r>
              <a:t>        {</a:t>
            </a:r>
          </a:p>
          <a:p>
            <a:r>
              <a:t>          "source_id": "s004",</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"s004",</a:t>
            </a:r>
          </a:p>
          <a:p>
            <a:r>
              <a:t>          "quote": "変更頻度に応じて担当と再確認の時期を決める。"</a:t>
            </a:r>
          </a:p>
          <a:p>
            <a:r>
              <a:t>        }</a:t>
            </a:r>
          </a:p>
          <a:p>
            <a:r>
              <a:t>      ],</a:t>
            </a:r>
          </a:p>
          <a:p>
            <a:r>
              <a:t>      "mode": "verbatim"</a:t>
            </a:r>
          </a:p>
          <a:p>
            <a:r>
              <a:t>    },</a:t>
            </a:r>
          </a:p>
          <a:p>
            <a:r>
              <a:t>    {</a:t>
            </a:r>
          </a:p>
          <a:p>
            <a:r>
              <a:t>      "text": "留保：追加の確認が必要",</a:t>
            </a:r>
          </a:p>
          <a:p>
            <a:r>
              <a:t>      "refs": [</a:t>
            </a:r>
          </a:p>
          <a:p>
            <a:r>
              <a:t>        {</a:t>
            </a:r>
          </a:p>
          <a:p>
            <a:r>
              <a:t>          "source_id": "s004",</a:t>
            </a:r>
          </a:p>
          <a:p>
            <a:r>
              <a:t>          "quote": "留保：追加の確認が必要"</a:t>
            </a:r>
          </a:p>
          <a:p>
            <a:r>
              <a:t>        }</a:t>
            </a:r>
          </a:p>
          <a:p>
            <a:r>
              <a:t>      ],</a:t>
            </a:r>
          </a:p>
          <a:p>
            <a:r>
              <a:t>      "mode": "verbatim"</a:t>
            </a:r>
          </a:p>
          <a:p>
            <a:r>
              <a:t>    },</a:t>
            </a:r>
          </a:p>
          <a:p>
            <a:r>
              <a:t>    {</a:t>
            </a:r>
          </a:p>
          <a:p>
            <a:r>
              <a:t>      "text": "例外を見える化",</a:t>
            </a:r>
          </a:p>
          <a:p>
            <a:r>
              <a:t>      "refs": [</a:t>
            </a:r>
          </a:p>
          <a:p>
            <a:r>
              <a:t>        {</a:t>
            </a:r>
          </a:p>
          <a:p>
            <a:r>
              <a:t>          "source_id": "s004",</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"s004",</a:t>
            </a:r>
          </a:p>
          <a:p>
            <a:r>
              <a:t>          "quote": "適用できない場面も記録し、前提の違いを残す。"</a:t>
            </a:r>
          </a:p>
          <a:p>
            <a:r>
              <a:t>        }</a:t>
            </a:r>
          </a:p>
          <a:p>
            <a:r>
              <a:t>      ],</a:t>
            </a:r>
          </a:p>
          <a:p>
            <a:r>
              <a:t>      "mode": "verbatim"</a:t>
            </a:r>
          </a:p>
          <a:p>
            <a:r>
              <a:t>    },</a:t>
            </a:r>
          </a:p>
          <a:p>
            <a:r>
              <a:t>    {</a:t>
            </a:r>
          </a:p>
          <a:p>
            <a:r>
              <a:t>      "text": "留保：追加の確認が必要",</a:t>
            </a:r>
          </a:p>
          <a:p>
            <a:r>
              <a:t>      "refs": [</a:t>
            </a:r>
          </a:p>
          <a:p>
            <a:r>
              <a:t>        {</a:t>
            </a:r>
          </a:p>
          <a:p>
            <a:r>
              <a:t>          "source_id": "s004",</a:t>
            </a:r>
          </a:p>
          <a:p>
            <a:r>
              <a:t>          "quote": "留保：追加の確認が必要"</a:t>
            </a:r>
          </a:p>
          <a:p>
            <a:r>
              <a:t>        }</a:t>
            </a:r>
          </a:p>
          <a:p>
            <a:r>
              <a:t>      ],</a:t>
            </a:r>
          </a:p>
          <a:p>
            <a:r>
              <a:t>      "mode": "verbatim"</a:t>
            </a:r>
          </a:p>
          <a:p>
            <a:r>
              <a:t>    }</a:t>
            </a:r>
          </a:p>
          <a:p>
            <a:r>
              <a:t>  ],</a:t>
            </a:r>
          </a:p>
          <a:p>
            <a:r>
              <a:t>  "citations": {</a:t>
            </a:r>
          </a:p>
          <a:p>
            <a:r>
              <a:t>    "s004":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"row_alignments": {},</a:t>
            </a:r>
          </a:p>
          <a:p>
            <a:r>
              <a:t>  "images": {},</a:t>
            </a:r>
          </a:p>
          <a:p>
            <a:r>
              <a:t>  "template_sha256": "65f204abf42709de2c84415cfd8743b0a5fbfaa9796c8e9fb1be0c73a80b75d6"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"slide005",</a:t>
            </a:r>
          </a:p>
          <a:p>
            <a:r>
              <a:t>  "origin": "catalog",</a:t>
            </a:r>
          </a:p>
          <a:p>
            <a:r>
              <a:t>  "layout_id": "ed_cards_feature_left_3",</a:t>
            </a:r>
          </a:p>
          <a:p>
            <a:r>
              <a:t>  "variant": "warm",</a:t>
            </a:r>
          </a:p>
          <a:p>
            <a:r>
              <a:t>  "rationale": "Public template fixture; short fictional slot content; no private data.",</a:t>
            </a:r>
          </a:p>
          <a:p>
            <a:r>
              <a:t>  "source_sha256": "8b6dcc51a0e596f6b3b085e1a324015196093efcef339f41e549bf5eb478f7e2",</a:t>
            </a:r>
          </a:p>
          <a:p>
            <a:r>
              <a:t>  "evidence": [</a:t>
            </a:r>
          </a:p>
          <a:p>
            <a:r>
              <a:t>    {</a:t>
            </a:r>
          </a:p>
          <a:p>
            <a:r>
              <a:t>      "text": "最も重視する論点は検索入口を揃えること",</a:t>
            </a:r>
          </a:p>
          <a:p>
            <a:r>
              <a:t>      "refs": [</a:t>
            </a:r>
          </a:p>
          <a:p>
            <a:r>
              <a:t>        {</a:t>
            </a:r>
          </a:p>
          <a:p>
            <a:r>
              <a:t>          "source_id": "s005",</a:t>
            </a:r>
          </a:p>
          <a:p>
            <a:r>
              <a:t>          "quote": "最も重視する論点は検索入口を揃えること"</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"s005",</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"s005",</a:t>
            </a:r>
          </a:p>
          <a:p>
            <a:r>
              <a:t>          "quote": "検索入口を揃える"</a:t>
            </a:r>
          </a:p>
          <a:p>
            <a:r>
              <a:t>        }</a:t>
            </a:r>
          </a:p>
          <a:p>
            <a:r>
              <a:t>      ],</a:t>
            </a:r>
          </a:p>
          <a:p>
            <a:r>
              <a:t>      "mode": "verbatim"</a:t>
            </a:r>
          </a:p>
          <a:p>
            <a:r>
              <a:t>    },</a:t>
            </a:r>
          </a:p>
          <a:p>
            <a:r>
              <a:t>    {</a:t>
            </a:r>
          </a:p>
          <a:p>
            <a:r>
              <a:t>      "text": "用語の揺れを減らし、部門をまたいでも同じ資料へ辿れる導線を整える。検索結果には対象範囲を添え、読み手が必要な情報かを判断できるようにする。",</a:t>
            </a:r>
          </a:p>
          <a:p>
            <a:r>
              <a:t>      "refs": [</a:t>
            </a:r>
          </a:p>
          <a:p>
            <a:r>
              <a:t>        {</a:t>
            </a:r>
          </a:p>
          <a:p>
            <a:r>
              <a:t>          "source_id": "s005",</a:t>
            </a:r>
          </a:p>
          <a:p>
            <a:r>
              <a:t>          "quote": "用語の揺れを減らし、部門をまたいでも同じ資料へ辿れる導線を整える。検索結果には対象範囲を添え、読み手が必要な情報かを判断できるようにする。"</a:t>
            </a:r>
          </a:p>
          <a:p>
            <a:r>
              <a:t>        }</a:t>
            </a:r>
          </a:p>
          <a:p>
            <a:r>
              <a:t>      ],</a:t>
            </a:r>
          </a:p>
          <a:p>
            <a:r>
              <a:t>      "mode": "verbatim"</a:t>
            </a:r>
          </a:p>
          <a:p>
            <a:r>
              <a:t>    },</a:t>
            </a:r>
          </a:p>
          <a:p>
            <a:r>
              <a:t>    {</a:t>
            </a:r>
          </a:p>
          <a:p>
            <a:r>
              <a:t>      "text": "対象：資料の入口を確認",</a:t>
            </a:r>
          </a:p>
          <a:p>
            <a:r>
              <a:t>      "refs": [</a:t>
            </a:r>
          </a:p>
          <a:p>
            <a:r>
              <a:t>        {</a:t>
            </a:r>
          </a:p>
          <a:p>
            <a:r>
              <a:t>          "source_id": "s005",</a:t>
            </a:r>
          </a:p>
          <a:p>
            <a:r>
              <a:t>          "quote": "対象：資料の入口を確認"</a:t>
            </a:r>
          </a:p>
          <a:p>
            <a:r>
              <a:t>        }</a:t>
            </a:r>
          </a:p>
          <a:p>
            <a:r>
              <a:t>      ],</a:t>
            </a:r>
          </a:p>
          <a:p>
            <a:r>
              <a:t>      "mode": "verbatim"</a:t>
            </a:r>
          </a:p>
          <a:p>
            <a:r>
              <a:t>    },</a:t>
            </a:r>
          </a:p>
          <a:p>
            <a:r>
              <a:t>    {</a:t>
            </a:r>
          </a:p>
          <a:p>
            <a:r>
              <a:t>      "text": "根拠まで辿れる",</a:t>
            </a:r>
          </a:p>
          <a:p>
            <a:r>
              <a:t>      "refs": [</a:t>
            </a:r>
          </a:p>
          <a:p>
            <a:r>
              <a:t>        {</a:t>
            </a:r>
          </a:p>
          <a:p>
            <a:r>
              <a:t>          "source_id": "s005",</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"s005",</a:t>
            </a:r>
          </a:p>
          <a:p>
            <a:r>
              <a:t>          "quote": "原文の条件と確認日を、要約とともに残す。"</a:t>
            </a:r>
          </a:p>
          <a:p>
            <a:r>
              <a:t>        }</a:t>
            </a:r>
          </a:p>
          <a:p>
            <a:r>
              <a:t>      ],</a:t>
            </a:r>
          </a:p>
          <a:p>
            <a:r>
              <a:t>      "mode": "verbatim"</a:t>
            </a:r>
          </a:p>
          <a:p>
            <a:r>
              <a:t>    },</a:t>
            </a:r>
          </a:p>
          <a:p>
            <a:r>
              <a:t>    {</a:t>
            </a:r>
          </a:p>
          <a:p>
            <a:r>
              <a:t>      "text": "根拠：原文の条件",</a:t>
            </a:r>
          </a:p>
          <a:p>
            <a:r>
              <a:t>      "refs": [</a:t>
            </a:r>
          </a:p>
          <a:p>
            <a:r>
              <a:t>        {</a:t>
            </a:r>
          </a:p>
          <a:p>
            <a:r>
              <a:t>          "source_id": "s005",</a:t>
            </a:r>
          </a:p>
          <a:p>
            <a:r>
              <a:t>          "quote": "根拠：原文の条件"</a:t>
            </a:r>
          </a:p>
          <a:p>
            <a:r>
              <a:t>        }</a:t>
            </a:r>
          </a:p>
          <a:p>
            <a:r>
              <a:t>      ],</a:t>
            </a:r>
          </a:p>
          <a:p>
            <a:r>
              <a:t>      "mode": "verbatim"</a:t>
            </a:r>
          </a:p>
          <a:p>
            <a:r>
              <a:t>    },</a:t>
            </a:r>
          </a:p>
          <a:p>
            <a:r>
              <a:t>    {</a:t>
            </a:r>
          </a:p>
          <a:p>
            <a:r>
              <a:t>      "text": "更新範囲を決める",</a:t>
            </a:r>
          </a:p>
          <a:p>
            <a:r>
              <a:t>      "refs": [</a:t>
            </a:r>
          </a:p>
          <a:p>
            <a:r>
              <a:t>        {</a:t>
            </a:r>
          </a:p>
          <a:p>
            <a:r>
              <a:t>          "source_id": "s005",</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"s005",</a:t>
            </a:r>
          </a:p>
          <a:p>
            <a:r>
              <a:t>          "quote": "変更頻度に応じて担当と再確認の時期を決める。"</a:t>
            </a:r>
          </a:p>
          <a:p>
            <a:r>
              <a:t>        }</a:t>
            </a:r>
          </a:p>
          <a:p>
            <a:r>
              <a:t>      ],</a:t>
            </a:r>
          </a:p>
          <a:p>
            <a:r>
              <a:t>      "mode": "verbatim"</a:t>
            </a:r>
          </a:p>
          <a:p>
            <a:r>
              <a:t>    },</a:t>
            </a:r>
          </a:p>
          <a:p>
            <a:r>
              <a:t>    {</a:t>
            </a:r>
          </a:p>
          <a:p>
            <a:r>
              <a:t>      "text": "留保：運用負荷は未検証",</a:t>
            </a:r>
          </a:p>
          <a:p>
            <a:r>
              <a:t>      "refs": [</a:t>
            </a:r>
          </a:p>
          <a:p>
            <a:r>
              <a:t>        {</a:t>
            </a:r>
          </a:p>
          <a:p>
            <a:r>
              <a:t>          "source_id": "s005",</a:t>
            </a:r>
          </a:p>
          <a:p>
            <a:r>
              <a:t>          "quote": "留保：運用負荷は未検証"</a:t>
            </a:r>
          </a:p>
          <a:p>
            <a:r>
              <a:t>        }</a:t>
            </a:r>
          </a:p>
          <a:p>
            <a:r>
              <a:t>      ],</a:t>
            </a:r>
          </a:p>
          <a:p>
            <a:r>
              <a:t>      "mode": "verbatim"</a:t>
            </a:r>
          </a:p>
          <a:p>
            <a:r>
              <a:t>    }</a:t>
            </a:r>
          </a:p>
          <a:p>
            <a:r>
              <a:t>  ],</a:t>
            </a:r>
          </a:p>
          <a:p>
            <a:r>
              <a:t>  "citations": {</a:t>
            </a:r>
          </a:p>
          <a:p>
            <a:r>
              <a:t>    "s005":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"feature_left",</a:t>
            </a:r>
          </a:p>
          <a:p>
            <a:r>
              <a:t>  "repetition_reason": "Catalog inventory: adjacent entries intentionally show every count/orientation for comparison; this is not a presentation sequence.",</a:t>
            </a:r>
          </a:p>
          <a:p>
            <a:r>
              <a:t>  "row_alignments": {},</a:t>
            </a:r>
          </a:p>
          <a:p>
            <a:r>
              <a:t>  "images": {},</a:t>
            </a:r>
          </a:p>
          <a:p>
            <a:r>
              <a:t>  "template_sha256": "3362bf7b84251cab394baf7c635d3be6ef0c384b817c7e65131f2d432bf7629b"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"slide006",</a:t>
            </a:r>
          </a:p>
          <a:p>
            <a:r>
              <a:t>  "origin": "catalog",</a:t>
            </a:r>
          </a:p>
          <a:p>
            <a:r>
              <a:t>  "layout_id": "ed_cards_feature_right_3",</a:t>
            </a:r>
          </a:p>
          <a:p>
            <a:r>
              <a:t>  "variant": "warm",</a:t>
            </a:r>
          </a:p>
          <a:p>
            <a:r>
              <a:t>  "rationale": "Public template fixture; short fictional slot content; no private data.",</a:t>
            </a:r>
          </a:p>
          <a:p>
            <a:r>
              <a:t>  "source_sha256": "8b6dcc51a0e596f6b3b085e1a324015196093efcef339f41e549bf5eb478f7e2",</a:t>
            </a:r>
          </a:p>
          <a:p>
            <a:r>
              <a:t>  "evidence": [</a:t>
            </a:r>
          </a:p>
          <a:p>
            <a:r>
              <a:t>    {</a:t>
            </a:r>
          </a:p>
          <a:p>
            <a:r>
              <a:t>      "text": "最も重視する論点は検索入口を揃えること",</a:t>
            </a:r>
          </a:p>
          <a:p>
            <a:r>
              <a:t>      "refs": [</a:t>
            </a:r>
          </a:p>
          <a:p>
            <a:r>
              <a:t>        {</a:t>
            </a:r>
          </a:p>
          <a:p>
            <a:r>
              <a:t>          "source_id": "s006",</a:t>
            </a:r>
          </a:p>
          <a:p>
            <a:r>
              <a:t>          "quote": "最も重視する論点は検索入口を揃えること"</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"s006",</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"s006",</a:t>
            </a:r>
          </a:p>
          <a:p>
            <a:r>
              <a:t>          "quote": "検索入口を揃える"</a:t>
            </a:r>
          </a:p>
          <a:p>
            <a:r>
              <a:t>        }</a:t>
            </a:r>
          </a:p>
          <a:p>
            <a:r>
              <a:t>      ],</a:t>
            </a:r>
          </a:p>
          <a:p>
            <a:r>
              <a:t>      "mode": "verbatim"</a:t>
            </a:r>
          </a:p>
          <a:p>
            <a:r>
              <a:t>    },</a:t>
            </a:r>
          </a:p>
          <a:p>
            <a:r>
              <a:t>    {</a:t>
            </a:r>
          </a:p>
          <a:p>
            <a:r>
              <a:t>      "text": "用語の揺れを減らし、部門をまたいでも同じ資料へ辿れる導線を整える。検索結果には対象範囲を添え、読み手が必要な情報かを判断できるようにする。",</a:t>
            </a:r>
          </a:p>
          <a:p>
            <a:r>
              <a:t>      "refs": [</a:t>
            </a:r>
          </a:p>
          <a:p>
            <a:r>
              <a:t>        {</a:t>
            </a:r>
          </a:p>
          <a:p>
            <a:r>
              <a:t>          "source_id": "s006",</a:t>
            </a:r>
          </a:p>
          <a:p>
            <a:r>
              <a:t>          "quote": "用語の揺れを減らし、部門をまたいでも同じ資料へ辿れる導線を整える。検索結果には対象範囲を添え、読み手が必要な情報かを判断できるようにする。"</a:t>
            </a:r>
          </a:p>
          <a:p>
            <a:r>
              <a:t>        }</a:t>
            </a:r>
          </a:p>
          <a:p>
            <a:r>
              <a:t>      ],</a:t>
            </a:r>
          </a:p>
          <a:p>
            <a:r>
              <a:t>      "mode": "verbatim"</a:t>
            </a:r>
          </a:p>
          <a:p>
            <a:r>
              <a:t>    },</a:t>
            </a:r>
          </a:p>
          <a:p>
            <a:r>
              <a:t>    {</a:t>
            </a:r>
          </a:p>
          <a:p>
            <a:r>
              <a:t>      "text": "対象：資料の入口を確認",</a:t>
            </a:r>
          </a:p>
          <a:p>
            <a:r>
              <a:t>      "refs": [</a:t>
            </a:r>
          </a:p>
          <a:p>
            <a:r>
              <a:t>        {</a:t>
            </a:r>
          </a:p>
          <a:p>
            <a:r>
              <a:t>          "source_id": "s006",</a:t>
            </a:r>
          </a:p>
          <a:p>
            <a:r>
              <a:t>          "quote": "対象：資料の入口を確認"</a:t>
            </a:r>
          </a:p>
          <a:p>
            <a:r>
              <a:t>        }</a:t>
            </a:r>
          </a:p>
          <a:p>
            <a:r>
              <a:t>      ],</a:t>
            </a:r>
          </a:p>
          <a:p>
            <a:r>
              <a:t>      "mode": "verbatim"</a:t>
            </a:r>
          </a:p>
          <a:p>
            <a:r>
              <a:t>    },</a:t>
            </a:r>
          </a:p>
          <a:p>
            <a:r>
              <a:t>    {</a:t>
            </a:r>
          </a:p>
          <a:p>
            <a:r>
              <a:t>      "text": "根拠まで辿れる",</a:t>
            </a:r>
          </a:p>
          <a:p>
            <a:r>
              <a:t>      "refs": [</a:t>
            </a:r>
          </a:p>
          <a:p>
            <a:r>
              <a:t>        {</a:t>
            </a:r>
          </a:p>
          <a:p>
            <a:r>
              <a:t>          "source_id": "s006",</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"s006",</a:t>
            </a:r>
          </a:p>
          <a:p>
            <a:r>
              <a:t>          "quote": "原文の条件と確認日を、要約とともに残す。"</a:t>
            </a:r>
          </a:p>
          <a:p>
            <a:r>
              <a:t>        }</a:t>
            </a:r>
          </a:p>
          <a:p>
            <a:r>
              <a:t>      ],</a:t>
            </a:r>
          </a:p>
          <a:p>
            <a:r>
              <a:t>      "mode": "verbatim"</a:t>
            </a:r>
          </a:p>
          <a:p>
            <a:r>
              <a:t>    },</a:t>
            </a:r>
          </a:p>
          <a:p>
            <a:r>
              <a:t>    {</a:t>
            </a:r>
          </a:p>
          <a:p>
            <a:r>
              <a:t>      "text": "根拠：原文の条件",</a:t>
            </a:r>
          </a:p>
          <a:p>
            <a:r>
              <a:t>      "refs": [</a:t>
            </a:r>
          </a:p>
          <a:p>
            <a:r>
              <a:t>        {</a:t>
            </a:r>
          </a:p>
          <a:p>
            <a:r>
              <a:t>          "source_id": "s006",</a:t>
            </a:r>
          </a:p>
          <a:p>
            <a:r>
              <a:t>          "quote": "根拠：原文の条件"</a:t>
            </a:r>
          </a:p>
          <a:p>
            <a:r>
              <a:t>        }</a:t>
            </a:r>
          </a:p>
          <a:p>
            <a:r>
              <a:t>      ],</a:t>
            </a:r>
          </a:p>
          <a:p>
            <a:r>
              <a:t>      "mode": "verbatim"</a:t>
            </a:r>
          </a:p>
          <a:p>
            <a:r>
              <a:t>    },</a:t>
            </a:r>
          </a:p>
          <a:p>
            <a:r>
              <a:t>    {</a:t>
            </a:r>
          </a:p>
          <a:p>
            <a:r>
              <a:t>      "text": "更新範囲を決める",</a:t>
            </a:r>
          </a:p>
          <a:p>
            <a:r>
              <a:t>      "refs": [</a:t>
            </a:r>
          </a:p>
          <a:p>
            <a:r>
              <a:t>        {</a:t>
            </a:r>
          </a:p>
          <a:p>
            <a:r>
              <a:t>          "source_id": "s006",</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"s006",</a:t>
            </a:r>
          </a:p>
          <a:p>
            <a:r>
              <a:t>          "quote": "変更頻度に応じて担当と再確認の時期を決める。"</a:t>
            </a:r>
          </a:p>
          <a:p>
            <a:r>
              <a:t>        }</a:t>
            </a:r>
          </a:p>
          <a:p>
            <a:r>
              <a:t>      ],</a:t>
            </a:r>
          </a:p>
          <a:p>
            <a:r>
              <a:t>      "mode": "verbatim"</a:t>
            </a:r>
          </a:p>
          <a:p>
            <a:r>
              <a:t>    },</a:t>
            </a:r>
          </a:p>
          <a:p>
            <a:r>
              <a:t>    {</a:t>
            </a:r>
          </a:p>
          <a:p>
            <a:r>
              <a:t>      "text": "留保：運用負荷は未検証",</a:t>
            </a:r>
          </a:p>
          <a:p>
            <a:r>
              <a:t>      "refs": [</a:t>
            </a:r>
          </a:p>
          <a:p>
            <a:r>
              <a:t>        {</a:t>
            </a:r>
          </a:p>
          <a:p>
            <a:r>
              <a:t>          "source_id": "s006",</a:t>
            </a:r>
          </a:p>
          <a:p>
            <a:r>
              <a:t>          "quote": "留保：運用負荷は未検証"</a:t>
            </a:r>
          </a:p>
          <a:p>
            <a:r>
              <a:t>        }</a:t>
            </a:r>
          </a:p>
          <a:p>
            <a:r>
              <a:t>      ],</a:t>
            </a:r>
          </a:p>
          <a:p>
            <a:r>
              <a:t>      "mode": "verbatim"</a:t>
            </a:r>
          </a:p>
          <a:p>
            <a:r>
              <a:t>    }</a:t>
            </a:r>
          </a:p>
          <a:p>
            <a:r>
              <a:t>  ],</a:t>
            </a:r>
          </a:p>
          <a:p>
            <a:r>
              <a:t>  "citations": {</a:t>
            </a:r>
          </a:p>
          <a:p>
            <a:r>
              <a:t>    "s006":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"feature_right",</a:t>
            </a:r>
          </a:p>
          <a:p>
            <a:r>
              <a:t>  "repetition_reason": "Catalog inventory: adjacent entries intentionally show every count/orientation for comparison; this is not a presentation sequence.",</a:t>
            </a:r>
          </a:p>
          <a:p>
            <a:r>
              <a:t>  "row_alignments": {},</a:t>
            </a:r>
          </a:p>
          <a:p>
            <a:r>
              <a:t>  "images": {},</a:t>
            </a:r>
          </a:p>
          <a:p>
            <a:r>
              <a:t>  "template_sha256": "9b5159b29c396839d3c62e06fbac24a9f5756f7abbad9fdbafcd528824d75056"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"slide007",</a:t>
            </a:r>
          </a:p>
          <a:p>
            <a:r>
              <a:t>  "origin": "catalog",</a:t>
            </a:r>
          </a:p>
          <a:p>
            <a:r>
              <a:t>  "layout_id": "ed_diagram_left_3",</a:t>
            </a:r>
          </a:p>
          <a:p>
            <a:r>
              <a:t>  "variant": "warm",</a:t>
            </a:r>
          </a:p>
          <a:p>
            <a:r>
              <a:t>  "rationale": "Public template fixture; short fictional slot content; no private data.",</a:t>
            </a:r>
          </a:p>
          <a:p>
            <a:r>
              <a:t>  "source_sha256": "8b6dcc51a0e596f6b3b085e1a324015196093efcef339f41e549bf5eb478f7e2",</a:t>
            </a:r>
          </a:p>
          <a:p>
            <a:r>
              <a:t>  "evidence": [</a:t>
            </a:r>
          </a:p>
          <a:p>
            <a:r>
              <a:t>    {</a:t>
            </a:r>
          </a:p>
          <a:p>
            <a:r>
              <a:t>      "text": "社内ナレッジを探しやすくする条件",</a:t>
            </a:r>
          </a:p>
          <a:p>
            <a:r>
              <a:t>      "refs": [</a:t>
            </a:r>
          </a:p>
          <a:p>
            <a:r>
              <a:t>        {</a:t>
            </a:r>
          </a:p>
          <a:p>
            <a:r>
              <a:t>          "source_id": "s007",</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"s007",</a:t>
            </a:r>
          </a:p>
          <a:p>
            <a:r>
              <a:t>          "quote": "架空の社内調査。運用条件を整理した所見であり、効果を実証したものではない。"</a:t>
            </a:r>
          </a:p>
          <a:p>
            <a:r>
              <a:t>        }</a:t>
            </a:r>
          </a:p>
          <a:p>
            <a:r>
              <a:t>      ],</a:t>
            </a:r>
          </a:p>
          <a:p>
            <a:r>
              <a:t>      "mode": "verbatim"</a:t>
            </a:r>
          </a:p>
          <a:p>
            <a:r>
              <a:t>    },</a:t>
            </a:r>
          </a:p>
          <a:p>
            <a:r>
              <a:t>    {</a:t>
            </a:r>
          </a:p>
          <a:p>
            <a:r>
              <a:t>      "text": "入力資料",</a:t>
            </a:r>
          </a:p>
          <a:p>
            <a:r>
              <a:t>      "refs": [</a:t>
            </a:r>
          </a:p>
          <a:p>
            <a:r>
              <a:t>        {</a:t>
            </a:r>
          </a:p>
          <a:p>
            <a:r>
              <a:t>          "source_id": "s007",</a:t>
            </a:r>
          </a:p>
          <a:p>
            <a:r>
              <a:t>          "quote": "入力資料"</a:t>
            </a:r>
          </a:p>
          <a:p>
            <a:r>
              <a:t>        }</a:t>
            </a:r>
          </a:p>
          <a:p>
            <a:r>
              <a:t>      ],</a:t>
            </a:r>
          </a:p>
          <a:p>
            <a:r>
              <a:t>      "mode": "verbatim"</a:t>
            </a:r>
          </a:p>
          <a:p>
            <a:r>
              <a:t>    },</a:t>
            </a:r>
          </a:p>
          <a:p>
            <a:r>
              <a:t>    {</a:t>
            </a:r>
          </a:p>
          <a:p>
            <a:r>
              <a:t>      "text": "原文・確認日・対象範囲を受け取る",</a:t>
            </a:r>
          </a:p>
          <a:p>
            <a:r>
              <a:t>      "refs": [</a:t>
            </a:r>
          </a:p>
          <a:p>
            <a:r>
              <a:t>        {</a:t>
            </a:r>
          </a:p>
          <a:p>
            <a:r>
              <a:t>          "source_id": "s007",</a:t>
            </a:r>
          </a:p>
          <a:p>
            <a:r>
              <a:t>          "quote": "原文・確認日・対象範囲を受け取る"</a:t>
            </a:r>
          </a:p>
          <a:p>
            <a:r>
              <a:t>        }</a:t>
            </a:r>
          </a:p>
          <a:p>
            <a:r>
              <a:t>      ],</a:t>
            </a:r>
          </a:p>
          <a:p>
            <a:r>
              <a:t>      "mode": "verbatim"</a:t>
            </a:r>
          </a:p>
          <a:p>
            <a:r>
              <a:t>    },</a:t>
            </a:r>
          </a:p>
          <a:p>
            <a:r>
              <a:t>    {</a:t>
            </a:r>
          </a:p>
          <a:p>
            <a:r>
              <a:t>      "text": "条件の確認",</a:t>
            </a:r>
          </a:p>
          <a:p>
            <a:r>
              <a:t>      "refs": [</a:t>
            </a:r>
          </a:p>
          <a:p>
            <a:r>
              <a:t>        {</a:t>
            </a:r>
          </a:p>
          <a:p>
            <a:r>
              <a:t>          "source_id": "s007",</a:t>
            </a:r>
          </a:p>
          <a:p>
            <a:r>
              <a:t>          "quote": "条件の確認"</a:t>
            </a:r>
          </a:p>
          <a:p>
            <a:r>
              <a:t>        }</a:t>
            </a:r>
          </a:p>
          <a:p>
            <a:r>
              <a:t>      ],</a:t>
            </a:r>
          </a:p>
          <a:p>
            <a:r>
              <a:t>      "mode": "verbatim"</a:t>
            </a:r>
          </a:p>
          <a:p>
            <a:r>
              <a:t>    },</a:t>
            </a:r>
          </a:p>
          <a:p>
            <a:r>
              <a:t>    {</a:t>
            </a:r>
          </a:p>
          <a:p>
            <a:r>
              <a:t>      "text": "定義と比較条件の違いを整理する",</a:t>
            </a:r>
          </a:p>
          <a:p>
            <a:r>
              <a:t>      "refs": [</a:t>
            </a:r>
          </a:p>
          <a:p>
            <a:r>
              <a:t>        {</a:t>
            </a:r>
          </a:p>
          <a:p>
            <a:r>
              <a:t>          "source_id": "s007",</a:t>
            </a:r>
          </a:p>
          <a:p>
            <a:r>
              <a:t>          "quote": "定義と比較条件の違いを整理する"</a:t>
            </a:r>
          </a:p>
          <a:p>
            <a:r>
              <a:t>        }</a:t>
            </a:r>
          </a:p>
          <a:p>
            <a:r>
              <a:t>      ],</a:t>
            </a:r>
          </a:p>
          <a:p>
            <a:r>
              <a:t>      "mode": "verbatim"</a:t>
            </a:r>
          </a:p>
          <a:p>
            <a:r>
              <a:t>    },</a:t>
            </a:r>
          </a:p>
          <a:p>
            <a:r>
              <a:t>    {</a:t>
            </a:r>
          </a:p>
          <a:p>
            <a:r>
              <a:t>      "text": "所見の共有",</a:t>
            </a:r>
          </a:p>
          <a:p>
            <a:r>
              <a:t>      "refs": [</a:t>
            </a:r>
          </a:p>
          <a:p>
            <a:r>
              <a:t>        {</a:t>
            </a:r>
          </a:p>
          <a:p>
            <a:r>
              <a:t>          "source_id": "s007",</a:t>
            </a:r>
          </a:p>
          <a:p>
            <a:r>
              <a:t>          "quote": "所見の共有"</a:t>
            </a:r>
          </a:p>
          <a:p>
            <a:r>
              <a:t>        }</a:t>
            </a:r>
          </a:p>
          <a:p>
            <a:r>
              <a:t>      ],</a:t>
            </a:r>
          </a:p>
          <a:p>
            <a:r>
              <a:t>      "mode": "verbatim"</a:t>
            </a:r>
          </a:p>
          <a:p>
            <a:r>
              <a:t>    },</a:t>
            </a:r>
          </a:p>
          <a:p>
            <a:r>
              <a:t>    {</a:t>
            </a:r>
          </a:p>
          <a:p>
            <a:r>
              <a:t>      "text": "根拠と未確認の論点を残して渡す",</a:t>
            </a:r>
          </a:p>
          <a:p>
            <a:r>
              <a:t>      "refs": [</a:t>
            </a:r>
          </a:p>
          <a:p>
            <a:r>
              <a:t>        {</a:t>
            </a:r>
          </a:p>
          <a:p>
            <a:r>
              <a:t>          "source_id": "s007",</a:t>
            </a:r>
          </a:p>
          <a:p>
            <a:r>
              <a:t>          "quote": "根拠と未確認の論点を残して渡す"</a:t>
            </a:r>
          </a:p>
          <a:p>
            <a:r>
              <a:t>        }</a:t>
            </a:r>
          </a:p>
          <a:p>
            <a:r>
              <a:t>      ],</a:t>
            </a:r>
          </a:p>
          <a:p>
            <a:r>
              <a:t>      "mode": "verbatim"</a:t>
            </a:r>
          </a:p>
          <a:p>
            <a:r>
              <a:t>    },</a:t>
            </a:r>
          </a:p>
          <a:p>
            <a:r>
              <a:t>    {</a:t>
            </a:r>
          </a:p>
          <a:p>
            <a:r>
              <a:t>      "text": "原文とのつながりを残す",</a:t>
            </a:r>
          </a:p>
          <a:p>
            <a:r>
              <a:t>      "refs": [</a:t>
            </a:r>
          </a:p>
          <a:p>
            <a:r>
              <a:t>        {</a:t>
            </a:r>
          </a:p>
          <a:p>
            <a:r>
              <a:t>          "source_id": "s007",</a:t>
            </a:r>
          </a:p>
          <a:p>
            <a:r>
              <a:t>          "quote": "原文とのつながりを残す"</a:t>
            </a:r>
          </a:p>
          <a:p>
            <a:r>
              <a:t>        }</a:t>
            </a:r>
          </a:p>
          <a:p>
            <a:r>
              <a:t>      ],</a:t>
            </a:r>
          </a:p>
          <a:p>
            <a:r>
              <a:t>      "mode": "verbatim"</a:t>
            </a:r>
          </a:p>
          <a:p>
            <a:r>
              <a:t>    },</a:t>
            </a:r>
          </a:p>
          <a:p>
            <a:r>
              <a:t>    {</a:t>
            </a:r>
          </a:p>
          <a:p>
            <a:r>
              <a:t>      "text": "資料を集めた後で、対象範囲と比較条件を確認する。共有時には原文の位置を添え、読み手が結論の前提へ戻れるようにする。",</a:t>
            </a:r>
          </a:p>
          <a:p>
            <a:r>
              <a:t>      "refs": [</a:t>
            </a:r>
          </a:p>
          <a:p>
            <a:r>
              <a:t>        {</a:t>
            </a:r>
          </a:p>
          <a:p>
            <a:r>
              <a:t>          "source_id": "s007",</a:t>
            </a:r>
          </a:p>
          <a:p>
            <a:r>
              <a:t>          "quote": "資料を集めた後で、対象範囲と比較条件を確認する。共有時には原文の位置を添え、読み手が結論の前提へ戻れるようにする。"</a:t>
            </a:r>
          </a:p>
          <a:p>
            <a:r>
              <a:t>        }</a:t>
            </a:r>
          </a:p>
          <a:p>
            <a:r>
              <a:t>      ],</a:t>
            </a:r>
          </a:p>
          <a:p>
            <a:r>
              <a:t>      "mode": "verbatim"</a:t>
            </a:r>
          </a:p>
          <a:p>
            <a:r>
              <a:t>    },</a:t>
            </a:r>
          </a:p>
          <a:p>
            <a:r>
              <a:t>    {</a:t>
            </a:r>
          </a:p>
          <a:p>
            <a:r>
              <a:t>      "text": "留保：因果関係を示す工程図ではない。",</a:t>
            </a:r>
          </a:p>
          <a:p>
            <a:r>
              <a:t>      "refs": [</a:t>
            </a:r>
          </a:p>
          <a:p>
            <a:r>
              <a:t>        {</a:t>
            </a:r>
          </a:p>
          <a:p>
            <a:r>
              <a:t>          "source_id": "s007",</a:t>
            </a:r>
          </a:p>
          <a:p>
            <a:r>
              <a:t>          "quote": "留保：因果関係を示す工程図ではない。"</a:t>
            </a:r>
          </a:p>
          <a:p>
            <a:r>
              <a:t>        }</a:t>
            </a:r>
          </a:p>
          <a:p>
            <a:r>
              <a:t>      ],</a:t>
            </a:r>
          </a:p>
          <a:p>
            <a:r>
              <a:t>      "mode": "verbatim"</a:t>
            </a:r>
          </a:p>
          <a:p>
            <a:r>
              <a:t>    }</a:t>
            </a:r>
          </a:p>
          <a:p>
            <a:r>
              <a:t>  ],</a:t>
            </a:r>
          </a:p>
          <a:p>
            <a:r>
              <a:t>  "citations": {</a:t>
            </a:r>
          </a:p>
          <a:p>
            <a:r>
              <a:t>    "s007":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"diagram",</a:t>
            </a:r>
          </a:p>
          <a:p>
            <a:r>
              <a:t>  "structural_variant": "left",</a:t>
            </a:r>
          </a:p>
          <a:p>
            <a:r>
              <a:t>  "repetition_reason": "Catalog inventory: adjacent entries intentionally show every count/orientation for comparison; this is not a presentation sequence.",</a:t>
            </a:r>
          </a:p>
          <a:p>
            <a:r>
              <a:t>  "row_alignments": {},</a:t>
            </a:r>
          </a:p>
          <a:p>
            <a:r>
              <a:t>  "images": {},</a:t>
            </a:r>
          </a:p>
          <a:p>
            <a:r>
              <a:t>  "template_sha256": "b78fc81f26ab302c659c4dde409ca4f5fce394986bbbf80ba45edd631f1f8f40"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"slide008",</a:t>
            </a:r>
          </a:p>
          <a:p>
            <a:r>
              <a:t>  "origin": "catalog",</a:t>
            </a:r>
          </a:p>
          <a:p>
            <a:r>
              <a:t>  "layout_id": "ed_comparison_columns_2",</a:t>
            </a:r>
          </a:p>
          <a:p>
            <a:r>
              <a:t>  "variant": "warm",</a:t>
            </a:r>
          </a:p>
          <a:p>
            <a:r>
              <a:t>  "rationale": "Public template fixture; short fictional slot content; no private data.",</a:t>
            </a:r>
          </a:p>
          <a:p>
            <a:r>
              <a:t>  "source_sha256": "8b6dcc51a0e596f6b3b085e1a324015196093efcef339f41e549bf5eb478f7e2",</a:t>
            </a:r>
          </a:p>
          <a:p>
            <a:r>
              <a:t>  "evidence": [</a:t>
            </a:r>
          </a:p>
          <a:p>
            <a:r>
              <a:t>    {</a:t>
            </a:r>
          </a:p>
          <a:p>
            <a:r>
              <a:t>      "text": "社内ナレッジを探しやすくする条件",</a:t>
            </a:r>
          </a:p>
          <a:p>
            <a:r>
              <a:t>      "refs": [</a:t>
            </a:r>
          </a:p>
          <a:p>
            <a:r>
              <a:t>        {</a:t>
            </a:r>
          </a:p>
          <a:p>
            <a:r>
              <a:t>          "source_id": "s008",</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"s008",</a:t>
            </a:r>
          </a:p>
          <a:p>
            <a:r>
              <a:t>          "quote": "架空の社内調査。運用条件を整理した所見であり、効果を実証したものではない。"</a:t>
            </a:r>
          </a:p>
          <a:p>
            <a:r>
              <a:t>        }</a:t>
            </a:r>
          </a:p>
          <a:p>
            <a:r>
              <a:t>      ],</a:t>
            </a:r>
          </a:p>
          <a:p>
            <a:r>
              <a:t>      "mode": "verbatim"</a:t>
            </a:r>
          </a:p>
          <a:p>
            <a:r>
              <a:t>    },</a:t>
            </a:r>
          </a:p>
          <a:p>
            <a:r>
              <a:t>    {</a:t>
            </a:r>
          </a:p>
          <a:p>
            <a:r>
              <a:t>      "text": "集約型",</a:t>
            </a:r>
          </a:p>
          <a:p>
            <a:r>
              <a:t>      "refs": [</a:t>
            </a:r>
          </a:p>
          <a:p>
            <a:r>
              <a:t>        {</a:t>
            </a:r>
          </a:p>
          <a:p>
            <a:r>
              <a:t>          "source_id": "s008",</a:t>
            </a:r>
          </a:p>
          <a:p>
            <a:r>
              <a:t>          "quote": "集約型"</a:t>
            </a:r>
          </a:p>
          <a:p>
            <a:r>
              <a:t>        }</a:t>
            </a:r>
          </a:p>
          <a:p>
            <a:r>
              <a:t>      ],</a:t>
            </a:r>
          </a:p>
          <a:p>
            <a:r>
              <a:t>      "mode": "verbatim"</a:t>
            </a:r>
          </a:p>
          <a:p>
            <a:r>
              <a:t>    },</a:t>
            </a:r>
          </a:p>
          <a:p>
            <a:r>
              <a:t>    {</a:t>
            </a:r>
          </a:p>
          <a:p>
            <a:r>
              <a:t>      "text": "検索上の特徴",</a:t>
            </a:r>
          </a:p>
          <a:p>
            <a:r>
              <a:t>      "refs": [</a:t>
            </a:r>
          </a:p>
          <a:p>
            <a:r>
              <a:t>        {</a:t>
            </a:r>
          </a:p>
          <a:p>
            <a:r>
              <a:t>          "source_id": "s008",</a:t>
            </a:r>
          </a:p>
          <a:p>
            <a:r>
              <a:t>          "quote": "検索上の特徴"</a:t>
            </a:r>
          </a:p>
          <a:p>
            <a:r>
              <a:t>        }</a:t>
            </a:r>
          </a:p>
          <a:p>
            <a:r>
              <a:t>      ],</a:t>
            </a:r>
          </a:p>
          <a:p>
            <a:r>
              <a:t>      "mode": "verbatim"</a:t>
            </a:r>
          </a:p>
          <a:p>
            <a:r>
              <a:t>    },</a:t>
            </a:r>
          </a:p>
          <a:p>
            <a:r>
              <a:t>    {</a:t>
            </a:r>
          </a:p>
          <a:p>
            <a:r>
              <a:t>      "text": "入口を統一し、部署をまたぐ検索をしやすくする。",</a:t>
            </a:r>
          </a:p>
          <a:p>
            <a:r>
              <a:t>      "refs": [</a:t>
            </a:r>
          </a:p>
          <a:p>
            <a:r>
              <a:t>        {</a:t>
            </a:r>
          </a:p>
          <a:p>
            <a:r>
              <a:t>          "source_id": "s008",</a:t>
            </a:r>
          </a:p>
          <a:p>
            <a:r>
              <a:t>          "quote": "入口を統一し、部署をまたぐ検索をしやすくする。"</a:t>
            </a:r>
          </a:p>
          <a:p>
            <a:r>
              <a:t>        }</a:t>
            </a:r>
          </a:p>
          <a:p>
            <a:r>
              <a:t>      ],</a:t>
            </a:r>
          </a:p>
          <a:p>
            <a:r>
              <a:t>      "mode": "verbatim"</a:t>
            </a:r>
          </a:p>
          <a:p>
            <a:r>
              <a:t>    },</a:t>
            </a:r>
          </a:p>
          <a:p>
            <a:r>
              <a:t>    {</a:t>
            </a:r>
          </a:p>
          <a:p>
            <a:r>
              <a:t>      "text": "運用上の注意",</a:t>
            </a:r>
          </a:p>
          <a:p>
            <a:r>
              <a:t>      "refs": [</a:t>
            </a:r>
          </a:p>
          <a:p>
            <a:r>
              <a:t>        {</a:t>
            </a:r>
          </a:p>
          <a:p>
            <a:r>
              <a:t>          "source_id": "s008",</a:t>
            </a:r>
          </a:p>
          <a:p>
            <a:r>
              <a:t>          "quote": "運用上の注意"</a:t>
            </a:r>
          </a:p>
          <a:p>
            <a:r>
              <a:t>        }</a:t>
            </a:r>
          </a:p>
          <a:p>
            <a:r>
              <a:t>      ],</a:t>
            </a:r>
          </a:p>
          <a:p>
            <a:r>
              <a:t>      "mode": "verbatim"</a:t>
            </a:r>
          </a:p>
          <a:p>
            <a:r>
              <a:t>    },</a:t>
            </a:r>
          </a:p>
          <a:p>
            <a:r>
              <a:t>    {</a:t>
            </a:r>
          </a:p>
          <a:p>
            <a:r>
              <a:t>      "text": "更新作業が担当者に集中するため、確認待ちの滞留に注意する。",</a:t>
            </a:r>
          </a:p>
          <a:p>
            <a:r>
              <a:t>      "refs": [</a:t>
            </a:r>
          </a:p>
          <a:p>
            <a:r>
              <a:t>        {</a:t>
            </a:r>
          </a:p>
          <a:p>
            <a:r>
              <a:t>          "source_id": "s008",</a:t>
            </a:r>
          </a:p>
          <a:p>
            <a:r>
              <a:t>          "quote": "更新作業が担当者に集中するため、確認待ちの滞留に注意する。"</a:t>
            </a:r>
          </a:p>
          <a:p>
            <a:r>
              <a:t>        }</a:t>
            </a:r>
          </a:p>
          <a:p>
            <a:r>
              <a:t>      ],</a:t>
            </a:r>
          </a:p>
          <a:p>
            <a:r>
              <a:t>      "mode": "verbatim"</a:t>
            </a:r>
          </a:p>
          <a:p>
            <a:r>
              <a:t>    },</a:t>
            </a:r>
          </a:p>
          <a:p>
            <a:r>
              <a:t>    {</a:t>
            </a:r>
          </a:p>
          <a:p>
            <a:r>
              <a:t>      "text": "分散型",</a:t>
            </a:r>
          </a:p>
          <a:p>
            <a:r>
              <a:t>      "refs": [</a:t>
            </a:r>
          </a:p>
          <a:p>
            <a:r>
              <a:t>        {</a:t>
            </a:r>
          </a:p>
          <a:p>
            <a:r>
              <a:t>          "source_id": "s008",</a:t>
            </a:r>
          </a:p>
          <a:p>
            <a:r>
              <a:t>          "quote": "分散型"</a:t>
            </a:r>
          </a:p>
          <a:p>
            <a:r>
              <a:t>        }</a:t>
            </a:r>
          </a:p>
          <a:p>
            <a:r>
              <a:t>      ],</a:t>
            </a:r>
          </a:p>
          <a:p>
            <a:r>
              <a:t>      "mode": "verbatim"</a:t>
            </a:r>
          </a:p>
          <a:p>
            <a:r>
              <a:t>    },</a:t>
            </a:r>
          </a:p>
          <a:p>
            <a:r>
              <a:t>    {</a:t>
            </a:r>
          </a:p>
          <a:p>
            <a:r>
              <a:t>      "text": "検索上の特徴",</a:t>
            </a:r>
          </a:p>
          <a:p>
            <a:r>
              <a:t>      "refs": [</a:t>
            </a:r>
          </a:p>
          <a:p>
            <a:r>
              <a:t>        {</a:t>
            </a:r>
          </a:p>
          <a:p>
            <a:r>
              <a:t>          "source_id": "s008",</a:t>
            </a:r>
          </a:p>
          <a:p>
            <a:r>
              <a:t>          "quote": "検索上の特徴"</a:t>
            </a:r>
          </a:p>
          <a:p>
            <a:r>
              <a:t>        }</a:t>
            </a:r>
          </a:p>
          <a:p>
            <a:r>
              <a:t>      ],</a:t>
            </a:r>
          </a:p>
          <a:p>
            <a:r>
              <a:t>      "mode": "verbatim"</a:t>
            </a:r>
          </a:p>
          <a:p>
            <a:r>
              <a:t>    },</a:t>
            </a:r>
          </a:p>
          <a:p>
            <a:r>
              <a:t>    {</a:t>
            </a:r>
          </a:p>
          <a:p>
            <a:r>
              <a:t>      "text": "各部署が原文を管理し、専門用語や例外の説明を保ちやすい。",</a:t>
            </a:r>
          </a:p>
          <a:p>
            <a:r>
              <a:t>      "refs": [</a:t>
            </a:r>
          </a:p>
          <a:p>
            <a:r>
              <a:t>        {</a:t>
            </a:r>
          </a:p>
          <a:p>
            <a:r>
              <a:t>          "source_id": "s008",</a:t>
            </a:r>
          </a:p>
          <a:p>
            <a:r>
              <a:t>          "quote": "各部署が原文を管理し、専門用語や例外の説明を保ちやすい。"</a:t>
            </a:r>
          </a:p>
          <a:p>
            <a:r>
              <a:t>        }</a:t>
            </a:r>
          </a:p>
          <a:p>
            <a:r>
              <a:t>      ],</a:t>
            </a:r>
          </a:p>
          <a:p>
            <a:r>
              <a:t>      "mode": "verbatim"</a:t>
            </a:r>
          </a:p>
          <a:p>
            <a:r>
              <a:t>    },</a:t>
            </a:r>
          </a:p>
          <a:p>
            <a:r>
              <a:t>    {</a:t>
            </a:r>
          </a:p>
          <a:p>
            <a:r>
              <a:t>      "text": "運用上の注意",</a:t>
            </a:r>
          </a:p>
          <a:p>
            <a:r>
              <a:t>      "refs": [</a:t>
            </a:r>
          </a:p>
          <a:p>
            <a:r>
              <a:t>        {</a:t>
            </a:r>
          </a:p>
          <a:p>
            <a:r>
              <a:t>          "source_id": "s008",</a:t>
            </a:r>
          </a:p>
          <a:p>
            <a:r>
              <a:t>          "quote": "運用上の注意"</a:t>
            </a:r>
          </a:p>
          <a:p>
            <a:r>
              <a:t>        }</a:t>
            </a:r>
          </a:p>
          <a:p>
            <a:r>
              <a:t>      ],</a:t>
            </a:r>
          </a:p>
          <a:p>
            <a:r>
              <a:t>      "mode": "verbatim"</a:t>
            </a:r>
          </a:p>
          <a:p>
            <a:r>
              <a:t>    },</a:t>
            </a:r>
          </a:p>
          <a:p>
            <a:r>
              <a:t>    {</a:t>
            </a:r>
          </a:p>
          <a:p>
            <a:r>
              <a:t>      "text": "横断検索には共通の索引が必要。部署ごとの分類の違いを整理する。",</a:t>
            </a:r>
          </a:p>
          <a:p>
            <a:r>
              <a:t>      "refs": [</a:t>
            </a:r>
          </a:p>
          <a:p>
            <a:r>
              <a:t>        {</a:t>
            </a:r>
          </a:p>
          <a:p>
            <a:r>
              <a:t>          "source_id": "s008",</a:t>
            </a:r>
          </a:p>
          <a:p>
            <a:r>
              <a:t>          "quote": "横断検索には共通の索引が必要。部署ごとの分類の違いを整理する。"</a:t>
            </a:r>
          </a:p>
          <a:p>
            <a:r>
              <a:t>        }</a:t>
            </a:r>
          </a:p>
          <a:p>
            <a:r>
              <a:t>      ],</a:t>
            </a:r>
          </a:p>
          <a:p>
            <a:r>
              <a:t>      "mode": "verbatim"</a:t>
            </a:r>
          </a:p>
          <a:p>
            <a:r>
              <a:t>    }</a:t>
            </a:r>
          </a:p>
          <a:p>
            <a:r>
              <a:t>  ],</a:t>
            </a:r>
          </a:p>
          <a:p>
            <a:r>
              <a:t>  "citations": {</a:t>
            </a:r>
          </a:p>
          <a:p>
            <a:r>
              <a:t>    "s008":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"comparison",</a:t>
            </a:r>
          </a:p>
          <a:p>
            <a:r>
              <a:t>  "structural_variant": "columns",</a:t>
            </a:r>
          </a:p>
          <a:p>
            <a:r>
              <a:t>  "repetition_reason": "Catalog inventory: adjacent entries intentionally show every count/orientation for comparison; this is not a presentation sequence.",</a:t>
            </a:r>
          </a:p>
          <a:p>
            <a:r>
              <a:t>  "row_alignments": {},</a:t>
            </a:r>
          </a:p>
          <a:p>
            <a:r>
              <a:t>  "images": {},</a:t>
            </a:r>
          </a:p>
          <a:p>
            <a:r>
              <a:t>  "template_sha256": "5b593446be0d0769f4a209d89011e58496fe0543c2ae3231d84ba3422c0d9b64"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"slide009",</a:t>
            </a:r>
          </a:p>
          <a:p>
            <a:r>
              <a:t>  "origin": "catalog",</a:t>
            </a:r>
          </a:p>
          <a:p>
            <a:r>
              <a:t>  "layout_id": "ed_steps_horizontal_3",</a:t>
            </a:r>
          </a:p>
          <a:p>
            <a:r>
              <a:t>  "variant": "warm",</a:t>
            </a:r>
          </a:p>
          <a:p>
            <a:r>
              <a:t>  "rationale": "Public template fixture; short fictional slot content; no private data.",</a:t>
            </a:r>
          </a:p>
          <a:p>
            <a:r>
              <a:t>  "source_sha256": "8b6dcc51a0e596f6b3b085e1a324015196093efcef339f41e549bf5eb478f7e2",</a:t>
            </a:r>
          </a:p>
          <a:p>
            <a:r>
              <a:t>  "evidence": [</a:t>
            </a:r>
          </a:p>
          <a:p>
            <a:r>
              <a:t>    {</a:t>
            </a:r>
          </a:p>
          <a:p>
            <a:r>
              <a:t>      "text": "社内ナレッジを探しやすくする条件",</a:t>
            </a:r>
          </a:p>
          <a:p>
            <a:r>
              <a:t>      "refs": [</a:t>
            </a:r>
          </a:p>
          <a:p>
            <a:r>
              <a:t>        {</a:t>
            </a:r>
          </a:p>
          <a:p>
            <a:r>
              <a:t>          "source_id": "s009",</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"s009",</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"s009",</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"s009",</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"s009",</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"s009",</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"s009",</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"s009",</a:t>
            </a:r>
          </a:p>
          <a:p>
            <a:r>
              <a:t>          "quote": "変更頻度に応じて担当と再確認の時期を決める。"</a:t>
            </a:r>
          </a:p>
          <a:p>
            <a:r>
              <a:t>        }</a:t>
            </a:r>
          </a:p>
          <a:p>
            <a:r>
              <a:t>      ],</a:t>
            </a:r>
          </a:p>
          <a:p>
            <a:r>
              <a:t>      "mode": "verbatim"</a:t>
            </a:r>
          </a:p>
          <a:p>
            <a:r>
              <a:t>    }</a:t>
            </a:r>
          </a:p>
          <a:p>
            <a:r>
              <a:t>  ],</a:t>
            </a:r>
          </a:p>
          <a:p>
            <a:r>
              <a:t>  "citations": {</a:t>
            </a:r>
          </a:p>
          <a:p>
            <a:r>
              <a:t>    "s009":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"steps",</a:t>
            </a:r>
          </a:p>
          <a:p>
            <a:r>
              <a:t>  "structural_variant": "horizontal",</a:t>
            </a:r>
          </a:p>
          <a:p>
            <a:r>
              <a:t>  "repetition_reason": "Catalog inventory: adjacent entries intentionally show every count/orientation for comparison; this is not a presentation sequence.",</a:t>
            </a:r>
          </a:p>
          <a:p>
            <a:r>
              <a:t>  "row_alignments": {},</a:t>
            </a:r>
          </a:p>
          <a:p>
            <a:r>
              <a:t>  "images": {},</a:t>
            </a:r>
          </a:p>
          <a:p>
            <a:r>
              <a:t>  "template_sha256": "fa74574b11b6ce3b744ad424b83b9bd1f1932ff121bcd3f039c22200dc59bba4"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"slide010",</a:t>
            </a:r>
          </a:p>
          <a:p>
            <a:r>
              <a:t>  "origin": "catalog",</a:t>
            </a:r>
          </a:p>
          <a:p>
            <a:r>
              <a:t>  "layout_id": "ed_metrics_breakdown_top_3",</a:t>
            </a:r>
          </a:p>
          <a:p>
            <a:r>
              <a:t>  "variant": "warm",</a:t>
            </a:r>
          </a:p>
          <a:p>
            <a:r>
              <a:t>  "rationale": "Public template fixture; short fictional slot content; no private data.",</a:t>
            </a:r>
          </a:p>
          <a:p>
            <a:r>
              <a:t>  "source_sha256": "8b6dcc51a0e596f6b3b085e1a324015196093efcef339f41e549bf5eb478f7e2",</a:t>
            </a:r>
          </a:p>
          <a:p>
            <a:r>
              <a:t>  "evidence": [</a:t>
            </a:r>
          </a:p>
          <a:p>
            <a:r>
              <a:t>    {</a:t>
            </a:r>
          </a:p>
          <a:p>
            <a:r>
              <a:t>      "text": "社内ナレッジを探しやすくする条件",</a:t>
            </a:r>
          </a:p>
          <a:p>
            <a:r>
              <a:t>      "refs": [</a:t>
            </a:r>
          </a:p>
          <a:p>
            <a:r>
              <a:t>        {</a:t>
            </a:r>
          </a:p>
          <a:p>
            <a:r>
              <a:t>          "source_id": "s010",</a:t>
            </a:r>
          </a:p>
          <a:p>
            <a:r>
              <a:t>          "quote": "社内ナレッジを探しやすくする条件"</a:t>
            </a:r>
          </a:p>
          <a:p>
            <a:r>
              <a:t>        }</a:t>
            </a:r>
          </a:p>
          <a:p>
            <a:r>
              <a:t>      ],</a:t>
            </a:r>
          </a:p>
          <a:p>
            <a:r>
              <a:t>      "mode": "verbatim"</a:t>
            </a:r>
          </a:p>
          <a:p>
            <a:r>
              <a:t>    },</a:t>
            </a:r>
          </a:p>
          <a:p>
            <a:r>
              <a:t>    {</a:t>
            </a:r>
          </a:p>
          <a:p>
            <a:r>
              <a:t>      "text": "架空の資料一覧を、相互に重ならない確認状態で整理した例。業務への効果は未検証。",</a:t>
            </a:r>
          </a:p>
          <a:p>
            <a:r>
              <a:t>      "refs": [</a:t>
            </a:r>
          </a:p>
          <a:p>
            <a:r>
              <a:t>        {</a:t>
            </a:r>
          </a:p>
          <a:p>
            <a:r>
              <a:t>          "source_id": "s010",</a:t>
            </a:r>
          </a:p>
          <a:p>
            <a:r>
              <a:t>          "quote": "架空の資料一覧を、相互に重ならない確認状態で整理した例。業務への効果は未検証。"</a:t>
            </a:r>
          </a:p>
          <a:p>
            <a:r>
              <a:t>        }</a:t>
            </a:r>
          </a:p>
          <a:p>
            <a:r>
              <a:t>      ],</a:t>
            </a:r>
          </a:p>
          <a:p>
            <a:r>
              <a:t>      "mode": "verbatim"</a:t>
            </a:r>
          </a:p>
          <a:p>
            <a:r>
              <a:t>    },</a:t>
            </a:r>
          </a:p>
          <a:p>
            <a:r>
              <a:t>    {</a:t>
            </a:r>
          </a:p>
          <a:p>
            <a:r>
              <a:t>      "text": "対象資料の総数",</a:t>
            </a:r>
          </a:p>
          <a:p>
            <a:r>
              <a:t>      "refs": [</a:t>
            </a:r>
          </a:p>
          <a:p>
            <a:r>
              <a:t>        {</a:t>
            </a:r>
          </a:p>
          <a:p>
            <a:r>
              <a:t>          "source_id": "s010",</a:t>
            </a:r>
          </a:p>
          <a:p>
            <a:r>
              <a:t>          "quote": "対象資料の総数"</a:t>
            </a:r>
          </a:p>
          <a:p>
            <a:r>
              <a:t>        }</a:t>
            </a:r>
          </a:p>
          <a:p>
            <a:r>
              <a:t>      ],</a:t>
            </a:r>
          </a:p>
          <a:p>
            <a:r>
              <a:t>      "mode": "verbatim"</a:t>
            </a:r>
          </a:p>
          <a:p>
            <a:r>
              <a:t>    },</a:t>
            </a:r>
          </a:p>
          <a:p>
            <a:r>
              <a:t>    {</a:t>
            </a:r>
          </a:p>
          <a:p>
            <a:r>
              <a:t>      "text": "各資料を一つの状態に分類した架空の棚卸し。",</a:t>
            </a:r>
          </a:p>
          <a:p>
            <a:r>
              <a:t>      "refs": [</a:t>
            </a:r>
          </a:p>
          <a:p>
            <a:r>
              <a:t>        {</a:t>
            </a:r>
          </a:p>
          <a:p>
            <a:r>
              <a:t>          "source_id": "s010",</a:t>
            </a:r>
          </a:p>
          <a:p>
            <a:r>
              <a:t>          "quote": "各資料を一つの状態に分類した架空の棚卸し。"</a:t>
            </a:r>
          </a:p>
          <a:p>
            <a:r>
              <a:t>        }</a:t>
            </a:r>
          </a:p>
          <a:p>
            <a:r>
              <a:t>      ],</a:t>
            </a:r>
          </a:p>
          <a:p>
            <a:r>
              <a:t>      "mode": "verbatim"</a:t>
            </a:r>
          </a:p>
          <a:p>
            <a:r>
              <a:t>    },</a:t>
            </a:r>
          </a:p>
          <a:p>
            <a:r>
              <a:t>    {</a:t>
            </a:r>
          </a:p>
          <a:p>
            <a:r>
              <a:t>      "text": "確認済み",</a:t>
            </a:r>
          </a:p>
          <a:p>
            <a:r>
              <a:t>      "refs": [</a:t>
            </a:r>
          </a:p>
          <a:p>
            <a:r>
              <a:t>        {</a:t>
            </a:r>
          </a:p>
          <a:p>
            <a:r>
              <a:t>          "source_id": "s010",</a:t>
            </a:r>
          </a:p>
          <a:p>
            <a:r>
              <a:t>          "quote": "確認済み"</a:t>
            </a:r>
          </a:p>
          <a:p>
            <a:r>
              <a:t>        }</a:t>
            </a:r>
          </a:p>
          <a:p>
            <a:r>
              <a:t>      ],</a:t>
            </a:r>
          </a:p>
          <a:p>
            <a:r>
              <a:t>      "mode": "verbatim"</a:t>
            </a:r>
          </a:p>
          <a:p>
            <a:r>
              <a:t>    },</a:t>
            </a:r>
          </a:p>
          <a:p>
            <a:r>
              <a:t>    {</a:t>
            </a:r>
          </a:p>
          <a:p>
            <a:r>
              <a:t>      "text": "対象範囲と担当を確認済み。",</a:t>
            </a:r>
          </a:p>
          <a:p>
            <a:r>
              <a:t>      "refs": [</a:t>
            </a:r>
          </a:p>
          <a:p>
            <a:r>
              <a:t>        {</a:t>
            </a:r>
          </a:p>
          <a:p>
            <a:r>
              <a:t>          "source_id": "s010",</a:t>
            </a:r>
          </a:p>
          <a:p>
            <a:r>
              <a:t>          "quote": "対象範囲と担当を確認済み。"</a:t>
            </a:r>
          </a:p>
          <a:p>
            <a:r>
              <a:t>        }</a:t>
            </a:r>
          </a:p>
          <a:p>
            <a:r>
              <a:t>      ],</a:t>
            </a:r>
          </a:p>
          <a:p>
            <a:r>
              <a:t>      "mode": "verbatim"</a:t>
            </a:r>
          </a:p>
          <a:p>
            <a:r>
              <a:t>    },</a:t>
            </a:r>
          </a:p>
          <a:p>
            <a:r>
              <a:t>    {</a:t>
            </a:r>
          </a:p>
          <a:p>
            <a:r>
              <a:t>      "text": "要確認",</a:t>
            </a:r>
          </a:p>
          <a:p>
            <a:r>
              <a:t>      "refs": [</a:t>
            </a:r>
          </a:p>
          <a:p>
            <a:r>
              <a:t>        {</a:t>
            </a:r>
          </a:p>
          <a:p>
            <a:r>
              <a:t>          "source_id": "s010",</a:t>
            </a:r>
          </a:p>
          <a:p>
            <a:r>
              <a:t>          "quote": "要確認"</a:t>
            </a:r>
          </a:p>
          <a:p>
            <a:r>
              <a:t>        }</a:t>
            </a:r>
          </a:p>
          <a:p>
            <a:r>
              <a:t>      ],</a:t>
            </a:r>
          </a:p>
          <a:p>
            <a:r>
              <a:t>      "mode": "verbatim"</a:t>
            </a:r>
          </a:p>
          <a:p>
            <a:r>
              <a:t>    },</a:t>
            </a:r>
          </a:p>
          <a:p>
            <a:r>
              <a:t>    {</a:t>
            </a:r>
          </a:p>
          <a:p>
            <a:r>
              <a:t>      "text": "条件か確認日の照合が必要。",</a:t>
            </a:r>
          </a:p>
          <a:p>
            <a:r>
              <a:t>      "refs": [</a:t>
            </a:r>
          </a:p>
          <a:p>
            <a:r>
              <a:t>        {</a:t>
            </a:r>
          </a:p>
          <a:p>
            <a:r>
              <a:t>          "source_id": "s010",</a:t>
            </a:r>
          </a:p>
          <a:p>
            <a:r>
              <a:t>          "quote": "条件か確認日の照合が必要。"</a:t>
            </a:r>
          </a:p>
          <a:p>
            <a:r>
              <a:t>        }</a:t>
            </a:r>
          </a:p>
          <a:p>
            <a:r>
              <a:t>      ],</a:t>
            </a:r>
          </a:p>
          <a:p>
            <a:r>
              <a:t>      "mode": "verbatim"</a:t>
            </a:r>
          </a:p>
          <a:p>
            <a:r>
              <a:t>    },</a:t>
            </a:r>
          </a:p>
          <a:p>
            <a:r>
              <a:t>    {</a:t>
            </a:r>
          </a:p>
          <a:p>
            <a:r>
              <a:t>      "text": "更新予定",</a:t>
            </a:r>
          </a:p>
          <a:p>
            <a:r>
              <a:t>      "refs": [</a:t>
            </a:r>
          </a:p>
          <a:p>
            <a:r>
              <a:t>        {</a:t>
            </a:r>
          </a:p>
          <a:p>
            <a:r>
              <a:t>          "source_id": "s010",</a:t>
            </a:r>
          </a:p>
          <a:p>
            <a:r>
              <a:t>          "quote": "更新予定"</a:t>
            </a:r>
          </a:p>
          <a:p>
            <a:r>
              <a:t>        }</a:t>
            </a:r>
          </a:p>
          <a:p>
            <a:r>
              <a:t>      ],</a:t>
            </a:r>
          </a:p>
          <a:p>
            <a:r>
              <a:t>      "mode": "verbatim"</a:t>
            </a:r>
          </a:p>
          <a:p>
            <a:r>
              <a:t>    },</a:t>
            </a:r>
          </a:p>
          <a:p>
            <a:r>
              <a:t>    {</a:t>
            </a:r>
          </a:p>
          <a:p>
            <a:r>
              <a:t>      "text": "改訂の予定を登録済み。",</a:t>
            </a:r>
          </a:p>
          <a:p>
            <a:r>
              <a:t>      "refs": [</a:t>
            </a:r>
          </a:p>
          <a:p>
            <a:r>
              <a:t>        {</a:t>
            </a:r>
          </a:p>
          <a:p>
            <a:r>
              <a:t>          "source_id": "s010",</a:t>
            </a:r>
          </a:p>
          <a:p>
            <a:r>
              <a:t>          "quote": "改訂の予定を登録済み。"</a:t>
            </a:r>
          </a:p>
          <a:p>
            <a:r>
              <a:t>        }</a:t>
            </a:r>
          </a:p>
          <a:p>
            <a:r>
              <a:t>      ],</a:t>
            </a:r>
          </a:p>
          <a:p>
            <a:r>
              <a:t>      "mode": "verbatim"</a:t>
            </a:r>
          </a:p>
          <a:p>
            <a:r>
              <a:t>    },</a:t>
            </a:r>
          </a:p>
          <a:p>
            <a:r>
              <a:t>    {</a:t>
            </a:r>
          </a:p>
          <a:p>
            <a:r>
              <a:t>      "value": 120.0,</a:t>
            </a:r>
          </a:p>
          <a:p>
            <a:r>
              <a:t>      "refs": [</a:t>
            </a:r>
          </a:p>
          <a:p>
            <a:r>
              <a:t>        {</a:t>
            </a:r>
          </a:p>
          <a:p>
            <a:r>
              <a:t>          "source_id": "s010",</a:t>
            </a:r>
          </a:p>
          <a:p>
            <a:r>
              <a:t>          "quote": "120"</a:t>
            </a:r>
          </a:p>
          <a:p>
            <a:r>
              <a:t>        }</a:t>
            </a:r>
          </a:p>
          <a:p>
            <a:r>
              <a:t>      ]</a:t>
            </a:r>
          </a:p>
          <a:p>
            <a:r>
              <a:t>    },</a:t>
            </a:r>
          </a:p>
          <a:p>
            <a:r>
              <a:t>    {</a:t>
            </a:r>
          </a:p>
          <a:p>
            <a:r>
              <a:t>      "value": 84.0,</a:t>
            </a:r>
          </a:p>
          <a:p>
            <a:r>
              <a:t>      "refs": [</a:t>
            </a:r>
          </a:p>
          <a:p>
            <a:r>
              <a:t>        {</a:t>
            </a:r>
          </a:p>
          <a:p>
            <a:r>
              <a:t>          "source_id": "s010",</a:t>
            </a:r>
          </a:p>
          <a:p>
            <a:r>
              <a:t>          "quote": "84"</a:t>
            </a:r>
          </a:p>
          <a:p>
            <a:r>
              <a:t>        }</a:t>
            </a:r>
          </a:p>
          <a:p>
            <a:r>
              <a:t>      ]</a:t>
            </a:r>
          </a:p>
          <a:p>
            <a:r>
              <a:t>    },</a:t>
            </a:r>
          </a:p>
          <a:p>
            <a:r>
              <a:t>    {</a:t>
            </a:r>
          </a:p>
          <a:p>
            <a:r>
              <a:t>      "value": 24.0,</a:t>
            </a:r>
          </a:p>
          <a:p>
            <a:r>
              <a:t>      "refs": [</a:t>
            </a:r>
          </a:p>
          <a:p>
            <a:r>
              <a:t>        {</a:t>
            </a:r>
          </a:p>
          <a:p>
            <a:r>
              <a:t>          "source_id": "s010",</a:t>
            </a:r>
          </a:p>
          <a:p>
            <a:r>
              <a:t>          "quote": "24"</a:t>
            </a:r>
          </a:p>
          <a:p>
            <a:r>
              <a:t>        }</a:t>
            </a:r>
          </a:p>
          <a:p>
            <a:r>
              <a:t>      ]</a:t>
            </a:r>
          </a:p>
          <a:p>
            <a:r>
              <a:t>    },</a:t>
            </a:r>
          </a:p>
          <a:p>
            <a:r>
              <a:t>    {</a:t>
            </a:r>
          </a:p>
          <a:p>
            <a:r>
              <a:t>      "value": 12.0,</a:t>
            </a:r>
          </a:p>
          <a:p>
            <a:r>
              <a:t>      "refs": [</a:t>
            </a:r>
          </a:p>
          <a:p>
            <a:r>
              <a:t>        {</a:t>
            </a:r>
          </a:p>
          <a:p>
            <a:r>
              <a:t>          "source_id": "s010",</a:t>
            </a:r>
          </a:p>
          <a:p>
            <a:r>
              <a:t>          "quote": "12"</a:t>
            </a:r>
          </a:p>
          <a:p>
            <a:r>
              <a:t>        }</a:t>
            </a:r>
          </a:p>
          <a:p>
            <a:r>
              <a:t>      ]</a:t>
            </a:r>
          </a:p>
          <a:p>
            <a:r>
              <a:t>    }</a:t>
            </a:r>
          </a:p>
          <a:p>
            <a:r>
              <a:t>  ],</a:t>
            </a:r>
          </a:p>
          <a:p>
            <a:r>
              <a:t>  "citations": {</a:t>
            </a:r>
          </a:p>
          <a:p>
            <a:r>
              <a:t>    "s010":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"metrics",</a:t>
            </a:r>
          </a:p>
          <a:p>
            <a:r>
              <a:t>  "structural_variant": "breakdown_top",</a:t>
            </a:r>
          </a:p>
          <a:p>
            <a:r>
              <a:t>  "repetition_reason": "Catalog inventory: adjacent entries intentionally show every count/orientation for comparison; this is not a presentation sequence.",</a:t>
            </a:r>
          </a:p>
          <a:p>
            <a:r>
              <a:t>  "row_alignments": {},</a:t>
            </a:r>
          </a:p>
          <a:p>
            <a:r>
              <a:t>  "images": {},</a:t>
            </a:r>
          </a:p>
          <a:p>
            <a:r>
              <a:t>  "template_sha256": "5abf4bc00f09927d248be6792b2823517de33cd34c4cabba7b54cbc5ae122823"</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"slide011",</a:t>
            </a:r>
          </a:p>
          <a:p>
            <a:r>
              <a:t>  "origin": "catalog",</a:t>
            </a:r>
          </a:p>
          <a:p>
            <a:r>
              <a:t>  "layout_id": "ed_table_three_columns_4",</a:t>
            </a:r>
          </a:p>
          <a:p>
            <a:r>
              <a:t>  "variant": "warm",</a:t>
            </a:r>
          </a:p>
          <a:p>
            <a:r>
              <a:t>  "rationale": "Public template fixture; short fictional slot content; no private data.",</a:t>
            </a:r>
          </a:p>
          <a:p>
            <a:r>
              <a:t>  "source_sha256": "8b6dcc51a0e596f6b3b085e1a324015196093efcef339f41e549bf5eb478f7e2",</a:t>
            </a:r>
          </a:p>
          <a:p>
            <a:r>
              <a:t>  "evidence": [</a:t>
            </a:r>
          </a:p>
          <a:p>
            <a:r>
              <a:t>    {</a:t>
            </a:r>
          </a:p>
          <a:p>
            <a:r>
              <a:t>      "text": "社内ナレッジを探しやすくする条件",</a:t>
            </a:r>
          </a:p>
          <a:p>
            <a:r>
              <a:t>      "refs": [</a:t>
            </a:r>
          </a:p>
          <a:p>
            <a:r>
              <a:t>        {</a:t>
            </a:r>
          </a:p>
          <a:p>
            <a:r>
              <a:t>          "source_id": "s011",</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"s011",</a:t>
            </a:r>
          </a:p>
          <a:p>
            <a:r>
              <a:t>          "quote": "架空の社内調査。運用条件を整理した所見であり、効果を実証したものではない。"</a:t>
            </a:r>
          </a:p>
          <a:p>
            <a:r>
              <a:t>        }</a:t>
            </a:r>
          </a:p>
          <a:p>
            <a:r>
              <a:t>      ],</a:t>
            </a:r>
          </a:p>
          <a:p>
            <a:r>
              <a:t>      "mode": "verbatim"</a:t>
            </a:r>
          </a:p>
          <a:p>
            <a:r>
              <a:t>    },</a:t>
            </a:r>
          </a:p>
          <a:p>
            <a:r>
              <a:t>    {</a:t>
            </a:r>
          </a:p>
          <a:p>
            <a:r>
              <a:t>      "text": "観点",</a:t>
            </a:r>
          </a:p>
          <a:p>
            <a:r>
              <a:t>      "refs": [</a:t>
            </a:r>
          </a:p>
          <a:p>
            <a:r>
              <a:t>        {</a:t>
            </a:r>
          </a:p>
          <a:p>
            <a:r>
              <a:t>          "source_id": "s011",</a:t>
            </a:r>
          </a:p>
          <a:p>
            <a:r>
              <a:t>          "quote": "観点"</a:t>
            </a:r>
          </a:p>
          <a:p>
            <a:r>
              <a:t>        }</a:t>
            </a:r>
          </a:p>
          <a:p>
            <a:r>
              <a:t>      ],</a:t>
            </a:r>
          </a:p>
          <a:p>
            <a:r>
              <a:t>      "mode": "verbatim"</a:t>
            </a:r>
          </a:p>
          <a:p>
            <a:r>
              <a:t>    },</a:t>
            </a:r>
          </a:p>
          <a:p>
            <a:r>
              <a:t>    {</a:t>
            </a:r>
          </a:p>
          <a:p>
            <a:r>
              <a:t>      "text": "確認事項",</a:t>
            </a:r>
          </a:p>
          <a:p>
            <a:r>
              <a:t>      "refs": [</a:t>
            </a:r>
          </a:p>
          <a:p>
            <a:r>
              <a:t>        {</a:t>
            </a:r>
          </a:p>
          <a:p>
            <a:r>
              <a:t>          "source_id": "s011",</a:t>
            </a:r>
          </a:p>
          <a:p>
            <a:r>
              <a:t>          "quote": "確認事項"</a:t>
            </a:r>
          </a:p>
          <a:p>
            <a:r>
              <a:t>        }</a:t>
            </a:r>
          </a:p>
          <a:p>
            <a:r>
              <a:t>      ],</a:t>
            </a:r>
          </a:p>
          <a:p>
            <a:r>
              <a:t>      "mode": "verbatim"</a:t>
            </a:r>
          </a:p>
          <a:p>
            <a:r>
              <a:t>    },</a:t>
            </a:r>
          </a:p>
          <a:p>
            <a:r>
              <a:t>    {</a:t>
            </a:r>
          </a:p>
          <a:p>
            <a:r>
              <a:t>      "text": "留保",</a:t>
            </a:r>
          </a:p>
          <a:p>
            <a:r>
              <a:t>      "refs": [</a:t>
            </a:r>
          </a:p>
          <a:p>
            <a:r>
              <a:t>        {</a:t>
            </a:r>
          </a:p>
          <a:p>
            <a:r>
              <a:t>          "source_id": "s011",</a:t>
            </a:r>
          </a:p>
          <a:p>
            <a:r>
              <a:t>          "quote": "留保"</a:t>
            </a:r>
          </a:p>
          <a:p>
            <a:r>
              <a:t>        }</a:t>
            </a:r>
          </a:p>
          <a:p>
            <a:r>
              <a:t>      ],</a:t>
            </a:r>
          </a:p>
          <a:p>
            <a:r>
              <a:t>      "mode": "verbatim"</a:t>
            </a:r>
          </a:p>
          <a:p>
            <a:r>
              <a:t>    },</a:t>
            </a:r>
          </a:p>
          <a:p>
            <a:r>
              <a:t>    {</a:t>
            </a:r>
          </a:p>
          <a:p>
            <a:r>
              <a:t>      "text": "検索入口を揃える",</a:t>
            </a:r>
          </a:p>
          <a:p>
            <a:r>
              <a:t>      "refs": [</a:t>
            </a:r>
          </a:p>
          <a:p>
            <a:r>
              <a:t>        {</a:t>
            </a:r>
          </a:p>
          <a:p>
            <a:r>
              <a:t>          "source_id": "s011",</a:t>
            </a:r>
          </a:p>
          <a:p>
            <a:r>
              <a:t>          "quote": "検索入口を揃える"</a:t>
            </a:r>
          </a:p>
          <a:p>
            <a:r>
              <a:t>        }</a:t>
            </a:r>
          </a:p>
          <a:p>
            <a:r>
              <a:t>      ],</a:t>
            </a:r>
          </a:p>
          <a:p>
            <a:r>
              <a:t>      "mode": "verbatim"</a:t>
            </a:r>
          </a:p>
          <a:p>
            <a:r>
              <a:t>    },</a:t>
            </a:r>
          </a:p>
          <a:p>
            <a:r>
              <a:t>    {</a:t>
            </a:r>
          </a:p>
          <a:p>
            <a:r>
              <a:t>      "text": "索引と用語の対応を確認",</a:t>
            </a:r>
          </a:p>
          <a:p>
            <a:r>
              <a:t>      "refs": [</a:t>
            </a:r>
          </a:p>
          <a:p>
            <a:r>
              <a:t>        {</a:t>
            </a:r>
          </a:p>
          <a:p>
            <a:r>
              <a:t>          "source_id": "s011",</a:t>
            </a:r>
          </a:p>
          <a:p>
            <a:r>
              <a:t>          "quote": "索引と用語の対応を確認"</a:t>
            </a:r>
          </a:p>
          <a:p>
            <a:r>
              <a:t>        }</a:t>
            </a:r>
          </a:p>
          <a:p>
            <a:r>
              <a:t>      ],</a:t>
            </a:r>
          </a:p>
          <a:p>
            <a:r>
              <a:t>      "mode": "verbatim"</a:t>
            </a:r>
          </a:p>
          <a:p>
            <a:r>
              <a:t>    },</a:t>
            </a:r>
          </a:p>
          <a:p>
            <a:r>
              <a:t>    {</a:t>
            </a:r>
          </a:p>
          <a:p>
            <a:r>
              <a:t>      "text": "架空資料A・検索節\n部署間の呼称差が残る",</a:t>
            </a:r>
          </a:p>
          <a:p>
            <a:r>
              <a:t>      "refs": [</a:t>
            </a:r>
          </a:p>
          <a:p>
            <a:r>
              <a:t>        {</a:t>
            </a:r>
          </a:p>
          <a:p>
            <a:r>
              <a:t>          "source_id": "s011",</a:t>
            </a:r>
          </a:p>
          <a:p>
            <a:r>
              <a:t>          "quote": "架空資料A・検索節\n部署間の呼称差が残る"</a:t>
            </a:r>
          </a:p>
          <a:p>
            <a:r>
              <a:t>        }</a:t>
            </a:r>
          </a:p>
          <a:p>
            <a:r>
              <a:t>      ],</a:t>
            </a:r>
          </a:p>
          <a:p>
            <a:r>
              <a:t>      "mode": "verbatim"</a:t>
            </a:r>
          </a:p>
          <a:p>
            <a:r>
              <a:t>    },</a:t>
            </a:r>
          </a:p>
          <a:p>
            <a:r>
              <a:t>    {</a:t>
            </a:r>
          </a:p>
          <a:p>
            <a:r>
              <a:t>      "text": "根拠まで辿れる",</a:t>
            </a:r>
          </a:p>
          <a:p>
            <a:r>
              <a:t>      "refs": [</a:t>
            </a:r>
          </a:p>
          <a:p>
            <a:r>
              <a:t>        {</a:t>
            </a:r>
          </a:p>
          <a:p>
            <a:r>
              <a:t>          "source_id": "s011",</a:t>
            </a:r>
          </a:p>
          <a:p>
            <a:r>
              <a:t>          "quote": "根拠まで辿れる"</a:t>
            </a:r>
          </a:p>
          <a:p>
            <a:r>
              <a:t>        }</a:t>
            </a:r>
          </a:p>
          <a:p>
            <a:r>
              <a:t>      ],</a:t>
            </a:r>
          </a:p>
          <a:p>
            <a:r>
              <a:t>      "mode": "verbatim"</a:t>
            </a:r>
          </a:p>
          <a:p>
            <a:r>
              <a:t>    },</a:t>
            </a:r>
          </a:p>
          <a:p>
            <a:r>
              <a:t>    {</a:t>
            </a:r>
          </a:p>
          <a:p>
            <a:r>
              <a:t>      "text": "引用箇所と調査条件を照合",</a:t>
            </a:r>
          </a:p>
          <a:p>
            <a:r>
              <a:t>      "refs": [</a:t>
            </a:r>
          </a:p>
          <a:p>
            <a:r>
              <a:t>        {</a:t>
            </a:r>
          </a:p>
          <a:p>
            <a:r>
              <a:t>          "source_id": "s011",</a:t>
            </a:r>
          </a:p>
          <a:p>
            <a:r>
              <a:t>          "quote": "引用箇所と調査条件を照合"</a:t>
            </a:r>
          </a:p>
          <a:p>
            <a:r>
              <a:t>        }</a:t>
            </a:r>
          </a:p>
          <a:p>
            <a:r>
              <a:t>      ],</a:t>
            </a:r>
          </a:p>
          <a:p>
            <a:r>
              <a:t>      "mode": "verbatim"</a:t>
            </a:r>
          </a:p>
          <a:p>
            <a:r>
              <a:t>    },</a:t>
            </a:r>
          </a:p>
          <a:p>
            <a:r>
              <a:t>    {</a:t>
            </a:r>
          </a:p>
          <a:p>
            <a:r>
              <a:t>      "text": "架空資料B・条件節\n原文の条件を保持",</a:t>
            </a:r>
          </a:p>
          <a:p>
            <a:r>
              <a:t>      "refs": [</a:t>
            </a:r>
          </a:p>
          <a:p>
            <a:r>
              <a:t>        {</a:t>
            </a:r>
          </a:p>
          <a:p>
            <a:r>
              <a:t>          "source_id": "s011",</a:t>
            </a:r>
          </a:p>
          <a:p>
            <a:r>
              <a:t>          "quote": "架空資料B・条件節\n原文の条件を保持"</a:t>
            </a:r>
          </a:p>
          <a:p>
            <a:r>
              <a:t>        }</a:t>
            </a:r>
          </a:p>
          <a:p>
            <a:r>
              <a:t>      ],</a:t>
            </a:r>
          </a:p>
          <a:p>
            <a:r>
              <a:t>      "mode": "verbatim"</a:t>
            </a:r>
          </a:p>
          <a:p>
            <a:r>
              <a:t>    },</a:t>
            </a:r>
          </a:p>
          <a:p>
            <a:r>
              <a:t>    {</a:t>
            </a:r>
          </a:p>
          <a:p>
            <a:r>
              <a:t>      "text": "更新範囲を決める",</a:t>
            </a:r>
          </a:p>
          <a:p>
            <a:r>
              <a:t>      "refs": [</a:t>
            </a:r>
          </a:p>
          <a:p>
            <a:r>
              <a:t>        {</a:t>
            </a:r>
          </a:p>
          <a:p>
            <a:r>
              <a:t>          "source_id": "s011",</a:t>
            </a:r>
          </a:p>
          <a:p>
            <a:r>
              <a:t>          "quote": "更新範囲を決める"</a:t>
            </a:r>
          </a:p>
          <a:p>
            <a:r>
              <a:t>        }</a:t>
            </a:r>
          </a:p>
          <a:p>
            <a:r>
              <a:t>      ],</a:t>
            </a:r>
          </a:p>
          <a:p>
            <a:r>
              <a:t>      "mode": "verbatim"</a:t>
            </a:r>
          </a:p>
          <a:p>
            <a:r>
              <a:t>    },</a:t>
            </a:r>
          </a:p>
          <a:p>
            <a:r>
              <a:t>    {</a:t>
            </a:r>
          </a:p>
          <a:p>
            <a:r>
              <a:t>      "text": "担当と確認時期を決める",</a:t>
            </a:r>
          </a:p>
          <a:p>
            <a:r>
              <a:t>      "refs": [</a:t>
            </a:r>
          </a:p>
          <a:p>
            <a:r>
              <a:t>        {</a:t>
            </a:r>
          </a:p>
          <a:p>
            <a:r>
              <a:t>          "source_id": "s011",</a:t>
            </a:r>
          </a:p>
          <a:p>
            <a:r>
              <a:t>          "quote": "担当と確認時期を決める"</a:t>
            </a:r>
          </a:p>
          <a:p>
            <a:r>
              <a:t>        }</a:t>
            </a:r>
          </a:p>
          <a:p>
            <a:r>
              <a:t>      ],</a:t>
            </a:r>
          </a:p>
          <a:p>
            <a:r>
              <a:t>      "mode": "verbatim"</a:t>
            </a:r>
          </a:p>
          <a:p>
            <a:r>
              <a:t>    },</a:t>
            </a:r>
          </a:p>
          <a:p>
            <a:r>
              <a:t>    {</a:t>
            </a:r>
          </a:p>
          <a:p>
            <a:r>
              <a:t>      "text": "架空資料C・運用節\n確認日：未記録",</a:t>
            </a:r>
          </a:p>
          <a:p>
            <a:r>
              <a:t>      "refs": [</a:t>
            </a:r>
          </a:p>
          <a:p>
            <a:r>
              <a:t>        {</a:t>
            </a:r>
          </a:p>
          <a:p>
            <a:r>
              <a:t>          "source_id": "s011",</a:t>
            </a:r>
          </a:p>
          <a:p>
            <a:r>
              <a:t>          "quote": "架空資料C・運用節\n確認日：未記録"</a:t>
            </a:r>
          </a:p>
          <a:p>
            <a:r>
              <a:t>        }</a:t>
            </a:r>
          </a:p>
          <a:p>
            <a:r>
              <a:t>      ],</a:t>
            </a:r>
          </a:p>
          <a:p>
            <a:r>
              <a:t>      "mode": "verbatim"</a:t>
            </a:r>
          </a:p>
          <a:p>
            <a:r>
              <a:t>    },</a:t>
            </a:r>
          </a:p>
          <a:p>
            <a:r>
              <a:t>    {</a:t>
            </a:r>
          </a:p>
          <a:p>
            <a:r>
              <a:t>      "text": "例外を見える化",</a:t>
            </a:r>
          </a:p>
          <a:p>
            <a:r>
              <a:t>      "refs": [</a:t>
            </a:r>
          </a:p>
          <a:p>
            <a:r>
              <a:t>        {</a:t>
            </a:r>
          </a:p>
          <a:p>
            <a:r>
              <a:t>          "source_id": "s011",</a:t>
            </a:r>
          </a:p>
          <a:p>
            <a:r>
              <a:t>          "quote": "例外を見える化"</a:t>
            </a:r>
          </a:p>
          <a:p>
            <a:r>
              <a:t>        }</a:t>
            </a:r>
          </a:p>
          <a:p>
            <a:r>
              <a:t>      ],</a:t>
            </a:r>
          </a:p>
          <a:p>
            <a:r>
              <a:t>      "mode": "verbatim"</a:t>
            </a:r>
          </a:p>
          <a:p>
            <a:r>
              <a:t>    },</a:t>
            </a:r>
          </a:p>
          <a:p>
            <a:r>
              <a:t>    {</a:t>
            </a:r>
          </a:p>
          <a:p>
            <a:r>
              <a:t>      "text": "適用できない場面を記録",</a:t>
            </a:r>
          </a:p>
          <a:p>
            <a:r>
              <a:t>      "refs": [</a:t>
            </a:r>
          </a:p>
          <a:p>
            <a:r>
              <a:t>        {</a:t>
            </a:r>
          </a:p>
          <a:p>
            <a:r>
              <a:t>          "source_id": "s011",</a:t>
            </a:r>
          </a:p>
          <a:p>
            <a:r>
              <a:t>          "quote": "適用できない場面を記録"</a:t>
            </a:r>
          </a:p>
          <a:p>
            <a:r>
              <a:t>        }</a:t>
            </a:r>
          </a:p>
          <a:p>
            <a:r>
              <a:t>      ],</a:t>
            </a:r>
          </a:p>
          <a:p>
            <a:r>
              <a:t>      "mode": "verbatim"</a:t>
            </a:r>
          </a:p>
          <a:p>
            <a:r>
              <a:t>    },</a:t>
            </a:r>
          </a:p>
          <a:p>
            <a:r>
              <a:t>    {</a:t>
            </a:r>
          </a:p>
          <a:p>
            <a:r>
              <a:t>      "text": "架空資料D・例外節\n個別の判断が必要",</a:t>
            </a:r>
          </a:p>
          <a:p>
            <a:r>
              <a:t>      "refs": [</a:t>
            </a:r>
          </a:p>
          <a:p>
            <a:r>
              <a:t>        {</a:t>
            </a:r>
          </a:p>
          <a:p>
            <a:r>
              <a:t>          "source_id": "s011",</a:t>
            </a:r>
          </a:p>
          <a:p>
            <a:r>
              <a:t>          "quote": "架空資料D・例外節\n個別の判断が必要"</a:t>
            </a:r>
          </a:p>
          <a:p>
            <a:r>
              <a:t>        }</a:t>
            </a:r>
          </a:p>
          <a:p>
            <a:r>
              <a:t>      ],</a:t>
            </a:r>
          </a:p>
          <a:p>
            <a:r>
              <a:t>      "mode": "verbatim"</a:t>
            </a:r>
          </a:p>
          <a:p>
            <a:r>
              <a:t>    },</a:t>
            </a:r>
          </a:p>
          <a:p>
            <a:r>
              <a:t>    {</a:t>
            </a:r>
          </a:p>
          <a:p>
            <a:r>
              <a:t>      "text": "留保：同じ条件で比較した結果ではない。各資料の対象範囲を確認する。",</a:t>
            </a:r>
          </a:p>
          <a:p>
            <a:r>
              <a:t>      "refs": [</a:t>
            </a:r>
          </a:p>
          <a:p>
            <a:r>
              <a:t>        {</a:t>
            </a:r>
          </a:p>
          <a:p>
            <a:r>
              <a:t>          "source_id": "s011",</a:t>
            </a:r>
          </a:p>
          <a:p>
            <a:r>
              <a:t>          "quote": "留保：同じ条件で比較した結果ではない。各資料の対象範囲を確認する。"</a:t>
            </a:r>
          </a:p>
          <a:p>
            <a:r>
              <a:t>        }</a:t>
            </a:r>
          </a:p>
          <a:p>
            <a:r>
              <a:t>      ],</a:t>
            </a:r>
          </a:p>
          <a:p>
            <a:r>
              <a:t>      "mode": "verbatim"</a:t>
            </a:r>
          </a:p>
          <a:p>
            <a:r>
              <a:t>    }</a:t>
            </a:r>
          </a:p>
          <a:p>
            <a:r>
              <a:t>  ],</a:t>
            </a:r>
          </a:p>
          <a:p>
            <a:r>
              <a:t>  "citations": {</a:t>
            </a:r>
          </a:p>
          <a:p>
            <a:r>
              <a:t>    "s011":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"table",</a:t>
            </a:r>
          </a:p>
          <a:p>
            <a:r>
              <a:t>  "structural_variant": "three_columns",</a:t>
            </a:r>
          </a:p>
          <a:p>
            <a:r>
              <a:t>  "repetition_reason": "Catalog inventory: adjacent entries intentionally show every count/orientation for comparison; this is not a presentation sequence.",</a:t>
            </a:r>
          </a:p>
          <a:p>
            <a:r>
              <a:t>  "row_alignments": {},</a:t>
            </a:r>
          </a:p>
          <a:p>
            <a:r>
              <a:t>  "images": {},</a:t>
            </a:r>
          </a:p>
          <a:p>
            <a:r>
              <a:t>  "template_sha256": "6b143d7815acfd4ae1cbf24a7c95d46d64b789567061c6ba384bff91be84f4db"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"slide012",</a:t>
            </a:r>
          </a:p>
          <a:p>
            <a:r>
              <a:t>  "origin": "catalog",</a:t>
            </a:r>
          </a:p>
          <a:p>
            <a:r>
              <a:t>  "layout_id": "ed_chart_bar_right_4",</a:t>
            </a:r>
          </a:p>
          <a:p>
            <a:r>
              <a:t>  "variant": "warm",</a:t>
            </a:r>
          </a:p>
          <a:p>
            <a:r>
              <a:t>  "rationale": "Public template fixture; short fictional slot content; no private data.",</a:t>
            </a:r>
          </a:p>
          <a:p>
            <a:r>
              <a:t>  "source_sha256": "8b6dcc51a0e596f6b3b085e1a324015196093efcef339f41e549bf5eb478f7e2",</a:t>
            </a:r>
          </a:p>
          <a:p>
            <a:r>
              <a:t>  "evidence": [</a:t>
            </a:r>
          </a:p>
          <a:p>
            <a:r>
              <a:t>    {</a:t>
            </a:r>
          </a:p>
          <a:p>
            <a:r>
              <a:t>      "text": "社内ナレッジを探しやすくする条件",</a:t>
            </a:r>
          </a:p>
          <a:p>
            <a:r>
              <a:t>      "refs": [</a:t>
            </a:r>
          </a:p>
          <a:p>
            <a:r>
              <a:t>        {</a:t>
            </a:r>
          </a:p>
          <a:p>
            <a:r>
              <a:t>          "source_id": "s012",</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"s012",</a:t>
            </a:r>
          </a:p>
          <a:p>
            <a:r>
              <a:t>          "quote": "架空の社内調査。運用条件を整理した所見であり、効果を実証したものではない。"</a:t>
            </a:r>
          </a:p>
          <a:p>
            <a:r>
              <a:t>        }</a:t>
            </a:r>
          </a:p>
          <a:p>
            <a:r>
              <a:t>      ],</a:t>
            </a:r>
          </a:p>
          <a:p>
            <a:r>
              <a:t>      "mode": "verbatim"</a:t>
            </a:r>
          </a:p>
          <a:p>
            <a:r>
              <a:t>    },</a:t>
            </a:r>
          </a:p>
          <a:p>
            <a:r>
              <a:t>    {</a:t>
            </a:r>
          </a:p>
          <a:p>
            <a:r>
              <a:t>      "text": "課題の言及数（件）／複数回答・架空例",</a:t>
            </a:r>
          </a:p>
          <a:p>
            <a:r>
              <a:t>      "refs": [</a:t>
            </a:r>
          </a:p>
          <a:p>
            <a:r>
              <a:t>        {</a:t>
            </a:r>
          </a:p>
          <a:p>
            <a:r>
              <a:t>          "source_id": "s012",</a:t>
            </a:r>
          </a:p>
          <a:p>
            <a:r>
              <a:t>          "quote": "課題の言及数（件）／複数回答・架空例"</a:t>
            </a:r>
          </a:p>
          <a:p>
            <a:r>
              <a:t>        }</a:t>
            </a:r>
          </a:p>
          <a:p>
            <a:r>
              <a:t>      ],</a:t>
            </a:r>
          </a:p>
          <a:p>
            <a:r>
              <a:t>      "mode": "verbatim"</a:t>
            </a:r>
          </a:p>
          <a:p>
            <a:r>
              <a:t>    },</a:t>
            </a:r>
          </a:p>
          <a:p>
            <a:r>
              <a:t>    {</a:t>
            </a:r>
          </a:p>
          <a:p>
            <a:r>
              <a:t>      "text": "検索の課題が多いが、回答件数のみで重要度を判断することはできない。",</a:t>
            </a:r>
          </a:p>
          <a:p>
            <a:r>
              <a:t>      "refs": [</a:t>
            </a:r>
          </a:p>
          <a:p>
            <a:r>
              <a:t>        {</a:t>
            </a:r>
          </a:p>
          <a:p>
            <a:r>
              <a:t>          "source_id": "s012",</a:t>
            </a:r>
          </a:p>
          <a:p>
            <a:r>
              <a:t>          "quote": "検索の課題が多いが、回答件数のみで重要度を判断することはできない。"</a:t>
            </a:r>
          </a:p>
          <a:p>
            <a:r>
              <a:t>        }</a:t>
            </a:r>
          </a:p>
          <a:p>
            <a:r>
              <a:t>      ],</a:t>
            </a:r>
          </a:p>
          <a:p>
            <a:r>
              <a:t>      "mode": "verbatim"</a:t>
            </a:r>
          </a:p>
          <a:p>
            <a:r>
              <a:t>    },</a:t>
            </a:r>
          </a:p>
          <a:p>
            <a:r>
              <a:t>    {</a:t>
            </a:r>
          </a:p>
          <a:p>
            <a:r>
              <a:t>      "text": "架空集計であり、効果や因果関係は未検証。",</a:t>
            </a:r>
          </a:p>
          <a:p>
            <a:r>
              <a:t>      "refs": [</a:t>
            </a:r>
          </a:p>
          <a:p>
            <a:r>
              <a:t>        {</a:t>
            </a:r>
          </a:p>
          <a:p>
            <a:r>
              <a:t>          "source_id": "s012",</a:t>
            </a:r>
          </a:p>
          <a:p>
            <a:r>
              <a:t>          "quote": "架空集計であり、効果や因果関係は未検証。"</a:t>
            </a:r>
          </a:p>
          <a:p>
            <a:r>
              <a:t>        }</a:t>
            </a:r>
          </a:p>
          <a:p>
            <a:r>
              <a:t>      ],</a:t>
            </a:r>
          </a:p>
          <a:p>
            <a:r>
              <a:t>      "mode": "verbatim"</a:t>
            </a:r>
          </a:p>
          <a:p>
            <a:r>
              <a:t>    },</a:t>
            </a:r>
          </a:p>
          <a:p>
            <a:r>
              <a:t>    {</a:t>
            </a:r>
          </a:p>
          <a:p>
            <a:r>
              <a:t>      "text": "検索",</a:t>
            </a:r>
          </a:p>
          <a:p>
            <a:r>
              <a:t>      "refs": [</a:t>
            </a:r>
          </a:p>
          <a:p>
            <a:r>
              <a:t>        {</a:t>
            </a:r>
          </a:p>
          <a:p>
            <a:r>
              <a:t>          "source_id": "s012",</a:t>
            </a:r>
          </a:p>
          <a:p>
            <a:r>
              <a:t>          "quote": "検索"</a:t>
            </a:r>
          </a:p>
          <a:p>
            <a:r>
              <a:t>        }</a:t>
            </a:r>
          </a:p>
          <a:p>
            <a:r>
              <a:t>      ],</a:t>
            </a:r>
          </a:p>
          <a:p>
            <a:r>
              <a:t>      "mode": "verbatim"</a:t>
            </a:r>
          </a:p>
          <a:p>
            <a:r>
              <a:t>    },</a:t>
            </a:r>
          </a:p>
          <a:p>
            <a:r>
              <a:t>    {</a:t>
            </a:r>
          </a:p>
          <a:p>
            <a:r>
              <a:t>      "text": "出典",</a:t>
            </a:r>
          </a:p>
          <a:p>
            <a:r>
              <a:t>      "refs": [</a:t>
            </a:r>
          </a:p>
          <a:p>
            <a:r>
              <a:t>        {</a:t>
            </a:r>
          </a:p>
          <a:p>
            <a:r>
              <a:t>          "source_id": "s012",</a:t>
            </a:r>
          </a:p>
          <a:p>
            <a:r>
              <a:t>          "quote": "出典"</a:t>
            </a:r>
          </a:p>
          <a:p>
            <a:r>
              <a:t>        }</a:t>
            </a:r>
          </a:p>
          <a:p>
            <a:r>
              <a:t>      ],</a:t>
            </a:r>
          </a:p>
          <a:p>
            <a:r>
              <a:t>      "mode": "verbatim"</a:t>
            </a:r>
          </a:p>
          <a:p>
            <a:r>
              <a:t>    },</a:t>
            </a:r>
          </a:p>
          <a:p>
            <a:r>
              <a:t>    {</a:t>
            </a:r>
          </a:p>
          <a:p>
            <a:r>
              <a:t>      "text": "更新",</a:t>
            </a:r>
          </a:p>
          <a:p>
            <a:r>
              <a:t>      "refs": [</a:t>
            </a:r>
          </a:p>
          <a:p>
            <a:r>
              <a:t>        {</a:t>
            </a:r>
          </a:p>
          <a:p>
            <a:r>
              <a:t>          "source_id": "s012",</a:t>
            </a:r>
          </a:p>
          <a:p>
            <a:r>
              <a:t>          "quote": "更新"</a:t>
            </a:r>
          </a:p>
          <a:p>
            <a:r>
              <a:t>        }</a:t>
            </a:r>
          </a:p>
          <a:p>
            <a:r>
              <a:t>      ],</a:t>
            </a:r>
          </a:p>
          <a:p>
            <a:r>
              <a:t>      "mode": "verbatim"</a:t>
            </a:r>
          </a:p>
          <a:p>
            <a:r>
              <a:t>    },</a:t>
            </a:r>
          </a:p>
          <a:p>
            <a:r>
              <a:t>    {</a:t>
            </a:r>
          </a:p>
          <a:p>
            <a:r>
              <a:t>      "text": "共有",</a:t>
            </a:r>
          </a:p>
          <a:p>
            <a:r>
              <a:t>      "refs": [</a:t>
            </a:r>
          </a:p>
          <a:p>
            <a:r>
              <a:t>        {</a:t>
            </a:r>
          </a:p>
          <a:p>
            <a:r>
              <a:t>          "source_id": "s012",</a:t>
            </a:r>
          </a:p>
          <a:p>
            <a:r>
              <a:t>          "quote": "共有"</a:t>
            </a:r>
          </a:p>
          <a:p>
            <a:r>
              <a:t>        }</a:t>
            </a:r>
          </a:p>
          <a:p>
            <a:r>
              <a:t>      ],</a:t>
            </a:r>
          </a:p>
          <a:p>
            <a:r>
              <a:t>      "mode": "verbatim"</a:t>
            </a:r>
          </a:p>
          <a:p>
            <a:r>
              <a:t>    },</a:t>
            </a:r>
          </a:p>
          <a:p>
            <a:r>
              <a:t>    {</a:t>
            </a:r>
          </a:p>
          <a:p>
            <a:r>
              <a:t>      "text": "架空集計（件）",</a:t>
            </a:r>
          </a:p>
          <a:p>
            <a:r>
              <a:t>      "refs": [</a:t>
            </a:r>
          </a:p>
          <a:p>
            <a:r>
              <a:t>        {</a:t>
            </a:r>
          </a:p>
          <a:p>
            <a:r>
              <a:t>          "source_id": "s012",</a:t>
            </a:r>
          </a:p>
          <a:p>
            <a:r>
              <a:t>          "quote": "架空集計（件）"</a:t>
            </a:r>
          </a:p>
          <a:p>
            <a:r>
              <a:t>        }</a:t>
            </a:r>
          </a:p>
          <a:p>
            <a:r>
              <a:t>      ],</a:t>
            </a:r>
          </a:p>
          <a:p>
            <a:r>
              <a:t>      "mode": "verbatim"</a:t>
            </a:r>
          </a:p>
          <a:p>
            <a:r>
              <a:t>    },</a:t>
            </a:r>
          </a:p>
          <a:p>
            <a:r>
              <a:t>    {</a:t>
            </a:r>
          </a:p>
          <a:p>
            <a:r>
              <a:t>      "value": 42.0,</a:t>
            </a:r>
          </a:p>
          <a:p>
            <a:r>
              <a:t>      "refs": [</a:t>
            </a:r>
          </a:p>
          <a:p>
            <a:r>
              <a:t>        {</a:t>
            </a:r>
          </a:p>
          <a:p>
            <a:r>
              <a:t>          "source_id": "s012",</a:t>
            </a:r>
          </a:p>
          <a:p>
            <a:r>
              <a:t>          "quote": "42"</a:t>
            </a:r>
          </a:p>
          <a:p>
            <a:r>
              <a:t>        }</a:t>
            </a:r>
          </a:p>
          <a:p>
            <a:r>
              <a:t>      ]</a:t>
            </a:r>
          </a:p>
          <a:p>
            <a:r>
              <a:t>    },</a:t>
            </a:r>
          </a:p>
          <a:p>
            <a:r>
              <a:t>    {</a:t>
            </a:r>
          </a:p>
          <a:p>
            <a:r>
              <a:t>      "value": 35.0,</a:t>
            </a:r>
          </a:p>
          <a:p>
            <a:r>
              <a:t>      "refs": [</a:t>
            </a:r>
          </a:p>
          <a:p>
            <a:r>
              <a:t>        {</a:t>
            </a:r>
          </a:p>
          <a:p>
            <a:r>
              <a:t>          "source_id": "s012",</a:t>
            </a:r>
          </a:p>
          <a:p>
            <a:r>
              <a:t>          "quote": "35"</a:t>
            </a:r>
          </a:p>
          <a:p>
            <a:r>
              <a:t>        }</a:t>
            </a:r>
          </a:p>
          <a:p>
            <a:r>
              <a:t>      ]</a:t>
            </a:r>
          </a:p>
          <a:p>
            <a:r>
              <a:t>    },</a:t>
            </a:r>
          </a:p>
          <a:p>
            <a:r>
              <a:t>    {</a:t>
            </a:r>
          </a:p>
          <a:p>
            <a:r>
              <a:t>      "value": 28.0,</a:t>
            </a:r>
          </a:p>
          <a:p>
            <a:r>
              <a:t>      "refs": [</a:t>
            </a:r>
          </a:p>
          <a:p>
            <a:r>
              <a:t>        {</a:t>
            </a:r>
          </a:p>
          <a:p>
            <a:r>
              <a:t>          "source_id": "s012",</a:t>
            </a:r>
          </a:p>
          <a:p>
            <a:r>
              <a:t>          "quote": "28"</a:t>
            </a:r>
          </a:p>
          <a:p>
            <a:r>
              <a:t>        }</a:t>
            </a:r>
          </a:p>
          <a:p>
            <a:r>
              <a:t>      ]</a:t>
            </a:r>
          </a:p>
          <a:p>
            <a:r>
              <a:t>    },</a:t>
            </a:r>
          </a:p>
          <a:p>
            <a:r>
              <a:t>    {</a:t>
            </a:r>
          </a:p>
          <a:p>
            <a:r>
              <a:t>      "value": 18.0,</a:t>
            </a:r>
          </a:p>
          <a:p>
            <a:r>
              <a:t>      "refs": [</a:t>
            </a:r>
          </a:p>
          <a:p>
            <a:r>
              <a:t>        {</a:t>
            </a:r>
          </a:p>
          <a:p>
            <a:r>
              <a:t>          "source_id": "s012",</a:t>
            </a:r>
          </a:p>
          <a:p>
            <a:r>
              <a:t>          "quote": "18"</a:t>
            </a:r>
          </a:p>
          <a:p>
            <a:r>
              <a:t>        }</a:t>
            </a:r>
          </a:p>
          <a:p>
            <a:r>
              <a:t>      ]</a:t>
            </a:r>
          </a:p>
          <a:p>
            <a:r>
              <a:t>    }</a:t>
            </a:r>
          </a:p>
          <a:p>
            <a:r>
              <a:t>  ],</a:t>
            </a:r>
          </a:p>
          <a:p>
            <a:r>
              <a:t>  "citations": {</a:t>
            </a:r>
          </a:p>
          <a:p>
            <a:r>
              <a:t>    "s012":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"chart",</a:t>
            </a:r>
          </a:p>
          <a:p>
            <a:r>
              <a:t>  "structural_variant": "bar_right",</a:t>
            </a:r>
          </a:p>
          <a:p>
            <a:r>
              <a:t>  "repetition_reason": "Catalog inventory: adjacent entries intentionally show every count/orientation for comparison; this is not a presentation sequence.",</a:t>
            </a:r>
          </a:p>
          <a:p>
            <a:r>
              <a:t>  "row_alignments": {},</a:t>
            </a:r>
          </a:p>
          <a:p>
            <a:r>
              <a:t>  "images": {},</a:t>
            </a:r>
          </a:p>
          <a:p>
            <a:r>
              <a:t>  "template_sha256": "0c41da28128ae83e7fde7ca4a014839433c96eafe40ab7809cafb8d7a9e74c33"</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40080" y="1097280"/>
            <a:ext cx="9875520" cy="1143000"/>
          </a:xfrm>
          <a:prstGeom prst="rect">
            <a:avLst/>
          </a:prstGeom>
          <a:noFill/>
        </p:spPr>
        <p:txBody>
          <a:bodyPr wrap="square" anchor="t" lIns="18288" rIns="18288" tIns="13716" bIns="13716">
            <a:noAutofit/>
          </a:bodyPr>
          <a:lstStyle/>
          <a:p>
            <a:pPr hangingPunct="0" eaLnBrk="1" latinLnBrk="0">
              <a:lnSpc>
                <a:spcPts val="4250"/>
              </a:lnSpc>
              <a:spcBef>
                <a:spcPts val="0"/>
              </a:spcBef>
              <a:spcAft>
                <a:spcPts val="0"/>
              </a:spcAft>
              <a:defRPr lang="ja-JP" sz="3400" b="1">
                <a:solidFill>
                  <a:srgbClr val="213547"/>
                </a:solidFill>
                <a:latin typeface="Yu Gothic"/>
                <a:ea typeface="Yu Gothic"/>
                <a:cs typeface="Yu Gothic"/>
              </a:defRPr>
            </a:pPr>
            <a:r>
              <a:rPr lang="ja-JP" sz="3400" b="1">
                <a:solidFill>
                  <a:srgbClr val="213547"/>
                </a:solidFill>
                <a:latin typeface="Yu Gothic"/>
                <a:ea typeface="Yu Gothic"/>
                <a:cs typeface="Yu Gothic"/>
              </a:rPr>
              <a:t>社内ナレッジ共有の調査メモ</a:t>
            </a:r>
          </a:p>
        </p:txBody>
      </p:sp>
      <p:sp>
        <p:nvSpPr>
          <p:cNvPr id="8" name="slot:context"/>
          <p:cNvSpPr txBox="1"/>
          <p:nvPr/>
        </p:nvSpPr>
        <p:spPr>
          <a:xfrm>
            <a:off x="658368" y="2423160"/>
            <a:ext cx="10607040" cy="685800"/>
          </a:xfrm>
          <a:prstGeom prst="rect">
            <a:avLst/>
          </a:prstGeom>
          <a:noFill/>
        </p:spPr>
        <p:txBody>
          <a:bodyPr wrap="square" anchor="t" lIns="18288" rIns="18288" tIns="13716" bIns="13716">
            <a:noAutofit/>
          </a:bodyPr>
          <a:lstStyle/>
          <a:p>
            <a:pPr hangingPunct="0" eaLnBrk="1" latinLnBrk="0">
              <a:lnSpc>
                <a:spcPts val="2875"/>
              </a:lnSpc>
              <a:spcBef>
                <a:spcPts val="0"/>
              </a:spcBef>
              <a:spcAft>
                <a:spcPts val="0"/>
              </a:spcAft>
              <a:defRPr lang="ja-JP" sz="2300" b="0">
                <a:solidFill>
                  <a:srgbClr val="566777"/>
                </a:solidFill>
                <a:latin typeface="Yu Gothic"/>
                <a:ea typeface="Yu Gothic"/>
                <a:cs typeface="Yu Gothic"/>
              </a:defRPr>
            </a:pPr>
            <a:r>
              <a:rPr lang="ja-JP" sz="2300" b="0">
                <a:solidFill>
                  <a:srgbClr val="566777"/>
                </a:solidFill>
                <a:latin typeface="Yu Gothic"/>
                <a:ea typeface="Yu Gothic"/>
                <a:cs typeface="Yu Gothic"/>
              </a:rPr>
              <a:t>検索性と信頼性を両立するための運用条件</a:t>
            </a:r>
          </a:p>
        </p:txBody>
      </p:sp>
      <p:sp>
        <p:nvSpPr>
          <p:cNvPr id="9" name="decor:3"/>
          <p:cNvSpPr/>
          <p:nvPr/>
        </p:nvSpPr>
        <p:spPr>
          <a:xfrm>
            <a:off x="640080" y="3657600"/>
            <a:ext cx="5413248" cy="219456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40080" y="3657600"/>
            <a:ext cx="41148" cy="21945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50392" y="3794760"/>
            <a:ext cx="4992624"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50392" y="4315968"/>
            <a:ext cx="4992624" cy="1444752"/>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decor:5"/>
          <p:cNvSpPr/>
          <p:nvPr/>
        </p:nvSpPr>
        <p:spPr>
          <a:xfrm>
            <a:off x="6217920" y="3657600"/>
            <a:ext cx="5413248" cy="219456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ecor:6"/>
          <p:cNvSpPr/>
          <p:nvPr/>
        </p:nvSpPr>
        <p:spPr>
          <a:xfrm>
            <a:off x="6217920" y="3657600"/>
            <a:ext cx="41148" cy="21945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428232" y="3794760"/>
            <a:ext cx="4992624"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428232" y="4315968"/>
            <a:ext cx="4992624" cy="1444752"/>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52348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3102864" cy="6400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13816" y="3072384"/>
            <a:ext cx="3102864" cy="227076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slot:item_1_evidence"/>
          <p:cNvSpPr txBox="1"/>
          <p:nvPr/>
        </p:nvSpPr>
        <p:spPr>
          <a:xfrm>
            <a:off x="813816" y="5452872"/>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4328160" y="2139696"/>
            <a:ext cx="352348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6"/>
          <p:cNvSpPr/>
          <p:nvPr/>
        </p:nvSpPr>
        <p:spPr>
          <a:xfrm>
            <a:off x="4328160"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4538472" y="2276856"/>
            <a:ext cx="3102864" cy="6400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38472" y="3072384"/>
            <a:ext cx="3102864" cy="227076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要約だけで判断せず、原文の条件と確認日を一緒に読み取れる形にする。引用先の位置も残し、解釈に疑問があれば読み手が前提を確かめられるようにする。</a:t>
            </a:r>
          </a:p>
        </p:txBody>
      </p:sp>
      <p:sp>
        <p:nvSpPr>
          <p:cNvPr id="18" name="slot:item_2_evidence"/>
          <p:cNvSpPr txBox="1"/>
          <p:nvPr/>
        </p:nvSpPr>
        <p:spPr>
          <a:xfrm>
            <a:off x="4538472" y="5452872"/>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sp>
        <p:nvSpPr>
          <p:cNvPr id="19" name="decor:7"/>
          <p:cNvSpPr/>
          <p:nvPr/>
        </p:nvSpPr>
        <p:spPr>
          <a:xfrm>
            <a:off x="8052816" y="2139696"/>
            <a:ext cx="352348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8"/>
          <p:cNvSpPr/>
          <p:nvPr/>
        </p:nvSpPr>
        <p:spPr>
          <a:xfrm>
            <a:off x="8052816"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263128" y="2276856"/>
            <a:ext cx="3102864" cy="6400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2" name="slot:item_3_body"/>
          <p:cNvSpPr txBox="1"/>
          <p:nvPr/>
        </p:nvSpPr>
        <p:spPr>
          <a:xfrm>
            <a:off x="8263128" y="3072384"/>
            <a:ext cx="3102864" cy="1953259"/>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変更頻度に応じて確認担当を置き、古い記述を見分けられるようにする。更新が止まった資料は利用条件を明記し、再確認の対象として管理する。</a:t>
            </a:r>
          </a:p>
        </p:txBody>
      </p:sp>
      <p:sp>
        <p:nvSpPr>
          <p:cNvPr id="23" name="slot:item_3_evidence"/>
          <p:cNvSpPr txBox="1"/>
          <p:nvPr/>
        </p:nvSpPr>
        <p:spPr>
          <a:xfrm>
            <a:off x="8263128" y="5135371"/>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留保：運用負荷は未検証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3102864"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13816" y="2798063"/>
            <a:ext cx="3102864" cy="61772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slot:item_1_evidence"/>
          <p:cNvSpPr txBox="1"/>
          <p:nvPr/>
        </p:nvSpPr>
        <p:spPr>
          <a:xfrm>
            <a:off x="813816" y="3525519"/>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4328160"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6"/>
          <p:cNvSpPr/>
          <p:nvPr/>
        </p:nvSpPr>
        <p:spPr>
          <a:xfrm>
            <a:off x="4328160"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4538472" y="2276856"/>
            <a:ext cx="3102864"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38472" y="2798063"/>
            <a:ext cx="3102864" cy="61772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slot:item_2_evidence"/>
          <p:cNvSpPr txBox="1"/>
          <p:nvPr/>
        </p:nvSpPr>
        <p:spPr>
          <a:xfrm>
            <a:off x="4538472" y="3525519"/>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sp>
        <p:nvSpPr>
          <p:cNvPr id="19" name="decor:7"/>
          <p:cNvSpPr/>
          <p:nvPr/>
        </p:nvSpPr>
        <p:spPr>
          <a:xfrm>
            <a:off x="8052816"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8"/>
          <p:cNvSpPr/>
          <p:nvPr/>
        </p:nvSpPr>
        <p:spPr>
          <a:xfrm>
            <a:off x="8052816"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263128" y="2276856"/>
            <a:ext cx="3102864"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2" name="slot:item_3_body"/>
          <p:cNvSpPr txBox="1"/>
          <p:nvPr/>
        </p:nvSpPr>
        <p:spPr>
          <a:xfrm>
            <a:off x="8263128" y="2798063"/>
            <a:ext cx="3102864" cy="61772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3" name="slot:item_3_evidence"/>
          <p:cNvSpPr txBox="1"/>
          <p:nvPr/>
        </p:nvSpPr>
        <p:spPr>
          <a:xfrm>
            <a:off x="8263128" y="3525519"/>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留保：運用負荷は未検証</a:t>
            </a:r>
          </a:p>
        </p:txBody>
      </p:sp>
      <p:sp>
        <p:nvSpPr>
          <p:cNvPr id="24" name="decor:9"/>
          <p:cNvSpPr/>
          <p:nvPr/>
        </p:nvSpPr>
        <p:spPr>
          <a:xfrm>
            <a:off x="603504" y="4169663"/>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ecor:10"/>
          <p:cNvSpPr/>
          <p:nvPr/>
        </p:nvSpPr>
        <p:spPr>
          <a:xfrm>
            <a:off x="603504"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4_heading"/>
          <p:cNvSpPr txBox="1"/>
          <p:nvPr/>
        </p:nvSpPr>
        <p:spPr>
          <a:xfrm>
            <a:off x="813816" y="4306824"/>
            <a:ext cx="3102864"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7" name="slot:item_4_body"/>
          <p:cNvSpPr txBox="1"/>
          <p:nvPr/>
        </p:nvSpPr>
        <p:spPr>
          <a:xfrm>
            <a:off x="813816" y="4828031"/>
            <a:ext cx="3102864" cy="61772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8" name="slot:item_4_evidence"/>
          <p:cNvSpPr txBox="1"/>
          <p:nvPr/>
        </p:nvSpPr>
        <p:spPr>
          <a:xfrm>
            <a:off x="813816" y="5555487"/>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注意：対象外の場面を含む</a:t>
            </a:r>
          </a:p>
        </p:txBody>
      </p:sp>
      <p:sp>
        <p:nvSpPr>
          <p:cNvPr id="29" name="decor:11"/>
          <p:cNvSpPr/>
          <p:nvPr/>
        </p:nvSpPr>
        <p:spPr>
          <a:xfrm>
            <a:off x="4328160" y="4169663"/>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ecor:12"/>
          <p:cNvSpPr/>
          <p:nvPr/>
        </p:nvSpPr>
        <p:spPr>
          <a:xfrm>
            <a:off x="4328160"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ot:item_5_heading"/>
          <p:cNvSpPr txBox="1"/>
          <p:nvPr/>
        </p:nvSpPr>
        <p:spPr>
          <a:xfrm>
            <a:off x="4538472" y="4306824"/>
            <a:ext cx="3102864"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比較軸を共有する</a:t>
            </a:r>
          </a:p>
        </p:txBody>
      </p:sp>
      <p:sp>
        <p:nvSpPr>
          <p:cNvPr id="32" name="slot:item_5_body"/>
          <p:cNvSpPr txBox="1"/>
          <p:nvPr/>
        </p:nvSpPr>
        <p:spPr>
          <a:xfrm>
            <a:off x="4538472" y="4828031"/>
            <a:ext cx="3102864" cy="61772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
        <p:nvSpPr>
          <p:cNvPr id="33" name="slot:item_5_evidence"/>
          <p:cNvSpPr txBox="1"/>
          <p:nvPr/>
        </p:nvSpPr>
        <p:spPr>
          <a:xfrm>
            <a:off x="4538472" y="5555487"/>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根拠：比較条件を照合</a:t>
            </a:r>
          </a:p>
        </p:txBody>
      </p:sp>
      <p:sp>
        <p:nvSpPr>
          <p:cNvPr id="34" name="decor:13"/>
          <p:cNvSpPr/>
          <p:nvPr/>
        </p:nvSpPr>
        <p:spPr>
          <a:xfrm>
            <a:off x="8052816" y="4169663"/>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ecor:14"/>
          <p:cNvSpPr/>
          <p:nvPr/>
        </p:nvSpPr>
        <p:spPr>
          <a:xfrm>
            <a:off x="8052816"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ot:item_6_heading"/>
          <p:cNvSpPr txBox="1"/>
          <p:nvPr/>
        </p:nvSpPr>
        <p:spPr>
          <a:xfrm>
            <a:off x="8263128" y="4306824"/>
            <a:ext cx="3102864"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確認先を残す</a:t>
            </a:r>
          </a:p>
        </p:txBody>
      </p:sp>
      <p:sp>
        <p:nvSpPr>
          <p:cNvPr id="37" name="slot:item_6_body"/>
          <p:cNvSpPr txBox="1"/>
          <p:nvPr/>
        </p:nvSpPr>
        <p:spPr>
          <a:xfrm>
            <a:off x="8263128" y="4828031"/>
            <a:ext cx="3102864" cy="61772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未確認の論点と、追加調査で確かめる点を残す。</a:t>
            </a:r>
          </a:p>
        </p:txBody>
      </p:sp>
      <p:sp>
        <p:nvSpPr>
          <p:cNvPr id="38" name="slot:item_6_evidence"/>
          <p:cNvSpPr txBox="1"/>
          <p:nvPr/>
        </p:nvSpPr>
        <p:spPr>
          <a:xfrm>
            <a:off x="8263128" y="5555487"/>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保留：担当部署へ確認</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307238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9696"/>
            <a:ext cx="2834640" cy="923544"/>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0752" y="2243455"/>
            <a:ext cx="7790688" cy="33197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slot:item_1_evidence"/>
          <p:cNvSpPr txBox="1"/>
          <p:nvPr/>
        </p:nvSpPr>
        <p:spPr>
          <a:xfrm>
            <a:off x="3730752" y="2666873"/>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
        <p:nvSpPr>
          <p:cNvPr id="13" name="decor:4"/>
          <p:cNvSpPr/>
          <p:nvPr/>
        </p:nvSpPr>
        <p:spPr>
          <a:xfrm>
            <a:off x="685800" y="405079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3118103"/>
            <a:ext cx="2834640" cy="923544"/>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5" name="slot:item_2_body"/>
          <p:cNvSpPr txBox="1"/>
          <p:nvPr/>
        </p:nvSpPr>
        <p:spPr>
          <a:xfrm>
            <a:off x="3730752" y="3221862"/>
            <a:ext cx="7790688" cy="33197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6" name="slot:item_2_evidence"/>
          <p:cNvSpPr txBox="1"/>
          <p:nvPr/>
        </p:nvSpPr>
        <p:spPr>
          <a:xfrm>
            <a:off x="3730752" y="3645280"/>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
        <p:nvSpPr>
          <p:cNvPr id="17" name="decor:5"/>
          <p:cNvSpPr/>
          <p:nvPr/>
        </p:nvSpPr>
        <p:spPr>
          <a:xfrm>
            <a:off x="685800" y="502920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4096512"/>
            <a:ext cx="2834640" cy="923544"/>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9" name="slot:item_3_body"/>
          <p:cNvSpPr txBox="1"/>
          <p:nvPr/>
        </p:nvSpPr>
        <p:spPr>
          <a:xfrm>
            <a:off x="3730752" y="4200271"/>
            <a:ext cx="7790688" cy="33197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0" name="slot:item_3_evidence"/>
          <p:cNvSpPr txBox="1"/>
          <p:nvPr/>
        </p:nvSpPr>
        <p:spPr>
          <a:xfrm>
            <a:off x="3730752" y="4623689"/>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
        <p:nvSpPr>
          <p:cNvPr id="21" name="decor:6"/>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4_heading"/>
          <p:cNvSpPr txBox="1"/>
          <p:nvPr/>
        </p:nvSpPr>
        <p:spPr>
          <a:xfrm>
            <a:off x="685800" y="5074920"/>
            <a:ext cx="2834640" cy="923544"/>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3" name="slot:item_4_body"/>
          <p:cNvSpPr txBox="1"/>
          <p:nvPr/>
        </p:nvSpPr>
        <p:spPr>
          <a:xfrm>
            <a:off x="3730752" y="5178679"/>
            <a:ext cx="7790688" cy="33197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4" name="slot:item_4_evidence"/>
          <p:cNvSpPr txBox="1"/>
          <p:nvPr/>
        </p:nvSpPr>
        <p:spPr>
          <a:xfrm>
            <a:off x="3730752" y="5602097"/>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最も重視する論点は検索入口を揃えること</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12664" cy="3858768"/>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385876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4892040" cy="64008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検索入口を揃える</a:t>
            </a:r>
          </a:p>
        </p:txBody>
      </p:sp>
      <p:sp>
        <p:nvSpPr>
          <p:cNvPr id="12" name="slot:item_1_body"/>
          <p:cNvSpPr txBox="1"/>
          <p:nvPr/>
        </p:nvSpPr>
        <p:spPr>
          <a:xfrm>
            <a:off x="813816" y="3072384"/>
            <a:ext cx="4892040" cy="131826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slot:item_1_evidence"/>
          <p:cNvSpPr txBox="1"/>
          <p:nvPr/>
        </p:nvSpPr>
        <p:spPr>
          <a:xfrm>
            <a:off x="813816" y="4500372"/>
            <a:ext cx="4892040"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6263640" y="3991356"/>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318503" y="2176272"/>
            <a:ext cx="5202936" cy="42062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318503" y="2688336"/>
            <a:ext cx="5202936" cy="33197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slot:item_2_evidence"/>
          <p:cNvSpPr txBox="1"/>
          <p:nvPr/>
        </p:nvSpPr>
        <p:spPr>
          <a:xfrm>
            <a:off x="6318503" y="3093466"/>
            <a:ext cx="5202936" cy="274320"/>
          </a:xfrm>
          <a:prstGeom prst="rect">
            <a:avLst/>
          </a:prstGeom>
          <a:noFill/>
        </p:spPr>
        <p:txBody>
          <a:bodyPr wrap="square" anchor="t"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根拠：原文の条件</a:t>
            </a:r>
          </a:p>
        </p:txBody>
      </p:sp>
      <p:sp>
        <p:nvSpPr>
          <p:cNvPr id="18" name="decor:6"/>
          <p:cNvSpPr/>
          <p:nvPr/>
        </p:nvSpPr>
        <p:spPr>
          <a:xfrm>
            <a:off x="6263640" y="5998464"/>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6318503" y="4183379"/>
            <a:ext cx="5202936" cy="42062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6318503" y="4695444"/>
            <a:ext cx="5202936" cy="61772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1" name="slot:item_3_evidence"/>
          <p:cNvSpPr txBox="1"/>
          <p:nvPr/>
        </p:nvSpPr>
        <p:spPr>
          <a:xfrm>
            <a:off x="6318503" y="5386324"/>
            <a:ext cx="5202936" cy="274320"/>
          </a:xfrm>
          <a:prstGeom prst="rect">
            <a:avLst/>
          </a:prstGeom>
          <a:noFill/>
        </p:spPr>
        <p:txBody>
          <a:bodyPr wrap="square" anchor="t"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留保：運用負荷は未検証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最も重視する論点は検索入口を揃えること</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263640" y="2139696"/>
            <a:ext cx="5312664" cy="3858768"/>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263640" y="2139696"/>
            <a:ext cx="41148" cy="385876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473952" y="2276856"/>
            <a:ext cx="4892040" cy="64008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検索入口を揃える</a:t>
            </a:r>
          </a:p>
        </p:txBody>
      </p:sp>
      <p:sp>
        <p:nvSpPr>
          <p:cNvPr id="12" name="slot:item_1_body"/>
          <p:cNvSpPr txBox="1"/>
          <p:nvPr/>
        </p:nvSpPr>
        <p:spPr>
          <a:xfrm>
            <a:off x="6473952" y="3072384"/>
            <a:ext cx="4892040" cy="131826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slot:item_1_evidence"/>
          <p:cNvSpPr txBox="1"/>
          <p:nvPr/>
        </p:nvSpPr>
        <p:spPr>
          <a:xfrm>
            <a:off x="6473952" y="4500372"/>
            <a:ext cx="4892040"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603504" y="3991356"/>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58368" y="2176272"/>
            <a:ext cx="5202936" cy="42062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58368" y="2688336"/>
            <a:ext cx="5202936" cy="33197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slot:item_2_evidence"/>
          <p:cNvSpPr txBox="1"/>
          <p:nvPr/>
        </p:nvSpPr>
        <p:spPr>
          <a:xfrm>
            <a:off x="658368" y="3093466"/>
            <a:ext cx="5202936" cy="274320"/>
          </a:xfrm>
          <a:prstGeom prst="rect">
            <a:avLst/>
          </a:prstGeom>
          <a:noFill/>
        </p:spPr>
        <p:txBody>
          <a:bodyPr wrap="square" anchor="t"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根拠：原文の条件</a:t>
            </a:r>
          </a:p>
        </p:txBody>
      </p:sp>
      <p:sp>
        <p:nvSpPr>
          <p:cNvPr id="18" name="decor:6"/>
          <p:cNvSpPr/>
          <p:nvPr/>
        </p:nvSpPr>
        <p:spPr>
          <a:xfrm>
            <a:off x="603504" y="5998464"/>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658368" y="4183379"/>
            <a:ext cx="5202936" cy="42062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658368" y="4695444"/>
            <a:ext cx="5202936" cy="61772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1" name="slot:item_3_evidence"/>
          <p:cNvSpPr txBox="1"/>
          <p:nvPr/>
        </p:nvSpPr>
        <p:spPr>
          <a:xfrm>
            <a:off x="658368" y="5386324"/>
            <a:ext cx="5202936" cy="274320"/>
          </a:xfrm>
          <a:prstGeom prst="rect">
            <a:avLst/>
          </a:prstGeom>
          <a:noFill/>
        </p:spPr>
        <p:txBody>
          <a:bodyPr wrap="square" anchor="t"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留保：運用負荷は未検証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7</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212080"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850392" y="2350008"/>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node_1"/>
          <p:cNvSpPr txBox="1"/>
          <p:nvPr/>
        </p:nvSpPr>
        <p:spPr>
          <a:xfrm>
            <a:off x="1060704" y="2423160"/>
            <a:ext cx="4297680" cy="38404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入力資料</a:t>
            </a:r>
          </a:p>
        </p:txBody>
      </p:sp>
      <p:sp>
        <p:nvSpPr>
          <p:cNvPr id="12" name="slot:node_1_detail"/>
          <p:cNvSpPr txBox="1"/>
          <p:nvPr/>
        </p:nvSpPr>
        <p:spPr>
          <a:xfrm>
            <a:off x="1060704" y="2871215"/>
            <a:ext cx="4297680" cy="283464"/>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原文・確認日・対象範囲を受け取る</a:t>
            </a:r>
          </a:p>
        </p:txBody>
      </p:sp>
      <p:sp>
        <p:nvSpPr>
          <p:cNvPr id="13" name="static:arrow_0"/>
          <p:cNvSpPr txBox="1"/>
          <p:nvPr/>
        </p:nvSpPr>
        <p:spPr>
          <a:xfrm>
            <a:off x="3026664" y="3227832"/>
            <a:ext cx="457200" cy="2743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4" name="decor:5"/>
          <p:cNvSpPr/>
          <p:nvPr/>
        </p:nvSpPr>
        <p:spPr>
          <a:xfrm>
            <a:off x="850392" y="3502152"/>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node_2"/>
          <p:cNvSpPr txBox="1"/>
          <p:nvPr/>
        </p:nvSpPr>
        <p:spPr>
          <a:xfrm>
            <a:off x="1060704" y="3575304"/>
            <a:ext cx="4297680" cy="38404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条件の確認</a:t>
            </a:r>
          </a:p>
        </p:txBody>
      </p:sp>
      <p:sp>
        <p:nvSpPr>
          <p:cNvPr id="16" name="slot:node_2_detail"/>
          <p:cNvSpPr txBox="1"/>
          <p:nvPr/>
        </p:nvSpPr>
        <p:spPr>
          <a:xfrm>
            <a:off x="1060704" y="4023360"/>
            <a:ext cx="4297680" cy="283464"/>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定義と比較条件の違いを整理する</a:t>
            </a:r>
          </a:p>
        </p:txBody>
      </p:sp>
      <p:sp>
        <p:nvSpPr>
          <p:cNvPr id="17" name="static:arrow_1"/>
          <p:cNvSpPr txBox="1"/>
          <p:nvPr/>
        </p:nvSpPr>
        <p:spPr>
          <a:xfrm>
            <a:off x="3026664" y="4379976"/>
            <a:ext cx="457200" cy="2743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8" name="decor:6"/>
          <p:cNvSpPr/>
          <p:nvPr/>
        </p:nvSpPr>
        <p:spPr>
          <a:xfrm>
            <a:off x="850392" y="4654296"/>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node_3"/>
          <p:cNvSpPr txBox="1"/>
          <p:nvPr/>
        </p:nvSpPr>
        <p:spPr>
          <a:xfrm>
            <a:off x="1060704" y="4727448"/>
            <a:ext cx="4297680" cy="38404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所見の共有</a:t>
            </a:r>
          </a:p>
        </p:txBody>
      </p:sp>
      <p:sp>
        <p:nvSpPr>
          <p:cNvPr id="20" name="slot:node_3_detail"/>
          <p:cNvSpPr txBox="1"/>
          <p:nvPr/>
        </p:nvSpPr>
        <p:spPr>
          <a:xfrm>
            <a:off x="1060704" y="5175504"/>
            <a:ext cx="4297680" cy="283464"/>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根拠と未確認の論点を残して渡す</a:t>
            </a:r>
          </a:p>
        </p:txBody>
      </p:sp>
      <p:sp>
        <p:nvSpPr>
          <p:cNvPr id="21" name="slot:explanation_heading"/>
          <p:cNvSpPr txBox="1"/>
          <p:nvPr/>
        </p:nvSpPr>
        <p:spPr>
          <a:xfrm>
            <a:off x="6199632" y="2322576"/>
            <a:ext cx="5376672" cy="768096"/>
          </a:xfrm>
          <a:prstGeom prst="rect">
            <a:avLst/>
          </a:prstGeom>
          <a:noFill/>
        </p:spPr>
        <p:txBody>
          <a:bodyPr wrap="square" anchor="t" lIns="18288" rIns="18288" tIns="13716" bIns="13716">
            <a:noAutofit/>
          </a:bodyPr>
          <a:lstStyle/>
          <a:p>
            <a:pPr hangingPunct="0" eaLnBrk="1" latinLnBrk="0">
              <a:lnSpc>
                <a:spcPts val="2875"/>
              </a:lnSpc>
              <a:spcBef>
                <a:spcPts val="0"/>
              </a:spcBef>
              <a:spcAft>
                <a:spcPts val="0"/>
              </a:spcAft>
              <a:defRPr lang="ja-JP" sz="2300" b="1">
                <a:solidFill>
                  <a:srgbClr val="213547"/>
                </a:solidFill>
                <a:latin typeface="Yu Gothic"/>
                <a:ea typeface="Yu Gothic"/>
                <a:cs typeface="Yu Gothic"/>
              </a:defRPr>
            </a:pPr>
            <a:r>
              <a:rPr lang="ja-JP" sz="2300" b="1">
                <a:solidFill>
                  <a:srgbClr val="213547"/>
                </a:solidFill>
                <a:latin typeface="Yu Gothic"/>
                <a:ea typeface="Yu Gothic"/>
                <a:cs typeface="Yu Gothic"/>
              </a:rPr>
              <a:t>原文とのつながりを残す</a:t>
            </a:r>
          </a:p>
        </p:txBody>
      </p:sp>
      <p:sp>
        <p:nvSpPr>
          <p:cNvPr id="22" name="slot:explanation"/>
          <p:cNvSpPr txBox="1"/>
          <p:nvPr/>
        </p:nvSpPr>
        <p:spPr>
          <a:xfrm>
            <a:off x="6199632" y="3264408"/>
            <a:ext cx="5376672" cy="100076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資料を集めた後で、対象範囲と比較条件を確認する。共有時には原文の位置を添え、読み手が結論の前提へ戻れるようにする。</a:t>
            </a:r>
          </a:p>
        </p:txBody>
      </p:sp>
      <p:sp>
        <p:nvSpPr>
          <p:cNvPr id="23" name="slot:caveat"/>
          <p:cNvSpPr txBox="1"/>
          <p:nvPr/>
        </p:nvSpPr>
        <p:spPr>
          <a:xfrm>
            <a:off x="6199632" y="4411472"/>
            <a:ext cx="5376672" cy="475488"/>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留保：因果関係を示す工程図ではない。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8</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49240"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a_heading"/>
          <p:cNvSpPr txBox="1"/>
          <p:nvPr/>
        </p:nvSpPr>
        <p:spPr>
          <a:xfrm>
            <a:off x="832104" y="2350008"/>
            <a:ext cx="4892040" cy="566928"/>
          </a:xfrm>
          <a:prstGeom prst="rect">
            <a:avLst/>
          </a:prstGeom>
          <a:noFill/>
        </p:spPr>
        <p:txBody>
          <a:bodyPr wrap="square" anchor="t"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集約型</a:t>
            </a:r>
          </a:p>
        </p:txBody>
      </p:sp>
      <p:sp>
        <p:nvSpPr>
          <p:cNvPr id="11" name="slot:a_axis_1"/>
          <p:cNvSpPr txBox="1"/>
          <p:nvPr/>
        </p:nvSpPr>
        <p:spPr>
          <a:xfrm>
            <a:off x="832104" y="2999232"/>
            <a:ext cx="4892040" cy="292608"/>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2" name="slot:a_point_1"/>
          <p:cNvSpPr txBox="1"/>
          <p:nvPr/>
        </p:nvSpPr>
        <p:spPr>
          <a:xfrm>
            <a:off x="832104" y="3364992"/>
            <a:ext cx="4892040" cy="1024128"/>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入口を統一し、部署をまたぐ検索をしやすくする。</a:t>
            </a:r>
          </a:p>
        </p:txBody>
      </p:sp>
      <p:sp>
        <p:nvSpPr>
          <p:cNvPr id="13" name="slot:a_axis_2"/>
          <p:cNvSpPr txBox="1"/>
          <p:nvPr/>
        </p:nvSpPr>
        <p:spPr>
          <a:xfrm>
            <a:off x="832104" y="4425696"/>
            <a:ext cx="4892040" cy="292608"/>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14" name="slot:a_point_2"/>
          <p:cNvSpPr txBox="1"/>
          <p:nvPr/>
        </p:nvSpPr>
        <p:spPr>
          <a:xfrm>
            <a:off x="832104" y="4791456"/>
            <a:ext cx="4892040" cy="1024128"/>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更新作業が担当者に集中するため、確認待ちの滞留に注意する。</a:t>
            </a:r>
          </a:p>
        </p:txBody>
      </p:sp>
      <p:sp>
        <p:nvSpPr>
          <p:cNvPr id="15" name="decor:4"/>
          <p:cNvSpPr/>
          <p:nvPr/>
        </p:nvSpPr>
        <p:spPr>
          <a:xfrm>
            <a:off x="6227064" y="2139696"/>
            <a:ext cx="5349240"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b_heading"/>
          <p:cNvSpPr txBox="1"/>
          <p:nvPr/>
        </p:nvSpPr>
        <p:spPr>
          <a:xfrm>
            <a:off x="6455664" y="2350008"/>
            <a:ext cx="4892040" cy="566928"/>
          </a:xfrm>
          <a:prstGeom prst="rect">
            <a:avLst/>
          </a:prstGeom>
          <a:noFill/>
        </p:spPr>
        <p:txBody>
          <a:bodyPr wrap="square" anchor="t"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分散型</a:t>
            </a:r>
          </a:p>
        </p:txBody>
      </p:sp>
      <p:sp>
        <p:nvSpPr>
          <p:cNvPr id="17" name="slot:b_axis_1"/>
          <p:cNvSpPr txBox="1"/>
          <p:nvPr/>
        </p:nvSpPr>
        <p:spPr>
          <a:xfrm>
            <a:off x="6455664" y="2999232"/>
            <a:ext cx="4892040" cy="292608"/>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8" name="slot:b_point_1"/>
          <p:cNvSpPr txBox="1"/>
          <p:nvPr/>
        </p:nvSpPr>
        <p:spPr>
          <a:xfrm>
            <a:off x="6455664" y="3364992"/>
            <a:ext cx="4892040" cy="1024128"/>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各部署が原文を管理し、専門用語や例外の説明を保ちやすい。</a:t>
            </a:r>
          </a:p>
        </p:txBody>
      </p:sp>
      <p:sp>
        <p:nvSpPr>
          <p:cNvPr id="19" name="slot:b_axis_2"/>
          <p:cNvSpPr txBox="1"/>
          <p:nvPr/>
        </p:nvSpPr>
        <p:spPr>
          <a:xfrm>
            <a:off x="6455664" y="4425696"/>
            <a:ext cx="4892040" cy="292608"/>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20" name="slot:b_point_2"/>
          <p:cNvSpPr txBox="1"/>
          <p:nvPr/>
        </p:nvSpPr>
        <p:spPr>
          <a:xfrm>
            <a:off x="6455664" y="4791456"/>
            <a:ext cx="4892040" cy="1024128"/>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横断検索には共通の索引が必要。部署ごとの分類の違いを整理する。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9</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tatic:sequence_0"/>
          <p:cNvSpPr txBox="1"/>
          <p:nvPr/>
        </p:nvSpPr>
        <p:spPr>
          <a:xfrm>
            <a:off x="603504" y="2249424"/>
            <a:ext cx="3450336" cy="356616"/>
          </a:xfrm>
          <a:prstGeom prst="rect">
            <a:avLst/>
          </a:prstGeom>
          <a:noFill/>
        </p:spPr>
        <p: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0" name="decor:3"/>
          <p:cNvSpPr/>
          <p:nvPr/>
        </p:nvSpPr>
        <p:spPr>
          <a:xfrm>
            <a:off x="603504"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03504" y="2907792"/>
            <a:ext cx="3450336" cy="77724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2" name="slot:item_1_body"/>
          <p:cNvSpPr txBox="1"/>
          <p:nvPr/>
        </p:nvSpPr>
        <p:spPr>
          <a:xfrm>
            <a:off x="603504" y="3739896"/>
            <a:ext cx="3450336" cy="2011680"/>
          </a:xfrm>
          <a:prstGeom prst="rect">
            <a:avLst/>
          </a:prstGeom>
          <a:noFill/>
        </p:spPr>
        <p:txBody>
          <a:bodyPr wrap="square" anchor="t"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用語を揃え、同じ資料へ辿れる入口を整える。</a:t>
            </a:r>
          </a:p>
        </p:txBody>
      </p:sp>
      <p:sp>
        <p:nvSpPr>
          <p:cNvPr id="13" name="static:sequence_1"/>
          <p:cNvSpPr txBox="1"/>
          <p:nvPr/>
        </p:nvSpPr>
        <p:spPr>
          <a:xfrm>
            <a:off x="4364736" y="2249424"/>
            <a:ext cx="3450336" cy="356616"/>
          </a:xfrm>
          <a:prstGeom prst="rect">
            <a:avLst/>
          </a:prstGeom>
          <a:noFill/>
        </p:spPr>
        <p: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4" name="decor:4"/>
          <p:cNvSpPr/>
          <p:nvPr/>
        </p:nvSpPr>
        <p:spPr>
          <a:xfrm>
            <a:off x="4364736"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4364736" y="2907792"/>
            <a:ext cx="3450336" cy="77724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6" name="slot:item_2_body"/>
          <p:cNvSpPr txBox="1"/>
          <p:nvPr/>
        </p:nvSpPr>
        <p:spPr>
          <a:xfrm>
            <a:off x="4364736" y="3739896"/>
            <a:ext cx="3450336" cy="2011680"/>
          </a:xfrm>
          <a:prstGeom prst="rect">
            <a:avLst/>
          </a:prstGeom>
          <a:noFill/>
        </p:spPr>
        <p:txBody>
          <a:bodyPr wrap="square" anchor="t"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原文の条件と確認日を、要約とともに残す。</a:t>
            </a:r>
          </a:p>
        </p:txBody>
      </p:sp>
      <p:sp>
        <p:nvSpPr>
          <p:cNvPr id="17" name="static:sequence_2"/>
          <p:cNvSpPr txBox="1"/>
          <p:nvPr/>
        </p:nvSpPr>
        <p:spPr>
          <a:xfrm>
            <a:off x="8125968" y="2249424"/>
            <a:ext cx="3450336" cy="356616"/>
          </a:xfrm>
          <a:prstGeom prst="rect">
            <a:avLst/>
          </a:prstGeom>
          <a:noFill/>
        </p:spPr>
        <p: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18" name="decor:5"/>
          <p:cNvSpPr/>
          <p:nvPr/>
        </p:nvSpPr>
        <p:spPr>
          <a:xfrm>
            <a:off x="8125968"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8125968" y="2907792"/>
            <a:ext cx="3450336" cy="77724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20" name="slot:item_3_body"/>
          <p:cNvSpPr txBox="1"/>
          <p:nvPr/>
        </p:nvSpPr>
        <p:spPr>
          <a:xfrm>
            <a:off x="8125968" y="3739896"/>
            <a:ext cx="3450336" cy="2011680"/>
          </a:xfrm>
          <a:prstGeom prst="rect">
            <a:avLst/>
          </a:prstGeom>
          <a:noFill/>
        </p:spPr>
        <p:txBody>
          <a:bodyPr wrap="square" anchor="t"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10</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架空の資料一覧を、相互に重ならない確認状態で整理した例。業務への効果は未検証。</a:t>
            </a:r>
          </a:p>
        </p:txBody>
      </p:sp>
      <p:sp>
        <p:nvSpPr>
          <p:cNvPr id="9" name="decor:3"/>
          <p:cNvSpPr/>
          <p:nvPr/>
        </p:nvSpPr>
        <p:spPr>
          <a:xfrm>
            <a:off x="603504" y="2139696"/>
            <a:ext cx="10972800" cy="1005840"/>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total_heading"/>
          <p:cNvSpPr txBox="1"/>
          <p:nvPr/>
        </p:nvSpPr>
        <p:spPr>
          <a:xfrm>
            <a:off x="813816" y="2304288"/>
            <a:ext cx="2788920" cy="493776"/>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087E83"/>
                </a:solidFill>
                <a:latin typeface="Yu Gothic"/>
                <a:ea typeface="Yu Gothic"/>
                <a:cs typeface="Yu Gothic"/>
              </a:defRPr>
            </a:pPr>
            <a:r>
              <a:rPr lang="ja-JP" sz="2000" b="1">
                <a:solidFill>
                  <a:srgbClr val="087E83"/>
                </a:solidFill>
                <a:latin typeface="Yu Gothic"/>
                <a:ea typeface="Yu Gothic"/>
                <a:cs typeface="Yu Gothic"/>
              </a:rPr>
              <a:t>対象資料の総数</a:t>
            </a:r>
          </a:p>
        </p:txBody>
      </p:sp>
      <p:sp>
        <p:nvSpPr>
          <p:cNvPr id="11" name="slot:total_label"/>
          <p:cNvSpPr txBox="1"/>
          <p:nvPr/>
        </p:nvSpPr>
        <p:spPr>
          <a:xfrm>
            <a:off x="3712463" y="2249424"/>
            <a:ext cx="2468880" cy="768096"/>
          </a:xfrm>
          <a:prstGeom prst="rect">
            <a:avLst/>
          </a:prstGeom>
          <a:noFill/>
        </p:spPr>
        <p:txBody>
          <a:bodyPr wrap="square" anchor="t" lIns="18288" rIns="18288" tIns="13716" bIns="13716">
            <a:noAutofit/>
          </a:bodyPr>
          <a:lstStyle/>
          <a:p>
            <a:pPr hangingPunct="0" eaLnBrk="1" latinLnBrk="0">
              <a:lnSpc>
                <a:spcPts val="4500"/>
              </a:lnSpc>
              <a:spcBef>
                <a:spcPts val="0"/>
              </a:spcBef>
              <a:spcAft>
                <a:spcPts val="0"/>
              </a:spcAft>
              <a:defRPr lang="ja-JP" sz="3600" b="1">
                <a:solidFill>
                  <a:srgbClr val="087E83"/>
                </a:solidFill>
                <a:latin typeface="Yu Gothic"/>
                <a:ea typeface="Yu Gothic"/>
                <a:cs typeface="Yu Gothic"/>
              </a:defRPr>
            </a:pPr>
            <a:r>
              <a:rPr lang="ja-JP" sz="3600" b="1">
                <a:solidFill>
                  <a:srgbClr val="087E83"/>
                </a:solidFill>
                <a:latin typeface="Yu Gothic"/>
                <a:ea typeface="Yu Gothic"/>
                <a:cs typeface="Yu Gothic"/>
              </a:rPr>
              <a:t>120件</a:t>
            </a:r>
          </a:p>
        </p:txBody>
      </p:sp>
      <p:sp>
        <p:nvSpPr>
          <p:cNvPr id="12" name="slot:total_note"/>
          <p:cNvSpPr txBox="1"/>
          <p:nvPr/>
        </p:nvSpPr>
        <p:spPr>
          <a:xfrm>
            <a:off x="6684264" y="2304288"/>
            <a:ext cx="4526280" cy="630936"/>
          </a:xfrm>
          <a:prstGeom prst="rect">
            <a:avLst/>
          </a:prstGeom>
          <a:noFill/>
        </p:spPr>
        <p:txBody>
          <a:bodyPr wrap="square" anchor="t" lIns="18288" rIns="18288" tIns="13716" bIns="13716">
            <a:noAutofit/>
          </a:bodyPr>
          <a:lstStyle/>
          <a:p>
            <a:pPr hangingPunct="0" eaLnBrk="1" latinLnBrk="0">
              <a:lnSpc>
                <a:spcPts val="2000"/>
              </a:lnSpc>
              <a:spcBef>
                <a:spcPts val="0"/>
              </a:spcBef>
              <a:spcAft>
                <a:spcPts val="0"/>
              </a:spcAft>
              <a:defRPr lang="ja-JP" sz="1600" b="0">
                <a:solidFill>
                  <a:srgbClr val="566777"/>
                </a:solidFill>
                <a:latin typeface="Yu Gothic"/>
                <a:ea typeface="Yu Gothic"/>
                <a:cs typeface="Yu Gothic"/>
              </a:defRPr>
            </a:pPr>
            <a:r>
              <a:rPr lang="ja-JP" sz="1600" b="0">
                <a:solidFill>
                  <a:srgbClr val="566777"/>
                </a:solidFill>
                <a:latin typeface="Yu Gothic"/>
                <a:ea typeface="Yu Gothic"/>
                <a:cs typeface="Yu Gothic"/>
              </a:rPr>
              <a:t>各資料を一つの状態に分類した架空の棚卸し。</a:t>
            </a:r>
          </a:p>
        </p:txBody>
      </p:sp>
      <p:sp>
        <p:nvSpPr>
          <p:cNvPr id="13" name="decor:4"/>
          <p:cNvSpPr/>
          <p:nvPr/>
        </p:nvSpPr>
        <p:spPr>
          <a:xfrm>
            <a:off x="603504" y="3410712"/>
            <a:ext cx="3511296" cy="2587752"/>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1_heading"/>
          <p:cNvSpPr txBox="1"/>
          <p:nvPr/>
        </p:nvSpPr>
        <p:spPr>
          <a:xfrm>
            <a:off x="804672" y="3557016"/>
            <a:ext cx="3108960" cy="448056"/>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確認済み</a:t>
            </a:r>
          </a:p>
        </p:txBody>
      </p:sp>
      <p:sp>
        <p:nvSpPr>
          <p:cNvPr id="15" name="slot:metric_label_1"/>
          <p:cNvSpPr txBox="1"/>
          <p:nvPr/>
        </p:nvSpPr>
        <p:spPr>
          <a:xfrm>
            <a:off x="804672" y="4224528"/>
            <a:ext cx="2011680" cy="649224"/>
          </a:xfrm>
          <a:prstGeom prst="rect">
            <a:avLst/>
          </a:prstGeom>
          <a:noFill/>
        </p:spPr>
        <p:txBody>
          <a:bodyPr wrap="square" anchor="t"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84件</a:t>
            </a:r>
          </a:p>
        </p:txBody>
      </p:sp>
      <p:sp>
        <p:nvSpPr>
          <p:cNvPr id="16" name="slot:item_1_body"/>
          <p:cNvSpPr txBox="1"/>
          <p:nvPr/>
        </p:nvSpPr>
        <p:spPr>
          <a:xfrm>
            <a:off x="804672" y="5175504"/>
            <a:ext cx="3108960" cy="640080"/>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対象範囲と担当を確認済み。</a:t>
            </a:r>
          </a:p>
        </p:txBody>
      </p:sp>
      <p:sp>
        <p:nvSpPr>
          <p:cNvPr id="17" name="decor:5"/>
          <p:cNvSpPr/>
          <p:nvPr/>
        </p:nvSpPr>
        <p:spPr>
          <a:xfrm>
            <a:off x="4334256" y="3410712"/>
            <a:ext cx="3511296" cy="2587752"/>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2_heading"/>
          <p:cNvSpPr txBox="1"/>
          <p:nvPr/>
        </p:nvSpPr>
        <p:spPr>
          <a:xfrm>
            <a:off x="4535424" y="3557016"/>
            <a:ext cx="3108960" cy="448056"/>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要確認</a:t>
            </a:r>
          </a:p>
        </p:txBody>
      </p:sp>
      <p:sp>
        <p:nvSpPr>
          <p:cNvPr id="19" name="slot:metric_label_2"/>
          <p:cNvSpPr txBox="1"/>
          <p:nvPr/>
        </p:nvSpPr>
        <p:spPr>
          <a:xfrm>
            <a:off x="4535424" y="4224528"/>
            <a:ext cx="2011680" cy="649224"/>
          </a:xfrm>
          <a:prstGeom prst="rect">
            <a:avLst/>
          </a:prstGeom>
          <a:noFill/>
        </p:spPr>
        <p:txBody>
          <a:bodyPr wrap="square" anchor="t"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24件</a:t>
            </a:r>
          </a:p>
        </p:txBody>
      </p:sp>
      <p:sp>
        <p:nvSpPr>
          <p:cNvPr id="20" name="slot:item_2_body"/>
          <p:cNvSpPr txBox="1"/>
          <p:nvPr/>
        </p:nvSpPr>
        <p:spPr>
          <a:xfrm>
            <a:off x="4535424" y="5175504"/>
            <a:ext cx="3108960" cy="640080"/>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条件か確認日の照合が必要。</a:t>
            </a:r>
          </a:p>
        </p:txBody>
      </p:sp>
      <p:sp>
        <p:nvSpPr>
          <p:cNvPr id="21" name="decor:6"/>
          <p:cNvSpPr/>
          <p:nvPr/>
        </p:nvSpPr>
        <p:spPr>
          <a:xfrm>
            <a:off x="8065008" y="3410712"/>
            <a:ext cx="3511296" cy="2587752"/>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3_heading"/>
          <p:cNvSpPr txBox="1"/>
          <p:nvPr/>
        </p:nvSpPr>
        <p:spPr>
          <a:xfrm>
            <a:off x="8266176" y="3557016"/>
            <a:ext cx="3108960" cy="448056"/>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更新予定</a:t>
            </a:r>
          </a:p>
        </p:txBody>
      </p:sp>
      <p:sp>
        <p:nvSpPr>
          <p:cNvPr id="23" name="slot:metric_label_3"/>
          <p:cNvSpPr txBox="1"/>
          <p:nvPr/>
        </p:nvSpPr>
        <p:spPr>
          <a:xfrm>
            <a:off x="8266176" y="4224528"/>
            <a:ext cx="2011680" cy="649224"/>
          </a:xfrm>
          <a:prstGeom prst="rect">
            <a:avLst/>
          </a:prstGeom>
          <a:noFill/>
        </p:spPr>
        <p:txBody>
          <a:bodyPr wrap="square" anchor="t"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12件</a:t>
            </a:r>
          </a:p>
        </p:txBody>
      </p:sp>
      <p:sp>
        <p:nvSpPr>
          <p:cNvPr id="24" name="slot:item_3_body"/>
          <p:cNvSpPr txBox="1"/>
          <p:nvPr/>
        </p:nvSpPr>
        <p:spPr>
          <a:xfrm>
            <a:off x="8266176" y="5175504"/>
            <a:ext cx="3108960" cy="640080"/>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改訂の予定を登録済み。</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graphicFrame>
        <p:nvGraphicFramePr>
          <p:cNvPr id="9" name="slot:table"/>
          <p:cNvGraphicFramePr>
            <a:graphicFrameLocks noGrp="1"/>
          </p:cNvGraphicFramePr>
          <p:nvPr/>
        </p:nvGraphicFramePr>
        <p:xfrm>
          <a:off x="603504" y="2148840"/>
          <a:ext cx="10972800" cy="3566160"/>
        </p:xfrm>
        <a:graphic>
          <a:graphicData uri="http://schemas.openxmlformats.org/drawingml/2006/table">
            <a:tbl>
              <a:tblPr firstRow="1" bandRow="1">
                <a:tableStyleId>{5C22544A-7EE6-4342-B048-85BDC9FD1C3A}</a:tableStyleId>
              </a:tblPr>
              <a:tblGrid>
                <a:gridCol w="3657600"/>
                <a:gridCol w="3657600"/>
                <a:gridCol w="3657600"/>
              </a:tblGrid>
              <a:tr h="713232">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観点</a:t>
                      </a:r>
                    </a:p>
                  </a:txBody>
                  <a:tcPr marL="155448" marR="155448" marT="64008" marB="64008" anchor="ctr">
                    <a:solidFill>
                      <a:srgbClr val="213547"/>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確認事項</a:t>
                      </a:r>
                    </a:p>
                  </a:txBody>
                  <a:tcPr marL="155448" marR="155448" marT="64008" marB="64008" anchor="ctr">
                    <a:solidFill>
                      <a:srgbClr val="213547"/>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留保</a:t>
                      </a:r>
                    </a:p>
                  </a:txBody>
                  <a:tcPr marL="155448" marR="155448" marT="64008" marB="64008" anchor="ctr">
                    <a:solidFill>
                      <a:srgbClr val="213547"/>
                    </a:solidFill>
                  </a:tcPr>
                </a:tc>
              </a:tr>
              <a:tr h="713232">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検索入口を揃える</a:t>
                      </a:r>
                    </a:p>
                  </a:txBody>
                  <a:tcPr marL="155448" marR="155448" marT="64008" marB="64008"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索引と用語の対応を確認</a:t>
                      </a:r>
                    </a:p>
                  </a:txBody>
                  <a:tcPr marL="155448" marR="155448" marT="64008" marB="64008"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架空資料A・検索節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部署間の呼称差が残る</a:t>
                      </a:r>
                    </a:p>
                  </a:txBody>
                  <a:tcPr marL="155448" marR="155448" marT="64008" marB="64008" anchor="ctr">
                    <a:solidFill>
                      <a:srgbClr val="FFFFFF"/>
                    </a:solidFill>
                  </a:tcPr>
                </a:tc>
              </a:tr>
              <a:tr h="713232">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根拠まで辿れる</a:t>
                      </a:r>
                    </a:p>
                  </a:txBody>
                  <a:tcPr marL="155448" marR="155448" marT="64008" marB="64008" anchor="ctr">
                    <a:solidFill>
                      <a:srgbClr val="EDF1F4"/>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引用箇所と調査条件を照合</a:t>
                      </a:r>
                    </a:p>
                  </a:txBody>
                  <a:tcPr marL="155448" marR="155448" marT="64008" marB="64008" anchor="ctr">
                    <a:solidFill>
                      <a:srgbClr val="EDF1F4"/>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架空資料B・条件節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原文の条件を保持</a:t>
                      </a:r>
                    </a:p>
                  </a:txBody>
                  <a:tcPr marL="155448" marR="155448" marT="64008" marB="64008" anchor="ctr">
                    <a:solidFill>
                      <a:srgbClr val="EDF1F4"/>
                    </a:solidFill>
                  </a:tcPr>
                </a:tc>
              </a:tr>
              <a:tr h="713232">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更新範囲を決める</a:t>
                      </a:r>
                    </a:p>
                  </a:txBody>
                  <a:tcPr marL="155448" marR="155448" marT="64008" marB="64008"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担当と確認時期を決める</a:t>
                      </a:r>
                    </a:p>
                  </a:txBody>
                  <a:tcPr marL="155448" marR="155448" marT="64008" marB="64008"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架空資料C・運用節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確認日：未記録</a:t>
                      </a:r>
                    </a:p>
                  </a:txBody>
                  <a:tcPr marL="155448" marR="155448" marT="64008" marB="64008" anchor="ctr">
                    <a:solidFill>
                      <a:srgbClr val="FFFFFF"/>
                    </a:solidFill>
                  </a:tcPr>
                </a:tc>
              </a:tr>
              <a:tr h="713232">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例外を見える化</a:t>
                      </a:r>
                    </a:p>
                  </a:txBody>
                  <a:tcPr marL="155448" marR="155448" marT="64008" marB="64008" anchor="ctr">
                    <a:solidFill>
                      <a:srgbClr val="EDF1F4"/>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適用できない場面を記録</a:t>
                      </a:r>
                    </a:p>
                  </a:txBody>
                  <a:tcPr marL="155448" marR="155448" marT="64008" marB="64008" anchor="ctr">
                    <a:solidFill>
                      <a:srgbClr val="EDF1F4"/>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架空資料D・例外節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個別の判断が必要</a:t>
                      </a:r>
                    </a:p>
                  </a:txBody>
                  <a:tcPr marL="155448" marR="155448" marT="64008" marB="64008" anchor="ctr">
                    <a:solidFill>
                      <a:srgbClr val="EDF1F4"/>
                    </a:solidFill>
                  </a:tcPr>
                </a:tc>
              </a:tr>
            </a:tbl>
          </a:graphicData>
        </a:graphic>
      </p:graphicFrame>
      <p:sp>
        <p:nvSpPr>
          <p:cNvPr id="10" name="slot:note"/>
          <p:cNvSpPr txBox="1"/>
          <p:nvPr/>
        </p:nvSpPr>
        <p:spPr>
          <a:xfrm>
            <a:off x="658368" y="5806440"/>
            <a:ext cx="10789920" cy="39319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留保：同じ条件で比較した結果ではない。各資料の対象範囲を確認する。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12</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lot:unit"/>
          <p:cNvSpPr txBox="1"/>
          <p:nvPr/>
        </p:nvSpPr>
        <p:spPr>
          <a:xfrm>
            <a:off x="4572000" y="2157984"/>
            <a:ext cx="6986016" cy="292608"/>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課題の言及数（件）／複数回答・架空例</a:t>
            </a:r>
          </a:p>
        </p:txBody>
      </p:sp>
      <p:graphicFrame>
        <p:nvGraphicFramePr>
          <p:cNvPr id="10" name="slot:chart"/>
          <p:cNvGraphicFramePr>
            <a:graphicFrameLocks noGrp="1"/>
          </p:cNvGraphicFramePr>
          <p:nvPr/>
        </p:nvGraphicFramePr>
        <p:xfrm>
          <a:off x="4572000" y="2496312"/>
          <a:ext cx="6986016" cy="3447288"/>
        </p:xfrm>
        <a:graphic>
          <a:graphicData uri="http://schemas.openxmlformats.org/drawingml/2006/chart">
            <c:chart xmlns:c="http://schemas.openxmlformats.org/drawingml/2006/chart" r:id="rId2"/>
          </a:graphicData>
        </a:graphic>
      </p:graphicFrame>
      <p:sp>
        <p:nvSpPr>
          <p:cNvPr id="11" name="slot:insight"/>
          <p:cNvSpPr txBox="1"/>
          <p:nvPr/>
        </p:nvSpPr>
        <p:spPr>
          <a:xfrm>
            <a:off x="603504" y="2304288"/>
            <a:ext cx="3621024" cy="283464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検索の課題が多いが、回答件数のみで重要度を判断することはできない。</a:t>
            </a:r>
          </a:p>
        </p:txBody>
      </p:sp>
      <p:sp>
        <p:nvSpPr>
          <p:cNvPr id="12" name="slot:note"/>
          <p:cNvSpPr txBox="1"/>
          <p:nvPr/>
        </p:nvSpPr>
        <p:spPr>
          <a:xfrm>
            <a:off x="603504" y="5358384"/>
            <a:ext cx="3621024" cy="658368"/>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架空集計であり、効果や因果関係は未検証。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