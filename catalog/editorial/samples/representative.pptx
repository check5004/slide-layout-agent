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"ed_cover_brief_2",</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"社内ナレッジ共有の調査メモ",</a:t>
            </a:r>
          </a:p>
          <a:p>
            <a:r>
              <a:t>      "refs": [</a:t>
            </a:r>
          </a:p>
          <a:p>
            <a:r>
              <a:t>        {</a:t>
            </a:r>
          </a:p>
          <a:p>
            <a:r>
              <a:t>          "source_id": "s001",</a:t>
            </a:r>
          </a:p>
          <a:p>
            <a:r>
              <a:t>          "quote": "社内ナレッジ共有の調査メモ"</a:t>
            </a:r>
          </a:p>
          <a:p>
            <a:r>
              <a:t>        }</a:t>
            </a:r>
          </a:p>
          <a:p>
            <a:r>
              <a:t>      ],</a:t>
            </a:r>
          </a:p>
          <a:p>
            <a:r>
              <a:t>      "mode": "verbatim"</a:t>
            </a:r>
          </a:p>
          <a:p>
            <a:r>
              <a:t>    },</a:t>
            </a:r>
          </a:p>
          <a:p>
            <a:r>
              <a:t>    {</a:t>
            </a:r>
          </a:p>
          <a:p>
            <a:r>
              <a:t>      "text": "検索性と信頼性を両立するための運用条件",</a:t>
            </a:r>
          </a:p>
          <a:p>
            <a:r>
              <a:t>      "refs": [</a:t>
            </a:r>
          </a:p>
          <a:p>
            <a:r>
              <a:t>        {</a:t>
            </a:r>
          </a:p>
          <a:p>
            <a:r>
              <a:t>          "source_id": "s001",</a:t>
            </a:r>
          </a:p>
          <a:p>
            <a:r>
              <a:t>          "quote": "検索性と信頼性を両立するための運用条件"</a:t>
            </a:r>
          </a:p>
          <a:p>
            <a:r>
              <a:t>        }</a:t>
            </a:r>
          </a:p>
          <a:p>
            <a:r>
              <a:t>      ],</a:t>
            </a:r>
          </a:p>
          <a:p>
            <a:r>
              <a:t>      "mode": "verbatim"</a:t>
            </a:r>
          </a:p>
          <a:p>
            <a:r>
              <a:t>    },</a:t>
            </a:r>
          </a:p>
          <a:p>
            <a:r>
              <a:t>    {</a:t>
            </a:r>
          </a:p>
          <a:p>
            <a:r>
              <a:t>      "text": "検索入口を揃える",</a:t>
            </a:r>
          </a:p>
          <a:p>
            <a:r>
              <a:t>      "refs": [</a:t>
            </a:r>
          </a:p>
          <a:p>
            <a:r>
              <a:t>        {</a:t>
            </a:r>
          </a:p>
          <a:p>
            <a:r>
              <a:t>          "source_id": "s001",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"s001",</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"s001",</a:t>
            </a:r>
          </a:p>
          <a:p>
            <a:r>
              <a:t>          "quote": "原文の条件と確認日を、要約とともに残す。"</a:t>
            </a:r>
          </a:p>
          <a:p>
            <a:r>
              <a:t>        }</a:t>
            </a:r>
          </a:p>
          <a:p>
            <a:r>
              <a:t>      ],</a:t>
            </a:r>
          </a:p>
          <a:p>
            <a:r>
              <a:t>      "mode": "verbatim"</a:t>
            </a:r>
          </a:p>
          <a:p>
            <a:r>
              <a:t>    }</a:t>
            </a:r>
          </a:p>
          <a:p>
            <a:r>
              <a:t>  ],</a:t>
            </a:r>
          </a:p>
          <a:p>
            <a:r>
              <a:t>  "citations": {</a:t>
            </a:r>
          </a:p>
          <a:p>
            <a:r>
              <a:t>    "s001":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"cover",</a:t>
            </a:r>
          </a:p>
          <a:p>
            <a:r>
              <a:t>  "structural_variant": "brief",</a:t>
            </a:r>
          </a:p>
          <a:p>
            <a:r>
              <a:t>  "repetition_reason": "Catalog inventory: adjacent entries intentionally show every count/orientation for comparison; this is not a presentation sequence.",</a:t>
            </a:r>
          </a:p>
          <a:p>
            <a:r>
              <a:t>  "images": {},</a:t>
            </a:r>
          </a:p>
          <a:p>
            <a:r>
              <a:t>  "template_sha256": "373871de87754b38c8f1fed072a644fd9d624823fd0ac5a4753f6e04247dd2ff"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"slide002",</a:t>
            </a:r>
          </a:p>
          <a:p>
            <a:r>
              <a:t>  "origin": "catalog",</a:t>
            </a:r>
          </a:p>
          <a:p>
            <a:r>
              <a:t>  "layout_id": "ed_cards_grid_3",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"s002",</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"s002",</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"s002",</a:t>
            </a:r>
          </a:p>
          <a:p>
            <a:r>
              <a:t>          "quote": "対象：資料の入口を確認"</a:t>
            </a:r>
          </a:p>
          <a:p>
            <a:r>
              <a:t>        }</a:t>
            </a:r>
          </a:p>
          <a:p>
            <a:r>
              <a:t>      ],</a:t>
            </a:r>
          </a:p>
          <a:p>
            <a:r>
              <a:t>      "mode": "verbatim"</a:t>
            </a:r>
          </a:p>
          <a:p>
            <a:r>
              <a:t>    },</a:t>
            </a:r>
          </a:p>
          <a:p>
            <a:r>
              <a:t>    {</a:t>
            </a:r>
          </a:p>
          <a:p>
            <a:r>
              <a:t>      "text": "根拠まで辿れる",</a:t>
            </a:r>
          </a:p>
          <a:p>
            <a:r>
              <a:t>      "refs": [</a:t>
            </a:r>
          </a:p>
          <a:p>
            <a:r>
              <a:t>        {</a:t>
            </a:r>
          </a:p>
          <a:p>
            <a:r>
              <a:t>          "source_id": "s002",</a:t>
            </a:r>
          </a:p>
          <a:p>
            <a:r>
              <a:t>          "quote": "根拠まで辿れる"</a:t>
            </a:r>
          </a:p>
          <a:p>
            <a:r>
              <a:t>        }</a:t>
            </a:r>
          </a:p>
          <a:p>
            <a:r>
              <a:t>      ],</a:t>
            </a:r>
          </a:p>
          <a:p>
            <a:r>
              <a:t>      "mode": "verbatim"</a:t>
            </a:r>
          </a:p>
          <a:p>
            <a:r>
              <a:t>    },</a:t>
            </a:r>
          </a:p>
          <a:p>
            <a:r>
              <a:t>    {</a:t>
            </a:r>
          </a:p>
          <a:p>
            <a:r>
              <a:t>      "text": "要約だけで判断せず、原文の条件と確認日を一緒に読み取れる形にする。引用先の位置も残し、解釈に疑問があれば読み手が前提を確かめられるようにする。",</a:t>
            </a:r>
          </a:p>
          <a:p>
            <a:r>
              <a:t>      "refs": [</a:t>
            </a:r>
          </a:p>
          <a:p>
            <a:r>
              <a:t>        {</a:t>
            </a:r>
          </a:p>
          <a:p>
            <a:r>
              <a:t>          "source_id": "s002",</a:t>
            </a:r>
          </a:p>
          <a:p>
            <a:r>
              <a:t>          "quote": "要約だけで判断せず、原文の条件と確認日を一緒に読み取れる形にする。引用先の位置も残し、解釈に疑問があれば読み手が前提を確かめられるようにする。"</a:t>
            </a:r>
          </a:p>
          <a:p>
            <a:r>
              <a:t>        }</a:t>
            </a:r>
          </a:p>
          <a:p>
            <a:r>
              <a:t>      ],</a:t>
            </a:r>
          </a:p>
          <a:p>
            <a:r>
              <a:t>      "mode": "verbatim"</a:t>
            </a:r>
          </a:p>
          <a:p>
            <a:r>
              <a:t>    },</a:t>
            </a:r>
          </a:p>
          <a:p>
            <a:r>
              <a:t>    {</a:t>
            </a:r>
          </a:p>
          <a:p>
            <a:r>
              <a:t>      "text": "根拠：原文の条件を保持",</a:t>
            </a:r>
          </a:p>
          <a:p>
            <a:r>
              <a:t>      "refs": [</a:t>
            </a:r>
          </a:p>
          <a:p>
            <a:r>
              <a:t>        {</a:t>
            </a:r>
          </a:p>
          <a:p>
            <a:r>
              <a:t>          "source_id": "s002",</a:t>
            </a:r>
          </a:p>
          <a:p>
            <a:r>
              <a:t>          "quote": "根拠：原文の条件を保持"</a:t>
            </a:r>
          </a:p>
          <a:p>
            <a:r>
              <a:t>        }</a:t>
            </a:r>
          </a:p>
          <a:p>
            <a:r>
              <a:t>      ],</a:t>
            </a:r>
          </a:p>
          <a:p>
            <a:r>
              <a:t>      "mode": "verbatim"</a:t>
            </a:r>
          </a:p>
          <a:p>
            <a:r>
              <a:t>    },</a:t>
            </a:r>
          </a:p>
          <a:p>
            <a:r>
              <a:t>    {</a:t>
            </a:r>
          </a:p>
          <a:p>
            <a:r>
              <a:t>      "text": "更新範囲を決める",</a:t>
            </a:r>
          </a:p>
          <a:p>
            <a:r>
              <a:t>      "refs": [</a:t>
            </a:r>
          </a:p>
          <a:p>
            <a:r>
              <a:t>        {</a:t>
            </a:r>
          </a:p>
          <a:p>
            <a:r>
              <a:t>          "source_id": "s002",</a:t>
            </a:r>
          </a:p>
          <a:p>
            <a:r>
              <a:t>          "quote": "更新範囲を決める"</a:t>
            </a:r>
          </a:p>
          <a:p>
            <a:r>
              <a:t>        }</a:t>
            </a:r>
          </a:p>
          <a:p>
            <a:r>
              <a:t>      ],</a:t>
            </a:r>
          </a:p>
          <a:p>
            <a:r>
              <a:t>      "mode": "verbatim"</a:t>
            </a:r>
          </a:p>
          <a:p>
            <a:r>
              <a:t>    },</a:t>
            </a:r>
          </a:p>
          <a:p>
            <a:r>
              <a:t>    {</a:t>
            </a:r>
          </a:p>
          <a:p>
            <a:r>
              <a:t>      "text": "変更頻度に応じて確認担当を置き、古い記述を見分けられるようにする。更新が止まった資料は利用条件を明記し、再確認の対象として管理する。",</a:t>
            </a:r>
          </a:p>
          <a:p>
            <a:r>
              <a:t>      "refs": [</a:t>
            </a:r>
          </a:p>
          <a:p>
            <a:r>
              <a:t>        {</a:t>
            </a:r>
          </a:p>
          <a:p>
            <a:r>
              <a:t>          "source_id": "s002",</a:t>
            </a:r>
          </a:p>
          <a:p>
            <a:r>
              <a:t>          "quote": "変更頻度に応じて確認担当を置き、古い記述を見分けられるようにする。更新が止まった資料は利用条件を明記し、再確認の対象として管理する。"</a:t>
            </a:r>
          </a:p>
          <a:p>
            <a:r>
              <a:t>        }</a:t>
            </a:r>
          </a:p>
          <a:p>
            <a:r>
              <a:t>      ],</a:t>
            </a:r>
          </a:p>
          <a:p>
            <a:r>
              <a:t>      "mode": "verbatim"</a:t>
            </a:r>
          </a:p>
          <a:p>
            <a:r>
              <a:t>    },</a:t>
            </a:r>
          </a:p>
          <a:p>
            <a:r>
              <a:t>    {</a:t>
            </a:r>
          </a:p>
          <a:p>
            <a:r>
              <a:t>      "text": "留保：運用負荷は未検証",</a:t>
            </a:r>
          </a:p>
          <a:p>
            <a:r>
              <a:t>      "refs": [</a:t>
            </a:r>
          </a:p>
          <a:p>
            <a:r>
              <a:t>        {</a:t>
            </a:r>
          </a:p>
          <a:p>
            <a:r>
              <a:t>          "source_id": "s002",</a:t>
            </a:r>
          </a:p>
          <a:p>
            <a:r>
              <a:t>          "quote": "留保：運用負荷は未検証"</a:t>
            </a:r>
          </a:p>
          <a:p>
            <a:r>
              <a:t>        }</a:t>
            </a:r>
          </a:p>
          <a:p>
            <a:r>
              <a:t>      ],</a:t>
            </a:r>
          </a:p>
          <a:p>
            <a:r>
              <a:t>      "mode": "verbatim"</a:t>
            </a:r>
          </a:p>
          <a:p>
            <a:r>
              <a:t>    }</a:t>
            </a:r>
          </a:p>
          <a:p>
            <a:r>
              <a:t>  ],</a:t>
            </a:r>
          </a:p>
          <a:p>
            <a:r>
              <a:t>  "citations": {</a:t>
            </a:r>
          </a:p>
          <a:p>
            <a:r>
              <a:t>    "s002":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"images": {},</a:t>
            </a:r>
          </a:p>
          <a:p>
            <a:r>
              <a:t>  "template_sha256": "d84dc9a9af4e114daf074a82c3dc7112852bcfcf402cd8851b2a5427b4d56685"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"slide003",</a:t>
            </a:r>
          </a:p>
          <a:p>
            <a:r>
              <a:t>  "origin": "catalog",</a:t>
            </a:r>
          </a:p>
          <a:p>
            <a:r>
              <a:t>  "layout_id": "ed_cards_grid_6",</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"s003",</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"s003",</a:t>
            </a:r>
          </a:p>
          <a:p>
            <a:r>
              <a:t>          "quote": "対象：資料の入口を確認"</a:t>
            </a:r>
          </a:p>
          <a:p>
            <a:r>
              <a:t>        }</a:t>
            </a:r>
          </a:p>
          <a:p>
            <a:r>
              <a:t>      ],</a:t>
            </a:r>
          </a:p>
          <a:p>
            <a:r>
              <a:t>      "mode": "verbatim"</a:t>
            </a:r>
          </a:p>
          <a:p>
            <a:r>
              <a:t>    },</a:t>
            </a:r>
          </a:p>
          <a:p>
            <a:r>
              <a:t>    {</a:t>
            </a:r>
          </a:p>
          <a:p>
            <a:r>
              <a:t>      "text": "根拠まで辿れる",</a:t>
            </a:r>
          </a:p>
          <a:p>
            <a:r>
              <a:t>      "refs": [</a:t>
            </a:r>
          </a:p>
          <a:p>
            <a:r>
              <a:t>        {</a:t>
            </a:r>
          </a:p>
          <a:p>
            <a:r>
              <a:t>          "source_id": "s003",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"s003",</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"s003",</a:t>
            </a:r>
          </a:p>
          <a:p>
            <a:r>
              <a:t>          "quote": "根拠：原文の条件を保持"</a:t>
            </a:r>
          </a:p>
          <a:p>
            <a:r>
              <a:t>        }</a:t>
            </a:r>
          </a:p>
          <a:p>
            <a:r>
              <a:t>      ],</a:t>
            </a:r>
          </a:p>
          <a:p>
            <a:r>
              <a:t>      "mode": "verbatim"</a:t>
            </a:r>
          </a:p>
          <a:p>
            <a:r>
              <a:t>    },</a:t>
            </a:r>
          </a:p>
          <a:p>
            <a:r>
              <a:t>    {</a:t>
            </a:r>
          </a:p>
          <a:p>
            <a:r>
              <a:t>      "text": "更新範囲を決める",</a:t>
            </a:r>
          </a:p>
          <a:p>
            <a:r>
              <a:t>      "refs": [</a:t>
            </a:r>
          </a:p>
          <a:p>
            <a:r>
              <a:t>        {</a:t>
            </a:r>
          </a:p>
          <a:p>
            <a:r>
              <a:t>          "source_id": "s003",</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"s003",</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"s003",</a:t>
            </a:r>
          </a:p>
          <a:p>
            <a:r>
              <a:t>          "quote": "留保：運用負荷は未検証"</a:t>
            </a:r>
          </a:p>
          <a:p>
            <a:r>
              <a:t>        }</a:t>
            </a:r>
          </a:p>
          <a:p>
            <a:r>
              <a:t>      ],</a:t>
            </a:r>
          </a:p>
          <a:p>
            <a:r>
              <a:t>      "mode": "verbatim"</a:t>
            </a:r>
          </a:p>
          <a:p>
            <a:r>
              <a:t>    },</a:t>
            </a:r>
          </a:p>
          <a:p>
            <a:r>
              <a:t>    {</a:t>
            </a:r>
          </a:p>
          <a:p>
            <a:r>
              <a:t>      "text": "例外を見える化",</a:t>
            </a:r>
          </a:p>
          <a:p>
            <a:r>
              <a:t>      "refs": [</a:t>
            </a:r>
          </a:p>
          <a:p>
            <a:r>
              <a:t>        {</a:t>
            </a:r>
          </a:p>
          <a:p>
            <a:r>
              <a:t>          "source_id": "s003",</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"s003",</a:t>
            </a:r>
          </a:p>
          <a:p>
            <a:r>
              <a:t>          "quote": "適用できない場面も記録し、前提の違いを残す。"</a:t>
            </a:r>
          </a:p>
          <a:p>
            <a:r>
              <a:t>        }</a:t>
            </a:r>
          </a:p>
          <a:p>
            <a:r>
              <a:t>      ],</a:t>
            </a:r>
          </a:p>
          <a:p>
            <a:r>
              <a:t>      "mode": "verbatim"</a:t>
            </a:r>
          </a:p>
          <a:p>
            <a:r>
              <a:t>    },</a:t>
            </a:r>
          </a:p>
          <a:p>
            <a:r>
              <a:t>    {</a:t>
            </a:r>
          </a:p>
          <a:p>
            <a:r>
              <a:t>      "text": "注意：対象外の場面を含む",</a:t>
            </a:r>
          </a:p>
          <a:p>
            <a:r>
              <a:t>      "refs": [</a:t>
            </a:r>
          </a:p>
          <a:p>
            <a:r>
              <a:t>        {</a:t>
            </a:r>
          </a:p>
          <a:p>
            <a:r>
              <a:t>          "source_id": "s003",</a:t>
            </a:r>
          </a:p>
          <a:p>
            <a:r>
              <a:t>          "quote": "注意：対象外の場面を含む"</a:t>
            </a:r>
          </a:p>
          <a:p>
            <a:r>
              <a:t>        }</a:t>
            </a:r>
          </a:p>
          <a:p>
            <a:r>
              <a:t>      ],</a:t>
            </a:r>
          </a:p>
          <a:p>
            <a:r>
              <a:t>      "mode": "verbatim"</a:t>
            </a:r>
          </a:p>
          <a:p>
            <a:r>
              <a:t>    },</a:t>
            </a:r>
          </a:p>
          <a:p>
            <a:r>
              <a:t>    {</a:t>
            </a:r>
          </a:p>
          <a:p>
            <a:r>
              <a:t>      "text": "比較軸を共有する",</a:t>
            </a:r>
          </a:p>
          <a:p>
            <a:r>
              <a:t>      "refs": [</a:t>
            </a:r>
          </a:p>
          <a:p>
            <a:r>
              <a:t>        {</a:t>
            </a:r>
          </a:p>
          <a:p>
            <a:r>
              <a:t>          "source_id": "s003",</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"s003",</a:t>
            </a:r>
          </a:p>
          <a:p>
            <a:r>
              <a:t>          "quote": "評価項目を揃え、異なる条件の結果を混同しない。"</a:t>
            </a:r>
          </a:p>
          <a:p>
            <a:r>
              <a:t>        }</a:t>
            </a:r>
          </a:p>
          <a:p>
            <a:r>
              <a:t>      ],</a:t>
            </a:r>
          </a:p>
          <a:p>
            <a:r>
              <a:t>      "mode": "verbatim"</a:t>
            </a:r>
          </a:p>
          <a:p>
            <a:r>
              <a:t>    },</a:t>
            </a:r>
          </a:p>
          <a:p>
            <a:r>
              <a:t>    {</a:t>
            </a:r>
          </a:p>
          <a:p>
            <a:r>
              <a:t>      "text": "根拠：比較条件を照合",</a:t>
            </a:r>
          </a:p>
          <a:p>
            <a:r>
              <a:t>      "refs": [</a:t>
            </a:r>
          </a:p>
          <a:p>
            <a:r>
              <a:t>        {</a:t>
            </a:r>
          </a:p>
          <a:p>
            <a:r>
              <a:t>          "source_id": "s003",</a:t>
            </a:r>
          </a:p>
          <a:p>
            <a:r>
              <a:t>          "quote": "根拠：比較条件を照合"</a:t>
            </a:r>
          </a:p>
          <a:p>
            <a:r>
              <a:t>        }</a:t>
            </a:r>
          </a:p>
          <a:p>
            <a:r>
              <a:t>      ],</a:t>
            </a:r>
          </a:p>
          <a:p>
            <a:r>
              <a:t>      "mode": "verbatim"</a:t>
            </a:r>
          </a:p>
          <a:p>
            <a:r>
              <a:t>    },</a:t>
            </a:r>
          </a:p>
          <a:p>
            <a:r>
              <a:t>    {</a:t>
            </a:r>
          </a:p>
          <a:p>
            <a:r>
              <a:t>      "text": "確認先を残す",</a:t>
            </a:r>
          </a:p>
          <a:p>
            <a:r>
              <a:t>      "refs": [</a:t>
            </a:r>
          </a:p>
          <a:p>
            <a:r>
              <a:t>        {</a:t>
            </a:r>
          </a:p>
          <a:p>
            <a:r>
              <a:t>          "source_id": "s003",</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"s003",</a:t>
            </a:r>
          </a:p>
          <a:p>
            <a:r>
              <a:t>          "quote": "未確認の論点と、追加調査で確かめる点を残す。"</a:t>
            </a:r>
          </a:p>
          <a:p>
            <a:r>
              <a:t>        }</a:t>
            </a:r>
          </a:p>
          <a:p>
            <a:r>
              <a:t>      ],</a:t>
            </a:r>
          </a:p>
          <a:p>
            <a:r>
              <a:t>      "mode": "verbatim"</a:t>
            </a:r>
          </a:p>
          <a:p>
            <a:r>
              <a:t>    },</a:t>
            </a:r>
          </a:p>
          <a:p>
            <a:r>
              <a:t>    {</a:t>
            </a:r>
          </a:p>
          <a:p>
            <a:r>
              <a:t>      "text": "保留：担当部署へ確認",</a:t>
            </a:r>
          </a:p>
          <a:p>
            <a:r>
              <a:t>      "refs": [</a:t>
            </a:r>
          </a:p>
          <a:p>
            <a:r>
              <a:t>        {</a:t>
            </a:r>
          </a:p>
          <a:p>
            <a:r>
              <a:t>          "source_id": "s003",</a:t>
            </a:r>
          </a:p>
          <a:p>
            <a:r>
              <a:t>          "quote": "保留：担当部署へ確認"</a:t>
            </a:r>
          </a:p>
          <a:p>
            <a:r>
              <a:t>        }</a:t>
            </a:r>
          </a:p>
          <a:p>
            <a:r>
              <a:t>      ],</a:t>
            </a:r>
          </a:p>
          <a:p>
            <a:r>
              <a:t>      "mode": "verbatim"</a:t>
            </a:r>
          </a:p>
          <a:p>
            <a:r>
              <a:t>    }</a:t>
            </a:r>
          </a:p>
          <a:p>
            <a:r>
              <a:t>  ],</a:t>
            </a:r>
          </a:p>
          <a:p>
            <a:r>
              <a:t>  "citations": {</a:t>
            </a:r>
          </a:p>
          <a:p>
            <a:r>
              <a:t>    "s003":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"images": {},</a:t>
            </a:r>
          </a:p>
          <a:p>
            <a:r>
              <a:t>  "template_sha256": "9815c7ffea958d535e3532b69a0d70e7b5d6acdeeae91964f3820387b4085d4d"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"slide004",</a:t>
            </a:r>
          </a:p>
          <a:p>
            <a:r>
              <a:t>  "origin": "catalog",</a:t>
            </a:r>
          </a:p>
          <a:p>
            <a:r>
              <a:t>  "layout_id": "ed_cards_rows_4",</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"s004",</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"s004",</a:t>
            </a:r>
          </a:p>
          <a:p>
            <a:r>
              <a:t>          "quote": "用語を揃え、同じ資料へ辿れる入口を整える。"</a:t>
            </a:r>
          </a:p>
          <a:p>
            <a:r>
              <a:t>        }</a:t>
            </a:r>
          </a:p>
          <a:p>
            <a:r>
              <a:t>      ],</a:t>
            </a:r>
          </a:p>
          <a:p>
            <a:r>
              <a:t>      "mode": "verbatim"</a:t>
            </a:r>
          </a:p>
          <a:p>
            <a:r>
              <a:t>    },</a:t>
            </a:r>
          </a:p>
          <a:p>
            <a:r>
              <a:t>    {</a:t>
            </a:r>
          </a:p>
          <a:p>
            <a:r>
              <a:t>      "text": "留保：追加の確認が必要",</a:t>
            </a:r>
          </a:p>
          <a:p>
            <a:r>
              <a:t>      "refs": [</a:t>
            </a:r>
          </a:p>
          <a:p>
            <a:r>
              <a:t>        {</a:t>
            </a:r>
          </a:p>
          <a:p>
            <a:r>
              <a:t>          "source_id": "s004",</a:t>
            </a:r>
          </a:p>
          <a:p>
            <a:r>
              <a:t>          "quote": "留保：追加の確認が必要"</a:t>
            </a:r>
          </a:p>
          <a:p>
            <a:r>
              <a:t>        }</a:t>
            </a:r>
          </a:p>
          <a:p>
            <a:r>
              <a:t>      ],</a:t>
            </a:r>
          </a:p>
          <a:p>
            <a:r>
              <a:t>      "mode": "verbatim"</a:t>
            </a:r>
          </a:p>
          <a:p>
            <a:r>
              <a:t>    },</a:t>
            </a:r>
          </a:p>
          <a:p>
            <a:r>
              <a:t>    {</a:t>
            </a:r>
          </a:p>
          <a:p>
            <a:r>
              <a:t>      "text": "根拠まで辿れる",</a:t>
            </a:r>
          </a:p>
          <a:p>
            <a:r>
              <a:t>      "refs": [</a:t>
            </a:r>
          </a:p>
          <a:p>
            <a:r>
              <a:t>        {</a:t>
            </a:r>
          </a:p>
          <a:p>
            <a:r>
              <a:t>          "source_id": "s004",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"s004",</a:t>
            </a:r>
          </a:p>
          <a:p>
            <a:r>
              <a:t>          "quote": "原文の条件と確認日を、要約とともに残す。"</a:t>
            </a:r>
          </a:p>
          <a:p>
            <a:r>
              <a:t>        }</a:t>
            </a:r>
          </a:p>
          <a:p>
            <a:r>
              <a:t>      ],</a:t>
            </a:r>
          </a:p>
          <a:p>
            <a:r>
              <a:t>      "mode": "verbatim"</a:t>
            </a:r>
          </a:p>
          <a:p>
            <a:r>
              <a:t>    },</a:t>
            </a:r>
          </a:p>
          <a:p>
            <a:r>
              <a:t>    {</a:t>
            </a:r>
          </a:p>
          <a:p>
            <a:r>
              <a:t>      "text": "留保：追加の確認が必要",</a:t>
            </a:r>
          </a:p>
          <a:p>
            <a:r>
              <a:t>      "refs": [</a:t>
            </a:r>
          </a:p>
          <a:p>
            <a:r>
              <a:t>        {</a:t>
            </a:r>
          </a:p>
          <a:p>
            <a:r>
              <a:t>          "source_id": "s004",</a:t>
            </a:r>
          </a:p>
          <a:p>
            <a:r>
              <a:t>          "quote": "留保：追加の確認が必要"</a:t>
            </a:r>
          </a:p>
          <a:p>
            <a:r>
              <a:t>        }</a:t>
            </a:r>
          </a:p>
          <a:p>
            <a:r>
              <a:t>      ],</a:t>
            </a:r>
          </a:p>
          <a:p>
            <a:r>
              <a:t>      "mode": "verbatim"</a:t>
            </a:r>
          </a:p>
          <a:p>
            <a:r>
              <a:t>    },</a:t>
            </a:r>
          </a:p>
          <a:p>
            <a:r>
              <a:t>    {</a:t>
            </a:r>
          </a:p>
          <a:p>
            <a:r>
              <a:t>      "text": "更新範囲を決める",</a:t>
            </a:r>
          </a:p>
          <a:p>
            <a:r>
              <a:t>      "refs": [</a:t>
            </a:r>
          </a:p>
          <a:p>
            <a:r>
              <a:t>        {</a:t>
            </a:r>
          </a:p>
          <a:p>
            <a:r>
              <a:t>          "source_id": "s004",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"s004",</a:t>
            </a:r>
          </a:p>
          <a:p>
            <a:r>
              <a:t>          "quote": "変更頻度に応じて担当と再確認の時期を決める。"</a:t>
            </a:r>
          </a:p>
          <a:p>
            <a:r>
              <a:t>        }</a:t>
            </a:r>
          </a:p>
          <a:p>
            <a:r>
              <a:t>      ],</a:t>
            </a:r>
          </a:p>
          <a:p>
            <a:r>
              <a:t>      "mode": "verbatim"</a:t>
            </a:r>
          </a:p>
          <a:p>
            <a:r>
              <a:t>    },</a:t>
            </a:r>
          </a:p>
          <a:p>
            <a:r>
              <a:t>    {</a:t>
            </a:r>
          </a:p>
          <a:p>
            <a:r>
              <a:t>      "text": "留保：追加の確認が必要",</a:t>
            </a:r>
          </a:p>
          <a:p>
            <a:r>
              <a:t>      "refs": [</a:t>
            </a:r>
          </a:p>
          <a:p>
            <a:r>
              <a:t>        {</a:t>
            </a:r>
          </a:p>
          <a:p>
            <a:r>
              <a:t>          "source_id": "s004",</a:t>
            </a:r>
          </a:p>
          <a:p>
            <a:r>
              <a:t>          "quote": "留保：追加の確認が必要"</a:t>
            </a:r>
          </a:p>
          <a:p>
            <a:r>
              <a:t>        }</a:t>
            </a:r>
          </a:p>
          <a:p>
            <a:r>
              <a:t>      ],</a:t>
            </a:r>
          </a:p>
          <a:p>
            <a:r>
              <a:t>      "mode": "verbatim"</a:t>
            </a:r>
          </a:p>
          <a:p>
            <a:r>
              <a:t>    },</a:t>
            </a:r>
          </a:p>
          <a:p>
            <a:r>
              <a:t>    {</a:t>
            </a:r>
          </a:p>
          <a:p>
            <a:r>
              <a:t>      "text": "例外を見える化",</a:t>
            </a:r>
          </a:p>
          <a:p>
            <a:r>
              <a:t>      "refs": [</a:t>
            </a:r>
          </a:p>
          <a:p>
            <a:r>
              <a:t>        {</a:t>
            </a:r>
          </a:p>
          <a:p>
            <a:r>
              <a:t>          "source_id": "s004",</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"s004",</a:t>
            </a:r>
          </a:p>
          <a:p>
            <a:r>
              <a:t>          "quote": "適用できない場面も記録し、前提の違いを残す。"</a:t>
            </a:r>
          </a:p>
          <a:p>
            <a:r>
              <a:t>        }</a:t>
            </a:r>
          </a:p>
          <a:p>
            <a:r>
              <a:t>      ],</a:t>
            </a:r>
          </a:p>
          <a:p>
            <a:r>
              <a:t>      "mode": "verbatim"</a:t>
            </a:r>
          </a:p>
          <a:p>
            <a:r>
              <a:t>    },</a:t>
            </a:r>
          </a:p>
          <a:p>
            <a:r>
              <a:t>    {</a:t>
            </a:r>
          </a:p>
          <a:p>
            <a:r>
              <a:t>      "text": "留保：追加の確認が必要",</a:t>
            </a:r>
          </a:p>
          <a:p>
            <a:r>
              <a:t>      "refs": [</a:t>
            </a:r>
          </a:p>
          <a:p>
            <a:r>
              <a:t>        {</a:t>
            </a:r>
          </a:p>
          <a:p>
            <a:r>
              <a:t>          "source_id": "s004",</a:t>
            </a:r>
          </a:p>
          <a:p>
            <a:r>
              <a:t>          "quote": "留保：追加の確認が必要"</a:t>
            </a:r>
          </a:p>
          <a:p>
            <a:r>
              <a:t>        }</a:t>
            </a:r>
          </a:p>
          <a:p>
            <a:r>
              <a:t>      ],</a:t>
            </a:r>
          </a:p>
          <a:p>
            <a:r>
              <a:t>      "mode": "verbatim"</a:t>
            </a:r>
          </a:p>
          <a:p>
            <a:r>
              <a:t>    }</a:t>
            </a:r>
          </a:p>
          <a:p>
            <a:r>
              <a:t>  ],</a:t>
            </a:r>
          </a:p>
          <a:p>
            <a:r>
              <a:t>  "citations": {</a:t>
            </a:r>
          </a:p>
          <a:p>
            <a:r>
              <a:t>    "s004":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"images": {},</a:t>
            </a:r>
          </a:p>
          <a:p>
            <a:r>
              <a:t>  "template_sha256": "d8eaf48fd337606e0f3273466c70eed3b35c566b145360ca90f7e1a2dfdcb5b2"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"slide005",</a:t>
            </a:r>
          </a:p>
          <a:p>
            <a:r>
              <a:t>  "origin": "catalog",</a:t>
            </a:r>
          </a:p>
          <a:p>
            <a:r>
              <a:t>  "layout_id": "ed_cards_feature_left_3",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"最も重視する論点は検索入口を揃えること",</a:t>
            </a:r>
          </a:p>
          <a:p>
            <a:r>
              <a:t>      "refs": [</a:t>
            </a:r>
          </a:p>
          <a:p>
            <a:r>
              <a:t>        {</a:t>
            </a:r>
          </a:p>
          <a:p>
            <a:r>
              <a:t>          "source_id": "s005",</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"s005",</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"s005",</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"s005",</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"s005",</a:t>
            </a:r>
          </a:p>
          <a:p>
            <a:r>
              <a:t>          "quote": "対象：資料の入口を確認"</a:t>
            </a:r>
          </a:p>
          <a:p>
            <a:r>
              <a:t>        }</a:t>
            </a:r>
          </a:p>
          <a:p>
            <a:r>
              <a:t>      ],</a:t>
            </a:r>
          </a:p>
          <a:p>
            <a:r>
              <a:t>      "mode": "verbatim"</a:t>
            </a:r>
          </a:p>
          <a:p>
            <a:r>
              <a:t>    },</a:t>
            </a:r>
          </a:p>
          <a:p>
            <a:r>
              <a:t>    {</a:t>
            </a:r>
          </a:p>
          <a:p>
            <a:r>
              <a:t>      "text": "根拠まで辿れる",</a:t>
            </a:r>
          </a:p>
          <a:p>
            <a:r>
              <a:t>      "refs": [</a:t>
            </a:r>
          </a:p>
          <a:p>
            <a:r>
              <a:t>        {</a:t>
            </a:r>
          </a:p>
          <a:p>
            <a:r>
              <a:t>          "source_id": "s005",</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"s005",</a:t>
            </a:r>
          </a:p>
          <a:p>
            <a:r>
              <a:t>          "quote": "原文の条件と確認日を、要約とともに残す。"</a:t>
            </a:r>
          </a:p>
          <a:p>
            <a:r>
              <a:t>        }</a:t>
            </a:r>
          </a:p>
          <a:p>
            <a:r>
              <a:t>      ],</a:t>
            </a:r>
          </a:p>
          <a:p>
            <a:r>
              <a:t>      "mode": "verbatim"</a:t>
            </a:r>
          </a:p>
          <a:p>
            <a:r>
              <a:t>    },</a:t>
            </a:r>
          </a:p>
          <a:p>
            <a:r>
              <a:t>    {</a:t>
            </a:r>
          </a:p>
          <a:p>
            <a:r>
              <a:t>      "text": "根拠：原文の条件",</a:t>
            </a:r>
          </a:p>
          <a:p>
            <a:r>
              <a:t>      "refs": [</a:t>
            </a:r>
          </a:p>
          <a:p>
            <a:r>
              <a:t>        {</a:t>
            </a:r>
          </a:p>
          <a:p>
            <a:r>
              <a:t>          "source_id": "s005",</a:t>
            </a:r>
          </a:p>
          <a:p>
            <a:r>
              <a:t>          "quote": "根拠：原文の条件"</a:t>
            </a:r>
          </a:p>
          <a:p>
            <a:r>
              <a:t>        }</a:t>
            </a:r>
          </a:p>
          <a:p>
            <a:r>
              <a:t>      ],</a:t>
            </a:r>
          </a:p>
          <a:p>
            <a:r>
              <a:t>      "mode": "verbatim"</a:t>
            </a:r>
          </a:p>
          <a:p>
            <a:r>
              <a:t>    },</a:t>
            </a:r>
          </a:p>
          <a:p>
            <a:r>
              <a:t>    {</a:t>
            </a:r>
          </a:p>
          <a:p>
            <a:r>
              <a:t>      "text": "更新範囲を決める",</a:t>
            </a:r>
          </a:p>
          <a:p>
            <a:r>
              <a:t>      "refs": [</a:t>
            </a:r>
          </a:p>
          <a:p>
            <a:r>
              <a:t>        {</a:t>
            </a:r>
          </a:p>
          <a:p>
            <a:r>
              <a:t>          "source_id": "s005",</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"s005",</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"s005",</a:t>
            </a:r>
          </a:p>
          <a:p>
            <a:r>
              <a:t>          "quote": "留保：運用負荷は未検証"</a:t>
            </a:r>
          </a:p>
          <a:p>
            <a:r>
              <a:t>        }</a:t>
            </a:r>
          </a:p>
          <a:p>
            <a:r>
              <a:t>      ],</a:t>
            </a:r>
          </a:p>
          <a:p>
            <a:r>
              <a:t>      "mode": "verbatim"</a:t>
            </a:r>
          </a:p>
          <a:p>
            <a:r>
              <a:t>    }</a:t>
            </a:r>
          </a:p>
          <a:p>
            <a:r>
              <a:t>  ],</a:t>
            </a:r>
          </a:p>
          <a:p>
            <a:r>
              <a:t>  "citations": {</a:t>
            </a:r>
          </a:p>
          <a:p>
            <a:r>
              <a:t>    "s005":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"feature_left",</a:t>
            </a:r>
          </a:p>
          <a:p>
            <a:r>
              <a:t>  "repetition_reason": "Catalog inventory: adjacent entries intentionally show every count/orientation for comparison; this is not a presentation sequence.",</a:t>
            </a:r>
          </a:p>
          <a:p>
            <a:r>
              <a:t>  "images": {},</a:t>
            </a:r>
          </a:p>
          <a:p>
            <a:r>
              <a:t>  "template_sha256": "77c63ee2a3ab4725dbf3d01e3e94ffe3dcad2657c1ba94d285d2189ff8dd60bf"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"slide006",</a:t>
            </a:r>
          </a:p>
          <a:p>
            <a:r>
              <a:t>  "origin": "catalog",</a:t>
            </a:r>
          </a:p>
          <a:p>
            <a:r>
              <a:t>  "layout_id": "ed_cards_feature_right_3",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"最も重視する論点は検索入口を揃えること",</a:t>
            </a:r>
          </a:p>
          <a:p>
            <a:r>
              <a:t>      "refs": [</a:t>
            </a:r>
          </a:p>
          <a:p>
            <a:r>
              <a:t>        {</a:t>
            </a:r>
          </a:p>
          <a:p>
            <a:r>
              <a:t>          "source_id": "s006",</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"s006",</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"s006",</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"s006",</a:t>
            </a:r>
          </a:p>
          <a:p>
            <a:r>
              <a:t>          "quote": "対象：資料の入口を確認"</a:t>
            </a:r>
          </a:p>
          <a:p>
            <a:r>
              <a:t>        }</a:t>
            </a:r>
          </a:p>
          <a:p>
            <a:r>
              <a:t>      ],</a:t>
            </a:r>
          </a:p>
          <a:p>
            <a:r>
              <a:t>      "mode": "verbatim"</a:t>
            </a:r>
          </a:p>
          <a:p>
            <a:r>
              <a:t>    },</a:t>
            </a:r>
          </a:p>
          <a:p>
            <a:r>
              <a:t>    {</a:t>
            </a:r>
          </a:p>
          <a:p>
            <a:r>
              <a:t>      "text": "根拠まで辿れる",</a:t>
            </a:r>
          </a:p>
          <a:p>
            <a:r>
              <a:t>      "refs": [</a:t>
            </a:r>
          </a:p>
          <a:p>
            <a:r>
              <a:t>        {</a:t>
            </a:r>
          </a:p>
          <a:p>
            <a:r>
              <a:t>          "source_id": "s006",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"s006",</a:t>
            </a:r>
          </a:p>
          <a:p>
            <a:r>
              <a:t>          "quote": "原文の条件と確認日を、要約とともに残す。"</a:t>
            </a:r>
          </a:p>
          <a:p>
            <a:r>
              <a:t>        }</a:t>
            </a:r>
          </a:p>
          <a:p>
            <a:r>
              <a:t>      ],</a:t>
            </a:r>
          </a:p>
          <a:p>
            <a:r>
              <a:t>      "mode": "verbatim"</a:t>
            </a:r>
          </a:p>
          <a:p>
            <a:r>
              <a:t>    },</a:t>
            </a:r>
          </a:p>
          <a:p>
            <a:r>
              <a:t>    {</a:t>
            </a:r>
          </a:p>
          <a:p>
            <a:r>
              <a:t>      "text": "根拠：原文の条件",</a:t>
            </a:r>
          </a:p>
          <a:p>
            <a:r>
              <a:t>      "refs": [</a:t>
            </a:r>
          </a:p>
          <a:p>
            <a:r>
              <a:t>        {</a:t>
            </a:r>
          </a:p>
          <a:p>
            <a:r>
              <a:t>          "source_id": "s006",</a:t>
            </a:r>
          </a:p>
          <a:p>
            <a:r>
              <a:t>          "quote": "根拠：原文の条件"</a:t>
            </a:r>
          </a:p>
          <a:p>
            <a:r>
              <a:t>        }</a:t>
            </a:r>
          </a:p>
          <a:p>
            <a:r>
              <a:t>      ],</a:t>
            </a:r>
          </a:p>
          <a:p>
            <a:r>
              <a:t>      "mode": "verbatim"</a:t>
            </a:r>
          </a:p>
          <a:p>
            <a:r>
              <a:t>    },</a:t>
            </a:r>
          </a:p>
          <a:p>
            <a:r>
              <a:t>    {</a:t>
            </a:r>
          </a:p>
          <a:p>
            <a:r>
              <a:t>      "text": "更新範囲を決める",</a:t>
            </a:r>
          </a:p>
          <a:p>
            <a:r>
              <a:t>      "refs": [</a:t>
            </a:r>
          </a:p>
          <a:p>
            <a:r>
              <a:t>        {</a:t>
            </a:r>
          </a:p>
          <a:p>
            <a:r>
              <a:t>          "source_id": "s006",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"s006",</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"s006",</a:t>
            </a:r>
          </a:p>
          <a:p>
            <a:r>
              <a:t>          "quote": "留保：運用負荷は未検証"</a:t>
            </a:r>
          </a:p>
          <a:p>
            <a:r>
              <a:t>        }</a:t>
            </a:r>
          </a:p>
          <a:p>
            <a:r>
              <a:t>      ],</a:t>
            </a:r>
          </a:p>
          <a:p>
            <a:r>
              <a:t>      "mode": "verbatim"</a:t>
            </a:r>
          </a:p>
          <a:p>
            <a:r>
              <a:t>    }</a:t>
            </a:r>
          </a:p>
          <a:p>
            <a:r>
              <a:t>  ],</a:t>
            </a:r>
          </a:p>
          <a:p>
            <a:r>
              <a:t>  "citations": {</a:t>
            </a:r>
          </a:p>
          <a:p>
            <a:r>
              <a:t>    "s006":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"feature_right",</a:t>
            </a:r>
          </a:p>
          <a:p>
            <a:r>
              <a:t>  "repetition_reason": "Catalog inventory: adjacent entries intentionally show every count/orientation for comparison; this is not a presentation sequence.",</a:t>
            </a:r>
          </a:p>
          <a:p>
            <a:r>
              <a:t>  "images": {},</a:t>
            </a:r>
          </a:p>
          <a:p>
            <a:r>
              <a:t>  "template_sha256": "7e9dcbe298d4fb56e704e6dca81e0c14499f59e3d69ba3aa08d99878a6adbc46"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"slide007",</a:t>
            </a:r>
          </a:p>
          <a:p>
            <a:r>
              <a:t>  "origin": "catalog",</a:t>
            </a:r>
          </a:p>
          <a:p>
            <a:r>
              <a:t>  "layout_id": "ed_diagram_left_3",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"s007",</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"s007",</a:t>
            </a:r>
          </a:p>
          <a:p>
            <a:r>
              <a:t>          "quote": "入力資料"</a:t>
            </a:r>
          </a:p>
          <a:p>
            <a:r>
              <a:t>        }</a:t>
            </a:r>
          </a:p>
          <a:p>
            <a:r>
              <a:t>      ],</a:t>
            </a:r>
          </a:p>
          <a:p>
            <a:r>
              <a:t>      "mode": "verbatim"</a:t>
            </a:r>
          </a:p>
          <a:p>
            <a:r>
              <a:t>    },</a:t>
            </a:r>
          </a:p>
          <a:p>
            <a:r>
              <a:t>    {</a:t>
            </a:r>
          </a:p>
          <a:p>
            <a:r>
              <a:t>      "text": "原文・確認日・対象範囲を受け取る",</a:t>
            </a:r>
          </a:p>
          <a:p>
            <a:r>
              <a:t>      "refs": [</a:t>
            </a:r>
          </a:p>
          <a:p>
            <a:r>
              <a:t>        {</a:t>
            </a:r>
          </a:p>
          <a:p>
            <a:r>
              <a:t>          "source_id": "s007",</a:t>
            </a:r>
          </a:p>
          <a:p>
            <a:r>
              <a:t>          "quote": "原文・確認日・対象範囲を受け取る"</a:t>
            </a:r>
          </a:p>
          <a:p>
            <a:r>
              <a:t>        }</a:t>
            </a:r>
          </a:p>
          <a:p>
            <a:r>
              <a:t>      ],</a:t>
            </a:r>
          </a:p>
          <a:p>
            <a:r>
              <a:t>      "mode": "verbatim"</a:t>
            </a:r>
          </a:p>
          <a:p>
            <a:r>
              <a:t>    },</a:t>
            </a:r>
          </a:p>
          <a:p>
            <a:r>
              <a:t>    {</a:t>
            </a:r>
          </a:p>
          <a:p>
            <a:r>
              <a:t>      "text": "条件の確認",</a:t>
            </a:r>
          </a:p>
          <a:p>
            <a:r>
              <a:t>      "refs": [</a:t>
            </a:r>
          </a:p>
          <a:p>
            <a:r>
              <a:t>        {</a:t>
            </a:r>
          </a:p>
          <a:p>
            <a:r>
              <a:t>          "source_id": "s007",</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"s007",</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"s007",</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"s007",</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"s007",</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"s007",</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"s007",</a:t>
            </a:r>
          </a:p>
          <a:p>
            <a:r>
              <a:t>          "quote": "留保：因果関係を示す工程図ではない。"</a:t>
            </a:r>
          </a:p>
          <a:p>
            <a:r>
              <a:t>        }</a:t>
            </a:r>
          </a:p>
          <a:p>
            <a:r>
              <a:t>      ],</a:t>
            </a:r>
          </a:p>
          <a:p>
            <a:r>
              <a:t>      "mode": "verbatim"</a:t>
            </a:r>
          </a:p>
          <a:p>
            <a:r>
              <a:t>    }</a:t>
            </a:r>
          </a:p>
          <a:p>
            <a:r>
              <a:t>  ],</a:t>
            </a:r>
          </a:p>
          <a:p>
            <a:r>
              <a:t>  "citations": {</a:t>
            </a:r>
          </a:p>
          <a:p>
            <a:r>
              <a:t>    "s007":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"left",</a:t>
            </a:r>
          </a:p>
          <a:p>
            <a:r>
              <a:t>  "repetition_reason": "Catalog inventory: adjacent entries intentionally show every count/orientation for comparison; this is not a presentation sequence.",</a:t>
            </a:r>
          </a:p>
          <a:p>
            <a:r>
              <a:t>  "images": {},</a:t>
            </a:r>
          </a:p>
          <a:p>
            <a:r>
              <a:t>  "template_sha256": "3529bb9757b1f2a155c8665df1f90558fdfb1436345aa5aead4ef9c7e94676f0"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"slide008",</a:t>
            </a:r>
          </a:p>
          <a:p>
            <a:r>
              <a:t>  "origin": "catalog",</a:t>
            </a:r>
          </a:p>
          <a:p>
            <a:r>
              <a:t>  "layout_id": "ed_comparison_columns_2",</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"s008",</a:t>
            </a:r>
          </a:p>
          <a:p>
            <a:r>
              <a:t>          "quote": "架空の社内調査。運用条件を整理した所見であり、効果を実証したものではない。"</a:t>
            </a:r>
          </a:p>
          <a:p>
            <a:r>
              <a:t>        }</a:t>
            </a:r>
          </a:p>
          <a:p>
            <a:r>
              <a:t>      ],</a:t>
            </a:r>
          </a:p>
          <a:p>
            <a:r>
              <a:t>      "mode": "verbatim"</a:t>
            </a:r>
          </a:p>
          <a:p>
            <a:r>
              <a:t>    },</a:t>
            </a:r>
          </a:p>
          <a:p>
            <a:r>
              <a:t>    {</a:t>
            </a:r>
          </a:p>
          <a:p>
            <a:r>
              <a:t>      "text": "集約型",</a:t>
            </a:r>
          </a:p>
          <a:p>
            <a:r>
              <a:t>      "refs": [</a:t>
            </a:r>
          </a:p>
          <a:p>
            <a:r>
              <a:t>        {</a:t>
            </a:r>
          </a:p>
          <a:p>
            <a:r>
              <a:t>          "source_id": "s008",</a:t>
            </a:r>
          </a:p>
          <a:p>
            <a:r>
              <a:t>          "quote": "集約型"</a:t>
            </a:r>
          </a:p>
          <a:p>
            <a:r>
              <a:t>        }</a:t>
            </a:r>
          </a:p>
          <a:p>
            <a:r>
              <a:t>      ],</a:t>
            </a:r>
          </a:p>
          <a:p>
            <a:r>
              <a:t>      "mode": "verbatim"</a:t>
            </a:r>
          </a:p>
          <a:p>
            <a:r>
              <a:t>    },</a:t>
            </a:r>
          </a:p>
          <a:p>
            <a:r>
              <a:t>    {</a:t>
            </a:r>
          </a:p>
          <a:p>
            <a:r>
              <a:t>      "text": "検索上の特徴",</a:t>
            </a:r>
          </a:p>
          <a:p>
            <a:r>
              <a:t>      "refs": [</a:t>
            </a:r>
          </a:p>
          <a:p>
            <a:r>
              <a:t>        {</a:t>
            </a:r>
          </a:p>
          <a:p>
            <a:r>
              <a:t>          "source_id": "s008",</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"s008",</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"s008",</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"s008",</a:t>
            </a:r>
          </a:p>
          <a:p>
            <a:r>
              <a:t>          "quote": "更新作業が担当者に集中するため、確認待ちの滞留に注意する。"</a:t>
            </a:r>
          </a:p>
          <a:p>
            <a:r>
              <a:t>        }</a:t>
            </a:r>
          </a:p>
          <a:p>
            <a:r>
              <a:t>      ],</a:t>
            </a:r>
          </a:p>
          <a:p>
            <a:r>
              <a:t>      "mode": "verbatim"</a:t>
            </a:r>
          </a:p>
          <a:p>
            <a:r>
              <a:t>    },</a:t>
            </a:r>
          </a:p>
          <a:p>
            <a:r>
              <a:t>    {</a:t>
            </a:r>
          </a:p>
          <a:p>
            <a:r>
              <a:t>      "text": "分散型",</a:t>
            </a:r>
          </a:p>
          <a:p>
            <a:r>
              <a:t>      "refs": [</a:t>
            </a:r>
          </a:p>
          <a:p>
            <a:r>
              <a:t>        {</a:t>
            </a:r>
          </a:p>
          <a:p>
            <a:r>
              <a:t>          "source_id": "s008",</a:t>
            </a:r>
          </a:p>
          <a:p>
            <a:r>
              <a:t>          "quote": "分散型"</a:t>
            </a:r>
          </a:p>
          <a:p>
            <a:r>
              <a:t>        }</a:t>
            </a:r>
          </a:p>
          <a:p>
            <a:r>
              <a:t>      ],</a:t>
            </a:r>
          </a:p>
          <a:p>
            <a:r>
              <a:t>      "mode": "verbatim"</a:t>
            </a:r>
          </a:p>
          <a:p>
            <a:r>
              <a:t>    },</a:t>
            </a:r>
          </a:p>
          <a:p>
            <a:r>
              <a:t>    {</a:t>
            </a:r>
          </a:p>
          <a:p>
            <a:r>
              <a:t>      "text": "検索上の特徴",</a:t>
            </a:r>
          </a:p>
          <a:p>
            <a:r>
              <a:t>      "refs": [</a:t>
            </a:r>
          </a:p>
          <a:p>
            <a:r>
              <a:t>        {</a:t>
            </a:r>
          </a:p>
          <a:p>
            <a:r>
              <a:t>          "source_id": "s008",</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"s008",</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"s008",</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"s008",</a:t>
            </a:r>
          </a:p>
          <a:p>
            <a:r>
              <a:t>          "quote": "横断検索には共通の索引が必要。部署ごとの分類の違いを整理する。"</a:t>
            </a:r>
          </a:p>
          <a:p>
            <a:r>
              <a:t>        }</a:t>
            </a:r>
          </a:p>
          <a:p>
            <a:r>
              <a:t>      ],</a:t>
            </a:r>
          </a:p>
          <a:p>
            <a:r>
              <a:t>      "mode": "verbatim"</a:t>
            </a:r>
          </a:p>
          <a:p>
            <a:r>
              <a:t>    }</a:t>
            </a:r>
          </a:p>
          <a:p>
            <a:r>
              <a:t>  ],</a:t>
            </a:r>
          </a:p>
          <a:p>
            <a:r>
              <a:t>  "citations": {</a:t>
            </a:r>
          </a:p>
          <a:p>
            <a:r>
              <a:t>    "s008":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"columns",</a:t>
            </a:r>
          </a:p>
          <a:p>
            <a:r>
              <a:t>  "repetition_reason": "Catalog inventory: adjacent entries intentionally show every count/orientation for comparison; this is not a presentation sequence.",</a:t>
            </a:r>
          </a:p>
          <a:p>
            <a:r>
              <a:t>  "images": {},</a:t>
            </a:r>
          </a:p>
          <a:p>
            <a:r>
              <a:t>  "template_sha256": "1ad1774e3f1fe7f2ea2c7dd8715dbda8108d91d1525b2eb53c86bcfed6113fa1"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"slide009",</a:t>
            </a:r>
          </a:p>
          <a:p>
            <a:r>
              <a:t>  "origin": "catalog",</a:t>
            </a:r>
          </a:p>
          <a:p>
            <a:r>
              <a:t>  "layout_id": "ed_steps_horizontal_3",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"s009",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"s009",</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"s009",</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"s009",</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"s009",</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"s009",</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"s009",</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"s009",</a:t>
            </a:r>
          </a:p>
          <a:p>
            <a:r>
              <a:t>          "quote": "変更頻度に応じて担当と再確認の時期を決める。"</a:t>
            </a:r>
          </a:p>
          <a:p>
            <a:r>
              <a:t>        }</a:t>
            </a:r>
          </a:p>
          <a:p>
            <a:r>
              <a:t>      ],</a:t>
            </a:r>
          </a:p>
          <a:p>
            <a:r>
              <a:t>      "mode": "verbatim"</a:t>
            </a:r>
          </a:p>
          <a:p>
            <a:r>
              <a:t>    }</a:t>
            </a:r>
          </a:p>
          <a:p>
            <a:r>
              <a:t>  ],</a:t>
            </a:r>
          </a:p>
          <a:p>
            <a:r>
              <a:t>  "citations": {</a:t>
            </a:r>
          </a:p>
          <a:p>
            <a:r>
              <a:t>    "s009":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"horizontal",</a:t>
            </a:r>
          </a:p>
          <a:p>
            <a:r>
              <a:t>  "repetition_reason": "Catalog inventory: adjacent entries intentionally show every count/orientation for comparison; this is not a presentation sequence.",</a:t>
            </a:r>
          </a:p>
          <a:p>
            <a:r>
              <a:t>  "images": {},</a:t>
            </a:r>
          </a:p>
          <a:p>
            <a:r>
              <a:t>  "template_sha256": "ddc84184daa57b92e8c261ec15c249357a5a3562efbab540d3117044ec4c45cb"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"slide010",</a:t>
            </a:r>
          </a:p>
          <a:p>
            <a:r>
              <a:t>  "origin": "catalog",</a:t>
            </a:r>
          </a:p>
          <a:p>
            <a:r>
              <a:t>  "layout_id": "ed_metrics_breakdown_top_3",</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"s010",</a:t>
            </a:r>
          </a:p>
          <a:p>
            <a:r>
              <a:t>          "quote": "社内ナレッジを探しやすくする条件"</a:t>
            </a:r>
          </a:p>
          <a:p>
            <a:r>
              <a:t>        }</a:t>
            </a:r>
          </a:p>
          <a:p>
            <a:r>
              <a:t>      ],</a:t>
            </a:r>
          </a:p>
          <a:p>
            <a:r>
              <a:t>      "mode": "verbatim"</a:t>
            </a:r>
          </a:p>
          <a:p>
            <a:r>
              <a:t>    },</a:t>
            </a:r>
          </a:p>
          <a:p>
            <a:r>
              <a:t>    {</a:t>
            </a:r>
          </a:p>
          <a:p>
            <a:r>
              <a:t>      "text": "架空の資料一覧を、相互に重ならない確認状態で整理した例。業務への効果は未検証。",</a:t>
            </a:r>
          </a:p>
          <a:p>
            <a:r>
              <a:t>      "refs": [</a:t>
            </a:r>
          </a:p>
          <a:p>
            <a:r>
              <a:t>        {</a:t>
            </a:r>
          </a:p>
          <a:p>
            <a:r>
              <a:t>          "source_id": "s010",</a:t>
            </a:r>
          </a:p>
          <a:p>
            <a:r>
              <a:t>          "quote": "架空の資料一覧を、相互に重ならない確認状態で整理した例。業務への効果は未検証。"</a:t>
            </a:r>
          </a:p>
          <a:p>
            <a:r>
              <a:t>        }</a:t>
            </a:r>
          </a:p>
          <a:p>
            <a:r>
              <a:t>      ],</a:t>
            </a:r>
          </a:p>
          <a:p>
            <a:r>
              <a:t>      "mode": "verbatim"</a:t>
            </a:r>
          </a:p>
          <a:p>
            <a:r>
              <a:t>    },</a:t>
            </a:r>
          </a:p>
          <a:p>
            <a:r>
              <a:t>    {</a:t>
            </a:r>
          </a:p>
          <a:p>
            <a:r>
              <a:t>      "text": "対象資料の総数",</a:t>
            </a:r>
          </a:p>
          <a:p>
            <a:r>
              <a:t>      "refs": [</a:t>
            </a:r>
          </a:p>
          <a:p>
            <a:r>
              <a:t>        {</a:t>
            </a:r>
          </a:p>
          <a:p>
            <a:r>
              <a:t>          "source_id": "s010",</a:t>
            </a:r>
          </a:p>
          <a:p>
            <a:r>
              <a:t>          "quote": "対象資料の総数"</a:t>
            </a:r>
          </a:p>
          <a:p>
            <a:r>
              <a:t>        }</a:t>
            </a:r>
          </a:p>
          <a:p>
            <a:r>
              <a:t>      ],</a:t>
            </a:r>
          </a:p>
          <a:p>
            <a:r>
              <a:t>      "mode": "verbatim"</a:t>
            </a:r>
          </a:p>
          <a:p>
            <a:r>
              <a:t>    },</a:t>
            </a:r>
          </a:p>
          <a:p>
            <a:r>
              <a:t>    {</a:t>
            </a:r>
          </a:p>
          <a:p>
            <a:r>
              <a:t>      "text": "各資料を一つの状態に分類した架空の棚卸し。",</a:t>
            </a:r>
          </a:p>
          <a:p>
            <a:r>
              <a:t>      "refs": [</a:t>
            </a:r>
          </a:p>
          <a:p>
            <a:r>
              <a:t>        {</a:t>
            </a:r>
          </a:p>
          <a:p>
            <a:r>
              <a:t>          "source_id": "s010",</a:t>
            </a:r>
          </a:p>
          <a:p>
            <a:r>
              <a:t>          "quote": "各資料を一つの状態に分類した架空の棚卸し。"</a:t>
            </a:r>
          </a:p>
          <a:p>
            <a:r>
              <a:t>        }</a:t>
            </a:r>
          </a:p>
          <a:p>
            <a:r>
              <a:t>      ],</a:t>
            </a:r>
          </a:p>
          <a:p>
            <a:r>
              <a:t>      "mode": "verbatim"</a:t>
            </a:r>
          </a:p>
          <a:p>
            <a:r>
              <a:t>    },</a:t>
            </a:r>
          </a:p>
          <a:p>
            <a:r>
              <a:t>    {</a:t>
            </a:r>
          </a:p>
          <a:p>
            <a:r>
              <a:t>      "text": "確認済み",</a:t>
            </a:r>
          </a:p>
          <a:p>
            <a:r>
              <a:t>      "refs": [</a:t>
            </a:r>
          </a:p>
          <a:p>
            <a:r>
              <a:t>        {</a:t>
            </a:r>
          </a:p>
          <a:p>
            <a:r>
              <a:t>          "source_id": "s010",</a:t>
            </a:r>
          </a:p>
          <a:p>
            <a:r>
              <a:t>          "quote": "確認済み"</a:t>
            </a:r>
          </a:p>
          <a:p>
            <a:r>
              <a:t>        }</a:t>
            </a:r>
          </a:p>
          <a:p>
            <a:r>
              <a:t>      ],</a:t>
            </a:r>
          </a:p>
          <a:p>
            <a:r>
              <a:t>      "mode": "verbatim"</a:t>
            </a:r>
          </a:p>
          <a:p>
            <a:r>
              <a:t>    },</a:t>
            </a:r>
          </a:p>
          <a:p>
            <a:r>
              <a:t>    {</a:t>
            </a:r>
          </a:p>
          <a:p>
            <a:r>
              <a:t>      "text": "対象範囲と担当を確認済み。",</a:t>
            </a:r>
          </a:p>
          <a:p>
            <a:r>
              <a:t>      "refs": [</a:t>
            </a:r>
          </a:p>
          <a:p>
            <a:r>
              <a:t>        {</a:t>
            </a:r>
          </a:p>
          <a:p>
            <a:r>
              <a:t>          "source_id": "s010",</a:t>
            </a:r>
          </a:p>
          <a:p>
            <a:r>
              <a:t>          "quote": "対象範囲と担当を確認済み。"</a:t>
            </a:r>
          </a:p>
          <a:p>
            <a:r>
              <a:t>        }</a:t>
            </a:r>
          </a:p>
          <a:p>
            <a:r>
              <a:t>      ],</a:t>
            </a:r>
          </a:p>
          <a:p>
            <a:r>
              <a:t>      "mode": "verbatim"</a:t>
            </a:r>
          </a:p>
          <a:p>
            <a:r>
              <a:t>    },</a:t>
            </a:r>
          </a:p>
          <a:p>
            <a:r>
              <a:t>    {</a:t>
            </a:r>
          </a:p>
          <a:p>
            <a:r>
              <a:t>      "text": "要確認",</a:t>
            </a:r>
          </a:p>
          <a:p>
            <a:r>
              <a:t>      "refs": [</a:t>
            </a:r>
          </a:p>
          <a:p>
            <a:r>
              <a:t>        {</a:t>
            </a:r>
          </a:p>
          <a:p>
            <a:r>
              <a:t>          "source_id": "s010",</a:t>
            </a:r>
          </a:p>
          <a:p>
            <a:r>
              <a:t>          "quote": "要確認"</a:t>
            </a:r>
          </a:p>
          <a:p>
            <a:r>
              <a:t>        }</a:t>
            </a:r>
          </a:p>
          <a:p>
            <a:r>
              <a:t>      ],</a:t>
            </a:r>
          </a:p>
          <a:p>
            <a:r>
              <a:t>      "mode": "verbatim"</a:t>
            </a:r>
          </a:p>
          <a:p>
            <a:r>
              <a:t>    },</a:t>
            </a:r>
          </a:p>
          <a:p>
            <a:r>
              <a:t>    {</a:t>
            </a:r>
          </a:p>
          <a:p>
            <a:r>
              <a:t>      "text": "条件か確認日の照合が必要。",</a:t>
            </a:r>
          </a:p>
          <a:p>
            <a:r>
              <a:t>      "refs": [</a:t>
            </a:r>
          </a:p>
          <a:p>
            <a:r>
              <a:t>        {</a:t>
            </a:r>
          </a:p>
          <a:p>
            <a:r>
              <a:t>          "source_id": "s010",</a:t>
            </a:r>
          </a:p>
          <a:p>
            <a:r>
              <a:t>          "quote": "条件か確認日の照合が必要。"</a:t>
            </a:r>
          </a:p>
          <a:p>
            <a:r>
              <a:t>        }</a:t>
            </a:r>
          </a:p>
          <a:p>
            <a:r>
              <a:t>      ],</a:t>
            </a:r>
          </a:p>
          <a:p>
            <a:r>
              <a:t>      "mode": "verbatim"</a:t>
            </a:r>
          </a:p>
          <a:p>
            <a:r>
              <a:t>    },</a:t>
            </a:r>
          </a:p>
          <a:p>
            <a:r>
              <a:t>    {</a:t>
            </a:r>
          </a:p>
          <a:p>
            <a:r>
              <a:t>      "text": "更新予定",</a:t>
            </a:r>
          </a:p>
          <a:p>
            <a:r>
              <a:t>      "refs": [</a:t>
            </a:r>
          </a:p>
          <a:p>
            <a:r>
              <a:t>        {</a:t>
            </a:r>
          </a:p>
          <a:p>
            <a:r>
              <a:t>          "source_id": "s010",</a:t>
            </a:r>
          </a:p>
          <a:p>
            <a:r>
              <a:t>          "quote": "更新予定"</a:t>
            </a:r>
          </a:p>
          <a:p>
            <a:r>
              <a:t>        }</a:t>
            </a:r>
          </a:p>
          <a:p>
            <a:r>
              <a:t>      ],</a:t>
            </a:r>
          </a:p>
          <a:p>
            <a:r>
              <a:t>      "mode": "verbatim"</a:t>
            </a:r>
          </a:p>
          <a:p>
            <a:r>
              <a:t>    },</a:t>
            </a:r>
          </a:p>
          <a:p>
            <a:r>
              <a:t>    {</a:t>
            </a:r>
          </a:p>
          <a:p>
            <a:r>
              <a:t>      "text": "改訂の予定を登録済み。",</a:t>
            </a:r>
          </a:p>
          <a:p>
            <a:r>
              <a:t>      "refs": [</a:t>
            </a:r>
          </a:p>
          <a:p>
            <a:r>
              <a:t>        {</a:t>
            </a:r>
          </a:p>
          <a:p>
            <a:r>
              <a:t>          "source_id": "s010",</a:t>
            </a:r>
          </a:p>
          <a:p>
            <a:r>
              <a:t>          "quote": "改訂の予定を登録済み。"</a:t>
            </a:r>
          </a:p>
          <a:p>
            <a:r>
              <a:t>        }</a:t>
            </a:r>
          </a:p>
          <a:p>
            <a:r>
              <a:t>      ],</a:t>
            </a:r>
          </a:p>
          <a:p>
            <a:r>
              <a:t>      "mode": "verbatim"</a:t>
            </a:r>
          </a:p>
          <a:p>
            <a:r>
              <a:t>    },</a:t>
            </a:r>
          </a:p>
          <a:p>
            <a:r>
              <a:t>    {</a:t>
            </a:r>
          </a:p>
          <a:p>
            <a:r>
              <a:t>      "value": 120.0,</a:t>
            </a:r>
          </a:p>
          <a:p>
            <a:r>
              <a:t>      "refs": [</a:t>
            </a:r>
          </a:p>
          <a:p>
            <a:r>
              <a:t>        {</a:t>
            </a:r>
          </a:p>
          <a:p>
            <a:r>
              <a:t>          "source_id": "s010",</a:t>
            </a:r>
          </a:p>
          <a:p>
            <a:r>
              <a:t>          "quote": "120"</a:t>
            </a:r>
          </a:p>
          <a:p>
            <a:r>
              <a:t>        }</a:t>
            </a:r>
          </a:p>
          <a:p>
            <a:r>
              <a:t>      ]</a:t>
            </a:r>
          </a:p>
          <a:p>
            <a:r>
              <a:t>    },</a:t>
            </a:r>
          </a:p>
          <a:p>
            <a:r>
              <a:t>    {</a:t>
            </a:r>
          </a:p>
          <a:p>
            <a:r>
              <a:t>      "value": 84.0,</a:t>
            </a:r>
          </a:p>
          <a:p>
            <a:r>
              <a:t>      "refs": [</a:t>
            </a:r>
          </a:p>
          <a:p>
            <a:r>
              <a:t>        {</a:t>
            </a:r>
          </a:p>
          <a:p>
            <a:r>
              <a:t>          "source_id": "s010",</a:t>
            </a:r>
          </a:p>
          <a:p>
            <a:r>
              <a:t>          "quote": "84"</a:t>
            </a:r>
          </a:p>
          <a:p>
            <a:r>
              <a:t>        }</a:t>
            </a:r>
          </a:p>
          <a:p>
            <a:r>
              <a:t>      ]</a:t>
            </a:r>
          </a:p>
          <a:p>
            <a:r>
              <a:t>    },</a:t>
            </a:r>
          </a:p>
          <a:p>
            <a:r>
              <a:t>    {</a:t>
            </a:r>
          </a:p>
          <a:p>
            <a:r>
              <a:t>      "value": 24.0,</a:t>
            </a:r>
          </a:p>
          <a:p>
            <a:r>
              <a:t>      "refs": [</a:t>
            </a:r>
          </a:p>
          <a:p>
            <a:r>
              <a:t>        {</a:t>
            </a:r>
          </a:p>
          <a:p>
            <a:r>
              <a:t>          "source_id": "s010",</a:t>
            </a:r>
          </a:p>
          <a:p>
            <a:r>
              <a:t>          "quote": "24"</a:t>
            </a:r>
          </a:p>
          <a:p>
            <a:r>
              <a:t>        }</a:t>
            </a:r>
          </a:p>
          <a:p>
            <a:r>
              <a:t>      ]</a:t>
            </a:r>
          </a:p>
          <a:p>
            <a:r>
              <a:t>    },</a:t>
            </a:r>
          </a:p>
          <a:p>
            <a:r>
              <a:t>    {</a:t>
            </a:r>
          </a:p>
          <a:p>
            <a:r>
              <a:t>      "value": 12.0,</a:t>
            </a:r>
          </a:p>
          <a:p>
            <a:r>
              <a:t>      "refs": [</a:t>
            </a:r>
          </a:p>
          <a:p>
            <a:r>
              <a:t>        {</a:t>
            </a:r>
          </a:p>
          <a:p>
            <a:r>
              <a:t>          "source_id": "s010",</a:t>
            </a:r>
          </a:p>
          <a:p>
            <a:r>
              <a:t>          "quote": "12"</a:t>
            </a:r>
          </a:p>
          <a:p>
            <a:r>
              <a:t>        }</a:t>
            </a:r>
          </a:p>
          <a:p>
            <a:r>
              <a:t>      ]</a:t>
            </a:r>
          </a:p>
          <a:p>
            <a:r>
              <a:t>    }</a:t>
            </a:r>
          </a:p>
          <a:p>
            <a:r>
              <a:t>  ],</a:t>
            </a:r>
          </a:p>
          <a:p>
            <a:r>
              <a:t>  "citations": {</a:t>
            </a:r>
          </a:p>
          <a:p>
            <a:r>
              <a:t>    "s010":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"breakdown_top",</a:t>
            </a:r>
          </a:p>
          <a:p>
            <a:r>
              <a:t>  "repetition_reason": "Catalog inventory: adjacent entries intentionally show every count/orientation for comparison; this is not a presentation sequence.",</a:t>
            </a:r>
          </a:p>
          <a:p>
            <a:r>
              <a:t>  "images": {},</a:t>
            </a:r>
          </a:p>
          <a:p>
            <a:r>
              <a:t>  "template_sha256": "8eaf948781dead9554a62e3ac491faba9cb93dc833fd60ddb4615a3e302e4e72"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"slide011",</a:t>
            </a:r>
          </a:p>
          <a:p>
            <a:r>
              <a:t>  "origin": "catalog",</a:t>
            </a:r>
          </a:p>
          <a:p>
            <a:r>
              <a:t>  "layout_id": "ed_table_three_columns_4",</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"s011",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"s011",</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"s011",</a:t>
            </a:r>
          </a:p>
          <a:p>
            <a:r>
              <a:t>          "quote": "観点"</a:t>
            </a:r>
          </a:p>
          <a:p>
            <a:r>
              <a:t>        }</a:t>
            </a:r>
          </a:p>
          <a:p>
            <a:r>
              <a:t>      ],</a:t>
            </a:r>
          </a:p>
          <a:p>
            <a:r>
              <a:t>      "mode": "verbatim"</a:t>
            </a:r>
          </a:p>
          <a:p>
            <a:r>
              <a:t>    },</a:t>
            </a:r>
          </a:p>
          <a:p>
            <a:r>
              <a:t>    {</a:t>
            </a:r>
          </a:p>
          <a:p>
            <a:r>
              <a:t>      "text": "確認事項",</a:t>
            </a:r>
          </a:p>
          <a:p>
            <a:r>
              <a:t>      "refs": [</a:t>
            </a:r>
          </a:p>
          <a:p>
            <a:r>
              <a:t>        {</a:t>
            </a:r>
          </a:p>
          <a:p>
            <a:r>
              <a:t>          "source_id": "s011",</a:t>
            </a:r>
          </a:p>
          <a:p>
            <a:r>
              <a:t>          "quote": "確認事項"</a:t>
            </a:r>
          </a:p>
          <a:p>
            <a:r>
              <a:t>        }</a:t>
            </a:r>
          </a:p>
          <a:p>
            <a:r>
              <a:t>      ],</a:t>
            </a:r>
          </a:p>
          <a:p>
            <a:r>
              <a:t>      "mode": "verbatim"</a:t>
            </a:r>
          </a:p>
          <a:p>
            <a:r>
              <a:t>    },</a:t>
            </a:r>
          </a:p>
          <a:p>
            <a:r>
              <a:t>    {</a:t>
            </a:r>
          </a:p>
          <a:p>
            <a:r>
              <a:t>      "text": "留保",</a:t>
            </a:r>
          </a:p>
          <a:p>
            <a:r>
              <a:t>      "refs": [</a:t>
            </a:r>
          </a:p>
          <a:p>
            <a:r>
              <a:t>        {</a:t>
            </a:r>
          </a:p>
          <a:p>
            <a:r>
              <a:t>          "source_id": "s011",</a:t>
            </a:r>
          </a:p>
          <a:p>
            <a:r>
              <a:t>          "quote": "留保"</a:t>
            </a:r>
          </a:p>
          <a:p>
            <a:r>
              <a:t>        }</a:t>
            </a:r>
          </a:p>
          <a:p>
            <a:r>
              <a:t>      ],</a:t>
            </a:r>
          </a:p>
          <a:p>
            <a:r>
              <a:t>      "mode": "verbatim"</a:t>
            </a:r>
          </a:p>
          <a:p>
            <a:r>
              <a:t>    },</a:t>
            </a:r>
          </a:p>
          <a:p>
            <a:r>
              <a:t>    {</a:t>
            </a:r>
          </a:p>
          <a:p>
            <a:r>
              <a:t>      "text": "検索入口を揃える",</a:t>
            </a:r>
          </a:p>
          <a:p>
            <a:r>
              <a:t>      "refs": [</a:t>
            </a:r>
          </a:p>
          <a:p>
            <a:r>
              <a:t>        {</a:t>
            </a:r>
          </a:p>
          <a:p>
            <a:r>
              <a:t>          "source_id": "s011",</a:t>
            </a:r>
          </a:p>
          <a:p>
            <a:r>
              <a:t>          "quote": "検索入口を揃える"</a:t>
            </a:r>
          </a:p>
          <a:p>
            <a:r>
              <a:t>        }</a:t>
            </a:r>
          </a:p>
          <a:p>
            <a:r>
              <a:t>      ],</a:t>
            </a:r>
          </a:p>
          <a:p>
            <a:r>
              <a:t>      "mode": "verbatim"</a:t>
            </a:r>
          </a:p>
          <a:p>
            <a:r>
              <a:t>    },</a:t>
            </a:r>
          </a:p>
          <a:p>
            <a:r>
              <a:t>    {</a:t>
            </a:r>
          </a:p>
          <a:p>
            <a:r>
              <a:t>      "text": "索引と用語の対応を確認",</a:t>
            </a:r>
          </a:p>
          <a:p>
            <a:r>
              <a:t>      "refs": [</a:t>
            </a:r>
          </a:p>
          <a:p>
            <a:r>
              <a:t>        {</a:t>
            </a:r>
          </a:p>
          <a:p>
            <a:r>
              <a:t>          "source_id": "s011",</a:t>
            </a:r>
          </a:p>
          <a:p>
            <a:r>
              <a:t>          "quote": "索引と用語の対応を確認"</a:t>
            </a:r>
          </a:p>
          <a:p>
            <a:r>
              <a:t>        }</a:t>
            </a:r>
          </a:p>
          <a:p>
            <a:r>
              <a:t>      ],</a:t>
            </a:r>
          </a:p>
          <a:p>
            <a:r>
              <a:t>      "mode": "verbatim"</a:t>
            </a:r>
          </a:p>
          <a:p>
            <a:r>
              <a:t>    },</a:t>
            </a:r>
          </a:p>
          <a:p>
            <a:r>
              <a:t>    {</a:t>
            </a:r>
          </a:p>
          <a:p>
            <a:r>
              <a:t>      "text": "架空資料A・検索節\n部署間の呼称差が残る",</a:t>
            </a:r>
          </a:p>
          <a:p>
            <a:r>
              <a:t>      "refs": [</a:t>
            </a:r>
          </a:p>
          <a:p>
            <a:r>
              <a:t>        {</a:t>
            </a:r>
          </a:p>
          <a:p>
            <a:r>
              <a:t>          "source_id": "s011",</a:t>
            </a:r>
          </a:p>
          <a:p>
            <a:r>
              <a:t>          "quote": "架空資料A・検索節\n部署間の呼称差が残る"</a:t>
            </a:r>
          </a:p>
          <a:p>
            <a:r>
              <a:t>        }</a:t>
            </a:r>
          </a:p>
          <a:p>
            <a:r>
              <a:t>      ],</a:t>
            </a:r>
          </a:p>
          <a:p>
            <a:r>
              <a:t>      "mode": "verbatim"</a:t>
            </a:r>
          </a:p>
          <a:p>
            <a:r>
              <a:t>    },</a:t>
            </a:r>
          </a:p>
          <a:p>
            <a:r>
              <a:t>    {</a:t>
            </a:r>
          </a:p>
          <a:p>
            <a:r>
              <a:t>      "text": "根拠まで辿れる",</a:t>
            </a:r>
          </a:p>
          <a:p>
            <a:r>
              <a:t>      "refs": [</a:t>
            </a:r>
          </a:p>
          <a:p>
            <a:r>
              <a:t>        {</a:t>
            </a:r>
          </a:p>
          <a:p>
            <a:r>
              <a:t>          "source_id": "s011",</a:t>
            </a:r>
          </a:p>
          <a:p>
            <a:r>
              <a:t>          "quote": "根拠まで辿れる"</a:t>
            </a:r>
          </a:p>
          <a:p>
            <a:r>
              <a:t>        }</a:t>
            </a:r>
          </a:p>
          <a:p>
            <a:r>
              <a:t>      ],</a:t>
            </a:r>
          </a:p>
          <a:p>
            <a:r>
              <a:t>      "mode": "verbatim"</a:t>
            </a:r>
          </a:p>
          <a:p>
            <a:r>
              <a:t>    },</a:t>
            </a:r>
          </a:p>
          <a:p>
            <a:r>
              <a:t>    {</a:t>
            </a:r>
          </a:p>
          <a:p>
            <a:r>
              <a:t>      "text": "引用箇所と調査条件を照合",</a:t>
            </a:r>
          </a:p>
          <a:p>
            <a:r>
              <a:t>      "refs": [</a:t>
            </a:r>
          </a:p>
          <a:p>
            <a:r>
              <a:t>        {</a:t>
            </a:r>
          </a:p>
          <a:p>
            <a:r>
              <a:t>          "source_id": "s011",</a:t>
            </a:r>
          </a:p>
          <a:p>
            <a:r>
              <a:t>          "quote": "引用箇所と調査条件を照合"</a:t>
            </a:r>
          </a:p>
          <a:p>
            <a:r>
              <a:t>        }</a:t>
            </a:r>
          </a:p>
          <a:p>
            <a:r>
              <a:t>      ],</a:t>
            </a:r>
          </a:p>
          <a:p>
            <a:r>
              <a:t>      "mode": "verbatim"</a:t>
            </a:r>
          </a:p>
          <a:p>
            <a:r>
              <a:t>    },</a:t>
            </a:r>
          </a:p>
          <a:p>
            <a:r>
              <a:t>    {</a:t>
            </a:r>
          </a:p>
          <a:p>
            <a:r>
              <a:t>      "text": "架空資料B・条件節\n原文の条件を保持",</a:t>
            </a:r>
          </a:p>
          <a:p>
            <a:r>
              <a:t>      "refs": [</a:t>
            </a:r>
          </a:p>
          <a:p>
            <a:r>
              <a:t>        {</a:t>
            </a:r>
          </a:p>
          <a:p>
            <a:r>
              <a:t>          "source_id": "s011",</a:t>
            </a:r>
          </a:p>
          <a:p>
            <a:r>
              <a:t>          "quote": "架空資料B・条件節\n原文の条件を保持"</a:t>
            </a:r>
          </a:p>
          <a:p>
            <a:r>
              <a:t>        }</a:t>
            </a:r>
          </a:p>
          <a:p>
            <a:r>
              <a:t>      ],</a:t>
            </a:r>
          </a:p>
          <a:p>
            <a:r>
              <a:t>      "mode": "verbatim"</a:t>
            </a:r>
          </a:p>
          <a:p>
            <a:r>
              <a:t>    },</a:t>
            </a:r>
          </a:p>
          <a:p>
            <a:r>
              <a:t>    {</a:t>
            </a:r>
          </a:p>
          <a:p>
            <a:r>
              <a:t>      "text": "更新範囲を決める",</a:t>
            </a:r>
          </a:p>
          <a:p>
            <a:r>
              <a:t>      "refs": [</a:t>
            </a:r>
          </a:p>
          <a:p>
            <a:r>
              <a:t>        {</a:t>
            </a:r>
          </a:p>
          <a:p>
            <a:r>
              <a:t>          "source_id": "s011",</a:t>
            </a:r>
          </a:p>
          <a:p>
            <a:r>
              <a:t>          "quote": "更新範囲を決める"</a:t>
            </a:r>
          </a:p>
          <a:p>
            <a:r>
              <a:t>        }</a:t>
            </a:r>
          </a:p>
          <a:p>
            <a:r>
              <a:t>      ],</a:t>
            </a:r>
          </a:p>
          <a:p>
            <a:r>
              <a:t>      "mode": "verbatim"</a:t>
            </a:r>
          </a:p>
          <a:p>
            <a:r>
              <a:t>    },</a:t>
            </a:r>
          </a:p>
          <a:p>
            <a:r>
              <a:t>    {</a:t>
            </a:r>
          </a:p>
          <a:p>
            <a:r>
              <a:t>      "text": "担当と確認時期を決める",</a:t>
            </a:r>
          </a:p>
          <a:p>
            <a:r>
              <a:t>      "refs": [</a:t>
            </a:r>
          </a:p>
          <a:p>
            <a:r>
              <a:t>        {</a:t>
            </a:r>
          </a:p>
          <a:p>
            <a:r>
              <a:t>          "source_id": "s011",</a:t>
            </a:r>
          </a:p>
          <a:p>
            <a:r>
              <a:t>          "quote": "担当と確認時期を決める"</a:t>
            </a:r>
          </a:p>
          <a:p>
            <a:r>
              <a:t>        }</a:t>
            </a:r>
          </a:p>
          <a:p>
            <a:r>
              <a:t>      ],</a:t>
            </a:r>
          </a:p>
          <a:p>
            <a:r>
              <a:t>      "mode": "verbatim"</a:t>
            </a:r>
          </a:p>
          <a:p>
            <a:r>
              <a:t>    },</a:t>
            </a:r>
          </a:p>
          <a:p>
            <a:r>
              <a:t>    {</a:t>
            </a:r>
          </a:p>
          <a:p>
            <a:r>
              <a:t>      "text": "架空資料C・運用節\n確認日：未記録",</a:t>
            </a:r>
          </a:p>
          <a:p>
            <a:r>
              <a:t>      "refs": [</a:t>
            </a:r>
          </a:p>
          <a:p>
            <a:r>
              <a:t>        {</a:t>
            </a:r>
          </a:p>
          <a:p>
            <a:r>
              <a:t>          "source_id": "s011",</a:t>
            </a:r>
          </a:p>
          <a:p>
            <a:r>
              <a:t>          "quote": "架空資料C・運用節\n確認日：未記録"</a:t>
            </a:r>
          </a:p>
          <a:p>
            <a:r>
              <a:t>        }</a:t>
            </a:r>
          </a:p>
          <a:p>
            <a:r>
              <a:t>      ],</a:t>
            </a:r>
          </a:p>
          <a:p>
            <a:r>
              <a:t>      "mode": "verbatim"</a:t>
            </a:r>
          </a:p>
          <a:p>
            <a:r>
              <a:t>    },</a:t>
            </a:r>
          </a:p>
          <a:p>
            <a:r>
              <a:t>    {</a:t>
            </a:r>
          </a:p>
          <a:p>
            <a:r>
              <a:t>      "text": "例外を見える化",</a:t>
            </a:r>
          </a:p>
          <a:p>
            <a:r>
              <a:t>      "refs": [</a:t>
            </a:r>
          </a:p>
          <a:p>
            <a:r>
              <a:t>        {</a:t>
            </a:r>
          </a:p>
          <a:p>
            <a:r>
              <a:t>          "source_id": "s011",</a:t>
            </a:r>
          </a:p>
          <a:p>
            <a:r>
              <a:t>          "quote": "例外を見える化"</a:t>
            </a:r>
          </a:p>
          <a:p>
            <a:r>
              <a:t>        }</a:t>
            </a:r>
          </a:p>
          <a:p>
            <a:r>
              <a:t>      ],</a:t>
            </a:r>
          </a:p>
          <a:p>
            <a:r>
              <a:t>      "mode": "verbatim"</a:t>
            </a:r>
          </a:p>
          <a:p>
            <a:r>
              <a:t>    },</a:t>
            </a:r>
          </a:p>
          <a:p>
            <a:r>
              <a:t>    {</a:t>
            </a:r>
          </a:p>
          <a:p>
            <a:r>
              <a:t>      "text": "適用できない場面を記録",</a:t>
            </a:r>
          </a:p>
          <a:p>
            <a:r>
              <a:t>      "refs": [</a:t>
            </a:r>
          </a:p>
          <a:p>
            <a:r>
              <a:t>        {</a:t>
            </a:r>
          </a:p>
          <a:p>
            <a:r>
              <a:t>          "source_id": "s011",</a:t>
            </a:r>
          </a:p>
          <a:p>
            <a:r>
              <a:t>          "quote": "適用できない場面を記録"</a:t>
            </a:r>
          </a:p>
          <a:p>
            <a:r>
              <a:t>        }</a:t>
            </a:r>
          </a:p>
          <a:p>
            <a:r>
              <a:t>      ],</a:t>
            </a:r>
          </a:p>
          <a:p>
            <a:r>
              <a:t>      "mode": "verbatim"</a:t>
            </a:r>
          </a:p>
          <a:p>
            <a:r>
              <a:t>    },</a:t>
            </a:r>
          </a:p>
          <a:p>
            <a:r>
              <a:t>    {</a:t>
            </a:r>
          </a:p>
          <a:p>
            <a:r>
              <a:t>      "text": "架空資料D・例外節\n個別の判断が必要",</a:t>
            </a:r>
          </a:p>
          <a:p>
            <a:r>
              <a:t>      "refs": [</a:t>
            </a:r>
          </a:p>
          <a:p>
            <a:r>
              <a:t>        {</a:t>
            </a:r>
          </a:p>
          <a:p>
            <a:r>
              <a:t>          "source_id": "s011",</a:t>
            </a:r>
          </a:p>
          <a:p>
            <a:r>
              <a:t>          "quote": "架空資料D・例外節\n個別の判断が必要"</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"s011",</a:t>
            </a:r>
          </a:p>
          <a:p>
            <a:r>
              <a:t>          "quote": "留保：同じ条件で比較した結果ではない。各資料の対象範囲を確認する。"</a:t>
            </a:r>
          </a:p>
          <a:p>
            <a:r>
              <a:t>        }</a:t>
            </a:r>
          </a:p>
          <a:p>
            <a:r>
              <a:t>      ],</a:t>
            </a:r>
          </a:p>
          <a:p>
            <a:r>
              <a:t>      "mode": "verbatim"</a:t>
            </a:r>
          </a:p>
          <a:p>
            <a:r>
              <a:t>    }</a:t>
            </a:r>
          </a:p>
          <a:p>
            <a:r>
              <a:t>  ],</a:t>
            </a:r>
          </a:p>
          <a:p>
            <a:r>
              <a:t>  "citations": {</a:t>
            </a:r>
          </a:p>
          <a:p>
            <a:r>
              <a:t>    "s011":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"three_columns",</a:t>
            </a:r>
          </a:p>
          <a:p>
            <a:r>
              <a:t>  "repetition_reason": "Catalog inventory: adjacent entries intentionally show every count/orientation for comparison; this is not a presentation sequence.",</a:t>
            </a:r>
          </a:p>
          <a:p>
            <a:r>
              <a:t>  "images": {},</a:t>
            </a:r>
          </a:p>
          <a:p>
            <a:r>
              <a:t>  "template_sha256": "f23fbba0be512b40285904d25dfa2e0f7155bbb5e7d7a4a059e6fdff5e255115"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"slide012",</a:t>
            </a:r>
          </a:p>
          <a:p>
            <a:r>
              <a:t>  "origin": "catalog",</a:t>
            </a:r>
          </a:p>
          <a:p>
            <a:r>
              <a:t>  "layout_id": "ed_chart_bar_right_4",</a:t>
            </a:r>
          </a:p>
          <a:p>
            <a:r>
              <a:t>  "variant": "warm",</a:t>
            </a:r>
          </a:p>
          <a:p>
            <a:r>
              <a:t>  "rationale": "Public template fixture; short fictional slot content; no private data.",</a:t>
            </a:r>
          </a:p>
          <a:p>
            <a:r>
              <a:t>  "source_sha256": "8b6dcc51a0e596f6b3b085e1a324015196093efcef339f41e549bf5eb478f7e2",</a:t>
            </a:r>
          </a:p>
          <a:p>
            <a:r>
              <a:t>  "evidence": [</a:t>
            </a:r>
          </a:p>
          <a:p>
            <a:r>
              <a:t>    {</a:t>
            </a:r>
          </a:p>
          <a:p>
            <a:r>
              <a:t>      "text": "社内ナレッジを探しやすくする条件",</a:t>
            </a:r>
          </a:p>
          <a:p>
            <a:r>
              <a:t>      "refs": [</a:t>
            </a:r>
          </a:p>
          <a:p>
            <a:r>
              <a:t>        {</a:t>
            </a:r>
          </a:p>
          <a:p>
            <a:r>
              <a:t>          "source_id": "s012",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"s012",</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"s012",</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"s012",</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"s012",</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"s012",</a:t>
            </a:r>
          </a:p>
          <a:p>
            <a:r>
              <a:t>          "quote": "検索"</a:t>
            </a:r>
          </a:p>
          <a:p>
            <a:r>
              <a:t>        }</a:t>
            </a:r>
          </a:p>
          <a:p>
            <a:r>
              <a:t>      ],</a:t>
            </a:r>
          </a:p>
          <a:p>
            <a:r>
              <a:t>      "mode": "verbatim"</a:t>
            </a:r>
          </a:p>
          <a:p>
            <a:r>
              <a:t>    },</a:t>
            </a:r>
          </a:p>
          <a:p>
            <a:r>
              <a:t>    {</a:t>
            </a:r>
          </a:p>
          <a:p>
            <a:r>
              <a:t>      "text": "出典",</a:t>
            </a:r>
          </a:p>
          <a:p>
            <a:r>
              <a:t>      "refs": [</a:t>
            </a:r>
          </a:p>
          <a:p>
            <a:r>
              <a:t>        {</a:t>
            </a:r>
          </a:p>
          <a:p>
            <a:r>
              <a:t>          "source_id": "s012",</a:t>
            </a:r>
          </a:p>
          <a:p>
            <a:r>
              <a:t>          "quote": "出典"</a:t>
            </a:r>
          </a:p>
          <a:p>
            <a:r>
              <a:t>        }</a:t>
            </a:r>
          </a:p>
          <a:p>
            <a:r>
              <a:t>      ],</a:t>
            </a:r>
          </a:p>
          <a:p>
            <a:r>
              <a:t>      "mode": "verbatim"</a:t>
            </a:r>
          </a:p>
          <a:p>
            <a:r>
              <a:t>    },</a:t>
            </a:r>
          </a:p>
          <a:p>
            <a:r>
              <a:t>    {</a:t>
            </a:r>
          </a:p>
          <a:p>
            <a:r>
              <a:t>      "text": "更新",</a:t>
            </a:r>
          </a:p>
          <a:p>
            <a:r>
              <a:t>      "refs": [</a:t>
            </a:r>
          </a:p>
          <a:p>
            <a:r>
              <a:t>        {</a:t>
            </a:r>
          </a:p>
          <a:p>
            <a:r>
              <a:t>          "source_id": "s012",</a:t>
            </a:r>
          </a:p>
          <a:p>
            <a:r>
              <a:t>          "quote": "更新"</a:t>
            </a:r>
          </a:p>
          <a:p>
            <a:r>
              <a:t>        }</a:t>
            </a:r>
          </a:p>
          <a:p>
            <a:r>
              <a:t>      ],</a:t>
            </a:r>
          </a:p>
          <a:p>
            <a:r>
              <a:t>      "mode": "verbatim"</a:t>
            </a:r>
          </a:p>
          <a:p>
            <a:r>
              <a:t>    },</a:t>
            </a:r>
          </a:p>
          <a:p>
            <a:r>
              <a:t>    {</a:t>
            </a:r>
          </a:p>
          <a:p>
            <a:r>
              <a:t>      "text": "共有",</a:t>
            </a:r>
          </a:p>
          <a:p>
            <a:r>
              <a:t>      "refs": [</a:t>
            </a:r>
          </a:p>
          <a:p>
            <a:r>
              <a:t>        {</a:t>
            </a:r>
          </a:p>
          <a:p>
            <a:r>
              <a:t>          "source_id": "s012",</a:t>
            </a:r>
          </a:p>
          <a:p>
            <a:r>
              <a:t>          "quote": "共有"</a:t>
            </a:r>
          </a:p>
          <a:p>
            <a:r>
              <a:t>        }</a:t>
            </a:r>
          </a:p>
          <a:p>
            <a:r>
              <a:t>      ],</a:t>
            </a:r>
          </a:p>
          <a:p>
            <a:r>
              <a:t>      "mode": "verbatim"</a:t>
            </a:r>
          </a:p>
          <a:p>
            <a:r>
              <a:t>    },</a:t>
            </a:r>
          </a:p>
          <a:p>
            <a:r>
              <a:t>    {</a:t>
            </a:r>
          </a:p>
          <a:p>
            <a:r>
              <a:t>      "text": "架空集計（件）",</a:t>
            </a:r>
          </a:p>
          <a:p>
            <a:r>
              <a:t>      "refs": [</a:t>
            </a:r>
          </a:p>
          <a:p>
            <a:r>
              <a:t>        {</a:t>
            </a:r>
          </a:p>
          <a:p>
            <a:r>
              <a:t>          "source_id": "s012",</a:t>
            </a:r>
          </a:p>
          <a:p>
            <a:r>
              <a:t>          "quote": "架空集計（件）"</a:t>
            </a:r>
          </a:p>
          <a:p>
            <a:r>
              <a:t>        }</a:t>
            </a:r>
          </a:p>
          <a:p>
            <a:r>
              <a:t>      ],</a:t>
            </a:r>
          </a:p>
          <a:p>
            <a:r>
              <a:t>      "mode": "verbatim"</a:t>
            </a:r>
          </a:p>
          <a:p>
            <a:r>
              <a:t>    },</a:t>
            </a:r>
          </a:p>
          <a:p>
            <a:r>
              <a:t>    {</a:t>
            </a:r>
          </a:p>
          <a:p>
            <a:r>
              <a:t>      "value": 42.0,</a:t>
            </a:r>
          </a:p>
          <a:p>
            <a:r>
              <a:t>      "refs": [</a:t>
            </a:r>
          </a:p>
          <a:p>
            <a:r>
              <a:t>        {</a:t>
            </a:r>
          </a:p>
          <a:p>
            <a:r>
              <a:t>          "source_id": "s012",</a:t>
            </a:r>
          </a:p>
          <a:p>
            <a:r>
              <a:t>          "quote": "42"</a:t>
            </a:r>
          </a:p>
          <a:p>
            <a:r>
              <a:t>        }</a:t>
            </a:r>
          </a:p>
          <a:p>
            <a:r>
              <a:t>      ]</a:t>
            </a:r>
          </a:p>
          <a:p>
            <a:r>
              <a:t>    },</a:t>
            </a:r>
          </a:p>
          <a:p>
            <a:r>
              <a:t>    {</a:t>
            </a:r>
          </a:p>
          <a:p>
            <a:r>
              <a:t>      "value": 35.0,</a:t>
            </a:r>
          </a:p>
          <a:p>
            <a:r>
              <a:t>      "refs": [</a:t>
            </a:r>
          </a:p>
          <a:p>
            <a:r>
              <a:t>        {</a:t>
            </a:r>
          </a:p>
          <a:p>
            <a:r>
              <a:t>          "source_id": "s012",</a:t>
            </a:r>
          </a:p>
          <a:p>
            <a:r>
              <a:t>          "quote": "35"</a:t>
            </a:r>
          </a:p>
          <a:p>
            <a:r>
              <a:t>        }</a:t>
            </a:r>
          </a:p>
          <a:p>
            <a:r>
              <a:t>      ]</a:t>
            </a:r>
          </a:p>
          <a:p>
            <a:r>
              <a:t>    },</a:t>
            </a:r>
          </a:p>
          <a:p>
            <a:r>
              <a:t>    {</a:t>
            </a:r>
          </a:p>
          <a:p>
            <a:r>
              <a:t>      "value": 28.0,</a:t>
            </a:r>
          </a:p>
          <a:p>
            <a:r>
              <a:t>      "refs": [</a:t>
            </a:r>
          </a:p>
          <a:p>
            <a:r>
              <a:t>        {</a:t>
            </a:r>
          </a:p>
          <a:p>
            <a:r>
              <a:t>          "source_id": "s012",</a:t>
            </a:r>
          </a:p>
          <a:p>
            <a:r>
              <a:t>          "quote": "28"</a:t>
            </a:r>
          </a:p>
          <a:p>
            <a:r>
              <a:t>        }</a:t>
            </a:r>
          </a:p>
          <a:p>
            <a:r>
              <a:t>      ]</a:t>
            </a:r>
          </a:p>
          <a:p>
            <a:r>
              <a:t>    },</a:t>
            </a:r>
          </a:p>
          <a:p>
            <a:r>
              <a:t>    {</a:t>
            </a:r>
          </a:p>
          <a:p>
            <a:r>
              <a:t>      "value": 18.0,</a:t>
            </a:r>
          </a:p>
          <a:p>
            <a:r>
              <a:t>      "refs": [</a:t>
            </a:r>
          </a:p>
          <a:p>
            <a:r>
              <a:t>        {</a:t>
            </a:r>
          </a:p>
          <a:p>
            <a:r>
              <a:t>          "source_id": "s012",</a:t>
            </a:r>
          </a:p>
          <a:p>
            <a:r>
              <a:t>          "quote": "18"</a:t>
            </a:r>
          </a:p>
          <a:p>
            <a:r>
              <a:t>        }</a:t>
            </a:r>
          </a:p>
          <a:p>
            <a:r>
              <a:t>      ]</a:t>
            </a:r>
          </a:p>
          <a:p>
            <a:r>
              <a:t>    }</a:t>
            </a:r>
          </a:p>
          <a:p>
            <a:r>
              <a:t>  ],</a:t>
            </a:r>
          </a:p>
          <a:p>
            <a:r>
              <a:t>  "citations": {</a:t>
            </a:r>
          </a:p>
          <a:p>
            <a:r>
              <a:t>    "s012":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"bar_right",</a:t>
            </a:r>
          </a:p>
          <a:p>
            <a:r>
              <a:t>  "repetition_reason": "Catalog inventory: adjacent entries intentionally show every count/orientation for comparison; this is not a presentation sequence.",</a:t>
            </a:r>
          </a:p>
          <a:p>
            <a:r>
              <a:t>  "images": {},</a:t>
            </a:r>
          </a:p>
          <a:p>
            <a:r>
              <a:t>  "template_sha256": "2ccc092dd4d266ecd52c6b8c696f7cc8ac054b0c1a8052bb9f97478f45783701"</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40080" y="1097280"/>
            <a:ext cx="9875520" cy="1143000"/>
          </a:xfrm>
          <a:prstGeom prst="rect">
            <a:avLst/>
          </a:prstGeom>
          <a:noFill/>
        </p:spPr>
        <p:txBody>
          <a:bodyPr wrap="square"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8" name="slot:context"/>
          <p:cNvSpPr txBox="1"/>
          <p:nvPr/>
        </p:nvSpPr>
        <p:spPr>
          <a:xfrm>
            <a:off x="658368" y="2423160"/>
            <a:ext cx="10607040" cy="6858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9" name="decor:3"/>
          <p:cNvSpPr/>
          <p:nvPr/>
        </p:nvSpPr>
        <p:spPr>
          <a:xfrm>
            <a:off x="64008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4008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50392" y="3794760"/>
            <a:ext cx="499262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50392" y="4315968"/>
            <a:ext cx="4992624" cy="14447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621792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21792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428232" y="3794760"/>
            <a:ext cx="499262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428232" y="4315968"/>
            <a:ext cx="4992624" cy="14447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3072384"/>
            <a:ext cx="3102864" cy="22707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5452872"/>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3072384"/>
            <a:ext cx="3102864" cy="22707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要約だけで判断せず、原文の条件と確認日を一緒に読み取れる形にする。引用先の位置も残し、解釈に疑問があれば読み手が前提を確かめられるようにする。</a:t>
            </a:r>
          </a:p>
        </p:txBody>
      </p:sp>
      <p:sp>
        <p:nvSpPr>
          <p:cNvPr id="18" name="slot:item_2_evidence"/>
          <p:cNvSpPr txBox="1"/>
          <p:nvPr/>
        </p:nvSpPr>
        <p:spPr>
          <a:xfrm>
            <a:off x="4538472" y="5452872"/>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3072384"/>
            <a:ext cx="3102864" cy="195325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変更頻度に応じて確認担当を置き、古い記述を見分けられるようにする。更新が止まった資料は利用条件を明記し、再確認の対象として管理する。</a:t>
            </a:r>
          </a:p>
        </p:txBody>
      </p:sp>
      <p:sp>
        <p:nvSpPr>
          <p:cNvPr id="23" name="slot:item_3_evidence"/>
          <p:cNvSpPr txBox="1"/>
          <p:nvPr/>
        </p:nvSpPr>
        <p:spPr>
          <a:xfrm>
            <a:off x="8263128" y="5135371"/>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25519"/>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25519"/>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25519"/>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5548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5548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
        <p:nvSpPr>
          <p:cNvPr id="34" name="decor:13"/>
          <p:cNvSpPr/>
          <p:nvPr/>
        </p:nvSpPr>
        <p:spPr>
          <a:xfrm>
            <a:off x="8052816"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ecor:14"/>
          <p:cNvSpPr/>
          <p:nvPr/>
        </p:nvSpPr>
        <p:spPr>
          <a:xfrm>
            <a:off x="8052816"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lot:item_6_heading"/>
          <p:cNvSpPr txBox="1"/>
          <p:nvPr/>
        </p:nvSpPr>
        <p:spPr>
          <a:xfrm>
            <a:off x="8263128"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7" name="slot:item_6_body"/>
          <p:cNvSpPr txBox="1"/>
          <p:nvPr/>
        </p:nvSpPr>
        <p:spPr>
          <a:xfrm>
            <a:off x="8263128" y="4828031"/>
            <a:ext cx="3102864"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
        <p:nvSpPr>
          <p:cNvPr id="38" name="slot:item_6_evidence"/>
          <p:cNvSpPr txBox="1"/>
          <p:nvPr/>
        </p:nvSpPr>
        <p:spPr>
          <a:xfrm>
            <a:off x="8263128" y="555548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保留：担当部署へ確認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07238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055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130552"/>
            <a:ext cx="7790688"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2553970"/>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108960"/>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3108960"/>
            <a:ext cx="7790688"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3532378"/>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7" name="decor:5"/>
          <p:cNvSpPr/>
          <p:nvPr/>
        </p:nvSpPr>
        <p:spPr>
          <a:xfrm>
            <a:off x="685800" y="502920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087368"/>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3730752" y="4087368"/>
            <a:ext cx="7790688"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0" name="slot:item_3_evidence"/>
          <p:cNvSpPr txBox="1"/>
          <p:nvPr/>
        </p:nvSpPr>
        <p:spPr>
          <a:xfrm>
            <a:off x="3730752" y="4510786"/>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21" name="decor:6"/>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5065775"/>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3" name="slot:item_4_body"/>
          <p:cNvSpPr txBox="1"/>
          <p:nvPr/>
        </p:nvSpPr>
        <p:spPr>
          <a:xfrm>
            <a:off x="3730752" y="5065775"/>
            <a:ext cx="7790688"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4" name="slot:item_4_evidence"/>
          <p:cNvSpPr txBox="1"/>
          <p:nvPr/>
        </p:nvSpPr>
        <p:spPr>
          <a:xfrm>
            <a:off x="3730752" y="5489193"/>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92040"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92040" cy="13182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500372"/>
            <a:ext cx="4892040"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263640"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18503" y="2176272"/>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18503" y="2688336"/>
            <a:ext cx="5202936"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318503" y="3093466"/>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263640"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18503" y="4183379"/>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18503" y="4695444"/>
            <a:ext cx="5202936"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318503" y="5386324"/>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63640"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63640"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473952" y="2276856"/>
            <a:ext cx="4892040"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6473952" y="3072384"/>
            <a:ext cx="4892040" cy="13182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6473952" y="4500372"/>
            <a:ext cx="4892040"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03504"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2176272"/>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2688336"/>
            <a:ext cx="5202936" cy="33197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58368" y="3093466"/>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03504"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58368" y="4183379"/>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58368" y="4695444"/>
            <a:ext cx="5202936" cy="61772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58368" y="5386324"/>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429768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429768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026664" y="3227832"/>
            <a:ext cx="457200" cy="2743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429768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429768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026664" y="4379976"/>
            <a:ext cx="457200" cy="2743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429768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429768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199632" y="2322576"/>
            <a:ext cx="5376672" cy="768096"/>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199632" y="3264408"/>
            <a:ext cx="5376672" cy="10007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199632" y="4411472"/>
            <a:ext cx="5376672" cy="47548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8</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350008"/>
            <a:ext cx="4892040" cy="566928"/>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32104" y="2999232"/>
            <a:ext cx="489204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32104" y="3364992"/>
            <a:ext cx="4892040" cy="10241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832104" y="4425696"/>
            <a:ext cx="489204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832104" y="4791456"/>
            <a:ext cx="4892040" cy="10241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6455664" y="2350008"/>
            <a:ext cx="4892040" cy="566928"/>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6455664" y="2999232"/>
            <a:ext cx="489204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6455664" y="3364992"/>
            <a:ext cx="4892040" cy="10241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455664" y="4425696"/>
            <a:ext cx="489204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455664" y="4791456"/>
            <a:ext cx="4892040" cy="10241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9</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4364736"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4364736"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4364736"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7" name="static:sequence_2"/>
          <p:cNvSpPr txBox="1"/>
          <p:nvPr/>
        </p:nvSpPr>
        <p:spPr>
          <a:xfrm>
            <a:off x="8125968"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8"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8125968"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0" name="slot:item_3_body"/>
          <p:cNvSpPr txBox="1"/>
          <p:nvPr/>
        </p:nvSpPr>
        <p:spPr>
          <a:xfrm>
            <a:off x="8125968"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10</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10972800" cy="100584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788920" cy="493776"/>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3712463" y="2249424"/>
            <a:ext cx="2468880" cy="768096"/>
          </a:xfrm>
          <a:prstGeom prst="rect">
            <a:avLst/>
          </a:prstGeom>
          <a:noFill/>
        </p:spPr>
        <p:txBody>
          <a:bodyPr wrap="square"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6684264" y="2304288"/>
            <a:ext cx="4526280" cy="630936"/>
          </a:xfrm>
          <a:prstGeom prst="rect">
            <a:avLst/>
          </a:prstGeom>
          <a:noFill/>
        </p:spPr>
        <p:txBody>
          <a:bodyPr wrap="square"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603504"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804672" y="3557016"/>
            <a:ext cx="3108960" cy="448056"/>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804672" y="4224528"/>
            <a:ext cx="2011680" cy="649224"/>
          </a:xfrm>
          <a:prstGeom prst="rect">
            <a:avLst/>
          </a:prstGeom>
          <a:noFill/>
        </p:spPr>
        <p:txBody>
          <a:bodyPr wrap="square"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04672" y="5175504"/>
            <a:ext cx="3108960"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4334256"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4535424" y="3557016"/>
            <a:ext cx="3108960" cy="448056"/>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4535424" y="4224528"/>
            <a:ext cx="2011680" cy="649224"/>
          </a:xfrm>
          <a:prstGeom prst="rect">
            <a:avLst/>
          </a:prstGeom>
          <a:noFill/>
        </p:spPr>
        <p:txBody>
          <a:bodyPr wrap="square"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4535424" y="5175504"/>
            <a:ext cx="3108960"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8065008"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8266176" y="3557016"/>
            <a:ext cx="3108960" cy="448056"/>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8266176" y="4224528"/>
            <a:ext cx="2011680" cy="649224"/>
          </a:xfrm>
          <a:prstGeom prst="rect">
            <a:avLst/>
          </a:prstGeom>
          <a:noFill/>
        </p:spPr>
        <p:txBody>
          <a:bodyPr wrap="square"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266176" y="5175504"/>
            <a:ext cx="3108960"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3657600"/>
                <a:gridCol w="3657600"/>
                <a:gridCol w="3657600"/>
              </a:tblGrid>
              <a:tr h="713232">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solidFill>
                      <a:srgbClr val="213547"/>
                    </a:solidFill>
                  </a:tcPr>
                </a:tc>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solidFill>
                      <a:srgbClr val="213547"/>
                    </a:solidFill>
                  </a:tcPr>
                </a:tc>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留保</a:t>
                      </a:r>
                    </a:p>
                  </a:txBody>
                  <a:tcPr marL="155448" marR="155448" marT="64008" marB="64008">
                    <a:solidFill>
                      <a:srgbClr val="213547"/>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架空資料A・検索節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部署間の呼称差が残る</a:t>
                      </a:r>
                    </a:p>
                  </a:txBody>
                  <a:tcPr marL="155448" marR="155448" marT="64008" marB="64008">
                    <a:solidFill>
                      <a:srgbClr val="FFFFFF"/>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架空資料B・条件節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原文の条件を保持</a:t>
                      </a:r>
                    </a:p>
                  </a:txBody>
                  <a:tcPr marL="155448" marR="155448" marT="64008" marB="64008">
                    <a:solidFill>
                      <a:srgbClr val="EDF1F4"/>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架空資料C・運用節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確認日：未記録</a:t>
                      </a:r>
                    </a:p>
                  </a:txBody>
                  <a:tcPr marL="155448" marR="155448" marT="64008" marB="64008">
                    <a:solidFill>
                      <a:srgbClr val="FFFFFF"/>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架空資料D・例外節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個別の判断が必要</a:t>
                      </a:r>
                    </a:p>
                  </a:txBody>
                  <a:tcPr marL="155448" marR="155448" marT="64008" marB="64008">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12</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4572000" y="2157984"/>
            <a:ext cx="6986016"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4572000"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603504" y="2304288"/>
            <a:ext cx="3621024" cy="28346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603504" y="5358384"/>
            <a:ext cx="3621024" cy="65836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