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"ed_agenda_rail_3",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21792" y="2121408"/>
            <a:ext cx="914400" cy="3886200"/>
          </a:xfrm>
          <a:prstGeom prst="rect">
            <a:avLst/>
          </a:prstGeom>
          <a:solidFill>
            <a:srgbClr val="E8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1828800" y="3425952"/>
            <a:ext cx="9692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tatic:number_1"/>
          <p:cNvSpPr txBox="1"/>
          <p:nvPr/>
        </p:nvSpPr>
        <p:spPr>
          <a:xfrm>
            <a:off x="1828800" y="2185415"/>
            <a:ext cx="411480" cy="1231391"/>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01</a:t>
            </a:r>
          </a:p>
        </p:txBody>
      </p:sp>
      <p:sp>
        <p:nvSpPr>
          <p:cNvPr id="12" name="slot:item_1_heading"/>
          <p:cNvSpPr txBox="1"/>
          <p:nvPr/>
        </p:nvSpPr>
        <p:spPr>
          <a:xfrm>
            <a:off x="2350008" y="2185415"/>
            <a:ext cx="2542032" cy="1231391"/>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3" name="slot:item_1_body"/>
          <p:cNvSpPr txBox="1"/>
          <p:nvPr/>
        </p:nvSpPr>
        <p:spPr>
          <a:xfrm>
            <a:off x="5102352" y="2185415"/>
            <a:ext cx="6419088" cy="1231391"/>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4" name="decor:5"/>
          <p:cNvSpPr/>
          <p:nvPr/>
        </p:nvSpPr>
        <p:spPr>
          <a:xfrm>
            <a:off x="1828800" y="4712208"/>
            <a:ext cx="9692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atic:number_2"/>
          <p:cNvSpPr txBox="1"/>
          <p:nvPr/>
        </p:nvSpPr>
        <p:spPr>
          <a:xfrm>
            <a:off x="1828800" y="3471672"/>
            <a:ext cx="411480" cy="1231391"/>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02</a:t>
            </a:r>
          </a:p>
        </p:txBody>
      </p:sp>
      <p:sp>
        <p:nvSpPr>
          <p:cNvPr id="16" name="slot:item_2_heading"/>
          <p:cNvSpPr txBox="1"/>
          <p:nvPr/>
        </p:nvSpPr>
        <p:spPr>
          <a:xfrm>
            <a:off x="2350008" y="3471672"/>
            <a:ext cx="2542032" cy="1231391"/>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7" name="slot:item_2_body"/>
          <p:cNvSpPr txBox="1"/>
          <p:nvPr/>
        </p:nvSpPr>
        <p:spPr>
          <a:xfrm>
            <a:off x="5102352" y="3471672"/>
            <a:ext cx="6419088" cy="1231391"/>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8" name="decor:6"/>
          <p:cNvSpPr/>
          <p:nvPr/>
        </p:nvSpPr>
        <p:spPr>
          <a:xfrm>
            <a:off x="1828800" y="5998464"/>
            <a:ext cx="9692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atic:number_3"/>
          <p:cNvSpPr txBox="1"/>
          <p:nvPr/>
        </p:nvSpPr>
        <p:spPr>
          <a:xfrm>
            <a:off x="1828800" y="4757928"/>
            <a:ext cx="411480" cy="1231391"/>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03</a:t>
            </a:r>
          </a:p>
        </p:txBody>
      </p:sp>
      <p:sp>
        <p:nvSpPr>
          <p:cNvPr id="20" name="slot:item_3_heading"/>
          <p:cNvSpPr txBox="1"/>
          <p:nvPr/>
        </p:nvSpPr>
        <p:spPr>
          <a:xfrm>
            <a:off x="2350008" y="4757928"/>
            <a:ext cx="2542032" cy="1231391"/>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21" name="slot:item_3_body"/>
          <p:cNvSpPr txBox="1"/>
          <p:nvPr/>
        </p:nvSpPr>
        <p:spPr>
          <a:xfrm>
            <a:off x="5102352" y="4757928"/>
            <a:ext cx="6419088" cy="1231391"/>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調査範囲</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