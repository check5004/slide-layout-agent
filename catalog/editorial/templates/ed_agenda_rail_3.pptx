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"ed_agenda_rail_3",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21792" y="2121408"/>
            <a:ext cx="914400" cy="3886200"/>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1828800" y="3425952"/>
            <a:ext cx="9692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ic:number_1"/>
          <p:cNvSpPr txBox="1"/>
          <p:nvPr/>
        </p:nvSpPr>
        <p:spPr>
          <a:xfrm>
            <a:off x="1828800" y="2185415"/>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2" name="slot:item_1_heading"/>
          <p:cNvSpPr txBox="1"/>
          <p:nvPr/>
        </p:nvSpPr>
        <p:spPr>
          <a:xfrm>
            <a:off x="2350008" y="2176272"/>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5102352" y="2176272"/>
            <a:ext cx="641908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decor:5"/>
          <p:cNvSpPr/>
          <p:nvPr/>
        </p:nvSpPr>
        <p:spPr>
          <a:xfrm>
            <a:off x="1828800" y="4712208"/>
            <a:ext cx="9692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atic:number_2"/>
          <p:cNvSpPr txBox="1"/>
          <p:nvPr/>
        </p:nvSpPr>
        <p:spPr>
          <a:xfrm>
            <a:off x="1828800" y="3471672"/>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6" name="slot:item_2_heading"/>
          <p:cNvSpPr txBox="1"/>
          <p:nvPr/>
        </p:nvSpPr>
        <p:spPr>
          <a:xfrm>
            <a:off x="2350008" y="3462528"/>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5102352" y="3462528"/>
            <a:ext cx="641908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8" name="decor:6"/>
          <p:cNvSpPr/>
          <p:nvPr/>
        </p:nvSpPr>
        <p:spPr>
          <a:xfrm>
            <a:off x="1828800" y="5998464"/>
            <a:ext cx="9692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atic:number_3"/>
          <p:cNvSpPr txBox="1"/>
          <p:nvPr/>
        </p:nvSpPr>
        <p:spPr>
          <a:xfrm>
            <a:off x="1828800" y="47579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03</a:t>
            </a:r>
          </a:p>
        </p:txBody>
      </p:sp>
      <p:sp>
        <p:nvSpPr>
          <p:cNvPr id="20" name="slot:item_3_heading"/>
          <p:cNvSpPr txBox="1"/>
          <p:nvPr/>
        </p:nvSpPr>
        <p:spPr>
          <a:xfrm>
            <a:off x="2350008" y="4748783"/>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1" name="slot:item_3_body"/>
          <p:cNvSpPr txBox="1"/>
          <p:nvPr/>
        </p:nvSpPr>
        <p:spPr>
          <a:xfrm>
            <a:off x="5102352" y="4748783"/>
            <a:ext cx="641908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調査範囲</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