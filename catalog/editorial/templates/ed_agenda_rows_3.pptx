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"ed_agenda_rows_3",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atic:number_1"/>
          <p:cNvSpPr txBox="1"/>
          <p:nvPr/>
        </p:nvSpPr>
        <p:spPr>
          <a:xfrm>
            <a:off x="694944" y="2185415"/>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1" name="slot:item_1_heading"/>
          <p:cNvSpPr txBox="1"/>
          <p:nvPr/>
        </p:nvSpPr>
        <p:spPr>
          <a:xfrm>
            <a:off x="1216152" y="2185415"/>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3968496" y="2185415"/>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atic:number_2"/>
          <p:cNvSpPr txBox="1"/>
          <p:nvPr/>
        </p:nvSpPr>
        <p:spPr>
          <a:xfrm>
            <a:off x="694944" y="3471672"/>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5" name="slot:item_2_heading"/>
          <p:cNvSpPr txBox="1"/>
          <p:nvPr/>
        </p:nvSpPr>
        <p:spPr>
          <a:xfrm>
            <a:off x="1216152" y="3471672"/>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3968496" y="3471672"/>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tatic:number_3"/>
          <p:cNvSpPr txBox="1"/>
          <p:nvPr/>
        </p:nvSpPr>
        <p:spPr>
          <a:xfrm>
            <a:off x="694944" y="4757928"/>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9" name="slot:item_3_heading"/>
          <p:cNvSpPr txBox="1"/>
          <p:nvPr/>
        </p:nvSpPr>
        <p:spPr>
          <a:xfrm>
            <a:off x="1216152" y="4757928"/>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3968496" y="4757928"/>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調査範囲</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