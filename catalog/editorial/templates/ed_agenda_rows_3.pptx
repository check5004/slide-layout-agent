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"ed_agenda_rows_3",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94944" y="3425952"/>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tatic:number_1"/>
          <p:cNvSpPr txBox="1"/>
          <p:nvPr/>
        </p:nvSpPr>
        <p:spPr>
          <a:xfrm>
            <a:off x="694944" y="2185415"/>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01</a:t>
            </a:r>
          </a:p>
        </p:txBody>
      </p:sp>
      <p:sp>
        <p:nvSpPr>
          <p:cNvPr id="11" name="slot:item_1_heading"/>
          <p:cNvSpPr txBox="1"/>
          <p:nvPr/>
        </p:nvSpPr>
        <p:spPr>
          <a:xfrm>
            <a:off x="1216152" y="2176272"/>
            <a:ext cx="2542032"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2" name="slot:item_1_body"/>
          <p:cNvSpPr txBox="1"/>
          <p:nvPr/>
        </p:nvSpPr>
        <p:spPr>
          <a:xfrm>
            <a:off x="3968496" y="2176272"/>
            <a:ext cx="7516368" cy="1258823"/>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3" name="decor:4"/>
          <p:cNvSpPr/>
          <p:nvPr/>
        </p:nvSpPr>
        <p:spPr>
          <a:xfrm>
            <a:off x="694944" y="4712208"/>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tatic:number_2"/>
          <p:cNvSpPr txBox="1"/>
          <p:nvPr/>
        </p:nvSpPr>
        <p:spPr>
          <a:xfrm>
            <a:off x="694944" y="3471672"/>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02</a:t>
            </a:r>
          </a:p>
        </p:txBody>
      </p:sp>
      <p:sp>
        <p:nvSpPr>
          <p:cNvPr id="15" name="slot:item_2_heading"/>
          <p:cNvSpPr txBox="1"/>
          <p:nvPr/>
        </p:nvSpPr>
        <p:spPr>
          <a:xfrm>
            <a:off x="1216152" y="3462528"/>
            <a:ext cx="2542032"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6" name="slot:item_2_body"/>
          <p:cNvSpPr txBox="1"/>
          <p:nvPr/>
        </p:nvSpPr>
        <p:spPr>
          <a:xfrm>
            <a:off x="3968496" y="3462528"/>
            <a:ext cx="7516368" cy="1258823"/>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7" name="decor:5"/>
          <p:cNvSpPr/>
          <p:nvPr/>
        </p:nvSpPr>
        <p:spPr>
          <a:xfrm>
            <a:off x="694944" y="5998464"/>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tatic:number_3"/>
          <p:cNvSpPr txBox="1"/>
          <p:nvPr/>
        </p:nvSpPr>
        <p:spPr>
          <a:xfrm>
            <a:off x="694944" y="4757928"/>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03</a:t>
            </a:r>
          </a:p>
        </p:txBody>
      </p:sp>
      <p:sp>
        <p:nvSpPr>
          <p:cNvPr id="19" name="slot:item_3_heading"/>
          <p:cNvSpPr txBox="1"/>
          <p:nvPr/>
        </p:nvSpPr>
        <p:spPr>
          <a:xfrm>
            <a:off x="1216152" y="4748783"/>
            <a:ext cx="2542032"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20" name="slot:item_3_body"/>
          <p:cNvSpPr txBox="1"/>
          <p:nvPr/>
        </p:nvSpPr>
        <p:spPr>
          <a:xfrm>
            <a:off x="3968496" y="4748783"/>
            <a:ext cx="7516368" cy="1258823"/>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調査範囲</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