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"ed_bullets_columns_2",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534924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03504" y="2322576"/>
            <a:ext cx="5349240" cy="658368"/>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検索入口を揃える</a:t>
            </a:r>
          </a:p>
        </p:txBody>
      </p:sp>
      <p:sp>
        <p:nvSpPr>
          <p:cNvPr id="11" name="slot:item_1_body"/>
          <p:cNvSpPr txBox="1"/>
          <p:nvPr/>
        </p:nvSpPr>
        <p:spPr>
          <a:xfrm>
            <a:off x="603504" y="3081528"/>
            <a:ext cx="5349240" cy="2834639"/>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用語を揃え、同じ資料へ辿れる入口を整える。</a:t>
            </a:r>
          </a:p>
        </p:txBody>
      </p:sp>
      <p:sp>
        <p:nvSpPr>
          <p:cNvPr id="12" name="decor:4"/>
          <p:cNvSpPr/>
          <p:nvPr/>
        </p:nvSpPr>
        <p:spPr>
          <a:xfrm>
            <a:off x="6227064" y="2139696"/>
            <a:ext cx="534924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6227064" y="2322576"/>
            <a:ext cx="5349240" cy="658368"/>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根拠まで辿れる</a:t>
            </a:r>
          </a:p>
        </p:txBody>
      </p:sp>
      <p:sp>
        <p:nvSpPr>
          <p:cNvPr id="14" name="slot:item_2_body"/>
          <p:cNvSpPr txBox="1"/>
          <p:nvPr/>
        </p:nvSpPr>
        <p:spPr>
          <a:xfrm>
            <a:off x="6227064" y="3081528"/>
            <a:ext cx="5349240" cy="2834639"/>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原文の条件と確認日を、要約とともに残す。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論点と説明</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