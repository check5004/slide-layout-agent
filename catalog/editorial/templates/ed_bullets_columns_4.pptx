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"ed_bullets_columns_4",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0350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03504" y="4361688"/>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0" name="slot:item_4_body"/>
          <p:cNvSpPr txBox="1"/>
          <p:nvPr/>
        </p:nvSpPr>
        <p:spPr>
          <a:xfrm>
            <a:off x="603504" y="5120640"/>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