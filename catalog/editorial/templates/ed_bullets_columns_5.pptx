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"ed_bullets_columns_5",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18" name="decor:6"/>
          <p:cNvSpPr/>
          <p:nvPr/>
        </p:nvSpPr>
        <p:spPr>
          <a:xfrm>
            <a:off x="60350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4_heading"/>
          <p:cNvSpPr txBox="1"/>
          <p:nvPr/>
        </p:nvSpPr>
        <p:spPr>
          <a:xfrm>
            <a:off x="603504" y="4361688"/>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例外を見える化</a:t>
            </a:r>
          </a:p>
        </p:txBody>
      </p:sp>
      <p:sp>
        <p:nvSpPr>
          <p:cNvPr id="20" name="slot:item_4_body"/>
          <p:cNvSpPr txBox="1"/>
          <p:nvPr/>
        </p:nvSpPr>
        <p:spPr>
          <a:xfrm>
            <a:off x="603504" y="5120640"/>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1" name="decor:7"/>
          <p:cNvSpPr/>
          <p:nvPr/>
        </p:nvSpPr>
        <p:spPr>
          <a:xfrm>
            <a:off x="4352544" y="4178807"/>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5_heading"/>
          <p:cNvSpPr txBox="1"/>
          <p:nvPr/>
        </p:nvSpPr>
        <p:spPr>
          <a:xfrm>
            <a:off x="4352544" y="4361688"/>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比較軸を共有する</a:t>
            </a:r>
          </a:p>
        </p:txBody>
      </p:sp>
      <p:sp>
        <p:nvSpPr>
          <p:cNvPr id="23" name="slot:item_5_body"/>
          <p:cNvSpPr txBox="1"/>
          <p:nvPr/>
        </p:nvSpPr>
        <p:spPr>
          <a:xfrm>
            <a:off x="4352544" y="5120640"/>
            <a:ext cx="3474720" cy="795527"/>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