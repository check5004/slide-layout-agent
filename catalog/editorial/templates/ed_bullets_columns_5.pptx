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"ed_bullets_columns_5",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03504" y="2322576"/>
            <a:ext cx="3474720" cy="65836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1" name="slot:item_1_body"/>
          <p:cNvSpPr txBox="1"/>
          <p:nvPr/>
        </p:nvSpPr>
        <p:spPr>
          <a:xfrm>
            <a:off x="603504" y="3081528"/>
            <a:ext cx="3474720" cy="795527"/>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decor:4"/>
          <p:cNvSpPr/>
          <p:nvPr/>
        </p:nvSpPr>
        <p:spPr>
          <a:xfrm>
            <a:off x="435254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4352544" y="2322576"/>
            <a:ext cx="3474720" cy="65836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4" name="slot:item_2_body"/>
          <p:cNvSpPr txBox="1"/>
          <p:nvPr/>
        </p:nvSpPr>
        <p:spPr>
          <a:xfrm>
            <a:off x="4352544" y="3081528"/>
            <a:ext cx="3474720" cy="795527"/>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5" name="decor:5"/>
          <p:cNvSpPr/>
          <p:nvPr/>
        </p:nvSpPr>
        <p:spPr>
          <a:xfrm>
            <a:off x="810158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8101584" y="2322576"/>
            <a:ext cx="3474720" cy="65836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17" name="slot:item_3_body"/>
          <p:cNvSpPr txBox="1"/>
          <p:nvPr/>
        </p:nvSpPr>
        <p:spPr>
          <a:xfrm>
            <a:off x="8101584" y="3081528"/>
            <a:ext cx="3474720" cy="795527"/>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18" name="decor:6"/>
          <p:cNvSpPr/>
          <p:nvPr/>
        </p:nvSpPr>
        <p:spPr>
          <a:xfrm>
            <a:off x="603504" y="4178807"/>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4_heading"/>
          <p:cNvSpPr txBox="1"/>
          <p:nvPr/>
        </p:nvSpPr>
        <p:spPr>
          <a:xfrm>
            <a:off x="603504" y="4361688"/>
            <a:ext cx="3474720" cy="65836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例外を見える化</a:t>
            </a:r>
          </a:p>
        </p:txBody>
      </p:sp>
      <p:sp>
        <p:nvSpPr>
          <p:cNvPr id="20" name="slot:item_4_body"/>
          <p:cNvSpPr txBox="1"/>
          <p:nvPr/>
        </p:nvSpPr>
        <p:spPr>
          <a:xfrm>
            <a:off x="603504" y="5120640"/>
            <a:ext cx="3474720" cy="795527"/>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1" name="decor:7"/>
          <p:cNvSpPr/>
          <p:nvPr/>
        </p:nvSpPr>
        <p:spPr>
          <a:xfrm>
            <a:off x="4352544" y="4178807"/>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5_heading"/>
          <p:cNvSpPr txBox="1"/>
          <p:nvPr/>
        </p:nvSpPr>
        <p:spPr>
          <a:xfrm>
            <a:off x="4352544" y="4361688"/>
            <a:ext cx="3474720" cy="65836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比較軸を共有する</a:t>
            </a:r>
          </a:p>
        </p:txBody>
      </p:sp>
      <p:sp>
        <p:nvSpPr>
          <p:cNvPr id="23" name="slot:item_5_body"/>
          <p:cNvSpPr txBox="1"/>
          <p:nvPr/>
        </p:nvSpPr>
        <p:spPr>
          <a:xfrm>
            <a:off x="4352544" y="5120640"/>
            <a:ext cx="3474720" cy="795527"/>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評価項目を揃え、異なる条件の結果を混同しない。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論点と説明</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