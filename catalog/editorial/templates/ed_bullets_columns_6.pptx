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"ed_bullets_columns_6",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0350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0350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0" name="slot:item_4_body"/>
          <p:cNvSpPr txBox="1"/>
          <p:nvPr/>
        </p:nvSpPr>
        <p:spPr>
          <a:xfrm>
            <a:off x="60350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435254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435254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比較軸を共有する</a:t>
            </a:r>
          </a:p>
        </p:txBody>
      </p:sp>
      <p:sp>
        <p:nvSpPr>
          <p:cNvPr id="23" name="slot:item_5_body"/>
          <p:cNvSpPr txBox="1"/>
          <p:nvPr/>
        </p:nvSpPr>
        <p:spPr>
          <a:xfrm>
            <a:off x="435254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24" name="decor:8"/>
          <p:cNvSpPr/>
          <p:nvPr/>
        </p:nvSpPr>
        <p:spPr>
          <a:xfrm>
            <a:off x="810158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lot:item_6_heading"/>
          <p:cNvSpPr txBox="1"/>
          <p:nvPr/>
        </p:nvSpPr>
        <p:spPr>
          <a:xfrm>
            <a:off x="8101584" y="4361688"/>
            <a:ext cx="3474720" cy="65836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確認先を残す</a:t>
            </a:r>
          </a:p>
        </p:txBody>
      </p:sp>
      <p:sp>
        <p:nvSpPr>
          <p:cNvPr id="26" name="slot:item_6_body"/>
          <p:cNvSpPr txBox="1"/>
          <p:nvPr/>
        </p:nvSpPr>
        <p:spPr>
          <a:xfrm>
            <a:off x="8101584" y="5120640"/>
            <a:ext cx="3474720" cy="795527"/>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