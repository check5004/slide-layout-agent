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"ed_bullets_rows_2",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4069080"/>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76272"/>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76272"/>
            <a:ext cx="7744968" cy="1901952"/>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4105655"/>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4105655"/>
            <a:ext cx="7744968" cy="1901952"/>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論点と説明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