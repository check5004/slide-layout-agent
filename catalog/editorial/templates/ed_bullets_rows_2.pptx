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"ed_bullets_rows_2",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85415"/>
            <a:ext cx="2834640" cy="187451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85415"/>
            <a:ext cx="7744968" cy="1874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4114800"/>
            <a:ext cx="2834640" cy="1874519"/>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4114800"/>
            <a:ext cx="7744968" cy="1874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