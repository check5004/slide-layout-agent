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"ed_bullets_rows_3",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3425952"/>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94944" y="2185415"/>
            <a:ext cx="2834640" cy="1231391"/>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9896" y="2185415"/>
            <a:ext cx="7744968" cy="123139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694944" y="4712208"/>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94944" y="3471672"/>
            <a:ext cx="2834640" cy="1231391"/>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4" name="slot:item_2_body"/>
          <p:cNvSpPr txBox="1"/>
          <p:nvPr/>
        </p:nvSpPr>
        <p:spPr>
          <a:xfrm>
            <a:off x="3739896" y="3471672"/>
            <a:ext cx="7744968" cy="123139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694944" y="4757928"/>
            <a:ext cx="2834640" cy="1231391"/>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7" name="slot:item_3_body"/>
          <p:cNvSpPr txBox="1"/>
          <p:nvPr/>
        </p:nvSpPr>
        <p:spPr>
          <a:xfrm>
            <a:off x="3739896" y="4757928"/>
            <a:ext cx="7744968" cy="123139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論点と説明</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