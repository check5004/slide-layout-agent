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"ed_bullets_rows_3",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7627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76272"/>
            <a:ext cx="7744968" cy="1258823"/>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3462528"/>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3462528"/>
            <a:ext cx="7744968" cy="1258823"/>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4748783"/>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4748783"/>
            <a:ext cx="7744968" cy="1258823"/>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