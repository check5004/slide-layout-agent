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"ed_bullets_rows_4",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94944" y="3104388"/>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94944" y="2185415"/>
            <a:ext cx="2834640" cy="909827"/>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1" name="slot:item_1_body"/>
          <p:cNvSpPr txBox="1"/>
          <p:nvPr/>
        </p:nvSpPr>
        <p:spPr>
          <a:xfrm>
            <a:off x="3739896" y="2185415"/>
            <a:ext cx="7744968" cy="909827"/>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decor:4"/>
          <p:cNvSpPr/>
          <p:nvPr/>
        </p:nvSpPr>
        <p:spPr>
          <a:xfrm>
            <a:off x="694944" y="4069080"/>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694944" y="3150108"/>
            <a:ext cx="2834640" cy="909827"/>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4" name="slot:item_2_body"/>
          <p:cNvSpPr txBox="1"/>
          <p:nvPr/>
        </p:nvSpPr>
        <p:spPr>
          <a:xfrm>
            <a:off x="3739896" y="3150108"/>
            <a:ext cx="7744968" cy="909827"/>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5" name="decor:5"/>
          <p:cNvSpPr/>
          <p:nvPr/>
        </p:nvSpPr>
        <p:spPr>
          <a:xfrm>
            <a:off x="694944" y="5033772"/>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694944" y="4114800"/>
            <a:ext cx="2834640" cy="909827"/>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17" name="slot:item_3_body"/>
          <p:cNvSpPr txBox="1"/>
          <p:nvPr/>
        </p:nvSpPr>
        <p:spPr>
          <a:xfrm>
            <a:off x="3739896" y="4114800"/>
            <a:ext cx="7744968" cy="909827"/>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18" name="decor:6"/>
          <p:cNvSpPr/>
          <p:nvPr/>
        </p:nvSpPr>
        <p:spPr>
          <a:xfrm>
            <a:off x="694944" y="5998464"/>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4_heading"/>
          <p:cNvSpPr txBox="1"/>
          <p:nvPr/>
        </p:nvSpPr>
        <p:spPr>
          <a:xfrm>
            <a:off x="694944" y="5079492"/>
            <a:ext cx="2834640" cy="909827"/>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0" name="slot:item_4_body"/>
          <p:cNvSpPr txBox="1"/>
          <p:nvPr/>
        </p:nvSpPr>
        <p:spPr>
          <a:xfrm>
            <a:off x="3739896" y="5079492"/>
            <a:ext cx="7744968" cy="909827"/>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論点と説明</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