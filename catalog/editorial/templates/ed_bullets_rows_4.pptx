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"ed_bullets_rows_4",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10438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7627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76272"/>
            <a:ext cx="7744968"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140964"/>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140964"/>
            <a:ext cx="7744968"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03377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105655"/>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105655"/>
            <a:ext cx="7744968"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5070348"/>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5070348"/>
            <a:ext cx="7744968"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