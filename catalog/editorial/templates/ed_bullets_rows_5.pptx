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"ed_bullets_rows_5",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2911449"/>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85415"/>
            <a:ext cx="2834640" cy="71688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85415"/>
            <a:ext cx="7744968" cy="71688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3683203"/>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2957169"/>
            <a:ext cx="2834640" cy="71688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2957169"/>
            <a:ext cx="7744968" cy="71688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4454956"/>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3728923"/>
            <a:ext cx="2834640" cy="71688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3728923"/>
            <a:ext cx="7744968" cy="71688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522671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4500676"/>
            <a:ext cx="2834640" cy="71688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4500676"/>
            <a:ext cx="7744968" cy="71688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694944" y="5272430"/>
            <a:ext cx="2834640" cy="71688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3" name="slot:item_5_body"/>
          <p:cNvSpPr txBox="1"/>
          <p:nvPr/>
        </p:nvSpPr>
        <p:spPr>
          <a:xfrm>
            <a:off x="3739896" y="5272430"/>
            <a:ext cx="7744968" cy="71688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