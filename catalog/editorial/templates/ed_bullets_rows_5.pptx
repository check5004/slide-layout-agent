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"ed_bullets_rows_5",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94944" y="2911449"/>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94944" y="2176272"/>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9896" y="2176272"/>
            <a:ext cx="7744968" cy="744321"/>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694944" y="3683203"/>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694944" y="2948025"/>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4" name="slot:item_2_body"/>
          <p:cNvSpPr txBox="1"/>
          <p:nvPr/>
        </p:nvSpPr>
        <p:spPr>
          <a:xfrm>
            <a:off x="3739896" y="2948025"/>
            <a:ext cx="7744968" cy="744321"/>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5" name="decor:5"/>
          <p:cNvSpPr/>
          <p:nvPr/>
        </p:nvSpPr>
        <p:spPr>
          <a:xfrm>
            <a:off x="694944" y="4454956"/>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694944" y="3719779"/>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7" name="slot:item_3_body"/>
          <p:cNvSpPr txBox="1"/>
          <p:nvPr/>
        </p:nvSpPr>
        <p:spPr>
          <a:xfrm>
            <a:off x="3739896" y="3719779"/>
            <a:ext cx="7744968" cy="744321"/>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18" name="decor:6"/>
          <p:cNvSpPr/>
          <p:nvPr/>
        </p:nvSpPr>
        <p:spPr>
          <a:xfrm>
            <a:off x="694944" y="5226710"/>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4_heading"/>
          <p:cNvSpPr txBox="1"/>
          <p:nvPr/>
        </p:nvSpPr>
        <p:spPr>
          <a:xfrm>
            <a:off x="694944" y="4491532"/>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0" name="slot:item_4_body"/>
          <p:cNvSpPr txBox="1"/>
          <p:nvPr/>
        </p:nvSpPr>
        <p:spPr>
          <a:xfrm>
            <a:off x="3739896" y="4491532"/>
            <a:ext cx="7744968" cy="744321"/>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1" name="decor:7"/>
          <p:cNvSpPr/>
          <p:nvPr/>
        </p:nvSpPr>
        <p:spPr>
          <a:xfrm>
            <a:off x="694944" y="5998464"/>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5_heading"/>
          <p:cNvSpPr txBox="1"/>
          <p:nvPr/>
        </p:nvSpPr>
        <p:spPr>
          <a:xfrm>
            <a:off x="694944" y="5263286"/>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比較軸を共有する</a:t>
            </a:r>
          </a:p>
        </p:txBody>
      </p:sp>
      <p:sp>
        <p:nvSpPr>
          <p:cNvPr id="23" name="slot:item_5_body"/>
          <p:cNvSpPr txBox="1"/>
          <p:nvPr/>
        </p:nvSpPr>
        <p:spPr>
          <a:xfrm>
            <a:off x="3739896" y="5263286"/>
            <a:ext cx="7744968" cy="744321"/>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論点と説明</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