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"ed_bullets_rows_6",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2782823"/>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3425951"/>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2819399"/>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2819399"/>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4069080"/>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3462528"/>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3462528"/>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94944" y="4105655"/>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0" name="slot:item_4_body"/>
          <p:cNvSpPr txBox="1"/>
          <p:nvPr/>
        </p:nvSpPr>
        <p:spPr>
          <a:xfrm>
            <a:off x="3739896" y="4105655"/>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694944" y="5355336"/>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694944" y="4748783"/>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3" name="slot:item_5_body"/>
          <p:cNvSpPr txBox="1"/>
          <p:nvPr/>
        </p:nvSpPr>
        <p:spPr>
          <a:xfrm>
            <a:off x="3739896" y="4748783"/>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24" name="decor:8"/>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ot:item_6_heading"/>
          <p:cNvSpPr txBox="1"/>
          <p:nvPr/>
        </p:nvSpPr>
        <p:spPr>
          <a:xfrm>
            <a:off x="694944" y="5391911"/>
            <a:ext cx="2834640" cy="615695"/>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26" name="slot:item_6_body"/>
          <p:cNvSpPr txBox="1"/>
          <p:nvPr/>
        </p:nvSpPr>
        <p:spPr>
          <a:xfrm>
            <a:off x="3739896" y="5391911"/>
            <a:ext cx="7744968" cy="615695"/>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