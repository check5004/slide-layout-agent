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"ed_cards_feature_left_3",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92040"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92040" cy="164592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828032"/>
            <a:ext cx="4892040"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263640"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18503" y="2176272"/>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18503" y="2688336"/>
            <a:ext cx="5202936" cy="93725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318503" y="3689604"/>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263640"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18503" y="4183379"/>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18503" y="4695444"/>
            <a:ext cx="5202936" cy="93725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318503" y="5696712"/>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