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"ed_cards_feature_left_3",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12664" cy="3858768"/>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385876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4892040" cy="64008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検索入口を揃える</a:t>
            </a:r>
          </a:p>
        </p:txBody>
      </p:sp>
      <p:sp>
        <p:nvSpPr>
          <p:cNvPr id="12" name="slot:item_1_body"/>
          <p:cNvSpPr txBox="1"/>
          <p:nvPr/>
        </p:nvSpPr>
        <p:spPr>
          <a:xfrm>
            <a:off x="813816" y="3072384"/>
            <a:ext cx="4892040" cy="164592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813816" y="4828032"/>
            <a:ext cx="4892040"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6263640" y="3991356"/>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318503" y="2176272"/>
            <a:ext cx="5202936" cy="42062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318503" y="2688336"/>
            <a:ext cx="5202936" cy="937259"/>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slot:item_2_evidence"/>
          <p:cNvSpPr txBox="1"/>
          <p:nvPr/>
        </p:nvSpPr>
        <p:spPr>
          <a:xfrm>
            <a:off x="6318503" y="3689604"/>
            <a:ext cx="5202936" cy="274320"/>
          </a:xfrm>
          <a:prstGeom prst="rect">
            <a:avLst/>
          </a:prstGeom>
          <a:noFill/>
        </p:spPr>
        <p:txBody>
          <a:bodyPr wrap="square"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根拠：原文の条件</a:t>
            </a:r>
          </a:p>
        </p:txBody>
      </p:sp>
      <p:sp>
        <p:nvSpPr>
          <p:cNvPr id="18" name="decor:6"/>
          <p:cNvSpPr/>
          <p:nvPr/>
        </p:nvSpPr>
        <p:spPr>
          <a:xfrm>
            <a:off x="6263640" y="5998464"/>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6318503" y="4183379"/>
            <a:ext cx="5202936" cy="42062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6318503" y="4695444"/>
            <a:ext cx="5202936" cy="937259"/>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1" name="slot:item_3_evidence"/>
          <p:cNvSpPr txBox="1"/>
          <p:nvPr/>
        </p:nvSpPr>
        <p:spPr>
          <a:xfrm>
            <a:off x="6318503" y="5696712"/>
            <a:ext cx="5202936" cy="274320"/>
          </a:xfrm>
          <a:prstGeom prst="rect">
            <a:avLst/>
          </a:prstGeom>
          <a:noFill/>
        </p:spPr>
        <p:txBody>
          <a:bodyPr wrap="square"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留保：運用負荷は未検証</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