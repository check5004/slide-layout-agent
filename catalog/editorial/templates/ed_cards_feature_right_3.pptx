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"ed_cards_feature_right_3",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63640"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263640"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473952" y="2276856"/>
            <a:ext cx="4892040" cy="64008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6473952" y="3072384"/>
            <a:ext cx="4892040" cy="164592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6473952" y="4828032"/>
            <a:ext cx="4892040"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03504" y="3991356"/>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2176272"/>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2688336"/>
            <a:ext cx="5202936"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evidence"/>
          <p:cNvSpPr txBox="1"/>
          <p:nvPr/>
        </p:nvSpPr>
        <p:spPr>
          <a:xfrm>
            <a:off x="658368" y="3689604"/>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03504"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58368" y="4183379"/>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58368" y="4695444"/>
            <a:ext cx="5202936"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evidence"/>
          <p:cNvSpPr txBox="1"/>
          <p:nvPr/>
        </p:nvSpPr>
        <p:spPr>
          <a:xfrm>
            <a:off x="658368" y="5696712"/>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