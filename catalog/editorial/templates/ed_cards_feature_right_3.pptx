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"ed_cards_feature_right_3",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263640" y="2139696"/>
            <a:ext cx="5312664"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263640"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473952" y="2276856"/>
            <a:ext cx="4892040" cy="64008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6473952" y="3072384"/>
            <a:ext cx="4892040" cy="164592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6473952" y="4828032"/>
            <a:ext cx="4892040"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03504" y="3991356"/>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58368" y="2176272"/>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58368" y="2688336"/>
            <a:ext cx="5202936" cy="937259"/>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slot:item_2_evidence"/>
          <p:cNvSpPr txBox="1"/>
          <p:nvPr/>
        </p:nvSpPr>
        <p:spPr>
          <a:xfrm>
            <a:off x="658368" y="3689604"/>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根拠：原文の条件</a:t>
            </a:r>
          </a:p>
        </p:txBody>
      </p:sp>
      <p:sp>
        <p:nvSpPr>
          <p:cNvPr id="18" name="decor:6"/>
          <p:cNvSpPr/>
          <p:nvPr/>
        </p:nvSpPr>
        <p:spPr>
          <a:xfrm>
            <a:off x="603504" y="5998464"/>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58368" y="4183379"/>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58368" y="4695444"/>
            <a:ext cx="5202936" cy="937259"/>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1" name="slot:item_3_evidence"/>
          <p:cNvSpPr txBox="1"/>
          <p:nvPr/>
        </p:nvSpPr>
        <p:spPr>
          <a:xfrm>
            <a:off x="658368" y="5696712"/>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留保：運用負荷は未検証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