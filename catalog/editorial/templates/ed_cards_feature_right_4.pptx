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"ed_cards_feature_right_4",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263640" y="2139696"/>
            <a:ext cx="5312664" cy="3858768"/>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263640" y="2139696"/>
            <a:ext cx="41148" cy="385876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473952" y="2276856"/>
            <a:ext cx="4892040" cy="64008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検索入口を揃える</a:t>
            </a:r>
          </a:p>
        </p:txBody>
      </p:sp>
      <p:sp>
        <p:nvSpPr>
          <p:cNvPr id="12" name="slot:item_1_body"/>
          <p:cNvSpPr txBox="1"/>
          <p:nvPr/>
        </p:nvSpPr>
        <p:spPr>
          <a:xfrm>
            <a:off x="6473952" y="3072384"/>
            <a:ext cx="4892040" cy="164592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6473952" y="4828032"/>
            <a:ext cx="4892040"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603504" y="3322320"/>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58368" y="2176272"/>
            <a:ext cx="5202936" cy="42062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58368" y="2615184"/>
            <a:ext cx="5202936" cy="350519"/>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原文の条件と確認日を残す。</a:t>
            </a:r>
          </a:p>
        </p:txBody>
      </p:sp>
      <p:sp>
        <p:nvSpPr>
          <p:cNvPr id="17" name="slot:item_2_evidence"/>
          <p:cNvSpPr txBox="1"/>
          <p:nvPr/>
        </p:nvSpPr>
        <p:spPr>
          <a:xfrm>
            <a:off x="658368" y="3020568"/>
            <a:ext cx="5202936" cy="274320"/>
          </a:xfrm>
          <a:prstGeom prst="rect">
            <a:avLst/>
          </a:prstGeom>
          <a:noFill/>
        </p:spPr>
        <p:txBody>
          <a:bodyPr wrap="square"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根拠：原文の条件</a:t>
            </a:r>
          </a:p>
        </p:txBody>
      </p:sp>
      <p:sp>
        <p:nvSpPr>
          <p:cNvPr id="18" name="decor:6"/>
          <p:cNvSpPr/>
          <p:nvPr/>
        </p:nvSpPr>
        <p:spPr>
          <a:xfrm>
            <a:off x="603504" y="4660392"/>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658368" y="3514344"/>
            <a:ext cx="5202936" cy="42062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658368" y="3953256"/>
            <a:ext cx="5202936" cy="350519"/>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更新担当と確認時期を決める。</a:t>
            </a:r>
          </a:p>
        </p:txBody>
      </p:sp>
      <p:sp>
        <p:nvSpPr>
          <p:cNvPr id="21" name="slot:item_3_evidence"/>
          <p:cNvSpPr txBox="1"/>
          <p:nvPr/>
        </p:nvSpPr>
        <p:spPr>
          <a:xfrm>
            <a:off x="658368" y="4358640"/>
            <a:ext cx="5202936" cy="274320"/>
          </a:xfrm>
          <a:prstGeom prst="rect">
            <a:avLst/>
          </a:prstGeom>
          <a:noFill/>
        </p:spPr>
        <p:txBody>
          <a:bodyPr wrap="square"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留保：運用負荷は未検証</a:t>
            </a:r>
          </a:p>
        </p:txBody>
      </p:sp>
      <p:sp>
        <p:nvSpPr>
          <p:cNvPr id="22" name="decor:7"/>
          <p:cNvSpPr/>
          <p:nvPr/>
        </p:nvSpPr>
        <p:spPr>
          <a:xfrm>
            <a:off x="603504" y="5998464"/>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lot:item_4_heading"/>
          <p:cNvSpPr txBox="1"/>
          <p:nvPr/>
        </p:nvSpPr>
        <p:spPr>
          <a:xfrm>
            <a:off x="658368" y="4852415"/>
            <a:ext cx="5202936" cy="42062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4" name="slot:item_4_body"/>
          <p:cNvSpPr txBox="1"/>
          <p:nvPr/>
        </p:nvSpPr>
        <p:spPr>
          <a:xfrm>
            <a:off x="658368" y="5291328"/>
            <a:ext cx="5202936" cy="350519"/>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対象外の場面と前提を記録する。</a:t>
            </a:r>
          </a:p>
        </p:txBody>
      </p:sp>
      <p:sp>
        <p:nvSpPr>
          <p:cNvPr id="25" name="slot:item_4_evidence"/>
          <p:cNvSpPr txBox="1"/>
          <p:nvPr/>
        </p:nvSpPr>
        <p:spPr>
          <a:xfrm>
            <a:off x="658368" y="5696712"/>
            <a:ext cx="5202936" cy="274320"/>
          </a:xfrm>
          <a:prstGeom prst="rect">
            <a:avLst/>
          </a:prstGeom>
          <a:noFill/>
        </p:spPr>
        <p:txBody>
          <a:bodyPr wrap="square"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注意：適用範囲を確認</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