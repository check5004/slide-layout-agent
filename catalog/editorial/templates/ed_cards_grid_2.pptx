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"ed_cards_grid_2",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8581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965192"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3072384"/>
            <a:ext cx="4965192" cy="238658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5568696"/>
            <a:ext cx="4965192"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190488" y="2139696"/>
            <a:ext cx="538581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6190488"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6400800" y="2276856"/>
            <a:ext cx="4965192"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6400800" y="3072384"/>
            <a:ext cx="4965192" cy="238658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要約だけで判断せず、原文の条件と確認日を一緒に読み取れる形にする。引用先の位置も残し、解釈に疑問があれば読み手が前提を確かめられるようにする。</a:t>
            </a:r>
          </a:p>
        </p:txBody>
      </p:sp>
      <p:sp>
        <p:nvSpPr>
          <p:cNvPr id="18" name="slot:item_2_evidence"/>
          <p:cNvSpPr txBox="1"/>
          <p:nvPr/>
        </p:nvSpPr>
        <p:spPr>
          <a:xfrm>
            <a:off x="6400800" y="5568696"/>
            <a:ext cx="4965192"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