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"ed_cards_grid_3",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3523488"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03504" y="2139696"/>
            <a:ext cx="41148" cy="385876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13816" y="2276856"/>
            <a:ext cx="3102864" cy="64008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813816" y="3072384"/>
            <a:ext cx="3102864" cy="2386584"/>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用語の揺れを減らし、部門をまたいでも同じ資料へ辿れる導線を整える。検索結果には対象範囲を添え、読み手が必要な情報かを判断できるようにする。</a:t>
            </a:r>
          </a:p>
        </p:txBody>
      </p:sp>
      <p:sp>
        <p:nvSpPr>
          <p:cNvPr id="13" name="slot:item_1_evidence"/>
          <p:cNvSpPr txBox="1"/>
          <p:nvPr/>
        </p:nvSpPr>
        <p:spPr>
          <a:xfrm>
            <a:off x="813816" y="5568696"/>
            <a:ext cx="3102864"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4" name="decor:5"/>
          <p:cNvSpPr/>
          <p:nvPr/>
        </p:nvSpPr>
        <p:spPr>
          <a:xfrm>
            <a:off x="4328160" y="2139696"/>
            <a:ext cx="3523488"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ecor:6"/>
          <p:cNvSpPr/>
          <p:nvPr/>
        </p:nvSpPr>
        <p:spPr>
          <a:xfrm>
            <a:off x="4328160" y="2139696"/>
            <a:ext cx="41148" cy="385876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2_heading"/>
          <p:cNvSpPr txBox="1"/>
          <p:nvPr/>
        </p:nvSpPr>
        <p:spPr>
          <a:xfrm>
            <a:off x="4538472" y="2276856"/>
            <a:ext cx="3102864" cy="64008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4538472" y="3072384"/>
            <a:ext cx="3102864" cy="2386584"/>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要約だけで判断せず、原文の条件と確認日を一緒に読み取れる形にする。引用先の位置も残し、解釈に疑問があれば読み手が前提を確かめられるようにする。</a:t>
            </a:r>
          </a:p>
        </p:txBody>
      </p:sp>
      <p:sp>
        <p:nvSpPr>
          <p:cNvPr id="18" name="slot:item_2_evidence"/>
          <p:cNvSpPr txBox="1"/>
          <p:nvPr/>
        </p:nvSpPr>
        <p:spPr>
          <a:xfrm>
            <a:off x="4538472" y="5568696"/>
            <a:ext cx="3102864"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根拠：原文の条件を保持</a:t>
            </a:r>
          </a:p>
        </p:txBody>
      </p:sp>
      <p:sp>
        <p:nvSpPr>
          <p:cNvPr id="19" name="decor:7"/>
          <p:cNvSpPr/>
          <p:nvPr/>
        </p:nvSpPr>
        <p:spPr>
          <a:xfrm>
            <a:off x="8052816" y="2139696"/>
            <a:ext cx="3523488"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ecor:8"/>
          <p:cNvSpPr/>
          <p:nvPr/>
        </p:nvSpPr>
        <p:spPr>
          <a:xfrm>
            <a:off x="8052816" y="2139696"/>
            <a:ext cx="41148" cy="385876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lot:item_3_heading"/>
          <p:cNvSpPr txBox="1"/>
          <p:nvPr/>
        </p:nvSpPr>
        <p:spPr>
          <a:xfrm>
            <a:off x="8263128" y="2276856"/>
            <a:ext cx="3102864" cy="64008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2" name="slot:item_3_body"/>
          <p:cNvSpPr txBox="1"/>
          <p:nvPr/>
        </p:nvSpPr>
        <p:spPr>
          <a:xfrm>
            <a:off x="8263128" y="3072384"/>
            <a:ext cx="3102864" cy="2386584"/>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変更頻度に応じて確認担当を置き、古い記述を見分けられるようにする。更新が止まった資料は利用条件を明記し、再確認の対象として管理する。</a:t>
            </a:r>
          </a:p>
        </p:txBody>
      </p:sp>
      <p:sp>
        <p:nvSpPr>
          <p:cNvPr id="23" name="slot:item_3_evidence"/>
          <p:cNvSpPr txBox="1"/>
          <p:nvPr/>
        </p:nvSpPr>
        <p:spPr>
          <a:xfrm>
            <a:off x="8263128" y="5568696"/>
            <a:ext cx="3102864" cy="310896"/>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留保：運用負荷は未検証</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調査所見カード</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