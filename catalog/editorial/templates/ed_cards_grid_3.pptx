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"ed_cards_grid_3",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3072384"/>
            <a:ext cx="3102864" cy="23865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813816"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3072384"/>
            <a:ext cx="3102864" cy="23865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要約だけで判断せず、原文の条件と確認日を一緒に読み取れる形にする。引用先の位置も残し、解釈に疑問があれば読み手が前提を確かめられるようにする。</a:t>
            </a:r>
          </a:p>
        </p:txBody>
      </p:sp>
      <p:sp>
        <p:nvSpPr>
          <p:cNvPr id="18" name="slot:item_2_evidence"/>
          <p:cNvSpPr txBox="1"/>
          <p:nvPr/>
        </p:nvSpPr>
        <p:spPr>
          <a:xfrm>
            <a:off x="4538472"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385876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64008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3072384"/>
            <a:ext cx="3102864" cy="238658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変更頻度に応じて確認担当を置き、古い記述を見分けられるようにする。更新が止まった資料は利用条件を明記し、再確認の対象として管理する。</a:t>
            </a:r>
          </a:p>
        </p:txBody>
      </p:sp>
      <p:sp>
        <p:nvSpPr>
          <p:cNvPr id="23" name="slot:item_3_evidence"/>
          <p:cNvSpPr txBox="1"/>
          <p:nvPr/>
        </p:nvSpPr>
        <p:spPr>
          <a:xfrm>
            <a:off x="8263128"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