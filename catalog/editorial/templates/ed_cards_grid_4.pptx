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"ed_cards_grid_4",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4965192"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38727"/>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190488" y="2139696"/>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6190488"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6400800" y="2276856"/>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6400800" y="2798063"/>
            <a:ext cx="4965192"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6400800" y="3538727"/>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603504" y="4169663"/>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13816" y="4306824"/>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13816" y="4828031"/>
            <a:ext cx="4965192"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13816" y="5568696"/>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190488" y="4169663"/>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190488"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6400800" y="4306824"/>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6400800" y="4828031"/>
            <a:ext cx="4965192"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6400800" y="5568696"/>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