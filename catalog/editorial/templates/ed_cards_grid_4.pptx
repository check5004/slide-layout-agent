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"ed_cards_grid_4", "license":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 "provenance": "Original design; fictional content"}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01</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FICTIONAL RESEARCH / EDITORIAL</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03504" y="2139696"/>
            <a:ext cx="5385816" cy="1828799"/>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ecor:4"/>
          <p:cNvSpPr/>
          <p:nvPr/>
        </p:nvSpPr>
        <p:spPr>
          <a:xfrm>
            <a:off x="603504" y="2139696"/>
            <a:ext cx="41148" cy="1828799"/>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ot:item_1_heading"/>
          <p:cNvSpPr txBox="1"/>
          <p:nvPr/>
        </p:nvSpPr>
        <p:spPr>
          <a:xfrm>
            <a:off x="813816" y="2276856"/>
            <a:ext cx="4965192" cy="438912"/>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検索入口を揃える</a:t>
            </a:r>
          </a:p>
        </p:txBody>
      </p:sp>
      <p:sp>
        <p:nvSpPr>
          <p:cNvPr id="12" name="slot:item_1_body"/>
          <p:cNvSpPr txBox="1"/>
          <p:nvPr/>
        </p:nvSpPr>
        <p:spPr>
          <a:xfrm>
            <a:off x="813816" y="2798063"/>
            <a:ext cx="4965192" cy="630936"/>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用語を揃え、同じ資料へ辿れる入口を整える。</a:t>
            </a:r>
          </a:p>
        </p:txBody>
      </p:sp>
      <p:sp>
        <p:nvSpPr>
          <p:cNvPr id="13" name="slot:item_1_evidence"/>
          <p:cNvSpPr txBox="1"/>
          <p:nvPr/>
        </p:nvSpPr>
        <p:spPr>
          <a:xfrm>
            <a:off x="813816" y="3538727"/>
            <a:ext cx="4965192" cy="310896"/>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対象：資料の入口を確認</a:t>
            </a:r>
          </a:p>
        </p:txBody>
      </p:sp>
      <p:sp>
        <p:nvSpPr>
          <p:cNvPr id="14" name="decor:5"/>
          <p:cNvSpPr/>
          <p:nvPr/>
        </p:nvSpPr>
        <p:spPr>
          <a:xfrm>
            <a:off x="6190488" y="2139696"/>
            <a:ext cx="5385816" cy="1828799"/>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ecor:6"/>
          <p:cNvSpPr/>
          <p:nvPr/>
        </p:nvSpPr>
        <p:spPr>
          <a:xfrm>
            <a:off x="6190488" y="2139696"/>
            <a:ext cx="41148" cy="1828799"/>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ot:item_2_heading"/>
          <p:cNvSpPr txBox="1"/>
          <p:nvPr/>
        </p:nvSpPr>
        <p:spPr>
          <a:xfrm>
            <a:off x="6400800" y="2276856"/>
            <a:ext cx="4965192" cy="438912"/>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7" name="slot:item_2_body"/>
          <p:cNvSpPr txBox="1"/>
          <p:nvPr/>
        </p:nvSpPr>
        <p:spPr>
          <a:xfrm>
            <a:off x="6400800" y="2798063"/>
            <a:ext cx="4965192" cy="630936"/>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
        <p:nvSpPr>
          <p:cNvPr id="18" name="slot:item_2_evidence"/>
          <p:cNvSpPr txBox="1"/>
          <p:nvPr/>
        </p:nvSpPr>
        <p:spPr>
          <a:xfrm>
            <a:off x="6400800" y="3538727"/>
            <a:ext cx="4965192" cy="310896"/>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根拠：原文の条件を保持</a:t>
            </a:r>
          </a:p>
        </p:txBody>
      </p:sp>
      <p:sp>
        <p:nvSpPr>
          <p:cNvPr id="19" name="decor:7"/>
          <p:cNvSpPr/>
          <p:nvPr/>
        </p:nvSpPr>
        <p:spPr>
          <a:xfrm>
            <a:off x="603504" y="4169663"/>
            <a:ext cx="5385816" cy="1828799"/>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ecor:8"/>
          <p:cNvSpPr/>
          <p:nvPr/>
        </p:nvSpPr>
        <p:spPr>
          <a:xfrm>
            <a:off x="603504" y="4169663"/>
            <a:ext cx="41148" cy="1828799"/>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lot:item_3_heading"/>
          <p:cNvSpPr txBox="1"/>
          <p:nvPr/>
        </p:nvSpPr>
        <p:spPr>
          <a:xfrm>
            <a:off x="813816" y="4306824"/>
            <a:ext cx="4965192" cy="438912"/>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更新範囲を決める</a:t>
            </a:r>
          </a:p>
        </p:txBody>
      </p:sp>
      <p:sp>
        <p:nvSpPr>
          <p:cNvPr id="22" name="slot:item_3_body"/>
          <p:cNvSpPr txBox="1"/>
          <p:nvPr/>
        </p:nvSpPr>
        <p:spPr>
          <a:xfrm>
            <a:off x="813816" y="4828031"/>
            <a:ext cx="4965192" cy="630936"/>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変更頻度に応じて担当と再確認の時期を決める。</a:t>
            </a:r>
          </a:p>
        </p:txBody>
      </p:sp>
      <p:sp>
        <p:nvSpPr>
          <p:cNvPr id="23" name="slot:item_3_evidence"/>
          <p:cNvSpPr txBox="1"/>
          <p:nvPr/>
        </p:nvSpPr>
        <p:spPr>
          <a:xfrm>
            <a:off x="813816" y="5568696"/>
            <a:ext cx="4965192" cy="310896"/>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留保：運用負荷は未検証</a:t>
            </a:r>
          </a:p>
        </p:txBody>
      </p:sp>
      <p:sp>
        <p:nvSpPr>
          <p:cNvPr id="24" name="decor:9"/>
          <p:cNvSpPr/>
          <p:nvPr/>
        </p:nvSpPr>
        <p:spPr>
          <a:xfrm>
            <a:off x="6190488" y="4169663"/>
            <a:ext cx="5385816" cy="1828799"/>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ecor:10"/>
          <p:cNvSpPr/>
          <p:nvPr/>
        </p:nvSpPr>
        <p:spPr>
          <a:xfrm>
            <a:off x="6190488" y="4169663"/>
            <a:ext cx="41148" cy="1828799"/>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ot:item_4_heading"/>
          <p:cNvSpPr txBox="1"/>
          <p:nvPr/>
        </p:nvSpPr>
        <p:spPr>
          <a:xfrm>
            <a:off x="6400800" y="4306824"/>
            <a:ext cx="4965192" cy="438912"/>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例外を見える化</a:t>
            </a:r>
          </a:p>
        </p:txBody>
      </p:sp>
      <p:sp>
        <p:nvSpPr>
          <p:cNvPr id="27" name="slot:item_4_body"/>
          <p:cNvSpPr txBox="1"/>
          <p:nvPr/>
        </p:nvSpPr>
        <p:spPr>
          <a:xfrm>
            <a:off x="6400800" y="4828031"/>
            <a:ext cx="4965192" cy="630936"/>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適用できない場面も記録し、前提の違いを残す。</a:t>
            </a:r>
          </a:p>
        </p:txBody>
      </p:sp>
      <p:sp>
        <p:nvSpPr>
          <p:cNvPr id="28" name="slot:item_4_evidence"/>
          <p:cNvSpPr txBox="1"/>
          <p:nvPr/>
        </p:nvSpPr>
        <p:spPr>
          <a:xfrm>
            <a:off x="6400800" y="5568696"/>
            <a:ext cx="4965192" cy="310896"/>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注意：対象外の場面を含む</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調査所見カード</dc:title>
  <dc:subject/>
  <dc:creator>slide-layout-agent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