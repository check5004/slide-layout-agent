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"ed_cards_grid_5",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3872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3872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3872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68696"/>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68696"/>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