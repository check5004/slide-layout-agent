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"ed_cards_grid_6",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03504" y="2139696"/>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13816" y="2276856"/>
            <a:ext cx="3102864" cy="438912"/>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813816" y="2798063"/>
            <a:ext cx="3102864" cy="630936"/>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3" name="slot:item_1_evidence"/>
          <p:cNvSpPr txBox="1"/>
          <p:nvPr/>
        </p:nvSpPr>
        <p:spPr>
          <a:xfrm>
            <a:off x="813816" y="3538727"/>
            <a:ext cx="3102864"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4" name="decor:5"/>
          <p:cNvSpPr/>
          <p:nvPr/>
        </p:nvSpPr>
        <p:spPr>
          <a:xfrm>
            <a:off x="4328160" y="2139696"/>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ecor:6"/>
          <p:cNvSpPr/>
          <p:nvPr/>
        </p:nvSpPr>
        <p:spPr>
          <a:xfrm>
            <a:off x="4328160" y="2139696"/>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2_heading"/>
          <p:cNvSpPr txBox="1"/>
          <p:nvPr/>
        </p:nvSpPr>
        <p:spPr>
          <a:xfrm>
            <a:off x="4538472" y="2276856"/>
            <a:ext cx="3102864" cy="438912"/>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4538472" y="2798063"/>
            <a:ext cx="3102864" cy="630936"/>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8" name="slot:item_2_evidence"/>
          <p:cNvSpPr txBox="1"/>
          <p:nvPr/>
        </p:nvSpPr>
        <p:spPr>
          <a:xfrm>
            <a:off x="4538472" y="3538727"/>
            <a:ext cx="3102864"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根拠：原文の条件を保持</a:t>
            </a:r>
          </a:p>
        </p:txBody>
      </p:sp>
      <p:sp>
        <p:nvSpPr>
          <p:cNvPr id="19" name="decor:7"/>
          <p:cNvSpPr/>
          <p:nvPr/>
        </p:nvSpPr>
        <p:spPr>
          <a:xfrm>
            <a:off x="8052816" y="2139696"/>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ecor:8"/>
          <p:cNvSpPr/>
          <p:nvPr/>
        </p:nvSpPr>
        <p:spPr>
          <a:xfrm>
            <a:off x="8052816" y="2139696"/>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lot:item_3_heading"/>
          <p:cNvSpPr txBox="1"/>
          <p:nvPr/>
        </p:nvSpPr>
        <p:spPr>
          <a:xfrm>
            <a:off x="8263128" y="2276856"/>
            <a:ext cx="3102864" cy="438912"/>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2" name="slot:item_3_body"/>
          <p:cNvSpPr txBox="1"/>
          <p:nvPr/>
        </p:nvSpPr>
        <p:spPr>
          <a:xfrm>
            <a:off x="8263128" y="2798063"/>
            <a:ext cx="3102864" cy="630936"/>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3" name="slot:item_3_evidence"/>
          <p:cNvSpPr txBox="1"/>
          <p:nvPr/>
        </p:nvSpPr>
        <p:spPr>
          <a:xfrm>
            <a:off x="8263128" y="3538727"/>
            <a:ext cx="3102864"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留保：運用負荷は未検証</a:t>
            </a:r>
          </a:p>
        </p:txBody>
      </p:sp>
      <p:sp>
        <p:nvSpPr>
          <p:cNvPr id="24" name="decor:9"/>
          <p:cNvSpPr/>
          <p:nvPr/>
        </p:nvSpPr>
        <p:spPr>
          <a:xfrm>
            <a:off x="603504" y="4169663"/>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ecor:10"/>
          <p:cNvSpPr/>
          <p:nvPr/>
        </p:nvSpPr>
        <p:spPr>
          <a:xfrm>
            <a:off x="603504" y="4169663"/>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lot:item_4_heading"/>
          <p:cNvSpPr txBox="1"/>
          <p:nvPr/>
        </p:nvSpPr>
        <p:spPr>
          <a:xfrm>
            <a:off x="813816" y="4306824"/>
            <a:ext cx="3102864" cy="438912"/>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7" name="slot:item_4_body"/>
          <p:cNvSpPr txBox="1"/>
          <p:nvPr/>
        </p:nvSpPr>
        <p:spPr>
          <a:xfrm>
            <a:off x="813816" y="4828031"/>
            <a:ext cx="3102864" cy="630936"/>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8" name="slot:item_4_evidence"/>
          <p:cNvSpPr txBox="1"/>
          <p:nvPr/>
        </p:nvSpPr>
        <p:spPr>
          <a:xfrm>
            <a:off x="813816" y="5568696"/>
            <a:ext cx="3102864"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注意：対象外の場面を含む</a:t>
            </a:r>
          </a:p>
        </p:txBody>
      </p:sp>
      <p:sp>
        <p:nvSpPr>
          <p:cNvPr id="29" name="decor:11"/>
          <p:cNvSpPr/>
          <p:nvPr/>
        </p:nvSpPr>
        <p:spPr>
          <a:xfrm>
            <a:off x="4328160" y="4169663"/>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ecor:12"/>
          <p:cNvSpPr/>
          <p:nvPr/>
        </p:nvSpPr>
        <p:spPr>
          <a:xfrm>
            <a:off x="4328160" y="4169663"/>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slot:item_5_heading"/>
          <p:cNvSpPr txBox="1"/>
          <p:nvPr/>
        </p:nvSpPr>
        <p:spPr>
          <a:xfrm>
            <a:off x="4538472" y="4306824"/>
            <a:ext cx="3102864" cy="438912"/>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比較軸を共有する</a:t>
            </a:r>
          </a:p>
        </p:txBody>
      </p:sp>
      <p:sp>
        <p:nvSpPr>
          <p:cNvPr id="32" name="slot:item_5_body"/>
          <p:cNvSpPr txBox="1"/>
          <p:nvPr/>
        </p:nvSpPr>
        <p:spPr>
          <a:xfrm>
            <a:off x="4538472" y="4828031"/>
            <a:ext cx="3102864" cy="630936"/>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評価項目を揃え、異なる条件の結果を混同しない。</a:t>
            </a:r>
          </a:p>
        </p:txBody>
      </p:sp>
      <p:sp>
        <p:nvSpPr>
          <p:cNvPr id="33" name="slot:item_5_evidence"/>
          <p:cNvSpPr txBox="1"/>
          <p:nvPr/>
        </p:nvSpPr>
        <p:spPr>
          <a:xfrm>
            <a:off x="4538472" y="5568696"/>
            <a:ext cx="3102864"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根拠：比較条件を照合</a:t>
            </a:r>
          </a:p>
        </p:txBody>
      </p:sp>
      <p:sp>
        <p:nvSpPr>
          <p:cNvPr id="34" name="decor:13"/>
          <p:cNvSpPr/>
          <p:nvPr/>
        </p:nvSpPr>
        <p:spPr>
          <a:xfrm>
            <a:off x="8052816" y="4169663"/>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ecor:14"/>
          <p:cNvSpPr/>
          <p:nvPr/>
        </p:nvSpPr>
        <p:spPr>
          <a:xfrm>
            <a:off x="8052816" y="4169663"/>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lot:item_6_heading"/>
          <p:cNvSpPr txBox="1"/>
          <p:nvPr/>
        </p:nvSpPr>
        <p:spPr>
          <a:xfrm>
            <a:off x="8263128" y="4306824"/>
            <a:ext cx="3102864" cy="438912"/>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確認先を残す</a:t>
            </a:r>
          </a:p>
        </p:txBody>
      </p:sp>
      <p:sp>
        <p:nvSpPr>
          <p:cNvPr id="37" name="slot:item_6_body"/>
          <p:cNvSpPr txBox="1"/>
          <p:nvPr/>
        </p:nvSpPr>
        <p:spPr>
          <a:xfrm>
            <a:off x="8263128" y="4828031"/>
            <a:ext cx="3102864" cy="630936"/>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未確認の論点と、追加調査で確かめる点を残す。</a:t>
            </a:r>
          </a:p>
        </p:txBody>
      </p:sp>
      <p:sp>
        <p:nvSpPr>
          <p:cNvPr id="38" name="slot:item_6_evidence"/>
          <p:cNvSpPr txBox="1"/>
          <p:nvPr/>
        </p:nvSpPr>
        <p:spPr>
          <a:xfrm>
            <a:off x="8263128" y="5568696"/>
            <a:ext cx="3102864"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保留：担当部署へ確認</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調査所見カード</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