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"ed_cards_image_left_2",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image"/>
          <p:cNvSpPr/>
          <p:nvPr/>
        </p:nvSpPr>
        <p:spPr>
          <a:xfrm>
            <a:off x="603504" y="2139696"/>
            <a:ext cx="5303520" cy="3858768"/>
          </a:xfrm>
          <a:prstGeom prst="rect">
            <a:avLst/>
          </a:prstGeom>
          <a:solidFill>
            <a:srgbClr val="E3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72784" y="2139696"/>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6272784" y="2139696"/>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6483096" y="2276856"/>
            <a:ext cx="4882896"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6483096" y="2798063"/>
            <a:ext cx="4882896"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slot:item_1_evidence"/>
          <p:cNvSpPr txBox="1"/>
          <p:nvPr/>
        </p:nvSpPr>
        <p:spPr>
          <a:xfrm>
            <a:off x="6483096" y="3547872"/>
            <a:ext cx="4882896"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5" name="decor:6"/>
          <p:cNvSpPr/>
          <p:nvPr/>
        </p:nvSpPr>
        <p:spPr>
          <a:xfrm>
            <a:off x="6272784" y="4160520"/>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6272784" y="4160520"/>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6483096" y="4297680"/>
            <a:ext cx="4882896"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6483096" y="4818888"/>
            <a:ext cx="4882896"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slot:item_2_evidence"/>
          <p:cNvSpPr txBox="1"/>
          <p:nvPr/>
        </p:nvSpPr>
        <p:spPr>
          <a:xfrm>
            <a:off x="6483096" y="5568696"/>
            <a:ext cx="4882896"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