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"ed_cards_image_right_2",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image"/>
          <p:cNvSpPr/>
          <p:nvPr/>
        </p:nvSpPr>
        <p:spPr>
          <a:xfrm>
            <a:off x="6272784" y="2139696"/>
            <a:ext cx="5303520" cy="3858768"/>
          </a:xfrm>
          <a:prstGeom prst="rect">
            <a:avLst/>
          </a:prstGeom>
          <a:solidFill>
            <a:srgbClr val="E3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5303520" cy="1837943"/>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ecor:5"/>
          <p:cNvSpPr/>
          <p:nvPr/>
        </p:nvSpPr>
        <p:spPr>
          <a:xfrm>
            <a:off x="603504" y="2139696"/>
            <a:ext cx="41148" cy="1837943"/>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813816" y="2276856"/>
            <a:ext cx="4882896"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813816" y="2798063"/>
            <a:ext cx="4882896" cy="64008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slot:item_1_evidence"/>
          <p:cNvSpPr txBox="1"/>
          <p:nvPr/>
        </p:nvSpPr>
        <p:spPr>
          <a:xfrm>
            <a:off x="813816" y="3547872"/>
            <a:ext cx="4882896"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5" name="decor:6"/>
          <p:cNvSpPr/>
          <p:nvPr/>
        </p:nvSpPr>
        <p:spPr>
          <a:xfrm>
            <a:off x="603504" y="4160520"/>
            <a:ext cx="5303520" cy="1837943"/>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cor:7"/>
          <p:cNvSpPr/>
          <p:nvPr/>
        </p:nvSpPr>
        <p:spPr>
          <a:xfrm>
            <a:off x="603504" y="4160520"/>
            <a:ext cx="41148" cy="1837943"/>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ot:item_2_heading"/>
          <p:cNvSpPr txBox="1"/>
          <p:nvPr/>
        </p:nvSpPr>
        <p:spPr>
          <a:xfrm>
            <a:off x="813816" y="4297680"/>
            <a:ext cx="4882896"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8" name="slot:item_2_body"/>
          <p:cNvSpPr txBox="1"/>
          <p:nvPr/>
        </p:nvSpPr>
        <p:spPr>
          <a:xfrm>
            <a:off x="813816" y="4818888"/>
            <a:ext cx="4882896" cy="64008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9" name="slot:item_2_evidence"/>
          <p:cNvSpPr txBox="1"/>
          <p:nvPr/>
        </p:nvSpPr>
        <p:spPr>
          <a:xfrm>
            <a:off x="813816" y="5568696"/>
            <a:ext cx="4882896"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