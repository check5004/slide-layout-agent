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"ed_cards_rows_2",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85800" y="4050792"/>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85800" y="2139696"/>
            <a:ext cx="2834640" cy="1901952"/>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1" name="slot:item_1_body"/>
          <p:cNvSpPr txBox="1"/>
          <p:nvPr/>
        </p:nvSpPr>
        <p:spPr>
          <a:xfrm>
            <a:off x="3730752" y="2130552"/>
            <a:ext cx="7790688" cy="152704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slot:item_1_evidence"/>
          <p:cNvSpPr txBox="1"/>
          <p:nvPr/>
        </p:nvSpPr>
        <p:spPr>
          <a:xfrm>
            <a:off x="3730752" y="3712464"/>
            <a:ext cx="7790688"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
        <p:nvSpPr>
          <p:cNvPr id="13" name="decor:4"/>
          <p:cNvSpPr/>
          <p:nvPr/>
        </p:nvSpPr>
        <p:spPr>
          <a:xfrm>
            <a:off x="685800" y="6007608"/>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685800" y="4096512"/>
            <a:ext cx="2834640" cy="1901952"/>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5" name="slot:item_2_body"/>
          <p:cNvSpPr txBox="1"/>
          <p:nvPr/>
        </p:nvSpPr>
        <p:spPr>
          <a:xfrm>
            <a:off x="3730752" y="4087368"/>
            <a:ext cx="7790688" cy="152704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6" name="slot:item_2_evidence"/>
          <p:cNvSpPr txBox="1"/>
          <p:nvPr/>
        </p:nvSpPr>
        <p:spPr>
          <a:xfrm>
            <a:off x="3730752" y="5669280"/>
            <a:ext cx="7790688"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調査所見カード</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