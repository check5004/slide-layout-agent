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"ed_cards_rows_2",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0752" y="2130552"/>
            <a:ext cx="7790688" cy="152704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slot:item_1_evidence"/>
          <p:cNvSpPr txBox="1"/>
          <p:nvPr/>
        </p:nvSpPr>
        <p:spPr>
          <a:xfrm>
            <a:off x="3730752" y="3712464"/>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3" name="decor:4"/>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408736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5" name="slot:item_2_body"/>
          <p:cNvSpPr txBox="1"/>
          <p:nvPr/>
        </p:nvSpPr>
        <p:spPr>
          <a:xfrm>
            <a:off x="3730752" y="4087368"/>
            <a:ext cx="7790688" cy="152704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6" name="slot:item_2_evidence"/>
          <p:cNvSpPr txBox="1"/>
          <p:nvPr/>
        </p:nvSpPr>
        <p:spPr>
          <a:xfrm>
            <a:off x="3730752" y="5669280"/>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