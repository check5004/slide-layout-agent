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"ed_cards_rows_3",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339852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9696"/>
            <a:ext cx="2834640" cy="1249680"/>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0752" y="2130552"/>
            <a:ext cx="7790688" cy="874776"/>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slot:item_1_evidence"/>
          <p:cNvSpPr txBox="1"/>
          <p:nvPr/>
        </p:nvSpPr>
        <p:spPr>
          <a:xfrm>
            <a:off x="3730752" y="3060192"/>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
        <p:nvSpPr>
          <p:cNvPr id="13" name="decor:4"/>
          <p:cNvSpPr/>
          <p:nvPr/>
        </p:nvSpPr>
        <p:spPr>
          <a:xfrm>
            <a:off x="685800" y="470306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3444240"/>
            <a:ext cx="2834640" cy="1249680"/>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5" name="slot:item_2_body"/>
          <p:cNvSpPr txBox="1"/>
          <p:nvPr/>
        </p:nvSpPr>
        <p:spPr>
          <a:xfrm>
            <a:off x="3730752" y="3435096"/>
            <a:ext cx="7790688" cy="874776"/>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6" name="slot:item_2_evidence"/>
          <p:cNvSpPr txBox="1"/>
          <p:nvPr/>
        </p:nvSpPr>
        <p:spPr>
          <a:xfrm>
            <a:off x="3730752" y="4364736"/>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
        <p:nvSpPr>
          <p:cNvPr id="17" name="decor:5"/>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4748784"/>
            <a:ext cx="2834640" cy="1249680"/>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9" name="slot:item_3_body"/>
          <p:cNvSpPr txBox="1"/>
          <p:nvPr/>
        </p:nvSpPr>
        <p:spPr>
          <a:xfrm>
            <a:off x="3730752" y="4739640"/>
            <a:ext cx="7790688" cy="874776"/>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0" name="slot:item_3_evidence"/>
          <p:cNvSpPr txBox="1"/>
          <p:nvPr/>
        </p:nvSpPr>
        <p:spPr>
          <a:xfrm>
            <a:off x="3730752" y="5669280"/>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調査所見カード</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