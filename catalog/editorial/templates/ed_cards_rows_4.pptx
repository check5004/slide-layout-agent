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"ed_cards_rows_4",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85800" y="3072384"/>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685800" y="2139696"/>
            <a:ext cx="2834640" cy="923544"/>
          </a:xfrm>
          <a:prstGeom prst="rect">
            <a:avLst/>
          </a:prstGeom>
          <a:noFill/>
        </p:spPr>
        <p:txBody>
          <a:bodyPr wrap="square" anchor="ctr"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1" name="slot:item_1_body"/>
          <p:cNvSpPr txBox="1"/>
          <p:nvPr/>
        </p:nvSpPr>
        <p:spPr>
          <a:xfrm>
            <a:off x="3730752" y="2130552"/>
            <a:ext cx="7790688" cy="548640"/>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2" name="slot:item_1_evidence"/>
          <p:cNvSpPr txBox="1"/>
          <p:nvPr/>
        </p:nvSpPr>
        <p:spPr>
          <a:xfrm>
            <a:off x="3730752" y="2734056"/>
            <a:ext cx="7790688"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留保：追加の確認が必要</a:t>
            </a:r>
          </a:p>
        </p:txBody>
      </p:sp>
      <p:sp>
        <p:nvSpPr>
          <p:cNvPr id="13" name="decor:4"/>
          <p:cNvSpPr/>
          <p:nvPr/>
        </p:nvSpPr>
        <p:spPr>
          <a:xfrm>
            <a:off x="685800" y="4050792"/>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ot:item_2_heading"/>
          <p:cNvSpPr txBox="1"/>
          <p:nvPr/>
        </p:nvSpPr>
        <p:spPr>
          <a:xfrm>
            <a:off x="685800" y="3118103"/>
            <a:ext cx="2834640" cy="923544"/>
          </a:xfrm>
          <a:prstGeom prst="rect">
            <a:avLst/>
          </a:prstGeom>
          <a:noFill/>
        </p:spPr>
        <p:txBody>
          <a:bodyPr wrap="square" anchor="ctr"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5" name="slot:item_2_body"/>
          <p:cNvSpPr txBox="1"/>
          <p:nvPr/>
        </p:nvSpPr>
        <p:spPr>
          <a:xfrm>
            <a:off x="3730752" y="3108960"/>
            <a:ext cx="7790688" cy="548640"/>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6" name="slot:item_2_evidence"/>
          <p:cNvSpPr txBox="1"/>
          <p:nvPr/>
        </p:nvSpPr>
        <p:spPr>
          <a:xfrm>
            <a:off x="3730752" y="3712464"/>
            <a:ext cx="7790688"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留保：追加の確認が必要</a:t>
            </a:r>
          </a:p>
        </p:txBody>
      </p:sp>
      <p:sp>
        <p:nvSpPr>
          <p:cNvPr id="17" name="decor:5"/>
          <p:cNvSpPr/>
          <p:nvPr/>
        </p:nvSpPr>
        <p:spPr>
          <a:xfrm>
            <a:off x="685800" y="5029200"/>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ot:item_3_heading"/>
          <p:cNvSpPr txBox="1"/>
          <p:nvPr/>
        </p:nvSpPr>
        <p:spPr>
          <a:xfrm>
            <a:off x="685800" y="4096512"/>
            <a:ext cx="2834640" cy="923544"/>
          </a:xfrm>
          <a:prstGeom prst="rect">
            <a:avLst/>
          </a:prstGeom>
          <a:noFill/>
        </p:spPr>
        <p:txBody>
          <a:bodyPr wrap="square" anchor="ctr"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19" name="slot:item_3_body"/>
          <p:cNvSpPr txBox="1"/>
          <p:nvPr/>
        </p:nvSpPr>
        <p:spPr>
          <a:xfrm>
            <a:off x="3730752" y="4087368"/>
            <a:ext cx="7790688" cy="548640"/>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
        <p:nvSpPr>
          <p:cNvPr id="20" name="slot:item_3_evidence"/>
          <p:cNvSpPr txBox="1"/>
          <p:nvPr/>
        </p:nvSpPr>
        <p:spPr>
          <a:xfrm>
            <a:off x="3730752" y="4690872"/>
            <a:ext cx="7790688"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留保：追加の確認が必要</a:t>
            </a:r>
          </a:p>
        </p:txBody>
      </p:sp>
      <p:sp>
        <p:nvSpPr>
          <p:cNvPr id="21" name="decor:6"/>
          <p:cNvSpPr/>
          <p:nvPr/>
        </p:nvSpPr>
        <p:spPr>
          <a:xfrm>
            <a:off x="685800" y="6007608"/>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ot:item_4_heading"/>
          <p:cNvSpPr txBox="1"/>
          <p:nvPr/>
        </p:nvSpPr>
        <p:spPr>
          <a:xfrm>
            <a:off x="685800" y="5074920"/>
            <a:ext cx="2834640" cy="923544"/>
          </a:xfrm>
          <a:prstGeom prst="rect">
            <a:avLst/>
          </a:prstGeom>
          <a:noFill/>
        </p:spPr>
        <p:txBody>
          <a:bodyPr wrap="square" anchor="ctr"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例外を見える化</a:t>
            </a:r>
          </a:p>
        </p:txBody>
      </p:sp>
      <p:sp>
        <p:nvSpPr>
          <p:cNvPr id="23" name="slot:item_4_body"/>
          <p:cNvSpPr txBox="1"/>
          <p:nvPr/>
        </p:nvSpPr>
        <p:spPr>
          <a:xfrm>
            <a:off x="3730752" y="5065775"/>
            <a:ext cx="7790688" cy="548640"/>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適用できない場面も記録し、前提の違いを残す。</a:t>
            </a:r>
          </a:p>
        </p:txBody>
      </p:sp>
      <p:sp>
        <p:nvSpPr>
          <p:cNvPr id="24" name="slot:item_4_evidence"/>
          <p:cNvSpPr txBox="1"/>
          <p:nvPr/>
        </p:nvSpPr>
        <p:spPr>
          <a:xfrm>
            <a:off x="3730752" y="5669280"/>
            <a:ext cx="7790688"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留保：追加の確認が必要</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調査所見カード</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