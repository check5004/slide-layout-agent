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"ed_cards_rows_5",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287670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検索の入口を部署間で揃える</a:t>
            </a:r>
          </a:p>
        </p:txBody>
      </p:sp>
      <p:sp>
        <p:nvSpPr>
          <p:cNvPr id="11" name="slot:item_1_body"/>
          <p:cNvSpPr txBox="1"/>
          <p:nvPr/>
        </p:nvSpPr>
        <p:spPr>
          <a:xfrm>
            <a:off x="4580229" y="2130552"/>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同じ資料へ辿れる入口を整える。</a:t>
            </a:r>
          </a:p>
        </p:txBody>
      </p:sp>
      <p:sp>
        <p:nvSpPr>
          <p:cNvPr id="12" name="slot:item_1_evidence"/>
          <p:cNvSpPr txBox="1"/>
          <p:nvPr/>
        </p:nvSpPr>
        <p:spPr>
          <a:xfrm>
            <a:off x="9646920" y="2139696"/>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13" name="decor:4"/>
          <p:cNvSpPr/>
          <p:nvPr/>
        </p:nvSpPr>
        <p:spPr>
          <a:xfrm>
            <a:off x="685800" y="365942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2913278"/>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原文の根拠と条件へ辿れる</a:t>
            </a:r>
          </a:p>
        </p:txBody>
      </p:sp>
      <p:sp>
        <p:nvSpPr>
          <p:cNvPr id="15" name="slot:item_2_body"/>
          <p:cNvSpPr txBox="1"/>
          <p:nvPr/>
        </p:nvSpPr>
        <p:spPr>
          <a:xfrm>
            <a:off x="4580229" y="2913278"/>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要約とともに残す。</a:t>
            </a:r>
          </a:p>
        </p:txBody>
      </p:sp>
      <p:sp>
        <p:nvSpPr>
          <p:cNvPr id="16" name="slot:item_2_evidence"/>
          <p:cNvSpPr txBox="1"/>
          <p:nvPr/>
        </p:nvSpPr>
        <p:spPr>
          <a:xfrm>
            <a:off x="9646920" y="2922422"/>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根拠：架空資料B</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17" name="decor:5"/>
          <p:cNvSpPr/>
          <p:nvPr/>
        </p:nvSpPr>
        <p:spPr>
          <a:xfrm>
            <a:off x="685800" y="4442155"/>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3696004"/>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更新範囲と担当を明確にする</a:t>
            </a:r>
          </a:p>
        </p:txBody>
      </p:sp>
      <p:sp>
        <p:nvSpPr>
          <p:cNvPr id="19" name="slot:item_3_body"/>
          <p:cNvSpPr txBox="1"/>
          <p:nvPr/>
        </p:nvSpPr>
        <p:spPr>
          <a:xfrm>
            <a:off x="4580229" y="3696004"/>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担当と再確認の時期を決める。</a:t>
            </a:r>
          </a:p>
        </p:txBody>
      </p:sp>
      <p:sp>
        <p:nvSpPr>
          <p:cNvPr id="20" name="slot:item_3_evidence"/>
          <p:cNvSpPr txBox="1"/>
          <p:nvPr/>
        </p:nvSpPr>
        <p:spPr>
          <a:xfrm>
            <a:off x="9646920" y="3705148"/>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根拠：架空資料C</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1" name="decor:6"/>
          <p:cNvSpPr/>
          <p:nvPr/>
        </p:nvSpPr>
        <p:spPr>
          <a:xfrm>
            <a:off x="685800" y="5224881"/>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4478731"/>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適用できない場面も記録する</a:t>
            </a:r>
          </a:p>
        </p:txBody>
      </p:sp>
      <p:sp>
        <p:nvSpPr>
          <p:cNvPr id="23" name="slot:item_4_body"/>
          <p:cNvSpPr txBox="1"/>
          <p:nvPr/>
        </p:nvSpPr>
        <p:spPr>
          <a:xfrm>
            <a:off x="4580229" y="4478731"/>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前提の違いを残す。</a:t>
            </a:r>
          </a:p>
        </p:txBody>
      </p:sp>
      <p:sp>
        <p:nvSpPr>
          <p:cNvPr id="24" name="slot:item_4_evidence"/>
          <p:cNvSpPr txBox="1"/>
          <p:nvPr/>
        </p:nvSpPr>
        <p:spPr>
          <a:xfrm>
            <a:off x="9646920" y="4487875"/>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根拠：架空資料D</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5" name="decor:7"/>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5_heading"/>
          <p:cNvSpPr txBox="1"/>
          <p:nvPr/>
        </p:nvSpPr>
        <p:spPr>
          <a:xfrm>
            <a:off x="685800" y="5261457"/>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比較する条件を共有する</a:t>
            </a:r>
          </a:p>
        </p:txBody>
      </p:sp>
      <p:sp>
        <p:nvSpPr>
          <p:cNvPr id="27" name="slot:item_5_body"/>
          <p:cNvSpPr txBox="1"/>
          <p:nvPr/>
        </p:nvSpPr>
        <p:spPr>
          <a:xfrm>
            <a:off x="4580229" y="5261457"/>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異なる条件の結果を混同しない。</a:t>
            </a:r>
          </a:p>
        </p:txBody>
      </p:sp>
      <p:sp>
        <p:nvSpPr>
          <p:cNvPr id="28" name="slot:item_5_evidence"/>
          <p:cNvSpPr txBox="1"/>
          <p:nvPr/>
        </p:nvSpPr>
        <p:spPr>
          <a:xfrm>
            <a:off x="9646920" y="5270601"/>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根拠：架空資料E</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