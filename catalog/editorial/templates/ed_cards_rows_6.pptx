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"ed_cards_rows_6",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274624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9696"/>
            <a:ext cx="3684117" cy="597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検索の入口を部署間で揃える</a:t>
            </a:r>
          </a:p>
        </p:txBody>
      </p:sp>
      <p:sp>
        <p:nvSpPr>
          <p:cNvPr id="11" name="slot:item_1_body"/>
          <p:cNvSpPr txBox="1"/>
          <p:nvPr/>
        </p:nvSpPr>
        <p:spPr>
          <a:xfrm>
            <a:off x="4580229" y="2139696"/>
            <a:ext cx="4929530" cy="597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同じ資料へ辿れる入口を整える。</a:t>
            </a:r>
          </a:p>
        </p:txBody>
      </p:sp>
      <p:sp>
        <p:nvSpPr>
          <p:cNvPr id="12" name="slot:item_1_evidence"/>
          <p:cNvSpPr txBox="1"/>
          <p:nvPr/>
        </p:nvSpPr>
        <p:spPr>
          <a:xfrm>
            <a:off x="9646920" y="2139696"/>
            <a:ext cx="1828800" cy="597408"/>
          </a:xfrm>
          <a:prstGeom prst="rect">
            <a:avLst/>
          </a:prstGeom>
          <a:noFill/>
        </p:spPr>
        <p:txBody>
          <a:bodyPr wrap="square" anchor="ctr"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根拠：架空資料A</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確認：日付未記録</a:t>
            </a:r>
          </a:p>
        </p:txBody>
      </p:sp>
      <p:sp>
        <p:nvSpPr>
          <p:cNvPr id="13" name="decor:4"/>
          <p:cNvSpPr/>
          <p:nvPr/>
        </p:nvSpPr>
        <p:spPr>
          <a:xfrm>
            <a:off x="685800" y="3398520"/>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2791968"/>
            <a:ext cx="3684117" cy="597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原文の根拠と条件へ辿れる</a:t>
            </a:r>
          </a:p>
        </p:txBody>
      </p:sp>
      <p:sp>
        <p:nvSpPr>
          <p:cNvPr id="15" name="slot:item_2_body"/>
          <p:cNvSpPr txBox="1"/>
          <p:nvPr/>
        </p:nvSpPr>
        <p:spPr>
          <a:xfrm>
            <a:off x="4580229" y="2791968"/>
            <a:ext cx="4929530" cy="597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要約とともに残す。</a:t>
            </a:r>
          </a:p>
        </p:txBody>
      </p:sp>
      <p:sp>
        <p:nvSpPr>
          <p:cNvPr id="16" name="slot:item_2_evidence"/>
          <p:cNvSpPr txBox="1"/>
          <p:nvPr/>
        </p:nvSpPr>
        <p:spPr>
          <a:xfrm>
            <a:off x="9646920" y="2791968"/>
            <a:ext cx="1828800" cy="597408"/>
          </a:xfrm>
          <a:prstGeom prst="rect">
            <a:avLst/>
          </a:prstGeom>
          <a:noFill/>
        </p:spPr>
        <p:txBody>
          <a:bodyPr wrap="square" anchor="ctr"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根拠：架空資料B</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確認：日付未記録</a:t>
            </a:r>
          </a:p>
        </p:txBody>
      </p:sp>
      <p:sp>
        <p:nvSpPr>
          <p:cNvPr id="17" name="decor:5"/>
          <p:cNvSpPr/>
          <p:nvPr/>
        </p:nvSpPr>
        <p:spPr>
          <a:xfrm>
            <a:off x="685800" y="4050792"/>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85800" y="3444240"/>
            <a:ext cx="3684117" cy="597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更新範囲と担当を明確にする</a:t>
            </a:r>
          </a:p>
        </p:txBody>
      </p:sp>
      <p:sp>
        <p:nvSpPr>
          <p:cNvPr id="19" name="slot:item_3_body"/>
          <p:cNvSpPr txBox="1"/>
          <p:nvPr/>
        </p:nvSpPr>
        <p:spPr>
          <a:xfrm>
            <a:off x="4580229" y="3444240"/>
            <a:ext cx="4929530" cy="597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担当と再確認の時期を決める。</a:t>
            </a:r>
          </a:p>
        </p:txBody>
      </p:sp>
      <p:sp>
        <p:nvSpPr>
          <p:cNvPr id="20" name="slot:item_3_evidence"/>
          <p:cNvSpPr txBox="1"/>
          <p:nvPr/>
        </p:nvSpPr>
        <p:spPr>
          <a:xfrm>
            <a:off x="9646920" y="3444240"/>
            <a:ext cx="1828800" cy="597408"/>
          </a:xfrm>
          <a:prstGeom prst="rect">
            <a:avLst/>
          </a:prstGeom>
          <a:noFill/>
        </p:spPr>
        <p:txBody>
          <a:bodyPr wrap="square" anchor="ctr"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根拠：架空資料C</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確認：日付未記録</a:t>
            </a:r>
          </a:p>
        </p:txBody>
      </p:sp>
      <p:sp>
        <p:nvSpPr>
          <p:cNvPr id="21" name="decor:6"/>
          <p:cNvSpPr/>
          <p:nvPr/>
        </p:nvSpPr>
        <p:spPr>
          <a:xfrm>
            <a:off x="685800" y="4703064"/>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4_heading"/>
          <p:cNvSpPr txBox="1"/>
          <p:nvPr/>
        </p:nvSpPr>
        <p:spPr>
          <a:xfrm>
            <a:off x="685800" y="4096512"/>
            <a:ext cx="3684117" cy="597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適用できない場面も記録する</a:t>
            </a:r>
          </a:p>
        </p:txBody>
      </p:sp>
      <p:sp>
        <p:nvSpPr>
          <p:cNvPr id="23" name="slot:item_4_body"/>
          <p:cNvSpPr txBox="1"/>
          <p:nvPr/>
        </p:nvSpPr>
        <p:spPr>
          <a:xfrm>
            <a:off x="4580229" y="4096512"/>
            <a:ext cx="4929530" cy="597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前提の違いを残す。</a:t>
            </a:r>
          </a:p>
        </p:txBody>
      </p:sp>
      <p:sp>
        <p:nvSpPr>
          <p:cNvPr id="24" name="slot:item_4_evidence"/>
          <p:cNvSpPr txBox="1"/>
          <p:nvPr/>
        </p:nvSpPr>
        <p:spPr>
          <a:xfrm>
            <a:off x="9646920" y="4096512"/>
            <a:ext cx="1828800" cy="597408"/>
          </a:xfrm>
          <a:prstGeom prst="rect">
            <a:avLst/>
          </a:prstGeom>
          <a:noFill/>
        </p:spPr>
        <p:txBody>
          <a:bodyPr wrap="square" anchor="ctr"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根拠：架空資料D</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確認：日付未記録</a:t>
            </a:r>
          </a:p>
        </p:txBody>
      </p:sp>
      <p:sp>
        <p:nvSpPr>
          <p:cNvPr id="25" name="decor:7"/>
          <p:cNvSpPr/>
          <p:nvPr/>
        </p:nvSpPr>
        <p:spPr>
          <a:xfrm>
            <a:off x="685800" y="5355336"/>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ot:item_5_heading"/>
          <p:cNvSpPr txBox="1"/>
          <p:nvPr/>
        </p:nvSpPr>
        <p:spPr>
          <a:xfrm>
            <a:off x="685800" y="4748784"/>
            <a:ext cx="3684117" cy="597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比較する条件を共有する</a:t>
            </a:r>
          </a:p>
        </p:txBody>
      </p:sp>
      <p:sp>
        <p:nvSpPr>
          <p:cNvPr id="27" name="slot:item_5_body"/>
          <p:cNvSpPr txBox="1"/>
          <p:nvPr/>
        </p:nvSpPr>
        <p:spPr>
          <a:xfrm>
            <a:off x="4580229" y="4748784"/>
            <a:ext cx="4929530" cy="597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評価項目を揃え、</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異なる条件の結果を混同しない。</a:t>
            </a:r>
          </a:p>
        </p:txBody>
      </p:sp>
      <p:sp>
        <p:nvSpPr>
          <p:cNvPr id="28" name="slot:item_5_evidence"/>
          <p:cNvSpPr txBox="1"/>
          <p:nvPr/>
        </p:nvSpPr>
        <p:spPr>
          <a:xfrm>
            <a:off x="9646920" y="4748784"/>
            <a:ext cx="1828800" cy="597408"/>
          </a:xfrm>
          <a:prstGeom prst="rect">
            <a:avLst/>
          </a:prstGeom>
          <a:noFill/>
        </p:spPr>
        <p:txBody>
          <a:bodyPr wrap="square" anchor="ctr"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根拠：架空資料E</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確認：日付未記録</a:t>
            </a:r>
          </a:p>
        </p:txBody>
      </p:sp>
      <p:sp>
        <p:nvSpPr>
          <p:cNvPr id="29" name="decor:8"/>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lot:item_6_heading"/>
          <p:cNvSpPr txBox="1"/>
          <p:nvPr/>
        </p:nvSpPr>
        <p:spPr>
          <a:xfrm>
            <a:off x="685800" y="5401056"/>
            <a:ext cx="3684117" cy="597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次に確認する論点を残す</a:t>
            </a:r>
          </a:p>
        </p:txBody>
      </p:sp>
      <p:sp>
        <p:nvSpPr>
          <p:cNvPr id="31" name="slot:item_6_body"/>
          <p:cNvSpPr txBox="1"/>
          <p:nvPr/>
        </p:nvSpPr>
        <p:spPr>
          <a:xfrm>
            <a:off x="4580229" y="5401056"/>
            <a:ext cx="4929530" cy="597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未確認の論点と、</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追加調査で確かめる点を残す。</a:t>
            </a:r>
          </a:p>
        </p:txBody>
      </p:sp>
      <p:sp>
        <p:nvSpPr>
          <p:cNvPr id="32" name="slot:item_6_evidence"/>
          <p:cNvSpPr txBox="1"/>
          <p:nvPr/>
        </p:nvSpPr>
        <p:spPr>
          <a:xfrm>
            <a:off x="9646920" y="5401056"/>
            <a:ext cx="1828800" cy="597408"/>
          </a:xfrm>
          <a:prstGeom prst="rect">
            <a:avLst/>
          </a:prstGeom>
          <a:noFill/>
        </p:spPr>
        <p:txBody>
          <a:bodyPr wrap="square" anchor="ctr"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根拠：架空資料F</a:t>
            </a:r>
          </a:p>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確認：日付未記録</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調査所見カード</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