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c:v>
                </c:pt>
                <c:pt idx="1">
                  <c:v>35</c:v>
                </c:pt>
                <c:pt idx="2">
                  <c:v>28</c:v>
                </c:pt>
                <c:pt idx="3">
                  <c:v>18</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"ed_chart_bar_left_4",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2157984"/>
            <a:ext cx="6986016"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7955279" y="2304288"/>
            <a:ext cx="3621024" cy="28346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955279" y="5358384"/>
            <a:ext cx="3621024" cy="65836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グラフと所見</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