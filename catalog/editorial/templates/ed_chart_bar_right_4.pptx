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c:v>
                </c:pt>
                <c:pt idx="1">
                  <c:v>35</c:v>
                </c:pt>
                <c:pt idx="2">
                  <c:v>28</c:v>
                </c:pt>
                <c:pt idx="3">
                  <c:v>18</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b"/>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"ed_chart_bar_right_4",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4572000" y="2157984"/>
            <a:ext cx="6986016"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4572000" y="2496312"/>
          <a:ext cx="6986016" cy="3447288"/>
        </p:xfrm>
        <a:graphic>
          <a:graphicData uri="http://schemas.openxmlformats.org/drawingml/2006/chart">
            <c:chart xmlns:c="http://schemas.openxmlformats.org/drawingml/2006/chart" r:id="rId2"/>
          </a:graphicData>
        </a:graphic>
      </p:graphicFrame>
      <p:sp>
        <p:nvSpPr>
          <p:cNvPr id="11" name="slot:insight"/>
          <p:cNvSpPr txBox="1"/>
          <p:nvPr/>
        </p:nvSpPr>
        <p:spPr>
          <a:xfrm>
            <a:off x="603504" y="2304288"/>
            <a:ext cx="3621024" cy="28346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603504" y="5358384"/>
            <a:ext cx="3621024" cy="65836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グラフと所見</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