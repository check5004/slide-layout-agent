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"ed_comparison_columns_2",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83210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83210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83210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83210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22706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645566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645566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645566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645566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645566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二案の比較</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