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"ed_comparison_matrix_2",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276856"/>
            <a:ext cx="2194560" cy="457200"/>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3291840" y="2267712"/>
            <a:ext cx="3675887"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3291840" y="2624328"/>
            <a:ext cx="3675887" cy="12527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7315200" y="2267712"/>
            <a:ext cx="3675887"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7315200" y="2624328"/>
            <a:ext cx="3675887" cy="12527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03504" y="4169664"/>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832104" y="4306824"/>
            <a:ext cx="2194560" cy="457200"/>
          </a:xfrm>
          <a:prstGeom prst="rect">
            <a:avLst/>
          </a:prstGeom>
          <a:noFill/>
        </p:spPr>
        <p:txBody>
          <a:bodyPr wrap="square" anchor="t"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3291840" y="4297680"/>
            <a:ext cx="3675887"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3291840" y="4654296"/>
            <a:ext cx="3675887" cy="12527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7315200" y="4297680"/>
            <a:ext cx="3675887" cy="25603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7315200" y="4654296"/>
            <a:ext cx="3675887" cy="1252728"/>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
        <p:nvSpPr>
          <p:cNvPr id="21" name="decor:5"/>
          <p:cNvSpPr/>
          <p:nvPr/>
        </p:nvSpPr>
        <p:spPr>
          <a:xfrm>
            <a:off x="7077456" y="2139696"/>
            <a:ext cx="22860"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ecor:6"/>
          <p:cNvSpPr/>
          <p:nvPr/>
        </p:nvSpPr>
        <p:spPr>
          <a:xfrm>
            <a:off x="3054096" y="2139696"/>
            <a:ext cx="22860"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二案の比較</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