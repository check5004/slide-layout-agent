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"ed_comparison_rows_2",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176272"/>
            <a:ext cx="10332720" cy="4572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41248" y="2642615"/>
            <a:ext cx="5074920"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41248" y="2926079"/>
            <a:ext cx="5074920" cy="10149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6281928" y="2642615"/>
            <a:ext cx="5074920"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6281928" y="2926079"/>
            <a:ext cx="5074920" cy="10149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03504" y="4169664"/>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832104" y="4206240"/>
            <a:ext cx="10332720" cy="4572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841248" y="4672584"/>
            <a:ext cx="5074920"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841248" y="4956048"/>
            <a:ext cx="5074920" cy="10149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281928" y="4672584"/>
            <a:ext cx="5074920"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281928" y="4956048"/>
            <a:ext cx="5074920" cy="10149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二案の比較</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