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"ed_comparison_swapped_2",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b_heading"/>
          <p:cNvSpPr txBox="1"/>
          <p:nvPr/>
        </p:nvSpPr>
        <p:spPr>
          <a:xfrm>
            <a:off x="83210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1" name="slot:b_axis_1"/>
          <p:cNvSpPr txBox="1"/>
          <p:nvPr/>
        </p:nvSpPr>
        <p:spPr>
          <a:xfrm>
            <a:off x="83210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b_point_1"/>
          <p:cNvSpPr txBox="1"/>
          <p:nvPr/>
        </p:nvSpPr>
        <p:spPr>
          <a:xfrm>
            <a:off x="83210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3" name="slot:b_axis_2"/>
          <p:cNvSpPr txBox="1"/>
          <p:nvPr/>
        </p:nvSpPr>
        <p:spPr>
          <a:xfrm>
            <a:off x="83210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b_point_2"/>
          <p:cNvSpPr txBox="1"/>
          <p:nvPr/>
        </p:nvSpPr>
        <p:spPr>
          <a:xfrm>
            <a:off x="83210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
        <p:nvSpPr>
          <p:cNvPr id="15" name="decor:4"/>
          <p:cNvSpPr/>
          <p:nvPr/>
        </p:nvSpPr>
        <p:spPr>
          <a:xfrm>
            <a:off x="622706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a_heading"/>
          <p:cNvSpPr txBox="1"/>
          <p:nvPr/>
        </p:nvSpPr>
        <p:spPr>
          <a:xfrm>
            <a:off x="645566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7" name="slot:a_axis_1"/>
          <p:cNvSpPr txBox="1"/>
          <p:nvPr/>
        </p:nvSpPr>
        <p:spPr>
          <a:xfrm>
            <a:off x="645566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a_point_1"/>
          <p:cNvSpPr txBox="1"/>
          <p:nvPr/>
        </p:nvSpPr>
        <p:spPr>
          <a:xfrm>
            <a:off x="645566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9" name="slot:a_axis_2"/>
          <p:cNvSpPr txBox="1"/>
          <p:nvPr/>
        </p:nvSpPr>
        <p:spPr>
          <a:xfrm>
            <a:off x="645566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a_point_2"/>
          <p:cNvSpPr txBox="1"/>
          <p:nvPr/>
        </p:nvSpPr>
        <p:spPr>
          <a:xfrm>
            <a:off x="645566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二案の比較</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