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"ed_cover_split_2",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r:3"/>
          <p:cNvSpPr/>
          <p:nvPr/>
        </p:nvSpPr>
        <p:spPr>
          <a:xfrm>
            <a:off x="7589520" y="777240"/>
            <a:ext cx="4005072" cy="52303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ot:title"/>
          <p:cNvSpPr txBox="1"/>
          <p:nvPr/>
        </p:nvSpPr>
        <p:spPr>
          <a:xfrm>
            <a:off x="640080" y="1371600"/>
            <a:ext cx="6446520" cy="150876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9" name="slot:context"/>
          <p:cNvSpPr txBox="1"/>
          <p:nvPr/>
        </p:nvSpPr>
        <p:spPr>
          <a:xfrm>
            <a:off x="658368" y="3108960"/>
            <a:ext cx="6263640" cy="109728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10" name="decor:4"/>
          <p:cNvSpPr/>
          <p:nvPr/>
        </p:nvSpPr>
        <p:spPr>
          <a:xfrm>
            <a:off x="7799831" y="1024128"/>
            <a:ext cx="3566160" cy="222199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r:5"/>
          <p:cNvSpPr/>
          <p:nvPr/>
        </p:nvSpPr>
        <p:spPr>
          <a:xfrm>
            <a:off x="7799831" y="1024128"/>
            <a:ext cx="41148" cy="222199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lot:item_1_heading"/>
          <p:cNvSpPr txBox="1"/>
          <p:nvPr/>
        </p:nvSpPr>
        <p:spPr>
          <a:xfrm>
            <a:off x="8010144" y="1161288"/>
            <a:ext cx="314553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8010144" y="1682496"/>
            <a:ext cx="3145536" cy="147218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6"/>
          <p:cNvSpPr/>
          <p:nvPr/>
        </p:nvSpPr>
        <p:spPr>
          <a:xfrm>
            <a:off x="7799831" y="3429000"/>
            <a:ext cx="3566160" cy="222199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7"/>
          <p:cNvSpPr/>
          <p:nvPr/>
        </p:nvSpPr>
        <p:spPr>
          <a:xfrm>
            <a:off x="7799831" y="3429000"/>
            <a:ext cx="41148" cy="222199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8010144" y="3566160"/>
            <a:ext cx="3145536"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8010144" y="4087368"/>
            <a:ext cx="3145536" cy="1472184"/>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調査の入口</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