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"ed_cover_split_2",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ecor:3"/>
          <p:cNvSpPr/>
          <p:nvPr/>
        </p:nvSpPr>
        <p:spPr>
          <a:xfrm>
            <a:off x="7589520" y="777240"/>
            <a:ext cx="4005072" cy="52303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lot:title"/>
          <p:cNvSpPr txBox="1"/>
          <p:nvPr/>
        </p:nvSpPr>
        <p:spPr>
          <a:xfrm>
            <a:off x="640080" y="1371600"/>
            <a:ext cx="6446520" cy="1508760"/>
          </a:xfrm>
          <a:prstGeom prst="rect">
            <a:avLst/>
          </a:prstGeom>
          <a:noFill/>
        </p:spPr>
        <p:txBody>
          <a:bodyPr wrap="square" anchor="t" lIns="18288" rIns="18288" tIns="13716" bIns="13716">
            <a:noAutofit/>
          </a:bodyPr>
          <a:lstStyle/>
          <a:p>
            <a:pPr hangingPunct="0" eaLnBrk="1" latinLnBrk="0">
              <a:lnSpc>
                <a:spcPts val="4250"/>
              </a:lnSpc>
              <a:spcBef>
                <a:spcPts val="0"/>
              </a:spcBef>
              <a:spcAft>
                <a:spcPts val="0"/>
              </a:spcAft>
              <a:defRPr lang="ja-JP" sz="3400" b="1">
                <a:solidFill>
                  <a:srgbClr val="213547"/>
                </a:solidFill>
                <a:latin typeface="Yu Gothic"/>
                <a:ea typeface="Yu Gothic"/>
                <a:cs typeface="Yu Gothic"/>
              </a:defRPr>
            </a:pPr>
            <a:r>
              <a:rPr lang="ja-JP" sz="3400" b="1">
                <a:solidFill>
                  <a:srgbClr val="213547"/>
                </a:solidFill>
                <a:latin typeface="Yu Gothic"/>
                <a:ea typeface="Yu Gothic"/>
                <a:cs typeface="Yu Gothic"/>
              </a:rPr>
              <a:t>社内ナレッジ共有の調査メモ</a:t>
            </a:r>
          </a:p>
        </p:txBody>
      </p:sp>
      <p:sp>
        <p:nvSpPr>
          <p:cNvPr id="9" name="slot:context"/>
          <p:cNvSpPr txBox="1"/>
          <p:nvPr/>
        </p:nvSpPr>
        <p:spPr>
          <a:xfrm>
            <a:off x="658368" y="3108960"/>
            <a:ext cx="6263640" cy="1097280"/>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0">
                <a:solidFill>
                  <a:srgbClr val="566777"/>
                </a:solidFill>
                <a:latin typeface="Yu Gothic"/>
                <a:ea typeface="Yu Gothic"/>
                <a:cs typeface="Yu Gothic"/>
              </a:defRPr>
            </a:pPr>
            <a:r>
              <a:rPr lang="ja-JP" sz="2300" b="0">
                <a:solidFill>
                  <a:srgbClr val="566777"/>
                </a:solidFill>
                <a:latin typeface="Yu Gothic"/>
                <a:ea typeface="Yu Gothic"/>
                <a:cs typeface="Yu Gothic"/>
              </a:rPr>
              <a:t>検索性と信頼性を両立するための運用条件</a:t>
            </a:r>
          </a:p>
        </p:txBody>
      </p:sp>
      <p:sp>
        <p:nvSpPr>
          <p:cNvPr id="10" name="decor:4"/>
          <p:cNvSpPr/>
          <p:nvPr/>
        </p:nvSpPr>
        <p:spPr>
          <a:xfrm>
            <a:off x="7799831" y="1024128"/>
            <a:ext cx="3566160" cy="2221992"/>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ecor:5"/>
          <p:cNvSpPr/>
          <p:nvPr/>
        </p:nvSpPr>
        <p:spPr>
          <a:xfrm>
            <a:off x="7799831" y="1024128"/>
            <a:ext cx="41148" cy="222199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lot:item_1_heading"/>
          <p:cNvSpPr txBox="1"/>
          <p:nvPr/>
        </p:nvSpPr>
        <p:spPr>
          <a:xfrm>
            <a:off x="8010144" y="1161288"/>
            <a:ext cx="3145536"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8010144" y="1682496"/>
            <a:ext cx="3145536" cy="1472184"/>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decor:6"/>
          <p:cNvSpPr/>
          <p:nvPr/>
        </p:nvSpPr>
        <p:spPr>
          <a:xfrm>
            <a:off x="7799831" y="3429000"/>
            <a:ext cx="3566160" cy="2221992"/>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ecor:7"/>
          <p:cNvSpPr/>
          <p:nvPr/>
        </p:nvSpPr>
        <p:spPr>
          <a:xfrm>
            <a:off x="7799831" y="3429000"/>
            <a:ext cx="41148" cy="222199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8010144" y="3566160"/>
            <a:ext cx="3145536"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8010144" y="4087368"/>
            <a:ext cx="3145536" cy="1472184"/>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調査の入口</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