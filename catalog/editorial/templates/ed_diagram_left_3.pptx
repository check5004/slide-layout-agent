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"ed_diagram_left_3",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2120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850392" y="2350008"/>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1060704" y="2423160"/>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1060704" y="2871215"/>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302666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850392" y="3502152"/>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1060704" y="3575304"/>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1060704" y="4023360"/>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302666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850392" y="4654296"/>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1060704" y="4727448"/>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1060704" y="5175504"/>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199632" y="2322576"/>
            <a:ext cx="5376672"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199632" y="3264408"/>
            <a:ext cx="5376672" cy="19659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199632" y="5486400"/>
            <a:ext cx="5376672"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仕組みと説明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