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"ed_diagram_wide_left_3",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653796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850392" y="2350008"/>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1060704" y="2423160"/>
            <a:ext cx="562356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1060704" y="2871215"/>
            <a:ext cx="562356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3689604" y="3227832"/>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850392" y="3502152"/>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1060704" y="3575304"/>
            <a:ext cx="562356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1060704" y="4023360"/>
            <a:ext cx="562356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3689604" y="4379976"/>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850392" y="4654296"/>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1060704" y="4727448"/>
            <a:ext cx="562356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1060704" y="5175504"/>
            <a:ext cx="562356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7525512" y="2322576"/>
            <a:ext cx="4050791" cy="768096"/>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7525512" y="3264408"/>
            <a:ext cx="4050791" cy="19659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7525512" y="5486400"/>
            <a:ext cx="4050791"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仕組みと説明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