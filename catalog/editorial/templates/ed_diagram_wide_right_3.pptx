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"ed_diagram_wide_right_3",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5038344" y="2139696"/>
            <a:ext cx="653796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5285231" y="2350008"/>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5495544" y="2423160"/>
            <a:ext cx="562356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5495544" y="2871215"/>
            <a:ext cx="562356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8124444" y="3227832"/>
            <a:ext cx="457200" cy="2743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5285231" y="3502152"/>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5495544" y="3575304"/>
            <a:ext cx="562356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5495544" y="4023360"/>
            <a:ext cx="562356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8124444" y="4379976"/>
            <a:ext cx="457200" cy="2743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5285231" y="4654296"/>
            <a:ext cx="604418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5495544" y="4727448"/>
            <a:ext cx="5623560" cy="384048"/>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5495544" y="5175504"/>
            <a:ext cx="5623560" cy="283464"/>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03504" y="2322576"/>
            <a:ext cx="4050791" cy="768096"/>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03504" y="3264408"/>
            <a:ext cx="4050791" cy="1965960"/>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03504" y="5486400"/>
            <a:ext cx="4050791" cy="47548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仕組みと説明</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