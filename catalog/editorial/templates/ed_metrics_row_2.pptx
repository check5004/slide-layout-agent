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"ed_metrics_row_2",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5376672"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4974336"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4974336"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4974336"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6199632" y="2139696"/>
            <a:ext cx="5376672"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6400800" y="2368296"/>
            <a:ext cx="4974336"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6400800" y="3282696"/>
            <a:ext cx="4974336"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6400800" y="4334256"/>
            <a:ext cx="4974336"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