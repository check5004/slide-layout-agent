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"ed_metrics_row_3",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310896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3108960" cy="777240"/>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3108960" cy="10789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4334256"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4535424" y="2368296"/>
            <a:ext cx="310896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4535424" y="3282696"/>
            <a:ext cx="3108960" cy="777240"/>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4535424" y="4334256"/>
            <a:ext cx="3108960" cy="10789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8065008"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8266176" y="2368296"/>
            <a:ext cx="310896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8266176" y="3282696"/>
            <a:ext cx="3108960" cy="777240"/>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8266176" y="4334256"/>
            <a:ext cx="3108960" cy="10789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