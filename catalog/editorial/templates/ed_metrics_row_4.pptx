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"ed_metrics_row_4",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架空集計：資料120件の記載状況。項目間には重複があり、合計を総数として扱わない。</a:t>
            </a:r>
          </a:p>
        </p:txBody>
      </p:sp>
      <p:sp>
        <p:nvSpPr>
          <p:cNvPr id="9" name="decor:3"/>
          <p:cNvSpPr/>
          <p:nvPr/>
        </p:nvSpPr>
        <p:spPr>
          <a:xfrm>
            <a:off x="603504" y="2139696"/>
            <a:ext cx="257860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804672" y="2368296"/>
            <a:ext cx="21762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対象範囲の記載</a:t>
            </a:r>
          </a:p>
        </p:txBody>
      </p:sp>
      <p:sp>
        <p:nvSpPr>
          <p:cNvPr id="11" name="slot:metric_label_1"/>
          <p:cNvSpPr txBox="1"/>
          <p:nvPr/>
        </p:nvSpPr>
        <p:spPr>
          <a:xfrm>
            <a:off x="804672" y="3282696"/>
            <a:ext cx="2176272"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120件</a:t>
            </a:r>
          </a:p>
        </p:txBody>
      </p:sp>
      <p:sp>
        <p:nvSpPr>
          <p:cNvPr id="12" name="slot:item_1_body"/>
          <p:cNvSpPr txBox="1"/>
          <p:nvPr/>
        </p:nvSpPr>
        <p:spPr>
          <a:xfrm>
            <a:off x="804672" y="4334256"/>
            <a:ext cx="2176272"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適用できる業務範囲が記載された文書。</a:t>
            </a:r>
          </a:p>
        </p:txBody>
      </p:sp>
      <p:sp>
        <p:nvSpPr>
          <p:cNvPr id="13" name="decor:4"/>
          <p:cNvSpPr/>
          <p:nvPr/>
        </p:nvSpPr>
        <p:spPr>
          <a:xfrm>
            <a:off x="3401568" y="2139696"/>
            <a:ext cx="257860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3602736" y="2368296"/>
            <a:ext cx="21762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確認担当の記載</a:t>
            </a:r>
          </a:p>
        </p:txBody>
      </p:sp>
      <p:sp>
        <p:nvSpPr>
          <p:cNvPr id="15" name="slot:metric_label_2"/>
          <p:cNvSpPr txBox="1"/>
          <p:nvPr/>
        </p:nvSpPr>
        <p:spPr>
          <a:xfrm>
            <a:off x="3602736" y="3282696"/>
            <a:ext cx="2176272"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84件</a:t>
            </a:r>
          </a:p>
        </p:txBody>
      </p:sp>
      <p:sp>
        <p:nvSpPr>
          <p:cNvPr id="16" name="slot:item_2_body"/>
          <p:cNvSpPr txBox="1"/>
          <p:nvPr/>
        </p:nvSpPr>
        <p:spPr>
          <a:xfrm>
            <a:off x="3602736" y="4334256"/>
            <a:ext cx="2176272"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内容を確認する担当が記載された文書。</a:t>
            </a:r>
          </a:p>
        </p:txBody>
      </p:sp>
      <p:sp>
        <p:nvSpPr>
          <p:cNvPr id="17" name="decor:5"/>
          <p:cNvSpPr/>
          <p:nvPr/>
        </p:nvSpPr>
        <p:spPr>
          <a:xfrm>
            <a:off x="6199632" y="2139696"/>
            <a:ext cx="257860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400800" y="2368296"/>
            <a:ext cx="21762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更新日の記載</a:t>
            </a:r>
          </a:p>
        </p:txBody>
      </p:sp>
      <p:sp>
        <p:nvSpPr>
          <p:cNvPr id="19" name="slot:metric_label_3"/>
          <p:cNvSpPr txBox="1"/>
          <p:nvPr/>
        </p:nvSpPr>
        <p:spPr>
          <a:xfrm>
            <a:off x="6400800" y="3282696"/>
            <a:ext cx="2176272"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24件</a:t>
            </a:r>
          </a:p>
        </p:txBody>
      </p:sp>
      <p:sp>
        <p:nvSpPr>
          <p:cNvPr id="20" name="slot:item_3_body"/>
          <p:cNvSpPr txBox="1"/>
          <p:nvPr/>
        </p:nvSpPr>
        <p:spPr>
          <a:xfrm>
            <a:off x="6400800" y="4334256"/>
            <a:ext cx="2176272"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原文の最終確認日が記載された文書。</a:t>
            </a:r>
          </a:p>
        </p:txBody>
      </p:sp>
      <p:sp>
        <p:nvSpPr>
          <p:cNvPr id="21" name="decor:6"/>
          <p:cNvSpPr/>
          <p:nvPr/>
        </p:nvSpPr>
        <p:spPr>
          <a:xfrm>
            <a:off x="8997696" y="2139696"/>
            <a:ext cx="257860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4_heading"/>
          <p:cNvSpPr txBox="1"/>
          <p:nvPr/>
        </p:nvSpPr>
        <p:spPr>
          <a:xfrm>
            <a:off x="9198864" y="2368296"/>
            <a:ext cx="21762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留保条件の記載</a:t>
            </a:r>
          </a:p>
        </p:txBody>
      </p:sp>
      <p:sp>
        <p:nvSpPr>
          <p:cNvPr id="23" name="slot:metric_label_4"/>
          <p:cNvSpPr txBox="1"/>
          <p:nvPr/>
        </p:nvSpPr>
        <p:spPr>
          <a:xfrm>
            <a:off x="9198864" y="3282696"/>
            <a:ext cx="2176272"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12件</a:t>
            </a:r>
          </a:p>
        </p:txBody>
      </p:sp>
      <p:sp>
        <p:nvSpPr>
          <p:cNvPr id="24" name="slot:item_4_body"/>
          <p:cNvSpPr txBox="1"/>
          <p:nvPr/>
        </p:nvSpPr>
        <p:spPr>
          <a:xfrm>
            <a:off x="9198864" y="4334256"/>
            <a:ext cx="2176272"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未検証の条件や対象外の場面を記載した文書。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数値と留保</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