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"ed_metrics_stack_3",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32104" y="2386584"/>
            <a:ext cx="256032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3621024" y="2304288"/>
            <a:ext cx="1828800" cy="795528"/>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5815584" y="2322576"/>
            <a:ext cx="5394960" cy="84124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603504" y="3456432"/>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832104" y="3703320"/>
            <a:ext cx="256032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3621024" y="3621024"/>
            <a:ext cx="1828800" cy="795528"/>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5815584" y="3639312"/>
            <a:ext cx="5394960" cy="84124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
        <p:nvSpPr>
          <p:cNvPr id="17" name="decor:5"/>
          <p:cNvSpPr/>
          <p:nvPr/>
        </p:nvSpPr>
        <p:spPr>
          <a:xfrm>
            <a:off x="603504" y="4773168"/>
            <a:ext cx="10972800"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832104" y="5020056"/>
            <a:ext cx="2560320"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更新日の記載</a:t>
            </a:r>
          </a:p>
        </p:txBody>
      </p:sp>
      <p:sp>
        <p:nvSpPr>
          <p:cNvPr id="19" name="slot:metric_label_3"/>
          <p:cNvSpPr txBox="1"/>
          <p:nvPr/>
        </p:nvSpPr>
        <p:spPr>
          <a:xfrm>
            <a:off x="3621024" y="4937759"/>
            <a:ext cx="1828800" cy="795528"/>
          </a:xfrm>
          <a:prstGeom prst="rect">
            <a:avLst/>
          </a:prstGeom>
          <a:noFill/>
        </p:spPr>
        <p:txBody>
          <a:bodyPr wrap="square"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24件</a:t>
            </a:r>
          </a:p>
        </p:txBody>
      </p:sp>
      <p:sp>
        <p:nvSpPr>
          <p:cNvPr id="20" name="slot:item_3_body"/>
          <p:cNvSpPr txBox="1"/>
          <p:nvPr/>
        </p:nvSpPr>
        <p:spPr>
          <a:xfrm>
            <a:off x="5815584" y="4956048"/>
            <a:ext cx="5394960" cy="841248"/>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原文の最終確認日が記載された文書。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