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"ed_quote_right_2",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5907024" y="2139696"/>
            <a:ext cx="56692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6126480" y="2478024"/>
            <a:ext cx="5230368" cy="2916935"/>
          </a:xfrm>
          <a:prstGeom prst="rect">
            <a:avLst/>
          </a:prstGeom>
          <a:noFill/>
        </p:spPr>
        <p:txBody>
          <a:bodyPr wrap="square"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6181344" y="5394959"/>
            <a:ext cx="5120640" cy="47548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03504" y="2331720"/>
            <a:ext cx="4846320" cy="23774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03504" y="5696712"/>
            <a:ext cx="4846320" cy="411480"/>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引用と解釈</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