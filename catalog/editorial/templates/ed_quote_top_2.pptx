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"ed_quote_top_2",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10972800" cy="219456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822960" y="2478024"/>
            <a:ext cx="10533888" cy="1252728"/>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877824" y="3730752"/>
            <a:ext cx="10424160"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94944" y="4645152"/>
            <a:ext cx="10789920" cy="96012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94944" y="5696712"/>
            <a:ext cx="10789920" cy="41148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引用と解釈</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