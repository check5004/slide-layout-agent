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"ed_steps_horizontal_2",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5330952"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0" name="decor:3"/>
          <p:cNvSpPr/>
          <p:nvPr/>
        </p:nvSpPr>
        <p:spPr>
          <a:xfrm>
            <a:off x="603504" y="2734056"/>
            <a:ext cx="5330952"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5330952"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5330952"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tatic:sequence_1"/>
          <p:cNvSpPr txBox="1"/>
          <p:nvPr/>
        </p:nvSpPr>
        <p:spPr>
          <a:xfrm>
            <a:off x="6245352" y="2249424"/>
            <a:ext cx="5330952" cy="356616"/>
          </a:xfrm>
          <a:prstGeom prst="rect">
            <a:avLst/>
          </a:prstGeom>
          <a:noFill/>
        </p:spPr>
        <p:txBody>
          <a:bodyPr wrap="square"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4" name="decor:4"/>
          <p:cNvSpPr/>
          <p:nvPr/>
        </p:nvSpPr>
        <p:spPr>
          <a:xfrm>
            <a:off x="6245352" y="2734056"/>
            <a:ext cx="5330952"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245352" y="2907792"/>
            <a:ext cx="5330952" cy="77724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6" name="slot:item_2_body"/>
          <p:cNvSpPr txBox="1"/>
          <p:nvPr/>
        </p:nvSpPr>
        <p:spPr>
          <a:xfrm>
            <a:off x="6245352" y="3739896"/>
            <a:ext cx="5330952" cy="2011680"/>
          </a:xfrm>
          <a:prstGeom prst="rect">
            <a:avLst/>
          </a:prstGeom>
          <a:noFill/>
        </p:spPr>
        <p:txBody>
          <a:bodyPr wrap="square"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順序のある手順</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