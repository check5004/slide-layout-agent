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"ed_steps_horizontal_3",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tatic:sequence_0"/>
          <p:cNvSpPr txBox="1"/>
          <p:nvPr/>
        </p:nvSpPr>
        <p:spPr>
          <a:xfrm>
            <a:off x="603504" y="2249424"/>
            <a:ext cx="3450336" cy="356616"/>
          </a:xfrm>
          <a:prstGeom prst="rect">
            <a:avLst/>
          </a:prstGeom>
          <a:noFill/>
        </p:spPr>
        <p:txBody>
          <a:bodyPr wrap="square" anchor="t"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0" name="decor:3"/>
          <p:cNvSpPr/>
          <p:nvPr/>
        </p:nvSpPr>
        <p:spPr>
          <a:xfrm>
            <a:off x="603504" y="2734056"/>
            <a:ext cx="3450336"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603504" y="2907792"/>
            <a:ext cx="3450336" cy="77724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2" name="slot:item_1_body"/>
          <p:cNvSpPr txBox="1"/>
          <p:nvPr/>
        </p:nvSpPr>
        <p:spPr>
          <a:xfrm>
            <a:off x="603504" y="3739896"/>
            <a:ext cx="3450336" cy="2011680"/>
          </a:xfrm>
          <a:prstGeom prst="rect">
            <a:avLst/>
          </a:prstGeom>
          <a:noFill/>
        </p:spPr>
        <p:txBody>
          <a:bodyPr wrap="square" anchor="t"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用語を揃え、同じ資料へ辿れる入口を整える。</a:t>
            </a:r>
          </a:p>
        </p:txBody>
      </p:sp>
      <p:sp>
        <p:nvSpPr>
          <p:cNvPr id="13" name="static:sequence_1"/>
          <p:cNvSpPr txBox="1"/>
          <p:nvPr/>
        </p:nvSpPr>
        <p:spPr>
          <a:xfrm>
            <a:off x="4364736" y="2249424"/>
            <a:ext cx="3450336" cy="356616"/>
          </a:xfrm>
          <a:prstGeom prst="rect">
            <a:avLst/>
          </a:prstGeom>
          <a:noFill/>
        </p:spPr>
        <p:txBody>
          <a:bodyPr wrap="square" anchor="t"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4" name="decor:4"/>
          <p:cNvSpPr/>
          <p:nvPr/>
        </p:nvSpPr>
        <p:spPr>
          <a:xfrm>
            <a:off x="4364736" y="2734056"/>
            <a:ext cx="3450336"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4364736" y="2907792"/>
            <a:ext cx="3450336" cy="77724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6" name="slot:item_2_body"/>
          <p:cNvSpPr txBox="1"/>
          <p:nvPr/>
        </p:nvSpPr>
        <p:spPr>
          <a:xfrm>
            <a:off x="4364736" y="3739896"/>
            <a:ext cx="3450336" cy="2011680"/>
          </a:xfrm>
          <a:prstGeom prst="rect">
            <a:avLst/>
          </a:prstGeom>
          <a:noFill/>
        </p:spPr>
        <p:txBody>
          <a:bodyPr wrap="square" anchor="t"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原文の条件と確認日を、要約とともに残す。</a:t>
            </a:r>
          </a:p>
        </p:txBody>
      </p:sp>
      <p:sp>
        <p:nvSpPr>
          <p:cNvPr id="17" name="static:sequence_2"/>
          <p:cNvSpPr txBox="1"/>
          <p:nvPr/>
        </p:nvSpPr>
        <p:spPr>
          <a:xfrm>
            <a:off x="8125968" y="2249424"/>
            <a:ext cx="3450336" cy="356616"/>
          </a:xfrm>
          <a:prstGeom prst="rect">
            <a:avLst/>
          </a:prstGeom>
          <a:noFill/>
        </p:spPr>
        <p:txBody>
          <a:bodyPr wrap="square" anchor="t"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18" name="decor:5"/>
          <p:cNvSpPr/>
          <p:nvPr/>
        </p:nvSpPr>
        <p:spPr>
          <a:xfrm>
            <a:off x="8125968" y="2734056"/>
            <a:ext cx="3450336"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8125968" y="2907792"/>
            <a:ext cx="3450336" cy="77724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20" name="slot:item_3_body"/>
          <p:cNvSpPr txBox="1"/>
          <p:nvPr/>
        </p:nvSpPr>
        <p:spPr>
          <a:xfrm>
            <a:off x="8125968" y="3739896"/>
            <a:ext cx="3450336" cy="2011680"/>
          </a:xfrm>
          <a:prstGeom prst="rect">
            <a:avLst/>
          </a:prstGeom>
          <a:noFill/>
        </p:spPr>
        <p:txBody>
          <a:bodyPr wrap="square" anchor="t"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順序のある手順</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