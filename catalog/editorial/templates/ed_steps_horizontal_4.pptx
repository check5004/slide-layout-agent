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"ed_steps_horizontal_4",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0" name="decor:3"/>
          <p:cNvSpPr/>
          <p:nvPr/>
        </p:nvSpPr>
        <p:spPr>
          <a:xfrm>
            <a:off x="603504"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tatic:sequence_1"/>
          <p:cNvSpPr txBox="1"/>
          <p:nvPr/>
        </p:nvSpPr>
        <p:spPr>
          <a:xfrm>
            <a:off x="3424428"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4" name="decor:4"/>
          <p:cNvSpPr/>
          <p:nvPr/>
        </p:nvSpPr>
        <p:spPr>
          <a:xfrm>
            <a:off x="3424428"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3424428"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6" name="slot:item_2_body"/>
          <p:cNvSpPr txBox="1"/>
          <p:nvPr/>
        </p:nvSpPr>
        <p:spPr>
          <a:xfrm>
            <a:off x="3424428"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7" name="static:sequence_2"/>
          <p:cNvSpPr txBox="1"/>
          <p:nvPr/>
        </p:nvSpPr>
        <p:spPr>
          <a:xfrm>
            <a:off x="6245352"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8" name="decor:5"/>
          <p:cNvSpPr/>
          <p:nvPr/>
        </p:nvSpPr>
        <p:spPr>
          <a:xfrm>
            <a:off x="6245352"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245352"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0" name="slot:item_3_body"/>
          <p:cNvSpPr txBox="1"/>
          <p:nvPr/>
        </p:nvSpPr>
        <p:spPr>
          <a:xfrm>
            <a:off x="6245352"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
        <p:nvSpPr>
          <p:cNvPr id="21" name="static:sequence_3"/>
          <p:cNvSpPr txBox="1"/>
          <p:nvPr/>
        </p:nvSpPr>
        <p:spPr>
          <a:xfrm>
            <a:off x="9066276"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2" name="decor:6"/>
          <p:cNvSpPr/>
          <p:nvPr/>
        </p:nvSpPr>
        <p:spPr>
          <a:xfrm>
            <a:off x="9066276"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9066276"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4" name="slot:item_4_body"/>
          <p:cNvSpPr txBox="1"/>
          <p:nvPr/>
        </p:nvSpPr>
        <p:spPr>
          <a:xfrm>
            <a:off x="9066276"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