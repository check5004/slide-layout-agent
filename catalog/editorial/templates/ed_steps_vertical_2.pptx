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"ed_steps_vertical_2",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19156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41010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4101083"/>
            <a:ext cx="7013448" cy="19156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