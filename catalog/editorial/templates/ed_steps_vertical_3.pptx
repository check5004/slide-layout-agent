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"ed_steps_vertical_3",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859536" y="2295144"/>
            <a:ext cx="22860" cy="3566160"/>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1234440" y="3416808"/>
            <a:ext cx="102870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tatic:number_1"/>
          <p:cNvSpPr txBox="1"/>
          <p:nvPr/>
        </p:nvSpPr>
        <p:spPr>
          <a:xfrm>
            <a:off x="1234440" y="2167127"/>
            <a:ext cx="411480" cy="365760"/>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01</a:t>
            </a:r>
          </a:p>
        </p:txBody>
      </p:sp>
      <p:sp>
        <p:nvSpPr>
          <p:cNvPr id="12" name="slot:item_1_heading"/>
          <p:cNvSpPr txBox="1"/>
          <p:nvPr/>
        </p:nvSpPr>
        <p:spPr>
          <a:xfrm>
            <a:off x="1755648" y="2157984"/>
            <a:ext cx="2542032"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3" name="slot:item_1_body"/>
          <p:cNvSpPr txBox="1"/>
          <p:nvPr/>
        </p:nvSpPr>
        <p:spPr>
          <a:xfrm>
            <a:off x="4507992" y="2157984"/>
            <a:ext cx="7013448" cy="126796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4" name="decor:5"/>
          <p:cNvSpPr/>
          <p:nvPr/>
        </p:nvSpPr>
        <p:spPr>
          <a:xfrm>
            <a:off x="1234440" y="4712208"/>
            <a:ext cx="102870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atic:number_2"/>
          <p:cNvSpPr txBox="1"/>
          <p:nvPr/>
        </p:nvSpPr>
        <p:spPr>
          <a:xfrm>
            <a:off x="1234440" y="3462528"/>
            <a:ext cx="411480" cy="365760"/>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02</a:t>
            </a:r>
          </a:p>
        </p:txBody>
      </p:sp>
      <p:sp>
        <p:nvSpPr>
          <p:cNvPr id="16" name="slot:item_2_heading"/>
          <p:cNvSpPr txBox="1"/>
          <p:nvPr/>
        </p:nvSpPr>
        <p:spPr>
          <a:xfrm>
            <a:off x="1755648" y="3453384"/>
            <a:ext cx="2542032"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7" name="slot:item_2_body"/>
          <p:cNvSpPr txBox="1"/>
          <p:nvPr/>
        </p:nvSpPr>
        <p:spPr>
          <a:xfrm>
            <a:off x="4507992" y="3453384"/>
            <a:ext cx="7013448" cy="126796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8" name="decor:6"/>
          <p:cNvSpPr/>
          <p:nvPr/>
        </p:nvSpPr>
        <p:spPr>
          <a:xfrm>
            <a:off x="1234440" y="6007608"/>
            <a:ext cx="102870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tatic:number_3"/>
          <p:cNvSpPr txBox="1"/>
          <p:nvPr/>
        </p:nvSpPr>
        <p:spPr>
          <a:xfrm>
            <a:off x="1234440" y="4757928"/>
            <a:ext cx="411480" cy="365760"/>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03</a:t>
            </a:r>
          </a:p>
        </p:txBody>
      </p:sp>
      <p:sp>
        <p:nvSpPr>
          <p:cNvPr id="20" name="slot:item_3_heading"/>
          <p:cNvSpPr txBox="1"/>
          <p:nvPr/>
        </p:nvSpPr>
        <p:spPr>
          <a:xfrm>
            <a:off x="1755648" y="4748784"/>
            <a:ext cx="2542032"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21" name="slot:item_3_body"/>
          <p:cNvSpPr txBox="1"/>
          <p:nvPr/>
        </p:nvSpPr>
        <p:spPr>
          <a:xfrm>
            <a:off x="4507992" y="4748784"/>
            <a:ext cx="7013448" cy="126796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順序のある手順</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