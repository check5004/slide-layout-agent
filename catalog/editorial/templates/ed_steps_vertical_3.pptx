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"ed_steps_vertical_3",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34168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12405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47122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3462528"/>
            <a:ext cx="411480" cy="12405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3462528"/>
            <a:ext cx="2542032"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3462528"/>
            <a:ext cx="7013448"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4757928"/>
            <a:ext cx="411480" cy="12405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4757928"/>
            <a:ext cx="2542032"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4757928"/>
            <a:ext cx="7013448"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順序のある手順</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