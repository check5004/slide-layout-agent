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"ed_steps_vertical_4",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859536" y="2295144"/>
            <a:ext cx="22860" cy="3566160"/>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r:4"/>
          <p:cNvSpPr/>
          <p:nvPr/>
        </p:nvSpPr>
        <p:spPr>
          <a:xfrm>
            <a:off x="1234440" y="3092958"/>
            <a:ext cx="102870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tatic:number_1"/>
          <p:cNvSpPr txBox="1"/>
          <p:nvPr/>
        </p:nvSpPr>
        <p:spPr>
          <a:xfrm>
            <a:off x="1234440" y="2167127"/>
            <a:ext cx="411480" cy="365760"/>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01</a:t>
            </a:r>
          </a:p>
        </p:txBody>
      </p:sp>
      <p:sp>
        <p:nvSpPr>
          <p:cNvPr id="12" name="slot:item_1_heading"/>
          <p:cNvSpPr txBox="1"/>
          <p:nvPr/>
        </p:nvSpPr>
        <p:spPr>
          <a:xfrm>
            <a:off x="1755648" y="2157984"/>
            <a:ext cx="2542032"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3" name="slot:item_1_body"/>
          <p:cNvSpPr txBox="1"/>
          <p:nvPr/>
        </p:nvSpPr>
        <p:spPr>
          <a:xfrm>
            <a:off x="4507992" y="2157984"/>
            <a:ext cx="7013448" cy="94411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4" name="decor:5"/>
          <p:cNvSpPr/>
          <p:nvPr/>
        </p:nvSpPr>
        <p:spPr>
          <a:xfrm>
            <a:off x="1234440" y="4064508"/>
            <a:ext cx="102870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atic:number_2"/>
          <p:cNvSpPr txBox="1"/>
          <p:nvPr/>
        </p:nvSpPr>
        <p:spPr>
          <a:xfrm>
            <a:off x="1234440" y="3138677"/>
            <a:ext cx="411480" cy="365760"/>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02</a:t>
            </a:r>
          </a:p>
        </p:txBody>
      </p:sp>
      <p:sp>
        <p:nvSpPr>
          <p:cNvPr id="16" name="slot:item_2_heading"/>
          <p:cNvSpPr txBox="1"/>
          <p:nvPr/>
        </p:nvSpPr>
        <p:spPr>
          <a:xfrm>
            <a:off x="1755648" y="3129534"/>
            <a:ext cx="2542032"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7" name="slot:item_2_body"/>
          <p:cNvSpPr txBox="1"/>
          <p:nvPr/>
        </p:nvSpPr>
        <p:spPr>
          <a:xfrm>
            <a:off x="4507992" y="3129534"/>
            <a:ext cx="7013448" cy="94411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8" name="decor:6"/>
          <p:cNvSpPr/>
          <p:nvPr/>
        </p:nvSpPr>
        <p:spPr>
          <a:xfrm>
            <a:off x="1234440" y="5036058"/>
            <a:ext cx="102870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tatic:number_3"/>
          <p:cNvSpPr txBox="1"/>
          <p:nvPr/>
        </p:nvSpPr>
        <p:spPr>
          <a:xfrm>
            <a:off x="1234440" y="4110228"/>
            <a:ext cx="411480" cy="365760"/>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03</a:t>
            </a:r>
          </a:p>
        </p:txBody>
      </p:sp>
      <p:sp>
        <p:nvSpPr>
          <p:cNvPr id="20" name="slot:item_3_heading"/>
          <p:cNvSpPr txBox="1"/>
          <p:nvPr/>
        </p:nvSpPr>
        <p:spPr>
          <a:xfrm>
            <a:off x="1755648" y="4101083"/>
            <a:ext cx="2542032"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更新範囲を決める</a:t>
            </a:r>
          </a:p>
        </p:txBody>
      </p:sp>
      <p:sp>
        <p:nvSpPr>
          <p:cNvPr id="21" name="slot:item_3_body"/>
          <p:cNvSpPr txBox="1"/>
          <p:nvPr/>
        </p:nvSpPr>
        <p:spPr>
          <a:xfrm>
            <a:off x="4507992" y="4101083"/>
            <a:ext cx="7013448" cy="94411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変更頻度に応じて担当と再確認の時期を決める。</a:t>
            </a:r>
          </a:p>
        </p:txBody>
      </p:sp>
      <p:sp>
        <p:nvSpPr>
          <p:cNvPr id="22" name="decor:7"/>
          <p:cNvSpPr/>
          <p:nvPr/>
        </p:nvSpPr>
        <p:spPr>
          <a:xfrm>
            <a:off x="1234440" y="6007608"/>
            <a:ext cx="102870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tatic:number_4"/>
          <p:cNvSpPr txBox="1"/>
          <p:nvPr/>
        </p:nvSpPr>
        <p:spPr>
          <a:xfrm>
            <a:off x="1234440" y="5081778"/>
            <a:ext cx="411480" cy="365760"/>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04</a:t>
            </a:r>
          </a:p>
        </p:txBody>
      </p:sp>
      <p:sp>
        <p:nvSpPr>
          <p:cNvPr id="24" name="slot:item_4_heading"/>
          <p:cNvSpPr txBox="1"/>
          <p:nvPr/>
        </p:nvSpPr>
        <p:spPr>
          <a:xfrm>
            <a:off x="1755648" y="5072633"/>
            <a:ext cx="2542032"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例外を見える化</a:t>
            </a:r>
          </a:p>
        </p:txBody>
      </p:sp>
      <p:sp>
        <p:nvSpPr>
          <p:cNvPr id="25" name="slot:item_4_body"/>
          <p:cNvSpPr txBox="1"/>
          <p:nvPr/>
        </p:nvSpPr>
        <p:spPr>
          <a:xfrm>
            <a:off x="4507992" y="5072633"/>
            <a:ext cx="7013448" cy="94411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適用できない場面も記録し、前提の違いを残す。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順序のある手順</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