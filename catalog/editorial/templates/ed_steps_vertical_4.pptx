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"ed_steps_vertical_4",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309295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40645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3138677"/>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3138677"/>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3138677"/>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503605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4110228"/>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4110228"/>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4110228"/>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2" name="decor:7"/>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tic:number_4"/>
          <p:cNvSpPr txBox="1"/>
          <p:nvPr/>
        </p:nvSpPr>
        <p:spPr>
          <a:xfrm>
            <a:off x="1234440" y="5081778"/>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4" name="slot:item_4_heading"/>
          <p:cNvSpPr txBox="1"/>
          <p:nvPr/>
        </p:nvSpPr>
        <p:spPr>
          <a:xfrm>
            <a:off x="1755648" y="5081778"/>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5" name="slot:item_4_body"/>
          <p:cNvSpPr txBox="1"/>
          <p:nvPr/>
        </p:nvSpPr>
        <p:spPr>
          <a:xfrm>
            <a:off x="4507992" y="5081778"/>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順序のある手順</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