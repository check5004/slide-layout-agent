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"ed_steps_vertical_5",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289864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367588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294436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293522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293522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445312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372160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371246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3712463"/>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523036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449884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448970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4489703"/>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6" name="decor:8"/>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c:number_5"/>
          <p:cNvSpPr txBox="1"/>
          <p:nvPr/>
        </p:nvSpPr>
        <p:spPr>
          <a:xfrm>
            <a:off x="1234440" y="527608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05</a:t>
            </a:r>
          </a:p>
        </p:txBody>
      </p:sp>
      <p:sp>
        <p:nvSpPr>
          <p:cNvPr id="28" name="slot:item_5_heading"/>
          <p:cNvSpPr txBox="1"/>
          <p:nvPr/>
        </p:nvSpPr>
        <p:spPr>
          <a:xfrm>
            <a:off x="1755648" y="526694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9" name="slot:item_5_body"/>
          <p:cNvSpPr txBox="1"/>
          <p:nvPr/>
        </p:nvSpPr>
        <p:spPr>
          <a:xfrm>
            <a:off x="4507992" y="526694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