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"ed_steps_vertical_6",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859536" y="2295144"/>
            <a:ext cx="22860" cy="35661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1234440" y="27691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atic:number_1"/>
          <p:cNvSpPr txBox="1"/>
          <p:nvPr/>
        </p:nvSpPr>
        <p:spPr>
          <a:xfrm>
            <a:off x="1234440" y="2167127"/>
            <a:ext cx="411480" cy="5928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2" name="slot:item_1_heading"/>
          <p:cNvSpPr txBox="1"/>
          <p:nvPr/>
        </p:nvSpPr>
        <p:spPr>
          <a:xfrm>
            <a:off x="1755648" y="2167127"/>
            <a:ext cx="2542032" cy="5928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4507992" y="2167127"/>
            <a:ext cx="7013448" cy="5928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decor:5"/>
          <p:cNvSpPr/>
          <p:nvPr/>
        </p:nvSpPr>
        <p:spPr>
          <a:xfrm>
            <a:off x="1234440" y="34168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atic:number_2"/>
          <p:cNvSpPr txBox="1"/>
          <p:nvPr/>
        </p:nvSpPr>
        <p:spPr>
          <a:xfrm>
            <a:off x="1234440" y="2814828"/>
            <a:ext cx="411480" cy="5928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6" name="slot:item_2_heading"/>
          <p:cNvSpPr txBox="1"/>
          <p:nvPr/>
        </p:nvSpPr>
        <p:spPr>
          <a:xfrm>
            <a:off x="1755648" y="2814828"/>
            <a:ext cx="2542032" cy="5928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4507992" y="2814828"/>
            <a:ext cx="7013448" cy="5928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8" name="decor:6"/>
          <p:cNvSpPr/>
          <p:nvPr/>
        </p:nvSpPr>
        <p:spPr>
          <a:xfrm>
            <a:off x="1234440" y="40645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atic:number_3"/>
          <p:cNvSpPr txBox="1"/>
          <p:nvPr/>
        </p:nvSpPr>
        <p:spPr>
          <a:xfrm>
            <a:off x="1234440" y="3462528"/>
            <a:ext cx="411480" cy="5928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03</a:t>
            </a:r>
          </a:p>
        </p:txBody>
      </p:sp>
      <p:sp>
        <p:nvSpPr>
          <p:cNvPr id="20" name="slot:item_3_heading"/>
          <p:cNvSpPr txBox="1"/>
          <p:nvPr/>
        </p:nvSpPr>
        <p:spPr>
          <a:xfrm>
            <a:off x="1755648" y="3462528"/>
            <a:ext cx="2542032" cy="5928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1" name="slot:item_3_body"/>
          <p:cNvSpPr txBox="1"/>
          <p:nvPr/>
        </p:nvSpPr>
        <p:spPr>
          <a:xfrm>
            <a:off x="4507992" y="3462528"/>
            <a:ext cx="7013448" cy="5928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2" name="decor:7"/>
          <p:cNvSpPr/>
          <p:nvPr/>
        </p:nvSpPr>
        <p:spPr>
          <a:xfrm>
            <a:off x="1234440" y="47122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tatic:number_4"/>
          <p:cNvSpPr txBox="1"/>
          <p:nvPr/>
        </p:nvSpPr>
        <p:spPr>
          <a:xfrm>
            <a:off x="1234440" y="4110228"/>
            <a:ext cx="411480" cy="5928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04</a:t>
            </a:r>
          </a:p>
        </p:txBody>
      </p:sp>
      <p:sp>
        <p:nvSpPr>
          <p:cNvPr id="24" name="slot:item_4_heading"/>
          <p:cNvSpPr txBox="1"/>
          <p:nvPr/>
        </p:nvSpPr>
        <p:spPr>
          <a:xfrm>
            <a:off x="1755648" y="4110228"/>
            <a:ext cx="2542032" cy="5928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5" name="slot:item_4_body"/>
          <p:cNvSpPr txBox="1"/>
          <p:nvPr/>
        </p:nvSpPr>
        <p:spPr>
          <a:xfrm>
            <a:off x="4507992" y="4110228"/>
            <a:ext cx="7013448" cy="5928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6" name="decor:8"/>
          <p:cNvSpPr/>
          <p:nvPr/>
        </p:nvSpPr>
        <p:spPr>
          <a:xfrm>
            <a:off x="1234440" y="53599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tatic:number_5"/>
          <p:cNvSpPr txBox="1"/>
          <p:nvPr/>
        </p:nvSpPr>
        <p:spPr>
          <a:xfrm>
            <a:off x="1234440" y="4757928"/>
            <a:ext cx="411480" cy="5928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05</a:t>
            </a:r>
          </a:p>
        </p:txBody>
      </p:sp>
      <p:sp>
        <p:nvSpPr>
          <p:cNvPr id="28" name="slot:item_5_heading"/>
          <p:cNvSpPr txBox="1"/>
          <p:nvPr/>
        </p:nvSpPr>
        <p:spPr>
          <a:xfrm>
            <a:off x="1755648" y="4757928"/>
            <a:ext cx="2542032" cy="5928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比較軸を共有する</a:t>
            </a:r>
          </a:p>
        </p:txBody>
      </p:sp>
      <p:sp>
        <p:nvSpPr>
          <p:cNvPr id="29" name="slot:item_5_body"/>
          <p:cNvSpPr txBox="1"/>
          <p:nvPr/>
        </p:nvSpPr>
        <p:spPr>
          <a:xfrm>
            <a:off x="4507992" y="4757928"/>
            <a:ext cx="7013448" cy="5928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評価項目を揃え、異なる条件の結果を混同しない。</a:t>
            </a:r>
          </a:p>
        </p:txBody>
      </p:sp>
      <p:sp>
        <p:nvSpPr>
          <p:cNvPr id="30" name="decor:9"/>
          <p:cNvSpPr/>
          <p:nvPr/>
        </p:nvSpPr>
        <p:spPr>
          <a:xfrm>
            <a:off x="1234440" y="60076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static:number_6"/>
          <p:cNvSpPr txBox="1"/>
          <p:nvPr/>
        </p:nvSpPr>
        <p:spPr>
          <a:xfrm>
            <a:off x="1234440" y="5405628"/>
            <a:ext cx="411480" cy="5928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06</a:t>
            </a:r>
          </a:p>
        </p:txBody>
      </p:sp>
      <p:sp>
        <p:nvSpPr>
          <p:cNvPr id="32" name="slot:item_6_heading"/>
          <p:cNvSpPr txBox="1"/>
          <p:nvPr/>
        </p:nvSpPr>
        <p:spPr>
          <a:xfrm>
            <a:off x="1755648" y="5405628"/>
            <a:ext cx="2542032" cy="5928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確認先を残す</a:t>
            </a:r>
          </a:p>
        </p:txBody>
      </p:sp>
      <p:sp>
        <p:nvSpPr>
          <p:cNvPr id="33" name="slot:item_6_body"/>
          <p:cNvSpPr txBox="1"/>
          <p:nvPr/>
        </p:nvSpPr>
        <p:spPr>
          <a:xfrm>
            <a:off x="4507992" y="5405628"/>
            <a:ext cx="7013448" cy="5928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未確認の論点と、追加調査で確かめる点を残す。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順序のある手順</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