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"ed_steps_vertical_6",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27691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34168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28148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28056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28056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34625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34533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34533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2" name="decor:7"/>
          <p:cNvSpPr/>
          <p:nvPr/>
        </p:nvSpPr>
        <p:spPr>
          <a:xfrm>
            <a:off x="1234440" y="47122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4101083"/>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5" name="slot:item_4_body"/>
          <p:cNvSpPr txBox="1"/>
          <p:nvPr/>
        </p:nvSpPr>
        <p:spPr>
          <a:xfrm>
            <a:off x="4507992" y="4101083"/>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6" name="decor:8"/>
          <p:cNvSpPr/>
          <p:nvPr/>
        </p:nvSpPr>
        <p:spPr>
          <a:xfrm>
            <a:off x="1234440" y="53599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tic:number_5"/>
          <p:cNvSpPr txBox="1"/>
          <p:nvPr/>
        </p:nvSpPr>
        <p:spPr>
          <a:xfrm>
            <a:off x="1234440"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05</a:t>
            </a:r>
          </a:p>
        </p:txBody>
      </p:sp>
      <p:sp>
        <p:nvSpPr>
          <p:cNvPr id="28" name="slot:item_5_heading"/>
          <p:cNvSpPr txBox="1"/>
          <p:nvPr/>
        </p:nvSpPr>
        <p:spPr>
          <a:xfrm>
            <a:off x="1755648" y="47487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29" name="slot:item_5_body"/>
          <p:cNvSpPr txBox="1"/>
          <p:nvPr/>
        </p:nvSpPr>
        <p:spPr>
          <a:xfrm>
            <a:off x="4507992" y="47487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0" name="decor:9"/>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tatic:number_6"/>
          <p:cNvSpPr txBox="1"/>
          <p:nvPr/>
        </p:nvSpPr>
        <p:spPr>
          <a:xfrm>
            <a:off x="1234440" y="54056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06</a:t>
            </a:r>
          </a:p>
        </p:txBody>
      </p:sp>
      <p:sp>
        <p:nvSpPr>
          <p:cNvPr id="32" name="slot:item_6_heading"/>
          <p:cNvSpPr txBox="1"/>
          <p:nvPr/>
        </p:nvSpPr>
        <p:spPr>
          <a:xfrm>
            <a:off x="1755648" y="5396484"/>
            <a:ext cx="2542032" cy="62026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33" name="slot:item_6_body"/>
          <p:cNvSpPr txBox="1"/>
          <p:nvPr/>
        </p:nvSpPr>
        <p:spPr>
          <a:xfrm>
            <a:off x="4507992" y="5396484"/>
            <a:ext cx="7013448" cy="6202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