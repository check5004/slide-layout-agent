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"ed_summary_columns_3",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03504" y="2322576"/>
            <a:ext cx="347472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1" name="slot:item_1_body"/>
          <p:cNvSpPr txBox="1"/>
          <p:nvPr/>
        </p:nvSpPr>
        <p:spPr>
          <a:xfrm>
            <a:off x="603504" y="3081528"/>
            <a:ext cx="3474720" cy="2834639"/>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用語を揃え、同じ資料へ辿れる入口を整える。</a:t>
            </a:r>
          </a:p>
        </p:txBody>
      </p:sp>
      <p:sp>
        <p:nvSpPr>
          <p:cNvPr id="12" name="decor:4"/>
          <p:cNvSpPr/>
          <p:nvPr/>
        </p:nvSpPr>
        <p:spPr>
          <a:xfrm>
            <a:off x="435254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4352544" y="2322576"/>
            <a:ext cx="347472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4" name="slot:item_2_body"/>
          <p:cNvSpPr txBox="1"/>
          <p:nvPr/>
        </p:nvSpPr>
        <p:spPr>
          <a:xfrm>
            <a:off x="4352544" y="3081528"/>
            <a:ext cx="3474720" cy="2834639"/>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原文の条件と確認日を、要約とともに残す。</a:t>
            </a:r>
          </a:p>
        </p:txBody>
      </p:sp>
      <p:sp>
        <p:nvSpPr>
          <p:cNvPr id="15" name="decor:5"/>
          <p:cNvSpPr/>
          <p:nvPr/>
        </p:nvSpPr>
        <p:spPr>
          <a:xfrm>
            <a:off x="810158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8101584" y="2322576"/>
            <a:ext cx="347472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17" name="slot:item_3_body"/>
          <p:cNvSpPr txBox="1"/>
          <p:nvPr/>
        </p:nvSpPr>
        <p:spPr>
          <a:xfrm>
            <a:off x="8101584" y="3081528"/>
            <a:ext cx="3474720" cy="2834639"/>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まとめと次の確認</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