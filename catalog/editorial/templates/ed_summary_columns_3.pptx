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"ed_summary_columns_3",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2834639"/>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まとめと次の確認</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