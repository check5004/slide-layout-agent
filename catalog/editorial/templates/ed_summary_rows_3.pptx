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"ed_summary_rows_3",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6252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462528"/>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487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748783"/>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まとめと次の確認</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