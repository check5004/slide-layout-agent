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"ed_summary_split_3",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303520" cy="3858768"/>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385876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4882896" cy="64008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検索入口を揃える</a:t>
            </a:r>
          </a:p>
        </p:txBody>
      </p:sp>
      <p:sp>
        <p:nvSpPr>
          <p:cNvPr id="12" name="slot:item_1_body"/>
          <p:cNvSpPr txBox="1"/>
          <p:nvPr/>
        </p:nvSpPr>
        <p:spPr>
          <a:xfrm>
            <a:off x="813816" y="3072384"/>
            <a:ext cx="4882896" cy="164592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decor:5"/>
          <p:cNvSpPr/>
          <p:nvPr/>
        </p:nvSpPr>
        <p:spPr>
          <a:xfrm>
            <a:off x="6172200" y="2139696"/>
            <a:ext cx="5404104" cy="184708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decor:6"/>
          <p:cNvSpPr/>
          <p:nvPr/>
        </p:nvSpPr>
        <p:spPr>
          <a:xfrm>
            <a:off x="6172200" y="2139696"/>
            <a:ext cx="41148" cy="184708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382512" y="2276856"/>
            <a:ext cx="4983480"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382512" y="2798063"/>
            <a:ext cx="4983480" cy="1097280"/>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7" name="decor:7"/>
          <p:cNvSpPr/>
          <p:nvPr/>
        </p:nvSpPr>
        <p:spPr>
          <a:xfrm>
            <a:off x="6172200" y="4160520"/>
            <a:ext cx="5404104" cy="184708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ecor:8"/>
          <p:cNvSpPr/>
          <p:nvPr/>
        </p:nvSpPr>
        <p:spPr>
          <a:xfrm>
            <a:off x="6172200" y="4160520"/>
            <a:ext cx="41148" cy="1847088"/>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6382512" y="4297680"/>
            <a:ext cx="4983480"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6382512" y="4818888"/>
            <a:ext cx="4983480" cy="1097280"/>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まとめと次の確認</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