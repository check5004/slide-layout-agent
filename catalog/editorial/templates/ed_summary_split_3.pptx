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"ed_summary_split_3",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5303520" cy="3858768"/>
          </a:xfrm>
          <a:prstGeom prst="rect">
            <a:avLst/>
          </a:prstGeom>
          <a:solidFill>
            <a:srgbClr val="E8F3F2"/>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03504" y="2139696"/>
            <a:ext cx="41148" cy="385876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813816" y="2276856"/>
            <a:ext cx="4882896" cy="640080"/>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検索入口を揃える</a:t>
            </a:r>
          </a:p>
        </p:txBody>
      </p:sp>
      <p:sp>
        <p:nvSpPr>
          <p:cNvPr id="12" name="slot:item_1_body"/>
          <p:cNvSpPr txBox="1"/>
          <p:nvPr/>
        </p:nvSpPr>
        <p:spPr>
          <a:xfrm>
            <a:off x="813816" y="3072384"/>
            <a:ext cx="4882896" cy="164592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用語の揺れを減らし、部門をまたいでも同じ資料へ辿れる導線を整える。検索結果には対象範囲を添え、読み手が必要な情報かを判断できるようにする。</a:t>
            </a:r>
          </a:p>
        </p:txBody>
      </p:sp>
      <p:sp>
        <p:nvSpPr>
          <p:cNvPr id="13" name="decor:5"/>
          <p:cNvSpPr/>
          <p:nvPr/>
        </p:nvSpPr>
        <p:spPr>
          <a:xfrm>
            <a:off x="6172200" y="2139696"/>
            <a:ext cx="5404104" cy="184708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ecor:6"/>
          <p:cNvSpPr/>
          <p:nvPr/>
        </p:nvSpPr>
        <p:spPr>
          <a:xfrm>
            <a:off x="6172200" y="2139696"/>
            <a:ext cx="41148" cy="1847088"/>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6382512" y="2276856"/>
            <a:ext cx="4983480" cy="438912"/>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6" name="slot:item_2_body"/>
          <p:cNvSpPr txBox="1"/>
          <p:nvPr/>
        </p:nvSpPr>
        <p:spPr>
          <a:xfrm>
            <a:off x="6382512" y="2798063"/>
            <a:ext cx="4983480" cy="1097280"/>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7" name="decor:7"/>
          <p:cNvSpPr/>
          <p:nvPr/>
        </p:nvSpPr>
        <p:spPr>
          <a:xfrm>
            <a:off x="6172200" y="4160520"/>
            <a:ext cx="5404104" cy="184708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ecor:8"/>
          <p:cNvSpPr/>
          <p:nvPr/>
        </p:nvSpPr>
        <p:spPr>
          <a:xfrm>
            <a:off x="6172200" y="4160520"/>
            <a:ext cx="41148" cy="1847088"/>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3_heading"/>
          <p:cNvSpPr txBox="1"/>
          <p:nvPr/>
        </p:nvSpPr>
        <p:spPr>
          <a:xfrm>
            <a:off x="6382512" y="4297680"/>
            <a:ext cx="4983480" cy="438912"/>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0" name="slot:item_3_body"/>
          <p:cNvSpPr txBox="1"/>
          <p:nvPr/>
        </p:nvSpPr>
        <p:spPr>
          <a:xfrm>
            <a:off x="6382512" y="4818888"/>
            <a:ext cx="4983480" cy="1097280"/>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まとめと次の確認</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