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"ed_table_three_columns_4",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3657600"/>
                <a:gridCol w="3657600"/>
                <a:gridCol w="3657600"/>
              </a:tblGrid>
              <a:tr h="713232">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留保</a:t>
                      </a:r>
                    </a:p>
                  </a:txBody>
                  <a:tcPr marL="155448" marR="155448" marT="64008" marB="64008">
                    <a:solidFill>
                      <a:srgbClr val="213547"/>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架空資料A・検索節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部署間の呼称差が残る</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架空資料B・条件節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原文の条件を保持</a:t>
                      </a:r>
                    </a:p>
                  </a:txBody>
                  <a:tcPr marL="155448" marR="155448" marT="64008" marB="64008">
                    <a:solidFill>
                      <a:srgbClr val="EDF1F4"/>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架空資料C・運用節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確認日：未記録</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架空資料D・例外節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個別の判断が必要</a:t>
                      </a:r>
                    </a:p>
                  </a:txBody>
                  <a:tcPr marL="155448" marR="155448" marT="64008" marB="64008">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比較表</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