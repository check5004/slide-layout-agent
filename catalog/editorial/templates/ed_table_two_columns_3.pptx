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"ed_table_two_columns_3",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5486400"/>
                <a:gridCol w="5486400"/>
              </a:tblGrid>
              <a:tr h="891540">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nchor="ctr">
                    <a:solidFill>
                      <a:srgbClr val="213547"/>
                    </a:solidFill>
                  </a:tcPr>
                </a:tc>
              </a:tr>
              <a:tr h="891540">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nchor="ctr">
                    <a:solidFill>
                      <a:srgbClr val="FFFFFF"/>
                    </a:solidFill>
                  </a:tcPr>
                </a:tc>
              </a:tr>
              <a:tr h="891540">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nchor="ctr">
                    <a:solidFill>
                      <a:srgbClr val="EDF1F4"/>
                    </a:solidFill>
                  </a:tcPr>
                </a:tc>
              </a:tr>
              <a:tr h="891540">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nchor="ctr">
                    <a:solidFill>
                      <a:srgbClr val="FFFFFF"/>
                    </a:solidFill>
                  </a:tcPr>
                </a:tc>
              </a:tr>
            </a:tbl>
          </a:graphicData>
        </a:graphic>
      </p:graphicFrame>
      <p:sp>
        <p:nvSpPr>
          <p:cNvPr id="10" name="slot:note"/>
          <p:cNvSpPr txBox="1"/>
          <p:nvPr/>
        </p:nvSpPr>
        <p:spPr>
          <a:xfrm>
            <a:off x="658368" y="5806440"/>
            <a:ext cx="10789920" cy="39319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比較表</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