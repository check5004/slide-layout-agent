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"ed_table_two_columns_4",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5486400"/>
                <a:gridCol w="5486400"/>
              </a:tblGrid>
              <a:tr h="713232">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nchor="ctr">
                    <a:solidFill>
                      <a:srgbClr val="213547"/>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nchor="ctr">
                    <a:solidFill>
                      <a:srgbClr val="FFFFFF"/>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nchor="ctr">
                    <a:solidFill>
                      <a:srgbClr val="EDF1F4"/>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nchor="ctr">
                    <a:solidFill>
                      <a:srgbClr val="FFFFFF"/>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nchor="ctr">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比較表</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