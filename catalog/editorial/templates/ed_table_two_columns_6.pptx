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"ed_table_two_columns_6",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5486400"/>
                <a:gridCol w="5486400"/>
              </a:tblGrid>
              <a:tr h="509451">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nchor="ctr">
                    <a:solidFill>
                      <a:srgbClr val="213547"/>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nchor="ctr">
                    <a:solidFill>
                      <a:srgbClr val="FFFFFF"/>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nchor="ctr">
                    <a:solidFill>
                      <a:srgbClr val="EDF1F4"/>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nchor="ctr">
                    <a:solidFill>
                      <a:srgbClr val="FFFFFF"/>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nchor="ctr">
                    <a:solidFill>
                      <a:srgbClr val="EDF1F4"/>
                    </a:solidFill>
                  </a:tcPr>
                </a:tc>
              </a:tr>
              <a:tr h="509451">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比較軸を共有する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評価項目の定義を揃える</a:t>
                      </a:r>
                    </a:p>
                  </a:txBody>
                  <a:tcPr marL="155448" marR="155448" marT="64008" marB="64008" anchor="ctr">
                    <a:solidFill>
                      <a:srgbClr val="FFFFFF"/>
                    </a:solidFill>
                  </a:tcPr>
                </a:tc>
              </a:tr>
              <a:tr h="509454">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確認先を残す</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未確認の論点を引き継ぐ</a:t>
                      </a:r>
                    </a:p>
                  </a:txBody>
                  <a:tcPr marL="155448" marR="155448" marT="64008" marB="64008" anchor="ctr">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比較表</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