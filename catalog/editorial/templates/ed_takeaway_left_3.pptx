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"ed_takeaway_left_3",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4718304" cy="3858768"/>
          </a:xfrm>
          <a:prstGeom prst="rect">
            <a:avLst/>
          </a:prstGeom>
          <a:solidFill>
            <a:srgbClr val="E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conclusion"/>
          <p:cNvSpPr txBox="1"/>
          <p:nvPr/>
        </p:nvSpPr>
        <p:spPr>
          <a:xfrm>
            <a:off x="850392" y="2560320"/>
            <a:ext cx="4224528" cy="2468880"/>
          </a:xfrm>
          <a:prstGeom prst="rect">
            <a:avLst/>
          </a:prstGeom>
          <a:noFill/>
        </p:spPr>
        <p:txBody>
          <a:bodyPr wrap="square" lIns="18288" rIns="18288" tIns="13716" bIns="13716">
            <a:noAutofit/>
          </a:bodyPr>
          <a:lstStyle/>
          <a:p>
            <a:pPr hangingPunct="0" eaLnBrk="1" latinLnBrk="0">
              <a:lnSpc>
                <a:spcPts val="3375"/>
              </a:lnSpc>
              <a:spcBef>
                <a:spcPts val="0"/>
              </a:spcBef>
              <a:spcAft>
                <a:spcPts val="0"/>
              </a:spcAft>
              <a:defRPr lang="ja-JP" sz="2700" b="1">
                <a:solidFill>
                  <a:srgbClr val="087E83"/>
                </a:solidFill>
                <a:latin typeface="Yu Gothic"/>
                <a:ea typeface="Yu Gothic"/>
                <a:cs typeface="Yu Gothic"/>
              </a:defRPr>
            </a:pPr>
            <a:r>
              <a:rPr lang="ja-JP" sz="2700" b="1">
                <a:solidFill>
                  <a:srgbClr val="087E83"/>
                </a:solidFill>
                <a:latin typeface="Yu Gothic"/>
                <a:ea typeface="Yu Gothic"/>
                <a:cs typeface="Yu Gothic"/>
              </a:rPr>
              <a:t>検索の入口だけでなく、根拠と更新責任を一緒に設計する</a:t>
            </a:r>
          </a:p>
        </p:txBody>
      </p:sp>
      <p:sp>
        <p:nvSpPr>
          <p:cNvPr id="11" name="decor:4"/>
          <p:cNvSpPr/>
          <p:nvPr/>
        </p:nvSpPr>
        <p:spPr>
          <a:xfrm>
            <a:off x="5687568" y="3374136"/>
            <a:ext cx="5870448"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ot:item_1_heading"/>
          <p:cNvSpPr txBox="1"/>
          <p:nvPr/>
        </p:nvSpPr>
        <p:spPr>
          <a:xfrm>
            <a:off x="5742431" y="2203704"/>
            <a:ext cx="5760720" cy="4114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3" name="slot:item_1_body"/>
          <p:cNvSpPr txBox="1"/>
          <p:nvPr/>
        </p:nvSpPr>
        <p:spPr>
          <a:xfrm>
            <a:off x="5742431" y="2706624"/>
            <a:ext cx="5760720" cy="621792"/>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4" name="decor:5"/>
          <p:cNvSpPr/>
          <p:nvPr/>
        </p:nvSpPr>
        <p:spPr>
          <a:xfrm>
            <a:off x="5687568" y="4654296"/>
            <a:ext cx="5870448"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item_2_heading"/>
          <p:cNvSpPr txBox="1"/>
          <p:nvPr/>
        </p:nvSpPr>
        <p:spPr>
          <a:xfrm>
            <a:off x="5742431" y="3483864"/>
            <a:ext cx="5760720" cy="4114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6" name="slot:item_2_body"/>
          <p:cNvSpPr txBox="1"/>
          <p:nvPr/>
        </p:nvSpPr>
        <p:spPr>
          <a:xfrm>
            <a:off x="5742431" y="3986784"/>
            <a:ext cx="5760720" cy="621792"/>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7" name="decor:6"/>
          <p:cNvSpPr/>
          <p:nvPr/>
        </p:nvSpPr>
        <p:spPr>
          <a:xfrm>
            <a:off x="5687568" y="5934456"/>
            <a:ext cx="5870448"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3_heading"/>
          <p:cNvSpPr txBox="1"/>
          <p:nvPr/>
        </p:nvSpPr>
        <p:spPr>
          <a:xfrm>
            <a:off x="5742431" y="4764023"/>
            <a:ext cx="5760720" cy="4114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19" name="slot:item_3_body"/>
          <p:cNvSpPr txBox="1"/>
          <p:nvPr/>
        </p:nvSpPr>
        <p:spPr>
          <a:xfrm>
            <a:off x="5742431" y="5266944"/>
            <a:ext cx="5760720" cy="621792"/>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結論と根拠</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