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"ed_takeaway_rail_3",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0552"/>
            <a:ext cx="10972800" cy="86868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41248" y="2295144"/>
            <a:ext cx="10469880" cy="649224"/>
          </a:xfrm>
          <a:prstGeom prst="rect">
            <a:avLst/>
          </a:prstGeom>
          <a:noFill/>
        </p:spPr>
        <p:txBody>
          <a:bodyPr wrap="square" anchor="t"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r:5"/>
          <p:cNvSpPr/>
          <p:nvPr/>
        </p:nvSpPr>
        <p:spPr>
          <a:xfrm>
            <a:off x="603504"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1_heading"/>
          <p:cNvSpPr txBox="1"/>
          <p:nvPr/>
        </p:nvSpPr>
        <p:spPr>
          <a:xfrm>
            <a:off x="813816" y="3364992"/>
            <a:ext cx="3090672"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4" name="slot:item_1_body"/>
          <p:cNvSpPr txBox="1"/>
          <p:nvPr/>
        </p:nvSpPr>
        <p:spPr>
          <a:xfrm>
            <a:off x="813816" y="4160520"/>
            <a:ext cx="3090672" cy="1746503"/>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5" name="decor:6"/>
          <p:cNvSpPr/>
          <p:nvPr/>
        </p:nvSpPr>
        <p:spPr>
          <a:xfrm>
            <a:off x="4334256"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4334256"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4544568" y="3364992"/>
            <a:ext cx="3090672"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4544568" y="4160520"/>
            <a:ext cx="3090672" cy="1746503"/>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decor:8"/>
          <p:cNvSpPr/>
          <p:nvPr/>
        </p:nvSpPr>
        <p:spPr>
          <a:xfrm>
            <a:off x="8065008"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9"/>
          <p:cNvSpPr/>
          <p:nvPr/>
        </p:nvSpPr>
        <p:spPr>
          <a:xfrm>
            <a:off x="8065008"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75320" y="3364992"/>
            <a:ext cx="3090672"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75320" y="4160520"/>
            <a:ext cx="3090672" cy="1746503"/>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結論と根拠</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