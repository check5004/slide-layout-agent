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Lst>
  <p:sldSz cx="12191999"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{"layout_id": "ed_takeaway_right_3", "license": "MIT License\n\nCopyright (c) 2026 slide-layout-agent contributors\n\nPermission is hereby granted, free of charge, to any person obtaining a copy\nof this software and associated documentation files (the \"Software\"), to deal\nin the Software without restriction, including without limitation the rights\nto use, copy, modify, merge, publish, distribute, sublicense, and/or sell\ncopies of the Software, and to permit persons to whom the Software is\nfurnished to do so, subject to the following conditions:\n\nThe above copyright notice and this permission notice shall be included in all\ncopies or substantial portions of the Software.\n\nTHE SOFTWARE IS PROVIDED \"AS IS\", WITHOUT WARRANTY OF ANY KIND, EXPRESS OR\nIMPLIED, INCLUDING BUT NOT LIMITED TO THE WARRANTIES OF MERCHANTABILITY,\nFITNESS FOR A PARTICULAR PURPOSE AND NONINFRINGEMENT. IN NO EVENT SHALL THE\nAUTHORS OR COPYRIGHT HOLDERS BE LIABLE FOR ANY CLAIM, DAMAGES OR OTHER\nLIABILITY, WHETHER IN AN ACTION OF CONTRACT, TORT OR OTHERWISE, ARISING FROM,\nOUT OF OR IN CONNECTION WITH THE SOFTWARE OR THE USE OR OTHER DEALINGS IN THE\nSOFTWARE.\n", "provenance": "Original design; fictional content"}</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7F8FA"/>
        </a:solidFill>
        <a:effectLst/>
      </p:bgPr>
    </p:bg>
    <p:spTree>
      <p:nvGrpSpPr>
        <p:cNvPr id="1" name=""/>
        <p:cNvGrpSpPr/>
        <p:nvPr/>
      </p:nvGrpSpPr>
      <p:grpSpPr/>
      <p:sp>
        <p:nvSpPr>
          <p:cNvPr id="2" name="decor:1"/>
          <p:cNvSpPr/>
          <p:nvPr/>
        </p:nvSpPr>
        <p:spPr>
          <a:xfrm>
            <a:off x="566928" y="393192"/>
            <a:ext cx="292608" cy="50292"/>
          </a:xfrm>
          <a:prstGeom prst="rect">
            <a:avLst/>
          </a:prstGeom>
          <a:solidFill>
            <a:srgbClr val="087E8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meta:header"/>
          <p:cNvSpPr txBox="1"/>
          <p:nvPr/>
        </p:nvSpPr>
        <p:spPr>
          <a:xfrm>
            <a:off x="960120" y="292608"/>
            <a:ext cx="9052560" cy="292608"/>
          </a:xfrm>
          <a:prstGeom prst="rect">
            <a:avLst/>
          </a:prstGeom>
          <a:noFill/>
        </p:spPr>
        <p:txBody>
          <a:bodyPr wrap="square" lIns="18288" rIns="18288" tIns="13716" bIns="13716">
            <a:noAutofit/>
          </a:bodyPr>
          <a:lstStyle/>
          <a:p>
            <a:pPr hangingPunct="0" eaLnBrk="1" latinLnBrk="0">
              <a:lnSpc>
                <a:spcPts val="1500"/>
              </a:lnSpc>
              <a:spcBef>
                <a:spcPts val="0"/>
              </a:spcBef>
              <a:spcAft>
                <a:spcPts val="0"/>
              </a:spcAft>
              <a:defRPr lang="ja-JP" sz="1200" b="0">
                <a:solidFill>
                  <a:srgbClr val="566777"/>
                </a:solidFill>
                <a:latin typeface="Yu Gothic"/>
                <a:ea typeface="Yu Gothic"/>
                <a:cs typeface="Yu Gothic"/>
              </a:defRPr>
            </a:pPr>
            <a:r>
              <a:rPr lang="ja-JP" sz="1200" b="0">
                <a:solidFill>
                  <a:srgbClr val="566777"/>
                </a:solidFill>
                <a:latin typeface="Yu Gothic"/>
                <a:ea typeface="Yu Gothic"/>
                <a:cs typeface="Yu Gothic"/>
              </a:rPr>
              <a:t>架空調査｜社内ナレッジ共有</a:t>
            </a:r>
          </a:p>
        </p:txBody>
      </p:sp>
      <p:sp>
        <p:nvSpPr>
          <p:cNvPr id="4" name="meta:page"/>
          <p:cNvSpPr txBox="1"/>
          <p:nvPr/>
        </p:nvSpPr>
        <p:spPr>
          <a:xfrm>
            <a:off x="10972800" y="6391656"/>
            <a:ext cx="621792" cy="274320"/>
          </a:xfrm>
          <a:prstGeom prst="rect">
            <a:avLst/>
          </a:prstGeom>
          <a:noFill/>
        </p:spPr>
        <p:txBody>
          <a:bodyPr wrap="square" lIns="18288" rIns="18288" tIns="13716" bIns="13716">
            <a:noAutofit/>
          </a:bodyPr>
          <a:lstStyle/>
          <a:p>
            <a:pPr hangingPunct="0" eaLnBrk="1" latinLnBrk="0">
              <a:lnSpc>
                <a:spcPts val="1500"/>
              </a:lnSpc>
              <a:spcBef>
                <a:spcPts val="0"/>
              </a:spcBef>
              <a:spcAft>
                <a:spcPts val="0"/>
              </a:spcAft>
              <a:defRPr lang="ja-JP" sz="1200" b="0">
                <a:solidFill>
                  <a:srgbClr val="566777"/>
                </a:solidFill>
                <a:latin typeface="Yu Gothic"/>
                <a:ea typeface="Yu Gothic"/>
                <a:cs typeface="Yu Gothic"/>
              </a:defRPr>
            </a:pPr>
            <a:r>
              <a:rPr lang="ja-JP" sz="1200" b="0">
                <a:solidFill>
                  <a:srgbClr val="566777"/>
                </a:solidFill>
                <a:latin typeface="Yu Gothic"/>
                <a:ea typeface="Yu Gothic"/>
                <a:cs typeface="Yu Gothic"/>
              </a:rPr>
              <a:t>01</a:t>
            </a:r>
          </a:p>
        </p:txBody>
      </p:sp>
      <p:sp>
        <p:nvSpPr>
          <p:cNvPr id="5" name="meta:footer"/>
          <p:cNvSpPr txBox="1"/>
          <p:nvPr/>
        </p:nvSpPr>
        <p:spPr>
          <a:xfrm>
            <a:off x="603504" y="6419088"/>
            <a:ext cx="9601200" cy="237744"/>
          </a:xfrm>
          <a:prstGeom prst="rect">
            <a:avLst/>
          </a:prstGeom>
          <a:noFill/>
        </p:spPr>
        <p:txBody>
          <a:bodyPr wrap="square" lIns="18288" rIns="18288" tIns="13716" bIns="13716">
            <a:noAutofit/>
          </a:bodyPr>
          <a:lstStyle/>
          <a:p>
            <a:pPr hangingPunct="0" eaLnBrk="1" latinLnBrk="0">
              <a:lnSpc>
                <a:spcPts val="1250"/>
              </a:lnSpc>
              <a:spcBef>
                <a:spcPts val="0"/>
              </a:spcBef>
              <a:spcAft>
                <a:spcPts val="0"/>
              </a:spcAft>
              <a:defRPr lang="ja-JP" sz="1000" b="0">
                <a:solidFill>
                  <a:srgbClr val="566777"/>
                </a:solidFill>
                <a:latin typeface="Yu Gothic"/>
                <a:ea typeface="Yu Gothic"/>
                <a:cs typeface="Yu Gothic"/>
              </a:defRPr>
            </a:pPr>
            <a:r>
              <a:rPr lang="ja-JP" sz="1000" b="0">
                <a:solidFill>
                  <a:srgbClr val="566777"/>
                </a:solidFill>
                <a:latin typeface="Yu Gothic"/>
                <a:ea typeface="Yu Gothic"/>
                <a:cs typeface="Yu Gothic"/>
              </a:rPr>
              <a:t>FICTIONAL RESEARCH / EDITORIAL</a:t>
            </a:r>
          </a:p>
        </p:txBody>
      </p:sp>
      <p:sp>
        <p:nvSpPr>
          <p:cNvPr id="6" name="decor:2"/>
          <p:cNvSpPr/>
          <p:nvPr/>
        </p:nvSpPr>
        <p:spPr>
          <a:xfrm>
            <a:off x="603504" y="6263640"/>
            <a:ext cx="10972800" cy="10972"/>
          </a:xfrm>
          <a:prstGeom prst="rect">
            <a:avLst/>
          </a:prstGeom>
          <a:solidFill>
            <a:srgbClr val="DCE3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slot:title"/>
          <p:cNvSpPr txBox="1"/>
          <p:nvPr/>
        </p:nvSpPr>
        <p:spPr>
          <a:xfrm>
            <a:off x="603504" y="786384"/>
            <a:ext cx="10972800" cy="603504"/>
          </a:xfrm>
          <a:prstGeom prst="rect">
            <a:avLst/>
          </a:prstGeom>
          <a:noFill/>
        </p:spPr>
        <p:txBody>
          <a:bodyPr wrap="square" lIns="18288" rIns="18288" tIns="13716" bIns="13716">
            <a:noAutofit/>
          </a:bodyPr>
          <a:lstStyle/>
          <a:p>
            <a:pPr hangingPunct="0" eaLnBrk="1" latinLnBrk="0">
              <a:lnSpc>
                <a:spcPts val="3500"/>
              </a:lnSpc>
              <a:spcBef>
                <a:spcPts val="0"/>
              </a:spcBef>
              <a:spcAft>
                <a:spcPts val="0"/>
              </a:spcAft>
              <a:defRPr lang="ja-JP" sz="2800" b="1">
                <a:solidFill>
                  <a:srgbClr val="213547"/>
                </a:solidFill>
                <a:latin typeface="Yu Gothic"/>
                <a:ea typeface="Yu Gothic"/>
                <a:cs typeface="Yu Gothic"/>
              </a:defRPr>
            </a:pPr>
            <a:r>
              <a:rPr lang="ja-JP" sz="2800" b="1">
                <a:solidFill>
                  <a:srgbClr val="213547"/>
                </a:solidFill>
                <a:latin typeface="Yu Gothic"/>
                <a:ea typeface="Yu Gothic"/>
                <a:cs typeface="Yu Gothic"/>
              </a:rPr>
              <a:t>社内ナレッジを探しやすくする条件</a:t>
            </a:r>
          </a:p>
        </p:txBody>
      </p:sp>
      <p:sp>
        <p:nvSpPr>
          <p:cNvPr id="8" name="slot:context"/>
          <p:cNvSpPr txBox="1"/>
          <p:nvPr/>
        </p:nvSpPr>
        <p:spPr>
          <a:xfrm>
            <a:off x="621792" y="1490472"/>
            <a:ext cx="10927080" cy="502920"/>
          </a:xfrm>
          <a:prstGeom prst="rect">
            <a:avLst/>
          </a:prstGeom>
          <a:noFill/>
        </p:spPr>
        <p:txBody>
          <a:bodyPr wrap="square" lIns="18288" rIns="18288" tIns="13716" bIns="13716">
            <a:noAutofit/>
          </a:bodyPr>
          <a:lstStyle/>
          <a:p>
            <a:pPr hangingPunct="0" eaLnBrk="1" latinLnBrk="0">
              <a:lnSpc>
                <a:spcPts val="1875"/>
              </a:lnSpc>
              <a:spcBef>
                <a:spcPts val="0"/>
              </a:spcBef>
              <a:spcAft>
                <a:spcPts val="0"/>
              </a:spcAft>
              <a:defRPr lang="ja-JP" sz="1500" b="0">
                <a:solidFill>
                  <a:srgbClr val="566777"/>
                </a:solidFill>
                <a:latin typeface="Yu Gothic"/>
                <a:ea typeface="Yu Gothic"/>
                <a:cs typeface="Yu Gothic"/>
              </a:defRPr>
            </a:pPr>
            <a:r>
              <a:rPr lang="ja-JP" sz="1500" b="0">
                <a:solidFill>
                  <a:srgbClr val="566777"/>
                </a:solidFill>
                <a:latin typeface="Yu Gothic"/>
                <a:ea typeface="Yu Gothic"/>
                <a:cs typeface="Yu Gothic"/>
              </a:rPr>
              <a:t>架空の社内調査。運用条件を整理した所見であり、効果を実証したものではない。</a:t>
            </a:r>
          </a:p>
        </p:txBody>
      </p:sp>
      <p:sp>
        <p:nvSpPr>
          <p:cNvPr id="9" name="decor:3"/>
          <p:cNvSpPr/>
          <p:nvPr/>
        </p:nvSpPr>
        <p:spPr>
          <a:xfrm>
            <a:off x="6858000" y="2139696"/>
            <a:ext cx="4718304" cy="3858768"/>
          </a:xfrm>
          <a:prstGeom prst="rect">
            <a:avLst/>
          </a:prstGeom>
          <a:solidFill>
            <a:srgbClr val="E8F3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slot:conclusion"/>
          <p:cNvSpPr txBox="1"/>
          <p:nvPr/>
        </p:nvSpPr>
        <p:spPr>
          <a:xfrm>
            <a:off x="7104888" y="2560320"/>
            <a:ext cx="4224528" cy="2468880"/>
          </a:xfrm>
          <a:prstGeom prst="rect">
            <a:avLst/>
          </a:prstGeom>
          <a:noFill/>
        </p:spPr>
        <p:txBody>
          <a:bodyPr wrap="square" lIns="18288" rIns="18288" tIns="13716" bIns="13716">
            <a:noAutofit/>
          </a:bodyPr>
          <a:lstStyle/>
          <a:p>
            <a:pPr hangingPunct="0" eaLnBrk="1" latinLnBrk="0">
              <a:lnSpc>
                <a:spcPts val="3375"/>
              </a:lnSpc>
              <a:spcBef>
                <a:spcPts val="0"/>
              </a:spcBef>
              <a:spcAft>
                <a:spcPts val="0"/>
              </a:spcAft>
              <a:defRPr lang="ja-JP" sz="2700" b="1">
                <a:solidFill>
                  <a:srgbClr val="087E83"/>
                </a:solidFill>
                <a:latin typeface="Yu Gothic"/>
                <a:ea typeface="Yu Gothic"/>
                <a:cs typeface="Yu Gothic"/>
              </a:defRPr>
            </a:pPr>
            <a:r>
              <a:rPr lang="ja-JP" sz="2700" b="1">
                <a:solidFill>
                  <a:srgbClr val="087E83"/>
                </a:solidFill>
                <a:latin typeface="Yu Gothic"/>
                <a:ea typeface="Yu Gothic"/>
                <a:cs typeface="Yu Gothic"/>
              </a:rPr>
              <a:t>検索の入口だけでなく、根拠と更新責任を一緒に設計する</a:t>
            </a:r>
          </a:p>
        </p:txBody>
      </p:sp>
      <p:sp>
        <p:nvSpPr>
          <p:cNvPr id="11" name="decor:4"/>
          <p:cNvSpPr/>
          <p:nvPr/>
        </p:nvSpPr>
        <p:spPr>
          <a:xfrm>
            <a:off x="603504" y="3374136"/>
            <a:ext cx="5870448" cy="10972"/>
          </a:xfrm>
          <a:prstGeom prst="rect">
            <a:avLst/>
          </a:prstGeom>
          <a:solidFill>
            <a:srgbClr val="DCE3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slot:item_1_heading"/>
          <p:cNvSpPr txBox="1"/>
          <p:nvPr/>
        </p:nvSpPr>
        <p:spPr>
          <a:xfrm>
            <a:off x="658368" y="2203704"/>
            <a:ext cx="5760720" cy="411480"/>
          </a:xfrm>
          <a:prstGeom prst="rect">
            <a:avLst/>
          </a:prstGeom>
          <a:noFill/>
        </p:spPr>
        <p:txBody>
          <a:bodyPr wrap="square" lIns="18288" rIns="18288" tIns="13716" bIns="13716">
            <a:noAutofit/>
          </a:bodyPr>
          <a:lstStyle/>
          <a:p>
            <a:pPr hangingPunct="0" eaLnBrk="1" latinLnBrk="0">
              <a:lnSpc>
                <a:spcPts val="2500"/>
              </a:lnSpc>
              <a:spcBef>
                <a:spcPts val="0"/>
              </a:spcBef>
              <a:spcAft>
                <a:spcPts val="0"/>
              </a:spcAft>
              <a:defRPr lang="ja-JP" sz="2000" b="1">
                <a:solidFill>
                  <a:srgbClr val="213547"/>
                </a:solidFill>
                <a:latin typeface="Yu Gothic"/>
                <a:ea typeface="Yu Gothic"/>
                <a:cs typeface="Yu Gothic"/>
              </a:defRPr>
            </a:pPr>
            <a:r>
              <a:rPr lang="ja-JP" sz="2000" b="1">
                <a:solidFill>
                  <a:srgbClr val="213547"/>
                </a:solidFill>
                <a:latin typeface="Yu Gothic"/>
                <a:ea typeface="Yu Gothic"/>
                <a:cs typeface="Yu Gothic"/>
              </a:rPr>
              <a:t>検索入口を揃える</a:t>
            </a:r>
          </a:p>
        </p:txBody>
      </p:sp>
      <p:sp>
        <p:nvSpPr>
          <p:cNvPr id="13" name="slot:item_1_body"/>
          <p:cNvSpPr txBox="1"/>
          <p:nvPr/>
        </p:nvSpPr>
        <p:spPr>
          <a:xfrm>
            <a:off x="658368" y="2706624"/>
            <a:ext cx="5760720" cy="621792"/>
          </a:xfrm>
          <a:prstGeom prst="rect">
            <a:avLst/>
          </a:prstGeom>
          <a:noFill/>
        </p:spPr>
        <p:txBody>
          <a:bodyPr wrap="square" lIns="18288" rIns="18288" tIns="13716" bIns="13716">
            <a:noAutofit/>
          </a:bodyPr>
          <a:lstStyle/>
          <a:p>
            <a:pPr hangingPunct="0" eaLnBrk="1" latinLnBrk="0">
              <a:lnSpc>
                <a:spcPts val="2250"/>
              </a:lnSpc>
              <a:spcBef>
                <a:spcPts val="0"/>
              </a:spcBef>
              <a:spcAft>
                <a:spcPts val="0"/>
              </a:spcAft>
              <a:defRPr lang="ja-JP" sz="1800" b="0">
                <a:solidFill>
                  <a:srgbClr val="213547"/>
                </a:solidFill>
                <a:latin typeface="Yu Gothic"/>
                <a:ea typeface="Yu Gothic"/>
                <a:cs typeface="Yu Gothic"/>
              </a:defRPr>
            </a:pPr>
            <a:r>
              <a:rPr lang="ja-JP" sz="1800" b="0">
                <a:solidFill>
                  <a:srgbClr val="213547"/>
                </a:solidFill>
                <a:latin typeface="Yu Gothic"/>
                <a:ea typeface="Yu Gothic"/>
                <a:cs typeface="Yu Gothic"/>
              </a:rPr>
              <a:t>用語を揃え、同じ資料へ辿れる入口を整える。</a:t>
            </a:r>
          </a:p>
        </p:txBody>
      </p:sp>
      <p:sp>
        <p:nvSpPr>
          <p:cNvPr id="14" name="decor:5"/>
          <p:cNvSpPr/>
          <p:nvPr/>
        </p:nvSpPr>
        <p:spPr>
          <a:xfrm>
            <a:off x="603504" y="4654296"/>
            <a:ext cx="5870448" cy="10972"/>
          </a:xfrm>
          <a:prstGeom prst="rect">
            <a:avLst/>
          </a:prstGeom>
          <a:solidFill>
            <a:srgbClr val="DCE3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slot:item_2_heading"/>
          <p:cNvSpPr txBox="1"/>
          <p:nvPr/>
        </p:nvSpPr>
        <p:spPr>
          <a:xfrm>
            <a:off x="658368" y="3483864"/>
            <a:ext cx="5760720" cy="411480"/>
          </a:xfrm>
          <a:prstGeom prst="rect">
            <a:avLst/>
          </a:prstGeom>
          <a:noFill/>
        </p:spPr>
        <p:txBody>
          <a:bodyPr wrap="square" lIns="18288" rIns="18288" tIns="13716" bIns="13716">
            <a:noAutofit/>
          </a:bodyPr>
          <a:lstStyle/>
          <a:p>
            <a:pPr hangingPunct="0" eaLnBrk="1" latinLnBrk="0">
              <a:lnSpc>
                <a:spcPts val="2500"/>
              </a:lnSpc>
              <a:spcBef>
                <a:spcPts val="0"/>
              </a:spcBef>
              <a:spcAft>
                <a:spcPts val="0"/>
              </a:spcAft>
              <a:defRPr lang="ja-JP" sz="2000" b="1">
                <a:solidFill>
                  <a:srgbClr val="213547"/>
                </a:solidFill>
                <a:latin typeface="Yu Gothic"/>
                <a:ea typeface="Yu Gothic"/>
                <a:cs typeface="Yu Gothic"/>
              </a:defRPr>
            </a:pPr>
            <a:r>
              <a:rPr lang="ja-JP" sz="2000" b="1">
                <a:solidFill>
                  <a:srgbClr val="213547"/>
                </a:solidFill>
                <a:latin typeface="Yu Gothic"/>
                <a:ea typeface="Yu Gothic"/>
                <a:cs typeface="Yu Gothic"/>
              </a:rPr>
              <a:t>根拠まで辿れる</a:t>
            </a:r>
          </a:p>
        </p:txBody>
      </p:sp>
      <p:sp>
        <p:nvSpPr>
          <p:cNvPr id="16" name="slot:item_2_body"/>
          <p:cNvSpPr txBox="1"/>
          <p:nvPr/>
        </p:nvSpPr>
        <p:spPr>
          <a:xfrm>
            <a:off x="658368" y="3986784"/>
            <a:ext cx="5760720" cy="621792"/>
          </a:xfrm>
          <a:prstGeom prst="rect">
            <a:avLst/>
          </a:prstGeom>
          <a:noFill/>
        </p:spPr>
        <p:txBody>
          <a:bodyPr wrap="square" lIns="18288" rIns="18288" tIns="13716" bIns="13716">
            <a:noAutofit/>
          </a:bodyPr>
          <a:lstStyle/>
          <a:p>
            <a:pPr hangingPunct="0" eaLnBrk="1" latinLnBrk="0">
              <a:lnSpc>
                <a:spcPts val="2250"/>
              </a:lnSpc>
              <a:spcBef>
                <a:spcPts val="0"/>
              </a:spcBef>
              <a:spcAft>
                <a:spcPts val="0"/>
              </a:spcAft>
              <a:defRPr lang="ja-JP" sz="1800" b="0">
                <a:solidFill>
                  <a:srgbClr val="213547"/>
                </a:solidFill>
                <a:latin typeface="Yu Gothic"/>
                <a:ea typeface="Yu Gothic"/>
                <a:cs typeface="Yu Gothic"/>
              </a:defRPr>
            </a:pPr>
            <a:r>
              <a:rPr lang="ja-JP" sz="1800" b="0">
                <a:solidFill>
                  <a:srgbClr val="213547"/>
                </a:solidFill>
                <a:latin typeface="Yu Gothic"/>
                <a:ea typeface="Yu Gothic"/>
                <a:cs typeface="Yu Gothic"/>
              </a:rPr>
              <a:t>原文の条件と確認日を、要約とともに残す。</a:t>
            </a:r>
          </a:p>
        </p:txBody>
      </p:sp>
      <p:sp>
        <p:nvSpPr>
          <p:cNvPr id="17" name="decor:6"/>
          <p:cNvSpPr/>
          <p:nvPr/>
        </p:nvSpPr>
        <p:spPr>
          <a:xfrm>
            <a:off x="603504" y="5934456"/>
            <a:ext cx="5870448" cy="10972"/>
          </a:xfrm>
          <a:prstGeom prst="rect">
            <a:avLst/>
          </a:prstGeom>
          <a:solidFill>
            <a:srgbClr val="DCE3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slot:item_3_heading"/>
          <p:cNvSpPr txBox="1"/>
          <p:nvPr/>
        </p:nvSpPr>
        <p:spPr>
          <a:xfrm>
            <a:off x="658368" y="4764023"/>
            <a:ext cx="5760720" cy="411480"/>
          </a:xfrm>
          <a:prstGeom prst="rect">
            <a:avLst/>
          </a:prstGeom>
          <a:noFill/>
        </p:spPr>
        <p:txBody>
          <a:bodyPr wrap="square" lIns="18288" rIns="18288" tIns="13716" bIns="13716">
            <a:noAutofit/>
          </a:bodyPr>
          <a:lstStyle/>
          <a:p>
            <a:pPr hangingPunct="0" eaLnBrk="1" latinLnBrk="0">
              <a:lnSpc>
                <a:spcPts val="2500"/>
              </a:lnSpc>
              <a:spcBef>
                <a:spcPts val="0"/>
              </a:spcBef>
              <a:spcAft>
                <a:spcPts val="0"/>
              </a:spcAft>
              <a:defRPr lang="ja-JP" sz="2000" b="1">
                <a:solidFill>
                  <a:srgbClr val="213547"/>
                </a:solidFill>
                <a:latin typeface="Yu Gothic"/>
                <a:ea typeface="Yu Gothic"/>
                <a:cs typeface="Yu Gothic"/>
              </a:defRPr>
            </a:pPr>
            <a:r>
              <a:rPr lang="ja-JP" sz="2000" b="1">
                <a:solidFill>
                  <a:srgbClr val="213547"/>
                </a:solidFill>
                <a:latin typeface="Yu Gothic"/>
                <a:ea typeface="Yu Gothic"/>
                <a:cs typeface="Yu Gothic"/>
              </a:rPr>
              <a:t>更新範囲を決める</a:t>
            </a:r>
          </a:p>
        </p:txBody>
      </p:sp>
      <p:sp>
        <p:nvSpPr>
          <p:cNvPr id="19" name="slot:item_3_body"/>
          <p:cNvSpPr txBox="1"/>
          <p:nvPr/>
        </p:nvSpPr>
        <p:spPr>
          <a:xfrm>
            <a:off x="658368" y="5266944"/>
            <a:ext cx="5760720" cy="621792"/>
          </a:xfrm>
          <a:prstGeom prst="rect">
            <a:avLst/>
          </a:prstGeom>
          <a:noFill/>
        </p:spPr>
        <p:txBody>
          <a:bodyPr wrap="square" lIns="18288" rIns="18288" tIns="13716" bIns="13716">
            <a:noAutofit/>
          </a:bodyPr>
          <a:lstStyle/>
          <a:p>
            <a:pPr hangingPunct="0" eaLnBrk="1" latinLnBrk="0">
              <a:lnSpc>
                <a:spcPts val="2250"/>
              </a:lnSpc>
              <a:spcBef>
                <a:spcPts val="0"/>
              </a:spcBef>
              <a:spcAft>
                <a:spcPts val="0"/>
              </a:spcAft>
              <a:defRPr lang="ja-JP" sz="1800" b="0">
                <a:solidFill>
                  <a:srgbClr val="213547"/>
                </a:solidFill>
                <a:latin typeface="Yu Gothic"/>
                <a:ea typeface="Yu Gothic"/>
                <a:cs typeface="Yu Gothic"/>
              </a:defRPr>
            </a:pPr>
            <a:r>
              <a:rPr lang="ja-JP" sz="1800" b="0">
                <a:solidFill>
                  <a:srgbClr val="213547"/>
                </a:solidFill>
                <a:latin typeface="Yu Gothic"/>
                <a:ea typeface="Yu Gothic"/>
                <a:cs typeface="Yu Gothic"/>
              </a:rPr>
              <a:t>変更頻度に応じて担当と再確認の時期を決める。</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結論と根拠</dc:title>
  <dc:subject/>
  <dc:creator>slide-layout-agent</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