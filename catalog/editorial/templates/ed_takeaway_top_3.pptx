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"ed_takeaway_top_3",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0552"/>
            <a:ext cx="10972800" cy="1261872"/>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841248" y="2295144"/>
            <a:ext cx="10469880" cy="1042415"/>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603504" y="3621024"/>
            <a:ext cx="3511296" cy="237743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r:5"/>
          <p:cNvSpPr/>
          <p:nvPr/>
        </p:nvSpPr>
        <p:spPr>
          <a:xfrm>
            <a:off x="603504" y="3621024"/>
            <a:ext cx="41148" cy="237743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1_heading"/>
          <p:cNvSpPr txBox="1"/>
          <p:nvPr/>
        </p:nvSpPr>
        <p:spPr>
          <a:xfrm>
            <a:off x="813816" y="3758184"/>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4" name="slot:item_1_body"/>
          <p:cNvSpPr txBox="1"/>
          <p:nvPr/>
        </p:nvSpPr>
        <p:spPr>
          <a:xfrm>
            <a:off x="813816" y="4553712"/>
            <a:ext cx="3090672" cy="135331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5" name="decor:6"/>
          <p:cNvSpPr/>
          <p:nvPr/>
        </p:nvSpPr>
        <p:spPr>
          <a:xfrm>
            <a:off x="4334256" y="3621024"/>
            <a:ext cx="3511296" cy="237743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4334256" y="3621024"/>
            <a:ext cx="41148" cy="237743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4544568" y="3758184"/>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4544568" y="4553712"/>
            <a:ext cx="3090672" cy="135331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decor:8"/>
          <p:cNvSpPr/>
          <p:nvPr/>
        </p:nvSpPr>
        <p:spPr>
          <a:xfrm>
            <a:off x="8065008" y="3621024"/>
            <a:ext cx="3511296" cy="237743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9"/>
          <p:cNvSpPr/>
          <p:nvPr/>
        </p:nvSpPr>
        <p:spPr>
          <a:xfrm>
            <a:off x="8065008" y="3621024"/>
            <a:ext cx="41148" cy="237743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75320" y="3758184"/>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75320" y="4553712"/>
            <a:ext cx="3090672" cy="135331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結論と根拠</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