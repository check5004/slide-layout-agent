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"ed_takeaway_top_3",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0552"/>
            <a:ext cx="10972800" cy="1261872"/>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conclusion"/>
          <p:cNvSpPr txBox="1"/>
          <p:nvPr/>
        </p:nvSpPr>
        <p:spPr>
          <a:xfrm>
            <a:off x="841248" y="2295144"/>
            <a:ext cx="10469880" cy="1042415"/>
          </a:xfrm>
          <a:prstGeom prst="rect">
            <a:avLst/>
          </a:prstGeom>
          <a:noFill/>
        </p:spPr>
        <p:txBody>
          <a:bodyPr wrap="square" anchor="t" lIns="18288" rIns="18288" tIns="13716" bIns="13716">
            <a:noAutofit/>
          </a:bodyPr>
          <a:lstStyle/>
          <a:p>
            <a:pPr hangingPunct="0" eaLnBrk="1" latinLnBrk="0">
              <a:lnSpc>
                <a:spcPts val="3125"/>
              </a:lnSpc>
              <a:spcBef>
                <a:spcPts val="0"/>
              </a:spcBef>
              <a:spcAft>
                <a:spcPts val="0"/>
              </a:spcAft>
              <a:defRPr lang="ja-JP" sz="2500" b="1">
                <a:solidFill>
                  <a:srgbClr val="087E83"/>
                </a:solidFill>
                <a:latin typeface="Yu Gothic"/>
                <a:ea typeface="Yu Gothic"/>
                <a:cs typeface="Yu Gothic"/>
              </a:defRPr>
            </a:pPr>
            <a:r>
              <a:rPr lang="ja-JP" sz="2500" b="1">
                <a:solidFill>
                  <a:srgbClr val="087E83"/>
                </a:solidFill>
                <a:latin typeface="Yu Gothic"/>
                <a:ea typeface="Yu Gothic"/>
                <a:cs typeface="Yu Gothic"/>
              </a:rPr>
              <a:t>検索の入口だけでなく、根拠と更新責任を一緒に設計する</a:t>
            </a:r>
          </a:p>
        </p:txBody>
      </p:sp>
      <p:sp>
        <p:nvSpPr>
          <p:cNvPr id="11" name="decor:4"/>
          <p:cNvSpPr/>
          <p:nvPr/>
        </p:nvSpPr>
        <p:spPr>
          <a:xfrm>
            <a:off x="603504" y="3621024"/>
            <a:ext cx="3511296" cy="237743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ecor:5"/>
          <p:cNvSpPr/>
          <p:nvPr/>
        </p:nvSpPr>
        <p:spPr>
          <a:xfrm>
            <a:off x="603504" y="3621024"/>
            <a:ext cx="41148" cy="237743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1_heading"/>
          <p:cNvSpPr txBox="1"/>
          <p:nvPr/>
        </p:nvSpPr>
        <p:spPr>
          <a:xfrm>
            <a:off x="813816" y="3758184"/>
            <a:ext cx="3090672"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4" name="slot:item_1_body"/>
          <p:cNvSpPr txBox="1"/>
          <p:nvPr/>
        </p:nvSpPr>
        <p:spPr>
          <a:xfrm>
            <a:off x="813816" y="4553712"/>
            <a:ext cx="3090672" cy="1353311"/>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5" name="decor:6"/>
          <p:cNvSpPr/>
          <p:nvPr/>
        </p:nvSpPr>
        <p:spPr>
          <a:xfrm>
            <a:off x="4334256" y="3621024"/>
            <a:ext cx="3511296" cy="237743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ecor:7"/>
          <p:cNvSpPr/>
          <p:nvPr/>
        </p:nvSpPr>
        <p:spPr>
          <a:xfrm>
            <a:off x="4334256" y="3621024"/>
            <a:ext cx="41148" cy="237743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lot:item_2_heading"/>
          <p:cNvSpPr txBox="1"/>
          <p:nvPr/>
        </p:nvSpPr>
        <p:spPr>
          <a:xfrm>
            <a:off x="4544568" y="3758184"/>
            <a:ext cx="3090672"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8" name="slot:item_2_body"/>
          <p:cNvSpPr txBox="1"/>
          <p:nvPr/>
        </p:nvSpPr>
        <p:spPr>
          <a:xfrm>
            <a:off x="4544568" y="4553712"/>
            <a:ext cx="3090672" cy="1353311"/>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9" name="decor:8"/>
          <p:cNvSpPr/>
          <p:nvPr/>
        </p:nvSpPr>
        <p:spPr>
          <a:xfrm>
            <a:off x="8065008" y="3621024"/>
            <a:ext cx="3511296" cy="237743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ecor:9"/>
          <p:cNvSpPr/>
          <p:nvPr/>
        </p:nvSpPr>
        <p:spPr>
          <a:xfrm>
            <a:off x="8065008" y="3621024"/>
            <a:ext cx="41148" cy="237743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lot:item_3_heading"/>
          <p:cNvSpPr txBox="1"/>
          <p:nvPr/>
        </p:nvSpPr>
        <p:spPr>
          <a:xfrm>
            <a:off x="8275320" y="3758184"/>
            <a:ext cx="3090672"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2" name="slot:item_3_body"/>
          <p:cNvSpPr txBox="1"/>
          <p:nvPr/>
        </p:nvSpPr>
        <p:spPr>
          <a:xfrm>
            <a:off x="8275320" y="4553712"/>
            <a:ext cx="3090672" cy="1353311"/>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結論と根拠</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