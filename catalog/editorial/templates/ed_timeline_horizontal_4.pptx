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"ed_timeline_horizontal_4",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tatic:sequence_0"/>
          <p:cNvSpPr txBox="1"/>
          <p:nvPr/>
        </p:nvSpPr>
        <p:spPr>
          <a:xfrm>
            <a:off x="603504"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10" name="decor:3"/>
          <p:cNvSpPr/>
          <p:nvPr/>
        </p:nvSpPr>
        <p:spPr>
          <a:xfrm>
            <a:off x="603504"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03504"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2" name="slot:item_1_body"/>
          <p:cNvSpPr txBox="1"/>
          <p:nvPr/>
        </p:nvSpPr>
        <p:spPr>
          <a:xfrm>
            <a:off x="603504"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用語を揃え、同じ資料へ辿れる入口を整える。</a:t>
            </a:r>
          </a:p>
        </p:txBody>
      </p:sp>
      <p:sp>
        <p:nvSpPr>
          <p:cNvPr id="13" name="slot:item_1_date"/>
          <p:cNvSpPr txBox="1"/>
          <p:nvPr/>
        </p:nvSpPr>
        <p:spPr>
          <a:xfrm>
            <a:off x="603504" y="2148840"/>
            <a:ext cx="2510028" cy="6400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準備期</a:t>
            </a:r>
          </a:p>
        </p:txBody>
      </p:sp>
      <p:sp>
        <p:nvSpPr>
          <p:cNvPr id="14" name="static:sequence_1"/>
          <p:cNvSpPr txBox="1"/>
          <p:nvPr/>
        </p:nvSpPr>
        <p:spPr>
          <a:xfrm>
            <a:off x="3424428"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15" name="decor:4"/>
          <p:cNvSpPr/>
          <p:nvPr/>
        </p:nvSpPr>
        <p:spPr>
          <a:xfrm>
            <a:off x="3424428"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3424428"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7" name="slot:item_2_body"/>
          <p:cNvSpPr txBox="1"/>
          <p:nvPr/>
        </p:nvSpPr>
        <p:spPr>
          <a:xfrm>
            <a:off x="3424428"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原文の条件と確認日を、要約とともに残す。</a:t>
            </a:r>
          </a:p>
        </p:txBody>
      </p:sp>
      <p:sp>
        <p:nvSpPr>
          <p:cNvPr id="18" name="slot:item_2_date"/>
          <p:cNvSpPr txBox="1"/>
          <p:nvPr/>
        </p:nvSpPr>
        <p:spPr>
          <a:xfrm>
            <a:off x="3424428" y="2148840"/>
            <a:ext cx="2510028" cy="6400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試行期</a:t>
            </a:r>
          </a:p>
        </p:txBody>
      </p:sp>
      <p:sp>
        <p:nvSpPr>
          <p:cNvPr id="19" name="static:sequence_2"/>
          <p:cNvSpPr txBox="1"/>
          <p:nvPr/>
        </p:nvSpPr>
        <p:spPr>
          <a:xfrm>
            <a:off x="6245352"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20" name="decor:5"/>
          <p:cNvSpPr/>
          <p:nvPr/>
        </p:nvSpPr>
        <p:spPr>
          <a:xfrm>
            <a:off x="6245352"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6245352"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22" name="slot:item_3_body"/>
          <p:cNvSpPr txBox="1"/>
          <p:nvPr/>
        </p:nvSpPr>
        <p:spPr>
          <a:xfrm>
            <a:off x="6245352"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変更頻度に応じて担当と再確認の時期を決める。</a:t>
            </a:r>
          </a:p>
        </p:txBody>
      </p:sp>
      <p:sp>
        <p:nvSpPr>
          <p:cNvPr id="23" name="slot:item_3_date"/>
          <p:cNvSpPr txBox="1"/>
          <p:nvPr/>
        </p:nvSpPr>
        <p:spPr>
          <a:xfrm>
            <a:off x="6245352" y="2148840"/>
            <a:ext cx="2510028" cy="6400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評価期</a:t>
            </a:r>
          </a:p>
        </p:txBody>
      </p:sp>
      <p:sp>
        <p:nvSpPr>
          <p:cNvPr id="24" name="static:sequence_3"/>
          <p:cNvSpPr txBox="1"/>
          <p:nvPr/>
        </p:nvSpPr>
        <p:spPr>
          <a:xfrm>
            <a:off x="9066276" y="2249424"/>
            <a:ext cx="2510028"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25" name="decor:6"/>
          <p:cNvSpPr/>
          <p:nvPr/>
        </p:nvSpPr>
        <p:spPr>
          <a:xfrm>
            <a:off x="9066276" y="2734056"/>
            <a:ext cx="2510028"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4_heading"/>
          <p:cNvSpPr txBox="1"/>
          <p:nvPr/>
        </p:nvSpPr>
        <p:spPr>
          <a:xfrm>
            <a:off x="9066276" y="2907792"/>
            <a:ext cx="2510028"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例外を見える化</a:t>
            </a:r>
          </a:p>
        </p:txBody>
      </p:sp>
      <p:sp>
        <p:nvSpPr>
          <p:cNvPr id="27" name="slot:item_4_body"/>
          <p:cNvSpPr txBox="1"/>
          <p:nvPr/>
        </p:nvSpPr>
        <p:spPr>
          <a:xfrm>
            <a:off x="9066276" y="3739896"/>
            <a:ext cx="2510028"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適用できない場面も記録し、前提の違いを残す。</a:t>
            </a:r>
          </a:p>
        </p:txBody>
      </p:sp>
      <p:sp>
        <p:nvSpPr>
          <p:cNvPr id="28" name="slot:item_4_date"/>
          <p:cNvSpPr txBox="1"/>
          <p:nvPr/>
        </p:nvSpPr>
        <p:spPr>
          <a:xfrm>
            <a:off x="9066276" y="2148840"/>
            <a:ext cx="2510028" cy="6400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展開期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時間軸</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