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"ed_timeline_vertical_3",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1920240" y="2295144"/>
            <a:ext cx="22860" cy="3566160"/>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2212848" y="34168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2212848" y="21579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5257800" y="21579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date"/>
          <p:cNvSpPr txBox="1"/>
          <p:nvPr/>
        </p:nvSpPr>
        <p:spPr>
          <a:xfrm>
            <a:off x="621792" y="21396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準備期</a:t>
            </a:r>
          </a:p>
        </p:txBody>
      </p:sp>
      <p:sp>
        <p:nvSpPr>
          <p:cNvPr id="14" name="decor:5"/>
          <p:cNvSpPr/>
          <p:nvPr/>
        </p:nvSpPr>
        <p:spPr>
          <a:xfrm>
            <a:off x="2212848" y="47122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2212848" y="34533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5257800" y="34533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slot:item_2_date"/>
          <p:cNvSpPr txBox="1"/>
          <p:nvPr/>
        </p:nvSpPr>
        <p:spPr>
          <a:xfrm>
            <a:off x="621792" y="34350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試行期</a:t>
            </a:r>
          </a:p>
        </p:txBody>
      </p:sp>
      <p:sp>
        <p:nvSpPr>
          <p:cNvPr id="18" name="decor:6"/>
          <p:cNvSpPr/>
          <p:nvPr/>
        </p:nvSpPr>
        <p:spPr>
          <a:xfrm>
            <a:off x="2212848" y="6007608"/>
            <a:ext cx="9308592"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2212848" y="4748784"/>
            <a:ext cx="2834640" cy="68580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5257800" y="4748784"/>
            <a:ext cx="6263640" cy="1267968"/>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1" name="slot:item_3_date"/>
          <p:cNvSpPr txBox="1"/>
          <p:nvPr/>
        </p:nvSpPr>
        <p:spPr>
          <a:xfrm>
            <a:off x="621792" y="4730496"/>
            <a:ext cx="1170432" cy="594360"/>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1">
                <a:solidFill>
                  <a:srgbClr val="087E83"/>
                </a:solidFill>
                <a:latin typeface="Yu Gothic"/>
                <a:ea typeface="Yu Gothic"/>
                <a:cs typeface="Yu Gothic"/>
              </a:defRPr>
            </a:pPr>
            <a:r>
              <a:rPr lang="ja-JP" sz="1600" b="1">
                <a:solidFill>
                  <a:srgbClr val="087E83"/>
                </a:solidFill>
                <a:latin typeface="Yu Gothic"/>
                <a:ea typeface="Yu Gothic"/>
                <a:cs typeface="Yu Gothic"/>
              </a:rPr>
              <a:t>評価期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時間軸</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