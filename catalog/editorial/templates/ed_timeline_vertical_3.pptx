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"ed_timeline_vertical_3",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1920240"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2212848" y="34168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2212848" y="2167127"/>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5257800" y="2167127"/>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21792" y="2167127"/>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準備期</a:t>
            </a:r>
          </a:p>
        </p:txBody>
      </p:sp>
      <p:sp>
        <p:nvSpPr>
          <p:cNvPr id="14" name="decor:5"/>
          <p:cNvSpPr/>
          <p:nvPr/>
        </p:nvSpPr>
        <p:spPr>
          <a:xfrm>
            <a:off x="2212848" y="47122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2212848" y="3462528"/>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257800" y="3462528"/>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date"/>
          <p:cNvSpPr txBox="1"/>
          <p:nvPr/>
        </p:nvSpPr>
        <p:spPr>
          <a:xfrm>
            <a:off x="621792" y="3462528"/>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試行期</a:t>
            </a:r>
          </a:p>
        </p:txBody>
      </p:sp>
      <p:sp>
        <p:nvSpPr>
          <p:cNvPr id="18" name="decor:6"/>
          <p:cNvSpPr/>
          <p:nvPr/>
        </p:nvSpPr>
        <p:spPr>
          <a:xfrm>
            <a:off x="2212848" y="60076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2212848" y="4757928"/>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5257800" y="4757928"/>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date"/>
          <p:cNvSpPr txBox="1"/>
          <p:nvPr/>
        </p:nvSpPr>
        <p:spPr>
          <a:xfrm>
            <a:off x="621792" y="4757928"/>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評価期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時間軸</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