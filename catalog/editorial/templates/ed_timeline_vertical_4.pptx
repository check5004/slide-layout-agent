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"ed_timeline_vertical_4",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1920240" y="2295144"/>
            <a:ext cx="22860" cy="35661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2212848" y="3092958"/>
            <a:ext cx="9308592"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2212848" y="2167127"/>
            <a:ext cx="2834640" cy="91668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5257800" y="2167127"/>
            <a:ext cx="6263640" cy="91668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slot:item_1_date"/>
          <p:cNvSpPr txBox="1"/>
          <p:nvPr/>
        </p:nvSpPr>
        <p:spPr>
          <a:xfrm>
            <a:off x="621792" y="2167127"/>
            <a:ext cx="1170432" cy="916686"/>
          </a:xfrm>
          <a:prstGeom prst="rect">
            <a:avLst/>
          </a:prstGeom>
          <a:noFill/>
        </p:spPr>
        <p:txBody>
          <a:bodyPr wrap="square" anchor="ctr" lIns="18288" rIns="18288" tIns="13716" bIns="13716">
            <a:noAutofit/>
          </a:bodyPr>
          <a:lstStyle/>
          <a:p>
            <a:pPr hangingPunct="0" eaLnBrk="1" latinLnBrk="0">
              <a:lnSpc>
                <a:spcPts val="2000"/>
              </a:lnSpc>
              <a:spcBef>
                <a:spcPts val="0"/>
              </a:spcBef>
              <a:spcAft>
                <a:spcPts val="0"/>
              </a:spcAft>
              <a:defRPr lang="ja-JP" sz="1600" b="1">
                <a:solidFill>
                  <a:srgbClr val="087E83"/>
                </a:solidFill>
                <a:latin typeface="Yu Gothic"/>
                <a:ea typeface="Yu Gothic"/>
                <a:cs typeface="Yu Gothic"/>
              </a:defRPr>
            </a:pPr>
            <a:r>
              <a:rPr lang="ja-JP" sz="1600" b="1">
                <a:solidFill>
                  <a:srgbClr val="087E83"/>
                </a:solidFill>
                <a:latin typeface="Yu Gothic"/>
                <a:ea typeface="Yu Gothic"/>
                <a:cs typeface="Yu Gothic"/>
              </a:rPr>
              <a:t>準備期</a:t>
            </a:r>
          </a:p>
        </p:txBody>
      </p:sp>
      <p:sp>
        <p:nvSpPr>
          <p:cNvPr id="14" name="decor:5"/>
          <p:cNvSpPr/>
          <p:nvPr/>
        </p:nvSpPr>
        <p:spPr>
          <a:xfrm>
            <a:off x="2212848" y="4064508"/>
            <a:ext cx="9308592"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2212848" y="3138677"/>
            <a:ext cx="2834640" cy="91668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5257800" y="3138677"/>
            <a:ext cx="6263640" cy="91668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7" name="slot:item_2_date"/>
          <p:cNvSpPr txBox="1"/>
          <p:nvPr/>
        </p:nvSpPr>
        <p:spPr>
          <a:xfrm>
            <a:off x="621792" y="3138677"/>
            <a:ext cx="1170432" cy="916686"/>
          </a:xfrm>
          <a:prstGeom prst="rect">
            <a:avLst/>
          </a:prstGeom>
          <a:noFill/>
        </p:spPr>
        <p:txBody>
          <a:bodyPr wrap="square" anchor="ctr" lIns="18288" rIns="18288" tIns="13716" bIns="13716">
            <a:noAutofit/>
          </a:bodyPr>
          <a:lstStyle/>
          <a:p>
            <a:pPr hangingPunct="0" eaLnBrk="1" latinLnBrk="0">
              <a:lnSpc>
                <a:spcPts val="2000"/>
              </a:lnSpc>
              <a:spcBef>
                <a:spcPts val="0"/>
              </a:spcBef>
              <a:spcAft>
                <a:spcPts val="0"/>
              </a:spcAft>
              <a:defRPr lang="ja-JP" sz="1600" b="1">
                <a:solidFill>
                  <a:srgbClr val="087E83"/>
                </a:solidFill>
                <a:latin typeface="Yu Gothic"/>
                <a:ea typeface="Yu Gothic"/>
                <a:cs typeface="Yu Gothic"/>
              </a:defRPr>
            </a:pPr>
            <a:r>
              <a:rPr lang="ja-JP" sz="1600" b="1">
                <a:solidFill>
                  <a:srgbClr val="087E83"/>
                </a:solidFill>
                <a:latin typeface="Yu Gothic"/>
                <a:ea typeface="Yu Gothic"/>
                <a:cs typeface="Yu Gothic"/>
              </a:rPr>
              <a:t>試行期</a:t>
            </a:r>
          </a:p>
        </p:txBody>
      </p:sp>
      <p:sp>
        <p:nvSpPr>
          <p:cNvPr id="18" name="decor:6"/>
          <p:cNvSpPr/>
          <p:nvPr/>
        </p:nvSpPr>
        <p:spPr>
          <a:xfrm>
            <a:off x="2212848" y="5036058"/>
            <a:ext cx="9308592"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2212848" y="4110228"/>
            <a:ext cx="2834640" cy="91668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0" name="slot:item_3_body"/>
          <p:cNvSpPr txBox="1"/>
          <p:nvPr/>
        </p:nvSpPr>
        <p:spPr>
          <a:xfrm>
            <a:off x="5257800" y="4110228"/>
            <a:ext cx="6263640" cy="91668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1" name="slot:item_3_date"/>
          <p:cNvSpPr txBox="1"/>
          <p:nvPr/>
        </p:nvSpPr>
        <p:spPr>
          <a:xfrm>
            <a:off x="621792" y="4110228"/>
            <a:ext cx="1170432" cy="916686"/>
          </a:xfrm>
          <a:prstGeom prst="rect">
            <a:avLst/>
          </a:prstGeom>
          <a:noFill/>
        </p:spPr>
        <p:txBody>
          <a:bodyPr wrap="square" anchor="ctr" lIns="18288" rIns="18288" tIns="13716" bIns="13716">
            <a:noAutofit/>
          </a:bodyPr>
          <a:lstStyle/>
          <a:p>
            <a:pPr hangingPunct="0" eaLnBrk="1" latinLnBrk="0">
              <a:lnSpc>
                <a:spcPts val="2000"/>
              </a:lnSpc>
              <a:spcBef>
                <a:spcPts val="0"/>
              </a:spcBef>
              <a:spcAft>
                <a:spcPts val="0"/>
              </a:spcAft>
              <a:defRPr lang="ja-JP" sz="1600" b="1">
                <a:solidFill>
                  <a:srgbClr val="087E83"/>
                </a:solidFill>
                <a:latin typeface="Yu Gothic"/>
                <a:ea typeface="Yu Gothic"/>
                <a:cs typeface="Yu Gothic"/>
              </a:defRPr>
            </a:pPr>
            <a:r>
              <a:rPr lang="ja-JP" sz="1600" b="1">
                <a:solidFill>
                  <a:srgbClr val="087E83"/>
                </a:solidFill>
                <a:latin typeface="Yu Gothic"/>
                <a:ea typeface="Yu Gothic"/>
                <a:cs typeface="Yu Gothic"/>
              </a:rPr>
              <a:t>評価期</a:t>
            </a:r>
          </a:p>
        </p:txBody>
      </p:sp>
      <p:sp>
        <p:nvSpPr>
          <p:cNvPr id="22" name="decor:7"/>
          <p:cNvSpPr/>
          <p:nvPr/>
        </p:nvSpPr>
        <p:spPr>
          <a:xfrm>
            <a:off x="2212848" y="6007608"/>
            <a:ext cx="9308592"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lot:item_4_heading"/>
          <p:cNvSpPr txBox="1"/>
          <p:nvPr/>
        </p:nvSpPr>
        <p:spPr>
          <a:xfrm>
            <a:off x="2212848" y="5081778"/>
            <a:ext cx="2834640" cy="91668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4" name="slot:item_4_body"/>
          <p:cNvSpPr txBox="1"/>
          <p:nvPr/>
        </p:nvSpPr>
        <p:spPr>
          <a:xfrm>
            <a:off x="5257800" y="5081778"/>
            <a:ext cx="6263640" cy="91668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5" name="slot:item_4_date"/>
          <p:cNvSpPr txBox="1"/>
          <p:nvPr/>
        </p:nvSpPr>
        <p:spPr>
          <a:xfrm>
            <a:off x="621792" y="5081778"/>
            <a:ext cx="1170432" cy="916686"/>
          </a:xfrm>
          <a:prstGeom prst="rect">
            <a:avLst/>
          </a:prstGeom>
          <a:noFill/>
        </p:spPr>
        <p:txBody>
          <a:bodyPr wrap="square" anchor="ctr" lIns="18288" rIns="18288" tIns="13716" bIns="13716">
            <a:noAutofit/>
          </a:bodyPr>
          <a:lstStyle/>
          <a:p>
            <a:pPr hangingPunct="0" eaLnBrk="1" latinLnBrk="0">
              <a:lnSpc>
                <a:spcPts val="2000"/>
              </a:lnSpc>
              <a:spcBef>
                <a:spcPts val="0"/>
              </a:spcBef>
              <a:spcAft>
                <a:spcPts val="0"/>
              </a:spcAft>
              <a:defRPr lang="ja-JP" sz="1600" b="1">
                <a:solidFill>
                  <a:srgbClr val="087E83"/>
                </a:solidFill>
                <a:latin typeface="Yu Gothic"/>
                <a:ea typeface="Yu Gothic"/>
                <a:cs typeface="Yu Gothic"/>
              </a:defRPr>
            </a:pPr>
            <a:r>
              <a:rPr lang="ja-JP" sz="1600" b="1">
                <a:solidFill>
                  <a:srgbClr val="087E83"/>
                </a:solidFill>
                <a:latin typeface="Yu Gothic"/>
                <a:ea typeface="Yu Gothic"/>
                <a:cs typeface="Yu Gothic"/>
              </a:rPr>
              <a:t>展開期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時間軸</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