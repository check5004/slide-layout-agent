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5949686441288856"/>
          <c:w val="0.9948498207737628"/>
          <c:h val="0.8702515677935557"/>
        </c:manualLayout>
      </c:layout>
      <c:lineChart>
        <c:varyColors val="0"/>
        <c:ser>
          <c:idx val="0"/>
          <c:order val="0"/>
          <c:tx>
            <c:strRef>
              <c:f>Sheet1!$B$1</c:f>
              <c:strCache>
                <c:ptCount val="1"/>
                <c:pt idx="0">
                  <c:v>上振れ</c:v>
                </c:pt>
              </c:strCache>
            </c:strRef>
          </c:tx>
          <c:spPr>
            <a:solidFill>
              <a:srgbClr val="322014"/>
            </a:solidFill>
            <a:ln w="28575" cap="flat">
              <a:solidFill>
                <a:srgbClr val="3220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22014"/>
              </a:solidFill>
              <a:ln w="9525" cap="flat">
                <a:solidFill>
                  <a:srgbClr val="322014"/>
                </a:solidFill>
                <a:prstDash val="solid"/>
                <a:round/>
              </a:ln>
              <a:effectLst/>
            </c:spPr>
          </c:marker>
          <c:cat>
            <c:strRef>
              <c:f>Sheet1!$A$2:$A$7</c:f>
              <c:strCache>
                <c:ptCount val="6"/>
                <c:pt idx="0">
                  <c:v>2020</c:v>
                </c:pt>
                <c:pt idx="1">
                  <c:v>2022</c:v>
                </c:pt>
                <c:pt idx="2">
                  <c:v>2024</c:v>
                </c:pt>
                <c:pt idx="3">
                  <c:v>2026</c:v>
                </c:pt>
                <c:pt idx="4">
                  <c:v>2028</c:v>
                </c:pt>
                <c:pt idx="5">
                  <c:v>2030</c:v>
                </c:pt>
              </c:strCache>
            </c:strRef>
          </c:cat>
          <c:val>
            <c:numRef>
              <c:f>Sheet1!$B$2:$B$7</c:f>
              <c:numCache>
                <c:formatCode>General</c:formatCode>
                <c:ptCount val="6"/>
                <c:pt idx="0">
                  <c:v>35.0</c:v>
                </c:pt>
                <c:pt idx="1">
                  <c:v>44.0</c:v>
                </c:pt>
                <c:pt idx="2">
                  <c:v>56.0</c:v>
                </c:pt>
                <c:pt idx="3">
                  <c:v>72.0</c:v>
                </c:pt>
                <c:pt idx="4">
                  <c:v>91.0</c:v>
                </c:pt>
                <c:pt idx="5">
                  <c:v>114.0</c:v>
                </c:pt>
              </c:numCache>
            </c:numRef>
          </c:val>
          <c:smooth val="0"/>
        </c:ser>
        <c:ser>
          <c:idx val="1"/>
          <c:order val="1"/>
          <c:tx>
            <c:strRef>
              <c:f>Sheet1!$C$1</c:f>
              <c:strCache>
                <c:ptCount val="1"/>
                <c:pt idx="0">
                  <c:v>基準</c:v>
                </c:pt>
              </c:strCache>
            </c:strRef>
          </c:tx>
          <c:spPr>
            <a:solidFill>
              <a:srgbClr val="5A3921"/>
            </a:solidFill>
            <a:ln w="28575" cap="flat">
              <a:solidFill>
                <a:srgbClr val="5A39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3921"/>
              </a:solidFill>
              <a:ln w="9525" cap="flat">
                <a:solidFill>
                  <a:srgbClr val="5A3921"/>
                </a:solidFill>
                <a:prstDash val="solid"/>
                <a:round/>
              </a:ln>
              <a:effectLst/>
            </c:spPr>
          </c:marker>
          <c:cat>
            <c:strRef>
              <c:f>Sheet1!$A$2:$A$7</c:f>
              <c:strCache>
                <c:ptCount val="6"/>
                <c:pt idx="0">
                  <c:v>2020</c:v>
                </c:pt>
                <c:pt idx="1">
                  <c:v>2022</c:v>
                </c:pt>
                <c:pt idx="2">
                  <c:v>2024</c:v>
                </c:pt>
                <c:pt idx="3">
                  <c:v>2026</c:v>
                </c:pt>
                <c:pt idx="4">
                  <c:v>2028</c:v>
                </c:pt>
                <c:pt idx="5">
                  <c:v>2030</c:v>
                </c:pt>
              </c:strCache>
            </c:strRef>
          </c:cat>
          <c:val>
            <c:numRef>
              <c:f>Sheet1!$C$2:$C$7</c:f>
              <c:numCache>
                <c:formatCode>General</c:formatCode>
                <c:ptCount val="6"/>
                <c:pt idx="0">
                  <c:v>35.0</c:v>
                </c:pt>
                <c:pt idx="1">
                  <c:v>43.0</c:v>
                </c:pt>
                <c:pt idx="2">
                  <c:v>53.0</c:v>
                </c:pt>
                <c:pt idx="3">
                  <c:v>65.0</c:v>
                </c:pt>
                <c:pt idx="4">
                  <c:v>80.0</c:v>
                </c:pt>
                <c:pt idx="5">
                  <c:v>96.0</c:v>
                </c:pt>
              </c:numCache>
            </c:numRef>
          </c:val>
          <c:smooth val="0"/>
        </c:ser>
        <c:ser>
          <c:idx val="2"/>
          <c:order val="2"/>
          <c:tx>
            <c:strRef>
              <c:f>Sheet1!$D$1</c:f>
              <c:strCache>
                <c:ptCount val="1"/>
                <c:pt idx="0">
                  <c:v>下振れ</c:v>
                </c:pt>
              </c:strCache>
            </c:strRef>
          </c:tx>
          <c:spPr>
            <a:solidFill>
              <a:srgbClr val="C5A681"/>
            </a:solidFill>
            <a:ln w="28575" cap="flat">
              <a:solidFill>
                <a:srgbClr val="C5A6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A681"/>
              </a:solidFill>
              <a:ln w="9525" cap="flat">
                <a:solidFill>
                  <a:srgbClr val="C5A681"/>
                </a:solidFill>
                <a:prstDash val="solid"/>
                <a:round/>
              </a:ln>
              <a:effectLst/>
            </c:spPr>
          </c:marker>
          <c:cat>
            <c:strRef>
              <c:f>Sheet1!$A$2:$A$7</c:f>
              <c:strCache>
                <c:ptCount val="6"/>
                <c:pt idx="0">
                  <c:v>2020</c:v>
                </c:pt>
                <c:pt idx="1">
                  <c:v>2022</c:v>
                </c:pt>
                <c:pt idx="2">
                  <c:v>2024</c:v>
                </c:pt>
                <c:pt idx="3">
                  <c:v>2026</c:v>
                </c:pt>
                <c:pt idx="4">
                  <c:v>2028</c:v>
                </c:pt>
                <c:pt idx="5">
                  <c:v>2030</c:v>
                </c:pt>
              </c:strCache>
            </c:strRef>
          </c:cat>
          <c:val>
            <c:numRef>
              <c:f>Sheet1!$D$2:$D$7</c:f>
              <c:numCache>
                <c:formatCode>General</c:formatCode>
                <c:ptCount val="6"/>
                <c:pt idx="0">
                  <c:v>35.0</c:v>
                </c:pt>
                <c:pt idx="1">
                  <c:v>42.0</c:v>
                </c:pt>
                <c:pt idx="2">
                  <c:v>50.0</c:v>
                </c:pt>
                <c:pt idx="3">
                  <c:v>59.0</c:v>
                </c:pt>
                <c:pt idx="4">
                  <c:v>70.0</c:v>
                </c:pt>
                <c:pt idx="5">
                  <c:v>81.0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322014"/>
            </a:solidFill>
            <a:prstDash val="solid"/>
            <a:round/>
          </a:ln>
        </c:spPr>
        <c:txPr>
          <a:bodyPr/>
          <a:lstStyle/>
          <a:p>
            <a:pPr>
              <a:defRPr sz="105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5949686441288856"/>
          <c:w val="0.9948498207737628"/>
          <c:h val="0.8702515677935557"/>
        </c:manualLayout>
      </c:layout>
      <c:lineChart>
        <c:varyColors val="0"/>
        <c:ser>
          <c:idx val="0"/>
          <c:order val="0"/>
          <c:tx>
            <c:strRef>
              <c:f>Sheet1!$B$1</c:f>
              <c:strCache>
                <c:ptCount val="1"/>
                <c:pt idx="0">
                  <c:v>上振れ</c:v>
                </c:pt>
              </c:strCache>
            </c:strRef>
          </c:tx>
          <c:spPr>
            <a:solidFill>
              <a:srgbClr val="071B2C"/>
            </a:solidFill>
            <a:ln w="28575" cap="flat">
              <a:solidFill>
                <a:srgbClr val="071B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71B2C"/>
              </a:solidFill>
              <a:ln w="9525" cap="flat">
                <a:solidFill>
                  <a:srgbClr val="071B2C"/>
                </a:solidFill>
                <a:prstDash val="solid"/>
                <a:round/>
              </a:ln>
              <a:effectLst/>
            </c:spPr>
          </c:marker>
          <c:cat>
            <c:strRef>
              <c:f>Sheet1!$A$2:$A$7</c:f>
              <c:strCache>
                <c:ptCount val="6"/>
                <c:pt idx="0">
                  <c:v>2020</c:v>
                </c:pt>
                <c:pt idx="1">
                  <c:v>2022</c:v>
                </c:pt>
                <c:pt idx="2">
                  <c:v>2024</c:v>
                </c:pt>
                <c:pt idx="3">
                  <c:v>2026</c:v>
                </c:pt>
                <c:pt idx="4">
                  <c:v>2028</c:v>
                </c:pt>
                <c:pt idx="5">
                  <c:v>2030</c:v>
                </c:pt>
              </c:strCache>
            </c:strRef>
          </c:cat>
          <c:val>
            <c:numRef>
              <c:f>Sheet1!$B$2:$B$7</c:f>
              <c:numCache>
                <c:formatCode>General</c:formatCode>
                <c:ptCount val="6"/>
                <c:pt idx="0">
                  <c:v>35.0</c:v>
                </c:pt>
                <c:pt idx="1">
                  <c:v>44.0</c:v>
                </c:pt>
                <c:pt idx="2">
                  <c:v>56.0</c:v>
                </c:pt>
                <c:pt idx="3">
                  <c:v>72.0</c:v>
                </c:pt>
                <c:pt idx="4">
                  <c:v>91.0</c:v>
                </c:pt>
                <c:pt idx="5">
                  <c:v>114.0</c:v>
                </c:pt>
              </c:numCache>
            </c:numRef>
          </c:val>
          <c:smooth val="0"/>
        </c:ser>
        <c:ser>
          <c:idx val="1"/>
          <c:order val="1"/>
          <c:tx>
            <c:strRef>
              <c:f>Sheet1!$C$1</c:f>
              <c:strCache>
                <c:ptCount val="1"/>
                <c:pt idx="0">
                  <c:v>基準</c:v>
                </c:pt>
              </c:strCache>
            </c:strRef>
          </c:tx>
          <c:spPr>
            <a:solidFill>
              <a:srgbClr val="1E5F8C"/>
            </a:solidFill>
            <a:ln w="28575" cap="flat">
              <a:solidFill>
                <a:srgbClr val="1E5F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5F8C"/>
              </a:solidFill>
              <a:ln w="9525" cap="flat">
                <a:solidFill>
                  <a:srgbClr val="1E5F8C"/>
                </a:solidFill>
                <a:prstDash val="solid"/>
                <a:round/>
              </a:ln>
              <a:effectLst/>
            </c:spPr>
          </c:marker>
          <c:cat>
            <c:strRef>
              <c:f>Sheet1!$A$2:$A$7</c:f>
              <c:strCache>
                <c:ptCount val="6"/>
                <c:pt idx="0">
                  <c:v>2020</c:v>
                </c:pt>
                <c:pt idx="1">
                  <c:v>2022</c:v>
                </c:pt>
                <c:pt idx="2">
                  <c:v>2024</c:v>
                </c:pt>
                <c:pt idx="3">
                  <c:v>2026</c:v>
                </c:pt>
                <c:pt idx="4">
                  <c:v>2028</c:v>
                </c:pt>
                <c:pt idx="5">
                  <c:v>2030</c:v>
                </c:pt>
              </c:strCache>
            </c:strRef>
          </c:cat>
          <c:val>
            <c:numRef>
              <c:f>Sheet1!$C$2:$C$7</c:f>
              <c:numCache>
                <c:formatCode>General</c:formatCode>
                <c:ptCount val="6"/>
                <c:pt idx="0">
                  <c:v>35.0</c:v>
                </c:pt>
                <c:pt idx="1">
                  <c:v>43.0</c:v>
                </c:pt>
                <c:pt idx="2">
                  <c:v>53.0</c:v>
                </c:pt>
                <c:pt idx="3">
                  <c:v>65.0</c:v>
                </c:pt>
                <c:pt idx="4">
                  <c:v>80.0</c:v>
                </c:pt>
                <c:pt idx="5">
                  <c:v>96.0</c:v>
                </c:pt>
              </c:numCache>
            </c:numRef>
          </c:val>
          <c:smooth val="0"/>
        </c:ser>
        <c:ser>
          <c:idx val="2"/>
          <c:order val="2"/>
          <c:tx>
            <c:strRef>
              <c:f>Sheet1!$D$1</c:f>
              <c:strCache>
                <c:ptCount val="1"/>
                <c:pt idx="0">
                  <c:v>下振れ</c:v>
                </c:pt>
              </c:strCache>
            </c:strRef>
          </c:tx>
          <c:spPr>
            <a:solidFill>
              <a:srgbClr val="79C8DC"/>
            </a:solidFill>
            <a:ln w="28575" cap="flat">
              <a:solidFill>
                <a:srgbClr val="79C8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9C8DC"/>
              </a:solidFill>
              <a:ln w="9525" cap="flat">
                <a:solidFill>
                  <a:srgbClr val="79C8DC"/>
                </a:solidFill>
                <a:prstDash val="solid"/>
                <a:round/>
              </a:ln>
              <a:effectLst/>
            </c:spPr>
          </c:marker>
          <c:cat>
            <c:strRef>
              <c:f>Sheet1!$A$2:$A$7</c:f>
              <c:strCache>
                <c:ptCount val="6"/>
                <c:pt idx="0">
                  <c:v>2020</c:v>
                </c:pt>
                <c:pt idx="1">
                  <c:v>2022</c:v>
                </c:pt>
                <c:pt idx="2">
                  <c:v>2024</c:v>
                </c:pt>
                <c:pt idx="3">
                  <c:v>2026</c:v>
                </c:pt>
                <c:pt idx="4">
                  <c:v>2028</c:v>
                </c:pt>
                <c:pt idx="5">
                  <c:v>2030</c:v>
                </c:pt>
              </c:strCache>
            </c:strRef>
          </c:cat>
          <c:val>
            <c:numRef>
              <c:f>Sheet1!$D$2:$D$7</c:f>
              <c:numCache>
                <c:formatCode>General</c:formatCode>
                <c:ptCount val="6"/>
                <c:pt idx="0">
                  <c:v>35.0</c:v>
                </c:pt>
                <c:pt idx="1">
                  <c:v>42.0</c:v>
                </c:pt>
                <c:pt idx="2">
                  <c:v>50.0</c:v>
                </c:pt>
                <c:pt idx="3">
                  <c:v>59.0</c:v>
                </c:pt>
                <c:pt idx="4">
                  <c:v>70.0</c:v>
                </c:pt>
                <c:pt idx="5">
                  <c:v>81.0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071B2C"/>
            </a:solidFill>
            <a:prstDash val="solid"/>
            <a:round/>
          </a:ln>
        </c:spPr>
        <c:txPr>
          <a:bodyPr/>
          <a:lstStyle/>
          <a:p>
            <a:pPr>
              <a:defRPr sz="1050" b="0" i="0" u="none" strike="noStrike">
                <a:solidFill>
                  <a:srgbClr val="071B2C"/>
                </a:solidFill>
                <a:latin typeface="Yu Gothic"/>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"scenario_lines_cagr",</a:t>
            </a:r>
          </a:p>
          <a:p>
            <a:r>
              <a:t>  "variant": "warm",</a:t>
            </a:r>
          </a:p>
          <a:p>
            <a:r>
              <a:t>  "rationale": "Public template fixture; short fictional slot content; no private data.",</a:t>
            </a:r>
          </a:p>
          <a:p>
            <a:r>
              <a:t>  "source_sha256": "bc01e9817f07585fd5c253a0501673e90b68a04ad0eb9c5cf5a0ef63f358ae74",</a:t>
            </a:r>
          </a:p>
          <a:p>
            <a:r>
              <a:t>  "evidence": [</a:t>
            </a:r>
          </a:p>
          <a:p>
            <a:r>
              <a:t>    {</a:t>
            </a:r>
          </a:p>
          <a:p>
            <a:r>
              <a:t>      "text": "10年間の年平均成長率（架空例）",</a:t>
            </a:r>
          </a:p>
          <a:p>
            <a:r>
              <a:t>      "refs": [</a:t>
            </a:r>
          </a:p>
          <a:p>
            <a:r>
              <a:t>        {</a:t>
            </a:r>
          </a:p>
          <a:p>
            <a:r>
              <a:t>          "source_id": "s001",</a:t>
            </a:r>
          </a:p>
          <a:p>
            <a:r>
              <a:t>          "quote": "10年間の年平均成長率（架空例）"</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a:t>
            </a:r>
          </a:p>
          <a:p>
            <a:r>
              <a:t>      "refs": [</a:t>
            </a:r>
          </a:p>
          <a:p>
            <a:r>
              <a:t>        {</a:t>
            </a:r>
          </a:p>
          <a:p>
            <a:r>
              <a:t>          "source_id": "s001",</a:t>
            </a:r>
          </a:p>
          <a:p>
            <a:r>
              <a:t>          "quote": "指標名"</a:t>
            </a:r>
          </a:p>
          <a:p>
            <a:r>
              <a:t>        }</a:t>
            </a:r>
          </a:p>
          <a:p>
            <a:r>
              <a:t>      ],</a:t>
            </a:r>
          </a:p>
          <a:p>
            <a:r>
              <a:t>      "mode": "verbatim"</a:t>
            </a:r>
          </a:p>
          <a:p>
            <a:r>
              <a:t>    },</a:t>
            </a:r>
          </a:p>
          <a:p>
            <a:r>
              <a:t>    {</a:t>
            </a:r>
          </a:p>
          <a:p>
            <a:r>
              <a:t>      "text": "単位、2020〜2030年",</a:t>
            </a:r>
          </a:p>
          <a:p>
            <a:r>
              <a:t>      "refs": [</a:t>
            </a:r>
          </a:p>
          <a:p>
            <a:r>
              <a:t>        {</a:t>
            </a:r>
          </a:p>
          <a:p>
            <a:r>
              <a:t>          "source_id": "s001",</a:t>
            </a:r>
          </a:p>
          <a:p>
            <a:r>
              <a:t>          "quote": "単位、2020〜2030年"</a:t>
            </a:r>
          </a:p>
          <a:p>
            <a:r>
              <a:t>        }</a:t>
            </a:r>
          </a:p>
          <a:p>
            <a:r>
              <a:t>      ],</a:t>
            </a:r>
          </a:p>
          <a:p>
            <a:r>
              <a:t>      "mode": "verbatim"</a:t>
            </a:r>
          </a:p>
          <a:p>
            <a:r>
              <a:t>    },</a:t>
            </a:r>
          </a:p>
          <a:p>
            <a:r>
              <a:t>    {</a:t>
            </a:r>
          </a:p>
          <a:p>
            <a:r>
              <a:t>      "text": "2020",</a:t>
            </a:r>
          </a:p>
          <a:p>
            <a:r>
              <a:t>      "refs": [</a:t>
            </a:r>
          </a:p>
          <a:p>
            <a:r>
              <a:t>        {</a:t>
            </a:r>
          </a:p>
          <a:p>
            <a:r>
              <a:t>          "source_id": "s001",</a:t>
            </a:r>
          </a:p>
          <a:p>
            <a:r>
              <a:t>          "quote": "2020"</a:t>
            </a:r>
          </a:p>
          <a:p>
            <a:r>
              <a:t>        }</a:t>
            </a:r>
          </a:p>
          <a:p>
            <a:r>
              <a:t>      ],</a:t>
            </a:r>
          </a:p>
          <a:p>
            <a:r>
              <a:t>      "mode": "verbatim"</a:t>
            </a:r>
          </a:p>
          <a:p>
            <a:r>
              <a:t>    },</a:t>
            </a:r>
          </a:p>
          <a:p>
            <a:r>
              <a:t>    {</a:t>
            </a:r>
          </a:p>
          <a:p>
            <a:r>
              <a:t>      "text": "2022",</a:t>
            </a:r>
          </a:p>
          <a:p>
            <a:r>
              <a:t>      "refs": [</a:t>
            </a:r>
          </a:p>
          <a:p>
            <a:r>
              <a:t>        {</a:t>
            </a:r>
          </a:p>
          <a:p>
            <a:r>
              <a:t>          "source_id": "s001",</a:t>
            </a:r>
          </a:p>
          <a:p>
            <a:r>
              <a:t>          "quote": "2022"</a:t>
            </a:r>
          </a:p>
          <a:p>
            <a:r>
              <a:t>        }</a:t>
            </a:r>
          </a:p>
          <a:p>
            <a:r>
              <a:t>      ],</a:t>
            </a:r>
          </a:p>
          <a:p>
            <a:r>
              <a:t>      "mode": "verbatim"</a:t>
            </a:r>
          </a:p>
          <a:p>
            <a:r>
              <a:t>    },</a:t>
            </a:r>
          </a:p>
          <a:p>
            <a:r>
              <a:t>    {</a:t>
            </a:r>
          </a:p>
          <a:p>
            <a:r>
              <a:t>      "text": "2024",</a:t>
            </a:r>
          </a:p>
          <a:p>
            <a:r>
              <a:t>      "refs": [</a:t>
            </a:r>
          </a:p>
          <a:p>
            <a:r>
              <a:t>        {</a:t>
            </a:r>
          </a:p>
          <a:p>
            <a:r>
              <a:t>          "source_id": "s001",</a:t>
            </a:r>
          </a:p>
          <a:p>
            <a:r>
              <a:t>          "quote": "2024"</a:t>
            </a:r>
          </a:p>
          <a:p>
            <a:r>
              <a:t>        }</a:t>
            </a:r>
          </a:p>
          <a:p>
            <a:r>
              <a:t>      ],</a:t>
            </a:r>
          </a:p>
          <a:p>
            <a:r>
              <a:t>      "mode": "verbatim"</a:t>
            </a:r>
          </a:p>
          <a:p>
            <a:r>
              <a:t>    },</a:t>
            </a:r>
          </a:p>
          <a:p>
            <a:r>
              <a:t>    {</a:t>
            </a:r>
          </a:p>
          <a:p>
            <a:r>
              <a:t>      "text": "2026",</a:t>
            </a:r>
          </a:p>
          <a:p>
            <a:r>
              <a:t>      "refs": [</a:t>
            </a:r>
          </a:p>
          <a:p>
            <a:r>
              <a:t>        {</a:t>
            </a:r>
          </a:p>
          <a:p>
            <a:r>
              <a:t>          "source_id": "s001",</a:t>
            </a:r>
          </a:p>
          <a:p>
            <a:r>
              <a:t>          "quote": "2026"</a:t>
            </a:r>
          </a:p>
          <a:p>
            <a:r>
              <a:t>        }</a:t>
            </a:r>
          </a:p>
          <a:p>
            <a:r>
              <a:t>      ],</a:t>
            </a:r>
          </a:p>
          <a:p>
            <a:r>
              <a:t>      "mode": "verbatim"</a:t>
            </a:r>
          </a:p>
          <a:p>
            <a:r>
              <a:t>    },</a:t>
            </a:r>
          </a:p>
          <a:p>
            <a:r>
              <a:t>    {</a:t>
            </a:r>
          </a:p>
          <a:p>
            <a:r>
              <a:t>      "text": "2028",</a:t>
            </a:r>
          </a:p>
          <a:p>
            <a:r>
              <a:t>      "refs": [</a:t>
            </a:r>
          </a:p>
          <a:p>
            <a:r>
              <a:t>        {</a:t>
            </a:r>
          </a:p>
          <a:p>
            <a:r>
              <a:t>          "source_id": "s001",</a:t>
            </a:r>
          </a:p>
          <a:p>
            <a:r>
              <a:t>          "quote": "2028"</a:t>
            </a:r>
          </a:p>
          <a:p>
            <a:r>
              <a:t>        }</a:t>
            </a:r>
          </a:p>
          <a:p>
            <a:r>
              <a:t>      ],</a:t>
            </a:r>
          </a:p>
          <a:p>
            <a:r>
              <a:t>      "mode": "verbatim"</a:t>
            </a:r>
          </a:p>
          <a:p>
            <a:r>
              <a:t>    },</a:t>
            </a:r>
          </a:p>
          <a:p>
            <a:r>
              <a:t>    {</a:t>
            </a:r>
          </a:p>
          <a:p>
            <a:r>
              <a:t>      "text": "2030",</a:t>
            </a:r>
          </a:p>
          <a:p>
            <a:r>
              <a:t>      "refs": [</a:t>
            </a:r>
          </a:p>
          <a:p>
            <a:r>
              <a:t>        {</a:t>
            </a:r>
          </a:p>
          <a:p>
            <a:r>
              <a:t>          "source_id": "s001",</a:t>
            </a:r>
          </a:p>
          <a:p>
            <a:r>
              <a:t>          "quote": "2030"</a:t>
            </a:r>
          </a:p>
          <a:p>
            <a:r>
              <a:t>        }</a:t>
            </a:r>
          </a:p>
          <a:p>
            <a:r>
              <a:t>      ],</a:t>
            </a:r>
          </a:p>
          <a:p>
            <a:r>
              <a:t>      "mode": "verbatim"</a:t>
            </a:r>
          </a:p>
          <a:p>
            <a:r>
              <a:t>    },</a:t>
            </a:r>
          </a:p>
          <a:p>
            <a:r>
              <a:t>    {</a:t>
            </a:r>
          </a:p>
          <a:p>
            <a:r>
              <a:t>      "text": "上振れ",</a:t>
            </a:r>
          </a:p>
          <a:p>
            <a:r>
              <a:t>      "refs": [</a:t>
            </a:r>
          </a:p>
          <a:p>
            <a:r>
              <a:t>        {</a:t>
            </a:r>
          </a:p>
          <a:p>
            <a:r>
              <a:t>          "source_id": "s001",</a:t>
            </a:r>
          </a:p>
          <a:p>
            <a:r>
              <a:t>          "quote": "上振れ"</a:t>
            </a:r>
          </a:p>
          <a:p>
            <a:r>
              <a:t>        }</a:t>
            </a:r>
          </a:p>
          <a:p>
            <a:r>
              <a:t>      ],</a:t>
            </a:r>
          </a:p>
          <a:p>
            <a:r>
              <a:t>      "mode": "verbatim"</a:t>
            </a:r>
          </a:p>
          <a:p>
            <a:r>
              <a:t>    },</a:t>
            </a:r>
          </a:p>
          <a:p>
            <a:r>
              <a:t>    {</a:t>
            </a:r>
          </a:p>
          <a:p>
            <a:r>
              <a:t>      "value": 35.0,</a:t>
            </a:r>
          </a:p>
          <a:p>
            <a:r>
              <a:t>      "refs": [</a:t>
            </a:r>
          </a:p>
          <a:p>
            <a:r>
              <a:t>        {</a:t>
            </a:r>
          </a:p>
          <a:p>
            <a:r>
              <a:t>          "source_id": "s001",</a:t>
            </a:r>
          </a:p>
          <a:p>
            <a:r>
              <a:t>          "quote": "35"</a:t>
            </a:r>
          </a:p>
          <a:p>
            <a:r>
              <a:t>        }</a:t>
            </a:r>
          </a:p>
          <a:p>
            <a:r>
              <a:t>      ]</a:t>
            </a:r>
          </a:p>
          <a:p>
            <a:r>
              <a:t>    },</a:t>
            </a:r>
          </a:p>
          <a:p>
            <a:r>
              <a:t>    {</a:t>
            </a:r>
          </a:p>
          <a:p>
            <a:r>
              <a:t>      "value": 44.0,</a:t>
            </a:r>
          </a:p>
          <a:p>
            <a:r>
              <a:t>      "refs": [</a:t>
            </a:r>
          </a:p>
          <a:p>
            <a:r>
              <a:t>        {</a:t>
            </a:r>
          </a:p>
          <a:p>
            <a:r>
              <a:t>          "source_id": "s001",</a:t>
            </a:r>
          </a:p>
          <a:p>
            <a:r>
              <a:t>          "quote": "44"</a:t>
            </a:r>
          </a:p>
          <a:p>
            <a:r>
              <a:t>        }</a:t>
            </a:r>
          </a:p>
          <a:p>
            <a:r>
              <a:t>      ]</a:t>
            </a:r>
          </a:p>
          <a:p>
            <a:r>
              <a:t>    },</a:t>
            </a:r>
          </a:p>
          <a:p>
            <a:r>
              <a:t>    {</a:t>
            </a:r>
          </a:p>
          <a:p>
            <a:r>
              <a:t>      "value": 56.0,</a:t>
            </a:r>
          </a:p>
          <a:p>
            <a:r>
              <a:t>      "refs": [</a:t>
            </a:r>
          </a:p>
          <a:p>
            <a:r>
              <a:t>        {</a:t>
            </a:r>
          </a:p>
          <a:p>
            <a:r>
              <a:t>          "source_id": "s001",</a:t>
            </a:r>
          </a:p>
          <a:p>
            <a:r>
              <a:t>          "quote": "56"</a:t>
            </a:r>
          </a:p>
          <a:p>
            <a:r>
              <a:t>        }</a:t>
            </a:r>
          </a:p>
          <a:p>
            <a:r>
              <a:t>      ]</a:t>
            </a:r>
          </a:p>
          <a:p>
            <a:r>
              <a:t>    },</a:t>
            </a:r>
          </a:p>
          <a:p>
            <a:r>
              <a:t>    {</a:t>
            </a:r>
          </a:p>
          <a:p>
            <a:r>
              <a:t>      "value": 72.0,</a:t>
            </a:r>
          </a:p>
          <a:p>
            <a:r>
              <a:t>      "refs": [</a:t>
            </a:r>
          </a:p>
          <a:p>
            <a:r>
              <a:t>        {</a:t>
            </a:r>
          </a:p>
          <a:p>
            <a:r>
              <a:t>          "source_id": "s001",</a:t>
            </a:r>
          </a:p>
          <a:p>
            <a:r>
              <a:t>          "quote": "72"</a:t>
            </a:r>
          </a:p>
          <a:p>
            <a:r>
              <a:t>        }</a:t>
            </a:r>
          </a:p>
          <a:p>
            <a:r>
              <a:t>      ]</a:t>
            </a:r>
          </a:p>
          <a:p>
            <a:r>
              <a:t>    },</a:t>
            </a:r>
          </a:p>
          <a:p>
            <a:r>
              <a:t>    {</a:t>
            </a:r>
          </a:p>
          <a:p>
            <a:r>
              <a:t>      "value": 91.0,</a:t>
            </a:r>
          </a:p>
          <a:p>
            <a:r>
              <a:t>      "refs": [</a:t>
            </a:r>
          </a:p>
          <a:p>
            <a:r>
              <a:t>        {</a:t>
            </a:r>
          </a:p>
          <a:p>
            <a:r>
              <a:t>          "source_id": "s001",</a:t>
            </a:r>
          </a:p>
          <a:p>
            <a:r>
              <a:t>          "quote": "91"</a:t>
            </a:r>
          </a:p>
          <a:p>
            <a:r>
              <a:t>        }</a:t>
            </a:r>
          </a:p>
          <a:p>
            <a:r>
              <a:t>      ]</a:t>
            </a:r>
          </a:p>
          <a:p>
            <a:r>
              <a:t>    },</a:t>
            </a:r>
          </a:p>
          <a:p>
            <a:r>
              <a:t>    {</a:t>
            </a:r>
          </a:p>
          <a:p>
            <a:r>
              <a:t>      "value": 114.0,</a:t>
            </a:r>
          </a:p>
          <a:p>
            <a:r>
              <a:t>      "refs": [</a:t>
            </a:r>
          </a:p>
          <a:p>
            <a:r>
              <a:t>        {</a:t>
            </a:r>
          </a:p>
          <a:p>
            <a:r>
              <a:t>          "source_id": "s001",</a:t>
            </a:r>
          </a:p>
          <a:p>
            <a:r>
              <a:t>          "quote": "114"</a:t>
            </a:r>
          </a:p>
          <a:p>
            <a:r>
              <a:t>        }</a:t>
            </a:r>
          </a:p>
          <a:p>
            <a:r>
              <a:t>      ]</a:t>
            </a:r>
          </a:p>
          <a:p>
            <a:r>
              <a:t>    },</a:t>
            </a:r>
          </a:p>
          <a:p>
            <a:r>
              <a:t>    {</a:t>
            </a:r>
          </a:p>
          <a:p>
            <a:r>
              <a:t>      "text": "基準",</a:t>
            </a:r>
          </a:p>
          <a:p>
            <a:r>
              <a:t>      "refs": [</a:t>
            </a:r>
          </a:p>
          <a:p>
            <a:r>
              <a:t>        {</a:t>
            </a:r>
          </a:p>
          <a:p>
            <a:r>
              <a:t>          "source_id": "s001",</a:t>
            </a:r>
          </a:p>
          <a:p>
            <a:r>
              <a:t>          "quote": "基準"</a:t>
            </a:r>
          </a:p>
          <a:p>
            <a:r>
              <a:t>        }</a:t>
            </a:r>
          </a:p>
          <a:p>
            <a:r>
              <a:t>      ],</a:t>
            </a:r>
          </a:p>
          <a:p>
            <a:r>
              <a:t>      "mode": "verbatim"</a:t>
            </a:r>
          </a:p>
          <a:p>
            <a:r>
              <a:t>    },</a:t>
            </a:r>
          </a:p>
          <a:p>
            <a:r>
              <a:t>    {</a:t>
            </a:r>
          </a:p>
          <a:p>
            <a:r>
              <a:t>      "value": 35.0,</a:t>
            </a:r>
          </a:p>
          <a:p>
            <a:r>
              <a:t>      "refs": [</a:t>
            </a:r>
          </a:p>
          <a:p>
            <a:r>
              <a:t>        {</a:t>
            </a:r>
          </a:p>
          <a:p>
            <a:r>
              <a:t>          "source_id": "s001",</a:t>
            </a:r>
          </a:p>
          <a:p>
            <a:r>
              <a:t>          "quote": "35"</a:t>
            </a:r>
          </a:p>
          <a:p>
            <a:r>
              <a:t>        }</a:t>
            </a:r>
          </a:p>
          <a:p>
            <a:r>
              <a:t>      ]</a:t>
            </a:r>
          </a:p>
          <a:p>
            <a:r>
              <a:t>    },</a:t>
            </a:r>
          </a:p>
          <a:p>
            <a:r>
              <a:t>    {</a:t>
            </a:r>
          </a:p>
          <a:p>
            <a:r>
              <a:t>      "value": 43.0,</a:t>
            </a:r>
          </a:p>
          <a:p>
            <a:r>
              <a:t>      "refs": [</a:t>
            </a:r>
          </a:p>
          <a:p>
            <a:r>
              <a:t>        {</a:t>
            </a:r>
          </a:p>
          <a:p>
            <a:r>
              <a:t>          "source_id": "s001",</a:t>
            </a:r>
          </a:p>
          <a:p>
            <a:r>
              <a:t>          "quote": "43"</a:t>
            </a:r>
          </a:p>
          <a:p>
            <a:r>
              <a:t>        }</a:t>
            </a:r>
          </a:p>
          <a:p>
            <a:r>
              <a:t>      ]</a:t>
            </a:r>
          </a:p>
          <a:p>
            <a:r>
              <a:t>    },</a:t>
            </a:r>
          </a:p>
          <a:p>
            <a:r>
              <a:t>    {</a:t>
            </a:r>
          </a:p>
          <a:p>
            <a:r>
              <a:t>      "value": 53.0,</a:t>
            </a:r>
          </a:p>
          <a:p>
            <a:r>
              <a:t>      "refs": [</a:t>
            </a:r>
          </a:p>
          <a:p>
            <a:r>
              <a:t>        {</a:t>
            </a:r>
          </a:p>
          <a:p>
            <a:r>
              <a:t>          "source_id": "s001",</a:t>
            </a:r>
          </a:p>
          <a:p>
            <a:r>
              <a:t>          "quote": "53"</a:t>
            </a:r>
          </a:p>
          <a:p>
            <a:r>
              <a:t>        }</a:t>
            </a:r>
          </a:p>
          <a:p>
            <a:r>
              <a:t>      ]</a:t>
            </a:r>
          </a:p>
          <a:p>
            <a:r>
              <a:t>    },</a:t>
            </a:r>
          </a:p>
          <a:p>
            <a:r>
              <a:t>    {</a:t>
            </a:r>
          </a:p>
          <a:p>
            <a:r>
              <a:t>      "value": 65.0,</a:t>
            </a:r>
          </a:p>
          <a:p>
            <a:r>
              <a:t>      "refs": [</a:t>
            </a:r>
          </a:p>
          <a:p>
            <a:r>
              <a:t>        {</a:t>
            </a:r>
          </a:p>
          <a:p>
            <a:r>
              <a:t>          "source_id": "s001",</a:t>
            </a:r>
          </a:p>
          <a:p>
            <a:r>
              <a:t>          "quote": "65"</a:t>
            </a:r>
          </a:p>
          <a:p>
            <a:r>
              <a:t>        }</a:t>
            </a:r>
          </a:p>
          <a:p>
            <a:r>
              <a:t>      ]</a:t>
            </a:r>
          </a:p>
          <a:p>
            <a:r>
              <a:t>    },</a:t>
            </a:r>
          </a:p>
          <a:p>
            <a:r>
              <a:t>    {</a:t>
            </a:r>
          </a:p>
          <a:p>
            <a:r>
              <a:t>      "value": 80.0,</a:t>
            </a:r>
          </a:p>
          <a:p>
            <a:r>
              <a:t>      "refs": [</a:t>
            </a:r>
          </a:p>
          <a:p>
            <a:r>
              <a:t>        {</a:t>
            </a:r>
          </a:p>
          <a:p>
            <a:r>
              <a:t>          "source_id": "s001",</a:t>
            </a:r>
          </a:p>
          <a:p>
            <a:r>
              <a:t>          "quote": "80"</a:t>
            </a:r>
          </a:p>
          <a:p>
            <a:r>
              <a:t>        }</a:t>
            </a:r>
          </a:p>
          <a:p>
            <a:r>
              <a:t>      ]</a:t>
            </a:r>
          </a:p>
          <a:p>
            <a:r>
              <a:t>    },</a:t>
            </a:r>
          </a:p>
          <a:p>
            <a:r>
              <a:t>    {</a:t>
            </a:r>
          </a:p>
          <a:p>
            <a:r>
              <a:t>      "value": 96.0,</a:t>
            </a:r>
          </a:p>
          <a:p>
            <a:r>
              <a:t>      "refs": [</a:t>
            </a:r>
          </a:p>
          <a:p>
            <a:r>
              <a:t>        {</a:t>
            </a:r>
          </a:p>
          <a:p>
            <a:r>
              <a:t>          "source_id": "s001",</a:t>
            </a:r>
          </a:p>
          <a:p>
            <a:r>
              <a:t>          "quote": "96"</a:t>
            </a:r>
          </a:p>
          <a:p>
            <a:r>
              <a:t>        }</a:t>
            </a:r>
          </a:p>
          <a:p>
            <a:r>
              <a:t>      ]</a:t>
            </a:r>
          </a:p>
          <a:p>
            <a:r>
              <a:t>    },</a:t>
            </a:r>
          </a:p>
          <a:p>
            <a:r>
              <a:t>    {</a:t>
            </a:r>
          </a:p>
          <a:p>
            <a:r>
              <a:t>      "text": "下振れ",</a:t>
            </a:r>
          </a:p>
          <a:p>
            <a:r>
              <a:t>      "refs": [</a:t>
            </a:r>
          </a:p>
          <a:p>
            <a:r>
              <a:t>        {</a:t>
            </a:r>
          </a:p>
          <a:p>
            <a:r>
              <a:t>          "source_id": "s001",</a:t>
            </a:r>
          </a:p>
          <a:p>
            <a:r>
              <a:t>          "quote": "下振れ"</a:t>
            </a:r>
          </a:p>
          <a:p>
            <a:r>
              <a:t>        }</a:t>
            </a:r>
          </a:p>
          <a:p>
            <a:r>
              <a:t>      ],</a:t>
            </a:r>
          </a:p>
          <a:p>
            <a:r>
              <a:t>      "mode": "verbatim"</a:t>
            </a:r>
          </a:p>
          <a:p>
            <a:r>
              <a:t>    },</a:t>
            </a:r>
          </a:p>
          <a:p>
            <a:r>
              <a:t>    {</a:t>
            </a:r>
          </a:p>
          <a:p>
            <a:r>
              <a:t>      "value": 35.0,</a:t>
            </a:r>
          </a:p>
          <a:p>
            <a:r>
              <a:t>      "refs": [</a:t>
            </a:r>
          </a:p>
          <a:p>
            <a:r>
              <a:t>        {</a:t>
            </a:r>
          </a:p>
          <a:p>
            <a:r>
              <a:t>          "source_id": "s001",</a:t>
            </a:r>
          </a:p>
          <a:p>
            <a:r>
              <a:t>          "quote": "35"</a:t>
            </a:r>
          </a:p>
          <a:p>
            <a:r>
              <a:t>        }</a:t>
            </a:r>
          </a:p>
          <a:p>
            <a:r>
              <a:t>      ]</a:t>
            </a:r>
          </a:p>
          <a:p>
            <a:r>
              <a:t>    },</a:t>
            </a:r>
          </a:p>
          <a:p>
            <a:r>
              <a:t>    {</a:t>
            </a:r>
          </a:p>
          <a:p>
            <a:r>
              <a:t>      "value": 42.0,</a:t>
            </a:r>
          </a:p>
          <a:p>
            <a:r>
              <a:t>      "refs": [</a:t>
            </a:r>
          </a:p>
          <a:p>
            <a:r>
              <a:t>        {</a:t>
            </a:r>
          </a:p>
          <a:p>
            <a:r>
              <a:t>          "source_id": "s001",</a:t>
            </a:r>
          </a:p>
          <a:p>
            <a:r>
              <a:t>          "quote": "42"</a:t>
            </a:r>
          </a:p>
          <a:p>
            <a:r>
              <a:t>        }</a:t>
            </a:r>
          </a:p>
          <a:p>
            <a:r>
              <a:t>      ]</a:t>
            </a:r>
          </a:p>
          <a:p>
            <a:r>
              <a:t>    },</a:t>
            </a:r>
          </a:p>
          <a:p>
            <a:r>
              <a:t>    {</a:t>
            </a:r>
          </a:p>
          <a:p>
            <a:r>
              <a:t>      "value": 50.0,</a:t>
            </a:r>
          </a:p>
          <a:p>
            <a:r>
              <a:t>      "refs": [</a:t>
            </a:r>
          </a:p>
          <a:p>
            <a:r>
              <a:t>        {</a:t>
            </a:r>
          </a:p>
          <a:p>
            <a:r>
              <a:t>          "source_id": "s001",</a:t>
            </a:r>
          </a:p>
          <a:p>
            <a:r>
              <a:t>          "quote": "50"</a:t>
            </a:r>
          </a:p>
          <a:p>
            <a:r>
              <a:t>        }</a:t>
            </a:r>
          </a:p>
          <a:p>
            <a:r>
              <a:t>      ]</a:t>
            </a:r>
          </a:p>
          <a:p>
            <a:r>
              <a:t>    },</a:t>
            </a:r>
          </a:p>
          <a:p>
            <a:r>
              <a:t>    {</a:t>
            </a:r>
          </a:p>
          <a:p>
            <a:r>
              <a:t>      "value": 59.0,</a:t>
            </a:r>
          </a:p>
          <a:p>
            <a:r>
              <a:t>      "refs": [</a:t>
            </a:r>
          </a:p>
          <a:p>
            <a:r>
              <a:t>        {</a:t>
            </a:r>
          </a:p>
          <a:p>
            <a:r>
              <a:t>          "source_id": "s001",</a:t>
            </a:r>
          </a:p>
          <a:p>
            <a:r>
              <a:t>          "quote": "59"</a:t>
            </a:r>
          </a:p>
          <a:p>
            <a:r>
              <a:t>        }</a:t>
            </a:r>
          </a:p>
          <a:p>
            <a:r>
              <a:t>      ]</a:t>
            </a:r>
          </a:p>
          <a:p>
            <a:r>
              <a:t>    },</a:t>
            </a:r>
          </a:p>
          <a:p>
            <a:r>
              <a:t>    {</a:t>
            </a:r>
          </a:p>
          <a:p>
            <a:r>
              <a:t>      "value": 70.0,</a:t>
            </a:r>
          </a:p>
          <a:p>
            <a:r>
              <a:t>      "refs": [</a:t>
            </a:r>
          </a:p>
          <a:p>
            <a:r>
              <a:t>        {</a:t>
            </a:r>
          </a:p>
          <a:p>
            <a:r>
              <a:t>          "source_id": "s001",</a:t>
            </a:r>
          </a:p>
          <a:p>
            <a:r>
              <a:t>          "quote": "70"</a:t>
            </a:r>
          </a:p>
          <a:p>
            <a:r>
              <a:t>        }</a:t>
            </a:r>
          </a:p>
          <a:p>
            <a:r>
              <a:t>      ]</a:t>
            </a:r>
          </a:p>
          <a:p>
            <a:r>
              <a:t>    },</a:t>
            </a:r>
          </a:p>
          <a:p>
            <a:r>
              <a:t>    {</a:t>
            </a:r>
          </a:p>
          <a:p>
            <a:r>
              <a:t>      "value": 81.0,</a:t>
            </a:r>
          </a:p>
          <a:p>
            <a:r>
              <a:t>      "refs": [</a:t>
            </a:r>
          </a:p>
          <a:p>
            <a:r>
              <a:t>        {</a:t>
            </a:r>
          </a:p>
          <a:p>
            <a:r>
              <a:t>          "source_id": "s001",</a:t>
            </a:r>
          </a:p>
          <a:p>
            <a:r>
              <a:t>          "quote": "81"</a:t>
            </a:r>
          </a:p>
          <a:p>
            <a:r>
              <a:t>        }</a:t>
            </a:r>
          </a:p>
          <a:p>
            <a:r>
              <a:t>      ]</a:t>
            </a:r>
          </a:p>
          <a:p>
            <a:r>
              <a:t>    },</a:t>
            </a:r>
          </a:p>
          <a:p>
            <a:r>
              <a:t>    {</a:t>
            </a:r>
          </a:p>
          <a:p>
            <a:r>
              <a:t>      "value": 10.0,</a:t>
            </a:r>
          </a:p>
          <a:p>
            <a:r>
              <a:t>      "refs": [</a:t>
            </a:r>
          </a:p>
          <a:p>
            <a:r>
              <a:t>        {</a:t>
            </a:r>
          </a:p>
          <a:p>
            <a:r>
              <a:t>          "source_id": "s001",</a:t>
            </a:r>
          </a:p>
          <a:p>
            <a:r>
              <a:t>          "quote": "10"</a:t>
            </a:r>
          </a:p>
          <a:p>
            <a:r>
              <a:t>        }</a:t>
            </a:r>
          </a:p>
          <a:p>
            <a:r>
              <a:t>      ]</a:t>
            </a:r>
          </a:p>
          <a:p>
            <a:r>
              <a:t>    }</a:t>
            </a:r>
          </a:p>
          <a:p>
            <a:r>
              <a:t>  ],</a:t>
            </a:r>
          </a:p>
          <a:p>
            <a:r>
              <a:t>  "citations": {</a:t>
            </a:r>
          </a:p>
          <a:p>
            <a:r>
              <a:t>    "s001": "Public MIT sample: templates/freeform_parts_16x9.html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"4a181913166f5122988f15391fe6324503cc0f2143d77cf77d18805dd9bb71fd"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"true_waterfall",</a:t>
            </a:r>
          </a:p>
          <a:p>
            <a:r>
              <a:t>  "variant": "warm",</a:t>
            </a:r>
          </a:p>
          <a:p>
            <a:r>
              <a:t>  "rationale": "Public template fixture; short fictional slot content; no private data.",</a:t>
            </a:r>
          </a:p>
          <a:p>
            <a:r>
              <a:t>  "source_sha256": "bc01e9817f07585fd5c253a0501673e90b68a04ad0eb9c5cf5a0ef63f358ae74",</a:t>
            </a:r>
          </a:p>
          <a:p>
            <a:r>
              <a:t>  "evidence": [</a:t>
            </a:r>
          </a:p>
          <a:p>
            <a:r>
              <a:t>    {</a:t>
            </a:r>
          </a:p>
          <a:p>
            <a:r>
              <a:t>      "text": "増減の符号を反転（架空例）",</a:t>
            </a:r>
          </a:p>
          <a:p>
            <a:r>
              <a:t>      "refs": [</a:t>
            </a:r>
          </a:p>
          <a:p>
            <a:r>
              <a:t>        {</a:t>
            </a:r>
          </a:p>
          <a:p>
            <a:r>
              <a:t>          "source_id": "s002",</a:t>
            </a:r>
          </a:p>
          <a:p>
            <a:r>
              <a:t>          "quote": "増減の符号を反転（架空例）"</a:t>
            </a:r>
          </a:p>
          <a:p>
            <a:r>
              <a:t>        }</a:t>
            </a:r>
          </a:p>
          <a:p>
            <a:r>
              <a:t>      ],</a:t>
            </a:r>
          </a:p>
          <a:p>
            <a:r>
              <a:t>      "mode": "verbatim"</a:t>
            </a:r>
          </a:p>
          <a:p>
            <a:r>
              <a:t>    },</a:t>
            </a:r>
          </a:p>
          <a:p>
            <a:r>
              <a:t>    {</a:t>
            </a:r>
          </a:p>
          <a:p>
            <a:r>
              <a:t>      "text": "出典：公開見本",</a:t>
            </a:r>
          </a:p>
          <a:p>
            <a:r>
              <a:t>      "refs": [</a:t>
            </a:r>
          </a:p>
          <a:p>
            <a:r>
              <a:t>        {</a:t>
            </a:r>
          </a:p>
          <a:p>
            <a:r>
              <a:t>          "source_id": "s002",</a:t>
            </a:r>
          </a:p>
          <a:p>
            <a:r>
              <a:t>          "quote": "出典：公開見本"</a:t>
            </a:r>
          </a:p>
          <a:p>
            <a:r>
              <a:t>        }</a:t>
            </a:r>
          </a:p>
          <a:p>
            <a:r>
              <a:t>      ],</a:t>
            </a:r>
          </a:p>
          <a:p>
            <a:r>
              <a:t>      "mode": "verbatim"</a:t>
            </a:r>
          </a:p>
          <a:p>
            <a:r>
              <a:t>    },</a:t>
            </a:r>
          </a:p>
          <a:p>
            <a:r>
              <a:t>    {</a:t>
            </a:r>
          </a:p>
          <a:p>
            <a:r>
              <a:t>      "text": "指標名、単位",</a:t>
            </a:r>
          </a:p>
          <a:p>
            <a:r>
              <a:t>      "refs": [</a:t>
            </a:r>
          </a:p>
          <a:p>
            <a:r>
              <a:t>        {</a:t>
            </a:r>
          </a:p>
          <a:p>
            <a:r>
              <a:t>          "source_id": "s002",</a:t>
            </a:r>
          </a:p>
          <a:p>
            <a:r>
              <a:t>          "quote": "指標名、単位"</a:t>
            </a:r>
          </a:p>
          <a:p>
            <a:r>
              <a:t>        }</a:t>
            </a:r>
          </a:p>
          <a:p>
            <a:r>
              <a:t>      ],</a:t>
            </a:r>
          </a:p>
          <a:p>
            <a:r>
              <a:t>      "mode": "verbatim"</a:t>
            </a:r>
          </a:p>
          <a:p>
            <a:r>
              <a:t>    },</a:t>
            </a:r>
          </a:p>
          <a:p>
            <a:r>
              <a:t>    {</a:t>
            </a:r>
          </a:p>
          <a:p>
            <a:r>
              <a:t>      "text": "項目1",</a:t>
            </a:r>
          </a:p>
          <a:p>
            <a:r>
              <a:t>      "refs": [</a:t>
            </a:r>
          </a:p>
          <a:p>
            <a:r>
              <a:t>        {</a:t>
            </a:r>
          </a:p>
          <a:p>
            <a:r>
              <a:t>          "source_id": "s002",</a:t>
            </a:r>
          </a:p>
          <a:p>
            <a:r>
              <a:t>          "quote": "項目1"</a:t>
            </a:r>
          </a:p>
          <a:p>
            <a:r>
              <a:t>        }</a:t>
            </a:r>
          </a:p>
          <a:p>
            <a:r>
              <a:t>      ],</a:t>
            </a:r>
          </a:p>
          <a:p>
            <a:r>
              <a:t>      "mode": "verbatim"</a:t>
            </a:r>
          </a:p>
          <a:p>
            <a:r>
              <a:t>    },</a:t>
            </a:r>
          </a:p>
          <a:p>
            <a:r>
              <a:t>    {</a:t>
            </a:r>
          </a:p>
          <a:p>
            <a:r>
              <a:t>      "text": "項目2",</a:t>
            </a:r>
          </a:p>
          <a:p>
            <a:r>
              <a:t>      "refs": [</a:t>
            </a:r>
          </a:p>
          <a:p>
            <a:r>
              <a:t>        {</a:t>
            </a:r>
          </a:p>
          <a:p>
            <a:r>
              <a:t>          "source_id": "s002",</a:t>
            </a:r>
          </a:p>
          <a:p>
            <a:r>
              <a:t>          "quote": "項目2"</a:t>
            </a:r>
          </a:p>
          <a:p>
            <a:r>
              <a:t>        }</a:t>
            </a:r>
          </a:p>
          <a:p>
            <a:r>
              <a:t>      ],</a:t>
            </a:r>
          </a:p>
          <a:p>
            <a:r>
              <a:t>      "mode": "verbatim"</a:t>
            </a:r>
          </a:p>
          <a:p>
            <a:r>
              <a:t>    },</a:t>
            </a:r>
          </a:p>
          <a:p>
            <a:r>
              <a:t>    {</a:t>
            </a:r>
          </a:p>
          <a:p>
            <a:r>
              <a:t>      "text": "項目3",</a:t>
            </a:r>
          </a:p>
          <a:p>
            <a:r>
              <a:t>      "refs": [</a:t>
            </a:r>
          </a:p>
          <a:p>
            <a:r>
              <a:t>        {</a:t>
            </a:r>
          </a:p>
          <a:p>
            <a:r>
              <a:t>          "source_id": "s002",</a:t>
            </a:r>
          </a:p>
          <a:p>
            <a:r>
              <a:t>          "quote": "項目3"</a:t>
            </a:r>
          </a:p>
          <a:p>
            <a:r>
              <a:t>        }</a:t>
            </a:r>
          </a:p>
          <a:p>
            <a:r>
              <a:t>      ],</a:t>
            </a:r>
          </a:p>
          <a:p>
            <a:r>
              <a:t>      "mode": "verbatim"</a:t>
            </a:r>
          </a:p>
          <a:p>
            <a:r>
              <a:t>    },</a:t>
            </a:r>
          </a:p>
          <a:p>
            <a:r>
              <a:t>    {</a:t>
            </a:r>
          </a:p>
          <a:p>
            <a:r>
              <a:t>      "text": "項目4",</a:t>
            </a:r>
          </a:p>
          <a:p>
            <a:r>
              <a:t>      "refs": [</a:t>
            </a:r>
          </a:p>
          <a:p>
            <a:r>
              <a:t>        {</a:t>
            </a:r>
          </a:p>
          <a:p>
            <a:r>
              <a:t>          "source_id": "s002",</a:t>
            </a:r>
          </a:p>
          <a:p>
            <a:r>
              <a:t>          "quote": "項目4"</a:t>
            </a:r>
          </a:p>
          <a:p>
            <a:r>
              <a:t>        }</a:t>
            </a:r>
          </a:p>
          <a:p>
            <a:r>
              <a:t>      ],</a:t>
            </a:r>
          </a:p>
          <a:p>
            <a:r>
              <a:t>      "mode": "verbatim"</a:t>
            </a:r>
          </a:p>
          <a:p>
            <a:r>
              <a:t>    },</a:t>
            </a:r>
          </a:p>
          <a:p>
            <a:r>
              <a:t>    {</a:t>
            </a:r>
          </a:p>
          <a:p>
            <a:r>
              <a:t>      "text": "項目5",</a:t>
            </a:r>
          </a:p>
          <a:p>
            <a:r>
              <a:t>      "refs": [</a:t>
            </a:r>
          </a:p>
          <a:p>
            <a:r>
              <a:t>        {</a:t>
            </a:r>
          </a:p>
          <a:p>
            <a:r>
              <a:t>          "source_id": "s002",</a:t>
            </a:r>
          </a:p>
          <a:p>
            <a:r>
              <a:t>          "quote": "項目5"</a:t>
            </a:r>
          </a:p>
          <a:p>
            <a:r>
              <a:t>        }</a:t>
            </a:r>
          </a:p>
          <a:p>
            <a:r>
              <a:t>      ],</a:t>
            </a:r>
          </a:p>
          <a:p>
            <a:r>
              <a:t>      "mode": "verbatim"</a:t>
            </a:r>
          </a:p>
          <a:p>
            <a:r>
              <a:t>    },</a:t>
            </a:r>
          </a:p>
          <a:p>
            <a:r>
              <a:t>    {</a:t>
            </a:r>
          </a:p>
          <a:p>
            <a:r>
              <a:t>      "value": 11.0,</a:t>
            </a:r>
          </a:p>
          <a:p>
            <a:r>
              <a:t>      "refs": [</a:t>
            </a:r>
          </a:p>
          <a:p>
            <a:r>
              <a:t>        {</a:t>
            </a:r>
          </a:p>
          <a:p>
            <a:r>
              <a:t>          "source_id": "s002",</a:t>
            </a:r>
          </a:p>
          <a:p>
            <a:r>
              <a:t>          "quote": "11"</a:t>
            </a:r>
          </a:p>
          <a:p>
            <a:r>
              <a:t>        }</a:t>
            </a:r>
          </a:p>
          <a:p>
            <a:r>
              <a:t>      ]</a:t>
            </a:r>
          </a:p>
          <a:p>
            <a:r>
              <a:t>    },</a:t>
            </a:r>
          </a:p>
          <a:p>
            <a:r>
              <a:t>    {</a:t>
            </a:r>
          </a:p>
          <a:p>
            <a:r>
              <a:t>      "value": 3.0,</a:t>
            </a:r>
          </a:p>
          <a:p>
            <a:r>
              <a:t>      "refs": [</a:t>
            </a:r>
          </a:p>
          <a:p>
            <a:r>
              <a:t>        {</a:t>
            </a:r>
          </a:p>
          <a:p>
            <a:r>
              <a:t>          "source_id": "s002",</a:t>
            </a:r>
          </a:p>
          <a:p>
            <a:r>
              <a:t>          "quote": "3"</a:t>
            </a:r>
          </a:p>
          <a:p>
            <a:r>
              <a:t>        }</a:t>
            </a:r>
          </a:p>
          <a:p>
            <a:r>
              <a:t>      ]</a:t>
            </a:r>
          </a:p>
          <a:p>
            <a:r>
              <a:t>    },</a:t>
            </a:r>
          </a:p>
          <a:p>
            <a:r>
              <a:t>    {</a:t>
            </a:r>
          </a:p>
          <a:p>
            <a:r>
              <a:t>      "value": -4.0,</a:t>
            </a:r>
          </a:p>
          <a:p>
            <a:r>
              <a:t>      "refs": [</a:t>
            </a:r>
          </a:p>
          <a:p>
            <a:r>
              <a:t>        {</a:t>
            </a:r>
          </a:p>
          <a:p>
            <a:r>
              <a:t>          "source_id": "s002",</a:t>
            </a:r>
          </a:p>
          <a:p>
            <a:r>
              <a:t>          "quote": "-4"</a:t>
            </a:r>
          </a:p>
          <a:p>
            <a:r>
              <a:t>        }</a:t>
            </a:r>
          </a:p>
          <a:p>
            <a:r>
              <a:t>      ]</a:t>
            </a:r>
          </a:p>
          <a:p>
            <a:r>
              <a:t>    },</a:t>
            </a:r>
          </a:p>
          <a:p>
            <a:r>
              <a:t>    {</a:t>
            </a:r>
          </a:p>
          <a:p>
            <a:r>
              <a:t>      "value": 3.0,</a:t>
            </a:r>
          </a:p>
          <a:p>
            <a:r>
              <a:t>      "refs": [</a:t>
            </a:r>
          </a:p>
          <a:p>
            <a:r>
              <a:t>        {</a:t>
            </a:r>
          </a:p>
          <a:p>
            <a:r>
              <a:t>          "source_id": "s002",</a:t>
            </a:r>
          </a:p>
          <a:p>
            <a:r>
              <a:t>          "quote": "3"</a:t>
            </a:r>
          </a:p>
          <a:p>
            <a:r>
              <a:t>        }</a:t>
            </a:r>
          </a:p>
          <a:p>
            <a:r>
              <a:t>      ]</a:t>
            </a:r>
          </a:p>
          <a:p>
            <a:r>
              <a:t>    },</a:t>
            </a:r>
          </a:p>
          <a:p>
            <a:r>
              <a:t>    {</a:t>
            </a:r>
          </a:p>
          <a:p>
            <a:r>
              <a:t>      "value": 13.0,</a:t>
            </a:r>
          </a:p>
          <a:p>
            <a:r>
              <a:t>      "refs": [</a:t>
            </a:r>
          </a:p>
          <a:p>
            <a:r>
              <a:t>        {</a:t>
            </a:r>
          </a:p>
          <a:p>
            <a:r>
              <a:t>          "source_id": "s002",</a:t>
            </a:r>
          </a:p>
          <a:p>
            <a:r>
              <a:t>          "quote": "13"</a:t>
            </a:r>
          </a:p>
          <a:p>
            <a:r>
              <a:t>        }</a:t>
            </a:r>
          </a:p>
          <a:p>
            <a:r>
              <a:t>      ]</a:t>
            </a:r>
          </a:p>
          <a:p>
            <a:r>
              <a:t>    }</a:t>
            </a:r>
          </a:p>
          <a:p>
            <a:r>
              <a:t>  ],</a:t>
            </a:r>
          </a:p>
          <a:p>
            <a:r>
              <a:t>  "citations": {</a:t>
            </a:r>
          </a:p>
          <a:p>
            <a:r>
              <a:t>    "s002": "Public MIT sample: templates/freeform_parts_more_16x9.html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"a2085ed3fc7bba03afe7222e073a7cccc4774f26e1b1402788ad0d22ff05b08a"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"true_waterfall",</a:t>
            </a:r>
          </a:p>
          <a:p>
            <a:r>
              <a:t>  "variant": "warm",</a:t>
            </a:r>
          </a:p>
          <a:p>
            <a:r>
              <a:t>  "rationale": "Public template fixture; short fictional slot content; no private data.",</a:t>
            </a:r>
          </a:p>
          <a:p>
            <a:r>
              <a:t>  "source_sha256": "bc01e9817f07585fd5c253a0501673e90b68a04ad0eb9c5cf5a0ef63f358ae74",</a:t>
            </a:r>
          </a:p>
          <a:p>
            <a:r>
              <a:t>  "evidence": [</a:t>
            </a:r>
          </a:p>
          <a:p>
            <a:r>
              <a:t>    {</a:t>
            </a:r>
          </a:p>
          <a:p>
            <a:r>
              <a:t>      "text": "入力小数を保持（架空例）",</a:t>
            </a:r>
          </a:p>
          <a:p>
            <a:r>
              <a:t>      "refs": [</a:t>
            </a:r>
          </a:p>
          <a:p>
            <a:r>
              <a:t>        {</a:t>
            </a:r>
          </a:p>
          <a:p>
            <a:r>
              <a:t>          "source_id": "s003",</a:t>
            </a:r>
          </a:p>
          <a:p>
            <a:r>
              <a:t>          "quote": "入力小数を保持（架空例）"</a:t>
            </a:r>
          </a:p>
          <a:p>
            <a:r>
              <a:t>        }</a:t>
            </a:r>
          </a:p>
          <a:p>
            <a:r>
              <a:t>      ],</a:t>
            </a:r>
          </a:p>
          <a:p>
            <a:r>
              <a:t>      "mode": "verbatim"</a:t>
            </a:r>
          </a:p>
          <a:p>
            <a:r>
              <a:t>    },</a:t>
            </a:r>
          </a:p>
          <a:p>
            <a:r>
              <a:t>    {</a:t>
            </a:r>
          </a:p>
          <a:p>
            <a:r>
              <a:t>      "text": "出典：公開見本",</a:t>
            </a:r>
          </a:p>
          <a:p>
            <a:r>
              <a:t>      "refs": [</a:t>
            </a:r>
          </a:p>
          <a:p>
            <a:r>
              <a:t>        {</a:t>
            </a:r>
          </a:p>
          <a:p>
            <a:r>
              <a:t>          "source_id": "s003",</a:t>
            </a:r>
          </a:p>
          <a:p>
            <a:r>
              <a:t>          "quote": "出典：公開見本"</a:t>
            </a:r>
          </a:p>
          <a:p>
            <a:r>
              <a:t>        }</a:t>
            </a:r>
          </a:p>
          <a:p>
            <a:r>
              <a:t>      ],</a:t>
            </a:r>
          </a:p>
          <a:p>
            <a:r>
              <a:t>      "mode": "verbatim"</a:t>
            </a:r>
          </a:p>
          <a:p>
            <a:r>
              <a:t>    },</a:t>
            </a:r>
          </a:p>
          <a:p>
            <a:r>
              <a:t>    {</a:t>
            </a:r>
          </a:p>
          <a:p>
            <a:r>
              <a:t>      "text": "指標名、単位",</a:t>
            </a:r>
          </a:p>
          <a:p>
            <a:r>
              <a:t>      "refs": [</a:t>
            </a:r>
          </a:p>
          <a:p>
            <a:r>
              <a:t>        {</a:t>
            </a:r>
          </a:p>
          <a:p>
            <a:r>
              <a:t>          "source_id": "s003",</a:t>
            </a:r>
          </a:p>
          <a:p>
            <a:r>
              <a:t>          "quote": "指標名、単位"</a:t>
            </a:r>
          </a:p>
          <a:p>
            <a:r>
              <a:t>        }</a:t>
            </a:r>
          </a:p>
          <a:p>
            <a:r>
              <a:t>      ],</a:t>
            </a:r>
          </a:p>
          <a:p>
            <a:r>
              <a:t>      "mode": "verbatim"</a:t>
            </a:r>
          </a:p>
          <a:p>
            <a:r>
              <a:t>    },</a:t>
            </a:r>
          </a:p>
          <a:p>
            <a:r>
              <a:t>    {</a:t>
            </a:r>
          </a:p>
          <a:p>
            <a:r>
              <a:t>      "text": "項目1",</a:t>
            </a:r>
          </a:p>
          <a:p>
            <a:r>
              <a:t>      "refs": [</a:t>
            </a:r>
          </a:p>
          <a:p>
            <a:r>
              <a:t>        {</a:t>
            </a:r>
          </a:p>
          <a:p>
            <a:r>
              <a:t>          "source_id": "s003",</a:t>
            </a:r>
          </a:p>
          <a:p>
            <a:r>
              <a:t>          "quote": "項目1"</a:t>
            </a:r>
          </a:p>
          <a:p>
            <a:r>
              <a:t>        }</a:t>
            </a:r>
          </a:p>
          <a:p>
            <a:r>
              <a:t>      ],</a:t>
            </a:r>
          </a:p>
          <a:p>
            <a:r>
              <a:t>      "mode": "verbatim"</a:t>
            </a:r>
          </a:p>
          <a:p>
            <a:r>
              <a:t>    },</a:t>
            </a:r>
          </a:p>
          <a:p>
            <a:r>
              <a:t>    {</a:t>
            </a:r>
          </a:p>
          <a:p>
            <a:r>
              <a:t>      "text": "項目2",</a:t>
            </a:r>
          </a:p>
          <a:p>
            <a:r>
              <a:t>      "refs": [</a:t>
            </a:r>
          </a:p>
          <a:p>
            <a:r>
              <a:t>        {</a:t>
            </a:r>
          </a:p>
          <a:p>
            <a:r>
              <a:t>          "source_id": "s003",</a:t>
            </a:r>
          </a:p>
          <a:p>
            <a:r>
              <a:t>          "quote": "項目2"</a:t>
            </a:r>
          </a:p>
          <a:p>
            <a:r>
              <a:t>        }</a:t>
            </a:r>
          </a:p>
          <a:p>
            <a:r>
              <a:t>      ],</a:t>
            </a:r>
          </a:p>
          <a:p>
            <a:r>
              <a:t>      "mode": "verbatim"</a:t>
            </a:r>
          </a:p>
          <a:p>
            <a:r>
              <a:t>    },</a:t>
            </a:r>
          </a:p>
          <a:p>
            <a:r>
              <a:t>    {</a:t>
            </a:r>
          </a:p>
          <a:p>
            <a:r>
              <a:t>      "text": "項目3",</a:t>
            </a:r>
          </a:p>
          <a:p>
            <a:r>
              <a:t>      "refs": [</a:t>
            </a:r>
          </a:p>
          <a:p>
            <a:r>
              <a:t>        {</a:t>
            </a:r>
          </a:p>
          <a:p>
            <a:r>
              <a:t>          "source_id": "s003",</a:t>
            </a:r>
          </a:p>
          <a:p>
            <a:r>
              <a:t>          "quote": "項目3"</a:t>
            </a:r>
          </a:p>
          <a:p>
            <a:r>
              <a:t>        }</a:t>
            </a:r>
          </a:p>
          <a:p>
            <a:r>
              <a:t>      ],</a:t>
            </a:r>
          </a:p>
          <a:p>
            <a:r>
              <a:t>      "mode": "verbatim"</a:t>
            </a:r>
          </a:p>
          <a:p>
            <a:r>
              <a:t>    },</a:t>
            </a:r>
          </a:p>
          <a:p>
            <a:r>
              <a:t>    {</a:t>
            </a:r>
          </a:p>
          <a:p>
            <a:r>
              <a:t>      "text": "項目4",</a:t>
            </a:r>
          </a:p>
          <a:p>
            <a:r>
              <a:t>      "refs": [</a:t>
            </a:r>
          </a:p>
          <a:p>
            <a:r>
              <a:t>        {</a:t>
            </a:r>
          </a:p>
          <a:p>
            <a:r>
              <a:t>          "source_id": "s003",</a:t>
            </a:r>
          </a:p>
          <a:p>
            <a:r>
              <a:t>          "quote": "項目4"</a:t>
            </a:r>
          </a:p>
          <a:p>
            <a:r>
              <a:t>        }</a:t>
            </a:r>
          </a:p>
          <a:p>
            <a:r>
              <a:t>      ],</a:t>
            </a:r>
          </a:p>
          <a:p>
            <a:r>
              <a:t>      "mode": "verbatim"</a:t>
            </a:r>
          </a:p>
          <a:p>
            <a:r>
              <a:t>    },</a:t>
            </a:r>
          </a:p>
          <a:p>
            <a:r>
              <a:t>    {</a:t>
            </a:r>
          </a:p>
          <a:p>
            <a:r>
              <a:t>      "text": "項目5",</a:t>
            </a:r>
          </a:p>
          <a:p>
            <a:r>
              <a:t>      "refs": [</a:t>
            </a:r>
          </a:p>
          <a:p>
            <a:r>
              <a:t>        {</a:t>
            </a:r>
          </a:p>
          <a:p>
            <a:r>
              <a:t>          "source_id": "s003",</a:t>
            </a:r>
          </a:p>
          <a:p>
            <a:r>
              <a:t>          "quote": "項目5"</a:t>
            </a:r>
          </a:p>
          <a:p>
            <a:r>
              <a:t>        }</a:t>
            </a:r>
          </a:p>
          <a:p>
            <a:r>
              <a:t>      ],</a:t>
            </a:r>
          </a:p>
          <a:p>
            <a:r>
              <a:t>      "mode": "verbatim"</a:t>
            </a:r>
          </a:p>
          <a:p>
            <a:r>
              <a:t>    },</a:t>
            </a:r>
          </a:p>
          <a:p>
            <a:r>
              <a:t>    {</a:t>
            </a:r>
          </a:p>
          <a:p>
            <a:r>
              <a:t>      "value": 123456.7,</a:t>
            </a:r>
          </a:p>
          <a:p>
            <a:r>
              <a:t>      "refs": [</a:t>
            </a:r>
          </a:p>
          <a:p>
            <a:r>
              <a:t>        {</a:t>
            </a:r>
          </a:p>
          <a:p>
            <a:r>
              <a:t>          "source_id": "s003",</a:t>
            </a:r>
          </a:p>
          <a:p>
            <a:r>
              <a:t>          "quote": "123456.7"</a:t>
            </a:r>
          </a:p>
          <a:p>
            <a:r>
              <a:t>        }</a:t>
            </a:r>
          </a:p>
          <a:p>
            <a:r>
              <a:t>      ]</a:t>
            </a:r>
          </a:p>
          <a:p>
            <a:r>
              <a:t>    },</a:t>
            </a:r>
          </a:p>
          <a:p>
            <a:r>
              <a:t>    {</a:t>
            </a:r>
          </a:p>
          <a:p>
            <a:r>
              <a:t>      "value": 1.0,</a:t>
            </a:r>
          </a:p>
          <a:p>
            <a:r>
              <a:t>      "refs": [</a:t>
            </a:r>
          </a:p>
          <a:p>
            <a:r>
              <a:t>        {</a:t>
            </a:r>
          </a:p>
          <a:p>
            <a:r>
              <a:t>          "source_id": "s003",</a:t>
            </a:r>
          </a:p>
          <a:p>
            <a:r>
              <a:t>          "quote": "1"</a:t>
            </a:r>
          </a:p>
          <a:p>
            <a:r>
              <a:t>        }</a:t>
            </a:r>
          </a:p>
          <a:p>
            <a:r>
              <a:t>      ]</a:t>
            </a:r>
          </a:p>
          <a:p>
            <a:r>
              <a:t>    },</a:t>
            </a:r>
          </a:p>
          <a:p>
            <a:r>
              <a:t>    {</a:t>
            </a:r>
          </a:p>
          <a:p>
            <a:r>
              <a:t>      "value": 2.0,</a:t>
            </a:r>
          </a:p>
          <a:p>
            <a:r>
              <a:t>      "refs": [</a:t>
            </a:r>
          </a:p>
          <a:p>
            <a:r>
              <a:t>        {</a:t>
            </a:r>
          </a:p>
          <a:p>
            <a:r>
              <a:t>          "source_id": "s003",</a:t>
            </a:r>
          </a:p>
          <a:p>
            <a:r>
              <a:t>          "quote": "2"</a:t>
            </a:r>
          </a:p>
          <a:p>
            <a:r>
              <a:t>        }</a:t>
            </a:r>
          </a:p>
          <a:p>
            <a:r>
              <a:t>      ]</a:t>
            </a:r>
          </a:p>
          <a:p>
            <a:r>
              <a:t>    },</a:t>
            </a:r>
          </a:p>
          <a:p>
            <a:r>
              <a:t>    {</a:t>
            </a:r>
          </a:p>
          <a:p>
            <a:r>
              <a:t>      "value": 3.0,</a:t>
            </a:r>
          </a:p>
          <a:p>
            <a:r>
              <a:t>      "refs": [</a:t>
            </a:r>
          </a:p>
          <a:p>
            <a:r>
              <a:t>        {</a:t>
            </a:r>
          </a:p>
          <a:p>
            <a:r>
              <a:t>          "source_id": "s003",</a:t>
            </a:r>
          </a:p>
          <a:p>
            <a:r>
              <a:t>          "quote": "3"</a:t>
            </a:r>
          </a:p>
          <a:p>
            <a:r>
              <a:t>        }</a:t>
            </a:r>
          </a:p>
          <a:p>
            <a:r>
              <a:t>      ]</a:t>
            </a:r>
          </a:p>
          <a:p>
            <a:r>
              <a:t>    },</a:t>
            </a:r>
          </a:p>
          <a:p>
            <a:r>
              <a:t>    {</a:t>
            </a:r>
          </a:p>
          <a:p>
            <a:r>
              <a:t>      "value": 123462.7,</a:t>
            </a:r>
          </a:p>
          <a:p>
            <a:r>
              <a:t>      "refs": [</a:t>
            </a:r>
          </a:p>
          <a:p>
            <a:r>
              <a:t>        {</a:t>
            </a:r>
          </a:p>
          <a:p>
            <a:r>
              <a:t>          "source_id": "s003",</a:t>
            </a:r>
          </a:p>
          <a:p>
            <a:r>
              <a:t>          "quote": "123462.7"</a:t>
            </a:r>
          </a:p>
          <a:p>
            <a:r>
              <a:t>        }</a:t>
            </a:r>
          </a:p>
          <a:p>
            <a:r>
              <a:t>      ]</a:t>
            </a:r>
          </a:p>
          <a:p>
            <a:r>
              <a:t>    }</a:t>
            </a:r>
          </a:p>
          <a:p>
            <a:r>
              <a:t>  ],</a:t>
            </a:r>
          </a:p>
          <a:p>
            <a:r>
              <a:t>  "citations": {</a:t>
            </a:r>
          </a:p>
          <a:p>
            <a:r>
              <a:t>    "s003": "Public MIT sample: templates/freeform_parts_more_16x9.html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"a2085ed3fc7bba03afe7222e073a7cccc4774f26e1b1402788ad0d22ff05b08a"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"scenario_lines_cagr",</a:t>
            </a:r>
          </a:p>
          <a:p>
            <a:r>
              <a:t>  "variant": "cool",</a:t>
            </a:r>
          </a:p>
          <a:p>
            <a:r>
              <a:t>  "rationale": "Public template fixture; short fictional slot content; no private data.",</a:t>
            </a:r>
          </a:p>
          <a:p>
            <a:r>
              <a:t>  "source_sha256": "bc01e9817f07585fd5c253a0501673e90b68a04ad0eb9c5cf5a0ef63f358ae74",</a:t>
            </a:r>
          </a:p>
          <a:p>
            <a:r>
              <a:t>  "evidence": [</a:t>
            </a:r>
          </a:p>
          <a:p>
            <a:r>
              <a:t>    {</a:t>
            </a:r>
          </a:p>
          <a:p>
            <a:r>
              <a:t>      "text": "10年間の年平均成長率（架空例）",</a:t>
            </a:r>
          </a:p>
          <a:p>
            <a:r>
              <a:t>      "refs": [</a:t>
            </a:r>
          </a:p>
          <a:p>
            <a:r>
              <a:t>        {</a:t>
            </a:r>
          </a:p>
          <a:p>
            <a:r>
              <a:t>          "source_id": "s004",</a:t>
            </a:r>
          </a:p>
          <a:p>
            <a:r>
              <a:t>          "quote": "10年間の年平均成長率（架空例）"</a:t>
            </a:r>
          </a:p>
          <a:p>
            <a:r>
              <a:t>        }</a:t>
            </a:r>
          </a:p>
          <a:p>
            <a:r>
              <a:t>      ],</a:t>
            </a:r>
          </a:p>
          <a:p>
            <a:r>
              <a:t>      "mode": "verbatim"</a:t>
            </a:r>
          </a:p>
          <a:p>
            <a:r>
              <a:t>    },</a:t>
            </a:r>
          </a:p>
          <a:p>
            <a:r>
              <a:t>    {</a:t>
            </a:r>
          </a:p>
          <a:p>
            <a:r>
              <a:t>      "text": "出典：公開見本",</a:t>
            </a:r>
          </a:p>
          <a:p>
            <a:r>
              <a:t>      "refs": [</a:t>
            </a:r>
          </a:p>
          <a:p>
            <a:r>
              <a:t>        {</a:t>
            </a:r>
          </a:p>
          <a:p>
            <a:r>
              <a:t>          "source_id": "s004",</a:t>
            </a:r>
          </a:p>
          <a:p>
            <a:r>
              <a:t>          "quote": "出典：公開見本"</a:t>
            </a:r>
          </a:p>
          <a:p>
            <a:r>
              <a:t>        }</a:t>
            </a:r>
          </a:p>
          <a:p>
            <a:r>
              <a:t>      ],</a:t>
            </a:r>
          </a:p>
          <a:p>
            <a:r>
              <a:t>      "mode": "verbatim"</a:t>
            </a:r>
          </a:p>
          <a:p>
            <a:r>
              <a:t>    },</a:t>
            </a:r>
          </a:p>
          <a:p>
            <a:r>
              <a:t>    {</a:t>
            </a:r>
          </a:p>
          <a:p>
            <a:r>
              <a:t>      "text": "指標名",</a:t>
            </a:r>
          </a:p>
          <a:p>
            <a:r>
              <a:t>      "refs": [</a:t>
            </a:r>
          </a:p>
          <a:p>
            <a:r>
              <a:t>        {</a:t>
            </a:r>
          </a:p>
          <a:p>
            <a:r>
              <a:t>          "source_id": "s004",</a:t>
            </a:r>
          </a:p>
          <a:p>
            <a:r>
              <a:t>          "quote": "指標名"</a:t>
            </a:r>
          </a:p>
          <a:p>
            <a:r>
              <a:t>        }</a:t>
            </a:r>
          </a:p>
          <a:p>
            <a:r>
              <a:t>      ],</a:t>
            </a:r>
          </a:p>
          <a:p>
            <a:r>
              <a:t>      "mode": "verbatim"</a:t>
            </a:r>
          </a:p>
          <a:p>
            <a:r>
              <a:t>    },</a:t>
            </a:r>
          </a:p>
          <a:p>
            <a:r>
              <a:t>    {</a:t>
            </a:r>
          </a:p>
          <a:p>
            <a:r>
              <a:t>      "text": "単位、2020〜2030年",</a:t>
            </a:r>
          </a:p>
          <a:p>
            <a:r>
              <a:t>      "refs": [</a:t>
            </a:r>
          </a:p>
          <a:p>
            <a:r>
              <a:t>        {</a:t>
            </a:r>
          </a:p>
          <a:p>
            <a:r>
              <a:t>          "source_id": "s004",</a:t>
            </a:r>
          </a:p>
          <a:p>
            <a:r>
              <a:t>          "quote": "単位、2020〜2030年"</a:t>
            </a:r>
          </a:p>
          <a:p>
            <a:r>
              <a:t>        }</a:t>
            </a:r>
          </a:p>
          <a:p>
            <a:r>
              <a:t>      ],</a:t>
            </a:r>
          </a:p>
          <a:p>
            <a:r>
              <a:t>      "mode": "verbatim"</a:t>
            </a:r>
          </a:p>
          <a:p>
            <a:r>
              <a:t>    },</a:t>
            </a:r>
          </a:p>
          <a:p>
            <a:r>
              <a:t>    {</a:t>
            </a:r>
          </a:p>
          <a:p>
            <a:r>
              <a:t>      "text": "2020",</a:t>
            </a:r>
          </a:p>
          <a:p>
            <a:r>
              <a:t>      "refs": [</a:t>
            </a:r>
          </a:p>
          <a:p>
            <a:r>
              <a:t>        {</a:t>
            </a:r>
          </a:p>
          <a:p>
            <a:r>
              <a:t>          "source_id": "s004",</a:t>
            </a:r>
          </a:p>
          <a:p>
            <a:r>
              <a:t>          "quote": "2020"</a:t>
            </a:r>
          </a:p>
          <a:p>
            <a:r>
              <a:t>        }</a:t>
            </a:r>
          </a:p>
          <a:p>
            <a:r>
              <a:t>      ],</a:t>
            </a:r>
          </a:p>
          <a:p>
            <a:r>
              <a:t>      "mode": "verbatim"</a:t>
            </a:r>
          </a:p>
          <a:p>
            <a:r>
              <a:t>    },</a:t>
            </a:r>
          </a:p>
          <a:p>
            <a:r>
              <a:t>    {</a:t>
            </a:r>
          </a:p>
          <a:p>
            <a:r>
              <a:t>      "text": "2022",</a:t>
            </a:r>
          </a:p>
          <a:p>
            <a:r>
              <a:t>      "refs": [</a:t>
            </a:r>
          </a:p>
          <a:p>
            <a:r>
              <a:t>        {</a:t>
            </a:r>
          </a:p>
          <a:p>
            <a:r>
              <a:t>          "source_id": "s004",</a:t>
            </a:r>
          </a:p>
          <a:p>
            <a:r>
              <a:t>          "quote": "2022"</a:t>
            </a:r>
          </a:p>
          <a:p>
            <a:r>
              <a:t>        }</a:t>
            </a:r>
          </a:p>
          <a:p>
            <a:r>
              <a:t>      ],</a:t>
            </a:r>
          </a:p>
          <a:p>
            <a:r>
              <a:t>      "mode": "verbatim"</a:t>
            </a:r>
          </a:p>
          <a:p>
            <a:r>
              <a:t>    },</a:t>
            </a:r>
          </a:p>
          <a:p>
            <a:r>
              <a:t>    {</a:t>
            </a:r>
          </a:p>
          <a:p>
            <a:r>
              <a:t>      "text": "2024",</a:t>
            </a:r>
          </a:p>
          <a:p>
            <a:r>
              <a:t>      "refs": [</a:t>
            </a:r>
          </a:p>
          <a:p>
            <a:r>
              <a:t>        {</a:t>
            </a:r>
          </a:p>
          <a:p>
            <a:r>
              <a:t>          "source_id": "s004",</a:t>
            </a:r>
          </a:p>
          <a:p>
            <a:r>
              <a:t>          "quote": "2024"</a:t>
            </a:r>
          </a:p>
          <a:p>
            <a:r>
              <a:t>        }</a:t>
            </a:r>
          </a:p>
          <a:p>
            <a:r>
              <a:t>      ],</a:t>
            </a:r>
          </a:p>
          <a:p>
            <a:r>
              <a:t>      "mode": "verbatim"</a:t>
            </a:r>
          </a:p>
          <a:p>
            <a:r>
              <a:t>    },</a:t>
            </a:r>
          </a:p>
          <a:p>
            <a:r>
              <a:t>    {</a:t>
            </a:r>
          </a:p>
          <a:p>
            <a:r>
              <a:t>      "text": "2026",</a:t>
            </a:r>
          </a:p>
          <a:p>
            <a:r>
              <a:t>      "refs": [</a:t>
            </a:r>
          </a:p>
          <a:p>
            <a:r>
              <a:t>        {</a:t>
            </a:r>
          </a:p>
          <a:p>
            <a:r>
              <a:t>          "source_id": "s004",</a:t>
            </a:r>
          </a:p>
          <a:p>
            <a:r>
              <a:t>          "quote": "2026"</a:t>
            </a:r>
          </a:p>
          <a:p>
            <a:r>
              <a:t>        }</a:t>
            </a:r>
          </a:p>
          <a:p>
            <a:r>
              <a:t>      ],</a:t>
            </a:r>
          </a:p>
          <a:p>
            <a:r>
              <a:t>      "mode": "verbatim"</a:t>
            </a:r>
          </a:p>
          <a:p>
            <a:r>
              <a:t>    },</a:t>
            </a:r>
          </a:p>
          <a:p>
            <a:r>
              <a:t>    {</a:t>
            </a:r>
          </a:p>
          <a:p>
            <a:r>
              <a:t>      "text": "2028",</a:t>
            </a:r>
          </a:p>
          <a:p>
            <a:r>
              <a:t>      "refs": [</a:t>
            </a:r>
          </a:p>
          <a:p>
            <a:r>
              <a:t>        {</a:t>
            </a:r>
          </a:p>
          <a:p>
            <a:r>
              <a:t>          "source_id": "s004",</a:t>
            </a:r>
          </a:p>
          <a:p>
            <a:r>
              <a:t>          "quote": "2028"</a:t>
            </a:r>
          </a:p>
          <a:p>
            <a:r>
              <a:t>        }</a:t>
            </a:r>
          </a:p>
          <a:p>
            <a:r>
              <a:t>      ],</a:t>
            </a:r>
          </a:p>
          <a:p>
            <a:r>
              <a:t>      "mode": "verbatim"</a:t>
            </a:r>
          </a:p>
          <a:p>
            <a:r>
              <a:t>    },</a:t>
            </a:r>
          </a:p>
          <a:p>
            <a:r>
              <a:t>    {</a:t>
            </a:r>
          </a:p>
          <a:p>
            <a:r>
              <a:t>      "text": "2030",</a:t>
            </a:r>
          </a:p>
          <a:p>
            <a:r>
              <a:t>      "refs": [</a:t>
            </a:r>
          </a:p>
          <a:p>
            <a:r>
              <a:t>        {</a:t>
            </a:r>
          </a:p>
          <a:p>
            <a:r>
              <a:t>          "source_id": "s004",</a:t>
            </a:r>
          </a:p>
          <a:p>
            <a:r>
              <a:t>          "quote": "2030"</a:t>
            </a:r>
          </a:p>
          <a:p>
            <a:r>
              <a:t>        }</a:t>
            </a:r>
          </a:p>
          <a:p>
            <a:r>
              <a:t>      ],</a:t>
            </a:r>
          </a:p>
          <a:p>
            <a:r>
              <a:t>      "mode": "verbatim"</a:t>
            </a:r>
          </a:p>
          <a:p>
            <a:r>
              <a:t>    },</a:t>
            </a:r>
          </a:p>
          <a:p>
            <a:r>
              <a:t>    {</a:t>
            </a:r>
          </a:p>
          <a:p>
            <a:r>
              <a:t>      "text": "上振れ",</a:t>
            </a:r>
          </a:p>
          <a:p>
            <a:r>
              <a:t>      "refs": [</a:t>
            </a:r>
          </a:p>
          <a:p>
            <a:r>
              <a:t>        {</a:t>
            </a:r>
          </a:p>
          <a:p>
            <a:r>
              <a:t>          "source_id": "s004",</a:t>
            </a:r>
          </a:p>
          <a:p>
            <a:r>
              <a:t>          "quote": "上振れ"</a:t>
            </a:r>
          </a:p>
          <a:p>
            <a:r>
              <a:t>        }</a:t>
            </a:r>
          </a:p>
          <a:p>
            <a:r>
              <a:t>      ],</a:t>
            </a:r>
          </a:p>
          <a:p>
            <a:r>
              <a:t>      "mode": "verbatim"</a:t>
            </a:r>
          </a:p>
          <a:p>
            <a:r>
              <a:t>    },</a:t>
            </a:r>
          </a:p>
          <a:p>
            <a:r>
              <a:t>    {</a:t>
            </a:r>
          </a:p>
          <a:p>
            <a:r>
              <a:t>      "value": 35.0,</a:t>
            </a:r>
          </a:p>
          <a:p>
            <a:r>
              <a:t>      "refs": [</a:t>
            </a:r>
          </a:p>
          <a:p>
            <a:r>
              <a:t>        {</a:t>
            </a:r>
          </a:p>
          <a:p>
            <a:r>
              <a:t>          "source_id": "s004",</a:t>
            </a:r>
          </a:p>
          <a:p>
            <a:r>
              <a:t>          "quote": "35"</a:t>
            </a:r>
          </a:p>
          <a:p>
            <a:r>
              <a:t>        }</a:t>
            </a:r>
          </a:p>
          <a:p>
            <a:r>
              <a:t>      ]</a:t>
            </a:r>
          </a:p>
          <a:p>
            <a:r>
              <a:t>    },</a:t>
            </a:r>
          </a:p>
          <a:p>
            <a:r>
              <a:t>    {</a:t>
            </a:r>
          </a:p>
          <a:p>
            <a:r>
              <a:t>      "value": 44.0,</a:t>
            </a:r>
          </a:p>
          <a:p>
            <a:r>
              <a:t>      "refs": [</a:t>
            </a:r>
          </a:p>
          <a:p>
            <a:r>
              <a:t>        {</a:t>
            </a:r>
          </a:p>
          <a:p>
            <a:r>
              <a:t>          "source_id": "s004",</a:t>
            </a:r>
          </a:p>
          <a:p>
            <a:r>
              <a:t>          "quote": "44"</a:t>
            </a:r>
          </a:p>
          <a:p>
            <a:r>
              <a:t>        }</a:t>
            </a:r>
          </a:p>
          <a:p>
            <a:r>
              <a:t>      ]</a:t>
            </a:r>
          </a:p>
          <a:p>
            <a:r>
              <a:t>    },</a:t>
            </a:r>
          </a:p>
          <a:p>
            <a:r>
              <a:t>    {</a:t>
            </a:r>
          </a:p>
          <a:p>
            <a:r>
              <a:t>      "value": 56.0,</a:t>
            </a:r>
          </a:p>
          <a:p>
            <a:r>
              <a:t>      "refs": [</a:t>
            </a:r>
          </a:p>
          <a:p>
            <a:r>
              <a:t>        {</a:t>
            </a:r>
          </a:p>
          <a:p>
            <a:r>
              <a:t>          "source_id": "s004",</a:t>
            </a:r>
          </a:p>
          <a:p>
            <a:r>
              <a:t>          "quote": "56"</a:t>
            </a:r>
          </a:p>
          <a:p>
            <a:r>
              <a:t>        }</a:t>
            </a:r>
          </a:p>
          <a:p>
            <a:r>
              <a:t>      ]</a:t>
            </a:r>
          </a:p>
          <a:p>
            <a:r>
              <a:t>    },</a:t>
            </a:r>
          </a:p>
          <a:p>
            <a:r>
              <a:t>    {</a:t>
            </a:r>
          </a:p>
          <a:p>
            <a:r>
              <a:t>      "value": 72.0,</a:t>
            </a:r>
          </a:p>
          <a:p>
            <a:r>
              <a:t>      "refs": [</a:t>
            </a:r>
          </a:p>
          <a:p>
            <a:r>
              <a:t>        {</a:t>
            </a:r>
          </a:p>
          <a:p>
            <a:r>
              <a:t>          "source_id": "s004",</a:t>
            </a:r>
          </a:p>
          <a:p>
            <a:r>
              <a:t>          "quote": "72"</a:t>
            </a:r>
          </a:p>
          <a:p>
            <a:r>
              <a:t>        }</a:t>
            </a:r>
          </a:p>
          <a:p>
            <a:r>
              <a:t>      ]</a:t>
            </a:r>
          </a:p>
          <a:p>
            <a:r>
              <a:t>    },</a:t>
            </a:r>
          </a:p>
          <a:p>
            <a:r>
              <a:t>    {</a:t>
            </a:r>
          </a:p>
          <a:p>
            <a:r>
              <a:t>      "value": 91.0,</a:t>
            </a:r>
          </a:p>
          <a:p>
            <a:r>
              <a:t>      "refs": [</a:t>
            </a:r>
          </a:p>
          <a:p>
            <a:r>
              <a:t>        {</a:t>
            </a:r>
          </a:p>
          <a:p>
            <a:r>
              <a:t>          "source_id": "s004",</a:t>
            </a:r>
          </a:p>
          <a:p>
            <a:r>
              <a:t>          "quote": "91"</a:t>
            </a:r>
          </a:p>
          <a:p>
            <a:r>
              <a:t>        }</a:t>
            </a:r>
          </a:p>
          <a:p>
            <a:r>
              <a:t>      ]</a:t>
            </a:r>
          </a:p>
          <a:p>
            <a:r>
              <a:t>    },</a:t>
            </a:r>
          </a:p>
          <a:p>
            <a:r>
              <a:t>    {</a:t>
            </a:r>
          </a:p>
          <a:p>
            <a:r>
              <a:t>      "value": 114.0,</a:t>
            </a:r>
          </a:p>
          <a:p>
            <a:r>
              <a:t>      "refs": [</a:t>
            </a:r>
          </a:p>
          <a:p>
            <a:r>
              <a:t>        {</a:t>
            </a:r>
          </a:p>
          <a:p>
            <a:r>
              <a:t>          "source_id": "s004",</a:t>
            </a:r>
          </a:p>
          <a:p>
            <a:r>
              <a:t>          "quote": "114"</a:t>
            </a:r>
          </a:p>
          <a:p>
            <a:r>
              <a:t>        }</a:t>
            </a:r>
          </a:p>
          <a:p>
            <a:r>
              <a:t>      ]</a:t>
            </a:r>
          </a:p>
          <a:p>
            <a:r>
              <a:t>    },</a:t>
            </a:r>
          </a:p>
          <a:p>
            <a:r>
              <a:t>    {</a:t>
            </a:r>
          </a:p>
          <a:p>
            <a:r>
              <a:t>      "text": "基準",</a:t>
            </a:r>
          </a:p>
          <a:p>
            <a:r>
              <a:t>      "refs": [</a:t>
            </a:r>
          </a:p>
          <a:p>
            <a:r>
              <a:t>        {</a:t>
            </a:r>
          </a:p>
          <a:p>
            <a:r>
              <a:t>          "source_id": "s004",</a:t>
            </a:r>
          </a:p>
          <a:p>
            <a:r>
              <a:t>          "quote": "基準"</a:t>
            </a:r>
          </a:p>
          <a:p>
            <a:r>
              <a:t>        }</a:t>
            </a:r>
          </a:p>
          <a:p>
            <a:r>
              <a:t>      ],</a:t>
            </a:r>
          </a:p>
          <a:p>
            <a:r>
              <a:t>      "mode": "verbatim"</a:t>
            </a:r>
          </a:p>
          <a:p>
            <a:r>
              <a:t>    },</a:t>
            </a:r>
          </a:p>
          <a:p>
            <a:r>
              <a:t>    {</a:t>
            </a:r>
          </a:p>
          <a:p>
            <a:r>
              <a:t>      "value": 35.0,</a:t>
            </a:r>
          </a:p>
          <a:p>
            <a:r>
              <a:t>      "refs": [</a:t>
            </a:r>
          </a:p>
          <a:p>
            <a:r>
              <a:t>        {</a:t>
            </a:r>
          </a:p>
          <a:p>
            <a:r>
              <a:t>          "source_id": "s004",</a:t>
            </a:r>
          </a:p>
          <a:p>
            <a:r>
              <a:t>          "quote": "35"</a:t>
            </a:r>
          </a:p>
          <a:p>
            <a:r>
              <a:t>        }</a:t>
            </a:r>
          </a:p>
          <a:p>
            <a:r>
              <a:t>      ]</a:t>
            </a:r>
          </a:p>
          <a:p>
            <a:r>
              <a:t>    },</a:t>
            </a:r>
          </a:p>
          <a:p>
            <a:r>
              <a:t>    {</a:t>
            </a:r>
          </a:p>
          <a:p>
            <a:r>
              <a:t>      "value": 43.0,</a:t>
            </a:r>
          </a:p>
          <a:p>
            <a:r>
              <a:t>      "refs": [</a:t>
            </a:r>
          </a:p>
          <a:p>
            <a:r>
              <a:t>        {</a:t>
            </a:r>
          </a:p>
          <a:p>
            <a:r>
              <a:t>          "source_id": "s004",</a:t>
            </a:r>
          </a:p>
          <a:p>
            <a:r>
              <a:t>          "quote": "43"</a:t>
            </a:r>
          </a:p>
          <a:p>
            <a:r>
              <a:t>        }</a:t>
            </a:r>
          </a:p>
          <a:p>
            <a:r>
              <a:t>      ]</a:t>
            </a:r>
          </a:p>
          <a:p>
            <a:r>
              <a:t>    },</a:t>
            </a:r>
          </a:p>
          <a:p>
            <a:r>
              <a:t>    {</a:t>
            </a:r>
          </a:p>
          <a:p>
            <a:r>
              <a:t>      "value": 53.0,</a:t>
            </a:r>
          </a:p>
          <a:p>
            <a:r>
              <a:t>      "refs": [</a:t>
            </a:r>
          </a:p>
          <a:p>
            <a:r>
              <a:t>        {</a:t>
            </a:r>
          </a:p>
          <a:p>
            <a:r>
              <a:t>          "source_id": "s004",</a:t>
            </a:r>
          </a:p>
          <a:p>
            <a:r>
              <a:t>          "quote": "53"</a:t>
            </a:r>
          </a:p>
          <a:p>
            <a:r>
              <a:t>        }</a:t>
            </a:r>
          </a:p>
          <a:p>
            <a:r>
              <a:t>      ]</a:t>
            </a:r>
          </a:p>
          <a:p>
            <a:r>
              <a:t>    },</a:t>
            </a:r>
          </a:p>
          <a:p>
            <a:r>
              <a:t>    {</a:t>
            </a:r>
          </a:p>
          <a:p>
            <a:r>
              <a:t>      "value": 65.0,</a:t>
            </a:r>
          </a:p>
          <a:p>
            <a:r>
              <a:t>      "refs": [</a:t>
            </a:r>
          </a:p>
          <a:p>
            <a:r>
              <a:t>        {</a:t>
            </a:r>
          </a:p>
          <a:p>
            <a:r>
              <a:t>          "source_id": "s004",</a:t>
            </a:r>
          </a:p>
          <a:p>
            <a:r>
              <a:t>          "quote": "65"</a:t>
            </a:r>
          </a:p>
          <a:p>
            <a:r>
              <a:t>        }</a:t>
            </a:r>
          </a:p>
          <a:p>
            <a:r>
              <a:t>      ]</a:t>
            </a:r>
          </a:p>
          <a:p>
            <a:r>
              <a:t>    },</a:t>
            </a:r>
          </a:p>
          <a:p>
            <a:r>
              <a:t>    {</a:t>
            </a:r>
          </a:p>
          <a:p>
            <a:r>
              <a:t>      "value": 80.0,</a:t>
            </a:r>
          </a:p>
          <a:p>
            <a:r>
              <a:t>      "refs": [</a:t>
            </a:r>
          </a:p>
          <a:p>
            <a:r>
              <a:t>        {</a:t>
            </a:r>
          </a:p>
          <a:p>
            <a:r>
              <a:t>          "source_id": "s004",</a:t>
            </a:r>
          </a:p>
          <a:p>
            <a:r>
              <a:t>          "quote": "80"</a:t>
            </a:r>
          </a:p>
          <a:p>
            <a:r>
              <a:t>        }</a:t>
            </a:r>
          </a:p>
          <a:p>
            <a:r>
              <a:t>      ]</a:t>
            </a:r>
          </a:p>
          <a:p>
            <a:r>
              <a:t>    },</a:t>
            </a:r>
          </a:p>
          <a:p>
            <a:r>
              <a:t>    {</a:t>
            </a:r>
          </a:p>
          <a:p>
            <a:r>
              <a:t>      "value": 96.0,</a:t>
            </a:r>
          </a:p>
          <a:p>
            <a:r>
              <a:t>      "refs": [</a:t>
            </a:r>
          </a:p>
          <a:p>
            <a:r>
              <a:t>        {</a:t>
            </a:r>
          </a:p>
          <a:p>
            <a:r>
              <a:t>          "source_id": "s004",</a:t>
            </a:r>
          </a:p>
          <a:p>
            <a:r>
              <a:t>          "quote": "96"</a:t>
            </a:r>
          </a:p>
          <a:p>
            <a:r>
              <a:t>        }</a:t>
            </a:r>
          </a:p>
          <a:p>
            <a:r>
              <a:t>      ]</a:t>
            </a:r>
          </a:p>
          <a:p>
            <a:r>
              <a:t>    },</a:t>
            </a:r>
          </a:p>
          <a:p>
            <a:r>
              <a:t>    {</a:t>
            </a:r>
          </a:p>
          <a:p>
            <a:r>
              <a:t>      "text": "下振れ",</a:t>
            </a:r>
          </a:p>
          <a:p>
            <a:r>
              <a:t>      "refs": [</a:t>
            </a:r>
          </a:p>
          <a:p>
            <a:r>
              <a:t>        {</a:t>
            </a:r>
          </a:p>
          <a:p>
            <a:r>
              <a:t>          "source_id": "s004",</a:t>
            </a:r>
          </a:p>
          <a:p>
            <a:r>
              <a:t>          "quote": "下振れ"</a:t>
            </a:r>
          </a:p>
          <a:p>
            <a:r>
              <a:t>        }</a:t>
            </a:r>
          </a:p>
          <a:p>
            <a:r>
              <a:t>      ],</a:t>
            </a:r>
          </a:p>
          <a:p>
            <a:r>
              <a:t>      "mode": "verbatim"</a:t>
            </a:r>
          </a:p>
          <a:p>
            <a:r>
              <a:t>    },</a:t>
            </a:r>
          </a:p>
          <a:p>
            <a:r>
              <a:t>    {</a:t>
            </a:r>
          </a:p>
          <a:p>
            <a:r>
              <a:t>      "value": 35.0,</a:t>
            </a:r>
          </a:p>
          <a:p>
            <a:r>
              <a:t>      "refs": [</a:t>
            </a:r>
          </a:p>
          <a:p>
            <a:r>
              <a:t>        {</a:t>
            </a:r>
          </a:p>
          <a:p>
            <a:r>
              <a:t>          "source_id": "s004",</a:t>
            </a:r>
          </a:p>
          <a:p>
            <a:r>
              <a:t>          "quote": "35"</a:t>
            </a:r>
          </a:p>
          <a:p>
            <a:r>
              <a:t>        }</a:t>
            </a:r>
          </a:p>
          <a:p>
            <a:r>
              <a:t>      ]</a:t>
            </a:r>
          </a:p>
          <a:p>
            <a:r>
              <a:t>    },</a:t>
            </a:r>
          </a:p>
          <a:p>
            <a:r>
              <a:t>    {</a:t>
            </a:r>
          </a:p>
          <a:p>
            <a:r>
              <a:t>      "value": 42.0,</a:t>
            </a:r>
          </a:p>
          <a:p>
            <a:r>
              <a:t>      "refs": [</a:t>
            </a:r>
          </a:p>
          <a:p>
            <a:r>
              <a:t>        {</a:t>
            </a:r>
          </a:p>
          <a:p>
            <a:r>
              <a:t>          "source_id": "s004",</a:t>
            </a:r>
          </a:p>
          <a:p>
            <a:r>
              <a:t>          "quote": "42"</a:t>
            </a:r>
          </a:p>
          <a:p>
            <a:r>
              <a:t>        }</a:t>
            </a:r>
          </a:p>
          <a:p>
            <a:r>
              <a:t>      ]</a:t>
            </a:r>
          </a:p>
          <a:p>
            <a:r>
              <a:t>    },</a:t>
            </a:r>
          </a:p>
          <a:p>
            <a:r>
              <a:t>    {</a:t>
            </a:r>
          </a:p>
          <a:p>
            <a:r>
              <a:t>      "value": 50.0,</a:t>
            </a:r>
          </a:p>
          <a:p>
            <a:r>
              <a:t>      "refs": [</a:t>
            </a:r>
          </a:p>
          <a:p>
            <a:r>
              <a:t>        {</a:t>
            </a:r>
          </a:p>
          <a:p>
            <a:r>
              <a:t>          "source_id": "s004",</a:t>
            </a:r>
          </a:p>
          <a:p>
            <a:r>
              <a:t>          "quote": "50"</a:t>
            </a:r>
          </a:p>
          <a:p>
            <a:r>
              <a:t>        }</a:t>
            </a:r>
          </a:p>
          <a:p>
            <a:r>
              <a:t>      ]</a:t>
            </a:r>
          </a:p>
          <a:p>
            <a:r>
              <a:t>    },</a:t>
            </a:r>
          </a:p>
          <a:p>
            <a:r>
              <a:t>    {</a:t>
            </a:r>
          </a:p>
          <a:p>
            <a:r>
              <a:t>      "value": 59.0,</a:t>
            </a:r>
          </a:p>
          <a:p>
            <a:r>
              <a:t>      "refs": [</a:t>
            </a:r>
          </a:p>
          <a:p>
            <a:r>
              <a:t>        {</a:t>
            </a:r>
          </a:p>
          <a:p>
            <a:r>
              <a:t>          "source_id": "s004",</a:t>
            </a:r>
          </a:p>
          <a:p>
            <a:r>
              <a:t>          "quote": "59"</a:t>
            </a:r>
          </a:p>
          <a:p>
            <a:r>
              <a:t>        }</a:t>
            </a:r>
          </a:p>
          <a:p>
            <a:r>
              <a:t>      ]</a:t>
            </a:r>
          </a:p>
          <a:p>
            <a:r>
              <a:t>    },</a:t>
            </a:r>
          </a:p>
          <a:p>
            <a:r>
              <a:t>    {</a:t>
            </a:r>
          </a:p>
          <a:p>
            <a:r>
              <a:t>      "value": 70.0,</a:t>
            </a:r>
          </a:p>
          <a:p>
            <a:r>
              <a:t>      "refs": [</a:t>
            </a:r>
          </a:p>
          <a:p>
            <a:r>
              <a:t>        {</a:t>
            </a:r>
          </a:p>
          <a:p>
            <a:r>
              <a:t>          "source_id": "s004",</a:t>
            </a:r>
          </a:p>
          <a:p>
            <a:r>
              <a:t>          "quote": "70"</a:t>
            </a:r>
          </a:p>
          <a:p>
            <a:r>
              <a:t>        }</a:t>
            </a:r>
          </a:p>
          <a:p>
            <a:r>
              <a:t>      ]</a:t>
            </a:r>
          </a:p>
          <a:p>
            <a:r>
              <a:t>    },</a:t>
            </a:r>
          </a:p>
          <a:p>
            <a:r>
              <a:t>    {</a:t>
            </a:r>
          </a:p>
          <a:p>
            <a:r>
              <a:t>      "value": 81.0,</a:t>
            </a:r>
          </a:p>
          <a:p>
            <a:r>
              <a:t>      "refs": [</a:t>
            </a:r>
          </a:p>
          <a:p>
            <a:r>
              <a:t>        {</a:t>
            </a:r>
          </a:p>
          <a:p>
            <a:r>
              <a:t>          "source_id": "s004",</a:t>
            </a:r>
          </a:p>
          <a:p>
            <a:r>
              <a:t>          "quote": "81"</a:t>
            </a:r>
          </a:p>
          <a:p>
            <a:r>
              <a:t>        }</a:t>
            </a:r>
          </a:p>
          <a:p>
            <a:r>
              <a:t>      ]</a:t>
            </a:r>
          </a:p>
          <a:p>
            <a:r>
              <a:t>    },</a:t>
            </a:r>
          </a:p>
          <a:p>
            <a:r>
              <a:t>    {</a:t>
            </a:r>
          </a:p>
          <a:p>
            <a:r>
              <a:t>      "value": 10.0,</a:t>
            </a:r>
          </a:p>
          <a:p>
            <a:r>
              <a:t>      "refs": [</a:t>
            </a:r>
          </a:p>
          <a:p>
            <a:r>
              <a:t>        {</a:t>
            </a:r>
          </a:p>
          <a:p>
            <a:r>
              <a:t>          "source_id": "s004",</a:t>
            </a:r>
          </a:p>
          <a:p>
            <a:r>
              <a:t>          "quote": "10"</a:t>
            </a:r>
          </a:p>
          <a:p>
            <a:r>
              <a:t>        }</a:t>
            </a:r>
          </a:p>
          <a:p>
            <a:r>
              <a:t>      ]</a:t>
            </a:r>
          </a:p>
          <a:p>
            <a:r>
              <a:t>    }</a:t>
            </a:r>
          </a:p>
          <a:p>
            <a:r>
              <a:t>  ],</a:t>
            </a:r>
          </a:p>
          <a:p>
            <a:r>
              <a:t>  "citations": {</a:t>
            </a:r>
          </a:p>
          <a:p>
            <a:r>
              <a:t>    "s004": "Public MIT sample: templates/freeform_parts_16x9.html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"4a181913166f5122988f15391fe6324503cc0f2143d77cf77d18805dd9bb71fd"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"true_waterfall",</a:t>
            </a:r>
          </a:p>
          <a:p>
            <a:r>
              <a:t>  "variant": "cool",</a:t>
            </a:r>
          </a:p>
          <a:p>
            <a:r>
              <a:t>  "rationale": "Public template fixture; short fictional slot content; no private data.",</a:t>
            </a:r>
          </a:p>
          <a:p>
            <a:r>
              <a:t>  "source_sha256": "bc01e9817f07585fd5c253a0501673e90b68a04ad0eb9c5cf5a0ef63f358ae74",</a:t>
            </a:r>
          </a:p>
          <a:p>
            <a:r>
              <a:t>  "evidence": [</a:t>
            </a:r>
          </a:p>
          <a:p>
            <a:r>
              <a:t>    {</a:t>
            </a:r>
          </a:p>
          <a:p>
            <a:r>
              <a:t>      "text": "増減の符号を反転（架空例）",</a:t>
            </a:r>
          </a:p>
          <a:p>
            <a:r>
              <a:t>      "refs": [</a:t>
            </a:r>
          </a:p>
          <a:p>
            <a:r>
              <a:t>        {</a:t>
            </a:r>
          </a:p>
          <a:p>
            <a:r>
              <a:t>          "source_id": "s005",</a:t>
            </a:r>
          </a:p>
          <a:p>
            <a:r>
              <a:t>          "quote": "増減の符号を反転（架空例）"</a:t>
            </a:r>
          </a:p>
          <a:p>
            <a:r>
              <a:t>        }</a:t>
            </a:r>
          </a:p>
          <a:p>
            <a:r>
              <a:t>      ],</a:t>
            </a:r>
          </a:p>
          <a:p>
            <a:r>
              <a:t>      "mode": "verbatim"</a:t>
            </a:r>
          </a:p>
          <a:p>
            <a:r>
              <a:t>    },</a:t>
            </a:r>
          </a:p>
          <a:p>
            <a:r>
              <a:t>    {</a:t>
            </a:r>
          </a:p>
          <a:p>
            <a:r>
              <a:t>      "text": "出典：公開見本",</a:t>
            </a:r>
          </a:p>
          <a:p>
            <a:r>
              <a:t>      "refs": [</a:t>
            </a:r>
          </a:p>
          <a:p>
            <a:r>
              <a:t>        {</a:t>
            </a:r>
          </a:p>
          <a:p>
            <a:r>
              <a:t>          "source_id": "s005",</a:t>
            </a:r>
          </a:p>
          <a:p>
            <a:r>
              <a:t>          "quote": "出典：公開見本"</a:t>
            </a:r>
          </a:p>
          <a:p>
            <a:r>
              <a:t>        }</a:t>
            </a:r>
          </a:p>
          <a:p>
            <a:r>
              <a:t>      ],</a:t>
            </a:r>
          </a:p>
          <a:p>
            <a:r>
              <a:t>      "mode": "verbatim"</a:t>
            </a:r>
          </a:p>
          <a:p>
            <a:r>
              <a:t>    },</a:t>
            </a:r>
          </a:p>
          <a:p>
            <a:r>
              <a:t>    {</a:t>
            </a:r>
          </a:p>
          <a:p>
            <a:r>
              <a:t>      "text": "指標名、単位",</a:t>
            </a:r>
          </a:p>
          <a:p>
            <a:r>
              <a:t>      "refs": [</a:t>
            </a:r>
          </a:p>
          <a:p>
            <a:r>
              <a:t>        {</a:t>
            </a:r>
          </a:p>
          <a:p>
            <a:r>
              <a:t>          "source_id": "s005",</a:t>
            </a:r>
          </a:p>
          <a:p>
            <a:r>
              <a:t>          "quote": "指標名、単位"</a:t>
            </a:r>
          </a:p>
          <a:p>
            <a:r>
              <a:t>        }</a:t>
            </a:r>
          </a:p>
          <a:p>
            <a:r>
              <a:t>      ],</a:t>
            </a:r>
          </a:p>
          <a:p>
            <a:r>
              <a:t>      "mode": "verbatim"</a:t>
            </a:r>
          </a:p>
          <a:p>
            <a:r>
              <a:t>    },</a:t>
            </a:r>
          </a:p>
          <a:p>
            <a:r>
              <a:t>    {</a:t>
            </a:r>
          </a:p>
          <a:p>
            <a:r>
              <a:t>      "text": "項目1",</a:t>
            </a:r>
          </a:p>
          <a:p>
            <a:r>
              <a:t>      "refs": [</a:t>
            </a:r>
          </a:p>
          <a:p>
            <a:r>
              <a:t>        {</a:t>
            </a:r>
          </a:p>
          <a:p>
            <a:r>
              <a:t>          "source_id": "s005",</a:t>
            </a:r>
          </a:p>
          <a:p>
            <a:r>
              <a:t>          "quote": "項目1"</a:t>
            </a:r>
          </a:p>
          <a:p>
            <a:r>
              <a:t>        }</a:t>
            </a:r>
          </a:p>
          <a:p>
            <a:r>
              <a:t>      ],</a:t>
            </a:r>
          </a:p>
          <a:p>
            <a:r>
              <a:t>      "mode": "verbatim"</a:t>
            </a:r>
          </a:p>
          <a:p>
            <a:r>
              <a:t>    },</a:t>
            </a:r>
          </a:p>
          <a:p>
            <a:r>
              <a:t>    {</a:t>
            </a:r>
          </a:p>
          <a:p>
            <a:r>
              <a:t>      "text": "項目2",</a:t>
            </a:r>
          </a:p>
          <a:p>
            <a:r>
              <a:t>      "refs": [</a:t>
            </a:r>
          </a:p>
          <a:p>
            <a:r>
              <a:t>        {</a:t>
            </a:r>
          </a:p>
          <a:p>
            <a:r>
              <a:t>          "source_id": "s005",</a:t>
            </a:r>
          </a:p>
          <a:p>
            <a:r>
              <a:t>          "quote": "項目2"</a:t>
            </a:r>
          </a:p>
          <a:p>
            <a:r>
              <a:t>        }</a:t>
            </a:r>
          </a:p>
          <a:p>
            <a:r>
              <a:t>      ],</a:t>
            </a:r>
          </a:p>
          <a:p>
            <a:r>
              <a:t>      "mode": "verbatim"</a:t>
            </a:r>
          </a:p>
          <a:p>
            <a:r>
              <a:t>    },</a:t>
            </a:r>
          </a:p>
          <a:p>
            <a:r>
              <a:t>    {</a:t>
            </a:r>
          </a:p>
          <a:p>
            <a:r>
              <a:t>      "text": "項目3",</a:t>
            </a:r>
          </a:p>
          <a:p>
            <a:r>
              <a:t>      "refs": [</a:t>
            </a:r>
          </a:p>
          <a:p>
            <a:r>
              <a:t>        {</a:t>
            </a:r>
          </a:p>
          <a:p>
            <a:r>
              <a:t>          "source_id": "s005",</a:t>
            </a:r>
          </a:p>
          <a:p>
            <a:r>
              <a:t>          "quote": "項目3"</a:t>
            </a:r>
          </a:p>
          <a:p>
            <a:r>
              <a:t>        }</a:t>
            </a:r>
          </a:p>
          <a:p>
            <a:r>
              <a:t>      ],</a:t>
            </a:r>
          </a:p>
          <a:p>
            <a:r>
              <a:t>      "mode": "verbatim"</a:t>
            </a:r>
          </a:p>
          <a:p>
            <a:r>
              <a:t>    },</a:t>
            </a:r>
          </a:p>
          <a:p>
            <a:r>
              <a:t>    {</a:t>
            </a:r>
          </a:p>
          <a:p>
            <a:r>
              <a:t>      "text": "項目4",</a:t>
            </a:r>
          </a:p>
          <a:p>
            <a:r>
              <a:t>      "refs": [</a:t>
            </a:r>
          </a:p>
          <a:p>
            <a:r>
              <a:t>        {</a:t>
            </a:r>
          </a:p>
          <a:p>
            <a:r>
              <a:t>          "source_id": "s005",</a:t>
            </a:r>
          </a:p>
          <a:p>
            <a:r>
              <a:t>          "quote": "項目4"</a:t>
            </a:r>
          </a:p>
          <a:p>
            <a:r>
              <a:t>        }</a:t>
            </a:r>
          </a:p>
          <a:p>
            <a:r>
              <a:t>      ],</a:t>
            </a:r>
          </a:p>
          <a:p>
            <a:r>
              <a:t>      "mode": "verbatim"</a:t>
            </a:r>
          </a:p>
          <a:p>
            <a:r>
              <a:t>    },</a:t>
            </a:r>
          </a:p>
          <a:p>
            <a:r>
              <a:t>    {</a:t>
            </a:r>
          </a:p>
          <a:p>
            <a:r>
              <a:t>      "text": "項目5",</a:t>
            </a:r>
          </a:p>
          <a:p>
            <a:r>
              <a:t>      "refs": [</a:t>
            </a:r>
          </a:p>
          <a:p>
            <a:r>
              <a:t>        {</a:t>
            </a:r>
          </a:p>
          <a:p>
            <a:r>
              <a:t>          "source_id": "s005",</a:t>
            </a:r>
          </a:p>
          <a:p>
            <a:r>
              <a:t>          "quote": "項目5"</a:t>
            </a:r>
          </a:p>
          <a:p>
            <a:r>
              <a:t>        }</a:t>
            </a:r>
          </a:p>
          <a:p>
            <a:r>
              <a:t>      ],</a:t>
            </a:r>
          </a:p>
          <a:p>
            <a:r>
              <a:t>      "mode": "verbatim"</a:t>
            </a:r>
          </a:p>
          <a:p>
            <a:r>
              <a:t>    },</a:t>
            </a:r>
          </a:p>
          <a:p>
            <a:r>
              <a:t>    {</a:t>
            </a:r>
          </a:p>
          <a:p>
            <a:r>
              <a:t>      "value": 11.0,</a:t>
            </a:r>
          </a:p>
          <a:p>
            <a:r>
              <a:t>      "refs": [</a:t>
            </a:r>
          </a:p>
          <a:p>
            <a:r>
              <a:t>        {</a:t>
            </a:r>
          </a:p>
          <a:p>
            <a:r>
              <a:t>          "source_id": "s005",</a:t>
            </a:r>
          </a:p>
          <a:p>
            <a:r>
              <a:t>          "quote": "11"</a:t>
            </a:r>
          </a:p>
          <a:p>
            <a:r>
              <a:t>        }</a:t>
            </a:r>
          </a:p>
          <a:p>
            <a:r>
              <a:t>      ]</a:t>
            </a:r>
          </a:p>
          <a:p>
            <a:r>
              <a:t>    },</a:t>
            </a:r>
          </a:p>
          <a:p>
            <a:r>
              <a:t>    {</a:t>
            </a:r>
          </a:p>
          <a:p>
            <a:r>
              <a:t>      "value": 3.0,</a:t>
            </a:r>
          </a:p>
          <a:p>
            <a:r>
              <a:t>      "refs": [</a:t>
            </a:r>
          </a:p>
          <a:p>
            <a:r>
              <a:t>        {</a:t>
            </a:r>
          </a:p>
          <a:p>
            <a:r>
              <a:t>          "source_id": "s005",</a:t>
            </a:r>
          </a:p>
          <a:p>
            <a:r>
              <a:t>          "quote": "3"</a:t>
            </a:r>
          </a:p>
          <a:p>
            <a:r>
              <a:t>        }</a:t>
            </a:r>
          </a:p>
          <a:p>
            <a:r>
              <a:t>      ]</a:t>
            </a:r>
          </a:p>
          <a:p>
            <a:r>
              <a:t>    },</a:t>
            </a:r>
          </a:p>
          <a:p>
            <a:r>
              <a:t>    {</a:t>
            </a:r>
          </a:p>
          <a:p>
            <a:r>
              <a:t>      "value": -4.0,</a:t>
            </a:r>
          </a:p>
          <a:p>
            <a:r>
              <a:t>      "refs": [</a:t>
            </a:r>
          </a:p>
          <a:p>
            <a:r>
              <a:t>        {</a:t>
            </a:r>
          </a:p>
          <a:p>
            <a:r>
              <a:t>          "source_id": "s005",</a:t>
            </a:r>
          </a:p>
          <a:p>
            <a:r>
              <a:t>          "quote": "-4"</a:t>
            </a:r>
          </a:p>
          <a:p>
            <a:r>
              <a:t>        }</a:t>
            </a:r>
          </a:p>
          <a:p>
            <a:r>
              <a:t>      ]</a:t>
            </a:r>
          </a:p>
          <a:p>
            <a:r>
              <a:t>    },</a:t>
            </a:r>
          </a:p>
          <a:p>
            <a:r>
              <a:t>    {</a:t>
            </a:r>
          </a:p>
          <a:p>
            <a:r>
              <a:t>      "value": 3.0,</a:t>
            </a:r>
          </a:p>
          <a:p>
            <a:r>
              <a:t>      "refs": [</a:t>
            </a:r>
          </a:p>
          <a:p>
            <a:r>
              <a:t>        {</a:t>
            </a:r>
          </a:p>
          <a:p>
            <a:r>
              <a:t>          "source_id": "s005",</a:t>
            </a:r>
          </a:p>
          <a:p>
            <a:r>
              <a:t>          "quote": "3"</a:t>
            </a:r>
          </a:p>
          <a:p>
            <a:r>
              <a:t>        }</a:t>
            </a:r>
          </a:p>
          <a:p>
            <a:r>
              <a:t>      ]</a:t>
            </a:r>
          </a:p>
          <a:p>
            <a:r>
              <a:t>    },</a:t>
            </a:r>
          </a:p>
          <a:p>
            <a:r>
              <a:t>    {</a:t>
            </a:r>
          </a:p>
          <a:p>
            <a:r>
              <a:t>      "value": 13.0,</a:t>
            </a:r>
          </a:p>
          <a:p>
            <a:r>
              <a:t>      "refs": [</a:t>
            </a:r>
          </a:p>
          <a:p>
            <a:r>
              <a:t>        {</a:t>
            </a:r>
          </a:p>
          <a:p>
            <a:r>
              <a:t>          "source_id": "s005",</a:t>
            </a:r>
          </a:p>
          <a:p>
            <a:r>
              <a:t>          "quote": "13"</a:t>
            </a:r>
          </a:p>
          <a:p>
            <a:r>
              <a:t>        }</a:t>
            </a:r>
          </a:p>
          <a:p>
            <a:r>
              <a:t>      ]</a:t>
            </a:r>
          </a:p>
          <a:p>
            <a:r>
              <a:t>    }</a:t>
            </a:r>
          </a:p>
          <a:p>
            <a:r>
              <a:t>  ],</a:t>
            </a:r>
          </a:p>
          <a:p>
            <a:r>
              <a:t>  "citations": {</a:t>
            </a:r>
          </a:p>
          <a:p>
            <a:r>
              <a:t>    "s005": "Public MIT sample: templates/freeform_parts_more_16x9.html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"a2085ed3fc7bba03afe7222e073a7cccc4774f26e1b1402788ad0d22ff05b08a"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"true_waterfall",</a:t>
            </a:r>
          </a:p>
          <a:p>
            <a:r>
              <a:t>  "variant": "cool",</a:t>
            </a:r>
          </a:p>
          <a:p>
            <a:r>
              <a:t>  "rationale": "Public template fixture; short fictional slot content; no private data.",</a:t>
            </a:r>
          </a:p>
          <a:p>
            <a:r>
              <a:t>  "source_sha256": "bc01e9817f07585fd5c253a0501673e90b68a04ad0eb9c5cf5a0ef63f358ae74",</a:t>
            </a:r>
          </a:p>
          <a:p>
            <a:r>
              <a:t>  "evidence": [</a:t>
            </a:r>
          </a:p>
          <a:p>
            <a:r>
              <a:t>    {</a:t>
            </a:r>
          </a:p>
          <a:p>
            <a:r>
              <a:t>      "text": "入力小数を保持（架空例）",</a:t>
            </a:r>
          </a:p>
          <a:p>
            <a:r>
              <a:t>      "refs": [</a:t>
            </a:r>
          </a:p>
          <a:p>
            <a:r>
              <a:t>        {</a:t>
            </a:r>
          </a:p>
          <a:p>
            <a:r>
              <a:t>          "source_id": "s006",</a:t>
            </a:r>
          </a:p>
          <a:p>
            <a:r>
              <a:t>          "quote": "入力小数を保持（架空例）"</a:t>
            </a:r>
          </a:p>
          <a:p>
            <a:r>
              <a:t>        }</a:t>
            </a:r>
          </a:p>
          <a:p>
            <a:r>
              <a:t>      ],</a:t>
            </a:r>
          </a:p>
          <a:p>
            <a:r>
              <a:t>      "mode": "verbatim"</a:t>
            </a:r>
          </a:p>
          <a:p>
            <a:r>
              <a:t>    },</a:t>
            </a:r>
          </a:p>
          <a:p>
            <a:r>
              <a:t>    {</a:t>
            </a:r>
          </a:p>
          <a:p>
            <a:r>
              <a:t>      "text": "出典：公開見本",</a:t>
            </a:r>
          </a:p>
          <a:p>
            <a:r>
              <a:t>      "refs": [</a:t>
            </a:r>
          </a:p>
          <a:p>
            <a:r>
              <a:t>        {</a:t>
            </a:r>
          </a:p>
          <a:p>
            <a:r>
              <a:t>          "source_id": "s006",</a:t>
            </a:r>
          </a:p>
          <a:p>
            <a:r>
              <a:t>          "quote": "出典：公開見本"</a:t>
            </a:r>
          </a:p>
          <a:p>
            <a:r>
              <a:t>        }</a:t>
            </a:r>
          </a:p>
          <a:p>
            <a:r>
              <a:t>      ],</a:t>
            </a:r>
          </a:p>
          <a:p>
            <a:r>
              <a:t>      "mode": "verbatim"</a:t>
            </a:r>
          </a:p>
          <a:p>
            <a:r>
              <a:t>    },</a:t>
            </a:r>
          </a:p>
          <a:p>
            <a:r>
              <a:t>    {</a:t>
            </a:r>
          </a:p>
          <a:p>
            <a:r>
              <a:t>      "text": "指標名、単位",</a:t>
            </a:r>
          </a:p>
          <a:p>
            <a:r>
              <a:t>      "refs": [</a:t>
            </a:r>
          </a:p>
          <a:p>
            <a:r>
              <a:t>        {</a:t>
            </a:r>
          </a:p>
          <a:p>
            <a:r>
              <a:t>          "source_id": "s006",</a:t>
            </a:r>
          </a:p>
          <a:p>
            <a:r>
              <a:t>          "quote": "指標名、単位"</a:t>
            </a:r>
          </a:p>
          <a:p>
            <a:r>
              <a:t>        }</a:t>
            </a:r>
          </a:p>
          <a:p>
            <a:r>
              <a:t>      ],</a:t>
            </a:r>
          </a:p>
          <a:p>
            <a:r>
              <a:t>      "mode": "verbatim"</a:t>
            </a:r>
          </a:p>
          <a:p>
            <a:r>
              <a:t>    },</a:t>
            </a:r>
          </a:p>
          <a:p>
            <a:r>
              <a:t>    {</a:t>
            </a:r>
          </a:p>
          <a:p>
            <a:r>
              <a:t>      "text": "項目1",</a:t>
            </a:r>
          </a:p>
          <a:p>
            <a:r>
              <a:t>      "refs": [</a:t>
            </a:r>
          </a:p>
          <a:p>
            <a:r>
              <a:t>        {</a:t>
            </a:r>
          </a:p>
          <a:p>
            <a:r>
              <a:t>          "source_id": "s006",</a:t>
            </a:r>
          </a:p>
          <a:p>
            <a:r>
              <a:t>          "quote": "項目1"</a:t>
            </a:r>
          </a:p>
          <a:p>
            <a:r>
              <a:t>        }</a:t>
            </a:r>
          </a:p>
          <a:p>
            <a:r>
              <a:t>      ],</a:t>
            </a:r>
          </a:p>
          <a:p>
            <a:r>
              <a:t>      "mode": "verbatim"</a:t>
            </a:r>
          </a:p>
          <a:p>
            <a:r>
              <a:t>    },</a:t>
            </a:r>
          </a:p>
          <a:p>
            <a:r>
              <a:t>    {</a:t>
            </a:r>
          </a:p>
          <a:p>
            <a:r>
              <a:t>      "text": "項目2",</a:t>
            </a:r>
          </a:p>
          <a:p>
            <a:r>
              <a:t>      "refs": [</a:t>
            </a:r>
          </a:p>
          <a:p>
            <a:r>
              <a:t>        {</a:t>
            </a:r>
          </a:p>
          <a:p>
            <a:r>
              <a:t>          "source_id": "s006",</a:t>
            </a:r>
          </a:p>
          <a:p>
            <a:r>
              <a:t>          "quote": "項目2"</a:t>
            </a:r>
          </a:p>
          <a:p>
            <a:r>
              <a:t>        }</a:t>
            </a:r>
          </a:p>
          <a:p>
            <a:r>
              <a:t>      ],</a:t>
            </a:r>
          </a:p>
          <a:p>
            <a:r>
              <a:t>      "mode": "verbatim"</a:t>
            </a:r>
          </a:p>
          <a:p>
            <a:r>
              <a:t>    },</a:t>
            </a:r>
          </a:p>
          <a:p>
            <a:r>
              <a:t>    {</a:t>
            </a:r>
          </a:p>
          <a:p>
            <a:r>
              <a:t>      "text": "項目3",</a:t>
            </a:r>
          </a:p>
          <a:p>
            <a:r>
              <a:t>      "refs": [</a:t>
            </a:r>
          </a:p>
          <a:p>
            <a:r>
              <a:t>        {</a:t>
            </a:r>
          </a:p>
          <a:p>
            <a:r>
              <a:t>          "source_id": "s006",</a:t>
            </a:r>
          </a:p>
          <a:p>
            <a:r>
              <a:t>          "quote": "項目3"</a:t>
            </a:r>
          </a:p>
          <a:p>
            <a:r>
              <a:t>        }</a:t>
            </a:r>
          </a:p>
          <a:p>
            <a:r>
              <a:t>      ],</a:t>
            </a:r>
          </a:p>
          <a:p>
            <a:r>
              <a:t>      "mode": "verbatim"</a:t>
            </a:r>
          </a:p>
          <a:p>
            <a:r>
              <a:t>    },</a:t>
            </a:r>
          </a:p>
          <a:p>
            <a:r>
              <a:t>    {</a:t>
            </a:r>
          </a:p>
          <a:p>
            <a:r>
              <a:t>      "text": "項目4",</a:t>
            </a:r>
          </a:p>
          <a:p>
            <a:r>
              <a:t>      "refs": [</a:t>
            </a:r>
          </a:p>
          <a:p>
            <a:r>
              <a:t>        {</a:t>
            </a:r>
          </a:p>
          <a:p>
            <a:r>
              <a:t>          "source_id": "s006",</a:t>
            </a:r>
          </a:p>
          <a:p>
            <a:r>
              <a:t>          "quote": "項目4"</a:t>
            </a:r>
          </a:p>
          <a:p>
            <a:r>
              <a:t>        }</a:t>
            </a:r>
          </a:p>
          <a:p>
            <a:r>
              <a:t>      ],</a:t>
            </a:r>
          </a:p>
          <a:p>
            <a:r>
              <a:t>      "mode": "verbatim"</a:t>
            </a:r>
          </a:p>
          <a:p>
            <a:r>
              <a:t>    },</a:t>
            </a:r>
          </a:p>
          <a:p>
            <a:r>
              <a:t>    {</a:t>
            </a:r>
          </a:p>
          <a:p>
            <a:r>
              <a:t>      "text": "項目5",</a:t>
            </a:r>
          </a:p>
          <a:p>
            <a:r>
              <a:t>      "refs": [</a:t>
            </a:r>
          </a:p>
          <a:p>
            <a:r>
              <a:t>        {</a:t>
            </a:r>
          </a:p>
          <a:p>
            <a:r>
              <a:t>          "source_id": "s006",</a:t>
            </a:r>
          </a:p>
          <a:p>
            <a:r>
              <a:t>          "quote": "項目5"</a:t>
            </a:r>
          </a:p>
          <a:p>
            <a:r>
              <a:t>        }</a:t>
            </a:r>
          </a:p>
          <a:p>
            <a:r>
              <a:t>      ],</a:t>
            </a:r>
          </a:p>
          <a:p>
            <a:r>
              <a:t>      "mode": "verbatim"</a:t>
            </a:r>
          </a:p>
          <a:p>
            <a:r>
              <a:t>    },</a:t>
            </a:r>
          </a:p>
          <a:p>
            <a:r>
              <a:t>    {</a:t>
            </a:r>
          </a:p>
          <a:p>
            <a:r>
              <a:t>      "value": 123456.7,</a:t>
            </a:r>
          </a:p>
          <a:p>
            <a:r>
              <a:t>      "refs": [</a:t>
            </a:r>
          </a:p>
          <a:p>
            <a:r>
              <a:t>        {</a:t>
            </a:r>
          </a:p>
          <a:p>
            <a:r>
              <a:t>          "source_id": "s006",</a:t>
            </a:r>
          </a:p>
          <a:p>
            <a:r>
              <a:t>          "quote": "123456.7"</a:t>
            </a:r>
          </a:p>
          <a:p>
            <a:r>
              <a:t>        }</a:t>
            </a:r>
          </a:p>
          <a:p>
            <a:r>
              <a:t>      ]</a:t>
            </a:r>
          </a:p>
          <a:p>
            <a:r>
              <a:t>    },</a:t>
            </a:r>
          </a:p>
          <a:p>
            <a:r>
              <a:t>    {</a:t>
            </a:r>
          </a:p>
          <a:p>
            <a:r>
              <a:t>      "value": 1.0,</a:t>
            </a:r>
          </a:p>
          <a:p>
            <a:r>
              <a:t>      "refs": [</a:t>
            </a:r>
          </a:p>
          <a:p>
            <a:r>
              <a:t>        {</a:t>
            </a:r>
          </a:p>
          <a:p>
            <a:r>
              <a:t>          "source_id": "s006",</a:t>
            </a:r>
          </a:p>
          <a:p>
            <a:r>
              <a:t>          "quote": "1"</a:t>
            </a:r>
          </a:p>
          <a:p>
            <a:r>
              <a:t>        }</a:t>
            </a:r>
          </a:p>
          <a:p>
            <a:r>
              <a:t>      ]</a:t>
            </a:r>
          </a:p>
          <a:p>
            <a:r>
              <a:t>    },</a:t>
            </a:r>
          </a:p>
          <a:p>
            <a:r>
              <a:t>    {</a:t>
            </a:r>
          </a:p>
          <a:p>
            <a:r>
              <a:t>      "value": 2.0,</a:t>
            </a:r>
          </a:p>
          <a:p>
            <a:r>
              <a:t>      "refs": [</a:t>
            </a:r>
          </a:p>
          <a:p>
            <a:r>
              <a:t>        {</a:t>
            </a:r>
          </a:p>
          <a:p>
            <a:r>
              <a:t>          "source_id": "s006",</a:t>
            </a:r>
          </a:p>
          <a:p>
            <a:r>
              <a:t>          "quote": "2"</a:t>
            </a:r>
          </a:p>
          <a:p>
            <a:r>
              <a:t>        }</a:t>
            </a:r>
          </a:p>
          <a:p>
            <a:r>
              <a:t>      ]</a:t>
            </a:r>
          </a:p>
          <a:p>
            <a:r>
              <a:t>    },</a:t>
            </a:r>
          </a:p>
          <a:p>
            <a:r>
              <a:t>    {</a:t>
            </a:r>
          </a:p>
          <a:p>
            <a:r>
              <a:t>      "value": 3.0,</a:t>
            </a:r>
          </a:p>
          <a:p>
            <a:r>
              <a:t>      "refs": [</a:t>
            </a:r>
          </a:p>
          <a:p>
            <a:r>
              <a:t>        {</a:t>
            </a:r>
          </a:p>
          <a:p>
            <a:r>
              <a:t>          "source_id": "s006",</a:t>
            </a:r>
          </a:p>
          <a:p>
            <a:r>
              <a:t>          "quote": "3"</a:t>
            </a:r>
          </a:p>
          <a:p>
            <a:r>
              <a:t>        }</a:t>
            </a:r>
          </a:p>
          <a:p>
            <a:r>
              <a:t>      ]</a:t>
            </a:r>
          </a:p>
          <a:p>
            <a:r>
              <a:t>    },</a:t>
            </a:r>
          </a:p>
          <a:p>
            <a:r>
              <a:t>    {</a:t>
            </a:r>
          </a:p>
          <a:p>
            <a:r>
              <a:t>      "value": 123462.7,</a:t>
            </a:r>
          </a:p>
          <a:p>
            <a:r>
              <a:t>      "refs": [</a:t>
            </a:r>
          </a:p>
          <a:p>
            <a:r>
              <a:t>        {</a:t>
            </a:r>
          </a:p>
          <a:p>
            <a:r>
              <a:t>          "source_id": "s006",</a:t>
            </a:r>
          </a:p>
          <a:p>
            <a:r>
              <a:t>          "quote": "123462.7"</a:t>
            </a:r>
          </a:p>
          <a:p>
            <a:r>
              <a:t>        }</a:t>
            </a:r>
          </a:p>
          <a:p>
            <a:r>
              <a:t>      ]</a:t>
            </a:r>
          </a:p>
          <a:p>
            <a:r>
              <a:t>    }</a:t>
            </a:r>
          </a:p>
          <a:p>
            <a:r>
              <a:t>  ],</a:t>
            </a:r>
          </a:p>
          <a:p>
            <a:r>
              <a:t>  "citations": {</a:t>
            </a:r>
          </a:p>
          <a:p>
            <a:r>
              <a:t>    "s006": "Public MIT sample: templates/freeform_parts_more_16x9.html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"a2085ed3fc7bba03afe7222e073a7cccc4774f26e1b1402788ad0d22ff05b08a"</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10年間の年平均成長率（架空例）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単位、2020〜2030年</a:t>
            </a:r>
            <a:endParaRPr lang="en-US" sz="850" dirty="0"/>
          </a:p>
        </p:txBody>
      </p:sp>
      <p:graphicFrame>
        <p:nvGraphicFramePr>
          <p:cNvPr id="13" name="shape:013" descr=""/>
          <p:cNvGraphicFramePr/>
          <p:nvPr/>
        </p:nvGraphicFramePr>
        <p:xfrm>
          <a:off x="576072" y="2233602"/>
          <a:ext cx="8877361" cy="3523742"/>
        </p:xfrm>
        <a:graphic>
          <a:graphicData uri="http://schemas.openxmlformats.org/drawingml/2006/chart">
            <c:chart xmlns:c="http://schemas.openxmlformats.org/drawingml/2006/chart" r:id="rId2"/>
          </a:graphicData>
        </a:graphic>
      </p:graphicFrame>
      <p:sp>
        <p:nvSpPr>
          <p:cNvPr id="14" name="shape:014"/>
          <p:cNvSpPr/>
          <p:nvPr/>
        </p:nvSpPr>
        <p:spPr>
          <a:xfrm>
            <a:off x="8763183" y="257444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114</a:t>
            </a:r>
            <a:endParaRPr lang="en-US" sz="1200" dirty="0"/>
          </a:p>
        </p:txBody>
      </p:sp>
      <p:sp>
        <p:nvSpPr>
          <p:cNvPr id="15" name="shape:015"/>
          <p:cNvSpPr/>
          <p:nvPr/>
        </p:nvSpPr>
        <p:spPr>
          <a:xfrm>
            <a:off x="8763183" y="2999045"/>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96</a:t>
            </a:r>
            <a:endParaRPr lang="en-US" sz="1200" dirty="0"/>
          </a:p>
        </p:txBody>
      </p:sp>
      <p:sp>
        <p:nvSpPr>
          <p:cNvPr id="16" name="shape:016"/>
          <p:cNvSpPr/>
          <p:nvPr/>
        </p:nvSpPr>
        <p:spPr>
          <a:xfrm>
            <a:off x="8763183" y="335287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81</a:t>
            </a:r>
            <a:endParaRPr lang="en-US" sz="1200" dirty="0"/>
          </a:p>
        </p:txBody>
      </p:sp>
      <p:sp>
        <p:nvSpPr>
          <p:cNvPr id="17" name="shape:017"/>
          <p:cNvSpPr/>
          <p:nvPr/>
        </p:nvSpPr>
        <p:spPr>
          <a:xfrm>
            <a:off x="10021021" y="2079719"/>
            <a:ext cx="1775257" cy="219456"/>
          </a:xfrm>
          <a:prstGeom prst="rect">
            <a:avLst/>
          </a:prstGeom>
          <a:noFill/>
          <a:ln/>
        </p:spPr>
        <p:txBody>
          <a:bodyPr wrap="square" lIns="0" tIns="0" rIns="0" bIns="0" rtlCol="0" anchor="ctr">
            <a:noAutofit/>
          </a:bodyPr>
          <a:lstStyle/>
          <a:p>
            <a:pPr algn="l" indent="0" marL="0">
              <a:buNone/>
            </a:pPr>
            <a:r>
              <a:rPr lang="en-US" sz="1000" b="1" dirty="0">
                <a:solidFill>
                  <a:srgbClr val="322014"/>
                </a:solidFill>
                <a:latin typeface="Yu Gothic" pitchFamily="34" charset="0"/>
                <a:ea typeface="Yu Gothic" pitchFamily="34" charset="-122"/>
                <a:cs typeface="Yu Gothic" pitchFamily="34" charset="-120"/>
              </a:rPr>
              <a:t>年平均成長率（10年）</a:t>
            </a:r>
            <a:endParaRPr lang="en-US" sz="1000" dirty="0"/>
          </a:p>
        </p:txBody>
      </p:sp>
      <p:sp>
        <p:nvSpPr>
          <p:cNvPr id="18" name="shape:018"/>
          <p:cNvSpPr/>
          <p:nvPr/>
        </p:nvSpPr>
        <p:spPr>
          <a:xfrm>
            <a:off x="10021021" y="2543003"/>
            <a:ext cx="1226617" cy="318920"/>
          </a:xfrm>
          <a:prstGeom prst="rect">
            <a:avLst/>
          </a:prstGeom>
          <a:solidFill>
            <a:srgbClr val="322014"/>
          </a:solidFill>
          <a:ln/>
        </p:spPr>
        <p:txBody>
          <a:bodyPr>
            <a:noAutofit/>
          </a:bodyPr>
          <a:p/>
        </p:txBody>
      </p:sp>
      <p:sp>
        <p:nvSpPr>
          <p:cNvPr id="19" name="shape:019"/>
          <p:cNvSpPr/>
          <p:nvPr/>
        </p:nvSpPr>
        <p:spPr>
          <a:xfrm>
            <a:off x="10021021" y="254300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13%</a:t>
            </a:r>
            <a:endParaRPr lang="en-US" sz="1100" dirty="0"/>
          </a:p>
        </p:txBody>
      </p:sp>
      <p:sp>
        <p:nvSpPr>
          <p:cNvPr id="20" name="shape:020"/>
          <p:cNvSpPr/>
          <p:nvPr/>
        </p:nvSpPr>
        <p:spPr>
          <a:xfrm>
            <a:off x="10021021" y="2967601"/>
            <a:ext cx="1226617" cy="318920"/>
          </a:xfrm>
          <a:prstGeom prst="rect">
            <a:avLst/>
          </a:prstGeom>
          <a:solidFill>
            <a:srgbClr val="5A3921"/>
          </a:solidFill>
          <a:ln/>
        </p:spPr>
        <p:txBody>
          <a:bodyPr>
            <a:noAutofit/>
          </a:bodyPr>
          <a:p/>
        </p:txBody>
      </p:sp>
      <p:sp>
        <p:nvSpPr>
          <p:cNvPr id="21" name="shape:021"/>
          <p:cNvSpPr/>
          <p:nvPr/>
        </p:nvSpPr>
        <p:spPr>
          <a:xfrm>
            <a:off x="10021021" y="2967601"/>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11%</a:t>
            </a:r>
            <a:endParaRPr lang="en-US" sz="1100" dirty="0"/>
          </a:p>
        </p:txBody>
      </p:sp>
      <p:sp>
        <p:nvSpPr>
          <p:cNvPr id="22" name="shape:022"/>
          <p:cNvSpPr/>
          <p:nvPr/>
        </p:nvSpPr>
        <p:spPr>
          <a:xfrm>
            <a:off x="10021021" y="3359673"/>
            <a:ext cx="1226617" cy="318920"/>
          </a:xfrm>
          <a:prstGeom prst="rect">
            <a:avLst/>
          </a:prstGeom>
          <a:solidFill>
            <a:srgbClr val="C5A681"/>
          </a:solidFill>
          <a:ln/>
        </p:spPr>
        <p:txBody>
          <a:bodyPr>
            <a:noAutofit/>
          </a:bodyPr>
          <a:p/>
        </p:txBody>
      </p:sp>
      <p:sp>
        <p:nvSpPr>
          <p:cNvPr id="23" name="shape:023"/>
          <p:cNvSpPr/>
          <p:nvPr/>
        </p:nvSpPr>
        <p:spPr>
          <a:xfrm>
            <a:off x="10021021" y="335967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9%</a:t>
            </a:r>
            <a:endParaRPr lang="en-US" sz="1100" dirty="0"/>
          </a:p>
        </p:txBody>
      </p:sp>
      <p:sp>
        <p:nvSpPr>
          <p:cNvPr id="24" name="shape:024"/>
          <p:cNvSpPr/>
          <p:nvPr/>
        </p:nvSpPr>
        <p:spPr>
          <a:xfrm>
            <a:off x="8105503" y="6008760"/>
            <a:ext cx="144000" cy="144000"/>
          </a:xfrm>
          <a:prstGeom prst="rect">
            <a:avLst/>
          </a:prstGeom>
          <a:solidFill>
            <a:srgbClr val="322014"/>
          </a:solidFill>
          <a:ln/>
        </p:spPr>
        <p:txBody>
          <a:bodyPr>
            <a:noAutofit/>
          </a:bodyPr>
          <a:p/>
        </p:txBody>
      </p:sp>
      <p:sp>
        <p:nvSpPr>
          <p:cNvPr id="25" name="shape:025"/>
          <p:cNvSpPr/>
          <p:nvPr/>
        </p:nvSpPr>
        <p:spPr>
          <a:xfrm>
            <a:off x="8303503" y="5989320"/>
            <a:ext cx="8991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上振れ</a:t>
            </a:r>
            <a:endParaRPr lang="en-US" sz="800" dirty="0"/>
          </a:p>
        </p:txBody>
      </p:sp>
      <p:sp>
        <p:nvSpPr>
          <p:cNvPr id="26" name="shape:026"/>
          <p:cNvSpPr/>
          <p:nvPr/>
        </p:nvSpPr>
        <p:spPr>
          <a:xfrm>
            <a:off x="9418663" y="6008760"/>
            <a:ext cx="144000" cy="144000"/>
          </a:xfrm>
          <a:prstGeom prst="rect">
            <a:avLst/>
          </a:prstGeom>
          <a:solidFill>
            <a:srgbClr val="5A3921"/>
          </a:solidFill>
          <a:ln/>
        </p:spPr>
        <p:txBody>
          <a:bodyPr>
            <a:noAutofit/>
          </a:bodyPr>
          <a:p/>
        </p:txBody>
      </p:sp>
      <p:sp>
        <p:nvSpPr>
          <p:cNvPr id="27" name="shape:027"/>
          <p:cNvSpPr/>
          <p:nvPr/>
        </p:nvSpPr>
        <p:spPr>
          <a:xfrm>
            <a:off x="9616663" y="5989320"/>
            <a:ext cx="57912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基準</a:t>
            </a:r>
            <a:endParaRPr lang="en-US" sz="800" dirty="0"/>
          </a:p>
        </p:txBody>
      </p:sp>
      <p:sp>
        <p:nvSpPr>
          <p:cNvPr id="28" name="shape:028"/>
          <p:cNvSpPr/>
          <p:nvPr/>
        </p:nvSpPr>
        <p:spPr>
          <a:xfrm>
            <a:off x="10411783" y="6008760"/>
            <a:ext cx="144000" cy="144000"/>
          </a:xfrm>
          <a:prstGeom prst="rect">
            <a:avLst/>
          </a:prstGeom>
          <a:solidFill>
            <a:srgbClr val="C5A681"/>
          </a:solidFill>
          <a:ln/>
        </p:spPr>
        <p:txBody>
          <a:bodyPr>
            <a:noAutofit/>
          </a:bodyPr>
          <a:p/>
        </p:txBody>
      </p:sp>
      <p:sp>
        <p:nvSpPr>
          <p:cNvPr id="29" name="shape:029"/>
          <p:cNvSpPr/>
          <p:nvPr/>
        </p:nvSpPr>
        <p:spPr>
          <a:xfrm>
            <a:off x="10609783" y="5989320"/>
            <a:ext cx="100584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下振れ</a:t>
            </a:r>
            <a:endParaRPr lang="en-US" sz="8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増減の符号を反転（架空例）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3206931"/>
            <a:ext cx="1005840" cy="2370909"/>
          </a:xfrm>
          <a:prstGeom prst="rect">
            <a:avLst/>
          </a:prstGeom>
          <a:solidFill>
            <a:srgbClr val="322014"/>
          </a:solidFill>
          <a:ln/>
        </p:spPr>
        <p:txBody>
          <a:bodyPr>
            <a:noAutofit/>
          </a:bodyPr>
          <a:p/>
        </p:txBody>
      </p:sp>
      <p:sp>
        <p:nvSpPr>
          <p:cNvPr id="12" name="shape:012"/>
          <p:cNvSpPr/>
          <p:nvPr/>
        </p:nvSpPr>
        <p:spPr>
          <a:xfrm>
            <a:off x="1213683" y="2950899"/>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11</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4" name="shape:014"/>
          <p:cNvSpPr/>
          <p:nvPr/>
        </p:nvSpPr>
        <p:spPr>
          <a:xfrm>
            <a:off x="3494745" y="2560320"/>
            <a:ext cx="1005840" cy="646611"/>
          </a:xfrm>
          <a:prstGeom prst="rect">
            <a:avLst/>
          </a:prstGeom>
          <a:solidFill>
            <a:srgbClr val="5A3921"/>
          </a:solidFill>
          <a:ln/>
        </p:spPr>
        <p:txBody>
          <a:bodyPr>
            <a:noAutofit/>
          </a:bodyPr>
          <a:p/>
        </p:txBody>
      </p:sp>
      <p:sp>
        <p:nvSpPr>
          <p:cNvPr id="15" name="shape:015"/>
          <p:cNvSpPr/>
          <p:nvPr/>
        </p:nvSpPr>
        <p:spPr>
          <a:xfrm>
            <a:off x="3311865"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5592928" y="2560320"/>
            <a:ext cx="1005840" cy="862149"/>
          </a:xfrm>
          <a:prstGeom prst="rect">
            <a:avLst/>
          </a:prstGeom>
          <a:solidFill>
            <a:srgbClr val="A22727"/>
          </a:solidFill>
          <a:ln/>
        </p:spPr>
        <p:txBody>
          <a:bodyPr>
            <a:noAutofit/>
          </a:bodyPr>
          <a:p/>
        </p:txBody>
      </p:sp>
      <p:sp>
        <p:nvSpPr>
          <p:cNvPr id="18" name="shape:018"/>
          <p:cNvSpPr/>
          <p:nvPr/>
        </p:nvSpPr>
        <p:spPr>
          <a:xfrm>
            <a:off x="5410048"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-4</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20" name="shape:020"/>
          <p:cNvSpPr/>
          <p:nvPr/>
        </p:nvSpPr>
        <p:spPr>
          <a:xfrm>
            <a:off x="7691110" y="2775857"/>
            <a:ext cx="1005840" cy="646611"/>
          </a:xfrm>
          <a:prstGeom prst="rect">
            <a:avLst/>
          </a:prstGeom>
          <a:solidFill>
            <a:srgbClr val="5A3921"/>
          </a:solidFill>
          <a:ln/>
        </p:spPr>
        <p:txBody>
          <a:bodyPr>
            <a:noAutofit/>
          </a:bodyPr>
          <a:p/>
        </p:txBody>
      </p:sp>
      <p:sp>
        <p:nvSpPr>
          <p:cNvPr id="21" name="shape:021"/>
          <p:cNvSpPr/>
          <p:nvPr/>
        </p:nvSpPr>
        <p:spPr>
          <a:xfrm>
            <a:off x="7508230" y="2519825"/>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23" name="shape:023"/>
          <p:cNvSpPr/>
          <p:nvPr/>
        </p:nvSpPr>
        <p:spPr>
          <a:xfrm>
            <a:off x="9789292" y="2775857"/>
            <a:ext cx="1005840" cy="2801983"/>
          </a:xfrm>
          <a:prstGeom prst="rect">
            <a:avLst/>
          </a:prstGeom>
          <a:solidFill>
            <a:srgbClr val="322014"/>
          </a:solidFill>
          <a:ln/>
        </p:spPr>
        <p:txBody>
          <a:bodyPr>
            <a:noAutofit/>
          </a:bodyPr>
          <a:p/>
        </p:txBody>
      </p:sp>
      <p:sp>
        <p:nvSpPr>
          <p:cNvPr id="24" name="shape:024"/>
          <p:cNvSpPr/>
          <p:nvPr/>
        </p:nvSpPr>
        <p:spPr>
          <a:xfrm>
            <a:off x="9606412" y="2519825"/>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13</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項目5</a:t>
            </a:r>
            <a:endParaRPr lang="en-US" sz="1050" dirty="0"/>
          </a:p>
        </p:txBody>
      </p:sp>
      <p:sp>
        <p:nvSpPr>
          <p:cNvPr id="26" name="shape:026"/>
          <p:cNvSpPr/>
          <p:nvPr/>
        </p:nvSpPr>
        <p:spPr>
          <a:xfrm>
            <a:off x="576072" y="5577840"/>
            <a:ext cx="11039551" cy="0"/>
          </a:xfrm>
          <a:prstGeom prst="line">
            <a:avLst/>
          </a:prstGeom>
          <a:noFill/>
          <a:ln w="12700">
            <a:solidFill>
              <a:srgbClr val="322014"/>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入力小数を保持（架空例）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2560467"/>
            <a:ext cx="1005840" cy="3017373"/>
          </a:xfrm>
          <a:prstGeom prst="rect">
            <a:avLst/>
          </a:prstGeom>
          <a:solidFill>
            <a:srgbClr val="322014"/>
          </a:solidFill>
          <a:ln/>
        </p:spPr>
        <p:txBody>
          <a:bodyPr>
            <a:noAutofit/>
          </a:bodyPr>
          <a:p/>
        </p:txBody>
      </p:sp>
      <p:sp>
        <p:nvSpPr>
          <p:cNvPr id="12" name="shape:012"/>
          <p:cNvSpPr/>
          <p:nvPr/>
        </p:nvSpPr>
        <p:spPr>
          <a:xfrm>
            <a:off x="1213683" y="2304435"/>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123456.7</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4" name="shape:014"/>
          <p:cNvSpPr/>
          <p:nvPr/>
        </p:nvSpPr>
        <p:spPr>
          <a:xfrm>
            <a:off x="3494745" y="2560442"/>
            <a:ext cx="1005840" cy="24"/>
          </a:xfrm>
          <a:prstGeom prst="rect">
            <a:avLst/>
          </a:prstGeom>
          <a:solidFill>
            <a:srgbClr val="5A3921"/>
          </a:solidFill>
          <a:ln/>
        </p:spPr>
        <p:txBody>
          <a:bodyPr>
            <a:noAutofit/>
          </a:bodyPr>
          <a:p/>
        </p:txBody>
      </p:sp>
      <p:sp>
        <p:nvSpPr>
          <p:cNvPr id="15" name="shape:015"/>
          <p:cNvSpPr/>
          <p:nvPr/>
        </p:nvSpPr>
        <p:spPr>
          <a:xfrm>
            <a:off x="3311865" y="230441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5592928" y="2560393"/>
            <a:ext cx="1005840" cy="49"/>
          </a:xfrm>
          <a:prstGeom prst="rect">
            <a:avLst/>
          </a:prstGeom>
          <a:solidFill>
            <a:srgbClr val="5A3921"/>
          </a:solidFill>
          <a:ln/>
        </p:spPr>
        <p:txBody>
          <a:bodyPr>
            <a:noAutofit/>
          </a:bodyPr>
          <a:p/>
        </p:txBody>
      </p:sp>
      <p:sp>
        <p:nvSpPr>
          <p:cNvPr id="18" name="shape:018"/>
          <p:cNvSpPr/>
          <p:nvPr/>
        </p:nvSpPr>
        <p:spPr>
          <a:xfrm>
            <a:off x="5410048" y="2304361"/>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+2</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20" name="shape:020"/>
          <p:cNvSpPr/>
          <p:nvPr/>
        </p:nvSpPr>
        <p:spPr>
          <a:xfrm>
            <a:off x="7691110" y="2560320"/>
            <a:ext cx="1005840" cy="73"/>
          </a:xfrm>
          <a:prstGeom prst="rect">
            <a:avLst/>
          </a:prstGeom>
          <a:solidFill>
            <a:srgbClr val="5A3921"/>
          </a:solidFill>
          <a:ln/>
        </p:spPr>
        <p:txBody>
          <a:bodyPr>
            <a:noAutofit/>
          </a:bodyPr>
          <a:p/>
        </p:txBody>
      </p:sp>
      <p:sp>
        <p:nvSpPr>
          <p:cNvPr id="21" name="shape:021"/>
          <p:cNvSpPr/>
          <p:nvPr/>
        </p:nvSpPr>
        <p:spPr>
          <a:xfrm>
            <a:off x="7508230"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23" name="shape:023"/>
          <p:cNvSpPr/>
          <p:nvPr/>
        </p:nvSpPr>
        <p:spPr>
          <a:xfrm>
            <a:off x="9789292" y="2560320"/>
            <a:ext cx="1005840" cy="3017520"/>
          </a:xfrm>
          <a:prstGeom prst="rect">
            <a:avLst/>
          </a:prstGeom>
          <a:solidFill>
            <a:srgbClr val="322014"/>
          </a:solidFill>
          <a:ln/>
        </p:spPr>
        <p:txBody>
          <a:bodyPr>
            <a:noAutofit/>
          </a:bodyPr>
          <a:p/>
        </p:txBody>
      </p:sp>
      <p:sp>
        <p:nvSpPr>
          <p:cNvPr id="24" name="shape:024"/>
          <p:cNvSpPr/>
          <p:nvPr/>
        </p:nvSpPr>
        <p:spPr>
          <a:xfrm>
            <a:off x="9606412"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123462.7</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項目5</a:t>
            </a:r>
            <a:endParaRPr lang="en-US" sz="1050" dirty="0"/>
          </a:p>
        </p:txBody>
      </p:sp>
      <p:sp>
        <p:nvSpPr>
          <p:cNvPr id="26" name="shape:026"/>
          <p:cNvSpPr/>
          <p:nvPr/>
        </p:nvSpPr>
        <p:spPr>
          <a:xfrm>
            <a:off x="576072" y="5577840"/>
            <a:ext cx="11039551" cy="0"/>
          </a:xfrm>
          <a:prstGeom prst="line">
            <a:avLst/>
          </a:prstGeom>
          <a:noFill/>
          <a:ln w="12700">
            <a:solidFill>
              <a:srgbClr val="322014"/>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b24</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10年間の年平均成長率（架空例）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4</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071B2C"/>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071B2C"/>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666B70"/>
                </a:solidFill>
                <a:latin typeface="Yu Gothic" pitchFamily="34" charset="0"/>
                <a:ea typeface="Yu Gothic" pitchFamily="34" charset="-122"/>
                <a:cs typeface="Yu Gothic" pitchFamily="34" charset="-120"/>
              </a:rPr>
              <a:t>単位、2020〜2030年</a:t>
            </a:r>
            <a:endParaRPr lang="en-US" sz="850" dirty="0"/>
          </a:p>
        </p:txBody>
      </p:sp>
      <p:graphicFrame>
        <p:nvGraphicFramePr>
          <p:cNvPr id="13" name="shape:013" descr=""/>
          <p:cNvGraphicFramePr/>
          <p:nvPr/>
        </p:nvGraphicFramePr>
        <p:xfrm>
          <a:off x="576072" y="2233602"/>
          <a:ext cx="8877361" cy="3523742"/>
        </p:xfrm>
        <a:graphic>
          <a:graphicData uri="http://schemas.openxmlformats.org/drawingml/2006/chart">
            <c:chart xmlns:c="http://schemas.openxmlformats.org/drawingml/2006/chart" r:id="rId2"/>
          </a:graphicData>
        </a:graphic>
      </p:graphicFrame>
      <p:sp>
        <p:nvSpPr>
          <p:cNvPr id="14" name="shape:014"/>
          <p:cNvSpPr/>
          <p:nvPr/>
        </p:nvSpPr>
        <p:spPr>
          <a:xfrm>
            <a:off x="8763183" y="257444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114</a:t>
            </a:r>
            <a:endParaRPr lang="en-US" sz="1200" dirty="0"/>
          </a:p>
        </p:txBody>
      </p:sp>
      <p:sp>
        <p:nvSpPr>
          <p:cNvPr id="15" name="shape:015"/>
          <p:cNvSpPr/>
          <p:nvPr/>
        </p:nvSpPr>
        <p:spPr>
          <a:xfrm>
            <a:off x="8763183" y="2999045"/>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96</a:t>
            </a:r>
            <a:endParaRPr lang="en-US" sz="1200" dirty="0"/>
          </a:p>
        </p:txBody>
      </p:sp>
      <p:sp>
        <p:nvSpPr>
          <p:cNvPr id="16" name="shape:016"/>
          <p:cNvSpPr/>
          <p:nvPr/>
        </p:nvSpPr>
        <p:spPr>
          <a:xfrm>
            <a:off x="8763183" y="335287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071B2C"/>
                </a:solidFill>
                <a:latin typeface="Yu Gothic" pitchFamily="34" charset="0"/>
                <a:ea typeface="Yu Gothic" pitchFamily="34" charset="-122"/>
                <a:cs typeface="Yu Gothic" pitchFamily="34" charset="-120"/>
              </a:rPr>
              <a:t>81</a:t>
            </a:r>
            <a:endParaRPr lang="en-US" sz="1200" dirty="0"/>
          </a:p>
        </p:txBody>
      </p:sp>
      <p:sp>
        <p:nvSpPr>
          <p:cNvPr id="17" name="shape:017"/>
          <p:cNvSpPr/>
          <p:nvPr/>
        </p:nvSpPr>
        <p:spPr>
          <a:xfrm>
            <a:off x="10021021" y="2079719"/>
            <a:ext cx="1775257" cy="219456"/>
          </a:xfrm>
          <a:prstGeom prst="rect">
            <a:avLst/>
          </a:prstGeom>
          <a:noFill/>
          <a:ln/>
        </p:spPr>
        <p:txBody>
          <a:bodyPr wrap="square" lIns="0" tIns="0" rIns="0" bIns="0" rtlCol="0" anchor="ctr">
            <a:noAutofit/>
          </a:bodyPr>
          <a:lstStyle/>
          <a:p>
            <a:pPr algn="l" indent="0" marL="0">
              <a:buNone/>
            </a:pPr>
            <a:r>
              <a:rPr lang="en-US" sz="1000" b="1" dirty="0">
                <a:solidFill>
                  <a:srgbClr val="071B2C"/>
                </a:solidFill>
                <a:latin typeface="Yu Gothic" pitchFamily="34" charset="0"/>
                <a:ea typeface="Yu Gothic" pitchFamily="34" charset="-122"/>
                <a:cs typeface="Yu Gothic" pitchFamily="34" charset="-120"/>
              </a:rPr>
              <a:t>年平均成長率（10年）</a:t>
            </a:r>
            <a:endParaRPr lang="en-US" sz="1000" dirty="0"/>
          </a:p>
        </p:txBody>
      </p:sp>
      <p:sp>
        <p:nvSpPr>
          <p:cNvPr id="18" name="shape:018"/>
          <p:cNvSpPr/>
          <p:nvPr/>
        </p:nvSpPr>
        <p:spPr>
          <a:xfrm>
            <a:off x="10021021" y="2543003"/>
            <a:ext cx="1226617" cy="318920"/>
          </a:xfrm>
          <a:prstGeom prst="rect">
            <a:avLst/>
          </a:prstGeom>
          <a:solidFill>
            <a:srgbClr val="071B2C"/>
          </a:solidFill>
          <a:ln/>
        </p:spPr>
        <p:txBody>
          <a:bodyPr>
            <a:noAutofit/>
          </a:bodyPr>
          <a:p/>
        </p:txBody>
      </p:sp>
      <p:sp>
        <p:nvSpPr>
          <p:cNvPr id="19" name="shape:019"/>
          <p:cNvSpPr/>
          <p:nvPr/>
        </p:nvSpPr>
        <p:spPr>
          <a:xfrm>
            <a:off x="10021021" y="254300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13%</a:t>
            </a:r>
            <a:endParaRPr lang="en-US" sz="1100" dirty="0"/>
          </a:p>
        </p:txBody>
      </p:sp>
      <p:sp>
        <p:nvSpPr>
          <p:cNvPr id="20" name="shape:020"/>
          <p:cNvSpPr/>
          <p:nvPr/>
        </p:nvSpPr>
        <p:spPr>
          <a:xfrm>
            <a:off x="10021021" y="2967601"/>
            <a:ext cx="1226617" cy="318920"/>
          </a:xfrm>
          <a:prstGeom prst="rect">
            <a:avLst/>
          </a:prstGeom>
          <a:solidFill>
            <a:srgbClr val="1E5F8C"/>
          </a:solidFill>
          <a:ln/>
        </p:spPr>
        <p:txBody>
          <a:bodyPr>
            <a:noAutofit/>
          </a:bodyPr>
          <a:p/>
        </p:txBody>
      </p:sp>
      <p:sp>
        <p:nvSpPr>
          <p:cNvPr id="21" name="shape:021"/>
          <p:cNvSpPr/>
          <p:nvPr/>
        </p:nvSpPr>
        <p:spPr>
          <a:xfrm>
            <a:off x="10021021" y="2967601"/>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11%</a:t>
            </a:r>
            <a:endParaRPr lang="en-US" sz="1100" dirty="0"/>
          </a:p>
        </p:txBody>
      </p:sp>
      <p:sp>
        <p:nvSpPr>
          <p:cNvPr id="22" name="shape:022"/>
          <p:cNvSpPr/>
          <p:nvPr/>
        </p:nvSpPr>
        <p:spPr>
          <a:xfrm>
            <a:off x="10021021" y="3359673"/>
            <a:ext cx="1226617" cy="318920"/>
          </a:xfrm>
          <a:prstGeom prst="rect">
            <a:avLst/>
          </a:prstGeom>
          <a:solidFill>
            <a:srgbClr val="79C8DC"/>
          </a:solidFill>
          <a:ln/>
        </p:spPr>
        <p:txBody>
          <a:bodyPr>
            <a:noAutofit/>
          </a:bodyPr>
          <a:p/>
        </p:txBody>
      </p:sp>
      <p:sp>
        <p:nvSpPr>
          <p:cNvPr id="23" name="shape:023"/>
          <p:cNvSpPr/>
          <p:nvPr/>
        </p:nvSpPr>
        <p:spPr>
          <a:xfrm>
            <a:off x="10021021" y="335967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9%</a:t>
            </a:r>
            <a:endParaRPr lang="en-US" sz="1100" dirty="0"/>
          </a:p>
        </p:txBody>
      </p:sp>
      <p:sp>
        <p:nvSpPr>
          <p:cNvPr id="24" name="shape:024"/>
          <p:cNvSpPr/>
          <p:nvPr/>
        </p:nvSpPr>
        <p:spPr>
          <a:xfrm>
            <a:off x="8105503" y="6008760"/>
            <a:ext cx="144000" cy="144000"/>
          </a:xfrm>
          <a:prstGeom prst="rect">
            <a:avLst/>
          </a:prstGeom>
          <a:solidFill>
            <a:srgbClr val="071B2C"/>
          </a:solidFill>
          <a:ln/>
        </p:spPr>
        <p:txBody>
          <a:bodyPr>
            <a:noAutofit/>
          </a:bodyPr>
          <a:p/>
        </p:txBody>
      </p:sp>
      <p:sp>
        <p:nvSpPr>
          <p:cNvPr id="25" name="shape:025"/>
          <p:cNvSpPr/>
          <p:nvPr/>
        </p:nvSpPr>
        <p:spPr>
          <a:xfrm>
            <a:off x="8303503" y="5989320"/>
            <a:ext cx="89916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上振れ</a:t>
            </a:r>
            <a:endParaRPr lang="en-US" sz="800" dirty="0"/>
          </a:p>
        </p:txBody>
      </p:sp>
      <p:sp>
        <p:nvSpPr>
          <p:cNvPr id="26" name="shape:026"/>
          <p:cNvSpPr/>
          <p:nvPr/>
        </p:nvSpPr>
        <p:spPr>
          <a:xfrm>
            <a:off x="9418663" y="6008760"/>
            <a:ext cx="144000" cy="144000"/>
          </a:xfrm>
          <a:prstGeom prst="rect">
            <a:avLst/>
          </a:prstGeom>
          <a:solidFill>
            <a:srgbClr val="1E5F8C"/>
          </a:solidFill>
          <a:ln/>
        </p:spPr>
        <p:txBody>
          <a:bodyPr>
            <a:noAutofit/>
          </a:bodyPr>
          <a:p/>
        </p:txBody>
      </p:sp>
      <p:sp>
        <p:nvSpPr>
          <p:cNvPr id="27" name="shape:027"/>
          <p:cNvSpPr/>
          <p:nvPr/>
        </p:nvSpPr>
        <p:spPr>
          <a:xfrm>
            <a:off x="9616663" y="5989320"/>
            <a:ext cx="57912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基準</a:t>
            </a:r>
            <a:endParaRPr lang="en-US" sz="800" dirty="0"/>
          </a:p>
        </p:txBody>
      </p:sp>
      <p:sp>
        <p:nvSpPr>
          <p:cNvPr id="28" name="shape:028"/>
          <p:cNvSpPr/>
          <p:nvPr/>
        </p:nvSpPr>
        <p:spPr>
          <a:xfrm>
            <a:off x="10411783" y="6008760"/>
            <a:ext cx="144000" cy="144000"/>
          </a:xfrm>
          <a:prstGeom prst="rect">
            <a:avLst/>
          </a:prstGeom>
          <a:solidFill>
            <a:srgbClr val="79C8DC"/>
          </a:solidFill>
          <a:ln/>
        </p:spPr>
        <p:txBody>
          <a:bodyPr>
            <a:noAutofit/>
          </a:bodyPr>
          <a:p/>
        </p:txBody>
      </p:sp>
      <p:sp>
        <p:nvSpPr>
          <p:cNvPr id="29" name="shape:029"/>
          <p:cNvSpPr/>
          <p:nvPr/>
        </p:nvSpPr>
        <p:spPr>
          <a:xfrm>
            <a:off x="10609783" y="5989320"/>
            <a:ext cx="1005840" cy="182880"/>
          </a:xfrm>
          <a:prstGeom prst="rect">
            <a:avLst/>
          </a:prstGeom>
          <a:noFill/>
          <a:ln/>
        </p:spPr>
        <p:txBody>
          <a:bodyPr wrap="square" lIns="0" tIns="0" rIns="0" bIns="0" rtlCol="0" anchor="ctr">
            <a:noAutofit/>
          </a:bodyPr>
          <a:lstStyle/>
          <a:p>
            <a:pPr algn="l" indent="0" marL="0">
              <a:buNone/>
            </a:pPr>
            <a:r>
              <a:rPr lang="en-US" sz="800" dirty="0">
                <a:solidFill>
                  <a:srgbClr val="071B2C"/>
                </a:solidFill>
                <a:latin typeface="Yu Gothic" pitchFamily="34" charset="0"/>
                <a:ea typeface="Yu Gothic" pitchFamily="34" charset="-122"/>
                <a:cs typeface="Yu Gothic" pitchFamily="34" charset="-120"/>
              </a:rPr>
              <a:t>下振れ</a:t>
            </a:r>
            <a:endParaRPr lang="en-US" sz="8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m08</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増減の符号を反転（架空例）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5</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3206931"/>
            <a:ext cx="1005840" cy="2370909"/>
          </a:xfrm>
          <a:prstGeom prst="rect">
            <a:avLst/>
          </a:prstGeom>
          <a:solidFill>
            <a:srgbClr val="071B2C"/>
          </a:solidFill>
          <a:ln/>
        </p:spPr>
        <p:txBody>
          <a:bodyPr>
            <a:noAutofit/>
          </a:bodyPr>
          <a:p/>
        </p:txBody>
      </p:sp>
      <p:sp>
        <p:nvSpPr>
          <p:cNvPr id="12" name="shape:012"/>
          <p:cNvSpPr/>
          <p:nvPr/>
        </p:nvSpPr>
        <p:spPr>
          <a:xfrm>
            <a:off x="1213683" y="2950899"/>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11</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項目1</a:t>
            </a:r>
            <a:endParaRPr lang="en-US" sz="1050" dirty="0"/>
          </a:p>
        </p:txBody>
      </p:sp>
      <p:sp>
        <p:nvSpPr>
          <p:cNvPr id="14" name="shape:014"/>
          <p:cNvSpPr/>
          <p:nvPr/>
        </p:nvSpPr>
        <p:spPr>
          <a:xfrm>
            <a:off x="3494745" y="2560320"/>
            <a:ext cx="1005840" cy="646611"/>
          </a:xfrm>
          <a:prstGeom prst="rect">
            <a:avLst/>
          </a:prstGeom>
          <a:solidFill>
            <a:srgbClr val="1E5F8C"/>
          </a:solidFill>
          <a:ln/>
        </p:spPr>
        <p:txBody>
          <a:bodyPr>
            <a:noAutofit/>
          </a:bodyPr>
          <a:p/>
        </p:txBody>
      </p:sp>
      <p:sp>
        <p:nvSpPr>
          <p:cNvPr id="15" name="shape:015"/>
          <p:cNvSpPr/>
          <p:nvPr/>
        </p:nvSpPr>
        <p:spPr>
          <a:xfrm>
            <a:off x="3311865"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+3</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5592928" y="2560320"/>
            <a:ext cx="1005840" cy="862149"/>
          </a:xfrm>
          <a:prstGeom prst="rect">
            <a:avLst/>
          </a:prstGeom>
          <a:solidFill>
            <a:srgbClr val="D94C68"/>
          </a:solidFill>
          <a:ln/>
        </p:spPr>
        <p:txBody>
          <a:bodyPr>
            <a:noAutofit/>
          </a:bodyPr>
          <a:p/>
        </p:txBody>
      </p:sp>
      <p:sp>
        <p:nvSpPr>
          <p:cNvPr id="18" name="shape:018"/>
          <p:cNvSpPr/>
          <p:nvPr/>
        </p:nvSpPr>
        <p:spPr>
          <a:xfrm>
            <a:off x="5410048"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-4</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項目3</a:t>
            </a:r>
            <a:endParaRPr lang="en-US" sz="1050" dirty="0"/>
          </a:p>
        </p:txBody>
      </p:sp>
      <p:sp>
        <p:nvSpPr>
          <p:cNvPr id="20" name="shape:020"/>
          <p:cNvSpPr/>
          <p:nvPr/>
        </p:nvSpPr>
        <p:spPr>
          <a:xfrm>
            <a:off x="7691110" y="2775857"/>
            <a:ext cx="1005840" cy="646611"/>
          </a:xfrm>
          <a:prstGeom prst="rect">
            <a:avLst/>
          </a:prstGeom>
          <a:solidFill>
            <a:srgbClr val="1E5F8C"/>
          </a:solidFill>
          <a:ln/>
        </p:spPr>
        <p:txBody>
          <a:bodyPr>
            <a:noAutofit/>
          </a:bodyPr>
          <a:p/>
        </p:txBody>
      </p:sp>
      <p:sp>
        <p:nvSpPr>
          <p:cNvPr id="21" name="shape:021"/>
          <p:cNvSpPr/>
          <p:nvPr/>
        </p:nvSpPr>
        <p:spPr>
          <a:xfrm>
            <a:off x="7508230" y="2519825"/>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項目4</a:t>
            </a:r>
            <a:endParaRPr lang="en-US" sz="1050" dirty="0"/>
          </a:p>
        </p:txBody>
      </p:sp>
      <p:sp>
        <p:nvSpPr>
          <p:cNvPr id="23" name="shape:023"/>
          <p:cNvSpPr/>
          <p:nvPr/>
        </p:nvSpPr>
        <p:spPr>
          <a:xfrm>
            <a:off x="9789292" y="2775857"/>
            <a:ext cx="1005840" cy="2801983"/>
          </a:xfrm>
          <a:prstGeom prst="rect">
            <a:avLst/>
          </a:prstGeom>
          <a:solidFill>
            <a:srgbClr val="071B2C"/>
          </a:solidFill>
          <a:ln/>
        </p:spPr>
        <p:txBody>
          <a:bodyPr>
            <a:noAutofit/>
          </a:bodyPr>
          <a:p/>
        </p:txBody>
      </p:sp>
      <p:sp>
        <p:nvSpPr>
          <p:cNvPr id="24" name="shape:024"/>
          <p:cNvSpPr/>
          <p:nvPr/>
        </p:nvSpPr>
        <p:spPr>
          <a:xfrm>
            <a:off x="9606412" y="2519825"/>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13</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項目5</a:t>
            </a:r>
            <a:endParaRPr lang="en-US" sz="1050" dirty="0"/>
          </a:p>
        </p:txBody>
      </p:sp>
      <p:sp>
        <p:nvSpPr>
          <p:cNvPr id="26" name="shape:026"/>
          <p:cNvSpPr/>
          <p:nvPr/>
        </p:nvSpPr>
        <p:spPr>
          <a:xfrm>
            <a:off x="576072" y="5577840"/>
            <a:ext cx="11039551" cy="0"/>
          </a:xfrm>
          <a:prstGeom prst="line">
            <a:avLst/>
          </a:prstGeom>
          <a:noFill/>
          <a:ln w="12700">
            <a:solidFill>
              <a:srgbClr val="071B2C"/>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071B2C"/>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666B70"/>
                </a:solidFill>
                <a:latin typeface="Yu Gothic" pitchFamily="34" charset="0"/>
                <a:ea typeface="Yu Gothic" pitchFamily="34" charset="-122"/>
                <a:cs typeface="Yu Gothic" pitchFamily="34" charset="-120"/>
              </a:rPr>
              <a:t>m08</a:t>
            </a:r>
            <a:endParaRPr lang="en-US" sz="800" dirty="0"/>
          </a:p>
        </p:txBody>
      </p:sp>
      <p:sp>
        <p:nvSpPr>
          <p:cNvPr id="4" name="shape:004"/>
          <p:cNvSpPr/>
          <p:nvPr/>
        </p:nvSpPr>
        <p:spPr>
          <a:xfrm>
            <a:off x="576072" y="784555"/>
            <a:ext cx="11039551" cy="0"/>
          </a:xfrm>
          <a:prstGeom prst="line">
            <a:avLst/>
          </a:prstGeom>
          <a:noFill/>
          <a:ln w="13970">
            <a:solidFill>
              <a:srgbClr val="071B2C"/>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071B2C"/>
                </a:solidFill>
                <a:latin typeface="Yu Mincho Demibold" pitchFamily="34" charset="0"/>
                <a:ea typeface="Yu Mincho Demibold" pitchFamily="34" charset="-122"/>
                <a:cs typeface="Yu Mincho Demibold" pitchFamily="34" charset="-120"/>
              </a:rPr>
              <a:t>入力小数を保持（架空例）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666B70"/>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D9DCDF"/>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071B2C"/>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666B70"/>
                </a:solidFill>
                <a:latin typeface="Yu Gothic" pitchFamily="34" charset="0"/>
                <a:ea typeface="Yu Gothic" pitchFamily="34" charset="-122"/>
                <a:cs typeface="Yu Gothic" pitchFamily="34" charset="-120"/>
              </a:rPr>
              <a:t>6</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071B2C"/>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2560467"/>
            <a:ext cx="1005840" cy="3017373"/>
          </a:xfrm>
          <a:prstGeom prst="rect">
            <a:avLst/>
          </a:prstGeom>
          <a:solidFill>
            <a:srgbClr val="071B2C"/>
          </a:solidFill>
          <a:ln/>
        </p:spPr>
        <p:txBody>
          <a:bodyPr>
            <a:noAutofit/>
          </a:bodyPr>
          <a:p/>
        </p:txBody>
      </p:sp>
      <p:sp>
        <p:nvSpPr>
          <p:cNvPr id="12" name="shape:012"/>
          <p:cNvSpPr/>
          <p:nvPr/>
        </p:nvSpPr>
        <p:spPr>
          <a:xfrm>
            <a:off x="1213683" y="2304435"/>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123456.7</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項目1</a:t>
            </a:r>
            <a:endParaRPr lang="en-US" sz="1050" dirty="0"/>
          </a:p>
        </p:txBody>
      </p:sp>
      <p:sp>
        <p:nvSpPr>
          <p:cNvPr id="14" name="shape:014"/>
          <p:cNvSpPr/>
          <p:nvPr/>
        </p:nvSpPr>
        <p:spPr>
          <a:xfrm>
            <a:off x="3494745" y="2560442"/>
            <a:ext cx="1005840" cy="24"/>
          </a:xfrm>
          <a:prstGeom prst="rect">
            <a:avLst/>
          </a:prstGeom>
          <a:solidFill>
            <a:srgbClr val="1E5F8C"/>
          </a:solidFill>
          <a:ln/>
        </p:spPr>
        <p:txBody>
          <a:bodyPr>
            <a:noAutofit/>
          </a:bodyPr>
          <a:p/>
        </p:txBody>
      </p:sp>
      <p:sp>
        <p:nvSpPr>
          <p:cNvPr id="15" name="shape:015"/>
          <p:cNvSpPr/>
          <p:nvPr/>
        </p:nvSpPr>
        <p:spPr>
          <a:xfrm>
            <a:off x="3311865" y="230441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項目2</a:t>
            </a:r>
            <a:endParaRPr lang="en-US" sz="1050" dirty="0"/>
          </a:p>
        </p:txBody>
      </p:sp>
      <p:sp>
        <p:nvSpPr>
          <p:cNvPr id="17" name="shape:017"/>
          <p:cNvSpPr/>
          <p:nvPr/>
        </p:nvSpPr>
        <p:spPr>
          <a:xfrm>
            <a:off x="5592928" y="2560393"/>
            <a:ext cx="1005840" cy="49"/>
          </a:xfrm>
          <a:prstGeom prst="rect">
            <a:avLst/>
          </a:prstGeom>
          <a:solidFill>
            <a:srgbClr val="1E5F8C"/>
          </a:solidFill>
          <a:ln/>
        </p:spPr>
        <p:txBody>
          <a:bodyPr>
            <a:noAutofit/>
          </a:bodyPr>
          <a:p/>
        </p:txBody>
      </p:sp>
      <p:sp>
        <p:nvSpPr>
          <p:cNvPr id="18" name="shape:018"/>
          <p:cNvSpPr/>
          <p:nvPr/>
        </p:nvSpPr>
        <p:spPr>
          <a:xfrm>
            <a:off x="5410048" y="2304361"/>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+2</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項目3</a:t>
            </a:r>
            <a:endParaRPr lang="en-US" sz="1050" dirty="0"/>
          </a:p>
        </p:txBody>
      </p:sp>
      <p:sp>
        <p:nvSpPr>
          <p:cNvPr id="20" name="shape:020"/>
          <p:cNvSpPr/>
          <p:nvPr/>
        </p:nvSpPr>
        <p:spPr>
          <a:xfrm>
            <a:off x="7691110" y="2560320"/>
            <a:ext cx="1005840" cy="73"/>
          </a:xfrm>
          <a:prstGeom prst="rect">
            <a:avLst/>
          </a:prstGeom>
          <a:solidFill>
            <a:srgbClr val="1E5F8C"/>
          </a:solidFill>
          <a:ln/>
        </p:spPr>
        <p:txBody>
          <a:bodyPr>
            <a:noAutofit/>
          </a:bodyPr>
          <a:p/>
        </p:txBody>
      </p:sp>
      <p:sp>
        <p:nvSpPr>
          <p:cNvPr id="21" name="shape:021"/>
          <p:cNvSpPr/>
          <p:nvPr/>
        </p:nvSpPr>
        <p:spPr>
          <a:xfrm>
            <a:off x="7508230"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項目4</a:t>
            </a:r>
            <a:endParaRPr lang="en-US" sz="1050" dirty="0"/>
          </a:p>
        </p:txBody>
      </p:sp>
      <p:sp>
        <p:nvSpPr>
          <p:cNvPr id="23" name="shape:023"/>
          <p:cNvSpPr/>
          <p:nvPr/>
        </p:nvSpPr>
        <p:spPr>
          <a:xfrm>
            <a:off x="9789292" y="2560320"/>
            <a:ext cx="1005840" cy="3017520"/>
          </a:xfrm>
          <a:prstGeom prst="rect">
            <a:avLst/>
          </a:prstGeom>
          <a:solidFill>
            <a:srgbClr val="071B2C"/>
          </a:solidFill>
          <a:ln/>
        </p:spPr>
        <p:txBody>
          <a:bodyPr>
            <a:noAutofit/>
          </a:bodyPr>
          <a:p/>
        </p:txBody>
      </p:sp>
      <p:sp>
        <p:nvSpPr>
          <p:cNvPr id="24" name="shape:024"/>
          <p:cNvSpPr/>
          <p:nvPr/>
        </p:nvSpPr>
        <p:spPr>
          <a:xfrm>
            <a:off x="9606412"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071B2C"/>
                </a:solidFill>
                <a:latin typeface="Yu Gothic" pitchFamily="34" charset="0"/>
                <a:ea typeface="Yu Gothic" pitchFamily="34" charset="-122"/>
                <a:cs typeface="Yu Gothic" pitchFamily="34" charset="-120"/>
              </a:rPr>
              <a:t>123462.7</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071B2C"/>
                </a:solidFill>
                <a:latin typeface="Yu Gothic" pitchFamily="34" charset="0"/>
                <a:ea typeface="Yu Gothic" pitchFamily="34" charset="-122"/>
                <a:cs typeface="Yu Gothic" pitchFamily="34" charset="-120"/>
              </a:rPr>
              <a:t>項目5</a:t>
            </a:r>
            <a:endParaRPr lang="en-US" sz="1050" dirty="0"/>
          </a:p>
        </p:txBody>
      </p:sp>
      <p:sp>
        <p:nvSpPr>
          <p:cNvPr id="26" name="shape:026"/>
          <p:cNvSpPr/>
          <p:nvPr/>
        </p:nvSpPr>
        <p:spPr>
          <a:xfrm>
            <a:off x="576072" y="5577840"/>
            <a:ext cx="11039551" cy="0"/>
          </a:xfrm>
          <a:prstGeom prst="line">
            <a:avLst/>
          </a:prstGeom>
          <a:noFill/>
          <a:ln w="12700">
            <a:solidFill>
              <a:srgbClr val="071B2C"/>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666B70"/>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