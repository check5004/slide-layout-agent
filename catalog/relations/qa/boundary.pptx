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a:t>
            </a:r>
          </a:p>
          <a:p>
            <a:r>
              <a:t>  "origin": "page01",</a:t>
            </a:r>
          </a:p>
          <a:p>
            <a:r>
              <a:t>  "layout_id": "rel_pair_2_lr",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"s0007",</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"s0001",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"s0002",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"s0003",</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"s0004",</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"s0005",</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"s0006",</a:t>
            </a:r>
          </a:p>
          <a:p>
            <a:r>
              <a:t>          "quote": "調調調調調調調調調調調調調調調調調調調調調調"</a:t>
            </a:r>
          </a:p>
          <a:p>
            <a:r>
              <a:t>        }</a:t>
            </a:r>
          </a:p>
          <a:p>
            <a:r>
              <a:t>      ],</a:t>
            </a:r>
          </a:p>
          <a:p>
            <a:r>
              <a:t>      "mode": "verbatim"</a:t>
            </a:r>
          </a:p>
          <a:p>
            <a:r>
              <a:t>    }</a:t>
            </a:r>
          </a:p>
          <a:p>
            <a:r>
              <a:t>  ],</a:t>
            </a:r>
          </a:p>
          <a:p>
            <a:r>
              <a:t>  "citations": {</a:t>
            </a:r>
          </a:p>
          <a:p>
            <a:r>
              <a:t>    "s0001": "架空設計書・構造検証用",</a:t>
            </a:r>
          </a:p>
          <a:p>
            <a:r>
              <a:t>    "s0002": "架空設計書・構造検証用",</a:t>
            </a:r>
          </a:p>
          <a:p>
            <a:r>
              <a:t>    "s0003": "架空設計書・構造検証用",</a:t>
            </a:r>
          </a:p>
          <a:p>
            <a:r>
              <a:t>    "s0004": "架空設計書・構造検証用",</a:t>
            </a:r>
          </a:p>
          <a:p>
            <a:r>
              <a:t>    "s0005": "架空設計書・構造検証用",</a:t>
            </a:r>
          </a:p>
          <a:p>
            <a:r>
              <a:t>    "s0006": "架空設計書・構造検証用",</a:t>
            </a:r>
          </a:p>
          <a:p>
            <a:r>
              <a:t>    "s0007":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"s0001",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"s0002",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"s0003",</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"s0004",</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"s0005",</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"s0006",</a:t>
            </a:r>
          </a:p>
          <a:p>
            <a:r>
              <a:t>                "quote": "調調調調調調調調調調調調調調調調調調調調調調"</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"s0001",</a:t>
            </a:r>
          </a:p>
          <a:p>
            <a:r>
              <a:t>    "s0002",</a:t>
            </a:r>
          </a:p>
          <a:p>
            <a:r>
              <a:t>    "s0003",</a:t>
            </a:r>
          </a:p>
          <a:p>
            <a:r>
              <a:t>    "s0004",</a:t>
            </a:r>
          </a:p>
          <a:p>
            <a:r>
              <a:t>    "s0005",</a:t>
            </a:r>
          </a:p>
          <a:p>
            <a:r>
              <a:t>    "s0006",</a:t>
            </a:r>
          </a:p>
          <a:p>
            <a:r>
              <a:t>    "s0007"</a:t>
            </a:r>
          </a:p>
          <a:p>
            <a:r>
              <a:t>  ],</a:t>
            </a:r>
          </a:p>
          <a:p>
            <a:r>
              <a:t>  "template_sha256": "405d3fcb821166ae5d34a156c52e4f6f8bda872ad9bcfa5c2ad77beb917883e5"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a:t>
            </a:r>
          </a:p>
          <a:p>
            <a:r>
              <a:t>  "origin": "page02",</a:t>
            </a:r>
          </a:p>
          <a:p>
            <a:r>
              <a:t>  "layout_id": "rel_pair_2_rl",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"s0014",</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"s0008",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"s0009",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"s0010",</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"s0011",</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"s0012",</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"s0013",</a:t>
            </a:r>
          </a:p>
          <a:p>
            <a:r>
              <a:t>          "quote": "調調調調調調調調調調調調調調調調調調調調調調"</a:t>
            </a:r>
          </a:p>
          <a:p>
            <a:r>
              <a:t>        }</a:t>
            </a:r>
          </a:p>
          <a:p>
            <a:r>
              <a:t>      ],</a:t>
            </a:r>
          </a:p>
          <a:p>
            <a:r>
              <a:t>      "mode": "verbatim"</a:t>
            </a:r>
          </a:p>
          <a:p>
            <a:r>
              <a:t>    }</a:t>
            </a:r>
          </a:p>
          <a:p>
            <a:r>
              <a:t>  ],</a:t>
            </a:r>
          </a:p>
          <a:p>
            <a:r>
              <a:t>  "citations": {</a:t>
            </a:r>
          </a:p>
          <a:p>
            <a:r>
              <a:t>    "s0008": "架空設計書・構造検証用",</a:t>
            </a:r>
          </a:p>
          <a:p>
            <a:r>
              <a:t>    "s0009": "架空設計書・構造検証用",</a:t>
            </a:r>
          </a:p>
          <a:p>
            <a:r>
              <a:t>    "s0010": "架空設計書・構造検証用",</a:t>
            </a:r>
          </a:p>
          <a:p>
            <a:r>
              <a:t>    "s0011": "架空設計書・構造検証用",</a:t>
            </a:r>
          </a:p>
          <a:p>
            <a:r>
              <a:t>    "s0012": "架空設計書・構造検証用",</a:t>
            </a:r>
          </a:p>
          <a:p>
            <a:r>
              <a:t>    "s0013": "架空設計書・構造検証用",</a:t>
            </a:r>
          </a:p>
          <a:p>
            <a:r>
              <a:t>    "s0014":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"s0008",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"s0009",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"s0010",</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"s0011",</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"s0012",</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"s0013",</a:t>
            </a:r>
          </a:p>
          <a:p>
            <a:r>
              <a:t>                "quote": "調調調調調調調調調調調調調調調調調調調調調調"</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"s0008",</a:t>
            </a:r>
          </a:p>
          <a:p>
            <a:r>
              <a:t>    "s0009",</a:t>
            </a:r>
          </a:p>
          <a:p>
            <a:r>
              <a:t>    "s0010",</a:t>
            </a:r>
          </a:p>
          <a:p>
            <a:r>
              <a:t>    "s0011",</a:t>
            </a:r>
          </a:p>
          <a:p>
            <a:r>
              <a:t>    "s0012",</a:t>
            </a:r>
          </a:p>
          <a:p>
            <a:r>
              <a:t>    "s0013",</a:t>
            </a:r>
          </a:p>
          <a:p>
            <a:r>
              <a:t>    "s0014"</a:t>
            </a:r>
          </a:p>
          <a:p>
            <a:r>
              <a:t>  ],</a:t>
            </a:r>
          </a:p>
          <a:p>
            <a:r>
              <a:t>  "template_sha256": "869eae8f968b77338344ec69a0a75b6bf738b418bff78c5d2d211773db131cfd"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a:t>
            </a:r>
          </a:p>
          <a:p>
            <a:r>
              <a:t>  "origin": "page03",</a:t>
            </a:r>
          </a:p>
          <a:p>
            <a:r>
              <a:t>  "layout_id": "rel_fan_3_lr",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"s0024",</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"s0015",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"s0016",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"s0017",</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"s0018",</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"s0019",</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"s0020",</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"s0021",</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"s0022",</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"s0023",</a:t>
            </a:r>
          </a:p>
          <a:p>
            <a:r>
              <a:t>          "quote": "調調調調調調調調調調調調調調調調調調調調調調"</a:t>
            </a:r>
          </a:p>
          <a:p>
            <a:r>
              <a:t>        }</a:t>
            </a:r>
          </a:p>
          <a:p>
            <a:r>
              <a:t>      ],</a:t>
            </a:r>
          </a:p>
          <a:p>
            <a:r>
              <a:t>      "mode": "verbatim"</a:t>
            </a:r>
          </a:p>
          <a:p>
            <a:r>
              <a:t>    }</a:t>
            </a:r>
          </a:p>
          <a:p>
            <a:r>
              <a:t>  ],</a:t>
            </a:r>
          </a:p>
          <a:p>
            <a:r>
              <a:t>  "citations": {</a:t>
            </a:r>
          </a:p>
          <a:p>
            <a:r>
              <a:t>    "s0015": "架空設計書・構造検証用",</a:t>
            </a:r>
          </a:p>
          <a:p>
            <a:r>
              <a:t>    "s0016": "架空設計書・構造検証用",</a:t>
            </a:r>
          </a:p>
          <a:p>
            <a:r>
              <a:t>    "s0017": "架空設計書・構造検証用",</a:t>
            </a:r>
          </a:p>
          <a:p>
            <a:r>
              <a:t>    "s0018": "架空設計書・構造検証用",</a:t>
            </a:r>
          </a:p>
          <a:p>
            <a:r>
              <a:t>    "s0019": "架空設計書・構造検証用",</a:t>
            </a:r>
          </a:p>
          <a:p>
            <a:r>
              <a:t>    "s0020": "架空設計書・構造検証用",</a:t>
            </a:r>
          </a:p>
          <a:p>
            <a:r>
              <a:t>    "s0021": "架空設計書・構造検証用",</a:t>
            </a:r>
          </a:p>
          <a:p>
            <a:r>
              <a:t>    "s0022": "架空設計書・構造検証用",</a:t>
            </a:r>
          </a:p>
          <a:p>
            <a:r>
              <a:t>    "s0023": "架空設計書・構造検証用",</a:t>
            </a:r>
          </a:p>
          <a:p>
            <a:r>
              <a:t>    "s0024":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"s0015",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"s0016",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"s0017",</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"s0018",</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"s0019",</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"s0020",</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"s0021",</a:t>
            </a:r>
          </a:p>
          <a:p>
            <a:r>
              <a:t>                "quote": "調調調調調調調調調調調調調調調調調調調調調調"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"調調調調調調調調調調調調調調調調調調調調調調",</a:t>
            </a:r>
          </a:p>
          <a:p>
            <a:r>
              <a:t>            "refs": [</a:t>
            </a:r>
          </a:p>
          <a:p>
            <a:r>
              <a:t>              {</a:t>
            </a:r>
          </a:p>
          <a:p>
            <a:r>
              <a:t>                "source_id": "s0022",</a:t>
            </a:r>
          </a:p>
          <a:p>
            <a:r>
              <a:t>                "quote": "調調調調調調調調調調調調調調調調調調調調調調"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"調調調調調調調調調調調調調調調調調調調調調調",</a:t>
            </a:r>
          </a:p>
          <a:p>
            <a:r>
              <a:t>            "refs": [</a:t>
            </a:r>
          </a:p>
          <a:p>
            <a:r>
              <a:t>              {</a:t>
            </a:r>
          </a:p>
          <a:p>
            <a:r>
              <a:t>                "source_id": "s0023",</a:t>
            </a:r>
          </a:p>
          <a:p>
            <a:r>
              <a:t>                "quote": "調調調調調調調調調調調調調調調調調調調調調調"</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"s0015",</a:t>
            </a:r>
          </a:p>
          <a:p>
            <a:r>
              <a:t>    "s0016",</a:t>
            </a:r>
          </a:p>
          <a:p>
            <a:r>
              <a:t>    "s0017",</a:t>
            </a:r>
          </a:p>
          <a:p>
            <a:r>
              <a:t>    "s0018",</a:t>
            </a:r>
          </a:p>
          <a:p>
            <a:r>
              <a:t>    "s0019",</a:t>
            </a:r>
          </a:p>
          <a:p>
            <a:r>
              <a:t>    "s0020",</a:t>
            </a:r>
          </a:p>
          <a:p>
            <a:r>
              <a:t>    "s0021",</a:t>
            </a:r>
          </a:p>
          <a:p>
            <a:r>
              <a:t>    "s0022",</a:t>
            </a:r>
          </a:p>
          <a:p>
            <a:r>
              <a:t>    "s0023",</a:t>
            </a:r>
          </a:p>
          <a:p>
            <a:r>
              <a:t>    "s0024"</a:t>
            </a:r>
          </a:p>
          <a:p>
            <a:r>
              <a:t>  ],</a:t>
            </a:r>
          </a:p>
          <a:p>
            <a:r>
              <a:t>  "template_sha256": "e4fcff0ee434bac09689ff3676c6f82d571e98576cfe52f712d6b644e16dbf49"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a:t>
            </a:r>
          </a:p>
          <a:p>
            <a:r>
              <a:t>  "origin": "page04",</a:t>
            </a:r>
          </a:p>
          <a:p>
            <a:r>
              <a:t>  "layout_id": "rel_fan_3_rl",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"s0034",</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"s0025",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"s0026",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"s0027",</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"s0028",</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"s0029",</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"s0030",</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"s0031",</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"s0032",</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"s0033",</a:t>
            </a:r>
          </a:p>
          <a:p>
            <a:r>
              <a:t>          "quote": "調調調調調調調調調調調調調調調調調調調調調調"</a:t>
            </a:r>
          </a:p>
          <a:p>
            <a:r>
              <a:t>        }</a:t>
            </a:r>
          </a:p>
          <a:p>
            <a:r>
              <a:t>      ],</a:t>
            </a:r>
          </a:p>
          <a:p>
            <a:r>
              <a:t>      "mode": "verbatim"</a:t>
            </a:r>
          </a:p>
          <a:p>
            <a:r>
              <a:t>    }</a:t>
            </a:r>
          </a:p>
          <a:p>
            <a:r>
              <a:t>  ],</a:t>
            </a:r>
          </a:p>
          <a:p>
            <a:r>
              <a:t>  "citations": {</a:t>
            </a:r>
          </a:p>
          <a:p>
            <a:r>
              <a:t>    "s0025": "架空設計書・構造検証用",</a:t>
            </a:r>
          </a:p>
          <a:p>
            <a:r>
              <a:t>    "s0026": "架空設計書・構造検証用",</a:t>
            </a:r>
          </a:p>
          <a:p>
            <a:r>
              <a:t>    "s0027": "架空設計書・構造検証用",</a:t>
            </a:r>
          </a:p>
          <a:p>
            <a:r>
              <a:t>    "s0028": "架空設計書・構造検証用",</a:t>
            </a:r>
          </a:p>
          <a:p>
            <a:r>
              <a:t>    "s0029": "架空設計書・構造検証用",</a:t>
            </a:r>
          </a:p>
          <a:p>
            <a:r>
              <a:t>    "s0030": "架空設計書・構造検証用",</a:t>
            </a:r>
          </a:p>
          <a:p>
            <a:r>
              <a:t>    "s0031": "架空設計書・構造検証用",</a:t>
            </a:r>
          </a:p>
          <a:p>
            <a:r>
              <a:t>    "s0032": "架空設計書・構造検証用",</a:t>
            </a:r>
          </a:p>
          <a:p>
            <a:r>
              <a:t>    "s0033": "架空設計書・構造検証用",</a:t>
            </a:r>
          </a:p>
          <a:p>
            <a:r>
              <a:t>    "s0034":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"s0025",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"s0026",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"s0027",</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"s0028",</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"s0029",</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"s0030",</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"s0031",</a:t>
            </a:r>
          </a:p>
          <a:p>
            <a:r>
              <a:t>                "quote": "調調調調調調調調調調調調調調調調調調調調調調"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"調調調調調調調調調調調調調調調調調調調調調調",</a:t>
            </a:r>
          </a:p>
          <a:p>
            <a:r>
              <a:t>            "refs": [</a:t>
            </a:r>
          </a:p>
          <a:p>
            <a:r>
              <a:t>              {</a:t>
            </a:r>
          </a:p>
          <a:p>
            <a:r>
              <a:t>                "source_id": "s0032",</a:t>
            </a:r>
          </a:p>
          <a:p>
            <a:r>
              <a:t>                "quote": "調調調調調調調調調調調調調調調調調調調調調調"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"調調調調調調調調調調調調調調調調調調調調調調",</a:t>
            </a:r>
          </a:p>
          <a:p>
            <a:r>
              <a:t>            "refs": [</a:t>
            </a:r>
          </a:p>
          <a:p>
            <a:r>
              <a:t>              {</a:t>
            </a:r>
          </a:p>
          <a:p>
            <a:r>
              <a:t>                "source_id": "s0033",</a:t>
            </a:r>
          </a:p>
          <a:p>
            <a:r>
              <a:t>                "quote": "調調調調調調調調調調調調調調調調調調調調調調"</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"s0025",</a:t>
            </a:r>
          </a:p>
          <a:p>
            <a:r>
              <a:t>    "s0026",</a:t>
            </a:r>
          </a:p>
          <a:p>
            <a:r>
              <a:t>    "s0027",</a:t>
            </a:r>
          </a:p>
          <a:p>
            <a:r>
              <a:t>    "s0028",</a:t>
            </a:r>
          </a:p>
          <a:p>
            <a:r>
              <a:t>    "s0029",</a:t>
            </a:r>
          </a:p>
          <a:p>
            <a:r>
              <a:t>    "s0030",</a:t>
            </a:r>
          </a:p>
          <a:p>
            <a:r>
              <a:t>    "s0031",</a:t>
            </a:r>
          </a:p>
          <a:p>
            <a:r>
              <a:t>    "s0032",</a:t>
            </a:r>
          </a:p>
          <a:p>
            <a:r>
              <a:t>    "s0033",</a:t>
            </a:r>
          </a:p>
          <a:p>
            <a:r>
              <a:t>    "s0034"</a:t>
            </a:r>
          </a:p>
          <a:p>
            <a:r>
              <a:t>  ],</a:t>
            </a:r>
          </a:p>
          <a:p>
            <a:r>
              <a:t>  "template_sha256": "0808ca09d1b734b97e70a810f99f5c3d09dbd79e12bf8f16cf71b631eaae08e6"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a:t>
            </a:r>
          </a:p>
          <a:p>
            <a:r>
              <a:t>  "origin": "page05",</a:t>
            </a:r>
          </a:p>
          <a:p>
            <a:r>
              <a:t>  "layout_id": "rel_fan_4_lr",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"s0048",</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"s0035",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"s0036",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"s0037",</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"s0038",</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"s0039",</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"s0040",</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"s0041",</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"s0042",</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"s0043",</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"s0044",</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"s0045",</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"s0046",</a:t>
            </a:r>
          </a:p>
          <a:p>
            <a:r>
              <a:t>          "quote": "調調調調調調調調調調調調調調調調調調調調調調"</a:t>
            </a:r>
          </a:p>
          <a:p>
            <a:r>
              <a:t>        }</a:t>
            </a:r>
          </a:p>
          <a:p>
            <a:r>
              <a:t>      ],</a:t>
            </a:r>
          </a:p>
          <a:p>
            <a:r>
              <a:t>      "mode": "verbatim"</a:t>
            </a:r>
          </a:p>
          <a:p>
            <a:r>
              <a:t>    },</a:t>
            </a:r>
          </a:p>
          <a:p>
            <a:r>
              <a:t>    {</a:t>
            </a:r>
          </a:p>
          <a:p>
            <a:r>
              <a:t>      "text": "調調調調調調調調調調調",</a:t>
            </a:r>
          </a:p>
          <a:p>
            <a:r>
              <a:t>      "refs": [</a:t>
            </a:r>
          </a:p>
          <a:p>
            <a:r>
              <a:t>        {</a:t>
            </a:r>
          </a:p>
          <a:p>
            <a:r>
              <a:t>          "source_id": "s0047",</a:t>
            </a:r>
          </a:p>
          <a:p>
            <a:r>
              <a:t>          "quote": "調調調調調調調調調調調は対象の機能を含む管理範囲を表す。"</a:t>
            </a:r>
          </a:p>
          <a:p>
            <a:r>
              <a:t>        }</a:t>
            </a:r>
          </a:p>
          <a:p>
            <a:r>
              <a:t>      ],</a:t>
            </a:r>
          </a:p>
          <a:p>
            <a:r>
              <a:t>      "mode": "verbatim"</a:t>
            </a:r>
          </a:p>
          <a:p>
            <a:r>
              <a:t>    }</a:t>
            </a:r>
          </a:p>
          <a:p>
            <a:r>
              <a:t>  ],</a:t>
            </a:r>
          </a:p>
          <a:p>
            <a:r>
              <a:t>  "citations": {</a:t>
            </a:r>
          </a:p>
          <a:p>
            <a:r>
              <a:t>    "s0035": "架空設計書・構造検証用",</a:t>
            </a:r>
          </a:p>
          <a:p>
            <a:r>
              <a:t>    "s0036": "架空設計書・構造検証用",</a:t>
            </a:r>
          </a:p>
          <a:p>
            <a:r>
              <a:t>    "s0037": "架空設計書・構造検証用",</a:t>
            </a:r>
          </a:p>
          <a:p>
            <a:r>
              <a:t>    "s0038": "架空設計書・構造検証用",</a:t>
            </a:r>
          </a:p>
          <a:p>
            <a:r>
              <a:t>    "s0039": "架空設計書・構造検証用",</a:t>
            </a:r>
          </a:p>
          <a:p>
            <a:r>
              <a:t>    "s0040": "架空設計書・構造検証用",</a:t>
            </a:r>
          </a:p>
          <a:p>
            <a:r>
              <a:t>    "s0041": "架空設計書・構造検証用",</a:t>
            </a:r>
          </a:p>
          <a:p>
            <a:r>
              <a:t>    "s0042": "架空設計書・構造検証用",</a:t>
            </a:r>
          </a:p>
          <a:p>
            <a:r>
              <a:t>    "s0043": "架空設計書・構造検証用",</a:t>
            </a:r>
          </a:p>
          <a:p>
            <a:r>
              <a:t>    "s0044": "架空設計書・構造検証用",</a:t>
            </a:r>
          </a:p>
          <a:p>
            <a:r>
              <a:t>    "s0045": "架空設計書・構造検証用",</a:t>
            </a:r>
          </a:p>
          <a:p>
            <a:r>
              <a:t>    "s0046": "架空設計書・構造検証用",</a:t>
            </a:r>
          </a:p>
          <a:p>
            <a:r>
              <a:t>    "s0047": "架空設計書・構造検証用",</a:t>
            </a:r>
          </a:p>
          <a:p>
            <a:r>
              <a:t>    "s0048":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"s0035",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"s0036",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"s0037",</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"s0038",</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"s0039",</a:t>
            </a:r>
          </a:p>
          <a:p>
            <a:r>
              <a:t>                "quote": "調調調調調調調調調調\n調調調調調調調調調調"</a:t>
            </a:r>
          </a:p>
          <a:p>
            <a:r>
              <a:t>              }</a:t>
            </a:r>
          </a:p>
          <a:p>
            <a:r>
              <a:t>            ],</a:t>
            </a:r>
          </a:p>
          <a:p>
            <a:r>
              <a:t>            "mode": "verbatim"</a:t>
            </a:r>
          </a:p>
          <a:p>
            <a:r>
              <a:t>          }</a:t>
            </a:r>
          </a:p>
          <a:p>
            <a:r>
              <a:t>        },</a:t>
            </a:r>
          </a:p>
          <a:p>
            <a:r>
              <a:t>        {</a:t>
            </a:r>
          </a:p>
          <a:p>
            <a:r>
              <a:t>          "id": "actor_3",</a:t>
            </a:r>
          </a:p>
          <a:p>
            <a:r>
              <a:t>          "label": {</a:t>
            </a:r>
          </a:p>
          <a:p>
            <a:r>
              <a:t>            "text": "調調調調調調調調調調\n調調調調調調調調調調",</a:t>
            </a:r>
          </a:p>
          <a:p>
            <a:r>
              <a:t>            "refs": [</a:t>
            </a:r>
          </a:p>
          <a:p>
            <a:r>
              <a:t>              {</a:t>
            </a:r>
          </a:p>
          <a:p>
            <a:r>
              <a:t>                "source_id": "s0040",</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"s0041",</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"s0042",</a:t>
            </a:r>
          </a:p>
          <a:p>
            <a:r>
              <a:t>                "quote": "調調調調調調調調調調調調調調調調調調調調調調"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"調調調調調調調調調調調調調調調調調調調調調調",</a:t>
            </a:r>
          </a:p>
          <a:p>
            <a:r>
              <a:t>            "refs": [</a:t>
            </a:r>
          </a:p>
          <a:p>
            <a:r>
              <a:t>              {</a:t>
            </a:r>
          </a:p>
          <a:p>
            <a:r>
              <a:t>                "source_id": "s0043",</a:t>
            </a:r>
          </a:p>
          <a:p>
            <a:r>
              <a:t>                "quote": "調調調調調調調調調調調調調調調調調調調調調調"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"調調調調調調調調調調調調調調調調調調調調調調",</a:t>
            </a:r>
          </a:p>
          <a:p>
            <a:r>
              <a:t>            "refs": [</a:t>
            </a:r>
          </a:p>
          <a:p>
            <a:r>
              <a:t>              {</a:t>
            </a:r>
          </a:p>
          <a:p>
            <a:r>
              <a:t>                "source_id": "s0044",</a:t>
            </a:r>
          </a:p>
          <a:p>
            <a:r>
              <a:t>                "quote": "調調調調調調調調調調調調調調調調調調調調調調"</a:t>
            </a:r>
          </a:p>
          <a:p>
            <a:r>
              <a:t>              }</a:t>
            </a:r>
          </a:p>
          <a:p>
            <a:r>
              <a:t>            ],</a:t>
            </a:r>
          </a:p>
          <a:p>
            <a:r>
              <a:t>            "mode": "verbatim"</a:t>
            </a:r>
          </a:p>
          <a:p>
            <a:r>
              <a:t>          }</a:t>
            </a:r>
          </a:p>
          <a:p>
            <a:r>
              <a:t>        },</a:t>
            </a:r>
          </a:p>
          <a:p>
            <a:r>
              <a:t>        {</a:t>
            </a:r>
          </a:p>
          <a:p>
            <a:r>
              <a:t>          "id": "edge_4",</a:t>
            </a:r>
          </a:p>
          <a:p>
            <a:r>
              <a:t>          "source": "actor_0",</a:t>
            </a:r>
          </a:p>
          <a:p>
            <a:r>
              <a:t>          "target": "actor_3",</a:t>
            </a:r>
          </a:p>
          <a:p>
            <a:r>
              <a:t>          "label": {</a:t>
            </a:r>
          </a:p>
          <a:p>
            <a:r>
              <a:t>            "text": "調調調調調調調調調調調調調調調調調調調調調調",</a:t>
            </a:r>
          </a:p>
          <a:p>
            <a:r>
              <a:t>            "refs": [</a:t>
            </a:r>
          </a:p>
          <a:p>
            <a:r>
              <a:t>              {</a:t>
            </a:r>
          </a:p>
          <a:p>
            <a:r>
              <a:t>                "source_id": "s0045",</a:t>
            </a:r>
          </a:p>
          <a:p>
            <a:r>
              <a:t>                "quote": "調調調調調調調調調調調調調調調調調調調調調調"</a:t>
            </a:r>
          </a:p>
          <a:p>
            <a:r>
              <a:t>              }</a:t>
            </a:r>
          </a:p>
          <a:p>
            <a:r>
              <a:t>            ],</a:t>
            </a:r>
          </a:p>
          <a:p>
            <a:r>
              <a:t>            "mode": "verbatim"</a:t>
            </a:r>
          </a:p>
          <a:p>
            <a:r>
              <a:t>          }</a:t>
            </a:r>
          </a:p>
          <a:p>
            <a:r>
              <a:t>        },</a:t>
            </a:r>
          </a:p>
          <a:p>
            <a:r>
              <a:t>        {</a:t>
            </a:r>
          </a:p>
          <a:p>
            <a:r>
              <a:t>          "id": "edge_5",</a:t>
            </a:r>
          </a:p>
          <a:p>
            <a:r>
              <a:t>          "source": "actor_3",</a:t>
            </a:r>
          </a:p>
          <a:p>
            <a:r>
              <a:t>          "target": "actor_0",</a:t>
            </a:r>
          </a:p>
          <a:p>
            <a:r>
              <a:t>          "label": {</a:t>
            </a:r>
          </a:p>
          <a:p>
            <a:r>
              <a:t>            "text": "調調調調調調調調調調調調調調調調調調調調調調",</a:t>
            </a:r>
          </a:p>
          <a:p>
            <a:r>
              <a:t>            "refs": [</a:t>
            </a:r>
          </a:p>
          <a:p>
            <a:r>
              <a:t>              {</a:t>
            </a:r>
          </a:p>
          <a:p>
            <a:r>
              <a:t>                "source_id": "s0046",</a:t>
            </a:r>
          </a:p>
          <a:p>
            <a:r>
              <a:t>                "quote": "調調調調調調調調調調調調調調調調調調調調調調"</a:t>
            </a:r>
          </a:p>
          <a:p>
            <a:r>
              <a:t>              }</a:t>
            </a:r>
          </a:p>
          <a:p>
            <a:r>
              <a:t>            ],</a:t>
            </a:r>
          </a:p>
          <a:p>
            <a:r>
              <a:t>            "mode": "verbatim"</a:t>
            </a:r>
          </a:p>
          <a:p>
            <a:r>
              <a:t>          }</a:t>
            </a:r>
          </a:p>
          <a:p>
            <a:r>
              <a:t>        }</a:t>
            </a:r>
          </a:p>
          <a:p>
            <a:r>
              <a:t>      ],</a:t>
            </a:r>
          </a:p>
          <a:p>
            <a:r>
              <a:t>      "boundaries": [</a:t>
            </a:r>
          </a:p>
          <a:p>
            <a:r>
              <a:t>        {</a:t>
            </a:r>
          </a:p>
          <a:p>
            <a:r>
              <a:t>          "id": "owner",</a:t>
            </a:r>
          </a:p>
          <a:p>
            <a:r>
              <a:t>          "kind": "contains",</a:t>
            </a:r>
          </a:p>
          <a:p>
            <a:r>
              <a:t>          "label": {</a:t>
            </a:r>
          </a:p>
          <a:p>
            <a:r>
              <a:t>            "text": "調調調調調調調調調調調",</a:t>
            </a:r>
          </a:p>
          <a:p>
            <a:r>
              <a:t>            "refs": [</a:t>
            </a:r>
          </a:p>
          <a:p>
            <a:r>
              <a:t>              {</a:t>
            </a:r>
          </a:p>
          <a:p>
            <a:r>
              <a:t>                "source_id": "s0047",</a:t>
            </a:r>
          </a:p>
          <a:p>
            <a:r>
              <a:t>                "quote": "調調調調調調調調調調調は対象の機能を含む管理範囲を表す。"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a:t>
            </a:r>
          </a:p>
          <a:p>
            <a:r>
              <a:t>  "template_sha256": "5a4e058f98df132af4cc123d4c8a45795ab3319841f30b2164720b801a2cf58b"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a:t>
            </a:r>
          </a:p>
          <a:p>
            <a:r>
              <a:t>  "origin": "page06",</a:t>
            </a:r>
          </a:p>
          <a:p>
            <a:r>
              <a:t>  "layout_id": "rel_fan_4_rl",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"s0062",</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"s0049",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"s0050",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"s0051",</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"s0052",</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"s0053",</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"s0054",</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"s0055",</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"s0056",</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"s0057",</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"s0058",</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"s0059",</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"s0060",</a:t>
            </a:r>
          </a:p>
          <a:p>
            <a:r>
              <a:t>          "quote": "調調調調調調調調調調調調調調調調調調調調調調"</a:t>
            </a:r>
          </a:p>
          <a:p>
            <a:r>
              <a:t>        }</a:t>
            </a:r>
          </a:p>
          <a:p>
            <a:r>
              <a:t>      ],</a:t>
            </a:r>
          </a:p>
          <a:p>
            <a:r>
              <a:t>      "mode": "verbatim"</a:t>
            </a:r>
          </a:p>
          <a:p>
            <a:r>
              <a:t>    },</a:t>
            </a:r>
          </a:p>
          <a:p>
            <a:r>
              <a:t>    {</a:t>
            </a:r>
          </a:p>
          <a:p>
            <a:r>
              <a:t>      "text": "調調調調調調調調調調調",</a:t>
            </a:r>
          </a:p>
          <a:p>
            <a:r>
              <a:t>      "refs": [</a:t>
            </a:r>
          </a:p>
          <a:p>
            <a:r>
              <a:t>        {</a:t>
            </a:r>
          </a:p>
          <a:p>
            <a:r>
              <a:t>          "source_id": "s0061",</a:t>
            </a:r>
          </a:p>
          <a:p>
            <a:r>
              <a:t>          "quote": "調調調調調調調調調調調は対象の機能を含む管理範囲を表す。"</a:t>
            </a:r>
          </a:p>
          <a:p>
            <a:r>
              <a:t>        }</a:t>
            </a:r>
          </a:p>
          <a:p>
            <a:r>
              <a:t>      ],</a:t>
            </a:r>
          </a:p>
          <a:p>
            <a:r>
              <a:t>      "mode": "verbatim"</a:t>
            </a:r>
          </a:p>
          <a:p>
            <a:r>
              <a:t>    }</a:t>
            </a:r>
          </a:p>
          <a:p>
            <a:r>
              <a:t>  ],</a:t>
            </a:r>
          </a:p>
          <a:p>
            <a:r>
              <a:t>  "citations": {</a:t>
            </a:r>
          </a:p>
          <a:p>
            <a:r>
              <a:t>    "s0049": "架空設計書・構造検証用",</a:t>
            </a:r>
          </a:p>
          <a:p>
            <a:r>
              <a:t>    "s0050": "架空設計書・構造検証用",</a:t>
            </a:r>
          </a:p>
          <a:p>
            <a:r>
              <a:t>    "s0051": "架空設計書・構造検証用",</a:t>
            </a:r>
          </a:p>
          <a:p>
            <a:r>
              <a:t>    "s0052": "架空設計書・構造検証用",</a:t>
            </a:r>
          </a:p>
          <a:p>
            <a:r>
              <a:t>    "s0053": "架空設計書・構造検証用",</a:t>
            </a:r>
          </a:p>
          <a:p>
            <a:r>
              <a:t>    "s0054": "架空設計書・構造検証用",</a:t>
            </a:r>
          </a:p>
          <a:p>
            <a:r>
              <a:t>    "s0055": "架空設計書・構造検証用",</a:t>
            </a:r>
          </a:p>
          <a:p>
            <a:r>
              <a:t>    "s0056": "架空設計書・構造検証用",</a:t>
            </a:r>
          </a:p>
          <a:p>
            <a:r>
              <a:t>    "s0057": "架空設計書・構造検証用",</a:t>
            </a:r>
          </a:p>
          <a:p>
            <a:r>
              <a:t>    "s0058": "架空設計書・構造検証用",</a:t>
            </a:r>
          </a:p>
          <a:p>
            <a:r>
              <a:t>    "s0059": "架空設計書・構造検証用",</a:t>
            </a:r>
          </a:p>
          <a:p>
            <a:r>
              <a:t>    "s0060": "架空設計書・構造検証用",</a:t>
            </a:r>
          </a:p>
          <a:p>
            <a:r>
              <a:t>    "s0061": "架空設計書・構造検証用",</a:t>
            </a:r>
          </a:p>
          <a:p>
            <a:r>
              <a:t>    "s0062":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"s0049",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"s0050",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"s0051",</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"s0052",</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"s0053",</a:t>
            </a:r>
          </a:p>
          <a:p>
            <a:r>
              <a:t>                "quote": "調調調調調調調調調調\n調調調調調調調調調調"</a:t>
            </a:r>
          </a:p>
          <a:p>
            <a:r>
              <a:t>              }</a:t>
            </a:r>
          </a:p>
          <a:p>
            <a:r>
              <a:t>            ],</a:t>
            </a:r>
          </a:p>
          <a:p>
            <a:r>
              <a:t>            "mode": "verbatim"</a:t>
            </a:r>
          </a:p>
          <a:p>
            <a:r>
              <a:t>          }</a:t>
            </a:r>
          </a:p>
          <a:p>
            <a:r>
              <a:t>        },</a:t>
            </a:r>
          </a:p>
          <a:p>
            <a:r>
              <a:t>        {</a:t>
            </a:r>
          </a:p>
          <a:p>
            <a:r>
              <a:t>          "id": "actor_3",</a:t>
            </a:r>
          </a:p>
          <a:p>
            <a:r>
              <a:t>          "label": {</a:t>
            </a:r>
          </a:p>
          <a:p>
            <a:r>
              <a:t>            "text": "調調調調調調調調調調\n調調調調調調調調調調",</a:t>
            </a:r>
          </a:p>
          <a:p>
            <a:r>
              <a:t>            "refs": [</a:t>
            </a:r>
          </a:p>
          <a:p>
            <a:r>
              <a:t>              {</a:t>
            </a:r>
          </a:p>
          <a:p>
            <a:r>
              <a:t>                "source_id": "s0054",</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"s0055",</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"s0056",</a:t>
            </a:r>
          </a:p>
          <a:p>
            <a:r>
              <a:t>                "quote": "調調調調調調調調調調調調調調調調調調調調調調"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"調調調調調調調調調調調調調調調調調調調調調調",</a:t>
            </a:r>
          </a:p>
          <a:p>
            <a:r>
              <a:t>            "refs": [</a:t>
            </a:r>
          </a:p>
          <a:p>
            <a:r>
              <a:t>              {</a:t>
            </a:r>
          </a:p>
          <a:p>
            <a:r>
              <a:t>                "source_id": "s0057",</a:t>
            </a:r>
          </a:p>
          <a:p>
            <a:r>
              <a:t>                "quote": "調調調調調調調調調調調調調調調調調調調調調調"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"調調調調調調調調調調調調調調調調調調調調調調",</a:t>
            </a:r>
          </a:p>
          <a:p>
            <a:r>
              <a:t>            "refs": [</a:t>
            </a:r>
          </a:p>
          <a:p>
            <a:r>
              <a:t>              {</a:t>
            </a:r>
          </a:p>
          <a:p>
            <a:r>
              <a:t>                "source_id": "s0058",</a:t>
            </a:r>
          </a:p>
          <a:p>
            <a:r>
              <a:t>                "quote": "調調調調調調調調調調調調調調調調調調調調調調"</a:t>
            </a:r>
          </a:p>
          <a:p>
            <a:r>
              <a:t>              }</a:t>
            </a:r>
          </a:p>
          <a:p>
            <a:r>
              <a:t>            ],</a:t>
            </a:r>
          </a:p>
          <a:p>
            <a:r>
              <a:t>            "mode": "verbatim"</a:t>
            </a:r>
          </a:p>
          <a:p>
            <a:r>
              <a:t>          }</a:t>
            </a:r>
          </a:p>
          <a:p>
            <a:r>
              <a:t>        },</a:t>
            </a:r>
          </a:p>
          <a:p>
            <a:r>
              <a:t>        {</a:t>
            </a:r>
          </a:p>
          <a:p>
            <a:r>
              <a:t>          "id": "edge_4",</a:t>
            </a:r>
          </a:p>
          <a:p>
            <a:r>
              <a:t>          "source": "actor_0",</a:t>
            </a:r>
          </a:p>
          <a:p>
            <a:r>
              <a:t>          "target": "actor_3",</a:t>
            </a:r>
          </a:p>
          <a:p>
            <a:r>
              <a:t>          "label": {</a:t>
            </a:r>
          </a:p>
          <a:p>
            <a:r>
              <a:t>            "text": "調調調調調調調調調調調調調調調調調調調調調調",</a:t>
            </a:r>
          </a:p>
          <a:p>
            <a:r>
              <a:t>            "refs": [</a:t>
            </a:r>
          </a:p>
          <a:p>
            <a:r>
              <a:t>              {</a:t>
            </a:r>
          </a:p>
          <a:p>
            <a:r>
              <a:t>                "source_id": "s0059",</a:t>
            </a:r>
          </a:p>
          <a:p>
            <a:r>
              <a:t>                "quote": "調調調調調調調調調調調調調調調調調調調調調調"</a:t>
            </a:r>
          </a:p>
          <a:p>
            <a:r>
              <a:t>              }</a:t>
            </a:r>
          </a:p>
          <a:p>
            <a:r>
              <a:t>            ],</a:t>
            </a:r>
          </a:p>
          <a:p>
            <a:r>
              <a:t>            "mode": "verbatim"</a:t>
            </a:r>
          </a:p>
          <a:p>
            <a:r>
              <a:t>          }</a:t>
            </a:r>
          </a:p>
          <a:p>
            <a:r>
              <a:t>        },</a:t>
            </a:r>
          </a:p>
          <a:p>
            <a:r>
              <a:t>        {</a:t>
            </a:r>
          </a:p>
          <a:p>
            <a:r>
              <a:t>          "id": "edge_5",</a:t>
            </a:r>
          </a:p>
          <a:p>
            <a:r>
              <a:t>          "source": "actor_3",</a:t>
            </a:r>
          </a:p>
          <a:p>
            <a:r>
              <a:t>          "target": "actor_0",</a:t>
            </a:r>
          </a:p>
          <a:p>
            <a:r>
              <a:t>          "label": {</a:t>
            </a:r>
          </a:p>
          <a:p>
            <a:r>
              <a:t>            "text": "調調調調調調調調調調調調調調調調調調調調調調",</a:t>
            </a:r>
          </a:p>
          <a:p>
            <a:r>
              <a:t>            "refs": [</a:t>
            </a:r>
          </a:p>
          <a:p>
            <a:r>
              <a:t>              {</a:t>
            </a:r>
          </a:p>
          <a:p>
            <a:r>
              <a:t>                "source_id": "s0060",</a:t>
            </a:r>
          </a:p>
          <a:p>
            <a:r>
              <a:t>                "quote": "調調調調調調調調調調調調調調調調調調調調調調"</a:t>
            </a:r>
          </a:p>
          <a:p>
            <a:r>
              <a:t>              }</a:t>
            </a:r>
          </a:p>
          <a:p>
            <a:r>
              <a:t>            ],</a:t>
            </a:r>
          </a:p>
          <a:p>
            <a:r>
              <a:t>            "mode": "verbatim"</a:t>
            </a:r>
          </a:p>
          <a:p>
            <a:r>
              <a:t>          }</a:t>
            </a:r>
          </a:p>
          <a:p>
            <a:r>
              <a:t>        }</a:t>
            </a:r>
          </a:p>
          <a:p>
            <a:r>
              <a:t>      ],</a:t>
            </a:r>
          </a:p>
          <a:p>
            <a:r>
              <a:t>      "boundaries": [</a:t>
            </a:r>
          </a:p>
          <a:p>
            <a:r>
              <a:t>        {</a:t>
            </a:r>
          </a:p>
          <a:p>
            <a:r>
              <a:t>          "id": "owner",</a:t>
            </a:r>
          </a:p>
          <a:p>
            <a:r>
              <a:t>          "kind": "contains",</a:t>
            </a:r>
          </a:p>
          <a:p>
            <a:r>
              <a:t>          "label": {</a:t>
            </a:r>
          </a:p>
          <a:p>
            <a:r>
              <a:t>            "text": "調調調調調調調調調調調",</a:t>
            </a:r>
          </a:p>
          <a:p>
            <a:r>
              <a:t>            "refs": [</a:t>
            </a:r>
          </a:p>
          <a:p>
            <a:r>
              <a:t>              {</a:t>
            </a:r>
          </a:p>
          <a:p>
            <a:r>
              <a:t>                "source_id": "s0061",</a:t>
            </a:r>
          </a:p>
          <a:p>
            <a:r>
              <a:t>                "quote": "調調調調調調調調調調調は対象の機能を含む管理範囲を表す。"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a:t>
            </a:r>
          </a:p>
          <a:p>
            <a:r>
              <a:t>  "template_sha256": "7b306c7754cb218d45960a8408c645f9be54bee4a53a9f49735450955c8a81e9"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a:t>
            </a:r>
          </a:p>
          <a:p>
            <a:r>
              <a:t>  "origin": "page07",</a:t>
            </a:r>
          </a:p>
          <a:p>
            <a:r>
              <a:t>  "layout_id": "rel_fan_5_lr",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"s0079",</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"s0063",</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"s0064",</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"s0065",</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"s0066",</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"s0067",</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"s0068",</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"s0069",</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"s0070",</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"s0071",</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"s0072",</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"s0073",</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"s0074",</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"s0075",</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"s0076",</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"s0077",</a:t>
            </a:r>
          </a:p>
          <a:p>
            <a:r>
              <a:t>          "quote": "調調調調調調調調調調調調調調調調調調調調調調"</a:t>
            </a:r>
          </a:p>
          <a:p>
            <a:r>
              <a:t>        }</a:t>
            </a:r>
          </a:p>
          <a:p>
            <a:r>
              <a:t>      ],</a:t>
            </a:r>
          </a:p>
          <a:p>
            <a:r>
              <a:t>      "mode": "verbatim"</a:t>
            </a:r>
          </a:p>
          <a:p>
            <a:r>
              <a:t>    },</a:t>
            </a:r>
          </a:p>
          <a:p>
            <a:r>
              <a:t>    {</a:t>
            </a:r>
          </a:p>
          <a:p>
            <a:r>
              <a:t>      "text": "調調調調調調調調調調調",</a:t>
            </a:r>
          </a:p>
          <a:p>
            <a:r>
              <a:t>      "refs": [</a:t>
            </a:r>
          </a:p>
          <a:p>
            <a:r>
              <a:t>        {</a:t>
            </a:r>
          </a:p>
          <a:p>
            <a:r>
              <a:t>          "source_id": "s0078",</a:t>
            </a:r>
          </a:p>
          <a:p>
            <a:r>
              <a:t>          "quote": "調調調調調調調調調調調は対象の機能を含む管理範囲を表す。"</a:t>
            </a:r>
          </a:p>
          <a:p>
            <a:r>
              <a:t>        }</a:t>
            </a:r>
          </a:p>
          <a:p>
            <a:r>
              <a:t>      ],</a:t>
            </a:r>
          </a:p>
          <a:p>
            <a:r>
              <a:t>      "mode": "verbatim"</a:t>
            </a:r>
          </a:p>
          <a:p>
            <a:r>
              <a:t>    }</a:t>
            </a:r>
          </a:p>
          <a:p>
            <a:r>
              <a:t>  ],</a:t>
            </a:r>
          </a:p>
          <a:p>
            <a:r>
              <a:t>  "citations": {</a:t>
            </a:r>
          </a:p>
          <a:p>
            <a:r>
              <a:t>    "s0063": "架空設計書・構造検証用",</a:t>
            </a:r>
          </a:p>
          <a:p>
            <a:r>
              <a:t>    "s0064": "架空設計書・構造検証用",</a:t>
            </a:r>
          </a:p>
          <a:p>
            <a:r>
              <a:t>    "s0065": "架空設計書・構造検証用",</a:t>
            </a:r>
          </a:p>
          <a:p>
            <a:r>
              <a:t>    "s0066": "架空設計書・構造検証用",</a:t>
            </a:r>
          </a:p>
          <a:p>
            <a:r>
              <a:t>    "s0067": "架空設計書・構造検証用",</a:t>
            </a:r>
          </a:p>
          <a:p>
            <a:r>
              <a:t>    "s0068": "架空設計書・構造検証用",</a:t>
            </a:r>
          </a:p>
          <a:p>
            <a:r>
              <a:t>    "s0069": "架空設計書・構造検証用",</a:t>
            </a:r>
          </a:p>
          <a:p>
            <a:r>
              <a:t>    "s0070": "架空設計書・構造検証用",</a:t>
            </a:r>
          </a:p>
          <a:p>
            <a:r>
              <a:t>    "s0071": "架空設計書・構造検証用",</a:t>
            </a:r>
          </a:p>
          <a:p>
            <a:r>
              <a:t>    "s0072": "架空設計書・構造検証用",</a:t>
            </a:r>
          </a:p>
          <a:p>
            <a:r>
              <a:t>    "s0073": "架空設計書・構造検証用",</a:t>
            </a:r>
          </a:p>
          <a:p>
            <a:r>
              <a:t>    "s0074": "架空設計書・構造検証用",</a:t>
            </a:r>
          </a:p>
          <a:p>
            <a:r>
              <a:t>    "s0075": "架空設計書・構造検証用",</a:t>
            </a:r>
          </a:p>
          <a:p>
            <a:r>
              <a:t>    "s0076": "架空設計書・構造検証用",</a:t>
            </a:r>
          </a:p>
          <a:p>
            <a:r>
              <a:t>    "s0077": "架空設計書・構造検証用",</a:t>
            </a:r>
          </a:p>
          <a:p>
            <a:r>
              <a:t>    "s0078": "架空設計書・構造検証用",</a:t>
            </a:r>
          </a:p>
          <a:p>
            <a:r>
              <a:t>    "s0079":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"s0063",</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"s0064",</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"s0065",</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"s0066",</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"s0067",</a:t>
            </a:r>
          </a:p>
          <a:p>
            <a:r>
              <a:t>                "quote": "調調調調調調調調調調\n調調調調調調調調調調"</a:t>
            </a:r>
          </a:p>
          <a:p>
            <a:r>
              <a:t>              }</a:t>
            </a:r>
          </a:p>
          <a:p>
            <a:r>
              <a:t>            ],</a:t>
            </a:r>
          </a:p>
          <a:p>
            <a:r>
              <a:t>            "mode": "verbatim"</a:t>
            </a:r>
          </a:p>
          <a:p>
            <a:r>
              <a:t>          }</a:t>
            </a:r>
          </a:p>
          <a:p>
            <a:r>
              <a:t>        },</a:t>
            </a:r>
          </a:p>
          <a:p>
            <a:r>
              <a:t>        {</a:t>
            </a:r>
          </a:p>
          <a:p>
            <a:r>
              <a:t>          "id": "actor_3",</a:t>
            </a:r>
          </a:p>
          <a:p>
            <a:r>
              <a:t>          "label": {</a:t>
            </a:r>
          </a:p>
          <a:p>
            <a:r>
              <a:t>            "text": "調調調調調調調調調調\n調調調調調調調調調調",</a:t>
            </a:r>
          </a:p>
          <a:p>
            <a:r>
              <a:t>            "refs": [</a:t>
            </a:r>
          </a:p>
          <a:p>
            <a:r>
              <a:t>              {</a:t>
            </a:r>
          </a:p>
          <a:p>
            <a:r>
              <a:t>                "source_id": "s0068",</a:t>
            </a:r>
          </a:p>
          <a:p>
            <a:r>
              <a:t>                "quote": "調調調調調調調調調調\n調調調調調調調調調調"</a:t>
            </a:r>
          </a:p>
          <a:p>
            <a:r>
              <a:t>              }</a:t>
            </a:r>
          </a:p>
          <a:p>
            <a:r>
              <a:t>            ],</a:t>
            </a:r>
          </a:p>
          <a:p>
            <a:r>
              <a:t>            "mode": "verbatim"</a:t>
            </a:r>
          </a:p>
          <a:p>
            <a:r>
              <a:t>          }</a:t>
            </a:r>
          </a:p>
          <a:p>
            <a:r>
              <a:t>        },</a:t>
            </a:r>
          </a:p>
          <a:p>
            <a:r>
              <a:t>        {</a:t>
            </a:r>
          </a:p>
          <a:p>
            <a:r>
              <a:t>          "id": "actor_4",</a:t>
            </a:r>
          </a:p>
          <a:p>
            <a:r>
              <a:t>          "label": {</a:t>
            </a:r>
          </a:p>
          <a:p>
            <a:r>
              <a:t>            "text": "調調調調調調調調調調\n調調調調調調調調調調",</a:t>
            </a:r>
          </a:p>
          <a:p>
            <a:r>
              <a:t>            "refs": [</a:t>
            </a:r>
          </a:p>
          <a:p>
            <a:r>
              <a:t>              {</a:t>
            </a:r>
          </a:p>
          <a:p>
            <a:r>
              <a:t>                "source_id": "s0069",</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"s0070",</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"s0071",</a:t>
            </a:r>
          </a:p>
          <a:p>
            <a:r>
              <a:t>                "quote": "調調調調調調調調調調調調調調調調調調調調調調"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"調調調調調調調調調調調調調調調調調調調調調調",</a:t>
            </a:r>
          </a:p>
          <a:p>
            <a:r>
              <a:t>            "refs": [</a:t>
            </a:r>
          </a:p>
          <a:p>
            <a:r>
              <a:t>              {</a:t>
            </a:r>
          </a:p>
          <a:p>
            <a:r>
              <a:t>                "source_id": "s0072",</a:t>
            </a:r>
          </a:p>
          <a:p>
            <a:r>
              <a:t>                "quote": "調調調調調調調調調調調調調調調調調調調調調調"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"調調調調調調調調調調調調調調調調調調調調調調",</a:t>
            </a:r>
          </a:p>
          <a:p>
            <a:r>
              <a:t>            "refs": [</a:t>
            </a:r>
          </a:p>
          <a:p>
            <a:r>
              <a:t>              {</a:t>
            </a:r>
          </a:p>
          <a:p>
            <a:r>
              <a:t>                "source_id": "s0073",</a:t>
            </a:r>
          </a:p>
          <a:p>
            <a:r>
              <a:t>                "quote": "調調調調調調調調調調調調調調調調調調調調調調"</a:t>
            </a:r>
          </a:p>
          <a:p>
            <a:r>
              <a:t>              }</a:t>
            </a:r>
          </a:p>
          <a:p>
            <a:r>
              <a:t>            ],</a:t>
            </a:r>
          </a:p>
          <a:p>
            <a:r>
              <a:t>            "mode": "verbatim"</a:t>
            </a:r>
          </a:p>
          <a:p>
            <a:r>
              <a:t>          }</a:t>
            </a:r>
          </a:p>
          <a:p>
            <a:r>
              <a:t>        },</a:t>
            </a:r>
          </a:p>
          <a:p>
            <a:r>
              <a:t>        {</a:t>
            </a:r>
          </a:p>
          <a:p>
            <a:r>
              <a:t>          "id": "edge_4",</a:t>
            </a:r>
          </a:p>
          <a:p>
            <a:r>
              <a:t>          "source": "actor_0",</a:t>
            </a:r>
          </a:p>
          <a:p>
            <a:r>
              <a:t>          "target": "actor_3",</a:t>
            </a:r>
          </a:p>
          <a:p>
            <a:r>
              <a:t>          "label": {</a:t>
            </a:r>
          </a:p>
          <a:p>
            <a:r>
              <a:t>            "text": "調調調調調調調調調調調調調調調調調調調調調調",</a:t>
            </a:r>
          </a:p>
          <a:p>
            <a:r>
              <a:t>            "refs": [</a:t>
            </a:r>
          </a:p>
          <a:p>
            <a:r>
              <a:t>              {</a:t>
            </a:r>
          </a:p>
          <a:p>
            <a:r>
              <a:t>                "source_id": "s0074",</a:t>
            </a:r>
          </a:p>
          <a:p>
            <a:r>
              <a:t>                "quote": "調調調調調調調調調調調調調調調調調調調調調調"</a:t>
            </a:r>
          </a:p>
          <a:p>
            <a:r>
              <a:t>              }</a:t>
            </a:r>
          </a:p>
          <a:p>
            <a:r>
              <a:t>            ],</a:t>
            </a:r>
          </a:p>
          <a:p>
            <a:r>
              <a:t>            "mode": "verbatim"</a:t>
            </a:r>
          </a:p>
          <a:p>
            <a:r>
              <a:t>          }</a:t>
            </a:r>
          </a:p>
          <a:p>
            <a:r>
              <a:t>        },</a:t>
            </a:r>
          </a:p>
          <a:p>
            <a:r>
              <a:t>        {</a:t>
            </a:r>
          </a:p>
          <a:p>
            <a:r>
              <a:t>          "id": "edge_5",</a:t>
            </a:r>
          </a:p>
          <a:p>
            <a:r>
              <a:t>          "source": "actor_3",</a:t>
            </a:r>
          </a:p>
          <a:p>
            <a:r>
              <a:t>          "target": "actor_0",</a:t>
            </a:r>
          </a:p>
          <a:p>
            <a:r>
              <a:t>          "label": {</a:t>
            </a:r>
          </a:p>
          <a:p>
            <a:r>
              <a:t>            "text": "調調調調調調調調調調調調調調調調調調調調調調",</a:t>
            </a:r>
          </a:p>
          <a:p>
            <a:r>
              <a:t>            "refs": [</a:t>
            </a:r>
          </a:p>
          <a:p>
            <a:r>
              <a:t>              {</a:t>
            </a:r>
          </a:p>
          <a:p>
            <a:r>
              <a:t>                "source_id": "s0075",</a:t>
            </a:r>
          </a:p>
          <a:p>
            <a:r>
              <a:t>                "quote": "調調調調調調調調調調調調調調調調調調調調調調"</a:t>
            </a:r>
          </a:p>
          <a:p>
            <a:r>
              <a:t>              }</a:t>
            </a:r>
          </a:p>
          <a:p>
            <a:r>
              <a:t>            ],</a:t>
            </a:r>
          </a:p>
          <a:p>
            <a:r>
              <a:t>            "mode": "verbatim"</a:t>
            </a:r>
          </a:p>
          <a:p>
            <a:r>
              <a:t>          }</a:t>
            </a:r>
          </a:p>
          <a:p>
            <a:r>
              <a:t>        },</a:t>
            </a:r>
          </a:p>
          <a:p>
            <a:r>
              <a:t>        {</a:t>
            </a:r>
          </a:p>
          <a:p>
            <a:r>
              <a:t>          "id": "edge_6",</a:t>
            </a:r>
          </a:p>
          <a:p>
            <a:r>
              <a:t>          "source": "actor_0",</a:t>
            </a:r>
          </a:p>
          <a:p>
            <a:r>
              <a:t>          "target": "actor_4",</a:t>
            </a:r>
          </a:p>
          <a:p>
            <a:r>
              <a:t>          "label": {</a:t>
            </a:r>
          </a:p>
          <a:p>
            <a:r>
              <a:t>            "text": "調調調調調調調調調調調調調調調調調調調調調調",</a:t>
            </a:r>
          </a:p>
          <a:p>
            <a:r>
              <a:t>            "refs": [</a:t>
            </a:r>
          </a:p>
          <a:p>
            <a:r>
              <a:t>              {</a:t>
            </a:r>
          </a:p>
          <a:p>
            <a:r>
              <a:t>                "source_id": "s0076",</a:t>
            </a:r>
          </a:p>
          <a:p>
            <a:r>
              <a:t>                "quote": "調調調調調調調調調調調調調調調調調調調調調調"</a:t>
            </a:r>
          </a:p>
          <a:p>
            <a:r>
              <a:t>              }</a:t>
            </a:r>
          </a:p>
          <a:p>
            <a:r>
              <a:t>            ],</a:t>
            </a:r>
          </a:p>
          <a:p>
            <a:r>
              <a:t>            "mode": "verbatim"</a:t>
            </a:r>
          </a:p>
          <a:p>
            <a:r>
              <a:t>          }</a:t>
            </a:r>
          </a:p>
          <a:p>
            <a:r>
              <a:t>        },</a:t>
            </a:r>
          </a:p>
          <a:p>
            <a:r>
              <a:t>        {</a:t>
            </a:r>
          </a:p>
          <a:p>
            <a:r>
              <a:t>          "id": "edge_7",</a:t>
            </a:r>
          </a:p>
          <a:p>
            <a:r>
              <a:t>          "source": "actor_4",</a:t>
            </a:r>
          </a:p>
          <a:p>
            <a:r>
              <a:t>          "target": "actor_0",</a:t>
            </a:r>
          </a:p>
          <a:p>
            <a:r>
              <a:t>          "label": {</a:t>
            </a:r>
          </a:p>
          <a:p>
            <a:r>
              <a:t>            "text": "調調調調調調調調調調調調調調調調調調調調調調",</a:t>
            </a:r>
          </a:p>
          <a:p>
            <a:r>
              <a:t>            "refs": [</a:t>
            </a:r>
          </a:p>
          <a:p>
            <a:r>
              <a:t>              {</a:t>
            </a:r>
          </a:p>
          <a:p>
            <a:r>
              <a:t>                "source_id": "s0077",</a:t>
            </a:r>
          </a:p>
          <a:p>
            <a:r>
              <a:t>                "quote": "調調調調調調調調調調調調調調調調調調調調調調"</a:t>
            </a:r>
          </a:p>
          <a:p>
            <a:r>
              <a:t>              }</a:t>
            </a:r>
          </a:p>
          <a:p>
            <a:r>
              <a:t>            ],</a:t>
            </a:r>
          </a:p>
          <a:p>
            <a:r>
              <a:t>            "mode": "verbatim"</a:t>
            </a:r>
          </a:p>
          <a:p>
            <a:r>
              <a:t>          }</a:t>
            </a:r>
          </a:p>
          <a:p>
            <a:r>
              <a:t>        }</a:t>
            </a:r>
          </a:p>
          <a:p>
            <a:r>
              <a:t>      ],</a:t>
            </a:r>
          </a:p>
          <a:p>
            <a:r>
              <a:t>      "boundaries": [</a:t>
            </a:r>
          </a:p>
          <a:p>
            <a:r>
              <a:t>        {</a:t>
            </a:r>
          </a:p>
          <a:p>
            <a:r>
              <a:t>          "id": "owner",</a:t>
            </a:r>
          </a:p>
          <a:p>
            <a:r>
              <a:t>          "kind": "contains",</a:t>
            </a:r>
          </a:p>
          <a:p>
            <a:r>
              <a:t>          "label": {</a:t>
            </a:r>
          </a:p>
          <a:p>
            <a:r>
              <a:t>            "text": "調調調調調調調調調調調",</a:t>
            </a:r>
          </a:p>
          <a:p>
            <a:r>
              <a:t>            "refs": [</a:t>
            </a:r>
          </a:p>
          <a:p>
            <a:r>
              <a:t>              {</a:t>
            </a:r>
          </a:p>
          <a:p>
            <a:r>
              <a:t>                "source_id": "s0078",</a:t>
            </a:r>
          </a:p>
          <a:p>
            <a:r>
              <a:t>                "quote": "調調調調調調調調調調調は対象の機能を含む管理範囲を表す。"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a:t>
            </a:r>
          </a:p>
          <a:p>
            <a:r>
              <a:t>  "template_sha256": "8ea739cb186baa6a2cc23b950935c999afd44f3dcc1e2b023f4bf840142f238e"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"slide08",</a:t>
            </a:r>
          </a:p>
          <a:p>
            <a:r>
              <a:t>  "origin": "page08",</a:t>
            </a:r>
          </a:p>
          <a:p>
            <a:r>
              <a:t>  "layout_id": "rel_fan_5_rl",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"s0096",</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"s0080",</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"s0081",</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"s0082",</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"s0083",</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"s0084",</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"s0085",</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"s0086",</a:t>
            </a:r>
          </a:p>
          <a:p>
            <a:r>
              <a:t>          "quote": "調調調調調調調調調調\n調調調調調調調調調調"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"s0087",</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"s0088",</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"s0089",</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"s0090",</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"s0091",</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"s0092",</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"s0093",</a:t>
            </a:r>
          </a:p>
          <a:p>
            <a:r>
              <a:t>          "quote": "調調調調調調調調調調調調調調調調調調調調調調"</a:t>
            </a:r>
          </a:p>
          <a:p>
            <a:r>
              <a:t>        }</a:t>
            </a:r>
          </a:p>
          <a:p>
            <a:r>
              <a:t>      ],</a:t>
            </a:r>
          </a:p>
          <a:p>
            <a:r>
              <a:t>      "mode": "verbatim"</a:t>
            </a:r>
          </a:p>
          <a:p>
            <a:r>
              <a:t>    },</a:t>
            </a:r>
          </a:p>
          <a:p>
            <a:r>
              <a:t>    {</a:t>
            </a:r>
          </a:p>
          <a:p>
            <a:r>
              <a:t>      "text": "調調調調調調調調調調調調調調調調調調調調調調",</a:t>
            </a:r>
          </a:p>
          <a:p>
            <a:r>
              <a:t>      "refs": [</a:t>
            </a:r>
          </a:p>
          <a:p>
            <a:r>
              <a:t>        {</a:t>
            </a:r>
          </a:p>
          <a:p>
            <a:r>
              <a:t>          "source_id": "s0094",</a:t>
            </a:r>
          </a:p>
          <a:p>
            <a:r>
              <a:t>          "quote": "調調調調調調調調調調調調調調調調調調調調調調"</a:t>
            </a:r>
          </a:p>
          <a:p>
            <a:r>
              <a:t>        }</a:t>
            </a:r>
          </a:p>
          <a:p>
            <a:r>
              <a:t>      ],</a:t>
            </a:r>
          </a:p>
          <a:p>
            <a:r>
              <a:t>      "mode": "verbatim"</a:t>
            </a:r>
          </a:p>
          <a:p>
            <a:r>
              <a:t>    },</a:t>
            </a:r>
          </a:p>
          <a:p>
            <a:r>
              <a:t>    {</a:t>
            </a:r>
          </a:p>
          <a:p>
            <a:r>
              <a:t>      "text": "調調調調調調調調調調調",</a:t>
            </a:r>
          </a:p>
          <a:p>
            <a:r>
              <a:t>      "refs": [</a:t>
            </a:r>
          </a:p>
          <a:p>
            <a:r>
              <a:t>        {</a:t>
            </a:r>
          </a:p>
          <a:p>
            <a:r>
              <a:t>          "source_id": "s0095",</a:t>
            </a:r>
          </a:p>
          <a:p>
            <a:r>
              <a:t>          "quote": "調調調調調調調調調調調は対象の機能を含む管理範囲を表す。"</a:t>
            </a:r>
          </a:p>
          <a:p>
            <a:r>
              <a:t>        }</a:t>
            </a:r>
          </a:p>
          <a:p>
            <a:r>
              <a:t>      ],</a:t>
            </a:r>
          </a:p>
          <a:p>
            <a:r>
              <a:t>      "mode": "verbatim"</a:t>
            </a:r>
          </a:p>
          <a:p>
            <a:r>
              <a:t>    }</a:t>
            </a:r>
          </a:p>
          <a:p>
            <a:r>
              <a:t>  ],</a:t>
            </a:r>
          </a:p>
          <a:p>
            <a:r>
              <a:t>  "citations": {</a:t>
            </a:r>
          </a:p>
          <a:p>
            <a:r>
              <a:t>    "s0080": "架空設計書・構造検証用",</a:t>
            </a:r>
          </a:p>
          <a:p>
            <a:r>
              <a:t>    "s0081": "架空設計書・構造検証用",</a:t>
            </a:r>
          </a:p>
          <a:p>
            <a:r>
              <a:t>    "s0082": "架空設計書・構造検証用",</a:t>
            </a:r>
          </a:p>
          <a:p>
            <a:r>
              <a:t>    "s0083": "架空設計書・構造検証用",</a:t>
            </a:r>
          </a:p>
          <a:p>
            <a:r>
              <a:t>    "s0084": "架空設計書・構造検証用",</a:t>
            </a:r>
          </a:p>
          <a:p>
            <a:r>
              <a:t>    "s0085": "架空設計書・構造検証用",</a:t>
            </a:r>
          </a:p>
          <a:p>
            <a:r>
              <a:t>    "s0086": "架空設計書・構造検証用",</a:t>
            </a:r>
          </a:p>
          <a:p>
            <a:r>
              <a:t>    "s0087": "架空設計書・構造検証用",</a:t>
            </a:r>
          </a:p>
          <a:p>
            <a:r>
              <a:t>    "s0088": "架空設計書・構造検証用",</a:t>
            </a:r>
          </a:p>
          <a:p>
            <a:r>
              <a:t>    "s0089": "架空設計書・構造検証用",</a:t>
            </a:r>
          </a:p>
          <a:p>
            <a:r>
              <a:t>    "s0090": "架空設計書・構造検証用",</a:t>
            </a:r>
          </a:p>
          <a:p>
            <a:r>
              <a:t>    "s0091": "架空設計書・構造検証用",</a:t>
            </a:r>
          </a:p>
          <a:p>
            <a:r>
              <a:t>    "s0092": "架空設計書・構造検証用",</a:t>
            </a:r>
          </a:p>
          <a:p>
            <a:r>
              <a:t>    "s0093": "架空設計書・構造検証用",</a:t>
            </a:r>
          </a:p>
          <a:p>
            <a:r>
              <a:t>    "s0094": "架空設計書・構造検証用",</a:t>
            </a:r>
          </a:p>
          <a:p>
            <a:r>
              <a:t>    "s0095": "架空設計書・構造検証用",</a:t>
            </a:r>
          </a:p>
          <a:p>
            <a:r>
              <a:t>    "s0096":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"s0080",</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"s0081",</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"s0082",</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"s0083",</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"s0084",</a:t>
            </a:r>
          </a:p>
          <a:p>
            <a:r>
              <a:t>                "quote": "調調調調調調調調調調\n調調調調調調調調調調"</a:t>
            </a:r>
          </a:p>
          <a:p>
            <a:r>
              <a:t>              }</a:t>
            </a:r>
          </a:p>
          <a:p>
            <a:r>
              <a:t>            ],</a:t>
            </a:r>
          </a:p>
          <a:p>
            <a:r>
              <a:t>            "mode": "verbatim"</a:t>
            </a:r>
          </a:p>
          <a:p>
            <a:r>
              <a:t>          }</a:t>
            </a:r>
          </a:p>
          <a:p>
            <a:r>
              <a:t>        },</a:t>
            </a:r>
          </a:p>
          <a:p>
            <a:r>
              <a:t>        {</a:t>
            </a:r>
          </a:p>
          <a:p>
            <a:r>
              <a:t>          "id": "actor_3",</a:t>
            </a:r>
          </a:p>
          <a:p>
            <a:r>
              <a:t>          "label": {</a:t>
            </a:r>
          </a:p>
          <a:p>
            <a:r>
              <a:t>            "text": "調調調調調調調調調調\n調調調調調調調調調調",</a:t>
            </a:r>
          </a:p>
          <a:p>
            <a:r>
              <a:t>            "refs": [</a:t>
            </a:r>
          </a:p>
          <a:p>
            <a:r>
              <a:t>              {</a:t>
            </a:r>
          </a:p>
          <a:p>
            <a:r>
              <a:t>                "source_id": "s0085",</a:t>
            </a:r>
          </a:p>
          <a:p>
            <a:r>
              <a:t>                "quote": "調調調調調調調調調調\n調調調調調調調調調調"</a:t>
            </a:r>
          </a:p>
          <a:p>
            <a:r>
              <a:t>              }</a:t>
            </a:r>
          </a:p>
          <a:p>
            <a:r>
              <a:t>            ],</a:t>
            </a:r>
          </a:p>
          <a:p>
            <a:r>
              <a:t>            "mode": "verbatim"</a:t>
            </a:r>
          </a:p>
          <a:p>
            <a:r>
              <a:t>          }</a:t>
            </a:r>
          </a:p>
          <a:p>
            <a:r>
              <a:t>        },</a:t>
            </a:r>
          </a:p>
          <a:p>
            <a:r>
              <a:t>        {</a:t>
            </a:r>
          </a:p>
          <a:p>
            <a:r>
              <a:t>          "id": "actor_4",</a:t>
            </a:r>
          </a:p>
          <a:p>
            <a:r>
              <a:t>          "label": {</a:t>
            </a:r>
          </a:p>
          <a:p>
            <a:r>
              <a:t>            "text": "調調調調調調調調調調\n調調調調調調調調調調",</a:t>
            </a:r>
          </a:p>
          <a:p>
            <a:r>
              <a:t>            "refs": [</a:t>
            </a:r>
          </a:p>
          <a:p>
            <a:r>
              <a:t>              {</a:t>
            </a:r>
          </a:p>
          <a:p>
            <a:r>
              <a:t>                "source_id": "s0086",</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"調調調調調調調調調調調調調調調調調調調調調調",</a:t>
            </a:r>
          </a:p>
          <a:p>
            <a:r>
              <a:t>            "refs": [</a:t>
            </a:r>
          </a:p>
          <a:p>
            <a:r>
              <a:t>              {</a:t>
            </a:r>
          </a:p>
          <a:p>
            <a:r>
              <a:t>                "source_id": "s0087",</a:t>
            </a:r>
          </a:p>
          <a:p>
            <a:r>
              <a:t>                "quote": "調調調調調調調調調調調調調調調調調調調調調調"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"調調調調調調調調調調調調調調調調調調調調調調",</a:t>
            </a:r>
          </a:p>
          <a:p>
            <a:r>
              <a:t>            "refs": [</a:t>
            </a:r>
          </a:p>
          <a:p>
            <a:r>
              <a:t>              {</a:t>
            </a:r>
          </a:p>
          <a:p>
            <a:r>
              <a:t>                "source_id": "s0088",</a:t>
            </a:r>
          </a:p>
          <a:p>
            <a:r>
              <a:t>                "quote": "調調調調調調調調調調調調調調調調調調調調調調"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"調調調調調調調調調調調調調調調調調調調調調調",</a:t>
            </a:r>
          </a:p>
          <a:p>
            <a:r>
              <a:t>            "refs": [</a:t>
            </a:r>
          </a:p>
          <a:p>
            <a:r>
              <a:t>              {</a:t>
            </a:r>
          </a:p>
          <a:p>
            <a:r>
              <a:t>                "source_id": "s0089",</a:t>
            </a:r>
          </a:p>
          <a:p>
            <a:r>
              <a:t>                "quote": "調調調調調調調調調調調調調調調調調調調調調調"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"調調調調調調調調調調調調調調調調調調調調調調",</a:t>
            </a:r>
          </a:p>
          <a:p>
            <a:r>
              <a:t>            "refs": [</a:t>
            </a:r>
          </a:p>
          <a:p>
            <a:r>
              <a:t>              {</a:t>
            </a:r>
          </a:p>
          <a:p>
            <a:r>
              <a:t>                "source_id": "s0090",</a:t>
            </a:r>
          </a:p>
          <a:p>
            <a:r>
              <a:t>                "quote": "調調調調調調調調調調調調調調調調調調調調調調"</a:t>
            </a:r>
          </a:p>
          <a:p>
            <a:r>
              <a:t>              }</a:t>
            </a:r>
          </a:p>
          <a:p>
            <a:r>
              <a:t>            ],</a:t>
            </a:r>
          </a:p>
          <a:p>
            <a:r>
              <a:t>            "mode": "verbatim"</a:t>
            </a:r>
          </a:p>
          <a:p>
            <a:r>
              <a:t>          }</a:t>
            </a:r>
          </a:p>
          <a:p>
            <a:r>
              <a:t>        },</a:t>
            </a:r>
          </a:p>
          <a:p>
            <a:r>
              <a:t>        {</a:t>
            </a:r>
          </a:p>
          <a:p>
            <a:r>
              <a:t>          "id": "edge_4",</a:t>
            </a:r>
          </a:p>
          <a:p>
            <a:r>
              <a:t>          "source": "actor_0",</a:t>
            </a:r>
          </a:p>
          <a:p>
            <a:r>
              <a:t>          "target": "actor_3",</a:t>
            </a:r>
          </a:p>
          <a:p>
            <a:r>
              <a:t>          "label": {</a:t>
            </a:r>
          </a:p>
          <a:p>
            <a:r>
              <a:t>            "text": "調調調調調調調調調調調調調調調調調調調調調調",</a:t>
            </a:r>
          </a:p>
          <a:p>
            <a:r>
              <a:t>            "refs": [</a:t>
            </a:r>
          </a:p>
          <a:p>
            <a:r>
              <a:t>              {</a:t>
            </a:r>
          </a:p>
          <a:p>
            <a:r>
              <a:t>                "source_id": "s0091",</a:t>
            </a:r>
          </a:p>
          <a:p>
            <a:r>
              <a:t>                "quote": "調調調調調調調調調調調調調調調調調調調調調調"</a:t>
            </a:r>
          </a:p>
          <a:p>
            <a:r>
              <a:t>              }</a:t>
            </a:r>
          </a:p>
          <a:p>
            <a:r>
              <a:t>            ],</a:t>
            </a:r>
          </a:p>
          <a:p>
            <a:r>
              <a:t>            "mode": "verbatim"</a:t>
            </a:r>
          </a:p>
          <a:p>
            <a:r>
              <a:t>          }</a:t>
            </a:r>
          </a:p>
          <a:p>
            <a:r>
              <a:t>        },</a:t>
            </a:r>
          </a:p>
          <a:p>
            <a:r>
              <a:t>        {</a:t>
            </a:r>
          </a:p>
          <a:p>
            <a:r>
              <a:t>          "id": "edge_5",</a:t>
            </a:r>
          </a:p>
          <a:p>
            <a:r>
              <a:t>          "source": "actor_3",</a:t>
            </a:r>
          </a:p>
          <a:p>
            <a:r>
              <a:t>          "target": "actor_0",</a:t>
            </a:r>
          </a:p>
          <a:p>
            <a:r>
              <a:t>          "label": {</a:t>
            </a:r>
          </a:p>
          <a:p>
            <a:r>
              <a:t>            "text": "調調調調調調調調調調調調調調調調調調調調調調",</a:t>
            </a:r>
          </a:p>
          <a:p>
            <a:r>
              <a:t>            "refs": [</a:t>
            </a:r>
          </a:p>
          <a:p>
            <a:r>
              <a:t>              {</a:t>
            </a:r>
          </a:p>
          <a:p>
            <a:r>
              <a:t>                "source_id": "s0092",</a:t>
            </a:r>
          </a:p>
          <a:p>
            <a:r>
              <a:t>                "quote": "調調調調調調調調調調調調調調調調調調調調調調"</a:t>
            </a:r>
          </a:p>
          <a:p>
            <a:r>
              <a:t>              }</a:t>
            </a:r>
          </a:p>
          <a:p>
            <a:r>
              <a:t>            ],</a:t>
            </a:r>
          </a:p>
          <a:p>
            <a:r>
              <a:t>            "mode": "verbatim"</a:t>
            </a:r>
          </a:p>
          <a:p>
            <a:r>
              <a:t>          }</a:t>
            </a:r>
          </a:p>
          <a:p>
            <a:r>
              <a:t>        },</a:t>
            </a:r>
          </a:p>
          <a:p>
            <a:r>
              <a:t>        {</a:t>
            </a:r>
          </a:p>
          <a:p>
            <a:r>
              <a:t>          "id": "edge_6",</a:t>
            </a:r>
          </a:p>
          <a:p>
            <a:r>
              <a:t>          "source": "actor_0",</a:t>
            </a:r>
          </a:p>
          <a:p>
            <a:r>
              <a:t>          "target": "actor_4",</a:t>
            </a:r>
          </a:p>
          <a:p>
            <a:r>
              <a:t>          "label": {</a:t>
            </a:r>
          </a:p>
          <a:p>
            <a:r>
              <a:t>            "text": "調調調調調調調調調調調調調調調調調調調調調調",</a:t>
            </a:r>
          </a:p>
          <a:p>
            <a:r>
              <a:t>            "refs": [</a:t>
            </a:r>
          </a:p>
          <a:p>
            <a:r>
              <a:t>              {</a:t>
            </a:r>
          </a:p>
          <a:p>
            <a:r>
              <a:t>                "source_id": "s0093",</a:t>
            </a:r>
          </a:p>
          <a:p>
            <a:r>
              <a:t>                "quote": "調調調調調調調調調調調調調調調調調調調調調調"</a:t>
            </a:r>
          </a:p>
          <a:p>
            <a:r>
              <a:t>              }</a:t>
            </a:r>
          </a:p>
          <a:p>
            <a:r>
              <a:t>            ],</a:t>
            </a:r>
          </a:p>
          <a:p>
            <a:r>
              <a:t>            "mode": "verbatim"</a:t>
            </a:r>
          </a:p>
          <a:p>
            <a:r>
              <a:t>          }</a:t>
            </a:r>
          </a:p>
          <a:p>
            <a:r>
              <a:t>        },</a:t>
            </a:r>
          </a:p>
          <a:p>
            <a:r>
              <a:t>        {</a:t>
            </a:r>
          </a:p>
          <a:p>
            <a:r>
              <a:t>          "id": "edge_7",</a:t>
            </a:r>
          </a:p>
          <a:p>
            <a:r>
              <a:t>          "source": "actor_4",</a:t>
            </a:r>
          </a:p>
          <a:p>
            <a:r>
              <a:t>          "target": "actor_0",</a:t>
            </a:r>
          </a:p>
          <a:p>
            <a:r>
              <a:t>          "label": {</a:t>
            </a:r>
          </a:p>
          <a:p>
            <a:r>
              <a:t>            "text": "調調調調調調調調調調調調調調調調調調調調調調",</a:t>
            </a:r>
          </a:p>
          <a:p>
            <a:r>
              <a:t>            "refs": [</a:t>
            </a:r>
          </a:p>
          <a:p>
            <a:r>
              <a:t>              {</a:t>
            </a:r>
          </a:p>
          <a:p>
            <a:r>
              <a:t>                "source_id": "s0094",</a:t>
            </a:r>
          </a:p>
          <a:p>
            <a:r>
              <a:t>                "quote": "調調調調調調調調調調調調調調調調調調調調調調"</a:t>
            </a:r>
          </a:p>
          <a:p>
            <a:r>
              <a:t>              }</a:t>
            </a:r>
          </a:p>
          <a:p>
            <a:r>
              <a:t>            ],</a:t>
            </a:r>
          </a:p>
          <a:p>
            <a:r>
              <a:t>            "mode": "verbatim"</a:t>
            </a:r>
          </a:p>
          <a:p>
            <a:r>
              <a:t>          }</a:t>
            </a:r>
          </a:p>
          <a:p>
            <a:r>
              <a:t>        }</a:t>
            </a:r>
          </a:p>
          <a:p>
            <a:r>
              <a:t>      ],</a:t>
            </a:r>
          </a:p>
          <a:p>
            <a:r>
              <a:t>      "boundaries": [</a:t>
            </a:r>
          </a:p>
          <a:p>
            <a:r>
              <a:t>        {</a:t>
            </a:r>
          </a:p>
          <a:p>
            <a:r>
              <a:t>          "id": "owner",</a:t>
            </a:r>
          </a:p>
          <a:p>
            <a:r>
              <a:t>          "kind": "contains",</a:t>
            </a:r>
          </a:p>
          <a:p>
            <a:r>
              <a:t>          "label": {</a:t>
            </a:r>
          </a:p>
          <a:p>
            <a:r>
              <a:t>            "text": "調調調調調調調調調調調",</a:t>
            </a:r>
          </a:p>
          <a:p>
            <a:r>
              <a:t>            "refs": [</a:t>
            </a:r>
          </a:p>
          <a:p>
            <a:r>
              <a:t>              {</a:t>
            </a:r>
          </a:p>
          <a:p>
            <a:r>
              <a:t>                "source_id": "s0095",</a:t>
            </a:r>
          </a:p>
          <a:p>
            <a:r>
              <a:t>                "quote": "調調調調調調調調調調調は対象の機能を含む管理範囲を表す。"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a:t>
            </a:r>
          </a:p>
          <a:p>
            <a:r>
              <a:t>  "template_sha256": "ce660e04a3e2db867f49ea2e4c6bbb013cebe1dac9365ed3e9a5b4c2a66fc38f"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"slide09",</a:t>
            </a:r>
          </a:p>
          <a:p>
            <a:r>
              <a:t>  "origin": "page09",</a:t>
            </a:r>
          </a:p>
          <a:p>
            <a:r>
              <a:t>  "layout_id": "rel_spoke_4_lr",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"s0110",</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"s0097",</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"s0098",</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"s0099",</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"s0100",</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"s0101",</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"s0102",</a:t>
            </a:r>
          </a:p>
          <a:p>
            <a:r>
              <a:t>          "quote": "調調調調調調調調調調\n調調調調調調調調調調"</a:t>
            </a:r>
          </a:p>
          <a:p>
            <a:r>
              <a:t>        }</a:t>
            </a:r>
          </a:p>
          <a:p>
            <a:r>
              <a:t>      ],</a:t>
            </a:r>
          </a:p>
          <a:p>
            <a:r>
              <a:t>      "mode": "verbatim"</a:t>
            </a:r>
          </a:p>
          <a:p>
            <a:r>
              <a:t>    },</a:t>
            </a:r>
          </a:p>
          <a:p>
            <a:r>
              <a:t>    {</a:t>
            </a:r>
          </a:p>
          <a:p>
            <a:r>
              <a:t>      "text": "調調調調",</a:t>
            </a:r>
          </a:p>
          <a:p>
            <a:r>
              <a:t>      "refs": [</a:t>
            </a:r>
          </a:p>
          <a:p>
            <a:r>
              <a:t>        {</a:t>
            </a:r>
          </a:p>
          <a:p>
            <a:r>
              <a:t>          "source_id": "s0103",</a:t>
            </a:r>
          </a:p>
          <a:p>
            <a:r>
              <a:t>          "quote": "調調調調"</a:t>
            </a:r>
          </a:p>
          <a:p>
            <a:r>
              <a:t>        }</a:t>
            </a:r>
          </a:p>
          <a:p>
            <a:r>
              <a:t>      ],</a:t>
            </a:r>
          </a:p>
          <a:p>
            <a:r>
              <a:t>      "mode": "verbatim"</a:t>
            </a:r>
          </a:p>
          <a:p>
            <a:r>
              <a:t>    },</a:t>
            </a:r>
          </a:p>
          <a:p>
            <a:r>
              <a:t>    {</a:t>
            </a:r>
          </a:p>
          <a:p>
            <a:r>
              <a:t>      "text": "調調調調",</a:t>
            </a:r>
          </a:p>
          <a:p>
            <a:r>
              <a:t>      "refs": [</a:t>
            </a:r>
          </a:p>
          <a:p>
            <a:r>
              <a:t>        {</a:t>
            </a:r>
          </a:p>
          <a:p>
            <a:r>
              <a:t>          "source_id": "s0104",</a:t>
            </a:r>
          </a:p>
          <a:p>
            <a:r>
              <a:t>          "quote": "調調調調"</a:t>
            </a:r>
          </a:p>
          <a:p>
            <a:r>
              <a:t>        }</a:t>
            </a:r>
          </a:p>
          <a:p>
            <a:r>
              <a:t>      ],</a:t>
            </a:r>
          </a:p>
          <a:p>
            <a:r>
              <a:t>      "mode": "verbatim"</a:t>
            </a:r>
          </a:p>
          <a:p>
            <a:r>
              <a:t>    },</a:t>
            </a:r>
          </a:p>
          <a:p>
            <a:r>
              <a:t>    {</a:t>
            </a:r>
          </a:p>
          <a:p>
            <a:r>
              <a:t>      "text": "調調調調",</a:t>
            </a:r>
          </a:p>
          <a:p>
            <a:r>
              <a:t>      "refs": [</a:t>
            </a:r>
          </a:p>
          <a:p>
            <a:r>
              <a:t>        {</a:t>
            </a:r>
          </a:p>
          <a:p>
            <a:r>
              <a:t>          "source_id": "s0105",</a:t>
            </a:r>
          </a:p>
          <a:p>
            <a:r>
              <a:t>          "quote": "調調調調"</a:t>
            </a:r>
          </a:p>
          <a:p>
            <a:r>
              <a:t>        }</a:t>
            </a:r>
          </a:p>
          <a:p>
            <a:r>
              <a:t>      ],</a:t>
            </a:r>
          </a:p>
          <a:p>
            <a:r>
              <a:t>      "mode": "verbatim"</a:t>
            </a:r>
          </a:p>
          <a:p>
            <a:r>
              <a:t>    },</a:t>
            </a:r>
          </a:p>
          <a:p>
            <a:r>
              <a:t>    {</a:t>
            </a:r>
          </a:p>
          <a:p>
            <a:r>
              <a:t>      "text": "調調調調",</a:t>
            </a:r>
          </a:p>
          <a:p>
            <a:r>
              <a:t>      "refs": [</a:t>
            </a:r>
          </a:p>
          <a:p>
            <a:r>
              <a:t>        {</a:t>
            </a:r>
          </a:p>
          <a:p>
            <a:r>
              <a:t>          "source_id": "s0106",</a:t>
            </a:r>
          </a:p>
          <a:p>
            <a:r>
              <a:t>          "quote": "調調調調"</a:t>
            </a:r>
          </a:p>
          <a:p>
            <a:r>
              <a:t>        }</a:t>
            </a:r>
          </a:p>
          <a:p>
            <a:r>
              <a:t>      ],</a:t>
            </a:r>
          </a:p>
          <a:p>
            <a:r>
              <a:t>      "mode": "verbatim"</a:t>
            </a:r>
          </a:p>
          <a:p>
            <a:r>
              <a:t>    },</a:t>
            </a:r>
          </a:p>
          <a:p>
            <a:r>
              <a:t>    {</a:t>
            </a:r>
          </a:p>
          <a:p>
            <a:r>
              <a:t>      "text": "調調調調調",</a:t>
            </a:r>
          </a:p>
          <a:p>
            <a:r>
              <a:t>      "refs": [</a:t>
            </a:r>
          </a:p>
          <a:p>
            <a:r>
              <a:t>        {</a:t>
            </a:r>
          </a:p>
          <a:p>
            <a:r>
              <a:t>          "source_id": "s0107",</a:t>
            </a:r>
          </a:p>
          <a:p>
            <a:r>
              <a:t>          "quote": "調調調調調"</a:t>
            </a:r>
          </a:p>
          <a:p>
            <a:r>
              <a:t>        }</a:t>
            </a:r>
          </a:p>
          <a:p>
            <a:r>
              <a:t>      ],</a:t>
            </a:r>
          </a:p>
          <a:p>
            <a:r>
              <a:t>      "mode": "verbatim"</a:t>
            </a:r>
          </a:p>
          <a:p>
            <a:r>
              <a:t>    },</a:t>
            </a:r>
          </a:p>
          <a:p>
            <a:r>
              <a:t>    {</a:t>
            </a:r>
          </a:p>
          <a:p>
            <a:r>
              <a:t>      "text": "調調調調調",</a:t>
            </a:r>
          </a:p>
          <a:p>
            <a:r>
              <a:t>      "refs": [</a:t>
            </a:r>
          </a:p>
          <a:p>
            <a:r>
              <a:t>        {</a:t>
            </a:r>
          </a:p>
          <a:p>
            <a:r>
              <a:t>          "source_id": "s0108",</a:t>
            </a:r>
          </a:p>
          <a:p>
            <a:r>
              <a:t>          "quote": "調調調調調"</a:t>
            </a:r>
          </a:p>
          <a:p>
            <a:r>
              <a:t>        }</a:t>
            </a:r>
          </a:p>
          <a:p>
            <a:r>
              <a:t>      ],</a:t>
            </a:r>
          </a:p>
          <a:p>
            <a:r>
              <a:t>      "mode": "verbatim"</a:t>
            </a:r>
          </a:p>
          <a:p>
            <a:r>
              <a:t>    },</a:t>
            </a:r>
          </a:p>
          <a:p>
            <a:r>
              <a:t>    {</a:t>
            </a:r>
          </a:p>
          <a:p>
            <a:r>
              <a:t>      "text": "調調調調調調調調調調調",</a:t>
            </a:r>
          </a:p>
          <a:p>
            <a:r>
              <a:t>      "refs": [</a:t>
            </a:r>
          </a:p>
          <a:p>
            <a:r>
              <a:t>        {</a:t>
            </a:r>
          </a:p>
          <a:p>
            <a:r>
              <a:t>          "source_id": "s0109",</a:t>
            </a:r>
          </a:p>
          <a:p>
            <a:r>
              <a:t>          "quote": "調調調調調調調調調調調は対象の機能を含む管理範囲を表す。"</a:t>
            </a:r>
          </a:p>
          <a:p>
            <a:r>
              <a:t>        }</a:t>
            </a:r>
          </a:p>
          <a:p>
            <a:r>
              <a:t>      ],</a:t>
            </a:r>
          </a:p>
          <a:p>
            <a:r>
              <a:t>      "mode": "verbatim"</a:t>
            </a:r>
          </a:p>
          <a:p>
            <a:r>
              <a:t>    }</a:t>
            </a:r>
          </a:p>
          <a:p>
            <a:r>
              <a:t>  ],</a:t>
            </a:r>
          </a:p>
          <a:p>
            <a:r>
              <a:t>  "citations": {</a:t>
            </a:r>
          </a:p>
          <a:p>
            <a:r>
              <a:t>    "s0097": "架空設計書・構造検証用",</a:t>
            </a:r>
          </a:p>
          <a:p>
            <a:r>
              <a:t>    "s0098": "架空設計書・構造検証用",</a:t>
            </a:r>
          </a:p>
          <a:p>
            <a:r>
              <a:t>    "s0099": "架空設計書・構造検証用",</a:t>
            </a:r>
          </a:p>
          <a:p>
            <a:r>
              <a:t>    "s0100": "架空設計書・構造検証用",</a:t>
            </a:r>
          </a:p>
          <a:p>
            <a:r>
              <a:t>    "s0101": "架空設計書・構造検証用",</a:t>
            </a:r>
          </a:p>
          <a:p>
            <a:r>
              <a:t>    "s0102": "架空設計書・構造検証用",</a:t>
            </a:r>
          </a:p>
          <a:p>
            <a:r>
              <a:t>    "s0103": "架空設計書・構造検証用",</a:t>
            </a:r>
          </a:p>
          <a:p>
            <a:r>
              <a:t>    "s0104": "架空設計書・構造検証用",</a:t>
            </a:r>
          </a:p>
          <a:p>
            <a:r>
              <a:t>    "s0105": "架空設計書・構造検証用",</a:t>
            </a:r>
          </a:p>
          <a:p>
            <a:r>
              <a:t>    "s0106": "架空設計書・構造検証用",</a:t>
            </a:r>
          </a:p>
          <a:p>
            <a:r>
              <a:t>    "s0107": "架空設計書・構造検証用",</a:t>
            </a:r>
          </a:p>
          <a:p>
            <a:r>
              <a:t>    "s0108": "架空設計書・構造検証用",</a:t>
            </a:r>
          </a:p>
          <a:p>
            <a:r>
              <a:t>    "s0109": "架空設計書・構造検証用",</a:t>
            </a:r>
          </a:p>
          <a:p>
            <a:r>
              <a:t>    "s0110":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"s0097",</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"s0098",</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"s0099",</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"s0100",</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"s0101",</a:t>
            </a:r>
          </a:p>
          <a:p>
            <a:r>
              <a:t>                "quote": "調調調調調調調調調調\n調調調調調調調調調調"</a:t>
            </a:r>
          </a:p>
          <a:p>
            <a:r>
              <a:t>              }</a:t>
            </a:r>
          </a:p>
          <a:p>
            <a:r>
              <a:t>            ],</a:t>
            </a:r>
          </a:p>
          <a:p>
            <a:r>
              <a:t>            "mode": "verbatim"</a:t>
            </a:r>
          </a:p>
          <a:p>
            <a:r>
              <a:t>          }</a:t>
            </a:r>
          </a:p>
          <a:p>
            <a:r>
              <a:t>        },</a:t>
            </a:r>
          </a:p>
          <a:p>
            <a:r>
              <a:t>        {</a:t>
            </a:r>
          </a:p>
          <a:p>
            <a:r>
              <a:t>          "id": "actor_3",</a:t>
            </a:r>
          </a:p>
          <a:p>
            <a:r>
              <a:t>          "label": {</a:t>
            </a:r>
          </a:p>
          <a:p>
            <a:r>
              <a:t>            "text": "調調調調調調調調調調\n調調調調調調調調調調",</a:t>
            </a:r>
          </a:p>
          <a:p>
            <a:r>
              <a:t>            "refs": [</a:t>
            </a:r>
          </a:p>
          <a:p>
            <a:r>
              <a:t>              {</a:t>
            </a:r>
          </a:p>
          <a:p>
            <a:r>
              <a:t>                "source_id": "s0102",</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a:t>
            </a:r>
          </a:p>
          <a:p>
            <a:r>
              <a:t>            "refs": [</a:t>
            </a:r>
          </a:p>
          <a:p>
            <a:r>
              <a:t>              {</a:t>
            </a:r>
          </a:p>
          <a:p>
            <a:r>
              <a:t>                "source_id": "s0103",</a:t>
            </a:r>
          </a:p>
          <a:p>
            <a:r>
              <a:t>                "quote": "調調調調"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a:t>
            </a:r>
          </a:p>
          <a:p>
            <a:r>
              <a:t>            "refs": [</a:t>
            </a:r>
          </a:p>
          <a:p>
            <a:r>
              <a:t>              {</a:t>
            </a:r>
          </a:p>
          <a:p>
            <a:r>
              <a:t>                "source_id": "s0104",</a:t>
            </a:r>
          </a:p>
          <a:p>
            <a:r>
              <a:t>                "quote": "調調調調"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a:t>
            </a:r>
          </a:p>
          <a:p>
            <a:r>
              <a:t>            "refs": [</a:t>
            </a:r>
          </a:p>
          <a:p>
            <a:r>
              <a:t>              {</a:t>
            </a:r>
          </a:p>
          <a:p>
            <a:r>
              <a:t>                "source_id": "s0105",</a:t>
            </a:r>
          </a:p>
          <a:p>
            <a:r>
              <a:t>                "quote": "調調調調"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a:t>
            </a:r>
          </a:p>
          <a:p>
            <a:r>
              <a:t>            "refs": [</a:t>
            </a:r>
          </a:p>
          <a:p>
            <a:r>
              <a:t>              {</a:t>
            </a:r>
          </a:p>
          <a:p>
            <a:r>
              <a:t>                "source_id": "s0106",</a:t>
            </a:r>
          </a:p>
          <a:p>
            <a:r>
              <a:t>                "quote": "調調調調"</a:t>
            </a:r>
          </a:p>
          <a:p>
            <a:r>
              <a:t>              }</a:t>
            </a:r>
          </a:p>
          <a:p>
            <a:r>
              <a:t>            ],</a:t>
            </a:r>
          </a:p>
          <a:p>
            <a:r>
              <a:t>            "mode": "verbatim"</a:t>
            </a:r>
          </a:p>
          <a:p>
            <a:r>
              <a:t>          }</a:t>
            </a:r>
          </a:p>
          <a:p>
            <a:r>
              <a:t>        },</a:t>
            </a:r>
          </a:p>
          <a:p>
            <a:r>
              <a:t>        {</a:t>
            </a:r>
          </a:p>
          <a:p>
            <a:r>
              <a:t>          "id": "edge_4",</a:t>
            </a:r>
          </a:p>
          <a:p>
            <a:r>
              <a:t>          "source": "actor_0",</a:t>
            </a:r>
          </a:p>
          <a:p>
            <a:r>
              <a:t>          "target": "actor_3",</a:t>
            </a:r>
          </a:p>
          <a:p>
            <a:r>
              <a:t>          "label": {</a:t>
            </a:r>
          </a:p>
          <a:p>
            <a:r>
              <a:t>            "text": "調調調調調",</a:t>
            </a:r>
          </a:p>
          <a:p>
            <a:r>
              <a:t>            "refs": [</a:t>
            </a:r>
          </a:p>
          <a:p>
            <a:r>
              <a:t>              {</a:t>
            </a:r>
          </a:p>
          <a:p>
            <a:r>
              <a:t>                "source_id": "s0107",</a:t>
            </a:r>
          </a:p>
          <a:p>
            <a:r>
              <a:t>                "quote": "調調調調調"</a:t>
            </a:r>
          </a:p>
          <a:p>
            <a:r>
              <a:t>              }</a:t>
            </a:r>
          </a:p>
          <a:p>
            <a:r>
              <a:t>            ],</a:t>
            </a:r>
          </a:p>
          <a:p>
            <a:r>
              <a:t>            "mode": "verbatim"</a:t>
            </a:r>
          </a:p>
          <a:p>
            <a:r>
              <a:t>          }</a:t>
            </a:r>
          </a:p>
          <a:p>
            <a:r>
              <a:t>        },</a:t>
            </a:r>
          </a:p>
          <a:p>
            <a:r>
              <a:t>        {</a:t>
            </a:r>
          </a:p>
          <a:p>
            <a:r>
              <a:t>          "id": "edge_5",</a:t>
            </a:r>
          </a:p>
          <a:p>
            <a:r>
              <a:t>          "source": "actor_3",</a:t>
            </a:r>
          </a:p>
          <a:p>
            <a:r>
              <a:t>          "target": "actor_0",</a:t>
            </a:r>
          </a:p>
          <a:p>
            <a:r>
              <a:t>          "label": {</a:t>
            </a:r>
          </a:p>
          <a:p>
            <a:r>
              <a:t>            "text": "調調調調調",</a:t>
            </a:r>
          </a:p>
          <a:p>
            <a:r>
              <a:t>            "refs": [</a:t>
            </a:r>
          </a:p>
          <a:p>
            <a:r>
              <a:t>              {</a:t>
            </a:r>
          </a:p>
          <a:p>
            <a:r>
              <a:t>                "source_id": "s0108",</a:t>
            </a:r>
          </a:p>
          <a:p>
            <a:r>
              <a:t>                "quote": "調調調調調"</a:t>
            </a:r>
          </a:p>
          <a:p>
            <a:r>
              <a:t>              }</a:t>
            </a:r>
          </a:p>
          <a:p>
            <a:r>
              <a:t>            ],</a:t>
            </a:r>
          </a:p>
          <a:p>
            <a:r>
              <a:t>            "mode": "verbatim"</a:t>
            </a:r>
          </a:p>
          <a:p>
            <a:r>
              <a:t>          }</a:t>
            </a:r>
          </a:p>
          <a:p>
            <a:r>
              <a:t>        }</a:t>
            </a:r>
          </a:p>
          <a:p>
            <a:r>
              <a:t>      ],</a:t>
            </a:r>
          </a:p>
          <a:p>
            <a:r>
              <a:t>      "boundaries": [</a:t>
            </a:r>
          </a:p>
          <a:p>
            <a:r>
              <a:t>        {</a:t>
            </a:r>
          </a:p>
          <a:p>
            <a:r>
              <a:t>          "id": "owner",</a:t>
            </a:r>
          </a:p>
          <a:p>
            <a:r>
              <a:t>          "kind": "contains",</a:t>
            </a:r>
          </a:p>
          <a:p>
            <a:r>
              <a:t>          "label": {</a:t>
            </a:r>
          </a:p>
          <a:p>
            <a:r>
              <a:t>            "text": "調調調調調調調調調調調",</a:t>
            </a:r>
          </a:p>
          <a:p>
            <a:r>
              <a:t>            "refs": [</a:t>
            </a:r>
          </a:p>
          <a:p>
            <a:r>
              <a:t>              {</a:t>
            </a:r>
          </a:p>
          <a:p>
            <a:r>
              <a:t>                "source_id": "s0109",</a:t>
            </a:r>
          </a:p>
          <a:p>
            <a:r>
              <a:t>                "quote": "調調調調調調調調調調調は対象の機能を含む管理範囲を表す。"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a:t>
            </a:r>
          </a:p>
          <a:p>
            <a:r>
              <a:t>  "template_sha256": "4a349c313e82c1c17fa92810d6ca7b2e532b73722652242d0e26d17d4397899b"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"slide10",</a:t>
            </a:r>
          </a:p>
          <a:p>
            <a:r>
              <a:t>  "origin": "page10",</a:t>
            </a:r>
          </a:p>
          <a:p>
            <a:r>
              <a:t>  "layout_id": "rel_spoke_4_rl",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"s0124",</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"s0111",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"s0112",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"s0113",</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"s0114",</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"s0115",</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"s0116",</a:t>
            </a:r>
          </a:p>
          <a:p>
            <a:r>
              <a:t>          "quote": "調調調調調調調調調調\n調調調調調調調調調調"</a:t>
            </a:r>
          </a:p>
          <a:p>
            <a:r>
              <a:t>        }</a:t>
            </a:r>
          </a:p>
          <a:p>
            <a:r>
              <a:t>      ],</a:t>
            </a:r>
          </a:p>
          <a:p>
            <a:r>
              <a:t>      "mode": "verbatim"</a:t>
            </a:r>
          </a:p>
          <a:p>
            <a:r>
              <a:t>    },</a:t>
            </a:r>
          </a:p>
          <a:p>
            <a:r>
              <a:t>    {</a:t>
            </a:r>
          </a:p>
          <a:p>
            <a:r>
              <a:t>      "text": "調調調調",</a:t>
            </a:r>
          </a:p>
          <a:p>
            <a:r>
              <a:t>      "refs": [</a:t>
            </a:r>
          </a:p>
          <a:p>
            <a:r>
              <a:t>        {</a:t>
            </a:r>
          </a:p>
          <a:p>
            <a:r>
              <a:t>          "source_id": "s0117",</a:t>
            </a:r>
          </a:p>
          <a:p>
            <a:r>
              <a:t>          "quote": "調調調調"</a:t>
            </a:r>
          </a:p>
          <a:p>
            <a:r>
              <a:t>        }</a:t>
            </a:r>
          </a:p>
          <a:p>
            <a:r>
              <a:t>      ],</a:t>
            </a:r>
          </a:p>
          <a:p>
            <a:r>
              <a:t>      "mode": "verbatim"</a:t>
            </a:r>
          </a:p>
          <a:p>
            <a:r>
              <a:t>    },</a:t>
            </a:r>
          </a:p>
          <a:p>
            <a:r>
              <a:t>    {</a:t>
            </a:r>
          </a:p>
          <a:p>
            <a:r>
              <a:t>      "text": "調調調調",</a:t>
            </a:r>
          </a:p>
          <a:p>
            <a:r>
              <a:t>      "refs": [</a:t>
            </a:r>
          </a:p>
          <a:p>
            <a:r>
              <a:t>        {</a:t>
            </a:r>
          </a:p>
          <a:p>
            <a:r>
              <a:t>          "source_id": "s0118",</a:t>
            </a:r>
          </a:p>
          <a:p>
            <a:r>
              <a:t>          "quote": "調調調調"</a:t>
            </a:r>
          </a:p>
          <a:p>
            <a:r>
              <a:t>        }</a:t>
            </a:r>
          </a:p>
          <a:p>
            <a:r>
              <a:t>      ],</a:t>
            </a:r>
          </a:p>
          <a:p>
            <a:r>
              <a:t>      "mode": "verbatim"</a:t>
            </a:r>
          </a:p>
          <a:p>
            <a:r>
              <a:t>    },</a:t>
            </a:r>
          </a:p>
          <a:p>
            <a:r>
              <a:t>    {</a:t>
            </a:r>
          </a:p>
          <a:p>
            <a:r>
              <a:t>      "text": "調調調調",</a:t>
            </a:r>
          </a:p>
          <a:p>
            <a:r>
              <a:t>      "refs": [</a:t>
            </a:r>
          </a:p>
          <a:p>
            <a:r>
              <a:t>        {</a:t>
            </a:r>
          </a:p>
          <a:p>
            <a:r>
              <a:t>          "source_id": "s0119",</a:t>
            </a:r>
          </a:p>
          <a:p>
            <a:r>
              <a:t>          "quote": "調調調調"</a:t>
            </a:r>
          </a:p>
          <a:p>
            <a:r>
              <a:t>        }</a:t>
            </a:r>
          </a:p>
          <a:p>
            <a:r>
              <a:t>      ],</a:t>
            </a:r>
          </a:p>
          <a:p>
            <a:r>
              <a:t>      "mode": "verbatim"</a:t>
            </a:r>
          </a:p>
          <a:p>
            <a:r>
              <a:t>    },</a:t>
            </a:r>
          </a:p>
          <a:p>
            <a:r>
              <a:t>    {</a:t>
            </a:r>
          </a:p>
          <a:p>
            <a:r>
              <a:t>      "text": "調調調調",</a:t>
            </a:r>
          </a:p>
          <a:p>
            <a:r>
              <a:t>      "refs": [</a:t>
            </a:r>
          </a:p>
          <a:p>
            <a:r>
              <a:t>        {</a:t>
            </a:r>
          </a:p>
          <a:p>
            <a:r>
              <a:t>          "source_id": "s0120",</a:t>
            </a:r>
          </a:p>
          <a:p>
            <a:r>
              <a:t>          "quote": "調調調調"</a:t>
            </a:r>
          </a:p>
          <a:p>
            <a:r>
              <a:t>        }</a:t>
            </a:r>
          </a:p>
          <a:p>
            <a:r>
              <a:t>      ],</a:t>
            </a:r>
          </a:p>
          <a:p>
            <a:r>
              <a:t>      "mode": "verbatim"</a:t>
            </a:r>
          </a:p>
          <a:p>
            <a:r>
              <a:t>    },</a:t>
            </a:r>
          </a:p>
          <a:p>
            <a:r>
              <a:t>    {</a:t>
            </a:r>
          </a:p>
          <a:p>
            <a:r>
              <a:t>      "text": "調調調調調",</a:t>
            </a:r>
          </a:p>
          <a:p>
            <a:r>
              <a:t>      "refs": [</a:t>
            </a:r>
          </a:p>
          <a:p>
            <a:r>
              <a:t>        {</a:t>
            </a:r>
          </a:p>
          <a:p>
            <a:r>
              <a:t>          "source_id": "s0121",</a:t>
            </a:r>
          </a:p>
          <a:p>
            <a:r>
              <a:t>          "quote": "調調調調調"</a:t>
            </a:r>
          </a:p>
          <a:p>
            <a:r>
              <a:t>        }</a:t>
            </a:r>
          </a:p>
          <a:p>
            <a:r>
              <a:t>      ],</a:t>
            </a:r>
          </a:p>
          <a:p>
            <a:r>
              <a:t>      "mode": "verbatim"</a:t>
            </a:r>
          </a:p>
          <a:p>
            <a:r>
              <a:t>    },</a:t>
            </a:r>
          </a:p>
          <a:p>
            <a:r>
              <a:t>    {</a:t>
            </a:r>
          </a:p>
          <a:p>
            <a:r>
              <a:t>      "text": "調調調調調",</a:t>
            </a:r>
          </a:p>
          <a:p>
            <a:r>
              <a:t>      "refs": [</a:t>
            </a:r>
          </a:p>
          <a:p>
            <a:r>
              <a:t>        {</a:t>
            </a:r>
          </a:p>
          <a:p>
            <a:r>
              <a:t>          "source_id": "s0122",</a:t>
            </a:r>
          </a:p>
          <a:p>
            <a:r>
              <a:t>          "quote": "調調調調調"</a:t>
            </a:r>
          </a:p>
          <a:p>
            <a:r>
              <a:t>        }</a:t>
            </a:r>
          </a:p>
          <a:p>
            <a:r>
              <a:t>      ],</a:t>
            </a:r>
          </a:p>
          <a:p>
            <a:r>
              <a:t>      "mode": "verbatim"</a:t>
            </a:r>
          </a:p>
          <a:p>
            <a:r>
              <a:t>    },</a:t>
            </a:r>
          </a:p>
          <a:p>
            <a:r>
              <a:t>    {</a:t>
            </a:r>
          </a:p>
          <a:p>
            <a:r>
              <a:t>      "text": "調調調調調調調調調調調",</a:t>
            </a:r>
          </a:p>
          <a:p>
            <a:r>
              <a:t>      "refs": [</a:t>
            </a:r>
          </a:p>
          <a:p>
            <a:r>
              <a:t>        {</a:t>
            </a:r>
          </a:p>
          <a:p>
            <a:r>
              <a:t>          "source_id": "s0123",</a:t>
            </a:r>
          </a:p>
          <a:p>
            <a:r>
              <a:t>          "quote": "調調調調調調調調調調調は対象の機能を含む管理範囲を表す。"</a:t>
            </a:r>
          </a:p>
          <a:p>
            <a:r>
              <a:t>        }</a:t>
            </a:r>
          </a:p>
          <a:p>
            <a:r>
              <a:t>      ],</a:t>
            </a:r>
          </a:p>
          <a:p>
            <a:r>
              <a:t>      "mode": "verbatim"</a:t>
            </a:r>
          </a:p>
          <a:p>
            <a:r>
              <a:t>    }</a:t>
            </a:r>
          </a:p>
          <a:p>
            <a:r>
              <a:t>  ],</a:t>
            </a:r>
          </a:p>
          <a:p>
            <a:r>
              <a:t>  "citations": {</a:t>
            </a:r>
          </a:p>
          <a:p>
            <a:r>
              <a:t>    "s0111": "架空設計書・構造検証用",</a:t>
            </a:r>
          </a:p>
          <a:p>
            <a:r>
              <a:t>    "s0112": "架空設計書・構造検証用",</a:t>
            </a:r>
          </a:p>
          <a:p>
            <a:r>
              <a:t>    "s0113": "架空設計書・構造検証用",</a:t>
            </a:r>
          </a:p>
          <a:p>
            <a:r>
              <a:t>    "s0114": "架空設計書・構造検証用",</a:t>
            </a:r>
          </a:p>
          <a:p>
            <a:r>
              <a:t>    "s0115": "架空設計書・構造検証用",</a:t>
            </a:r>
          </a:p>
          <a:p>
            <a:r>
              <a:t>    "s0116": "架空設計書・構造検証用",</a:t>
            </a:r>
          </a:p>
          <a:p>
            <a:r>
              <a:t>    "s0117": "架空設計書・構造検証用",</a:t>
            </a:r>
          </a:p>
          <a:p>
            <a:r>
              <a:t>    "s0118": "架空設計書・構造検証用",</a:t>
            </a:r>
          </a:p>
          <a:p>
            <a:r>
              <a:t>    "s0119": "架空設計書・構造検証用",</a:t>
            </a:r>
          </a:p>
          <a:p>
            <a:r>
              <a:t>    "s0120": "架空設計書・構造検証用",</a:t>
            </a:r>
          </a:p>
          <a:p>
            <a:r>
              <a:t>    "s0121": "架空設計書・構造検証用",</a:t>
            </a:r>
          </a:p>
          <a:p>
            <a:r>
              <a:t>    "s0122": "架空設計書・構造検証用",</a:t>
            </a:r>
          </a:p>
          <a:p>
            <a:r>
              <a:t>    "s0123": "架空設計書・構造検証用",</a:t>
            </a:r>
          </a:p>
          <a:p>
            <a:r>
              <a:t>    "s0124":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"s0111",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"s0112",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"調調調調調調調調調調\n調調調調調調調調調調",</a:t>
            </a:r>
          </a:p>
          <a:p>
            <a:r>
              <a:t>            "refs": [</a:t>
            </a:r>
          </a:p>
          <a:p>
            <a:r>
              <a:t>              {</a:t>
            </a:r>
          </a:p>
          <a:p>
            <a:r>
              <a:t>                "source_id": "s0113",</a:t>
            </a:r>
          </a:p>
          <a:p>
            <a:r>
              <a:t>                "quote": "調調調調調調調調調調\n調調調調調調調調調調"</a:t>
            </a:r>
          </a:p>
          <a:p>
            <a:r>
              <a:t>              }</a:t>
            </a:r>
          </a:p>
          <a:p>
            <a:r>
              <a:t>            ],</a:t>
            </a:r>
          </a:p>
          <a:p>
            <a:r>
              <a:t>            "mode": "verbatim"</a:t>
            </a:r>
          </a:p>
          <a:p>
            <a:r>
              <a:t>          }</a:t>
            </a:r>
          </a:p>
          <a:p>
            <a:r>
              <a:t>        },</a:t>
            </a:r>
          </a:p>
          <a:p>
            <a:r>
              <a:t>        {</a:t>
            </a:r>
          </a:p>
          <a:p>
            <a:r>
              <a:t>          "id": "actor_1",</a:t>
            </a:r>
          </a:p>
          <a:p>
            <a:r>
              <a:t>          "label": {</a:t>
            </a:r>
          </a:p>
          <a:p>
            <a:r>
              <a:t>            "text": "調調調調調調調調調調\n調調調調調調調調調調",</a:t>
            </a:r>
          </a:p>
          <a:p>
            <a:r>
              <a:t>            "refs": [</a:t>
            </a:r>
          </a:p>
          <a:p>
            <a:r>
              <a:t>              {</a:t>
            </a:r>
          </a:p>
          <a:p>
            <a:r>
              <a:t>                "source_id": "s0114",</a:t>
            </a:r>
          </a:p>
          <a:p>
            <a:r>
              <a:t>                "quote": "調調調調調調調調調調\n調調調調調調調調調調"</a:t>
            </a:r>
          </a:p>
          <a:p>
            <a:r>
              <a:t>              }</a:t>
            </a:r>
          </a:p>
          <a:p>
            <a:r>
              <a:t>            ],</a:t>
            </a:r>
          </a:p>
          <a:p>
            <a:r>
              <a:t>            "mode": "verbatim"</a:t>
            </a:r>
          </a:p>
          <a:p>
            <a:r>
              <a:t>          }</a:t>
            </a:r>
          </a:p>
          <a:p>
            <a:r>
              <a:t>        },</a:t>
            </a:r>
          </a:p>
          <a:p>
            <a:r>
              <a:t>        {</a:t>
            </a:r>
          </a:p>
          <a:p>
            <a:r>
              <a:t>          "id": "actor_2",</a:t>
            </a:r>
          </a:p>
          <a:p>
            <a:r>
              <a:t>          "label": {</a:t>
            </a:r>
          </a:p>
          <a:p>
            <a:r>
              <a:t>            "text": "調調調調調調調調調調\n調調調調調調調調調調",</a:t>
            </a:r>
          </a:p>
          <a:p>
            <a:r>
              <a:t>            "refs": [</a:t>
            </a:r>
          </a:p>
          <a:p>
            <a:r>
              <a:t>              {</a:t>
            </a:r>
          </a:p>
          <a:p>
            <a:r>
              <a:t>                "source_id": "s0115",</a:t>
            </a:r>
          </a:p>
          <a:p>
            <a:r>
              <a:t>                "quote": "調調調調調調調調調調\n調調調調調調調調調調"</a:t>
            </a:r>
          </a:p>
          <a:p>
            <a:r>
              <a:t>              }</a:t>
            </a:r>
          </a:p>
          <a:p>
            <a:r>
              <a:t>            ],</a:t>
            </a:r>
          </a:p>
          <a:p>
            <a:r>
              <a:t>            "mode": "verbatim"</a:t>
            </a:r>
          </a:p>
          <a:p>
            <a:r>
              <a:t>          }</a:t>
            </a:r>
          </a:p>
          <a:p>
            <a:r>
              <a:t>        },</a:t>
            </a:r>
          </a:p>
          <a:p>
            <a:r>
              <a:t>        {</a:t>
            </a:r>
          </a:p>
          <a:p>
            <a:r>
              <a:t>          "id": "actor_3",</a:t>
            </a:r>
          </a:p>
          <a:p>
            <a:r>
              <a:t>          "label": {</a:t>
            </a:r>
          </a:p>
          <a:p>
            <a:r>
              <a:t>            "text": "調調調調調調調調調調\n調調調調調調調調調調",</a:t>
            </a:r>
          </a:p>
          <a:p>
            <a:r>
              <a:t>            "refs": [</a:t>
            </a:r>
          </a:p>
          <a:p>
            <a:r>
              <a:t>              {</a:t>
            </a:r>
          </a:p>
          <a:p>
            <a:r>
              <a:t>                "source_id": "s0116",</a:t>
            </a:r>
          </a:p>
          <a:p>
            <a:r>
              <a:t>                "quote": "調調調調調調調調調調\n調調調調調調調調調調"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a:t>
            </a:r>
          </a:p>
          <a:p>
            <a:r>
              <a:t>            "refs": [</a:t>
            </a:r>
          </a:p>
          <a:p>
            <a:r>
              <a:t>              {</a:t>
            </a:r>
          </a:p>
          <a:p>
            <a:r>
              <a:t>                "source_id": "s0117",</a:t>
            </a:r>
          </a:p>
          <a:p>
            <a:r>
              <a:t>                "quote": "調調調調"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a:t>
            </a:r>
          </a:p>
          <a:p>
            <a:r>
              <a:t>            "refs": [</a:t>
            </a:r>
          </a:p>
          <a:p>
            <a:r>
              <a:t>              {</a:t>
            </a:r>
          </a:p>
          <a:p>
            <a:r>
              <a:t>                "source_id": "s0118",</a:t>
            </a:r>
          </a:p>
          <a:p>
            <a:r>
              <a:t>                "quote": "調調調調"</a:t>
            </a:r>
          </a:p>
          <a:p>
            <a:r>
              <a:t>              }</a:t>
            </a:r>
          </a:p>
          <a:p>
            <a:r>
              <a:t>            ],</a:t>
            </a:r>
          </a:p>
          <a:p>
            <a:r>
              <a:t>            "mode": "verbatim"</a:t>
            </a:r>
          </a:p>
          <a:p>
            <a:r>
              <a:t>          }</a:t>
            </a:r>
          </a:p>
          <a:p>
            <a:r>
              <a:t>        },</a:t>
            </a:r>
          </a:p>
          <a:p>
            <a:r>
              <a:t>        {</a:t>
            </a:r>
          </a:p>
          <a:p>
            <a:r>
              <a:t>          "id": "edge_2",</a:t>
            </a:r>
          </a:p>
          <a:p>
            <a:r>
              <a:t>          "source": "actor_0",</a:t>
            </a:r>
          </a:p>
          <a:p>
            <a:r>
              <a:t>          "target": "actor_2",</a:t>
            </a:r>
          </a:p>
          <a:p>
            <a:r>
              <a:t>          "label": {</a:t>
            </a:r>
          </a:p>
          <a:p>
            <a:r>
              <a:t>            "text": "調調調調",</a:t>
            </a:r>
          </a:p>
          <a:p>
            <a:r>
              <a:t>            "refs": [</a:t>
            </a:r>
          </a:p>
          <a:p>
            <a:r>
              <a:t>              {</a:t>
            </a:r>
          </a:p>
          <a:p>
            <a:r>
              <a:t>                "source_id": "s0119",</a:t>
            </a:r>
          </a:p>
          <a:p>
            <a:r>
              <a:t>                "quote": "調調調調"</a:t>
            </a:r>
          </a:p>
          <a:p>
            <a:r>
              <a:t>              }</a:t>
            </a:r>
          </a:p>
          <a:p>
            <a:r>
              <a:t>            ],</a:t>
            </a:r>
          </a:p>
          <a:p>
            <a:r>
              <a:t>            "mode": "verbatim"</a:t>
            </a:r>
          </a:p>
          <a:p>
            <a:r>
              <a:t>          }</a:t>
            </a:r>
          </a:p>
          <a:p>
            <a:r>
              <a:t>        },</a:t>
            </a:r>
          </a:p>
          <a:p>
            <a:r>
              <a:t>        {</a:t>
            </a:r>
          </a:p>
          <a:p>
            <a:r>
              <a:t>          "id": "edge_3",</a:t>
            </a:r>
          </a:p>
          <a:p>
            <a:r>
              <a:t>          "source": "actor_2",</a:t>
            </a:r>
          </a:p>
          <a:p>
            <a:r>
              <a:t>          "target": "actor_0",</a:t>
            </a:r>
          </a:p>
          <a:p>
            <a:r>
              <a:t>          "label": {</a:t>
            </a:r>
          </a:p>
          <a:p>
            <a:r>
              <a:t>            "text": "調調調調",</a:t>
            </a:r>
          </a:p>
          <a:p>
            <a:r>
              <a:t>            "refs": [</a:t>
            </a:r>
          </a:p>
          <a:p>
            <a:r>
              <a:t>              {</a:t>
            </a:r>
          </a:p>
          <a:p>
            <a:r>
              <a:t>                "source_id": "s0120",</a:t>
            </a:r>
          </a:p>
          <a:p>
            <a:r>
              <a:t>                "quote": "調調調調"</a:t>
            </a:r>
          </a:p>
          <a:p>
            <a:r>
              <a:t>              }</a:t>
            </a:r>
          </a:p>
          <a:p>
            <a:r>
              <a:t>            ],</a:t>
            </a:r>
          </a:p>
          <a:p>
            <a:r>
              <a:t>            "mode": "verbatim"</a:t>
            </a:r>
          </a:p>
          <a:p>
            <a:r>
              <a:t>          }</a:t>
            </a:r>
          </a:p>
          <a:p>
            <a:r>
              <a:t>        },</a:t>
            </a:r>
          </a:p>
          <a:p>
            <a:r>
              <a:t>        {</a:t>
            </a:r>
          </a:p>
          <a:p>
            <a:r>
              <a:t>          "id": "edge_4",</a:t>
            </a:r>
          </a:p>
          <a:p>
            <a:r>
              <a:t>          "source": "actor_0",</a:t>
            </a:r>
          </a:p>
          <a:p>
            <a:r>
              <a:t>          "target": "actor_3",</a:t>
            </a:r>
          </a:p>
          <a:p>
            <a:r>
              <a:t>          "label": {</a:t>
            </a:r>
          </a:p>
          <a:p>
            <a:r>
              <a:t>            "text": "調調調調調",</a:t>
            </a:r>
          </a:p>
          <a:p>
            <a:r>
              <a:t>            "refs": [</a:t>
            </a:r>
          </a:p>
          <a:p>
            <a:r>
              <a:t>              {</a:t>
            </a:r>
          </a:p>
          <a:p>
            <a:r>
              <a:t>                "source_id": "s0121",</a:t>
            </a:r>
          </a:p>
          <a:p>
            <a:r>
              <a:t>                "quote": "調調調調調"</a:t>
            </a:r>
          </a:p>
          <a:p>
            <a:r>
              <a:t>              }</a:t>
            </a:r>
          </a:p>
          <a:p>
            <a:r>
              <a:t>            ],</a:t>
            </a:r>
          </a:p>
          <a:p>
            <a:r>
              <a:t>            "mode": "verbatim"</a:t>
            </a:r>
          </a:p>
          <a:p>
            <a:r>
              <a:t>          }</a:t>
            </a:r>
          </a:p>
          <a:p>
            <a:r>
              <a:t>        },</a:t>
            </a:r>
          </a:p>
          <a:p>
            <a:r>
              <a:t>        {</a:t>
            </a:r>
          </a:p>
          <a:p>
            <a:r>
              <a:t>          "id": "edge_5",</a:t>
            </a:r>
          </a:p>
          <a:p>
            <a:r>
              <a:t>          "source": "actor_3",</a:t>
            </a:r>
          </a:p>
          <a:p>
            <a:r>
              <a:t>          "target": "actor_0",</a:t>
            </a:r>
          </a:p>
          <a:p>
            <a:r>
              <a:t>          "label": {</a:t>
            </a:r>
          </a:p>
          <a:p>
            <a:r>
              <a:t>            "text": "調調調調調",</a:t>
            </a:r>
          </a:p>
          <a:p>
            <a:r>
              <a:t>            "refs": [</a:t>
            </a:r>
          </a:p>
          <a:p>
            <a:r>
              <a:t>              {</a:t>
            </a:r>
          </a:p>
          <a:p>
            <a:r>
              <a:t>                "source_id": "s0122",</a:t>
            </a:r>
          </a:p>
          <a:p>
            <a:r>
              <a:t>                "quote": "調調調調調"</a:t>
            </a:r>
          </a:p>
          <a:p>
            <a:r>
              <a:t>              }</a:t>
            </a:r>
          </a:p>
          <a:p>
            <a:r>
              <a:t>            ],</a:t>
            </a:r>
          </a:p>
          <a:p>
            <a:r>
              <a:t>            "mode": "verbatim"</a:t>
            </a:r>
          </a:p>
          <a:p>
            <a:r>
              <a:t>          }</a:t>
            </a:r>
          </a:p>
          <a:p>
            <a:r>
              <a:t>        }</a:t>
            </a:r>
          </a:p>
          <a:p>
            <a:r>
              <a:t>      ],</a:t>
            </a:r>
          </a:p>
          <a:p>
            <a:r>
              <a:t>      "boundaries": [</a:t>
            </a:r>
          </a:p>
          <a:p>
            <a:r>
              <a:t>        {</a:t>
            </a:r>
          </a:p>
          <a:p>
            <a:r>
              <a:t>          "id": "owner",</a:t>
            </a:r>
          </a:p>
          <a:p>
            <a:r>
              <a:t>          "kind": "contains",</a:t>
            </a:r>
          </a:p>
          <a:p>
            <a:r>
              <a:t>          "label": {</a:t>
            </a:r>
          </a:p>
          <a:p>
            <a:r>
              <a:t>            "text": "調調調調調調調調調調調",</a:t>
            </a:r>
          </a:p>
          <a:p>
            <a:r>
              <a:t>            "refs": [</a:t>
            </a:r>
          </a:p>
          <a:p>
            <a:r>
              <a:t>              {</a:t>
            </a:r>
          </a:p>
          <a:p>
            <a:r>
              <a:t>                "source_id": "s0123",</a:t>
            </a:r>
          </a:p>
          <a:p>
            <a:r>
              <a:t>                "quote": "調調調調調調調調調調調は対象の機能を含む管理範囲を表す。"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a:t>
            </a:r>
          </a:p>
          <a:p>
            <a:r>
              <a:t>  "template_sha256": "c6cb22da6614f1679847722bc6e48406bfa37cd1cd3f54dfebb54cbad9cffec2"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"slide11",</a:t>
            </a:r>
          </a:p>
          <a:p>
            <a:r>
              <a:t>  "origin": "page11",</a:t>
            </a:r>
          </a:p>
          <a:p>
            <a:r>
              <a:t>  "layout_id": "rel_pair_fan_5_lr",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"s0140",</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"s0125",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"s0126",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a:t>
            </a:r>
          </a:p>
          <a:p>
            <a:r>
              <a:t>      "refs": [</a:t>
            </a:r>
          </a:p>
          <a:p>
            <a:r>
              <a:t>        {</a:t>
            </a:r>
          </a:p>
          <a:p>
            <a:r>
              <a:t>          "source_id": "s0127",</a:t>
            </a:r>
          </a:p>
          <a:p>
            <a:r>
              <a:t>          "quote": "調調調調調調調調調調調調調調調調調調"</a:t>
            </a:r>
          </a:p>
          <a:p>
            <a:r>
              <a:t>        }</a:t>
            </a:r>
          </a:p>
          <a:p>
            <a:r>
              <a:t>      ],</a:t>
            </a:r>
          </a:p>
          <a:p>
            <a:r>
              <a:t>      "mode": "verbatim"</a:t>
            </a:r>
          </a:p>
          <a:p>
            <a:r>
              <a:t>    },</a:t>
            </a:r>
          </a:p>
          <a:p>
            <a:r>
              <a:t>    {</a:t>
            </a:r>
          </a:p>
          <a:p>
            <a:r>
              <a:t>      "text": "調調調調調調調調調調調調調調調調調調",</a:t>
            </a:r>
          </a:p>
          <a:p>
            <a:r>
              <a:t>      "refs": [</a:t>
            </a:r>
          </a:p>
          <a:p>
            <a:r>
              <a:t>        {</a:t>
            </a:r>
          </a:p>
          <a:p>
            <a:r>
              <a:t>          "source_id": "s0128",</a:t>
            </a:r>
          </a:p>
          <a:p>
            <a:r>
              <a:t>          "quote": "調調調調調調調調調調調調調調調調調調"</a:t>
            </a:r>
          </a:p>
          <a:p>
            <a:r>
              <a:t>        }</a:t>
            </a:r>
          </a:p>
          <a:p>
            <a:r>
              <a:t>      ],</a:t>
            </a:r>
          </a:p>
          <a:p>
            <a:r>
              <a:t>      "mode": "verbatim"</a:t>
            </a:r>
          </a:p>
          <a:p>
            <a:r>
              <a:t>    },</a:t>
            </a:r>
          </a:p>
          <a:p>
            <a:r>
              <a:t>    {</a:t>
            </a:r>
          </a:p>
          <a:p>
            <a:r>
              <a:t>      "text": "調調調調調\n調調調調調",</a:t>
            </a:r>
          </a:p>
          <a:p>
            <a:r>
              <a:t>      "refs": [</a:t>
            </a:r>
          </a:p>
          <a:p>
            <a:r>
              <a:t>        {</a:t>
            </a:r>
          </a:p>
          <a:p>
            <a:r>
              <a:t>          "source_id": "s0129",</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"s0130",</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"s0131",</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"s0132",</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"s0133",</a:t>
            </a:r>
          </a:p>
          <a:p>
            <a:r>
              <a:t>          "quote": "調調調調調\n調調調調調"</a:t>
            </a:r>
          </a:p>
          <a:p>
            <a:r>
              <a:t>        }</a:t>
            </a:r>
          </a:p>
          <a:p>
            <a:r>
              <a:t>      ],</a:t>
            </a:r>
          </a:p>
          <a:p>
            <a:r>
              <a:t>      "mode": "verbatim"</a:t>
            </a:r>
          </a:p>
          <a:p>
            <a:r>
              <a:t>    },</a:t>
            </a:r>
          </a:p>
          <a:p>
            <a:r>
              <a:t>    {</a:t>
            </a:r>
          </a:p>
          <a:p>
            <a:r>
              <a:t>      "text": "調調調調調調調",</a:t>
            </a:r>
          </a:p>
          <a:p>
            <a:r>
              <a:t>      "refs": [</a:t>
            </a:r>
          </a:p>
          <a:p>
            <a:r>
              <a:t>        {</a:t>
            </a:r>
          </a:p>
          <a:p>
            <a:r>
              <a:t>          "source_id": "s0134",</a:t>
            </a:r>
          </a:p>
          <a:p>
            <a:r>
              <a:t>          "quote": "調調調調調調調"</a:t>
            </a:r>
          </a:p>
          <a:p>
            <a:r>
              <a:t>        }</a:t>
            </a:r>
          </a:p>
          <a:p>
            <a:r>
              <a:t>      ],</a:t>
            </a:r>
          </a:p>
          <a:p>
            <a:r>
              <a:t>      "mode": "verbatim"</a:t>
            </a:r>
          </a:p>
          <a:p>
            <a:r>
              <a:t>    },</a:t>
            </a:r>
          </a:p>
          <a:p>
            <a:r>
              <a:t>    {</a:t>
            </a:r>
          </a:p>
          <a:p>
            <a:r>
              <a:t>      "text": "調調調調調調調",</a:t>
            </a:r>
          </a:p>
          <a:p>
            <a:r>
              <a:t>      "refs": [</a:t>
            </a:r>
          </a:p>
          <a:p>
            <a:r>
              <a:t>        {</a:t>
            </a:r>
          </a:p>
          <a:p>
            <a:r>
              <a:t>          "source_id": "s0135",</a:t>
            </a:r>
          </a:p>
          <a:p>
            <a:r>
              <a:t>          "quote": "調調調調調調調"</a:t>
            </a:r>
          </a:p>
          <a:p>
            <a:r>
              <a:t>        }</a:t>
            </a:r>
          </a:p>
          <a:p>
            <a:r>
              <a:t>      ],</a:t>
            </a:r>
          </a:p>
          <a:p>
            <a:r>
              <a:t>      "mode": "verbatim"</a:t>
            </a:r>
          </a:p>
          <a:p>
            <a:r>
              <a:t>    },</a:t>
            </a:r>
          </a:p>
          <a:p>
            <a:r>
              <a:t>    {</a:t>
            </a:r>
          </a:p>
          <a:p>
            <a:r>
              <a:t>      "text": "調調調調調調調調",</a:t>
            </a:r>
          </a:p>
          <a:p>
            <a:r>
              <a:t>      "refs": [</a:t>
            </a:r>
          </a:p>
          <a:p>
            <a:r>
              <a:t>        {</a:t>
            </a:r>
          </a:p>
          <a:p>
            <a:r>
              <a:t>          "source_id": "s0136",</a:t>
            </a:r>
          </a:p>
          <a:p>
            <a:r>
              <a:t>          "quote": "調調調調調調調調"</a:t>
            </a:r>
          </a:p>
          <a:p>
            <a:r>
              <a:t>        }</a:t>
            </a:r>
          </a:p>
          <a:p>
            <a:r>
              <a:t>      ],</a:t>
            </a:r>
          </a:p>
          <a:p>
            <a:r>
              <a:t>      "mode": "verbatim"</a:t>
            </a:r>
          </a:p>
          <a:p>
            <a:r>
              <a:t>    },</a:t>
            </a:r>
          </a:p>
          <a:p>
            <a:r>
              <a:t>    {</a:t>
            </a:r>
          </a:p>
          <a:p>
            <a:r>
              <a:t>      "text": "調調調調調調調調",</a:t>
            </a:r>
          </a:p>
          <a:p>
            <a:r>
              <a:t>      "refs": [</a:t>
            </a:r>
          </a:p>
          <a:p>
            <a:r>
              <a:t>        {</a:t>
            </a:r>
          </a:p>
          <a:p>
            <a:r>
              <a:t>          "source_id": "s0137",</a:t>
            </a:r>
          </a:p>
          <a:p>
            <a:r>
              <a:t>          "quote": "調調調調調調調調"</a:t>
            </a:r>
          </a:p>
          <a:p>
            <a:r>
              <a:t>        }</a:t>
            </a:r>
          </a:p>
          <a:p>
            <a:r>
              <a:t>      ],</a:t>
            </a:r>
          </a:p>
          <a:p>
            <a:r>
              <a:t>      "mode": "verbatim"</a:t>
            </a:r>
          </a:p>
          <a:p>
            <a:r>
              <a:t>    },</a:t>
            </a:r>
          </a:p>
          <a:p>
            <a:r>
              <a:t>    {</a:t>
            </a:r>
          </a:p>
          <a:p>
            <a:r>
              <a:t>      "text": "調調調調調調調調",</a:t>
            </a:r>
          </a:p>
          <a:p>
            <a:r>
              <a:t>      "refs": [</a:t>
            </a:r>
          </a:p>
          <a:p>
            <a:r>
              <a:t>        {</a:t>
            </a:r>
          </a:p>
          <a:p>
            <a:r>
              <a:t>          "source_id": "s0138",</a:t>
            </a:r>
          </a:p>
          <a:p>
            <a:r>
              <a:t>          "quote": "調調調調調調調調"</a:t>
            </a:r>
          </a:p>
          <a:p>
            <a:r>
              <a:t>        }</a:t>
            </a:r>
          </a:p>
          <a:p>
            <a:r>
              <a:t>      ],</a:t>
            </a:r>
          </a:p>
          <a:p>
            <a:r>
              <a:t>      "mode": "verbatim"</a:t>
            </a:r>
          </a:p>
          <a:p>
            <a:r>
              <a:t>    },</a:t>
            </a:r>
          </a:p>
          <a:p>
            <a:r>
              <a:t>    {</a:t>
            </a:r>
          </a:p>
          <a:p>
            <a:r>
              <a:t>      "text": "調調調調調調調調",</a:t>
            </a:r>
          </a:p>
          <a:p>
            <a:r>
              <a:t>      "refs": [</a:t>
            </a:r>
          </a:p>
          <a:p>
            <a:r>
              <a:t>        {</a:t>
            </a:r>
          </a:p>
          <a:p>
            <a:r>
              <a:t>          "source_id": "s0139",</a:t>
            </a:r>
          </a:p>
          <a:p>
            <a:r>
              <a:t>          "quote": "調調調調調調調調"</a:t>
            </a:r>
          </a:p>
          <a:p>
            <a:r>
              <a:t>        }</a:t>
            </a:r>
          </a:p>
          <a:p>
            <a:r>
              <a:t>      ],</a:t>
            </a:r>
          </a:p>
          <a:p>
            <a:r>
              <a:t>      "mode": "verbatim"</a:t>
            </a:r>
          </a:p>
          <a:p>
            <a:r>
              <a:t>    }</a:t>
            </a:r>
          </a:p>
          <a:p>
            <a:r>
              <a:t>  ],</a:t>
            </a:r>
          </a:p>
          <a:p>
            <a:r>
              <a:t>  "citations": {</a:t>
            </a:r>
          </a:p>
          <a:p>
            <a:r>
              <a:t>    "s0125": "架空設計書・構造検証用",</a:t>
            </a:r>
          </a:p>
          <a:p>
            <a:r>
              <a:t>    "s0126": "架空設計書・構造検証用",</a:t>
            </a:r>
          </a:p>
          <a:p>
            <a:r>
              <a:t>    "s0127": "架空設計書・構造検証用",</a:t>
            </a:r>
          </a:p>
          <a:p>
            <a:r>
              <a:t>    "s0128": "架空設計書・構造検証用",</a:t>
            </a:r>
          </a:p>
          <a:p>
            <a:r>
              <a:t>    "s0129": "架空設計書・構造検証用",</a:t>
            </a:r>
          </a:p>
          <a:p>
            <a:r>
              <a:t>    "s0130": "架空設計書・構造検証用",</a:t>
            </a:r>
          </a:p>
          <a:p>
            <a:r>
              <a:t>    "s0131": "架空設計書・構造検証用",</a:t>
            </a:r>
          </a:p>
          <a:p>
            <a:r>
              <a:t>    "s0132": "架空設計書・構造検証用",</a:t>
            </a:r>
          </a:p>
          <a:p>
            <a:r>
              <a:t>    "s0133": "架空設計書・構造検証用",</a:t>
            </a:r>
          </a:p>
          <a:p>
            <a:r>
              <a:t>    "s0134": "架空設計書・構造検証用",</a:t>
            </a:r>
          </a:p>
          <a:p>
            <a:r>
              <a:t>    "s0135": "架空設計書・構造検証用",</a:t>
            </a:r>
          </a:p>
          <a:p>
            <a:r>
              <a:t>    "s0136": "架空設計書・構造検証用",</a:t>
            </a:r>
          </a:p>
          <a:p>
            <a:r>
              <a:t>    "s0137": "架空設計書・構造検証用",</a:t>
            </a:r>
          </a:p>
          <a:p>
            <a:r>
              <a:t>    "s0138": "架空設計書・構造検証用",</a:t>
            </a:r>
          </a:p>
          <a:p>
            <a:r>
              <a:t>    "s0139": "架空設計書・構造検証用",</a:t>
            </a:r>
          </a:p>
          <a:p>
            <a:r>
              <a:t>    "s0140":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"s0125",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"s0126",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"left_caption": {</a:t>
            </a:r>
          </a:p>
          <a:p>
            <a:r>
              <a:t>        "text": "調調調調調調調調調調調調調調調調調調",</a:t>
            </a:r>
          </a:p>
          <a:p>
            <a:r>
              <a:t>        "refs": [</a:t>
            </a:r>
          </a:p>
          <a:p>
            <a:r>
              <a:t>          {</a:t>
            </a:r>
          </a:p>
          <a:p>
            <a:r>
              <a:t>            "source_id": "s0127",</a:t>
            </a:r>
          </a:p>
          <a:p>
            <a:r>
              <a:t>            "quote": "調調調調調調調調調調調調調調調調調調"</a:t>
            </a:r>
          </a:p>
          <a:p>
            <a:r>
              <a:t>          }</a:t>
            </a:r>
          </a:p>
          <a:p>
            <a:r>
              <a:t>        ],</a:t>
            </a:r>
          </a:p>
          <a:p>
            <a:r>
              <a:t>        "mode": "verbatim"</a:t>
            </a:r>
          </a:p>
          <a:p>
            <a:r>
              <a:t>      },</a:t>
            </a:r>
          </a:p>
          <a:p>
            <a:r>
              <a:t>      "right_caption": {</a:t>
            </a:r>
          </a:p>
          <a:p>
            <a:r>
              <a:t>        "text": "調調調調調調調調調調調調調調調調調調",</a:t>
            </a:r>
          </a:p>
          <a:p>
            <a:r>
              <a:t>        "refs": [</a:t>
            </a:r>
          </a:p>
          <a:p>
            <a:r>
              <a:t>          {</a:t>
            </a:r>
          </a:p>
          <a:p>
            <a:r>
              <a:t>            "source_id": "s0128",</a:t>
            </a:r>
          </a:p>
          <a:p>
            <a:r>
              <a:t>            "quote": "調調調調調調調調調調調調調調調調調調"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"調調調調調\n調調調調調",</a:t>
            </a:r>
          </a:p>
          <a:p>
            <a:r>
              <a:t>            "refs": [</a:t>
            </a:r>
          </a:p>
          <a:p>
            <a:r>
              <a:t>              {</a:t>
            </a:r>
          </a:p>
          <a:p>
            <a:r>
              <a:t>                "source_id": "s0129",</a:t>
            </a:r>
          </a:p>
          <a:p>
            <a:r>
              <a:t>                "quote": "調調調調調\n調調調調調"</a:t>
            </a:r>
          </a:p>
          <a:p>
            <a:r>
              <a:t>              }</a:t>
            </a:r>
          </a:p>
          <a:p>
            <a:r>
              <a:t>            ],</a:t>
            </a:r>
          </a:p>
          <a:p>
            <a:r>
              <a:t>            "mode": "verbatim"</a:t>
            </a:r>
          </a:p>
          <a:p>
            <a:r>
              <a:t>          }</a:t>
            </a:r>
          </a:p>
          <a:p>
            <a:r>
              <a:t>        },</a:t>
            </a:r>
          </a:p>
          <a:p>
            <a:r>
              <a:t>        {</a:t>
            </a:r>
          </a:p>
          <a:p>
            <a:r>
              <a:t>          "id": "actor_1",</a:t>
            </a:r>
          </a:p>
          <a:p>
            <a:r>
              <a:t>          "label": {</a:t>
            </a:r>
          </a:p>
          <a:p>
            <a:r>
              <a:t>            "text": "調調調調調\n調調調調調",</a:t>
            </a:r>
          </a:p>
          <a:p>
            <a:r>
              <a:t>            "refs": [</a:t>
            </a:r>
          </a:p>
          <a:p>
            <a:r>
              <a:t>              {</a:t>
            </a:r>
          </a:p>
          <a:p>
            <a:r>
              <a:t>                "source_id": "s0130",</a:t>
            </a:r>
          </a:p>
          <a:p>
            <a:r>
              <a:t>                "quote": "調調調調調\n調調調調調"</a:t>
            </a:r>
          </a:p>
          <a:p>
            <a:r>
              <a:t>              }</a:t>
            </a:r>
          </a:p>
          <a:p>
            <a:r>
              <a:t>            ],</a:t>
            </a:r>
          </a:p>
          <a:p>
            <a:r>
              <a:t>            "mode": "verbatim"</a:t>
            </a:r>
          </a:p>
          <a:p>
            <a:r>
              <a:t>          }</a:t>
            </a:r>
          </a:p>
          <a:p>
            <a:r>
              <a:t>        },</a:t>
            </a:r>
          </a:p>
          <a:p>
            <a:r>
              <a:t>        {</a:t>
            </a:r>
          </a:p>
          <a:p>
            <a:r>
              <a:t>          "id": "actor_2",</a:t>
            </a:r>
          </a:p>
          <a:p>
            <a:r>
              <a:t>          "label": {</a:t>
            </a:r>
          </a:p>
          <a:p>
            <a:r>
              <a:t>            "text": "調調調調調\n調調調調調",</a:t>
            </a:r>
          </a:p>
          <a:p>
            <a:r>
              <a:t>            "refs": [</a:t>
            </a:r>
          </a:p>
          <a:p>
            <a:r>
              <a:t>              {</a:t>
            </a:r>
          </a:p>
          <a:p>
            <a:r>
              <a:t>                "source_id": "s0131",</a:t>
            </a:r>
          </a:p>
          <a:p>
            <a:r>
              <a:t>                "quote": "調調調調調\n調調調調調"</a:t>
            </a:r>
          </a:p>
          <a:p>
            <a:r>
              <a:t>              }</a:t>
            </a:r>
          </a:p>
          <a:p>
            <a:r>
              <a:t>            ],</a:t>
            </a:r>
          </a:p>
          <a:p>
            <a:r>
              <a:t>            "mode": "verbatim"</a:t>
            </a:r>
          </a:p>
          <a:p>
            <a:r>
              <a:t>          }</a:t>
            </a:r>
          </a:p>
          <a:p>
            <a:r>
              <a:t>        },</a:t>
            </a:r>
          </a:p>
          <a:p>
            <a:r>
              <a:t>        {</a:t>
            </a:r>
          </a:p>
          <a:p>
            <a:r>
              <a:t>          "id": "actor_3",</a:t>
            </a:r>
          </a:p>
          <a:p>
            <a:r>
              <a:t>          "label": {</a:t>
            </a:r>
          </a:p>
          <a:p>
            <a:r>
              <a:t>            "text": "調調調調調\n調調調調調",</a:t>
            </a:r>
          </a:p>
          <a:p>
            <a:r>
              <a:t>            "refs": [</a:t>
            </a:r>
          </a:p>
          <a:p>
            <a:r>
              <a:t>              {</a:t>
            </a:r>
          </a:p>
          <a:p>
            <a:r>
              <a:t>                "source_id": "s0132",</a:t>
            </a:r>
          </a:p>
          <a:p>
            <a:r>
              <a:t>                "quote": "調調調調調\n調調調調調"</a:t>
            </a:r>
          </a:p>
          <a:p>
            <a:r>
              <a:t>              }</a:t>
            </a:r>
          </a:p>
          <a:p>
            <a:r>
              <a:t>            ],</a:t>
            </a:r>
          </a:p>
          <a:p>
            <a:r>
              <a:t>            "mode": "verbatim"</a:t>
            </a:r>
          </a:p>
          <a:p>
            <a:r>
              <a:t>          }</a:t>
            </a:r>
          </a:p>
          <a:p>
            <a:r>
              <a:t>        },</a:t>
            </a:r>
          </a:p>
          <a:p>
            <a:r>
              <a:t>        {</a:t>
            </a:r>
          </a:p>
          <a:p>
            <a:r>
              <a:t>          "id": "actor_4",</a:t>
            </a:r>
          </a:p>
          <a:p>
            <a:r>
              <a:t>          "label": {</a:t>
            </a:r>
          </a:p>
          <a:p>
            <a:r>
              <a:t>            "text": "調調調調調\n調調調調調",</a:t>
            </a:r>
          </a:p>
          <a:p>
            <a:r>
              <a:t>            "refs": [</a:t>
            </a:r>
          </a:p>
          <a:p>
            <a:r>
              <a:t>              {</a:t>
            </a:r>
          </a:p>
          <a:p>
            <a:r>
              <a:t>                "source_id": "s0133",</a:t>
            </a:r>
          </a:p>
          <a:p>
            <a:r>
              <a:t>                "quote": "調調調調調\n調調調調調"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a:t>
            </a:r>
          </a:p>
          <a:p>
            <a:r>
              <a:t>            "refs": [</a:t>
            </a:r>
          </a:p>
          <a:p>
            <a:r>
              <a:t>              {</a:t>
            </a:r>
          </a:p>
          <a:p>
            <a:r>
              <a:t>                "source_id": "s0134",</a:t>
            </a:r>
          </a:p>
          <a:p>
            <a:r>
              <a:t>                "quote": "調調調調調調調"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a:t>
            </a:r>
          </a:p>
          <a:p>
            <a:r>
              <a:t>            "refs": [</a:t>
            </a:r>
          </a:p>
          <a:p>
            <a:r>
              <a:t>              {</a:t>
            </a:r>
          </a:p>
          <a:p>
            <a:r>
              <a:t>                "source_id": "s0135",</a:t>
            </a:r>
          </a:p>
          <a:p>
            <a:r>
              <a:t>                "quote": "調調調調調調調"</a:t>
            </a:r>
          </a:p>
          <a:p>
            <a:r>
              <a:t>              }</a:t>
            </a:r>
          </a:p>
          <a:p>
            <a:r>
              <a:t>            ],</a:t>
            </a:r>
          </a:p>
          <a:p>
            <a:r>
              <a:t>            "mode": "verbatim"</a:t>
            </a:r>
          </a:p>
          <a:p>
            <a:r>
              <a:t>          }</a:t>
            </a:r>
          </a:p>
          <a:p>
            <a:r>
              <a:t>        },</a:t>
            </a:r>
          </a:p>
          <a:p>
            <a:r>
              <a:t>        {</a:t>
            </a:r>
          </a:p>
          <a:p>
            <a:r>
              <a:t>          "id": "edge_2",</a:t>
            </a:r>
          </a:p>
          <a:p>
            <a:r>
              <a:t>          "source": "actor_2",</a:t>
            </a:r>
          </a:p>
          <a:p>
            <a:r>
              <a:t>          "target": "actor_3",</a:t>
            </a:r>
          </a:p>
          <a:p>
            <a:r>
              <a:t>          "label": {</a:t>
            </a:r>
          </a:p>
          <a:p>
            <a:r>
              <a:t>            "text": "調調調調調調調調",</a:t>
            </a:r>
          </a:p>
          <a:p>
            <a:r>
              <a:t>            "refs": [</a:t>
            </a:r>
          </a:p>
          <a:p>
            <a:r>
              <a:t>              {</a:t>
            </a:r>
          </a:p>
          <a:p>
            <a:r>
              <a:t>                "source_id": "s0136",</a:t>
            </a:r>
          </a:p>
          <a:p>
            <a:r>
              <a:t>                "quote": "調調調調調調調調"</a:t>
            </a:r>
          </a:p>
          <a:p>
            <a:r>
              <a:t>              }</a:t>
            </a:r>
          </a:p>
          <a:p>
            <a:r>
              <a:t>            ],</a:t>
            </a:r>
          </a:p>
          <a:p>
            <a:r>
              <a:t>            "mode": "verbatim"</a:t>
            </a:r>
          </a:p>
          <a:p>
            <a:r>
              <a:t>          }</a:t>
            </a:r>
          </a:p>
          <a:p>
            <a:r>
              <a:t>        },</a:t>
            </a:r>
          </a:p>
          <a:p>
            <a:r>
              <a:t>        {</a:t>
            </a:r>
          </a:p>
          <a:p>
            <a:r>
              <a:t>          "id": "edge_3",</a:t>
            </a:r>
          </a:p>
          <a:p>
            <a:r>
              <a:t>          "source": "actor_3",</a:t>
            </a:r>
          </a:p>
          <a:p>
            <a:r>
              <a:t>          "target": "actor_2",</a:t>
            </a:r>
          </a:p>
          <a:p>
            <a:r>
              <a:t>          "label": {</a:t>
            </a:r>
          </a:p>
          <a:p>
            <a:r>
              <a:t>            "text": "調調調調調調調調",</a:t>
            </a:r>
          </a:p>
          <a:p>
            <a:r>
              <a:t>            "refs": [</a:t>
            </a:r>
          </a:p>
          <a:p>
            <a:r>
              <a:t>              {</a:t>
            </a:r>
          </a:p>
          <a:p>
            <a:r>
              <a:t>                "source_id": "s0137",</a:t>
            </a:r>
          </a:p>
          <a:p>
            <a:r>
              <a:t>                "quote": "調調調調調調調調"</a:t>
            </a:r>
          </a:p>
          <a:p>
            <a:r>
              <a:t>              }</a:t>
            </a:r>
          </a:p>
          <a:p>
            <a:r>
              <a:t>            ],</a:t>
            </a:r>
          </a:p>
          <a:p>
            <a:r>
              <a:t>            "mode": "verbatim"</a:t>
            </a:r>
          </a:p>
          <a:p>
            <a:r>
              <a:t>          }</a:t>
            </a:r>
          </a:p>
          <a:p>
            <a:r>
              <a:t>        },</a:t>
            </a:r>
          </a:p>
          <a:p>
            <a:r>
              <a:t>        {</a:t>
            </a:r>
          </a:p>
          <a:p>
            <a:r>
              <a:t>          "id": "edge_4",</a:t>
            </a:r>
          </a:p>
          <a:p>
            <a:r>
              <a:t>          "source": "actor_2",</a:t>
            </a:r>
          </a:p>
          <a:p>
            <a:r>
              <a:t>          "target": "actor_4",</a:t>
            </a:r>
          </a:p>
          <a:p>
            <a:r>
              <a:t>          "label": {</a:t>
            </a:r>
          </a:p>
          <a:p>
            <a:r>
              <a:t>            "text": "調調調調調調調調",</a:t>
            </a:r>
          </a:p>
          <a:p>
            <a:r>
              <a:t>            "refs": [</a:t>
            </a:r>
          </a:p>
          <a:p>
            <a:r>
              <a:t>              {</a:t>
            </a:r>
          </a:p>
          <a:p>
            <a:r>
              <a:t>                "source_id": "s0138",</a:t>
            </a:r>
          </a:p>
          <a:p>
            <a:r>
              <a:t>                "quote": "調調調調調調調調"</a:t>
            </a:r>
          </a:p>
          <a:p>
            <a:r>
              <a:t>              }</a:t>
            </a:r>
          </a:p>
          <a:p>
            <a:r>
              <a:t>            ],</a:t>
            </a:r>
          </a:p>
          <a:p>
            <a:r>
              <a:t>            "mode": "verbatim"</a:t>
            </a:r>
          </a:p>
          <a:p>
            <a:r>
              <a:t>          }</a:t>
            </a:r>
          </a:p>
          <a:p>
            <a:r>
              <a:t>        },</a:t>
            </a:r>
          </a:p>
          <a:p>
            <a:r>
              <a:t>        {</a:t>
            </a:r>
          </a:p>
          <a:p>
            <a:r>
              <a:t>          "id": "edge_5",</a:t>
            </a:r>
          </a:p>
          <a:p>
            <a:r>
              <a:t>          "source": "actor_4",</a:t>
            </a:r>
          </a:p>
          <a:p>
            <a:r>
              <a:t>          "target": "actor_2",</a:t>
            </a:r>
          </a:p>
          <a:p>
            <a:r>
              <a:t>          "label": {</a:t>
            </a:r>
          </a:p>
          <a:p>
            <a:r>
              <a:t>            "text": "調調調調調調調調",</a:t>
            </a:r>
          </a:p>
          <a:p>
            <a:r>
              <a:t>            "refs": [</a:t>
            </a:r>
          </a:p>
          <a:p>
            <a:r>
              <a:t>              {</a:t>
            </a:r>
          </a:p>
          <a:p>
            <a:r>
              <a:t>                "source_id": "s0139",</a:t>
            </a:r>
          </a:p>
          <a:p>
            <a:r>
              <a:t>                "quote": "調調調調調調調調"</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a:t>
            </a:r>
          </a:p>
          <a:p>
            <a:r>
              <a:t>  "template_sha256": "b7945b1ebb936a63910c53e7ad008db98a8f072ed28a51b1ef3753d8d8ecac06"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"slide12",</a:t>
            </a:r>
          </a:p>
          <a:p>
            <a:r>
              <a:t>  "origin": "page12",</a:t>
            </a:r>
          </a:p>
          <a:p>
            <a:r>
              <a:t>  "layout_id": "rel_pair_fan_5_rl",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"s0156",</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"s0141",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"s0142",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a:t>
            </a:r>
          </a:p>
          <a:p>
            <a:r>
              <a:t>      "refs": [</a:t>
            </a:r>
          </a:p>
          <a:p>
            <a:r>
              <a:t>        {</a:t>
            </a:r>
          </a:p>
          <a:p>
            <a:r>
              <a:t>          "source_id": "s0143",</a:t>
            </a:r>
          </a:p>
          <a:p>
            <a:r>
              <a:t>          "quote": "調調調調調調調調調調調調調調調調調調"</a:t>
            </a:r>
          </a:p>
          <a:p>
            <a:r>
              <a:t>        }</a:t>
            </a:r>
          </a:p>
          <a:p>
            <a:r>
              <a:t>      ],</a:t>
            </a:r>
          </a:p>
          <a:p>
            <a:r>
              <a:t>      "mode": "verbatim"</a:t>
            </a:r>
          </a:p>
          <a:p>
            <a:r>
              <a:t>    },</a:t>
            </a:r>
          </a:p>
          <a:p>
            <a:r>
              <a:t>    {</a:t>
            </a:r>
          </a:p>
          <a:p>
            <a:r>
              <a:t>      "text": "調調調調調調調調調調調調調調調調調調",</a:t>
            </a:r>
          </a:p>
          <a:p>
            <a:r>
              <a:t>      "refs": [</a:t>
            </a:r>
          </a:p>
          <a:p>
            <a:r>
              <a:t>        {</a:t>
            </a:r>
          </a:p>
          <a:p>
            <a:r>
              <a:t>          "source_id": "s0144",</a:t>
            </a:r>
          </a:p>
          <a:p>
            <a:r>
              <a:t>          "quote": "調調調調調調調調調調調調調調調調調調"</a:t>
            </a:r>
          </a:p>
          <a:p>
            <a:r>
              <a:t>        }</a:t>
            </a:r>
          </a:p>
          <a:p>
            <a:r>
              <a:t>      ],</a:t>
            </a:r>
          </a:p>
          <a:p>
            <a:r>
              <a:t>      "mode": "verbatim"</a:t>
            </a:r>
          </a:p>
          <a:p>
            <a:r>
              <a:t>    },</a:t>
            </a:r>
          </a:p>
          <a:p>
            <a:r>
              <a:t>    {</a:t>
            </a:r>
          </a:p>
          <a:p>
            <a:r>
              <a:t>      "text": "調調調調調\n調調調調調",</a:t>
            </a:r>
          </a:p>
          <a:p>
            <a:r>
              <a:t>      "refs": [</a:t>
            </a:r>
          </a:p>
          <a:p>
            <a:r>
              <a:t>        {</a:t>
            </a:r>
          </a:p>
          <a:p>
            <a:r>
              <a:t>          "source_id": "s0145",</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"s0146",</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"s0147",</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"s0148",</a:t>
            </a:r>
          </a:p>
          <a:p>
            <a:r>
              <a:t>          "quote": "調調調調調\n調調調調調"</a:t>
            </a:r>
          </a:p>
          <a:p>
            <a:r>
              <a:t>        }</a:t>
            </a:r>
          </a:p>
          <a:p>
            <a:r>
              <a:t>      ],</a:t>
            </a:r>
          </a:p>
          <a:p>
            <a:r>
              <a:t>      "mode": "verbatim"</a:t>
            </a:r>
          </a:p>
          <a:p>
            <a:r>
              <a:t>    },</a:t>
            </a:r>
          </a:p>
          <a:p>
            <a:r>
              <a:t>    {</a:t>
            </a:r>
          </a:p>
          <a:p>
            <a:r>
              <a:t>      "text": "調調調調調\n調調調調調",</a:t>
            </a:r>
          </a:p>
          <a:p>
            <a:r>
              <a:t>      "refs": [</a:t>
            </a:r>
          </a:p>
          <a:p>
            <a:r>
              <a:t>        {</a:t>
            </a:r>
          </a:p>
          <a:p>
            <a:r>
              <a:t>          "source_id": "s0149",</a:t>
            </a:r>
          </a:p>
          <a:p>
            <a:r>
              <a:t>          "quote": "調調調調調\n調調調調調"</a:t>
            </a:r>
          </a:p>
          <a:p>
            <a:r>
              <a:t>        }</a:t>
            </a:r>
          </a:p>
          <a:p>
            <a:r>
              <a:t>      ],</a:t>
            </a:r>
          </a:p>
          <a:p>
            <a:r>
              <a:t>      "mode": "verbatim"</a:t>
            </a:r>
          </a:p>
          <a:p>
            <a:r>
              <a:t>    },</a:t>
            </a:r>
          </a:p>
          <a:p>
            <a:r>
              <a:t>    {</a:t>
            </a:r>
          </a:p>
          <a:p>
            <a:r>
              <a:t>      "text": "調調調調調調調",</a:t>
            </a:r>
          </a:p>
          <a:p>
            <a:r>
              <a:t>      "refs": [</a:t>
            </a:r>
          </a:p>
          <a:p>
            <a:r>
              <a:t>        {</a:t>
            </a:r>
          </a:p>
          <a:p>
            <a:r>
              <a:t>          "source_id": "s0150",</a:t>
            </a:r>
          </a:p>
          <a:p>
            <a:r>
              <a:t>          "quote": "調調調調調調調"</a:t>
            </a:r>
          </a:p>
          <a:p>
            <a:r>
              <a:t>        }</a:t>
            </a:r>
          </a:p>
          <a:p>
            <a:r>
              <a:t>      ],</a:t>
            </a:r>
          </a:p>
          <a:p>
            <a:r>
              <a:t>      "mode": "verbatim"</a:t>
            </a:r>
          </a:p>
          <a:p>
            <a:r>
              <a:t>    },</a:t>
            </a:r>
          </a:p>
          <a:p>
            <a:r>
              <a:t>    {</a:t>
            </a:r>
          </a:p>
          <a:p>
            <a:r>
              <a:t>      "text": "調調調調調調調",</a:t>
            </a:r>
          </a:p>
          <a:p>
            <a:r>
              <a:t>      "refs": [</a:t>
            </a:r>
          </a:p>
          <a:p>
            <a:r>
              <a:t>        {</a:t>
            </a:r>
          </a:p>
          <a:p>
            <a:r>
              <a:t>          "source_id": "s0151",</a:t>
            </a:r>
          </a:p>
          <a:p>
            <a:r>
              <a:t>          "quote": "調調調調調調調"</a:t>
            </a:r>
          </a:p>
          <a:p>
            <a:r>
              <a:t>        }</a:t>
            </a:r>
          </a:p>
          <a:p>
            <a:r>
              <a:t>      ],</a:t>
            </a:r>
          </a:p>
          <a:p>
            <a:r>
              <a:t>      "mode": "verbatim"</a:t>
            </a:r>
          </a:p>
          <a:p>
            <a:r>
              <a:t>    },</a:t>
            </a:r>
          </a:p>
          <a:p>
            <a:r>
              <a:t>    {</a:t>
            </a:r>
          </a:p>
          <a:p>
            <a:r>
              <a:t>      "text": "調調調調調調調調",</a:t>
            </a:r>
          </a:p>
          <a:p>
            <a:r>
              <a:t>      "refs": [</a:t>
            </a:r>
          </a:p>
          <a:p>
            <a:r>
              <a:t>        {</a:t>
            </a:r>
          </a:p>
          <a:p>
            <a:r>
              <a:t>          "source_id": "s0152",</a:t>
            </a:r>
          </a:p>
          <a:p>
            <a:r>
              <a:t>          "quote": "調調調調調調調調"</a:t>
            </a:r>
          </a:p>
          <a:p>
            <a:r>
              <a:t>        }</a:t>
            </a:r>
          </a:p>
          <a:p>
            <a:r>
              <a:t>      ],</a:t>
            </a:r>
          </a:p>
          <a:p>
            <a:r>
              <a:t>      "mode": "verbatim"</a:t>
            </a:r>
          </a:p>
          <a:p>
            <a:r>
              <a:t>    },</a:t>
            </a:r>
          </a:p>
          <a:p>
            <a:r>
              <a:t>    {</a:t>
            </a:r>
          </a:p>
          <a:p>
            <a:r>
              <a:t>      "text": "調調調調調調調調",</a:t>
            </a:r>
          </a:p>
          <a:p>
            <a:r>
              <a:t>      "refs": [</a:t>
            </a:r>
          </a:p>
          <a:p>
            <a:r>
              <a:t>        {</a:t>
            </a:r>
          </a:p>
          <a:p>
            <a:r>
              <a:t>          "source_id": "s0153",</a:t>
            </a:r>
          </a:p>
          <a:p>
            <a:r>
              <a:t>          "quote": "調調調調調調調調"</a:t>
            </a:r>
          </a:p>
          <a:p>
            <a:r>
              <a:t>        }</a:t>
            </a:r>
          </a:p>
          <a:p>
            <a:r>
              <a:t>      ],</a:t>
            </a:r>
          </a:p>
          <a:p>
            <a:r>
              <a:t>      "mode": "verbatim"</a:t>
            </a:r>
          </a:p>
          <a:p>
            <a:r>
              <a:t>    },</a:t>
            </a:r>
          </a:p>
          <a:p>
            <a:r>
              <a:t>    {</a:t>
            </a:r>
          </a:p>
          <a:p>
            <a:r>
              <a:t>      "text": "調調調調調調調調",</a:t>
            </a:r>
          </a:p>
          <a:p>
            <a:r>
              <a:t>      "refs": [</a:t>
            </a:r>
          </a:p>
          <a:p>
            <a:r>
              <a:t>        {</a:t>
            </a:r>
          </a:p>
          <a:p>
            <a:r>
              <a:t>          "source_id": "s0154",</a:t>
            </a:r>
          </a:p>
          <a:p>
            <a:r>
              <a:t>          "quote": "調調調調調調調調"</a:t>
            </a:r>
          </a:p>
          <a:p>
            <a:r>
              <a:t>        }</a:t>
            </a:r>
          </a:p>
          <a:p>
            <a:r>
              <a:t>      ],</a:t>
            </a:r>
          </a:p>
          <a:p>
            <a:r>
              <a:t>      "mode": "verbatim"</a:t>
            </a:r>
          </a:p>
          <a:p>
            <a:r>
              <a:t>    },</a:t>
            </a:r>
          </a:p>
          <a:p>
            <a:r>
              <a:t>    {</a:t>
            </a:r>
          </a:p>
          <a:p>
            <a:r>
              <a:t>      "text": "調調調調調調調調",</a:t>
            </a:r>
          </a:p>
          <a:p>
            <a:r>
              <a:t>      "refs": [</a:t>
            </a:r>
          </a:p>
          <a:p>
            <a:r>
              <a:t>        {</a:t>
            </a:r>
          </a:p>
          <a:p>
            <a:r>
              <a:t>          "source_id": "s0155",</a:t>
            </a:r>
          </a:p>
          <a:p>
            <a:r>
              <a:t>          "quote": "調調調調調調調調"</a:t>
            </a:r>
          </a:p>
          <a:p>
            <a:r>
              <a:t>        }</a:t>
            </a:r>
          </a:p>
          <a:p>
            <a:r>
              <a:t>      ],</a:t>
            </a:r>
          </a:p>
          <a:p>
            <a:r>
              <a:t>      "mode": "verbatim"</a:t>
            </a:r>
          </a:p>
          <a:p>
            <a:r>
              <a:t>    }</a:t>
            </a:r>
          </a:p>
          <a:p>
            <a:r>
              <a:t>  ],</a:t>
            </a:r>
          </a:p>
          <a:p>
            <a:r>
              <a:t>  "citations": {</a:t>
            </a:r>
          </a:p>
          <a:p>
            <a:r>
              <a:t>    "s0141": "架空設計書・構造検証用",</a:t>
            </a:r>
          </a:p>
          <a:p>
            <a:r>
              <a:t>    "s0142": "架空設計書・構造検証用",</a:t>
            </a:r>
          </a:p>
          <a:p>
            <a:r>
              <a:t>    "s0143": "架空設計書・構造検証用",</a:t>
            </a:r>
          </a:p>
          <a:p>
            <a:r>
              <a:t>    "s0144": "架空設計書・構造検証用",</a:t>
            </a:r>
          </a:p>
          <a:p>
            <a:r>
              <a:t>    "s0145": "架空設計書・構造検証用",</a:t>
            </a:r>
          </a:p>
          <a:p>
            <a:r>
              <a:t>    "s0146": "架空設計書・構造検証用",</a:t>
            </a:r>
          </a:p>
          <a:p>
            <a:r>
              <a:t>    "s0147": "架空設計書・構造検証用",</a:t>
            </a:r>
          </a:p>
          <a:p>
            <a:r>
              <a:t>    "s0148": "架空設計書・構造検証用",</a:t>
            </a:r>
          </a:p>
          <a:p>
            <a:r>
              <a:t>    "s0149": "架空設計書・構造検証用",</a:t>
            </a:r>
          </a:p>
          <a:p>
            <a:r>
              <a:t>    "s0150": "架空設計書・構造検証用",</a:t>
            </a:r>
          </a:p>
          <a:p>
            <a:r>
              <a:t>    "s0151": "架空設計書・構造検証用",</a:t>
            </a:r>
          </a:p>
          <a:p>
            <a:r>
              <a:t>    "s0152": "架空設計書・構造検証用",</a:t>
            </a:r>
          </a:p>
          <a:p>
            <a:r>
              <a:t>    "s0153": "架空設計書・構造検証用",</a:t>
            </a:r>
          </a:p>
          <a:p>
            <a:r>
              <a:t>    "s0154": "架空設計書・構造検証用",</a:t>
            </a:r>
          </a:p>
          <a:p>
            <a:r>
              <a:t>    "s0155": "架空設計書・構造検証用",</a:t>
            </a:r>
          </a:p>
          <a:p>
            <a:r>
              <a:t>    "s0156":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"s0141",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"s0142",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"left_caption": {</a:t>
            </a:r>
          </a:p>
          <a:p>
            <a:r>
              <a:t>        "text": "調調調調調調調調調調調調調調調調調調",</a:t>
            </a:r>
          </a:p>
          <a:p>
            <a:r>
              <a:t>        "refs": [</a:t>
            </a:r>
          </a:p>
          <a:p>
            <a:r>
              <a:t>          {</a:t>
            </a:r>
          </a:p>
          <a:p>
            <a:r>
              <a:t>            "source_id": "s0143",</a:t>
            </a:r>
          </a:p>
          <a:p>
            <a:r>
              <a:t>            "quote": "調調調調調調調調調調調調調調調調調調"</a:t>
            </a:r>
          </a:p>
          <a:p>
            <a:r>
              <a:t>          }</a:t>
            </a:r>
          </a:p>
          <a:p>
            <a:r>
              <a:t>        ],</a:t>
            </a:r>
          </a:p>
          <a:p>
            <a:r>
              <a:t>        "mode": "verbatim"</a:t>
            </a:r>
          </a:p>
          <a:p>
            <a:r>
              <a:t>      },</a:t>
            </a:r>
          </a:p>
          <a:p>
            <a:r>
              <a:t>      "right_caption": {</a:t>
            </a:r>
          </a:p>
          <a:p>
            <a:r>
              <a:t>        "text": "調調調調調調調調調調調調調調調調調調",</a:t>
            </a:r>
          </a:p>
          <a:p>
            <a:r>
              <a:t>        "refs": [</a:t>
            </a:r>
          </a:p>
          <a:p>
            <a:r>
              <a:t>          {</a:t>
            </a:r>
          </a:p>
          <a:p>
            <a:r>
              <a:t>            "source_id": "s0144",</a:t>
            </a:r>
          </a:p>
          <a:p>
            <a:r>
              <a:t>            "quote": "調調調調調調調調調調調調調調調調調調"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"調調調調調\n調調調調調",</a:t>
            </a:r>
          </a:p>
          <a:p>
            <a:r>
              <a:t>            "refs": [</a:t>
            </a:r>
          </a:p>
          <a:p>
            <a:r>
              <a:t>              {</a:t>
            </a:r>
          </a:p>
          <a:p>
            <a:r>
              <a:t>                "source_id": "s0145",</a:t>
            </a:r>
          </a:p>
          <a:p>
            <a:r>
              <a:t>                "quote": "調調調調調\n調調調調調"</a:t>
            </a:r>
          </a:p>
          <a:p>
            <a:r>
              <a:t>              }</a:t>
            </a:r>
          </a:p>
          <a:p>
            <a:r>
              <a:t>            ],</a:t>
            </a:r>
          </a:p>
          <a:p>
            <a:r>
              <a:t>            "mode": "verbatim"</a:t>
            </a:r>
          </a:p>
          <a:p>
            <a:r>
              <a:t>          }</a:t>
            </a:r>
          </a:p>
          <a:p>
            <a:r>
              <a:t>        },</a:t>
            </a:r>
          </a:p>
          <a:p>
            <a:r>
              <a:t>        {</a:t>
            </a:r>
          </a:p>
          <a:p>
            <a:r>
              <a:t>          "id": "actor_1",</a:t>
            </a:r>
          </a:p>
          <a:p>
            <a:r>
              <a:t>          "label": {</a:t>
            </a:r>
          </a:p>
          <a:p>
            <a:r>
              <a:t>            "text": "調調調調調\n調調調調調",</a:t>
            </a:r>
          </a:p>
          <a:p>
            <a:r>
              <a:t>            "refs": [</a:t>
            </a:r>
          </a:p>
          <a:p>
            <a:r>
              <a:t>              {</a:t>
            </a:r>
          </a:p>
          <a:p>
            <a:r>
              <a:t>                "source_id": "s0146",</a:t>
            </a:r>
          </a:p>
          <a:p>
            <a:r>
              <a:t>                "quote": "調調調調調\n調調調調調"</a:t>
            </a:r>
          </a:p>
          <a:p>
            <a:r>
              <a:t>              }</a:t>
            </a:r>
          </a:p>
          <a:p>
            <a:r>
              <a:t>            ],</a:t>
            </a:r>
          </a:p>
          <a:p>
            <a:r>
              <a:t>            "mode": "verbatim"</a:t>
            </a:r>
          </a:p>
          <a:p>
            <a:r>
              <a:t>          }</a:t>
            </a:r>
          </a:p>
          <a:p>
            <a:r>
              <a:t>        },</a:t>
            </a:r>
          </a:p>
          <a:p>
            <a:r>
              <a:t>        {</a:t>
            </a:r>
          </a:p>
          <a:p>
            <a:r>
              <a:t>          "id": "actor_2",</a:t>
            </a:r>
          </a:p>
          <a:p>
            <a:r>
              <a:t>          "label": {</a:t>
            </a:r>
          </a:p>
          <a:p>
            <a:r>
              <a:t>            "text": "調調調調調\n調調調調調",</a:t>
            </a:r>
          </a:p>
          <a:p>
            <a:r>
              <a:t>            "refs": [</a:t>
            </a:r>
          </a:p>
          <a:p>
            <a:r>
              <a:t>              {</a:t>
            </a:r>
          </a:p>
          <a:p>
            <a:r>
              <a:t>                "source_id": "s0147",</a:t>
            </a:r>
          </a:p>
          <a:p>
            <a:r>
              <a:t>                "quote": "調調調調調\n調調調調調"</a:t>
            </a:r>
          </a:p>
          <a:p>
            <a:r>
              <a:t>              }</a:t>
            </a:r>
          </a:p>
          <a:p>
            <a:r>
              <a:t>            ],</a:t>
            </a:r>
          </a:p>
          <a:p>
            <a:r>
              <a:t>            "mode": "verbatim"</a:t>
            </a:r>
          </a:p>
          <a:p>
            <a:r>
              <a:t>          }</a:t>
            </a:r>
          </a:p>
          <a:p>
            <a:r>
              <a:t>        },</a:t>
            </a:r>
          </a:p>
          <a:p>
            <a:r>
              <a:t>        {</a:t>
            </a:r>
          </a:p>
          <a:p>
            <a:r>
              <a:t>          "id": "actor_3",</a:t>
            </a:r>
          </a:p>
          <a:p>
            <a:r>
              <a:t>          "label": {</a:t>
            </a:r>
          </a:p>
          <a:p>
            <a:r>
              <a:t>            "text": "調調調調調\n調調調調調",</a:t>
            </a:r>
          </a:p>
          <a:p>
            <a:r>
              <a:t>            "refs": [</a:t>
            </a:r>
          </a:p>
          <a:p>
            <a:r>
              <a:t>              {</a:t>
            </a:r>
          </a:p>
          <a:p>
            <a:r>
              <a:t>                "source_id": "s0148",</a:t>
            </a:r>
          </a:p>
          <a:p>
            <a:r>
              <a:t>                "quote": "調調調調調\n調調調調調"</a:t>
            </a:r>
          </a:p>
          <a:p>
            <a:r>
              <a:t>              }</a:t>
            </a:r>
          </a:p>
          <a:p>
            <a:r>
              <a:t>            ],</a:t>
            </a:r>
          </a:p>
          <a:p>
            <a:r>
              <a:t>            "mode": "verbatim"</a:t>
            </a:r>
          </a:p>
          <a:p>
            <a:r>
              <a:t>          }</a:t>
            </a:r>
          </a:p>
          <a:p>
            <a:r>
              <a:t>        },</a:t>
            </a:r>
          </a:p>
          <a:p>
            <a:r>
              <a:t>        {</a:t>
            </a:r>
          </a:p>
          <a:p>
            <a:r>
              <a:t>          "id": "actor_4",</a:t>
            </a:r>
          </a:p>
          <a:p>
            <a:r>
              <a:t>          "label": {</a:t>
            </a:r>
          </a:p>
          <a:p>
            <a:r>
              <a:t>            "text": "調調調調調\n調調調調調",</a:t>
            </a:r>
          </a:p>
          <a:p>
            <a:r>
              <a:t>            "refs": [</a:t>
            </a:r>
          </a:p>
          <a:p>
            <a:r>
              <a:t>              {</a:t>
            </a:r>
          </a:p>
          <a:p>
            <a:r>
              <a:t>                "source_id": "s0149",</a:t>
            </a:r>
          </a:p>
          <a:p>
            <a:r>
              <a:t>                "quote": "調調調調調\n調調調調調"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a:t>
            </a:r>
          </a:p>
          <a:p>
            <a:r>
              <a:t>            "refs": [</a:t>
            </a:r>
          </a:p>
          <a:p>
            <a:r>
              <a:t>              {</a:t>
            </a:r>
          </a:p>
          <a:p>
            <a:r>
              <a:t>                "source_id": "s0150",</a:t>
            </a:r>
          </a:p>
          <a:p>
            <a:r>
              <a:t>                "quote": "調調調調調調調"</a:t>
            </a:r>
          </a:p>
          <a:p>
            <a:r>
              <a:t>              }</a:t>
            </a:r>
          </a:p>
          <a:p>
            <a:r>
              <a:t>            ],</a:t>
            </a:r>
          </a:p>
          <a:p>
            <a:r>
              <a:t>            "mode": "verbatim"</a:t>
            </a:r>
          </a:p>
          <a:p>
            <a:r>
              <a:t>          }</a:t>
            </a:r>
          </a:p>
          <a:p>
            <a:r>
              <a:t>        },</a:t>
            </a:r>
          </a:p>
          <a:p>
            <a:r>
              <a:t>        {</a:t>
            </a:r>
          </a:p>
          <a:p>
            <a:r>
              <a:t>          "id": "edge_1",</a:t>
            </a:r>
          </a:p>
          <a:p>
            <a:r>
              <a:t>          "source": "actor_1",</a:t>
            </a:r>
          </a:p>
          <a:p>
            <a:r>
              <a:t>          "target": "actor_0",</a:t>
            </a:r>
          </a:p>
          <a:p>
            <a:r>
              <a:t>          "label": {</a:t>
            </a:r>
          </a:p>
          <a:p>
            <a:r>
              <a:t>            "text": "調調調調調調調",</a:t>
            </a:r>
          </a:p>
          <a:p>
            <a:r>
              <a:t>            "refs": [</a:t>
            </a:r>
          </a:p>
          <a:p>
            <a:r>
              <a:t>              {</a:t>
            </a:r>
          </a:p>
          <a:p>
            <a:r>
              <a:t>                "source_id": "s0151",</a:t>
            </a:r>
          </a:p>
          <a:p>
            <a:r>
              <a:t>                "quote": "調調調調調調調"</a:t>
            </a:r>
          </a:p>
          <a:p>
            <a:r>
              <a:t>              }</a:t>
            </a:r>
          </a:p>
          <a:p>
            <a:r>
              <a:t>            ],</a:t>
            </a:r>
          </a:p>
          <a:p>
            <a:r>
              <a:t>            "mode": "verbatim"</a:t>
            </a:r>
          </a:p>
          <a:p>
            <a:r>
              <a:t>          }</a:t>
            </a:r>
          </a:p>
          <a:p>
            <a:r>
              <a:t>        },</a:t>
            </a:r>
          </a:p>
          <a:p>
            <a:r>
              <a:t>        {</a:t>
            </a:r>
          </a:p>
          <a:p>
            <a:r>
              <a:t>          "id": "edge_2",</a:t>
            </a:r>
          </a:p>
          <a:p>
            <a:r>
              <a:t>          "source": "actor_2",</a:t>
            </a:r>
          </a:p>
          <a:p>
            <a:r>
              <a:t>          "target": "actor_3",</a:t>
            </a:r>
          </a:p>
          <a:p>
            <a:r>
              <a:t>          "label": {</a:t>
            </a:r>
          </a:p>
          <a:p>
            <a:r>
              <a:t>            "text": "調調調調調調調調",</a:t>
            </a:r>
          </a:p>
          <a:p>
            <a:r>
              <a:t>            "refs": [</a:t>
            </a:r>
          </a:p>
          <a:p>
            <a:r>
              <a:t>              {</a:t>
            </a:r>
          </a:p>
          <a:p>
            <a:r>
              <a:t>                "source_id": "s0152",</a:t>
            </a:r>
          </a:p>
          <a:p>
            <a:r>
              <a:t>                "quote": "調調調調調調調調"</a:t>
            </a:r>
          </a:p>
          <a:p>
            <a:r>
              <a:t>              }</a:t>
            </a:r>
          </a:p>
          <a:p>
            <a:r>
              <a:t>            ],</a:t>
            </a:r>
          </a:p>
          <a:p>
            <a:r>
              <a:t>            "mode": "verbatim"</a:t>
            </a:r>
          </a:p>
          <a:p>
            <a:r>
              <a:t>          }</a:t>
            </a:r>
          </a:p>
          <a:p>
            <a:r>
              <a:t>        },</a:t>
            </a:r>
          </a:p>
          <a:p>
            <a:r>
              <a:t>        {</a:t>
            </a:r>
          </a:p>
          <a:p>
            <a:r>
              <a:t>          "id": "edge_3",</a:t>
            </a:r>
          </a:p>
          <a:p>
            <a:r>
              <a:t>          "source": "actor_3",</a:t>
            </a:r>
          </a:p>
          <a:p>
            <a:r>
              <a:t>          "target": "actor_2",</a:t>
            </a:r>
          </a:p>
          <a:p>
            <a:r>
              <a:t>          "label": {</a:t>
            </a:r>
          </a:p>
          <a:p>
            <a:r>
              <a:t>            "text": "調調調調調調調調",</a:t>
            </a:r>
          </a:p>
          <a:p>
            <a:r>
              <a:t>            "refs": [</a:t>
            </a:r>
          </a:p>
          <a:p>
            <a:r>
              <a:t>              {</a:t>
            </a:r>
          </a:p>
          <a:p>
            <a:r>
              <a:t>                "source_id": "s0153",</a:t>
            </a:r>
          </a:p>
          <a:p>
            <a:r>
              <a:t>                "quote": "調調調調調調調調"</a:t>
            </a:r>
          </a:p>
          <a:p>
            <a:r>
              <a:t>              }</a:t>
            </a:r>
          </a:p>
          <a:p>
            <a:r>
              <a:t>            ],</a:t>
            </a:r>
          </a:p>
          <a:p>
            <a:r>
              <a:t>            "mode": "verbatim"</a:t>
            </a:r>
          </a:p>
          <a:p>
            <a:r>
              <a:t>          }</a:t>
            </a:r>
          </a:p>
          <a:p>
            <a:r>
              <a:t>        },</a:t>
            </a:r>
          </a:p>
          <a:p>
            <a:r>
              <a:t>        {</a:t>
            </a:r>
          </a:p>
          <a:p>
            <a:r>
              <a:t>          "id": "edge_4",</a:t>
            </a:r>
          </a:p>
          <a:p>
            <a:r>
              <a:t>          "source": "actor_2",</a:t>
            </a:r>
          </a:p>
          <a:p>
            <a:r>
              <a:t>          "target": "actor_4",</a:t>
            </a:r>
          </a:p>
          <a:p>
            <a:r>
              <a:t>          "label": {</a:t>
            </a:r>
          </a:p>
          <a:p>
            <a:r>
              <a:t>            "text": "調調調調調調調調",</a:t>
            </a:r>
          </a:p>
          <a:p>
            <a:r>
              <a:t>            "refs": [</a:t>
            </a:r>
          </a:p>
          <a:p>
            <a:r>
              <a:t>              {</a:t>
            </a:r>
          </a:p>
          <a:p>
            <a:r>
              <a:t>                "source_id": "s0154",</a:t>
            </a:r>
          </a:p>
          <a:p>
            <a:r>
              <a:t>                "quote": "調調調調調調調調"</a:t>
            </a:r>
          </a:p>
          <a:p>
            <a:r>
              <a:t>              }</a:t>
            </a:r>
          </a:p>
          <a:p>
            <a:r>
              <a:t>            ],</a:t>
            </a:r>
          </a:p>
          <a:p>
            <a:r>
              <a:t>            "mode": "verbatim"</a:t>
            </a:r>
          </a:p>
          <a:p>
            <a:r>
              <a:t>          }</a:t>
            </a:r>
          </a:p>
          <a:p>
            <a:r>
              <a:t>        },</a:t>
            </a:r>
          </a:p>
          <a:p>
            <a:r>
              <a:t>        {</a:t>
            </a:r>
          </a:p>
          <a:p>
            <a:r>
              <a:t>          "id": "edge_5",</a:t>
            </a:r>
          </a:p>
          <a:p>
            <a:r>
              <a:t>          "source": "actor_4",</a:t>
            </a:r>
          </a:p>
          <a:p>
            <a:r>
              <a:t>          "target": "actor_2",</a:t>
            </a:r>
          </a:p>
          <a:p>
            <a:r>
              <a:t>          "label": {</a:t>
            </a:r>
          </a:p>
          <a:p>
            <a:r>
              <a:t>            "text": "調調調調調調調調",</a:t>
            </a:r>
          </a:p>
          <a:p>
            <a:r>
              <a:t>            "refs": [</a:t>
            </a:r>
          </a:p>
          <a:p>
            <a:r>
              <a:t>              {</a:t>
            </a:r>
          </a:p>
          <a:p>
            <a:r>
              <a:t>                "source_id": "s0155",</a:t>
            </a:r>
          </a:p>
          <a:p>
            <a:r>
              <a:t>                "quote": "調調調調調調調調"</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a:t>
            </a:r>
          </a:p>
          <a:p>
            <a:r>
              <a:t>  "template_sha256": "a7ec0f3418768189c46972812d61ccda3c723b0f5292f1e047ff9b696a4c000c"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"slide13",</a:t>
            </a:r>
          </a:p>
          <a:p>
            <a:r>
              <a:t>  "origin": "page13",</a:t>
            </a:r>
          </a:p>
          <a:p>
            <a:r>
              <a:t>  "layout_id": "rel_sequence_3_4_lr",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"s0167",</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"s0157",</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"s0158",</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"s0159",</a:t>
            </a:r>
          </a:p>
          <a:p>
            <a:r>
              <a:t>          "quote": "調調調調調調調調"</a:t>
            </a:r>
          </a:p>
          <a:p>
            <a:r>
              <a:t>        }</a:t>
            </a:r>
          </a:p>
          <a:p>
            <a:r>
              <a:t>      ],</a:t>
            </a:r>
          </a:p>
          <a:p>
            <a:r>
              <a:t>      "mode": "verbatim"</a:t>
            </a:r>
          </a:p>
          <a:p>
            <a:r>
              <a:t>    },</a:t>
            </a:r>
          </a:p>
          <a:p>
            <a:r>
              <a:t>    {</a:t>
            </a:r>
          </a:p>
          <a:p>
            <a:r>
              <a:t>      "text": "調調調調調調調調",</a:t>
            </a:r>
          </a:p>
          <a:p>
            <a:r>
              <a:t>      "refs": [</a:t>
            </a:r>
          </a:p>
          <a:p>
            <a:r>
              <a:t>        {</a:t>
            </a:r>
          </a:p>
          <a:p>
            <a:r>
              <a:t>          "source_id": "s0160",</a:t>
            </a:r>
          </a:p>
          <a:p>
            <a:r>
              <a:t>          "quote": "調調調調調調調調"</a:t>
            </a:r>
          </a:p>
          <a:p>
            <a:r>
              <a:t>        }</a:t>
            </a:r>
          </a:p>
          <a:p>
            <a:r>
              <a:t>      ],</a:t>
            </a:r>
          </a:p>
          <a:p>
            <a:r>
              <a:t>      "mode": "verbatim"</a:t>
            </a:r>
          </a:p>
          <a:p>
            <a:r>
              <a:t>    },</a:t>
            </a:r>
          </a:p>
          <a:p>
            <a:r>
              <a:t>    {</a:t>
            </a:r>
          </a:p>
          <a:p>
            <a:r>
              <a:t>      "text": "調調調調調調調調",</a:t>
            </a:r>
          </a:p>
          <a:p>
            <a:r>
              <a:t>      "refs": [</a:t>
            </a:r>
          </a:p>
          <a:p>
            <a:r>
              <a:t>        {</a:t>
            </a:r>
          </a:p>
          <a:p>
            <a:r>
              <a:t>          "source_id": "s0161",</a:t>
            </a:r>
          </a:p>
          <a:p>
            <a:r>
              <a:t>          "quote": "調調調調調調調調"</a:t>
            </a:r>
          </a:p>
          <a:p>
            <a:r>
              <a:t>        }</a:t>
            </a:r>
          </a:p>
          <a:p>
            <a:r>
              <a:t>      ],</a:t>
            </a:r>
          </a:p>
          <a:p>
            <a:r>
              <a:t>      "mode": "verbatim"</a:t>
            </a:r>
          </a:p>
          <a:p>
            <a:r>
              <a:t>    },</a:t>
            </a:r>
          </a:p>
          <a:p>
            <a:r>
              <a:t>    {</a:t>
            </a:r>
          </a:p>
          <a:p>
            <a:r>
              <a:t>      "text": "調調調調調調調調調調調調調調調調調調調調\n調調調調調調調調調調調調調調調調調調調調",</a:t>
            </a:r>
          </a:p>
          <a:p>
            <a:r>
              <a:t>      "refs": [</a:t>
            </a:r>
          </a:p>
          <a:p>
            <a:r>
              <a:t>        {</a:t>
            </a:r>
          </a:p>
          <a:p>
            <a:r>
              <a:t>          "source_id": "s0162",</a:t>
            </a:r>
          </a:p>
          <a:p>
            <a:r>
              <a:t>          "quote": "調調調調調調調調調調調調調調調調調調調調\n調調調調調調調調調調調調調調調調調調調調"</a:t>
            </a:r>
          </a:p>
          <a:p>
            <a:r>
              <a:t>        }</a:t>
            </a:r>
          </a:p>
          <a:p>
            <a:r>
              <a:t>      ],</a:t>
            </a:r>
          </a:p>
          <a:p>
            <a:r>
              <a:t>      "mode": "verbatim"</a:t>
            </a:r>
          </a:p>
          <a:p>
            <a:r>
              <a:t>    },</a:t>
            </a:r>
          </a:p>
          <a:p>
            <a:r>
              <a:t>    {</a:t>
            </a:r>
          </a:p>
          <a:p>
            <a:r>
              <a:t>      "text": "調調調調調調調調調調調調調調調調調調調調\n調調調調調調調調調調調調調調調調調調調調",</a:t>
            </a:r>
          </a:p>
          <a:p>
            <a:r>
              <a:t>      "refs": [</a:t>
            </a:r>
          </a:p>
          <a:p>
            <a:r>
              <a:t>        {</a:t>
            </a:r>
          </a:p>
          <a:p>
            <a:r>
              <a:t>          "source_id": "s0163",</a:t>
            </a:r>
          </a:p>
          <a:p>
            <a:r>
              <a:t>          "quote": "調調調調調調調調調調調調調調調調調調調調\n調調調調調調調調調調調調調調調調調調調調"</a:t>
            </a:r>
          </a:p>
          <a:p>
            <a:r>
              <a:t>        }</a:t>
            </a:r>
          </a:p>
          <a:p>
            <a:r>
              <a:t>      ],</a:t>
            </a:r>
          </a:p>
          <a:p>
            <a:r>
              <a:t>      "mode": "verbatim"</a:t>
            </a:r>
          </a:p>
          <a:p>
            <a:r>
              <a:t>    },</a:t>
            </a:r>
          </a:p>
          <a:p>
            <a:r>
              <a:t>    {</a:t>
            </a:r>
          </a:p>
          <a:p>
            <a:r>
              <a:t>      "text": "調調調調調調調調調調調調調調調調調調調調\n調調調調調調調調調調調調調調調調調調調調",</a:t>
            </a:r>
          </a:p>
          <a:p>
            <a:r>
              <a:t>      "refs": [</a:t>
            </a:r>
          </a:p>
          <a:p>
            <a:r>
              <a:t>        {</a:t>
            </a:r>
          </a:p>
          <a:p>
            <a:r>
              <a:t>          "source_id": "s0164",</a:t>
            </a:r>
          </a:p>
          <a:p>
            <a:r>
              <a:t>          "quote": "調調調調調調調調調調調調調調調調調調調調\n調調調調調調調調調調調調調調調調調調調調"</a:t>
            </a:r>
          </a:p>
          <a:p>
            <a:r>
              <a:t>        }</a:t>
            </a:r>
          </a:p>
          <a:p>
            <a:r>
              <a:t>      ],</a:t>
            </a:r>
          </a:p>
          <a:p>
            <a:r>
              <a:t>      "mode": "verbatim"</a:t>
            </a:r>
          </a:p>
          <a:p>
            <a:r>
              <a:t>    },</a:t>
            </a:r>
          </a:p>
          <a:p>
            <a:r>
              <a:t>    {</a:t>
            </a:r>
          </a:p>
          <a:p>
            <a:r>
              <a:t>      "text": "調調調調調調調\n調調調調調調調",</a:t>
            </a:r>
          </a:p>
          <a:p>
            <a:r>
              <a:t>      "refs": [</a:t>
            </a:r>
          </a:p>
          <a:p>
            <a:r>
              <a:t>        {</a:t>
            </a:r>
          </a:p>
          <a:p>
            <a:r>
              <a:t>          "source_id": "s0165",</a:t>
            </a:r>
          </a:p>
          <a:p>
            <a:r>
              <a:t>          "quote": "調調調調調調調\n調調調調調調調"</a:t>
            </a:r>
          </a:p>
          <a:p>
            <a:r>
              <a:t>        }</a:t>
            </a:r>
          </a:p>
          <a:p>
            <a:r>
              <a:t>      ],</a:t>
            </a:r>
          </a:p>
          <a:p>
            <a:r>
              <a:t>      "mode": "verbatim"</a:t>
            </a:r>
          </a:p>
          <a:p>
            <a:r>
              <a:t>    },</a:t>
            </a:r>
          </a:p>
          <a:p>
            <a:r>
              <a:t>    {</a:t>
            </a:r>
          </a:p>
          <a:p>
            <a:r>
              <a:t>      "text": "調調調調調調調調調調調調調調調調調調調調調調調調調調調調調調調",</a:t>
            </a:r>
          </a:p>
          <a:p>
            <a:r>
              <a:t>      "refs": [</a:t>
            </a:r>
          </a:p>
          <a:p>
            <a:r>
              <a:t>        {</a:t>
            </a:r>
          </a:p>
          <a:p>
            <a:r>
              <a:t>          "source_id": "s0166",</a:t>
            </a:r>
          </a:p>
          <a:p>
            <a:r>
              <a:t>          "quote": "調調調調調調調調調調調調調調調調調調調調調調調調調調調調調調調は対象の機能を含む管理範囲を表す。"</a:t>
            </a:r>
          </a:p>
          <a:p>
            <a:r>
              <a:t>        }</a:t>
            </a:r>
          </a:p>
          <a:p>
            <a:r>
              <a:t>      ],</a:t>
            </a:r>
          </a:p>
          <a:p>
            <a:r>
              <a:t>      "mode": "verbatim"</a:t>
            </a:r>
          </a:p>
          <a:p>
            <a:r>
              <a:t>    }</a:t>
            </a:r>
          </a:p>
          <a:p>
            <a:r>
              <a:t>  ],</a:t>
            </a:r>
          </a:p>
          <a:p>
            <a:r>
              <a:t>  "citations": {</a:t>
            </a:r>
          </a:p>
          <a:p>
            <a:r>
              <a:t>    "s0157": "架空設計書・構造検証用",</a:t>
            </a:r>
          </a:p>
          <a:p>
            <a:r>
              <a:t>    "s0158": "架空設計書・構造検証用",</a:t>
            </a:r>
          </a:p>
          <a:p>
            <a:r>
              <a:t>    "s0159": "架空設計書・構造検証用",</a:t>
            </a:r>
          </a:p>
          <a:p>
            <a:r>
              <a:t>    "s0160": "架空設計書・構造検証用",</a:t>
            </a:r>
          </a:p>
          <a:p>
            <a:r>
              <a:t>    "s0161": "架空設計書・構造検証用",</a:t>
            </a:r>
          </a:p>
          <a:p>
            <a:r>
              <a:t>    "s0162": "架空設計書・構造検証用",</a:t>
            </a:r>
          </a:p>
          <a:p>
            <a:r>
              <a:t>    "s0163": "架空設計書・構造検証用",</a:t>
            </a:r>
          </a:p>
          <a:p>
            <a:r>
              <a:t>    "s0164": "架空設計書・構造検証用",</a:t>
            </a:r>
          </a:p>
          <a:p>
            <a:r>
              <a:t>    "s0165": "架空設計書・構造検証用",</a:t>
            </a:r>
          </a:p>
          <a:p>
            <a:r>
              <a:t>    "s0166": "架空設計書・構造検証用",</a:t>
            </a:r>
          </a:p>
          <a:p>
            <a:r>
              <a:t>    "s0167":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"lr_4",</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"s0157",</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"s0158",</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"s0159",</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"s0160",</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"s0161",</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"調調調調調調調調調調調調調調調調調調調調\n調調調調調調調調調調調調調調調調調調調調",</a:t>
            </a:r>
          </a:p>
          <a:p>
            <a:r>
              <a:t>            "refs": [</a:t>
            </a:r>
          </a:p>
          <a:p>
            <a:r>
              <a:t>              {</a:t>
            </a:r>
          </a:p>
          <a:p>
            <a:r>
              <a:t>                "source_id": "s0162",</a:t>
            </a:r>
          </a:p>
          <a:p>
            <a:r>
              <a:t>                "quote": "調調調調調調調調調調調調調調調調調調調調\n調調調調調調調調調調調調調調調調調調調調"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"調調調調調調調調調調調調調調調調調調調調\n調調調調調調調調調調調調調調調調調調調調",</a:t>
            </a:r>
          </a:p>
          <a:p>
            <a:r>
              <a:t>            "refs": [</a:t>
            </a:r>
          </a:p>
          <a:p>
            <a:r>
              <a:t>              {</a:t>
            </a:r>
          </a:p>
          <a:p>
            <a:r>
              <a:t>                "source_id": "s0163",</a:t>
            </a:r>
          </a:p>
          <a:p>
            <a:r>
              <a:t>                "quote": "調調調調調調調調調調調調調調調調調調調調\n調調調調調調調調調調調調調調調調調調調調"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"調調調調調調調調調調調調調調調調調調調調\n調調調調調調調調調調調調調調調調調調調調",</a:t>
            </a:r>
          </a:p>
          <a:p>
            <a:r>
              <a:t>            "refs": [</a:t>
            </a:r>
          </a:p>
          <a:p>
            <a:r>
              <a:t>              {</a:t>
            </a:r>
          </a:p>
          <a:p>
            <a:r>
              <a:t>                "source_id": "s0164",</a:t>
            </a:r>
          </a:p>
          <a:p>
            <a:r>
              <a:t>                "quote": "調調調調調調調調調調調調調調調調調調調調\n調調調調調調調調調調調調調調調調調調調調"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"調調調調調調調\n調調調調調調調",</a:t>
            </a:r>
          </a:p>
          <a:p>
            <a:r>
              <a:t>            "refs": [</a:t>
            </a:r>
          </a:p>
          <a:p>
            <a:r>
              <a:t>              {</a:t>
            </a:r>
          </a:p>
          <a:p>
            <a:r>
              <a:t>                "source_id": "s0165",</a:t>
            </a:r>
          </a:p>
          <a:p>
            <a:r>
              <a:t>                "quote": "調調調調調調調\n調調調調調調調"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"調調調調調調調調調調調調調調調調調調調調調調調調調調調調調調調",</a:t>
            </a:r>
          </a:p>
          <a:p>
            <a:r>
              <a:t>            "refs": [</a:t>
            </a:r>
          </a:p>
          <a:p>
            <a:r>
              <a:t>              {</a:t>
            </a:r>
          </a:p>
          <a:p>
            <a:r>
              <a:t>                "source_id": "s0166",</a:t>
            </a:r>
          </a:p>
          <a:p>
            <a:r>
              <a:t>                "quote": "調調調調調調調調調調調調調調調調調調調調調調調調調調調調調調調は対象の機能を含む管理範囲を表す。"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"s0157",</a:t>
            </a:r>
          </a:p>
          <a:p>
            <a:r>
              <a:t>    "s0158",</a:t>
            </a:r>
          </a:p>
          <a:p>
            <a:r>
              <a:t>    "s0159",</a:t>
            </a:r>
          </a:p>
          <a:p>
            <a:r>
              <a:t>    "s0160",</a:t>
            </a:r>
          </a:p>
          <a:p>
            <a:r>
              <a:t>    "s0161",</a:t>
            </a:r>
          </a:p>
          <a:p>
            <a:r>
              <a:t>    "s0162",</a:t>
            </a:r>
          </a:p>
          <a:p>
            <a:r>
              <a:t>    "s0163",</a:t>
            </a:r>
          </a:p>
          <a:p>
            <a:r>
              <a:t>    "s0164",</a:t>
            </a:r>
          </a:p>
          <a:p>
            <a:r>
              <a:t>    "s0165",</a:t>
            </a:r>
          </a:p>
          <a:p>
            <a:r>
              <a:t>    "s0166",</a:t>
            </a:r>
          </a:p>
          <a:p>
            <a:r>
              <a:t>    "s0167"</a:t>
            </a:r>
          </a:p>
          <a:p>
            <a:r>
              <a:t>  ],</a:t>
            </a:r>
          </a:p>
          <a:p>
            <a:r>
              <a:t>  "template_sha256": "3b4488dab21881e5755003fed56b2d54cbb45fe423d97ce77679f30570adfbb7"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"slide14",</a:t>
            </a:r>
          </a:p>
          <a:p>
            <a:r>
              <a:t>  "origin": "page14",</a:t>
            </a:r>
          </a:p>
          <a:p>
            <a:r>
              <a:t>  "layout_id": "rel_sequence_3_4_rl",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"s0178",</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"s0168",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"s0169",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"s0170",</a:t>
            </a:r>
          </a:p>
          <a:p>
            <a:r>
              <a:t>          "quote": "調調調調調調調調"</a:t>
            </a:r>
          </a:p>
          <a:p>
            <a:r>
              <a:t>        }</a:t>
            </a:r>
          </a:p>
          <a:p>
            <a:r>
              <a:t>      ],</a:t>
            </a:r>
          </a:p>
          <a:p>
            <a:r>
              <a:t>      "mode": "verbatim"</a:t>
            </a:r>
          </a:p>
          <a:p>
            <a:r>
              <a:t>    },</a:t>
            </a:r>
          </a:p>
          <a:p>
            <a:r>
              <a:t>    {</a:t>
            </a:r>
          </a:p>
          <a:p>
            <a:r>
              <a:t>      "text": "調調調調調調調調",</a:t>
            </a:r>
          </a:p>
          <a:p>
            <a:r>
              <a:t>      "refs": [</a:t>
            </a:r>
          </a:p>
          <a:p>
            <a:r>
              <a:t>        {</a:t>
            </a:r>
          </a:p>
          <a:p>
            <a:r>
              <a:t>          "source_id": "s0171",</a:t>
            </a:r>
          </a:p>
          <a:p>
            <a:r>
              <a:t>          "quote": "調調調調調調調調"</a:t>
            </a:r>
          </a:p>
          <a:p>
            <a:r>
              <a:t>        }</a:t>
            </a:r>
          </a:p>
          <a:p>
            <a:r>
              <a:t>      ],</a:t>
            </a:r>
          </a:p>
          <a:p>
            <a:r>
              <a:t>      "mode": "verbatim"</a:t>
            </a:r>
          </a:p>
          <a:p>
            <a:r>
              <a:t>    },</a:t>
            </a:r>
          </a:p>
          <a:p>
            <a:r>
              <a:t>    {</a:t>
            </a:r>
          </a:p>
          <a:p>
            <a:r>
              <a:t>      "text": "調調調調調調調調",</a:t>
            </a:r>
          </a:p>
          <a:p>
            <a:r>
              <a:t>      "refs": [</a:t>
            </a:r>
          </a:p>
          <a:p>
            <a:r>
              <a:t>        {</a:t>
            </a:r>
          </a:p>
          <a:p>
            <a:r>
              <a:t>          "source_id": "s0172",</a:t>
            </a:r>
          </a:p>
          <a:p>
            <a:r>
              <a:t>          "quote": "調調調調調調調調"</a:t>
            </a:r>
          </a:p>
          <a:p>
            <a:r>
              <a:t>        }</a:t>
            </a:r>
          </a:p>
          <a:p>
            <a:r>
              <a:t>      ],</a:t>
            </a:r>
          </a:p>
          <a:p>
            <a:r>
              <a:t>      "mode": "verbatim"</a:t>
            </a:r>
          </a:p>
          <a:p>
            <a:r>
              <a:t>    },</a:t>
            </a:r>
          </a:p>
          <a:p>
            <a:r>
              <a:t>    {</a:t>
            </a:r>
          </a:p>
          <a:p>
            <a:r>
              <a:t>      "text": "調調調調調調調調調調調調調調調調調調調調\n調調調調調調調調調調調調調調調調調調調調",</a:t>
            </a:r>
          </a:p>
          <a:p>
            <a:r>
              <a:t>      "refs": [</a:t>
            </a:r>
          </a:p>
          <a:p>
            <a:r>
              <a:t>        {</a:t>
            </a:r>
          </a:p>
          <a:p>
            <a:r>
              <a:t>          "source_id": "s0173",</a:t>
            </a:r>
          </a:p>
          <a:p>
            <a:r>
              <a:t>          "quote": "調調調調調調調調調調調調調調調調調調調調\n調調調調調調調調調調調調調調調調調調調調"</a:t>
            </a:r>
          </a:p>
          <a:p>
            <a:r>
              <a:t>        }</a:t>
            </a:r>
          </a:p>
          <a:p>
            <a:r>
              <a:t>      ],</a:t>
            </a:r>
          </a:p>
          <a:p>
            <a:r>
              <a:t>      "mode": "verbatim"</a:t>
            </a:r>
          </a:p>
          <a:p>
            <a:r>
              <a:t>    },</a:t>
            </a:r>
          </a:p>
          <a:p>
            <a:r>
              <a:t>    {</a:t>
            </a:r>
          </a:p>
          <a:p>
            <a:r>
              <a:t>      "text": "調調調調調調調調調調調調調調調調調調調調\n調調調調調調調調調調調調調調調調調調調調",</a:t>
            </a:r>
          </a:p>
          <a:p>
            <a:r>
              <a:t>      "refs": [</a:t>
            </a:r>
          </a:p>
          <a:p>
            <a:r>
              <a:t>        {</a:t>
            </a:r>
          </a:p>
          <a:p>
            <a:r>
              <a:t>          "source_id": "s0174",</a:t>
            </a:r>
          </a:p>
          <a:p>
            <a:r>
              <a:t>          "quote": "調調調調調調調調調調調調調調調調調調調調\n調調調調調調調調調調調調調調調調調調調調"</a:t>
            </a:r>
          </a:p>
          <a:p>
            <a:r>
              <a:t>        }</a:t>
            </a:r>
          </a:p>
          <a:p>
            <a:r>
              <a:t>      ],</a:t>
            </a:r>
          </a:p>
          <a:p>
            <a:r>
              <a:t>      "mode": "verbatim"</a:t>
            </a:r>
          </a:p>
          <a:p>
            <a:r>
              <a:t>    },</a:t>
            </a:r>
          </a:p>
          <a:p>
            <a:r>
              <a:t>    {</a:t>
            </a:r>
          </a:p>
          <a:p>
            <a:r>
              <a:t>      "text": "調調調調調調調調調調調調調調調調調調調調\n調調調調調調調調調調調調調調調調調調調調",</a:t>
            </a:r>
          </a:p>
          <a:p>
            <a:r>
              <a:t>      "refs": [</a:t>
            </a:r>
          </a:p>
          <a:p>
            <a:r>
              <a:t>        {</a:t>
            </a:r>
          </a:p>
          <a:p>
            <a:r>
              <a:t>          "source_id": "s0175",</a:t>
            </a:r>
          </a:p>
          <a:p>
            <a:r>
              <a:t>          "quote": "調調調調調調調調調調調調調調調調調調調調\n調調調調調調調調調調調調調調調調調調調調"</a:t>
            </a:r>
          </a:p>
          <a:p>
            <a:r>
              <a:t>        }</a:t>
            </a:r>
          </a:p>
          <a:p>
            <a:r>
              <a:t>      ],</a:t>
            </a:r>
          </a:p>
          <a:p>
            <a:r>
              <a:t>      "mode": "verbatim"</a:t>
            </a:r>
          </a:p>
          <a:p>
            <a:r>
              <a:t>    },</a:t>
            </a:r>
          </a:p>
          <a:p>
            <a:r>
              <a:t>    {</a:t>
            </a:r>
          </a:p>
          <a:p>
            <a:r>
              <a:t>      "text": "調調調調調調調\n調調調調調調調",</a:t>
            </a:r>
          </a:p>
          <a:p>
            <a:r>
              <a:t>      "refs": [</a:t>
            </a:r>
          </a:p>
          <a:p>
            <a:r>
              <a:t>        {</a:t>
            </a:r>
          </a:p>
          <a:p>
            <a:r>
              <a:t>          "source_id": "s0176",</a:t>
            </a:r>
          </a:p>
          <a:p>
            <a:r>
              <a:t>          "quote": "調調調調調調調\n調調調調調調調"</a:t>
            </a:r>
          </a:p>
          <a:p>
            <a:r>
              <a:t>        }</a:t>
            </a:r>
          </a:p>
          <a:p>
            <a:r>
              <a:t>      ],</a:t>
            </a:r>
          </a:p>
          <a:p>
            <a:r>
              <a:t>      "mode": "verbatim"</a:t>
            </a:r>
          </a:p>
          <a:p>
            <a:r>
              <a:t>    },</a:t>
            </a:r>
          </a:p>
          <a:p>
            <a:r>
              <a:t>    {</a:t>
            </a:r>
          </a:p>
          <a:p>
            <a:r>
              <a:t>      "text": "調調調調調調調調調調調調調調調調調調調調調調調調調調調調調調調",</a:t>
            </a:r>
          </a:p>
          <a:p>
            <a:r>
              <a:t>      "refs": [</a:t>
            </a:r>
          </a:p>
          <a:p>
            <a:r>
              <a:t>        {</a:t>
            </a:r>
          </a:p>
          <a:p>
            <a:r>
              <a:t>          "source_id": "s0177",</a:t>
            </a:r>
          </a:p>
          <a:p>
            <a:r>
              <a:t>          "quote": "調調調調調調調調調調調調調調調調調調調調調調調調調調調調調調調は対象の機能を含む管理範囲を表す。"</a:t>
            </a:r>
          </a:p>
          <a:p>
            <a:r>
              <a:t>        }</a:t>
            </a:r>
          </a:p>
          <a:p>
            <a:r>
              <a:t>      ],</a:t>
            </a:r>
          </a:p>
          <a:p>
            <a:r>
              <a:t>      "mode": "verbatim"</a:t>
            </a:r>
          </a:p>
          <a:p>
            <a:r>
              <a:t>    }</a:t>
            </a:r>
          </a:p>
          <a:p>
            <a:r>
              <a:t>  ],</a:t>
            </a:r>
          </a:p>
          <a:p>
            <a:r>
              <a:t>  "citations": {</a:t>
            </a:r>
          </a:p>
          <a:p>
            <a:r>
              <a:t>    "s0168": "架空設計書・構造検証用",</a:t>
            </a:r>
          </a:p>
          <a:p>
            <a:r>
              <a:t>    "s0169": "架空設計書・構造検証用",</a:t>
            </a:r>
          </a:p>
          <a:p>
            <a:r>
              <a:t>    "s0170": "架空設計書・構造検証用",</a:t>
            </a:r>
          </a:p>
          <a:p>
            <a:r>
              <a:t>    "s0171": "架空設計書・構造検証用",</a:t>
            </a:r>
          </a:p>
          <a:p>
            <a:r>
              <a:t>    "s0172": "架空設計書・構造検証用",</a:t>
            </a:r>
          </a:p>
          <a:p>
            <a:r>
              <a:t>    "s0173": "架空設計書・構造検証用",</a:t>
            </a:r>
          </a:p>
          <a:p>
            <a:r>
              <a:t>    "s0174": "架空設計書・構造検証用",</a:t>
            </a:r>
          </a:p>
          <a:p>
            <a:r>
              <a:t>    "s0175": "架空設計書・構造検証用",</a:t>
            </a:r>
          </a:p>
          <a:p>
            <a:r>
              <a:t>    "s0176": "架空設計書・構造検証用",</a:t>
            </a:r>
          </a:p>
          <a:p>
            <a:r>
              <a:t>    "s0177": "架空設計書・構造検証用",</a:t>
            </a:r>
          </a:p>
          <a:p>
            <a:r>
              <a:t>    "s0178":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"rl_4",</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"s0168",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"s0169",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"s0170",</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"s0171",</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"s0172",</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"調調調調調調調調調調調調調調調調調調調調\n調調調調調調調調調調調調調調調調調調調調",</a:t>
            </a:r>
          </a:p>
          <a:p>
            <a:r>
              <a:t>            "refs": [</a:t>
            </a:r>
          </a:p>
          <a:p>
            <a:r>
              <a:t>              {</a:t>
            </a:r>
          </a:p>
          <a:p>
            <a:r>
              <a:t>                "source_id": "s0173",</a:t>
            </a:r>
          </a:p>
          <a:p>
            <a:r>
              <a:t>                "quote": "調調調調調調調調調調調調調調調調調調調調\n調調調調調調調調調調調調調調調調調調調調"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"調調調調調調調調調調調調調調調調調調調調\n調調調調調調調調調調調調調調調調調調調調",</a:t>
            </a:r>
          </a:p>
          <a:p>
            <a:r>
              <a:t>            "refs": [</a:t>
            </a:r>
          </a:p>
          <a:p>
            <a:r>
              <a:t>              {</a:t>
            </a:r>
          </a:p>
          <a:p>
            <a:r>
              <a:t>                "source_id": "s0174",</a:t>
            </a:r>
          </a:p>
          <a:p>
            <a:r>
              <a:t>                "quote": "調調調調調調調調調調調調調調調調調調調調\n調調調調調調調調調調調調調調調調調調調調"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"調調調調調調調調調調調調調調調調調調調調\n調調調調調調調調調調調調調調調調調調調調",</a:t>
            </a:r>
          </a:p>
          <a:p>
            <a:r>
              <a:t>            "refs": [</a:t>
            </a:r>
          </a:p>
          <a:p>
            <a:r>
              <a:t>              {</a:t>
            </a:r>
          </a:p>
          <a:p>
            <a:r>
              <a:t>                "source_id": "s0175",</a:t>
            </a:r>
          </a:p>
          <a:p>
            <a:r>
              <a:t>                "quote": "調調調調調調調調調調調調調調調調調調調調\n調調調調調調調調調調調調調調調調調調調調"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"調調調調調調調\n調調調調調調調",</a:t>
            </a:r>
          </a:p>
          <a:p>
            <a:r>
              <a:t>            "refs": [</a:t>
            </a:r>
          </a:p>
          <a:p>
            <a:r>
              <a:t>              {</a:t>
            </a:r>
          </a:p>
          <a:p>
            <a:r>
              <a:t>                "source_id": "s0176",</a:t>
            </a:r>
          </a:p>
          <a:p>
            <a:r>
              <a:t>                "quote": "調調調調調調調\n調調調調調調調"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"調調調調調調調調調調調調調調調調調調調調調調調調調調調調調調調",</a:t>
            </a:r>
          </a:p>
          <a:p>
            <a:r>
              <a:t>            "refs": [</a:t>
            </a:r>
          </a:p>
          <a:p>
            <a:r>
              <a:t>              {</a:t>
            </a:r>
          </a:p>
          <a:p>
            <a:r>
              <a:t>                "source_id": "s0177",</a:t>
            </a:r>
          </a:p>
          <a:p>
            <a:r>
              <a:t>                "quote": "調調調調調調調調調調調調調調調調調調調調調調調調調調調調調調調は対象の機能を含む管理範囲を表す。"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"s0168",</a:t>
            </a:r>
          </a:p>
          <a:p>
            <a:r>
              <a:t>    "s0169",</a:t>
            </a:r>
          </a:p>
          <a:p>
            <a:r>
              <a:t>    "s0170",</a:t>
            </a:r>
          </a:p>
          <a:p>
            <a:r>
              <a:t>    "s0171",</a:t>
            </a:r>
          </a:p>
          <a:p>
            <a:r>
              <a:t>    "s0172",</a:t>
            </a:r>
          </a:p>
          <a:p>
            <a:r>
              <a:t>    "s0173",</a:t>
            </a:r>
          </a:p>
          <a:p>
            <a:r>
              <a:t>    "s0174",</a:t>
            </a:r>
          </a:p>
          <a:p>
            <a:r>
              <a:t>    "s0175",</a:t>
            </a:r>
          </a:p>
          <a:p>
            <a:r>
              <a:t>    "s0176",</a:t>
            </a:r>
          </a:p>
          <a:p>
            <a:r>
              <a:t>    "s0177",</a:t>
            </a:r>
          </a:p>
          <a:p>
            <a:r>
              <a:t>    "s0178"</a:t>
            </a:r>
          </a:p>
          <a:p>
            <a:r>
              <a:t>  ],</a:t>
            </a:r>
          </a:p>
          <a:p>
            <a:r>
              <a:t>  "template_sha256": "816a8850971a3e69388601f08d89572e69419f3a3783d7663c3fac495e832ab2"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"slide15",</a:t>
            </a:r>
          </a:p>
          <a:p>
            <a:r>
              <a:t>  "origin": "page15",</a:t>
            </a:r>
          </a:p>
          <a:p>
            <a:r>
              <a:t>  "layout_id": "rel_sequence_3_8_lr",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"s0193",</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"s0179",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"s0180",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"s0181",</a:t>
            </a:r>
          </a:p>
          <a:p>
            <a:r>
              <a:t>          "quote": "調調調調調調調調"</a:t>
            </a:r>
          </a:p>
          <a:p>
            <a:r>
              <a:t>        }</a:t>
            </a:r>
          </a:p>
          <a:p>
            <a:r>
              <a:t>      ],</a:t>
            </a:r>
          </a:p>
          <a:p>
            <a:r>
              <a:t>      "mode": "verbatim"</a:t>
            </a:r>
          </a:p>
          <a:p>
            <a:r>
              <a:t>    },</a:t>
            </a:r>
          </a:p>
          <a:p>
            <a:r>
              <a:t>    {</a:t>
            </a:r>
          </a:p>
          <a:p>
            <a:r>
              <a:t>      "text": "調調調調調調調調",</a:t>
            </a:r>
          </a:p>
          <a:p>
            <a:r>
              <a:t>      "refs": [</a:t>
            </a:r>
          </a:p>
          <a:p>
            <a:r>
              <a:t>        {</a:t>
            </a:r>
          </a:p>
          <a:p>
            <a:r>
              <a:t>          "source_id": "s0182",</a:t>
            </a:r>
          </a:p>
          <a:p>
            <a:r>
              <a:t>          "quote": "調調調調調調調調"</a:t>
            </a:r>
          </a:p>
          <a:p>
            <a:r>
              <a:t>        }</a:t>
            </a:r>
          </a:p>
          <a:p>
            <a:r>
              <a:t>      ],</a:t>
            </a:r>
          </a:p>
          <a:p>
            <a:r>
              <a:t>      "mode": "verbatim"</a:t>
            </a:r>
          </a:p>
          <a:p>
            <a:r>
              <a:t>    },</a:t>
            </a:r>
          </a:p>
          <a:p>
            <a:r>
              <a:t>    {</a:t>
            </a:r>
          </a:p>
          <a:p>
            <a:r>
              <a:t>      "text": "調調調調調調調調",</a:t>
            </a:r>
          </a:p>
          <a:p>
            <a:r>
              <a:t>      "refs": [</a:t>
            </a:r>
          </a:p>
          <a:p>
            <a:r>
              <a:t>        {</a:t>
            </a:r>
          </a:p>
          <a:p>
            <a:r>
              <a:t>          "source_id": "s0183",</a:t>
            </a:r>
          </a:p>
          <a:p>
            <a:r>
              <a:t>          "quote": "調調調調調調調調"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"s0184",</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"s0185",</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"s0186",</a:t>
            </a:r>
          </a:p>
          <a:p>
            <a:r>
              <a:t>          "quote": "調調調調調調調調調調調調調調調調調調調調"</a:t>
            </a:r>
          </a:p>
          <a:p>
            <a:r>
              <a:t>        }</a:t>
            </a:r>
          </a:p>
          <a:p>
            <a:r>
              <a:t>      ],</a:t>
            </a:r>
          </a:p>
          <a:p>
            <a:r>
              <a:t>      "mode": "verbatim"</a:t>
            </a:r>
          </a:p>
          <a:p>
            <a:r>
              <a:t>    },</a:t>
            </a:r>
          </a:p>
          <a:p>
            <a:r>
              <a:t>    {</a:t>
            </a:r>
          </a:p>
          <a:p>
            <a:r>
              <a:t>      "text": "調調調調調調調",</a:t>
            </a:r>
          </a:p>
          <a:p>
            <a:r>
              <a:t>      "refs": [</a:t>
            </a:r>
          </a:p>
          <a:p>
            <a:r>
              <a:t>        {</a:t>
            </a:r>
          </a:p>
          <a:p>
            <a:r>
              <a:t>          "source_id": "s0187",</a:t>
            </a:r>
          </a:p>
          <a:p>
            <a:r>
              <a:t>          "quote": "調調調調調調調"</a:t>
            </a:r>
          </a:p>
          <a:p>
            <a:r>
              <a:t>        }</a:t>
            </a:r>
          </a:p>
          <a:p>
            <a:r>
              <a:t>      ],</a:t>
            </a:r>
          </a:p>
          <a:p>
            <a:r>
              <a:t>      "mode": "verbatim"</a:t>
            </a:r>
          </a:p>
          <a:p>
            <a:r>
              <a:t>    },</a:t>
            </a:r>
          </a:p>
          <a:p>
            <a:r>
              <a:t>    {</a:t>
            </a:r>
          </a:p>
          <a:p>
            <a:r>
              <a:t>      "text": "調調調調調調調調調調調調調調調調調調調調",</a:t>
            </a:r>
          </a:p>
          <a:p>
            <a:r>
              <a:t>      "refs": [</a:t>
            </a:r>
          </a:p>
          <a:p>
            <a:r>
              <a:t>        {</a:t>
            </a:r>
          </a:p>
          <a:p>
            <a:r>
              <a:t>          "source_id": "s0188",</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"s0189",</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"s0190",</a:t>
            </a:r>
          </a:p>
          <a:p>
            <a:r>
              <a:t>          "quote": "調調調調調調調調調調調調調調調調調調調調"</a:t>
            </a:r>
          </a:p>
          <a:p>
            <a:r>
              <a:t>        }</a:t>
            </a:r>
          </a:p>
          <a:p>
            <a:r>
              <a:t>      ],</a:t>
            </a:r>
          </a:p>
          <a:p>
            <a:r>
              <a:t>      "mode": "verbatim"</a:t>
            </a:r>
          </a:p>
          <a:p>
            <a:r>
              <a:t>    },</a:t>
            </a:r>
          </a:p>
          <a:p>
            <a:r>
              <a:t>    {</a:t>
            </a:r>
          </a:p>
          <a:p>
            <a:r>
              <a:t>      "text": "調調調調調調調",</a:t>
            </a:r>
          </a:p>
          <a:p>
            <a:r>
              <a:t>      "refs": [</a:t>
            </a:r>
          </a:p>
          <a:p>
            <a:r>
              <a:t>        {</a:t>
            </a:r>
          </a:p>
          <a:p>
            <a:r>
              <a:t>          "source_id": "s0191",</a:t>
            </a:r>
          </a:p>
          <a:p>
            <a:r>
              <a:t>          "quote": "調調調調調調調"</a:t>
            </a:r>
          </a:p>
          <a:p>
            <a:r>
              <a:t>        }</a:t>
            </a:r>
          </a:p>
          <a:p>
            <a:r>
              <a:t>      ],</a:t>
            </a:r>
          </a:p>
          <a:p>
            <a:r>
              <a:t>      "mode": "verbatim"</a:t>
            </a:r>
          </a:p>
          <a:p>
            <a:r>
              <a:t>    },</a:t>
            </a:r>
          </a:p>
          <a:p>
            <a:r>
              <a:t>    {</a:t>
            </a:r>
          </a:p>
          <a:p>
            <a:r>
              <a:t>      "text": "調調調調調調調調調調調調調調調調調調調調調調調調調調調調調調調",</a:t>
            </a:r>
          </a:p>
          <a:p>
            <a:r>
              <a:t>      "refs": [</a:t>
            </a:r>
          </a:p>
          <a:p>
            <a:r>
              <a:t>        {</a:t>
            </a:r>
          </a:p>
          <a:p>
            <a:r>
              <a:t>          "source_id": "s0192",</a:t>
            </a:r>
          </a:p>
          <a:p>
            <a:r>
              <a:t>          "quote": "調調調調調調調調調調調調調調調調調調調調調調調調調調調調調調調は対象の機能を含む管理範囲を表す。"</a:t>
            </a:r>
          </a:p>
          <a:p>
            <a:r>
              <a:t>        }</a:t>
            </a:r>
          </a:p>
          <a:p>
            <a:r>
              <a:t>      ],</a:t>
            </a:r>
          </a:p>
          <a:p>
            <a:r>
              <a:t>      "mode": "verbatim"</a:t>
            </a:r>
          </a:p>
          <a:p>
            <a:r>
              <a:t>    }</a:t>
            </a:r>
          </a:p>
          <a:p>
            <a:r>
              <a:t>  ],</a:t>
            </a:r>
          </a:p>
          <a:p>
            <a:r>
              <a:t>  "citations": {</a:t>
            </a:r>
          </a:p>
          <a:p>
            <a:r>
              <a:t>    "s0179": "架空設計書・構造検証用",</a:t>
            </a:r>
          </a:p>
          <a:p>
            <a:r>
              <a:t>    "s0180": "架空設計書・構造検証用",</a:t>
            </a:r>
          </a:p>
          <a:p>
            <a:r>
              <a:t>    "s0181": "架空設計書・構造検証用",</a:t>
            </a:r>
          </a:p>
          <a:p>
            <a:r>
              <a:t>    "s0182": "架空設計書・構造検証用",</a:t>
            </a:r>
          </a:p>
          <a:p>
            <a:r>
              <a:t>    "s0183": "架空設計書・構造検証用",</a:t>
            </a:r>
          </a:p>
          <a:p>
            <a:r>
              <a:t>    "s0184": "架空設計書・構造検証用",</a:t>
            </a:r>
          </a:p>
          <a:p>
            <a:r>
              <a:t>    "s0185": "架空設計書・構造検証用",</a:t>
            </a:r>
          </a:p>
          <a:p>
            <a:r>
              <a:t>    "s0186": "架空設計書・構造検証用",</a:t>
            </a:r>
          </a:p>
          <a:p>
            <a:r>
              <a:t>    "s0187": "架空設計書・構造検証用",</a:t>
            </a:r>
          </a:p>
          <a:p>
            <a:r>
              <a:t>    "s0188": "架空設計書・構造検証用",</a:t>
            </a:r>
          </a:p>
          <a:p>
            <a:r>
              <a:t>    "s0189": "架空設計書・構造検証用",</a:t>
            </a:r>
          </a:p>
          <a:p>
            <a:r>
              <a:t>    "s0190": "架空設計書・構造検証用",</a:t>
            </a:r>
          </a:p>
          <a:p>
            <a:r>
              <a:t>    "s0191": "架空設計書・構造検証用",</a:t>
            </a:r>
          </a:p>
          <a:p>
            <a:r>
              <a:t>    "s0192": "架空設計書・構造検証用",</a:t>
            </a:r>
          </a:p>
          <a:p>
            <a:r>
              <a:t>    "s0193":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"lr_8",</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"s0179",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"s0180",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"s0181",</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"s0182",</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"s0183",</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a:t>
            </a:r>
          </a:p>
          <a:p>
            <a:r>
              <a:t>            "refs": [</a:t>
            </a:r>
          </a:p>
          <a:p>
            <a:r>
              <a:t>              {</a:t>
            </a:r>
          </a:p>
          <a:p>
            <a:r>
              <a:t>                "source_id": "s0184",</a:t>
            </a:r>
          </a:p>
          <a:p>
            <a:r>
              <a:t>                "quote": "調調調調調調調調調調調調調調調調調調調調"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"調調調調調調調調調調調調調調調調調調調調",</a:t>
            </a:r>
          </a:p>
          <a:p>
            <a:r>
              <a:t>            "refs": [</a:t>
            </a:r>
          </a:p>
          <a:p>
            <a:r>
              <a:t>              {</a:t>
            </a:r>
          </a:p>
          <a:p>
            <a:r>
              <a:t>                "source_id": "s0185",</a:t>
            </a:r>
          </a:p>
          <a:p>
            <a:r>
              <a:t>                "quote": "調調調調調調調調調調調調調調調調調調調調"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"調調調調調調調調調調調調調調調調調調調調",</a:t>
            </a:r>
          </a:p>
          <a:p>
            <a:r>
              <a:t>            "refs": [</a:t>
            </a:r>
          </a:p>
          <a:p>
            <a:r>
              <a:t>              {</a:t>
            </a:r>
          </a:p>
          <a:p>
            <a:r>
              <a:t>                "source_id": "s0186",</a:t>
            </a:r>
          </a:p>
          <a:p>
            <a:r>
              <a:t>                "quote": "調調調調調調調調調調調調調調調調調調調調"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a:t>
            </a:r>
          </a:p>
          <a:p>
            <a:r>
              <a:t>            "refs": [</a:t>
            </a:r>
          </a:p>
          <a:p>
            <a:r>
              <a:t>              {</a:t>
            </a:r>
          </a:p>
          <a:p>
            <a:r>
              <a:t>                "source_id": "s0187",</a:t>
            </a:r>
          </a:p>
          <a:p>
            <a:r>
              <a:t>                "quote": "調調調調調調調"</a:t>
            </a:r>
          </a:p>
          <a:p>
            <a:r>
              <a:t>              }</a:t>
            </a:r>
          </a:p>
          <a:p>
            <a:r>
              <a:t>            ],</a:t>
            </a:r>
          </a:p>
          <a:p>
            <a:r>
              <a:t>            "mode": "verbatim"</a:t>
            </a:r>
          </a:p>
          <a:p>
            <a:r>
              <a:t>          }</a:t>
            </a:r>
          </a:p>
          <a:p>
            <a:r>
              <a:t>        },</a:t>
            </a:r>
          </a:p>
          <a:p>
            <a:r>
              <a:t>        {</a:t>
            </a:r>
          </a:p>
          <a:p>
            <a:r>
              <a:t>          "id": "edge_4",</a:t>
            </a:r>
          </a:p>
          <a:p>
            <a:r>
              <a:t>          "source": "actor_1",</a:t>
            </a:r>
          </a:p>
          <a:p>
            <a:r>
              <a:t>          "target": "actor_2",</a:t>
            </a:r>
          </a:p>
          <a:p>
            <a:r>
              <a:t>          "label": {</a:t>
            </a:r>
          </a:p>
          <a:p>
            <a:r>
              <a:t>            "text": "調調調調調調調調調調調調調調調調調調調調",</a:t>
            </a:r>
          </a:p>
          <a:p>
            <a:r>
              <a:t>            "refs": [</a:t>
            </a:r>
          </a:p>
          <a:p>
            <a:r>
              <a:t>              {</a:t>
            </a:r>
          </a:p>
          <a:p>
            <a:r>
              <a:t>                "source_id": "s0188",</a:t>
            </a:r>
          </a:p>
          <a:p>
            <a:r>
              <a:t>                "quote": "調調調調調調調調調調調調調調調調調調調調"</a:t>
            </a:r>
          </a:p>
          <a:p>
            <a:r>
              <a:t>              }</a:t>
            </a:r>
          </a:p>
          <a:p>
            <a:r>
              <a:t>            ],</a:t>
            </a:r>
          </a:p>
          <a:p>
            <a:r>
              <a:t>            "mode": "verbatim"</a:t>
            </a:r>
          </a:p>
          <a:p>
            <a:r>
              <a:t>          }</a:t>
            </a:r>
          </a:p>
          <a:p>
            <a:r>
              <a:t>        },</a:t>
            </a:r>
          </a:p>
          <a:p>
            <a:r>
              <a:t>        {</a:t>
            </a:r>
          </a:p>
          <a:p>
            <a:r>
              <a:t>          "id": "edge_5",</a:t>
            </a:r>
          </a:p>
          <a:p>
            <a:r>
              <a:t>          "source": "actor_2",</a:t>
            </a:r>
          </a:p>
          <a:p>
            <a:r>
              <a:t>          "target": "actor_1",</a:t>
            </a:r>
          </a:p>
          <a:p>
            <a:r>
              <a:t>          "label": {</a:t>
            </a:r>
          </a:p>
          <a:p>
            <a:r>
              <a:t>            "text": "調調調調調調調調調調調調調調調調調調調調",</a:t>
            </a:r>
          </a:p>
          <a:p>
            <a:r>
              <a:t>            "refs": [</a:t>
            </a:r>
          </a:p>
          <a:p>
            <a:r>
              <a:t>              {</a:t>
            </a:r>
          </a:p>
          <a:p>
            <a:r>
              <a:t>                "source_id": "s0189",</a:t>
            </a:r>
          </a:p>
          <a:p>
            <a:r>
              <a:t>                "quote": "調調調調調調調調調調調調調調調調調調調調"</a:t>
            </a:r>
          </a:p>
          <a:p>
            <a:r>
              <a:t>              }</a:t>
            </a:r>
          </a:p>
          <a:p>
            <a:r>
              <a:t>            ],</a:t>
            </a:r>
          </a:p>
          <a:p>
            <a:r>
              <a:t>            "mode": "verbatim"</a:t>
            </a:r>
          </a:p>
          <a:p>
            <a:r>
              <a:t>          }</a:t>
            </a:r>
          </a:p>
          <a:p>
            <a:r>
              <a:t>        },</a:t>
            </a:r>
          </a:p>
          <a:p>
            <a:r>
              <a:t>        {</a:t>
            </a:r>
          </a:p>
          <a:p>
            <a:r>
              <a:t>          "id": "edge_6",</a:t>
            </a:r>
          </a:p>
          <a:p>
            <a:r>
              <a:t>          "source": "actor_1",</a:t>
            </a:r>
          </a:p>
          <a:p>
            <a:r>
              <a:t>          "target": "actor_0",</a:t>
            </a:r>
          </a:p>
          <a:p>
            <a:r>
              <a:t>          "label": {</a:t>
            </a:r>
          </a:p>
          <a:p>
            <a:r>
              <a:t>            "text": "調調調調調調調調調調調調調調調調調調調調",</a:t>
            </a:r>
          </a:p>
          <a:p>
            <a:r>
              <a:t>            "refs": [</a:t>
            </a:r>
          </a:p>
          <a:p>
            <a:r>
              <a:t>              {</a:t>
            </a:r>
          </a:p>
          <a:p>
            <a:r>
              <a:t>                "source_id": "s0190",</a:t>
            </a:r>
          </a:p>
          <a:p>
            <a:r>
              <a:t>                "quote": "調調調調調調調調調調調調調調調調調調調調"</a:t>
            </a:r>
          </a:p>
          <a:p>
            <a:r>
              <a:t>              }</a:t>
            </a:r>
          </a:p>
          <a:p>
            <a:r>
              <a:t>            ],</a:t>
            </a:r>
          </a:p>
          <a:p>
            <a:r>
              <a:t>            "mode": "verbatim"</a:t>
            </a:r>
          </a:p>
          <a:p>
            <a:r>
              <a:t>          }</a:t>
            </a:r>
          </a:p>
          <a:p>
            <a:r>
              <a:t>        },</a:t>
            </a:r>
          </a:p>
          <a:p>
            <a:r>
              <a:t>        {</a:t>
            </a:r>
          </a:p>
          <a:p>
            <a:r>
              <a:t>          "id": "edge_7",</a:t>
            </a:r>
          </a:p>
          <a:p>
            <a:r>
              <a:t>          "source": "actor_0",</a:t>
            </a:r>
          </a:p>
          <a:p>
            <a:r>
              <a:t>          "target": "actor_0",</a:t>
            </a:r>
          </a:p>
          <a:p>
            <a:r>
              <a:t>          "label": {</a:t>
            </a:r>
          </a:p>
          <a:p>
            <a:r>
              <a:t>            "text": "調調調調調調調",</a:t>
            </a:r>
          </a:p>
          <a:p>
            <a:r>
              <a:t>            "refs": [</a:t>
            </a:r>
          </a:p>
          <a:p>
            <a:r>
              <a:t>              {</a:t>
            </a:r>
          </a:p>
          <a:p>
            <a:r>
              <a:t>                "source_id": "s0191",</a:t>
            </a:r>
          </a:p>
          <a:p>
            <a:r>
              <a:t>                "quote": "調調調調調調調"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"調調調調調調調調調調調調調調調調調調調調調調調調調調調調調調調",</a:t>
            </a:r>
          </a:p>
          <a:p>
            <a:r>
              <a:t>            "refs": [</a:t>
            </a:r>
          </a:p>
          <a:p>
            <a:r>
              <a:t>              {</a:t>
            </a:r>
          </a:p>
          <a:p>
            <a:r>
              <a:t>                "source_id": "s0192",</a:t>
            </a:r>
          </a:p>
          <a:p>
            <a:r>
              <a:t>                "quote": "調調調調調調調調調調調調調調調調調調調調調調調調調調調調調調調は対象の機能を含む管理範囲を表す。"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a:t>
            </a:r>
          </a:p>
          <a:p>
            <a:r>
              <a:t>  "template_sha256": "f931d6fc39905221af778e7edf3497023ed4889e8a4ef6a8d87f19d88fd27665"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"slide16",</a:t>
            </a:r>
          </a:p>
          <a:p>
            <a:r>
              <a:t>  "origin": "page16",</a:t>
            </a:r>
          </a:p>
          <a:p>
            <a:r>
              <a:t>  "layout_id": "rel_sequence_3_8_rl",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"s0208",</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"s0194",</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"s0195",</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"s0196",</a:t>
            </a:r>
          </a:p>
          <a:p>
            <a:r>
              <a:t>          "quote": "調調調調調調調調"</a:t>
            </a:r>
          </a:p>
          <a:p>
            <a:r>
              <a:t>        }</a:t>
            </a:r>
          </a:p>
          <a:p>
            <a:r>
              <a:t>      ],</a:t>
            </a:r>
          </a:p>
          <a:p>
            <a:r>
              <a:t>      "mode": "verbatim"</a:t>
            </a:r>
          </a:p>
          <a:p>
            <a:r>
              <a:t>    },</a:t>
            </a:r>
          </a:p>
          <a:p>
            <a:r>
              <a:t>    {</a:t>
            </a:r>
          </a:p>
          <a:p>
            <a:r>
              <a:t>      "text": "調調調調調調調調",</a:t>
            </a:r>
          </a:p>
          <a:p>
            <a:r>
              <a:t>      "refs": [</a:t>
            </a:r>
          </a:p>
          <a:p>
            <a:r>
              <a:t>        {</a:t>
            </a:r>
          </a:p>
          <a:p>
            <a:r>
              <a:t>          "source_id": "s0197",</a:t>
            </a:r>
          </a:p>
          <a:p>
            <a:r>
              <a:t>          "quote": "調調調調調調調調"</a:t>
            </a:r>
          </a:p>
          <a:p>
            <a:r>
              <a:t>        }</a:t>
            </a:r>
          </a:p>
          <a:p>
            <a:r>
              <a:t>      ],</a:t>
            </a:r>
          </a:p>
          <a:p>
            <a:r>
              <a:t>      "mode": "verbatim"</a:t>
            </a:r>
          </a:p>
          <a:p>
            <a:r>
              <a:t>    },</a:t>
            </a:r>
          </a:p>
          <a:p>
            <a:r>
              <a:t>    {</a:t>
            </a:r>
          </a:p>
          <a:p>
            <a:r>
              <a:t>      "text": "調調調調調調調調",</a:t>
            </a:r>
          </a:p>
          <a:p>
            <a:r>
              <a:t>      "refs": [</a:t>
            </a:r>
          </a:p>
          <a:p>
            <a:r>
              <a:t>        {</a:t>
            </a:r>
          </a:p>
          <a:p>
            <a:r>
              <a:t>          "source_id": "s0198",</a:t>
            </a:r>
          </a:p>
          <a:p>
            <a:r>
              <a:t>          "quote": "調調調調調調調調"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"s0199",</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"s0200",</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"s0201",</a:t>
            </a:r>
          </a:p>
          <a:p>
            <a:r>
              <a:t>          "quote": "調調調調調調調調調調調調調調調調調調調調"</a:t>
            </a:r>
          </a:p>
          <a:p>
            <a:r>
              <a:t>        }</a:t>
            </a:r>
          </a:p>
          <a:p>
            <a:r>
              <a:t>      ],</a:t>
            </a:r>
          </a:p>
          <a:p>
            <a:r>
              <a:t>      "mode": "verbatim"</a:t>
            </a:r>
          </a:p>
          <a:p>
            <a:r>
              <a:t>    },</a:t>
            </a:r>
          </a:p>
          <a:p>
            <a:r>
              <a:t>    {</a:t>
            </a:r>
          </a:p>
          <a:p>
            <a:r>
              <a:t>      "text": "調調調調調調調",</a:t>
            </a:r>
          </a:p>
          <a:p>
            <a:r>
              <a:t>      "refs": [</a:t>
            </a:r>
          </a:p>
          <a:p>
            <a:r>
              <a:t>        {</a:t>
            </a:r>
          </a:p>
          <a:p>
            <a:r>
              <a:t>          "source_id": "s0202",</a:t>
            </a:r>
          </a:p>
          <a:p>
            <a:r>
              <a:t>          "quote": "調調調調調調調"</a:t>
            </a:r>
          </a:p>
          <a:p>
            <a:r>
              <a:t>        }</a:t>
            </a:r>
          </a:p>
          <a:p>
            <a:r>
              <a:t>      ],</a:t>
            </a:r>
          </a:p>
          <a:p>
            <a:r>
              <a:t>      "mode": "verbatim"</a:t>
            </a:r>
          </a:p>
          <a:p>
            <a:r>
              <a:t>    },</a:t>
            </a:r>
          </a:p>
          <a:p>
            <a:r>
              <a:t>    {</a:t>
            </a:r>
          </a:p>
          <a:p>
            <a:r>
              <a:t>      "text": "調調調調調調調調調調調調調調調調調調調調",</a:t>
            </a:r>
          </a:p>
          <a:p>
            <a:r>
              <a:t>      "refs": [</a:t>
            </a:r>
          </a:p>
          <a:p>
            <a:r>
              <a:t>        {</a:t>
            </a:r>
          </a:p>
          <a:p>
            <a:r>
              <a:t>          "source_id": "s0203",</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"s0204",</a:t>
            </a:r>
          </a:p>
          <a:p>
            <a:r>
              <a:t>          "quote": "調調調調調調調調調調調調調調調調調調調調"</a:t>
            </a:r>
          </a:p>
          <a:p>
            <a:r>
              <a:t>        }</a:t>
            </a:r>
          </a:p>
          <a:p>
            <a:r>
              <a:t>      ],</a:t>
            </a:r>
          </a:p>
          <a:p>
            <a:r>
              <a:t>      "mode": "verbatim"</a:t>
            </a:r>
          </a:p>
          <a:p>
            <a:r>
              <a:t>    },</a:t>
            </a:r>
          </a:p>
          <a:p>
            <a:r>
              <a:t>    {</a:t>
            </a:r>
          </a:p>
          <a:p>
            <a:r>
              <a:t>      "text": "調調調調調調調調調調調調調調調調調調調調",</a:t>
            </a:r>
          </a:p>
          <a:p>
            <a:r>
              <a:t>      "refs": [</a:t>
            </a:r>
          </a:p>
          <a:p>
            <a:r>
              <a:t>        {</a:t>
            </a:r>
          </a:p>
          <a:p>
            <a:r>
              <a:t>          "source_id": "s0205",</a:t>
            </a:r>
          </a:p>
          <a:p>
            <a:r>
              <a:t>          "quote": "調調調調調調調調調調調調調調調調調調調調"</a:t>
            </a:r>
          </a:p>
          <a:p>
            <a:r>
              <a:t>        }</a:t>
            </a:r>
          </a:p>
          <a:p>
            <a:r>
              <a:t>      ],</a:t>
            </a:r>
          </a:p>
          <a:p>
            <a:r>
              <a:t>      "mode": "verbatim"</a:t>
            </a:r>
          </a:p>
          <a:p>
            <a:r>
              <a:t>    },</a:t>
            </a:r>
          </a:p>
          <a:p>
            <a:r>
              <a:t>    {</a:t>
            </a:r>
          </a:p>
          <a:p>
            <a:r>
              <a:t>      "text": "調調調調調調調",</a:t>
            </a:r>
          </a:p>
          <a:p>
            <a:r>
              <a:t>      "refs": [</a:t>
            </a:r>
          </a:p>
          <a:p>
            <a:r>
              <a:t>        {</a:t>
            </a:r>
          </a:p>
          <a:p>
            <a:r>
              <a:t>          "source_id": "s0206",</a:t>
            </a:r>
          </a:p>
          <a:p>
            <a:r>
              <a:t>          "quote": "調調調調調調調"</a:t>
            </a:r>
          </a:p>
          <a:p>
            <a:r>
              <a:t>        }</a:t>
            </a:r>
          </a:p>
          <a:p>
            <a:r>
              <a:t>      ],</a:t>
            </a:r>
          </a:p>
          <a:p>
            <a:r>
              <a:t>      "mode": "verbatim"</a:t>
            </a:r>
          </a:p>
          <a:p>
            <a:r>
              <a:t>    },</a:t>
            </a:r>
          </a:p>
          <a:p>
            <a:r>
              <a:t>    {</a:t>
            </a:r>
          </a:p>
          <a:p>
            <a:r>
              <a:t>      "text": "調調調調調調調調調調調調調調調調調調調調調調調調調調調調調調調",</a:t>
            </a:r>
          </a:p>
          <a:p>
            <a:r>
              <a:t>      "refs": [</a:t>
            </a:r>
          </a:p>
          <a:p>
            <a:r>
              <a:t>        {</a:t>
            </a:r>
          </a:p>
          <a:p>
            <a:r>
              <a:t>          "source_id": "s0207",</a:t>
            </a:r>
          </a:p>
          <a:p>
            <a:r>
              <a:t>          "quote": "調調調調調調調調調調調調調調調調調調調調調調調調調調調調調調調は対象の機能を含む管理範囲を表す。"</a:t>
            </a:r>
          </a:p>
          <a:p>
            <a:r>
              <a:t>        }</a:t>
            </a:r>
          </a:p>
          <a:p>
            <a:r>
              <a:t>      ],</a:t>
            </a:r>
          </a:p>
          <a:p>
            <a:r>
              <a:t>      "mode": "verbatim"</a:t>
            </a:r>
          </a:p>
          <a:p>
            <a:r>
              <a:t>    }</a:t>
            </a:r>
          </a:p>
          <a:p>
            <a:r>
              <a:t>  ],</a:t>
            </a:r>
          </a:p>
          <a:p>
            <a:r>
              <a:t>  "citations": {</a:t>
            </a:r>
          </a:p>
          <a:p>
            <a:r>
              <a:t>    "s0194": "架空設計書・構造検証用",</a:t>
            </a:r>
          </a:p>
          <a:p>
            <a:r>
              <a:t>    "s0195": "架空設計書・構造検証用",</a:t>
            </a:r>
          </a:p>
          <a:p>
            <a:r>
              <a:t>    "s0196": "架空設計書・構造検証用",</a:t>
            </a:r>
          </a:p>
          <a:p>
            <a:r>
              <a:t>    "s0197": "架空設計書・構造検証用",</a:t>
            </a:r>
          </a:p>
          <a:p>
            <a:r>
              <a:t>    "s0198": "架空設計書・構造検証用",</a:t>
            </a:r>
          </a:p>
          <a:p>
            <a:r>
              <a:t>    "s0199": "架空設計書・構造検証用",</a:t>
            </a:r>
          </a:p>
          <a:p>
            <a:r>
              <a:t>    "s0200": "架空設計書・構造検証用",</a:t>
            </a:r>
          </a:p>
          <a:p>
            <a:r>
              <a:t>    "s0201": "架空設計書・構造検証用",</a:t>
            </a:r>
          </a:p>
          <a:p>
            <a:r>
              <a:t>    "s0202": "架空設計書・構造検証用",</a:t>
            </a:r>
          </a:p>
          <a:p>
            <a:r>
              <a:t>    "s0203": "架空設計書・構造検証用",</a:t>
            </a:r>
          </a:p>
          <a:p>
            <a:r>
              <a:t>    "s0204": "架空設計書・構造検証用",</a:t>
            </a:r>
          </a:p>
          <a:p>
            <a:r>
              <a:t>    "s0205": "架空設計書・構造検証用",</a:t>
            </a:r>
          </a:p>
          <a:p>
            <a:r>
              <a:t>    "s0206": "架空設計書・構造検証用",</a:t>
            </a:r>
          </a:p>
          <a:p>
            <a:r>
              <a:t>    "s0207": "架空設計書・構造検証用",</a:t>
            </a:r>
          </a:p>
          <a:p>
            <a:r>
              <a:t>    "s0208":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"rl_8",</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"s0194",</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"s0195",</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"s0196",</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"s0197",</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"s0198",</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"調調調調調調調調調調調調調調調調調調調調",</a:t>
            </a:r>
          </a:p>
          <a:p>
            <a:r>
              <a:t>            "refs": [</a:t>
            </a:r>
          </a:p>
          <a:p>
            <a:r>
              <a:t>              {</a:t>
            </a:r>
          </a:p>
          <a:p>
            <a:r>
              <a:t>                "source_id": "s0199",</a:t>
            </a:r>
          </a:p>
          <a:p>
            <a:r>
              <a:t>                "quote": "調調調調調調調調調調調調調調調調調調調調"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"調調調調調調調調調調調調調調調調調調調調",</a:t>
            </a:r>
          </a:p>
          <a:p>
            <a:r>
              <a:t>            "refs": [</a:t>
            </a:r>
          </a:p>
          <a:p>
            <a:r>
              <a:t>              {</a:t>
            </a:r>
          </a:p>
          <a:p>
            <a:r>
              <a:t>                "source_id": "s0200",</a:t>
            </a:r>
          </a:p>
          <a:p>
            <a:r>
              <a:t>                "quote": "調調調調調調調調調調調調調調調調調調調調"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"調調調調調調調調調調調調調調調調調調調調",</a:t>
            </a:r>
          </a:p>
          <a:p>
            <a:r>
              <a:t>            "refs": [</a:t>
            </a:r>
          </a:p>
          <a:p>
            <a:r>
              <a:t>              {</a:t>
            </a:r>
          </a:p>
          <a:p>
            <a:r>
              <a:t>                "source_id": "s0201",</a:t>
            </a:r>
          </a:p>
          <a:p>
            <a:r>
              <a:t>                "quote": "調調調調調調調調調調調調調調調調調調調調"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a:t>
            </a:r>
          </a:p>
          <a:p>
            <a:r>
              <a:t>            "refs": [</a:t>
            </a:r>
          </a:p>
          <a:p>
            <a:r>
              <a:t>              {</a:t>
            </a:r>
          </a:p>
          <a:p>
            <a:r>
              <a:t>                "source_id": "s0202",</a:t>
            </a:r>
          </a:p>
          <a:p>
            <a:r>
              <a:t>                "quote": "調調調調調調調"</a:t>
            </a:r>
          </a:p>
          <a:p>
            <a:r>
              <a:t>              }</a:t>
            </a:r>
          </a:p>
          <a:p>
            <a:r>
              <a:t>            ],</a:t>
            </a:r>
          </a:p>
          <a:p>
            <a:r>
              <a:t>            "mode": "verbatim"</a:t>
            </a:r>
          </a:p>
          <a:p>
            <a:r>
              <a:t>          }</a:t>
            </a:r>
          </a:p>
          <a:p>
            <a:r>
              <a:t>        },</a:t>
            </a:r>
          </a:p>
          <a:p>
            <a:r>
              <a:t>        {</a:t>
            </a:r>
          </a:p>
          <a:p>
            <a:r>
              <a:t>          "id": "edge_4",</a:t>
            </a:r>
          </a:p>
          <a:p>
            <a:r>
              <a:t>          "source": "actor_1",</a:t>
            </a:r>
          </a:p>
          <a:p>
            <a:r>
              <a:t>          "target": "actor_2",</a:t>
            </a:r>
          </a:p>
          <a:p>
            <a:r>
              <a:t>          "label": {</a:t>
            </a:r>
          </a:p>
          <a:p>
            <a:r>
              <a:t>            "text": "調調調調調調調調調調調調調調調調調調調調",</a:t>
            </a:r>
          </a:p>
          <a:p>
            <a:r>
              <a:t>            "refs": [</a:t>
            </a:r>
          </a:p>
          <a:p>
            <a:r>
              <a:t>              {</a:t>
            </a:r>
          </a:p>
          <a:p>
            <a:r>
              <a:t>                "source_id": "s0203",</a:t>
            </a:r>
          </a:p>
          <a:p>
            <a:r>
              <a:t>                "quote": "調調調調調調調調調調調調調調調調調調調調"</a:t>
            </a:r>
          </a:p>
          <a:p>
            <a:r>
              <a:t>              }</a:t>
            </a:r>
          </a:p>
          <a:p>
            <a:r>
              <a:t>            ],</a:t>
            </a:r>
          </a:p>
          <a:p>
            <a:r>
              <a:t>            "mode": "verbatim"</a:t>
            </a:r>
          </a:p>
          <a:p>
            <a:r>
              <a:t>          }</a:t>
            </a:r>
          </a:p>
          <a:p>
            <a:r>
              <a:t>        },</a:t>
            </a:r>
          </a:p>
          <a:p>
            <a:r>
              <a:t>        {</a:t>
            </a:r>
          </a:p>
          <a:p>
            <a:r>
              <a:t>          "id": "edge_5",</a:t>
            </a:r>
          </a:p>
          <a:p>
            <a:r>
              <a:t>          "source": "actor_2",</a:t>
            </a:r>
          </a:p>
          <a:p>
            <a:r>
              <a:t>          "target": "actor_1",</a:t>
            </a:r>
          </a:p>
          <a:p>
            <a:r>
              <a:t>          "label": {</a:t>
            </a:r>
          </a:p>
          <a:p>
            <a:r>
              <a:t>            "text": "調調調調調調調調調調調調調調調調調調調調",</a:t>
            </a:r>
          </a:p>
          <a:p>
            <a:r>
              <a:t>            "refs": [</a:t>
            </a:r>
          </a:p>
          <a:p>
            <a:r>
              <a:t>              {</a:t>
            </a:r>
          </a:p>
          <a:p>
            <a:r>
              <a:t>                "source_id": "s0204",</a:t>
            </a:r>
          </a:p>
          <a:p>
            <a:r>
              <a:t>                "quote": "調調調調調調調調調調調調調調調調調調調調"</a:t>
            </a:r>
          </a:p>
          <a:p>
            <a:r>
              <a:t>              }</a:t>
            </a:r>
          </a:p>
          <a:p>
            <a:r>
              <a:t>            ],</a:t>
            </a:r>
          </a:p>
          <a:p>
            <a:r>
              <a:t>            "mode": "verbatim"</a:t>
            </a:r>
          </a:p>
          <a:p>
            <a:r>
              <a:t>          }</a:t>
            </a:r>
          </a:p>
          <a:p>
            <a:r>
              <a:t>        },</a:t>
            </a:r>
          </a:p>
          <a:p>
            <a:r>
              <a:t>        {</a:t>
            </a:r>
          </a:p>
          <a:p>
            <a:r>
              <a:t>          "id": "edge_6",</a:t>
            </a:r>
          </a:p>
          <a:p>
            <a:r>
              <a:t>          "source": "actor_1",</a:t>
            </a:r>
          </a:p>
          <a:p>
            <a:r>
              <a:t>          "target": "actor_0",</a:t>
            </a:r>
          </a:p>
          <a:p>
            <a:r>
              <a:t>          "label": {</a:t>
            </a:r>
          </a:p>
          <a:p>
            <a:r>
              <a:t>            "text": "調調調調調調調調調調調調調調調調調調調調",</a:t>
            </a:r>
          </a:p>
          <a:p>
            <a:r>
              <a:t>            "refs": [</a:t>
            </a:r>
          </a:p>
          <a:p>
            <a:r>
              <a:t>              {</a:t>
            </a:r>
          </a:p>
          <a:p>
            <a:r>
              <a:t>                "source_id": "s0205",</a:t>
            </a:r>
          </a:p>
          <a:p>
            <a:r>
              <a:t>                "quote": "調調調調調調調調調調調調調調調調調調調調"</a:t>
            </a:r>
          </a:p>
          <a:p>
            <a:r>
              <a:t>              }</a:t>
            </a:r>
          </a:p>
          <a:p>
            <a:r>
              <a:t>            ],</a:t>
            </a:r>
          </a:p>
          <a:p>
            <a:r>
              <a:t>            "mode": "verbatim"</a:t>
            </a:r>
          </a:p>
          <a:p>
            <a:r>
              <a:t>          }</a:t>
            </a:r>
          </a:p>
          <a:p>
            <a:r>
              <a:t>        },</a:t>
            </a:r>
          </a:p>
          <a:p>
            <a:r>
              <a:t>        {</a:t>
            </a:r>
          </a:p>
          <a:p>
            <a:r>
              <a:t>          "id": "edge_7",</a:t>
            </a:r>
          </a:p>
          <a:p>
            <a:r>
              <a:t>          "source": "actor_0",</a:t>
            </a:r>
          </a:p>
          <a:p>
            <a:r>
              <a:t>          "target": "actor_0",</a:t>
            </a:r>
          </a:p>
          <a:p>
            <a:r>
              <a:t>          "label": {</a:t>
            </a:r>
          </a:p>
          <a:p>
            <a:r>
              <a:t>            "text": "調調調調調調調",</a:t>
            </a:r>
          </a:p>
          <a:p>
            <a:r>
              <a:t>            "refs": [</a:t>
            </a:r>
          </a:p>
          <a:p>
            <a:r>
              <a:t>              {</a:t>
            </a:r>
          </a:p>
          <a:p>
            <a:r>
              <a:t>                "source_id": "s0206",</a:t>
            </a:r>
          </a:p>
          <a:p>
            <a:r>
              <a:t>                "quote": "調調調調調調調"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"調調調調調調調調調調調調調調調調調調調調調調調調調調調調調調調",</a:t>
            </a:r>
          </a:p>
          <a:p>
            <a:r>
              <a:t>            "refs": [</a:t>
            </a:r>
          </a:p>
          <a:p>
            <a:r>
              <a:t>              {</a:t>
            </a:r>
          </a:p>
          <a:p>
            <a:r>
              <a:t>                "source_id": "s0207",</a:t>
            </a:r>
          </a:p>
          <a:p>
            <a:r>
              <a:t>                "quote": "調調調調調調調調調調調調調調調調調調調調調調調調調調調調調調調は対象の機能を含む管理範囲を表す。"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a:t>
            </a:r>
          </a:p>
          <a:p>
            <a:r>
              <a:t>  "template_sha256": "44bd2df5b86e76a3b906a220318c4f041bc6e69a9954ac13b361dd653a75fbb6"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"slide17",</a:t>
            </a:r>
          </a:p>
          <a:p>
            <a:r>
              <a:t>  "origin": "page17",</a:t>
            </a:r>
          </a:p>
          <a:p>
            <a:r>
              <a:t>  "layout_id": "rel_sequence_4_4_lr",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"s0220",</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"s0209",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"s0210",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"s0211",</a:t>
            </a:r>
          </a:p>
          <a:p>
            <a:r>
              <a:t>          "quote": "調調調調調調調調"</a:t>
            </a:r>
          </a:p>
          <a:p>
            <a:r>
              <a:t>        }</a:t>
            </a:r>
          </a:p>
          <a:p>
            <a:r>
              <a:t>      ],</a:t>
            </a:r>
          </a:p>
          <a:p>
            <a:r>
              <a:t>      "mode": "verbatim"</a:t>
            </a:r>
          </a:p>
          <a:p>
            <a:r>
              <a:t>    },</a:t>
            </a:r>
          </a:p>
          <a:p>
            <a:r>
              <a:t>    {</a:t>
            </a:r>
          </a:p>
          <a:p>
            <a:r>
              <a:t>      "text": "調調調調調調調調",</a:t>
            </a:r>
          </a:p>
          <a:p>
            <a:r>
              <a:t>      "refs": [</a:t>
            </a:r>
          </a:p>
          <a:p>
            <a:r>
              <a:t>        {</a:t>
            </a:r>
          </a:p>
          <a:p>
            <a:r>
              <a:t>          "source_id": "s0212",</a:t>
            </a:r>
          </a:p>
          <a:p>
            <a:r>
              <a:t>          "quote": "調調調調調調調調"</a:t>
            </a:r>
          </a:p>
          <a:p>
            <a:r>
              <a:t>        }</a:t>
            </a:r>
          </a:p>
          <a:p>
            <a:r>
              <a:t>      ],</a:t>
            </a:r>
          </a:p>
          <a:p>
            <a:r>
              <a:t>      "mode": "verbatim"</a:t>
            </a:r>
          </a:p>
          <a:p>
            <a:r>
              <a:t>    },</a:t>
            </a:r>
          </a:p>
          <a:p>
            <a:r>
              <a:t>    {</a:t>
            </a:r>
          </a:p>
          <a:p>
            <a:r>
              <a:t>      "text": "調調調調調調調調",</a:t>
            </a:r>
          </a:p>
          <a:p>
            <a:r>
              <a:t>      "refs": [</a:t>
            </a:r>
          </a:p>
          <a:p>
            <a:r>
              <a:t>        {</a:t>
            </a:r>
          </a:p>
          <a:p>
            <a:r>
              <a:t>          "source_id": "s0213",</a:t>
            </a:r>
          </a:p>
          <a:p>
            <a:r>
              <a:t>          "quote": "調調調調調調調調"</a:t>
            </a:r>
          </a:p>
          <a:p>
            <a:r>
              <a:t>        }</a:t>
            </a:r>
          </a:p>
          <a:p>
            <a:r>
              <a:t>      ],</a:t>
            </a:r>
          </a:p>
          <a:p>
            <a:r>
              <a:t>      "mode": "verbatim"</a:t>
            </a:r>
          </a:p>
          <a:p>
            <a:r>
              <a:t>    },</a:t>
            </a:r>
          </a:p>
          <a:p>
            <a:r>
              <a:t>    {</a:t>
            </a:r>
          </a:p>
          <a:p>
            <a:r>
              <a:t>      "text": "調調調調調調調調",</a:t>
            </a:r>
          </a:p>
          <a:p>
            <a:r>
              <a:t>      "refs": [</a:t>
            </a:r>
          </a:p>
          <a:p>
            <a:r>
              <a:t>        {</a:t>
            </a:r>
          </a:p>
          <a:p>
            <a:r>
              <a:t>          "source_id": "s0214",</a:t>
            </a:r>
          </a:p>
          <a:p>
            <a:r>
              <a:t>          "quote": "調調調調調調調調"</a:t>
            </a:r>
          </a:p>
          <a:p>
            <a:r>
              <a:t>        }</a:t>
            </a:r>
          </a:p>
          <a:p>
            <a:r>
              <a:t>      ],</a:t>
            </a:r>
          </a:p>
          <a:p>
            <a:r>
              <a:t>      "mode": "verbatim"</a:t>
            </a:r>
          </a:p>
          <a:p>
            <a:r>
              <a:t>    },</a:t>
            </a:r>
          </a:p>
          <a:p>
            <a:r>
              <a:t>    {</a:t>
            </a:r>
          </a:p>
          <a:p>
            <a:r>
              <a:t>      "text": "調調調調調調調調調調調調調\n調調調調調調調調調調調調調",</a:t>
            </a:r>
          </a:p>
          <a:p>
            <a:r>
              <a:t>      "refs": [</a:t>
            </a:r>
          </a:p>
          <a:p>
            <a:r>
              <a:t>        {</a:t>
            </a:r>
          </a:p>
          <a:p>
            <a:r>
              <a:t>          "source_id": "s0215",</a:t>
            </a:r>
          </a:p>
          <a:p>
            <a:r>
              <a:t>          "quote": "調調調調調調調調調調調調調\n調調調調調調調調調調調調調"</a:t>
            </a:r>
          </a:p>
          <a:p>
            <a:r>
              <a:t>        }</a:t>
            </a:r>
          </a:p>
          <a:p>
            <a:r>
              <a:t>      ],</a:t>
            </a:r>
          </a:p>
          <a:p>
            <a:r>
              <a:t>      "mode": "verbatim"</a:t>
            </a:r>
          </a:p>
          <a:p>
            <a:r>
              <a:t>    },</a:t>
            </a:r>
          </a:p>
          <a:p>
            <a:r>
              <a:t>    {</a:t>
            </a:r>
          </a:p>
          <a:p>
            <a:r>
              <a:t>      "text": "調調調調調調調調調調調調調\n調調調調調調調調調調調調調",</a:t>
            </a:r>
          </a:p>
          <a:p>
            <a:r>
              <a:t>      "refs": [</a:t>
            </a:r>
          </a:p>
          <a:p>
            <a:r>
              <a:t>        {</a:t>
            </a:r>
          </a:p>
          <a:p>
            <a:r>
              <a:t>          "source_id": "s0216",</a:t>
            </a:r>
          </a:p>
          <a:p>
            <a:r>
              <a:t>          "quote": "調調調調調調調調調調調調調\n調調調調調調調調調調調調調"</a:t>
            </a:r>
          </a:p>
          <a:p>
            <a:r>
              <a:t>        }</a:t>
            </a:r>
          </a:p>
          <a:p>
            <a:r>
              <a:t>      ],</a:t>
            </a:r>
          </a:p>
          <a:p>
            <a:r>
              <a:t>      "mode": "verbatim"</a:t>
            </a:r>
          </a:p>
          <a:p>
            <a:r>
              <a:t>    },</a:t>
            </a:r>
          </a:p>
          <a:p>
            <a:r>
              <a:t>    {</a:t>
            </a:r>
          </a:p>
          <a:p>
            <a:r>
              <a:t>      "text": "調調調調調調調調調調調調調\n調調調調調調調調調調調調調",</a:t>
            </a:r>
          </a:p>
          <a:p>
            <a:r>
              <a:t>      "refs": [</a:t>
            </a:r>
          </a:p>
          <a:p>
            <a:r>
              <a:t>        {</a:t>
            </a:r>
          </a:p>
          <a:p>
            <a:r>
              <a:t>          "source_id": "s0217",</a:t>
            </a:r>
          </a:p>
          <a:p>
            <a:r>
              <a:t>          "quote": "調調調調調調調調調調調調調\n調調調調調調調調調調調調調"</a:t>
            </a:r>
          </a:p>
          <a:p>
            <a:r>
              <a:t>        }</a:t>
            </a:r>
          </a:p>
          <a:p>
            <a:r>
              <a:t>      ],</a:t>
            </a:r>
          </a:p>
          <a:p>
            <a:r>
              <a:t>      "mode": "verbatim"</a:t>
            </a:r>
          </a:p>
          <a:p>
            <a:r>
              <a:t>    },</a:t>
            </a:r>
          </a:p>
          <a:p>
            <a:r>
              <a:t>    {</a:t>
            </a:r>
          </a:p>
          <a:p>
            <a:r>
              <a:t>      "text": "調調調調調調調調調調調調調調調調調調調調調調調調調調調\n調調調調調調調調調調調調調調調調調調調調調調調調調調調",</a:t>
            </a:r>
          </a:p>
          <a:p>
            <a:r>
              <a:t>      "refs": [</a:t>
            </a:r>
          </a:p>
          <a:p>
            <a:r>
              <a:t>        {</a:t>
            </a:r>
          </a:p>
          <a:p>
            <a:r>
              <a:t>          "source_id": "s0218",</a:t>
            </a:r>
          </a:p>
          <a:p>
            <a:r>
              <a:t>          "quote": "調調調調調調調調調調調調調調調調調調調調調調調調調調調\n調調調調調調調調調調調調調調調調調調調調調調調調調調調"</a:t>
            </a:r>
          </a:p>
          <a:p>
            <a:r>
              <a:t>        }</a:t>
            </a:r>
          </a:p>
          <a:p>
            <a:r>
              <a:t>      ],</a:t>
            </a:r>
          </a:p>
          <a:p>
            <a:r>
              <a:t>      "mode": "verbatim"</a:t>
            </a:r>
          </a:p>
          <a:p>
            <a:r>
              <a:t>    },</a:t>
            </a:r>
          </a:p>
          <a:p>
            <a:r>
              <a:t>    {</a:t>
            </a:r>
          </a:p>
          <a:p>
            <a:r>
              <a:t>      "text": "調調調調調調調調調調調調調調調調調調調調調調調",</a:t>
            </a:r>
          </a:p>
          <a:p>
            <a:r>
              <a:t>      "refs": [</a:t>
            </a:r>
          </a:p>
          <a:p>
            <a:r>
              <a:t>        {</a:t>
            </a:r>
          </a:p>
          <a:p>
            <a:r>
              <a:t>          "source_id": "s0219",</a:t>
            </a:r>
          </a:p>
          <a:p>
            <a:r>
              <a:t>          "quote": "調調調調調調調調調調調調調調調調調調調調調調調は対象の機能を含む管理範囲を表す。"</a:t>
            </a:r>
          </a:p>
          <a:p>
            <a:r>
              <a:t>        }</a:t>
            </a:r>
          </a:p>
          <a:p>
            <a:r>
              <a:t>      ],</a:t>
            </a:r>
          </a:p>
          <a:p>
            <a:r>
              <a:t>      "mode": "verbatim"</a:t>
            </a:r>
          </a:p>
          <a:p>
            <a:r>
              <a:t>    }</a:t>
            </a:r>
          </a:p>
          <a:p>
            <a:r>
              <a:t>  ],</a:t>
            </a:r>
          </a:p>
          <a:p>
            <a:r>
              <a:t>  "citations": {</a:t>
            </a:r>
          </a:p>
          <a:p>
            <a:r>
              <a:t>    "s0209": "架空設計書・構造検証用",</a:t>
            </a:r>
          </a:p>
          <a:p>
            <a:r>
              <a:t>    "s0210": "架空設計書・構造検証用",</a:t>
            </a:r>
          </a:p>
          <a:p>
            <a:r>
              <a:t>    "s0211": "架空設計書・構造検証用",</a:t>
            </a:r>
          </a:p>
          <a:p>
            <a:r>
              <a:t>    "s0212": "架空設計書・構造検証用",</a:t>
            </a:r>
          </a:p>
          <a:p>
            <a:r>
              <a:t>    "s0213": "架空設計書・構造検証用",</a:t>
            </a:r>
          </a:p>
          <a:p>
            <a:r>
              <a:t>    "s0214": "架空設計書・構造検証用",</a:t>
            </a:r>
          </a:p>
          <a:p>
            <a:r>
              <a:t>    "s0215": "架空設計書・構造検証用",</a:t>
            </a:r>
          </a:p>
          <a:p>
            <a:r>
              <a:t>    "s0216": "架空設計書・構造検証用",</a:t>
            </a:r>
          </a:p>
          <a:p>
            <a:r>
              <a:t>    "s0217": "架空設計書・構造検証用",</a:t>
            </a:r>
          </a:p>
          <a:p>
            <a:r>
              <a:t>    "s0218": "架空設計書・構造検証用",</a:t>
            </a:r>
          </a:p>
          <a:p>
            <a:r>
              <a:t>    "s0219": "架空設計書・構造検証用",</a:t>
            </a:r>
          </a:p>
          <a:p>
            <a:r>
              <a:t>    "s0220":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"lr_4",</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"s0209",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"s0210",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"s0211",</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"s0212",</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"s0213",</a:t>
            </a:r>
          </a:p>
          <a:p>
            <a:r>
              <a:t>                "quote": "調調調調調調調調"</a:t>
            </a:r>
          </a:p>
          <a:p>
            <a:r>
              <a:t>              }</a:t>
            </a:r>
          </a:p>
          <a:p>
            <a:r>
              <a:t>            ],</a:t>
            </a:r>
          </a:p>
          <a:p>
            <a:r>
              <a:t>            "mode": "verbatim"</a:t>
            </a:r>
          </a:p>
          <a:p>
            <a:r>
              <a:t>          }</a:t>
            </a:r>
          </a:p>
          <a:p>
            <a:r>
              <a:t>        },</a:t>
            </a:r>
          </a:p>
          <a:p>
            <a:r>
              <a:t>        {</a:t>
            </a:r>
          </a:p>
          <a:p>
            <a:r>
              <a:t>          "id": "actor_3",</a:t>
            </a:r>
          </a:p>
          <a:p>
            <a:r>
              <a:t>          "label": {</a:t>
            </a:r>
          </a:p>
          <a:p>
            <a:r>
              <a:t>            "text": "調調調調調調調調",</a:t>
            </a:r>
          </a:p>
          <a:p>
            <a:r>
              <a:t>            "refs": [</a:t>
            </a:r>
          </a:p>
          <a:p>
            <a:r>
              <a:t>              {</a:t>
            </a:r>
          </a:p>
          <a:p>
            <a:r>
              <a:t>                "source_id": "s0214",</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"調調調調調調調調調調調調調\n調調調調調調調調調調調調調",</a:t>
            </a:r>
          </a:p>
          <a:p>
            <a:r>
              <a:t>            "refs": [</a:t>
            </a:r>
          </a:p>
          <a:p>
            <a:r>
              <a:t>              {</a:t>
            </a:r>
          </a:p>
          <a:p>
            <a:r>
              <a:t>                "source_id": "s0215",</a:t>
            </a:r>
          </a:p>
          <a:p>
            <a:r>
              <a:t>                "quote": "調調調調調調調調調調調調調\n調調調調調調調調調調調調調"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"調調調調調調調調調調調調調\n調調調調調調調調調調調調調",</a:t>
            </a:r>
          </a:p>
          <a:p>
            <a:r>
              <a:t>            "refs": [</a:t>
            </a:r>
          </a:p>
          <a:p>
            <a:r>
              <a:t>              {</a:t>
            </a:r>
          </a:p>
          <a:p>
            <a:r>
              <a:t>                "source_id": "s0216",</a:t>
            </a:r>
          </a:p>
          <a:p>
            <a:r>
              <a:t>                "quote": "調調調調調調調調調調調調調\n調調調調調調調調調調調調調"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"調調調調調調調調調調調調調\n調調調調調調調調調調調調調",</a:t>
            </a:r>
          </a:p>
          <a:p>
            <a:r>
              <a:t>            "refs": [</a:t>
            </a:r>
          </a:p>
          <a:p>
            <a:r>
              <a:t>              {</a:t>
            </a:r>
          </a:p>
          <a:p>
            <a:r>
              <a:t>                "source_id": "s0217",</a:t>
            </a:r>
          </a:p>
          <a:p>
            <a:r>
              <a:t>                "quote": "調調調調調調調調調調調調調\n調調調調調調調調調調調調調"</a:t>
            </a:r>
          </a:p>
          <a:p>
            <a:r>
              <a:t>              }</a:t>
            </a:r>
          </a:p>
          <a:p>
            <a:r>
              <a:t>            ],</a:t>
            </a:r>
          </a:p>
          <a:p>
            <a:r>
              <a:t>            "mode": "verbatim"</a:t>
            </a:r>
          </a:p>
          <a:p>
            <a:r>
              <a:t>          }</a:t>
            </a:r>
          </a:p>
          <a:p>
            <a:r>
              <a:t>        },</a:t>
            </a:r>
          </a:p>
          <a:p>
            <a:r>
              <a:t>        {</a:t>
            </a:r>
          </a:p>
          <a:p>
            <a:r>
              <a:t>          "id": "edge_3",</a:t>
            </a:r>
          </a:p>
          <a:p>
            <a:r>
              <a:t>          "source": "actor_1",</a:t>
            </a:r>
          </a:p>
          <a:p>
            <a:r>
              <a:t>          "target": "actor_3",</a:t>
            </a:r>
          </a:p>
          <a:p>
            <a:r>
              <a:t>          "label": {</a:t>
            </a:r>
          </a:p>
          <a:p>
            <a:r>
              <a:t>            "text": "調調調調調調調調調調調調調調調調調調調調調調調調調調調\n調調調調調調調調調調調調調調調調調調調調調調調調調調調",</a:t>
            </a:r>
          </a:p>
          <a:p>
            <a:r>
              <a:t>            "refs": [</a:t>
            </a:r>
          </a:p>
          <a:p>
            <a:r>
              <a:t>              {</a:t>
            </a:r>
          </a:p>
          <a:p>
            <a:r>
              <a:t>                "source_id": "s0218",</a:t>
            </a:r>
          </a:p>
          <a:p>
            <a:r>
              <a:t>                "quote": "調調調調調調調調調調調調調調調調調調調調調調調調調調調\n調調調調調調調調調調調調調調調調調調調調調調調調調調調"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a:t>
            </a:r>
          </a:p>
          <a:p>
            <a:r>
              <a:t>            "refs": [</a:t>
            </a:r>
          </a:p>
          <a:p>
            <a:r>
              <a:t>              {</a:t>
            </a:r>
          </a:p>
          <a:p>
            <a:r>
              <a:t>                "source_id": "s0219",</a:t>
            </a:r>
          </a:p>
          <a:p>
            <a:r>
              <a:t>                "quote": "調調調調調調調調調調調調調調調調調調調調調調調は対象の機能を含む管理範囲を表す。"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a:t>
            </a:r>
          </a:p>
          <a:p>
            <a:r>
              <a:t>  "template_sha256": "358cfa33251f190a06e267ae1e10311e8ba047a09a31ba70c3188af0028c291c"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"slide18",</a:t>
            </a:r>
          </a:p>
          <a:p>
            <a:r>
              <a:t>  "origin": "page18",</a:t>
            </a:r>
          </a:p>
          <a:p>
            <a:r>
              <a:t>  "layout_id": "rel_sequence_4_4_rl",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"s0232",</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"s0221",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"s0222",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"s0223",</a:t>
            </a:r>
          </a:p>
          <a:p>
            <a:r>
              <a:t>          "quote": "調調調調調調調調"</a:t>
            </a:r>
          </a:p>
          <a:p>
            <a:r>
              <a:t>        }</a:t>
            </a:r>
          </a:p>
          <a:p>
            <a:r>
              <a:t>      ],</a:t>
            </a:r>
          </a:p>
          <a:p>
            <a:r>
              <a:t>      "mode": "verbatim"</a:t>
            </a:r>
          </a:p>
          <a:p>
            <a:r>
              <a:t>    },</a:t>
            </a:r>
          </a:p>
          <a:p>
            <a:r>
              <a:t>    {</a:t>
            </a:r>
          </a:p>
          <a:p>
            <a:r>
              <a:t>      "text": "調調調調調調調調",</a:t>
            </a:r>
          </a:p>
          <a:p>
            <a:r>
              <a:t>      "refs": [</a:t>
            </a:r>
          </a:p>
          <a:p>
            <a:r>
              <a:t>        {</a:t>
            </a:r>
          </a:p>
          <a:p>
            <a:r>
              <a:t>          "source_id": "s0224",</a:t>
            </a:r>
          </a:p>
          <a:p>
            <a:r>
              <a:t>          "quote": "調調調調調調調調"</a:t>
            </a:r>
          </a:p>
          <a:p>
            <a:r>
              <a:t>        }</a:t>
            </a:r>
          </a:p>
          <a:p>
            <a:r>
              <a:t>      ],</a:t>
            </a:r>
          </a:p>
          <a:p>
            <a:r>
              <a:t>      "mode": "verbatim"</a:t>
            </a:r>
          </a:p>
          <a:p>
            <a:r>
              <a:t>    },</a:t>
            </a:r>
          </a:p>
          <a:p>
            <a:r>
              <a:t>    {</a:t>
            </a:r>
          </a:p>
          <a:p>
            <a:r>
              <a:t>      "text": "調調調調調調調調",</a:t>
            </a:r>
          </a:p>
          <a:p>
            <a:r>
              <a:t>      "refs": [</a:t>
            </a:r>
          </a:p>
          <a:p>
            <a:r>
              <a:t>        {</a:t>
            </a:r>
          </a:p>
          <a:p>
            <a:r>
              <a:t>          "source_id": "s0225",</a:t>
            </a:r>
          </a:p>
          <a:p>
            <a:r>
              <a:t>          "quote": "調調調調調調調調"</a:t>
            </a:r>
          </a:p>
          <a:p>
            <a:r>
              <a:t>        }</a:t>
            </a:r>
          </a:p>
          <a:p>
            <a:r>
              <a:t>      ],</a:t>
            </a:r>
          </a:p>
          <a:p>
            <a:r>
              <a:t>      "mode": "verbatim"</a:t>
            </a:r>
          </a:p>
          <a:p>
            <a:r>
              <a:t>    },</a:t>
            </a:r>
          </a:p>
          <a:p>
            <a:r>
              <a:t>    {</a:t>
            </a:r>
          </a:p>
          <a:p>
            <a:r>
              <a:t>      "text": "調調調調調調調調",</a:t>
            </a:r>
          </a:p>
          <a:p>
            <a:r>
              <a:t>      "refs": [</a:t>
            </a:r>
          </a:p>
          <a:p>
            <a:r>
              <a:t>        {</a:t>
            </a:r>
          </a:p>
          <a:p>
            <a:r>
              <a:t>          "source_id": "s0226",</a:t>
            </a:r>
          </a:p>
          <a:p>
            <a:r>
              <a:t>          "quote": "調調調調調調調調"</a:t>
            </a:r>
          </a:p>
          <a:p>
            <a:r>
              <a:t>        }</a:t>
            </a:r>
          </a:p>
          <a:p>
            <a:r>
              <a:t>      ],</a:t>
            </a:r>
          </a:p>
          <a:p>
            <a:r>
              <a:t>      "mode": "verbatim"</a:t>
            </a:r>
          </a:p>
          <a:p>
            <a:r>
              <a:t>    },</a:t>
            </a:r>
          </a:p>
          <a:p>
            <a:r>
              <a:t>    {</a:t>
            </a:r>
          </a:p>
          <a:p>
            <a:r>
              <a:t>      "text": "調調調調調調調調調調調調調\n調調調調調調調調調調調調調",</a:t>
            </a:r>
          </a:p>
          <a:p>
            <a:r>
              <a:t>      "refs": [</a:t>
            </a:r>
          </a:p>
          <a:p>
            <a:r>
              <a:t>        {</a:t>
            </a:r>
          </a:p>
          <a:p>
            <a:r>
              <a:t>          "source_id": "s0227",</a:t>
            </a:r>
          </a:p>
          <a:p>
            <a:r>
              <a:t>          "quote": "調調調調調調調調調調調調調\n調調調調調調調調調調調調調"</a:t>
            </a:r>
          </a:p>
          <a:p>
            <a:r>
              <a:t>        }</a:t>
            </a:r>
          </a:p>
          <a:p>
            <a:r>
              <a:t>      ],</a:t>
            </a:r>
          </a:p>
          <a:p>
            <a:r>
              <a:t>      "mode": "verbatim"</a:t>
            </a:r>
          </a:p>
          <a:p>
            <a:r>
              <a:t>    },</a:t>
            </a:r>
          </a:p>
          <a:p>
            <a:r>
              <a:t>    {</a:t>
            </a:r>
          </a:p>
          <a:p>
            <a:r>
              <a:t>      "text": "調調調調調調調調調調調調調\n調調調調調調調調調調調調調",</a:t>
            </a:r>
          </a:p>
          <a:p>
            <a:r>
              <a:t>      "refs": [</a:t>
            </a:r>
          </a:p>
          <a:p>
            <a:r>
              <a:t>        {</a:t>
            </a:r>
          </a:p>
          <a:p>
            <a:r>
              <a:t>          "source_id": "s0228",</a:t>
            </a:r>
          </a:p>
          <a:p>
            <a:r>
              <a:t>          "quote": "調調調調調調調調調調調調調\n調調調調調調調調調調調調調"</a:t>
            </a:r>
          </a:p>
          <a:p>
            <a:r>
              <a:t>        }</a:t>
            </a:r>
          </a:p>
          <a:p>
            <a:r>
              <a:t>      ],</a:t>
            </a:r>
          </a:p>
          <a:p>
            <a:r>
              <a:t>      "mode": "verbatim"</a:t>
            </a:r>
          </a:p>
          <a:p>
            <a:r>
              <a:t>    },</a:t>
            </a:r>
          </a:p>
          <a:p>
            <a:r>
              <a:t>    {</a:t>
            </a:r>
          </a:p>
          <a:p>
            <a:r>
              <a:t>      "text": "調調調調調調調調調調調調調\n調調調調調調調調調調調調調",</a:t>
            </a:r>
          </a:p>
          <a:p>
            <a:r>
              <a:t>      "refs": [</a:t>
            </a:r>
          </a:p>
          <a:p>
            <a:r>
              <a:t>        {</a:t>
            </a:r>
          </a:p>
          <a:p>
            <a:r>
              <a:t>          "source_id": "s0229",</a:t>
            </a:r>
          </a:p>
          <a:p>
            <a:r>
              <a:t>          "quote": "調調調調調調調調調調調調調\n調調調調調調調調調調調調調"</a:t>
            </a:r>
          </a:p>
          <a:p>
            <a:r>
              <a:t>        }</a:t>
            </a:r>
          </a:p>
          <a:p>
            <a:r>
              <a:t>      ],</a:t>
            </a:r>
          </a:p>
          <a:p>
            <a:r>
              <a:t>      "mode": "verbatim"</a:t>
            </a:r>
          </a:p>
          <a:p>
            <a:r>
              <a:t>    },</a:t>
            </a:r>
          </a:p>
          <a:p>
            <a:r>
              <a:t>    {</a:t>
            </a:r>
          </a:p>
          <a:p>
            <a:r>
              <a:t>      "text": "調調調調調調調調調調調調調調調調調調調調調調調調調調調\n調調調調調調調調調調調調調調調調調調調調調調調調調調調",</a:t>
            </a:r>
          </a:p>
          <a:p>
            <a:r>
              <a:t>      "refs": [</a:t>
            </a:r>
          </a:p>
          <a:p>
            <a:r>
              <a:t>        {</a:t>
            </a:r>
          </a:p>
          <a:p>
            <a:r>
              <a:t>          "source_id": "s0230",</a:t>
            </a:r>
          </a:p>
          <a:p>
            <a:r>
              <a:t>          "quote": "調調調調調調調調調調調調調調調調調調調調調調調調調調調\n調調調調調調調調調調調調調調調調調調調調調調調調調調調"</a:t>
            </a:r>
          </a:p>
          <a:p>
            <a:r>
              <a:t>        }</a:t>
            </a:r>
          </a:p>
          <a:p>
            <a:r>
              <a:t>      ],</a:t>
            </a:r>
          </a:p>
          <a:p>
            <a:r>
              <a:t>      "mode": "verbatim"</a:t>
            </a:r>
          </a:p>
          <a:p>
            <a:r>
              <a:t>    },</a:t>
            </a:r>
          </a:p>
          <a:p>
            <a:r>
              <a:t>    {</a:t>
            </a:r>
          </a:p>
          <a:p>
            <a:r>
              <a:t>      "text": "調調調調調調調調調調調調調調調調調調調調調調調",</a:t>
            </a:r>
          </a:p>
          <a:p>
            <a:r>
              <a:t>      "refs": [</a:t>
            </a:r>
          </a:p>
          <a:p>
            <a:r>
              <a:t>        {</a:t>
            </a:r>
          </a:p>
          <a:p>
            <a:r>
              <a:t>          "source_id": "s0231",</a:t>
            </a:r>
          </a:p>
          <a:p>
            <a:r>
              <a:t>          "quote": "調調調調調調調調調調調調調調調調調調調調調調調は対象の機能を含む管理範囲を表す。"</a:t>
            </a:r>
          </a:p>
          <a:p>
            <a:r>
              <a:t>        }</a:t>
            </a:r>
          </a:p>
          <a:p>
            <a:r>
              <a:t>      ],</a:t>
            </a:r>
          </a:p>
          <a:p>
            <a:r>
              <a:t>      "mode": "verbatim"</a:t>
            </a:r>
          </a:p>
          <a:p>
            <a:r>
              <a:t>    }</a:t>
            </a:r>
          </a:p>
          <a:p>
            <a:r>
              <a:t>  ],</a:t>
            </a:r>
          </a:p>
          <a:p>
            <a:r>
              <a:t>  "citations": {</a:t>
            </a:r>
          </a:p>
          <a:p>
            <a:r>
              <a:t>    "s0221": "架空設計書・構造検証用",</a:t>
            </a:r>
          </a:p>
          <a:p>
            <a:r>
              <a:t>    "s0222": "架空設計書・構造検証用",</a:t>
            </a:r>
          </a:p>
          <a:p>
            <a:r>
              <a:t>    "s0223": "架空設計書・構造検証用",</a:t>
            </a:r>
          </a:p>
          <a:p>
            <a:r>
              <a:t>    "s0224": "架空設計書・構造検証用",</a:t>
            </a:r>
          </a:p>
          <a:p>
            <a:r>
              <a:t>    "s0225": "架空設計書・構造検証用",</a:t>
            </a:r>
          </a:p>
          <a:p>
            <a:r>
              <a:t>    "s0226": "架空設計書・構造検証用",</a:t>
            </a:r>
          </a:p>
          <a:p>
            <a:r>
              <a:t>    "s0227": "架空設計書・構造検証用",</a:t>
            </a:r>
          </a:p>
          <a:p>
            <a:r>
              <a:t>    "s0228": "架空設計書・構造検証用",</a:t>
            </a:r>
          </a:p>
          <a:p>
            <a:r>
              <a:t>    "s0229": "架空設計書・構造検証用",</a:t>
            </a:r>
          </a:p>
          <a:p>
            <a:r>
              <a:t>    "s0230": "架空設計書・構造検証用",</a:t>
            </a:r>
          </a:p>
          <a:p>
            <a:r>
              <a:t>    "s0231": "架空設計書・構造検証用",</a:t>
            </a:r>
          </a:p>
          <a:p>
            <a:r>
              <a:t>    "s0232":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"rl_4",</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"s0221",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"s0222",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"s0223",</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"s0224",</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"s0225",</a:t>
            </a:r>
          </a:p>
          <a:p>
            <a:r>
              <a:t>                "quote": "調調調調調調調調"</a:t>
            </a:r>
          </a:p>
          <a:p>
            <a:r>
              <a:t>              }</a:t>
            </a:r>
          </a:p>
          <a:p>
            <a:r>
              <a:t>            ],</a:t>
            </a:r>
          </a:p>
          <a:p>
            <a:r>
              <a:t>            "mode": "verbatim"</a:t>
            </a:r>
          </a:p>
          <a:p>
            <a:r>
              <a:t>          }</a:t>
            </a:r>
          </a:p>
          <a:p>
            <a:r>
              <a:t>        },</a:t>
            </a:r>
          </a:p>
          <a:p>
            <a:r>
              <a:t>        {</a:t>
            </a:r>
          </a:p>
          <a:p>
            <a:r>
              <a:t>          "id": "actor_3",</a:t>
            </a:r>
          </a:p>
          <a:p>
            <a:r>
              <a:t>          "label": {</a:t>
            </a:r>
          </a:p>
          <a:p>
            <a:r>
              <a:t>            "text": "調調調調調調調調",</a:t>
            </a:r>
          </a:p>
          <a:p>
            <a:r>
              <a:t>            "refs": [</a:t>
            </a:r>
          </a:p>
          <a:p>
            <a:r>
              <a:t>              {</a:t>
            </a:r>
          </a:p>
          <a:p>
            <a:r>
              <a:t>                "source_id": "s0226",</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"調調調調調調調調調調調調調\n調調調調調調調調調調調調調",</a:t>
            </a:r>
          </a:p>
          <a:p>
            <a:r>
              <a:t>            "refs": [</a:t>
            </a:r>
          </a:p>
          <a:p>
            <a:r>
              <a:t>              {</a:t>
            </a:r>
          </a:p>
          <a:p>
            <a:r>
              <a:t>                "source_id": "s0227",</a:t>
            </a:r>
          </a:p>
          <a:p>
            <a:r>
              <a:t>                "quote": "調調調調調調調調調調調調調\n調調調調調調調調調調調調調"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"調調調調調調調調調調調調調\n調調調調調調調調調調調調調",</a:t>
            </a:r>
          </a:p>
          <a:p>
            <a:r>
              <a:t>            "refs": [</a:t>
            </a:r>
          </a:p>
          <a:p>
            <a:r>
              <a:t>              {</a:t>
            </a:r>
          </a:p>
          <a:p>
            <a:r>
              <a:t>                "source_id": "s0228",</a:t>
            </a:r>
          </a:p>
          <a:p>
            <a:r>
              <a:t>                "quote": "調調調調調調調調調調調調調\n調調調調調調調調調調調調調"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"調調調調調調調調調調調調調\n調調調調調調調調調調調調調",</a:t>
            </a:r>
          </a:p>
          <a:p>
            <a:r>
              <a:t>            "refs": [</a:t>
            </a:r>
          </a:p>
          <a:p>
            <a:r>
              <a:t>              {</a:t>
            </a:r>
          </a:p>
          <a:p>
            <a:r>
              <a:t>                "source_id": "s0229",</a:t>
            </a:r>
          </a:p>
          <a:p>
            <a:r>
              <a:t>                "quote": "調調調調調調調調調調調調調\n調調調調調調調調調調調調調"</a:t>
            </a:r>
          </a:p>
          <a:p>
            <a:r>
              <a:t>              }</a:t>
            </a:r>
          </a:p>
          <a:p>
            <a:r>
              <a:t>            ],</a:t>
            </a:r>
          </a:p>
          <a:p>
            <a:r>
              <a:t>            "mode": "verbatim"</a:t>
            </a:r>
          </a:p>
          <a:p>
            <a:r>
              <a:t>          }</a:t>
            </a:r>
          </a:p>
          <a:p>
            <a:r>
              <a:t>        },</a:t>
            </a:r>
          </a:p>
          <a:p>
            <a:r>
              <a:t>        {</a:t>
            </a:r>
          </a:p>
          <a:p>
            <a:r>
              <a:t>          "id": "edge_3",</a:t>
            </a:r>
          </a:p>
          <a:p>
            <a:r>
              <a:t>          "source": "actor_1",</a:t>
            </a:r>
          </a:p>
          <a:p>
            <a:r>
              <a:t>          "target": "actor_3",</a:t>
            </a:r>
          </a:p>
          <a:p>
            <a:r>
              <a:t>          "label": {</a:t>
            </a:r>
          </a:p>
          <a:p>
            <a:r>
              <a:t>            "text": "調調調調調調調調調調調調調調調調調調調調調調調調調調調\n調調調調調調調調調調調調調調調調調調調調調調調調調調調",</a:t>
            </a:r>
          </a:p>
          <a:p>
            <a:r>
              <a:t>            "refs": [</a:t>
            </a:r>
          </a:p>
          <a:p>
            <a:r>
              <a:t>              {</a:t>
            </a:r>
          </a:p>
          <a:p>
            <a:r>
              <a:t>                "source_id": "s0230",</a:t>
            </a:r>
          </a:p>
          <a:p>
            <a:r>
              <a:t>                "quote": "調調調調調調調調調調調調調調調調調調調調調調調調調調調\n調調調調調調調調調調調調調調調調調調調調調調調調調調調"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a:t>
            </a:r>
          </a:p>
          <a:p>
            <a:r>
              <a:t>            "refs": [</a:t>
            </a:r>
          </a:p>
          <a:p>
            <a:r>
              <a:t>              {</a:t>
            </a:r>
          </a:p>
          <a:p>
            <a:r>
              <a:t>                "source_id": "s0231",</a:t>
            </a:r>
          </a:p>
          <a:p>
            <a:r>
              <a:t>                "quote": "調調調調調調調調調調調調調調調調調調調調調調調は対象の機能を含む管理範囲を表す。"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a:t>
            </a:r>
          </a:p>
          <a:p>
            <a:r>
              <a:t>  "template_sha256": "d1ea5a9d7289f40af5fa47796935505603feb9165644b25b17e48b77084ee0de"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"slide19",</a:t>
            </a:r>
          </a:p>
          <a:p>
            <a:r>
              <a:t>  "origin": "page19",</a:t>
            </a:r>
          </a:p>
          <a:p>
            <a:r>
              <a:t>  "layout_id": "rel_sequence_4_8_lr",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"s0248",</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"s0233",</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"s0234",</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"s0235",</a:t>
            </a:r>
          </a:p>
          <a:p>
            <a:r>
              <a:t>          "quote": "調調調調調調調調"</a:t>
            </a:r>
          </a:p>
          <a:p>
            <a:r>
              <a:t>        }</a:t>
            </a:r>
          </a:p>
          <a:p>
            <a:r>
              <a:t>      ],</a:t>
            </a:r>
          </a:p>
          <a:p>
            <a:r>
              <a:t>      "mode": "verbatim"</a:t>
            </a:r>
          </a:p>
          <a:p>
            <a:r>
              <a:t>    },</a:t>
            </a:r>
          </a:p>
          <a:p>
            <a:r>
              <a:t>    {</a:t>
            </a:r>
          </a:p>
          <a:p>
            <a:r>
              <a:t>      "text": "調調調調調調調調",</a:t>
            </a:r>
          </a:p>
          <a:p>
            <a:r>
              <a:t>      "refs": [</a:t>
            </a:r>
          </a:p>
          <a:p>
            <a:r>
              <a:t>        {</a:t>
            </a:r>
          </a:p>
          <a:p>
            <a:r>
              <a:t>          "source_id": "s0236",</a:t>
            </a:r>
          </a:p>
          <a:p>
            <a:r>
              <a:t>          "quote": "調調調調調調調調"</a:t>
            </a:r>
          </a:p>
          <a:p>
            <a:r>
              <a:t>        }</a:t>
            </a:r>
          </a:p>
          <a:p>
            <a:r>
              <a:t>      ],</a:t>
            </a:r>
          </a:p>
          <a:p>
            <a:r>
              <a:t>      "mode": "verbatim"</a:t>
            </a:r>
          </a:p>
          <a:p>
            <a:r>
              <a:t>    },</a:t>
            </a:r>
          </a:p>
          <a:p>
            <a:r>
              <a:t>    {</a:t>
            </a:r>
          </a:p>
          <a:p>
            <a:r>
              <a:t>      "text": "調調調調調調調調",</a:t>
            </a:r>
          </a:p>
          <a:p>
            <a:r>
              <a:t>      "refs": [</a:t>
            </a:r>
          </a:p>
          <a:p>
            <a:r>
              <a:t>        {</a:t>
            </a:r>
          </a:p>
          <a:p>
            <a:r>
              <a:t>          "source_id": "s0237",</a:t>
            </a:r>
          </a:p>
          <a:p>
            <a:r>
              <a:t>          "quote": "調調調調調調調調"</a:t>
            </a:r>
          </a:p>
          <a:p>
            <a:r>
              <a:t>        }</a:t>
            </a:r>
          </a:p>
          <a:p>
            <a:r>
              <a:t>      ],</a:t>
            </a:r>
          </a:p>
          <a:p>
            <a:r>
              <a:t>      "mode": "verbatim"</a:t>
            </a:r>
          </a:p>
          <a:p>
            <a:r>
              <a:t>    },</a:t>
            </a:r>
          </a:p>
          <a:p>
            <a:r>
              <a:t>    {</a:t>
            </a:r>
          </a:p>
          <a:p>
            <a:r>
              <a:t>      "text": "調調調調調調調調",</a:t>
            </a:r>
          </a:p>
          <a:p>
            <a:r>
              <a:t>      "refs": [</a:t>
            </a:r>
          </a:p>
          <a:p>
            <a:r>
              <a:t>        {</a:t>
            </a:r>
          </a:p>
          <a:p>
            <a:r>
              <a:t>          "source_id": "s0238",</a:t>
            </a:r>
          </a:p>
          <a:p>
            <a:r>
              <a:t>          "quote": "調調調調調調調調"</a:t>
            </a:r>
          </a:p>
          <a:p>
            <a:r>
              <a:t>        }</a:t>
            </a:r>
          </a:p>
          <a:p>
            <a:r>
              <a:t>      ],</a:t>
            </a:r>
          </a:p>
          <a:p>
            <a:r>
              <a:t>      "mode": "verbatim"</a:t>
            </a:r>
          </a:p>
          <a:p>
            <a:r>
              <a:t>    },</a:t>
            </a:r>
          </a:p>
          <a:p>
            <a:r>
              <a:t>    {</a:t>
            </a:r>
          </a:p>
          <a:p>
            <a:r>
              <a:t>      "text": "調調調調調調調調調調調調調",</a:t>
            </a:r>
          </a:p>
          <a:p>
            <a:r>
              <a:t>      "refs": [</a:t>
            </a:r>
          </a:p>
          <a:p>
            <a:r>
              <a:t>        {</a:t>
            </a:r>
          </a:p>
          <a:p>
            <a:r>
              <a:t>          "source_id": "s0239",</a:t>
            </a:r>
          </a:p>
          <a:p>
            <a:r>
              <a:t>          "quote": "調調調調調調調調調調調調調"</a:t>
            </a:r>
          </a:p>
          <a:p>
            <a:r>
              <a:t>        }</a:t>
            </a:r>
          </a:p>
          <a:p>
            <a:r>
              <a:t>      ],</a:t>
            </a:r>
          </a:p>
          <a:p>
            <a:r>
              <a:t>      "mode": "verbatim"</a:t>
            </a:r>
          </a:p>
          <a:p>
            <a:r>
              <a:t>    },</a:t>
            </a:r>
          </a:p>
          <a:p>
            <a:r>
              <a:t>    {</a:t>
            </a:r>
          </a:p>
          <a:p>
            <a:r>
              <a:t>      "text": "調調調調調調調調調調調調調",</a:t>
            </a:r>
          </a:p>
          <a:p>
            <a:r>
              <a:t>      "refs": [</a:t>
            </a:r>
          </a:p>
          <a:p>
            <a:r>
              <a:t>        {</a:t>
            </a:r>
          </a:p>
          <a:p>
            <a:r>
              <a:t>          "source_id": "s0240",</a:t>
            </a:r>
          </a:p>
          <a:p>
            <a:r>
              <a:t>          "quote": "調調調調調調調調調調調調調"</a:t>
            </a:r>
          </a:p>
          <a:p>
            <a:r>
              <a:t>        }</a:t>
            </a:r>
          </a:p>
          <a:p>
            <a:r>
              <a:t>      ],</a:t>
            </a:r>
          </a:p>
          <a:p>
            <a:r>
              <a:t>      "mode": "verbatim"</a:t>
            </a:r>
          </a:p>
          <a:p>
            <a:r>
              <a:t>    },</a:t>
            </a:r>
          </a:p>
          <a:p>
            <a:r>
              <a:t>    {</a:t>
            </a:r>
          </a:p>
          <a:p>
            <a:r>
              <a:t>      "text": "調調調調調調調調調調調調調",</a:t>
            </a:r>
          </a:p>
          <a:p>
            <a:r>
              <a:t>      "refs": [</a:t>
            </a:r>
          </a:p>
          <a:p>
            <a:r>
              <a:t>        {</a:t>
            </a:r>
          </a:p>
          <a:p>
            <a:r>
              <a:t>          "source_id": "s0241",</a:t>
            </a:r>
          </a:p>
          <a:p>
            <a:r>
              <a:t>          "quote": "調調調調調調調調調調調調調"</a:t>
            </a:r>
          </a:p>
          <a:p>
            <a:r>
              <a:t>        }</a:t>
            </a:r>
          </a:p>
          <a:p>
            <a:r>
              <a:t>      ],</a:t>
            </a:r>
          </a:p>
          <a:p>
            <a:r>
              <a:t>      "mode": "verbatim"</a:t>
            </a:r>
          </a:p>
          <a:p>
            <a:r>
              <a:t>    },</a:t>
            </a:r>
          </a:p>
          <a:p>
            <a:r>
              <a:t>    {</a:t>
            </a:r>
          </a:p>
          <a:p>
            <a:r>
              <a:t>      "text": "調調調調調調調",</a:t>
            </a:r>
          </a:p>
          <a:p>
            <a:r>
              <a:t>      "refs": [</a:t>
            </a:r>
          </a:p>
          <a:p>
            <a:r>
              <a:t>        {</a:t>
            </a:r>
          </a:p>
          <a:p>
            <a:r>
              <a:t>          "source_id": "s0242",</a:t>
            </a:r>
          </a:p>
          <a:p>
            <a:r>
              <a:t>          "quote": "調調調調調調調"</a:t>
            </a:r>
          </a:p>
          <a:p>
            <a:r>
              <a:t>        }</a:t>
            </a:r>
          </a:p>
          <a:p>
            <a:r>
              <a:t>      ],</a:t>
            </a:r>
          </a:p>
          <a:p>
            <a:r>
              <a:t>      "mode": "verbatim"</a:t>
            </a:r>
          </a:p>
          <a:p>
            <a:r>
              <a:t>    },</a:t>
            </a:r>
          </a:p>
          <a:p>
            <a:r>
              <a:t>    {</a:t>
            </a:r>
          </a:p>
          <a:p>
            <a:r>
              <a:t>      "text": "調調調調調調調調調調調調調調調調調調調調調調調調調調調",</a:t>
            </a:r>
          </a:p>
          <a:p>
            <a:r>
              <a:t>      "refs": [</a:t>
            </a:r>
          </a:p>
          <a:p>
            <a:r>
              <a:t>        {</a:t>
            </a:r>
          </a:p>
          <a:p>
            <a:r>
              <a:t>          "source_id": "s0243",</a:t>
            </a:r>
          </a:p>
          <a:p>
            <a:r>
              <a:t>          "quote": "調調調調調調調調調調調調調調調調調調調調調調調調調調調"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a:t>
            </a:r>
          </a:p>
          <a:p>
            <a:r>
              <a:t>      "refs": [</a:t>
            </a:r>
          </a:p>
          <a:p>
            <a:r>
              <a:t>        {</a:t>
            </a:r>
          </a:p>
          <a:p>
            <a:r>
              <a:t>          "source_id": "s0244",</a:t>
            </a:r>
          </a:p>
          <a:p>
            <a:r>
              <a:t>          "quote": "調調調調調調調調調調調調調調調調調調調調調調調調調調調"</a:t>
            </a:r>
          </a:p>
          <a:p>
            <a:r>
              <a:t>        }</a:t>
            </a:r>
          </a:p>
          <a:p>
            <a:r>
              <a:t>      ],</a:t>
            </a:r>
          </a:p>
          <a:p>
            <a:r>
              <a:t>      "mode": "verbatim"</a:t>
            </a:r>
          </a:p>
          <a:p>
            <a:r>
              <a:t>    },</a:t>
            </a:r>
          </a:p>
          <a:p>
            <a:r>
              <a:t>    {</a:t>
            </a:r>
          </a:p>
          <a:p>
            <a:r>
              <a:t>      "text": "調調調調調調調調調調調調調",</a:t>
            </a:r>
          </a:p>
          <a:p>
            <a:r>
              <a:t>      "refs": [</a:t>
            </a:r>
          </a:p>
          <a:p>
            <a:r>
              <a:t>        {</a:t>
            </a:r>
          </a:p>
          <a:p>
            <a:r>
              <a:t>          "source_id": "s0245",</a:t>
            </a:r>
          </a:p>
          <a:p>
            <a:r>
              <a:t>          "quote": "調調調調調調調調調調調調調"</a:t>
            </a:r>
          </a:p>
          <a:p>
            <a:r>
              <a:t>        }</a:t>
            </a:r>
          </a:p>
          <a:p>
            <a:r>
              <a:t>      ],</a:t>
            </a:r>
          </a:p>
          <a:p>
            <a:r>
              <a:t>      "mode": "verbatim"</a:t>
            </a:r>
          </a:p>
          <a:p>
            <a:r>
              <a:t>    },</a:t>
            </a:r>
          </a:p>
          <a:p>
            <a:r>
              <a:t>    {</a:t>
            </a:r>
          </a:p>
          <a:p>
            <a:r>
              <a:t>      "text": "調調調調調調調",</a:t>
            </a:r>
          </a:p>
          <a:p>
            <a:r>
              <a:t>      "refs": [</a:t>
            </a:r>
          </a:p>
          <a:p>
            <a:r>
              <a:t>        {</a:t>
            </a:r>
          </a:p>
          <a:p>
            <a:r>
              <a:t>          "source_id": "s0246",</a:t>
            </a:r>
          </a:p>
          <a:p>
            <a:r>
              <a:t>          "quote": "調調調調調調調"</a:t>
            </a:r>
          </a:p>
          <a:p>
            <a:r>
              <a:t>        }</a:t>
            </a:r>
          </a:p>
          <a:p>
            <a:r>
              <a:t>      ],</a:t>
            </a:r>
          </a:p>
          <a:p>
            <a:r>
              <a:t>      "mode": "verbatim"</a:t>
            </a:r>
          </a:p>
          <a:p>
            <a:r>
              <a:t>    },</a:t>
            </a:r>
          </a:p>
          <a:p>
            <a:r>
              <a:t>    {</a:t>
            </a:r>
          </a:p>
          <a:p>
            <a:r>
              <a:t>      "text": "調調調調調調調調調調調調調調調調調調調調調調調",</a:t>
            </a:r>
          </a:p>
          <a:p>
            <a:r>
              <a:t>      "refs": [</a:t>
            </a:r>
          </a:p>
          <a:p>
            <a:r>
              <a:t>        {</a:t>
            </a:r>
          </a:p>
          <a:p>
            <a:r>
              <a:t>          "source_id": "s0247",</a:t>
            </a:r>
          </a:p>
          <a:p>
            <a:r>
              <a:t>          "quote": "調調調調調調調調調調調調調調調調調調調調調調調は対象の機能を含む管理範囲を表す。"</a:t>
            </a:r>
          </a:p>
          <a:p>
            <a:r>
              <a:t>        }</a:t>
            </a:r>
          </a:p>
          <a:p>
            <a:r>
              <a:t>      ],</a:t>
            </a:r>
          </a:p>
          <a:p>
            <a:r>
              <a:t>      "mode": "verbatim"</a:t>
            </a:r>
          </a:p>
          <a:p>
            <a:r>
              <a:t>    }</a:t>
            </a:r>
          </a:p>
          <a:p>
            <a:r>
              <a:t>  ],</a:t>
            </a:r>
          </a:p>
          <a:p>
            <a:r>
              <a:t>  "citations": {</a:t>
            </a:r>
          </a:p>
          <a:p>
            <a:r>
              <a:t>    "s0233": "架空設計書・構造検証用",</a:t>
            </a:r>
          </a:p>
          <a:p>
            <a:r>
              <a:t>    "s0234": "架空設計書・構造検証用",</a:t>
            </a:r>
          </a:p>
          <a:p>
            <a:r>
              <a:t>    "s0235": "架空設計書・構造検証用",</a:t>
            </a:r>
          </a:p>
          <a:p>
            <a:r>
              <a:t>    "s0236": "架空設計書・構造検証用",</a:t>
            </a:r>
          </a:p>
          <a:p>
            <a:r>
              <a:t>    "s0237": "架空設計書・構造検証用",</a:t>
            </a:r>
          </a:p>
          <a:p>
            <a:r>
              <a:t>    "s0238": "架空設計書・構造検証用",</a:t>
            </a:r>
          </a:p>
          <a:p>
            <a:r>
              <a:t>    "s0239": "架空設計書・構造検証用",</a:t>
            </a:r>
          </a:p>
          <a:p>
            <a:r>
              <a:t>    "s0240": "架空設計書・構造検証用",</a:t>
            </a:r>
          </a:p>
          <a:p>
            <a:r>
              <a:t>    "s0241": "架空設計書・構造検証用",</a:t>
            </a:r>
          </a:p>
          <a:p>
            <a:r>
              <a:t>    "s0242": "架空設計書・構造検証用",</a:t>
            </a:r>
          </a:p>
          <a:p>
            <a:r>
              <a:t>    "s0243": "架空設計書・構造検証用",</a:t>
            </a:r>
          </a:p>
          <a:p>
            <a:r>
              <a:t>    "s0244": "架空設計書・構造検証用",</a:t>
            </a:r>
          </a:p>
          <a:p>
            <a:r>
              <a:t>    "s0245": "架空設計書・構造検証用",</a:t>
            </a:r>
          </a:p>
          <a:p>
            <a:r>
              <a:t>    "s0246": "架空設計書・構造検証用",</a:t>
            </a:r>
          </a:p>
          <a:p>
            <a:r>
              <a:t>    "s0247": "架空設計書・構造検証用",</a:t>
            </a:r>
          </a:p>
          <a:p>
            <a:r>
              <a:t>    "s0248":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"lr_8",</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"s0233",</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"s0234",</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"s0235",</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"s0236",</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"s0237",</a:t>
            </a:r>
          </a:p>
          <a:p>
            <a:r>
              <a:t>                "quote": "調調調調調調調調"</a:t>
            </a:r>
          </a:p>
          <a:p>
            <a:r>
              <a:t>              }</a:t>
            </a:r>
          </a:p>
          <a:p>
            <a:r>
              <a:t>            ],</a:t>
            </a:r>
          </a:p>
          <a:p>
            <a:r>
              <a:t>            "mode": "verbatim"</a:t>
            </a:r>
          </a:p>
          <a:p>
            <a:r>
              <a:t>          }</a:t>
            </a:r>
          </a:p>
          <a:p>
            <a:r>
              <a:t>        },</a:t>
            </a:r>
          </a:p>
          <a:p>
            <a:r>
              <a:t>        {</a:t>
            </a:r>
          </a:p>
          <a:p>
            <a:r>
              <a:t>          "id": "actor_3",</a:t>
            </a:r>
          </a:p>
          <a:p>
            <a:r>
              <a:t>          "label": {</a:t>
            </a:r>
          </a:p>
          <a:p>
            <a:r>
              <a:t>            "text": "調調調調調調調調",</a:t>
            </a:r>
          </a:p>
          <a:p>
            <a:r>
              <a:t>            "refs": [</a:t>
            </a:r>
          </a:p>
          <a:p>
            <a:r>
              <a:t>              {</a:t>
            </a:r>
          </a:p>
          <a:p>
            <a:r>
              <a:t>                "source_id": "s0238",</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a:t>
            </a:r>
          </a:p>
          <a:p>
            <a:r>
              <a:t>            "refs": [</a:t>
            </a:r>
          </a:p>
          <a:p>
            <a:r>
              <a:t>              {</a:t>
            </a:r>
          </a:p>
          <a:p>
            <a:r>
              <a:t>                "source_id": "s0239",</a:t>
            </a:r>
          </a:p>
          <a:p>
            <a:r>
              <a:t>                "quote": "調調調調調調調調調調調調調"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a:t>
            </a:r>
          </a:p>
          <a:p>
            <a:r>
              <a:t>            "refs": [</a:t>
            </a:r>
          </a:p>
          <a:p>
            <a:r>
              <a:t>              {</a:t>
            </a:r>
          </a:p>
          <a:p>
            <a:r>
              <a:t>                "source_id": "s0240",</a:t>
            </a:r>
          </a:p>
          <a:p>
            <a:r>
              <a:t>                "quote": "調調調調調調調調調調調調調"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a:t>
            </a:r>
          </a:p>
          <a:p>
            <a:r>
              <a:t>            "refs": [</a:t>
            </a:r>
          </a:p>
          <a:p>
            <a:r>
              <a:t>              {</a:t>
            </a:r>
          </a:p>
          <a:p>
            <a:r>
              <a:t>                "source_id": "s0241",</a:t>
            </a:r>
          </a:p>
          <a:p>
            <a:r>
              <a:t>                "quote": "調調調調調調調調調調調調調"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a:t>
            </a:r>
          </a:p>
          <a:p>
            <a:r>
              <a:t>            "refs": [</a:t>
            </a:r>
          </a:p>
          <a:p>
            <a:r>
              <a:t>              {</a:t>
            </a:r>
          </a:p>
          <a:p>
            <a:r>
              <a:t>                "source_id": "s0242",</a:t>
            </a:r>
          </a:p>
          <a:p>
            <a:r>
              <a:t>                "quote": "調調調調調調調"</a:t>
            </a:r>
          </a:p>
          <a:p>
            <a:r>
              <a:t>              }</a:t>
            </a:r>
          </a:p>
          <a:p>
            <a:r>
              <a:t>            ],</a:t>
            </a:r>
          </a:p>
          <a:p>
            <a:r>
              <a:t>            "mode": "verbatim"</a:t>
            </a:r>
          </a:p>
          <a:p>
            <a:r>
              <a:t>          }</a:t>
            </a:r>
          </a:p>
          <a:p>
            <a:r>
              <a:t>        },</a:t>
            </a:r>
          </a:p>
          <a:p>
            <a:r>
              <a:t>        {</a:t>
            </a:r>
          </a:p>
          <a:p>
            <a:r>
              <a:t>          "id": "edge_4",</a:t>
            </a:r>
          </a:p>
          <a:p>
            <a:r>
              <a:t>          "source": "actor_1",</a:t>
            </a:r>
          </a:p>
          <a:p>
            <a:r>
              <a:t>          "target": "actor_3",</a:t>
            </a:r>
          </a:p>
          <a:p>
            <a:r>
              <a:t>          "label": {</a:t>
            </a:r>
          </a:p>
          <a:p>
            <a:r>
              <a:t>            "text": "調調調調調調調調調調調調調調調調調調調調調調調調調調調",</a:t>
            </a:r>
          </a:p>
          <a:p>
            <a:r>
              <a:t>            "refs": [</a:t>
            </a:r>
          </a:p>
          <a:p>
            <a:r>
              <a:t>              {</a:t>
            </a:r>
          </a:p>
          <a:p>
            <a:r>
              <a:t>                "source_id": "s0243",</a:t>
            </a:r>
          </a:p>
          <a:p>
            <a:r>
              <a:t>                "quote": "調調調調調調調調調調調調調調調調調調調調調調調調調調調"</a:t>
            </a:r>
          </a:p>
          <a:p>
            <a:r>
              <a:t>              }</a:t>
            </a:r>
          </a:p>
          <a:p>
            <a:r>
              <a:t>            ],</a:t>
            </a:r>
          </a:p>
          <a:p>
            <a:r>
              <a:t>            "mode": "verbatim"</a:t>
            </a:r>
          </a:p>
          <a:p>
            <a:r>
              <a:t>          }</a:t>
            </a:r>
          </a:p>
          <a:p>
            <a:r>
              <a:t>        },</a:t>
            </a:r>
          </a:p>
          <a:p>
            <a:r>
              <a:t>        {</a:t>
            </a:r>
          </a:p>
          <a:p>
            <a:r>
              <a:t>          "id": "edge_5",</a:t>
            </a:r>
          </a:p>
          <a:p>
            <a:r>
              <a:t>          "source": "actor_3",</a:t>
            </a:r>
          </a:p>
          <a:p>
            <a:r>
              <a:t>          "target": "actor_1",</a:t>
            </a:r>
          </a:p>
          <a:p>
            <a:r>
              <a:t>          "label": {</a:t>
            </a:r>
          </a:p>
          <a:p>
            <a:r>
              <a:t>            "text": "調調調調調調調調調調調調調調調調調調調調調調調調調調調",</a:t>
            </a:r>
          </a:p>
          <a:p>
            <a:r>
              <a:t>            "refs": [</a:t>
            </a:r>
          </a:p>
          <a:p>
            <a:r>
              <a:t>              {</a:t>
            </a:r>
          </a:p>
          <a:p>
            <a:r>
              <a:t>                "source_id": "s0244",</a:t>
            </a:r>
          </a:p>
          <a:p>
            <a:r>
              <a:t>                "quote": "調調調調調調調調調調調調調調調調調調調調調調調調調調調"</a:t>
            </a:r>
          </a:p>
          <a:p>
            <a:r>
              <a:t>              }</a:t>
            </a:r>
          </a:p>
          <a:p>
            <a:r>
              <a:t>            ],</a:t>
            </a:r>
          </a:p>
          <a:p>
            <a:r>
              <a:t>            "mode": "verbatim"</a:t>
            </a:r>
          </a:p>
          <a:p>
            <a:r>
              <a:t>          }</a:t>
            </a:r>
          </a:p>
          <a:p>
            <a:r>
              <a:t>        },</a:t>
            </a:r>
          </a:p>
          <a:p>
            <a:r>
              <a:t>        {</a:t>
            </a:r>
          </a:p>
          <a:p>
            <a:r>
              <a:t>          "id": "edge_6",</a:t>
            </a:r>
          </a:p>
          <a:p>
            <a:r>
              <a:t>          "source": "actor_1",</a:t>
            </a:r>
          </a:p>
          <a:p>
            <a:r>
              <a:t>          "target": "actor_0",</a:t>
            </a:r>
          </a:p>
          <a:p>
            <a:r>
              <a:t>          "label": {</a:t>
            </a:r>
          </a:p>
          <a:p>
            <a:r>
              <a:t>            "text": "調調調調調調調調調調調調調",</a:t>
            </a:r>
          </a:p>
          <a:p>
            <a:r>
              <a:t>            "refs": [</a:t>
            </a:r>
          </a:p>
          <a:p>
            <a:r>
              <a:t>              {</a:t>
            </a:r>
          </a:p>
          <a:p>
            <a:r>
              <a:t>                "source_id": "s0245",</a:t>
            </a:r>
          </a:p>
          <a:p>
            <a:r>
              <a:t>                "quote": "調調調調調調調調調調調調調"</a:t>
            </a:r>
          </a:p>
          <a:p>
            <a:r>
              <a:t>              }</a:t>
            </a:r>
          </a:p>
          <a:p>
            <a:r>
              <a:t>            ],</a:t>
            </a:r>
          </a:p>
          <a:p>
            <a:r>
              <a:t>            "mode": "verbatim"</a:t>
            </a:r>
          </a:p>
          <a:p>
            <a:r>
              <a:t>          }</a:t>
            </a:r>
          </a:p>
          <a:p>
            <a:r>
              <a:t>        },</a:t>
            </a:r>
          </a:p>
          <a:p>
            <a:r>
              <a:t>        {</a:t>
            </a:r>
          </a:p>
          <a:p>
            <a:r>
              <a:t>          "id": "edge_7",</a:t>
            </a:r>
          </a:p>
          <a:p>
            <a:r>
              <a:t>          "source": "actor_0",</a:t>
            </a:r>
          </a:p>
          <a:p>
            <a:r>
              <a:t>          "target": "actor_0",</a:t>
            </a:r>
          </a:p>
          <a:p>
            <a:r>
              <a:t>          "label": {</a:t>
            </a:r>
          </a:p>
          <a:p>
            <a:r>
              <a:t>            "text": "調調調調調調調",</a:t>
            </a:r>
          </a:p>
          <a:p>
            <a:r>
              <a:t>            "refs": [</a:t>
            </a:r>
          </a:p>
          <a:p>
            <a:r>
              <a:t>              {</a:t>
            </a:r>
          </a:p>
          <a:p>
            <a:r>
              <a:t>                "source_id": "s0246",</a:t>
            </a:r>
          </a:p>
          <a:p>
            <a:r>
              <a:t>                "quote": "調調調調調調調"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a:t>
            </a:r>
          </a:p>
          <a:p>
            <a:r>
              <a:t>            "refs": [</a:t>
            </a:r>
          </a:p>
          <a:p>
            <a:r>
              <a:t>              {</a:t>
            </a:r>
          </a:p>
          <a:p>
            <a:r>
              <a:t>                "source_id": "s0247",</a:t>
            </a:r>
          </a:p>
          <a:p>
            <a:r>
              <a:t>                "quote": "調調調調調調調調調調調調調調調調調調調調調調調は対象の機能を含む管理範囲を表す。"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a:t>
            </a:r>
          </a:p>
          <a:p>
            <a:r>
              <a:t>  "template_sha256": "fc24f690dc587816976bb82874f322b97d4687e0a2795d71812135075497889d"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"slide20",</a:t>
            </a:r>
          </a:p>
          <a:p>
            <a:r>
              <a:t>  "origin": "page20",</a:t>
            </a:r>
          </a:p>
          <a:p>
            <a:r>
              <a:t>  "layout_id": "rel_sequence_4_8_rl",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"s0264",</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"s0249",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"s0250",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a:t>
            </a:r>
          </a:p>
          <a:p>
            <a:r>
              <a:t>      "refs": [</a:t>
            </a:r>
          </a:p>
          <a:p>
            <a:r>
              <a:t>        {</a:t>
            </a:r>
          </a:p>
          <a:p>
            <a:r>
              <a:t>          "source_id": "s0251",</a:t>
            </a:r>
          </a:p>
          <a:p>
            <a:r>
              <a:t>          "quote": "調調調調調調調調"</a:t>
            </a:r>
          </a:p>
          <a:p>
            <a:r>
              <a:t>        }</a:t>
            </a:r>
          </a:p>
          <a:p>
            <a:r>
              <a:t>      ],</a:t>
            </a:r>
          </a:p>
          <a:p>
            <a:r>
              <a:t>      "mode": "verbatim"</a:t>
            </a:r>
          </a:p>
          <a:p>
            <a:r>
              <a:t>    },</a:t>
            </a:r>
          </a:p>
          <a:p>
            <a:r>
              <a:t>    {</a:t>
            </a:r>
          </a:p>
          <a:p>
            <a:r>
              <a:t>      "text": "調調調調調調調調",</a:t>
            </a:r>
          </a:p>
          <a:p>
            <a:r>
              <a:t>      "refs": [</a:t>
            </a:r>
          </a:p>
          <a:p>
            <a:r>
              <a:t>        {</a:t>
            </a:r>
          </a:p>
          <a:p>
            <a:r>
              <a:t>          "source_id": "s0252",</a:t>
            </a:r>
          </a:p>
          <a:p>
            <a:r>
              <a:t>          "quote": "調調調調調調調調"</a:t>
            </a:r>
          </a:p>
          <a:p>
            <a:r>
              <a:t>        }</a:t>
            </a:r>
          </a:p>
          <a:p>
            <a:r>
              <a:t>      ],</a:t>
            </a:r>
          </a:p>
          <a:p>
            <a:r>
              <a:t>      "mode": "verbatim"</a:t>
            </a:r>
          </a:p>
          <a:p>
            <a:r>
              <a:t>    },</a:t>
            </a:r>
          </a:p>
          <a:p>
            <a:r>
              <a:t>    {</a:t>
            </a:r>
          </a:p>
          <a:p>
            <a:r>
              <a:t>      "text": "調調調調調調調調",</a:t>
            </a:r>
          </a:p>
          <a:p>
            <a:r>
              <a:t>      "refs": [</a:t>
            </a:r>
          </a:p>
          <a:p>
            <a:r>
              <a:t>        {</a:t>
            </a:r>
          </a:p>
          <a:p>
            <a:r>
              <a:t>          "source_id": "s0253",</a:t>
            </a:r>
          </a:p>
          <a:p>
            <a:r>
              <a:t>          "quote": "調調調調調調調調"</a:t>
            </a:r>
          </a:p>
          <a:p>
            <a:r>
              <a:t>        }</a:t>
            </a:r>
          </a:p>
          <a:p>
            <a:r>
              <a:t>      ],</a:t>
            </a:r>
          </a:p>
          <a:p>
            <a:r>
              <a:t>      "mode": "verbatim"</a:t>
            </a:r>
          </a:p>
          <a:p>
            <a:r>
              <a:t>    },</a:t>
            </a:r>
          </a:p>
          <a:p>
            <a:r>
              <a:t>    {</a:t>
            </a:r>
          </a:p>
          <a:p>
            <a:r>
              <a:t>      "text": "調調調調調調調調",</a:t>
            </a:r>
          </a:p>
          <a:p>
            <a:r>
              <a:t>      "refs": [</a:t>
            </a:r>
          </a:p>
          <a:p>
            <a:r>
              <a:t>        {</a:t>
            </a:r>
          </a:p>
          <a:p>
            <a:r>
              <a:t>          "source_id": "s0254",</a:t>
            </a:r>
          </a:p>
          <a:p>
            <a:r>
              <a:t>          "quote": "調調調調調調調調"</a:t>
            </a:r>
          </a:p>
          <a:p>
            <a:r>
              <a:t>        }</a:t>
            </a:r>
          </a:p>
          <a:p>
            <a:r>
              <a:t>      ],</a:t>
            </a:r>
          </a:p>
          <a:p>
            <a:r>
              <a:t>      "mode": "verbatim"</a:t>
            </a:r>
          </a:p>
          <a:p>
            <a:r>
              <a:t>    },</a:t>
            </a:r>
          </a:p>
          <a:p>
            <a:r>
              <a:t>    {</a:t>
            </a:r>
          </a:p>
          <a:p>
            <a:r>
              <a:t>      "text": "調調調調調調調調調調調調調",</a:t>
            </a:r>
          </a:p>
          <a:p>
            <a:r>
              <a:t>      "refs": [</a:t>
            </a:r>
          </a:p>
          <a:p>
            <a:r>
              <a:t>        {</a:t>
            </a:r>
          </a:p>
          <a:p>
            <a:r>
              <a:t>          "source_id": "s0255",</a:t>
            </a:r>
          </a:p>
          <a:p>
            <a:r>
              <a:t>          "quote": "調調調調調調調調調調調調調"</a:t>
            </a:r>
          </a:p>
          <a:p>
            <a:r>
              <a:t>        }</a:t>
            </a:r>
          </a:p>
          <a:p>
            <a:r>
              <a:t>      ],</a:t>
            </a:r>
          </a:p>
          <a:p>
            <a:r>
              <a:t>      "mode": "verbatim"</a:t>
            </a:r>
          </a:p>
          <a:p>
            <a:r>
              <a:t>    },</a:t>
            </a:r>
          </a:p>
          <a:p>
            <a:r>
              <a:t>    {</a:t>
            </a:r>
          </a:p>
          <a:p>
            <a:r>
              <a:t>      "text": "調調調調調調調調調調調調調",</a:t>
            </a:r>
          </a:p>
          <a:p>
            <a:r>
              <a:t>      "refs": [</a:t>
            </a:r>
          </a:p>
          <a:p>
            <a:r>
              <a:t>        {</a:t>
            </a:r>
          </a:p>
          <a:p>
            <a:r>
              <a:t>          "source_id": "s0256",</a:t>
            </a:r>
          </a:p>
          <a:p>
            <a:r>
              <a:t>          "quote": "調調調調調調調調調調調調調"</a:t>
            </a:r>
          </a:p>
          <a:p>
            <a:r>
              <a:t>        }</a:t>
            </a:r>
          </a:p>
          <a:p>
            <a:r>
              <a:t>      ],</a:t>
            </a:r>
          </a:p>
          <a:p>
            <a:r>
              <a:t>      "mode": "verbatim"</a:t>
            </a:r>
          </a:p>
          <a:p>
            <a:r>
              <a:t>    },</a:t>
            </a:r>
          </a:p>
          <a:p>
            <a:r>
              <a:t>    {</a:t>
            </a:r>
          </a:p>
          <a:p>
            <a:r>
              <a:t>      "text": "調調調調調調調調調調調調調",</a:t>
            </a:r>
          </a:p>
          <a:p>
            <a:r>
              <a:t>      "refs": [</a:t>
            </a:r>
          </a:p>
          <a:p>
            <a:r>
              <a:t>        {</a:t>
            </a:r>
          </a:p>
          <a:p>
            <a:r>
              <a:t>          "source_id": "s0257",</a:t>
            </a:r>
          </a:p>
          <a:p>
            <a:r>
              <a:t>          "quote": "調調調調調調調調調調調調調"</a:t>
            </a:r>
          </a:p>
          <a:p>
            <a:r>
              <a:t>        }</a:t>
            </a:r>
          </a:p>
          <a:p>
            <a:r>
              <a:t>      ],</a:t>
            </a:r>
          </a:p>
          <a:p>
            <a:r>
              <a:t>      "mode": "verbatim"</a:t>
            </a:r>
          </a:p>
          <a:p>
            <a:r>
              <a:t>    },</a:t>
            </a:r>
          </a:p>
          <a:p>
            <a:r>
              <a:t>    {</a:t>
            </a:r>
          </a:p>
          <a:p>
            <a:r>
              <a:t>      "text": "調調調調調調調",</a:t>
            </a:r>
          </a:p>
          <a:p>
            <a:r>
              <a:t>      "refs": [</a:t>
            </a:r>
          </a:p>
          <a:p>
            <a:r>
              <a:t>        {</a:t>
            </a:r>
          </a:p>
          <a:p>
            <a:r>
              <a:t>          "source_id": "s0258",</a:t>
            </a:r>
          </a:p>
          <a:p>
            <a:r>
              <a:t>          "quote": "調調調調調調調"</a:t>
            </a:r>
          </a:p>
          <a:p>
            <a:r>
              <a:t>        }</a:t>
            </a:r>
          </a:p>
          <a:p>
            <a:r>
              <a:t>      ],</a:t>
            </a:r>
          </a:p>
          <a:p>
            <a:r>
              <a:t>      "mode": "verbatim"</a:t>
            </a:r>
          </a:p>
          <a:p>
            <a:r>
              <a:t>    },</a:t>
            </a:r>
          </a:p>
          <a:p>
            <a:r>
              <a:t>    {</a:t>
            </a:r>
          </a:p>
          <a:p>
            <a:r>
              <a:t>      "text": "調調調調調調調調調調調調調調調調調調調調調調調調調調調",</a:t>
            </a:r>
          </a:p>
          <a:p>
            <a:r>
              <a:t>      "refs": [</a:t>
            </a:r>
          </a:p>
          <a:p>
            <a:r>
              <a:t>        {</a:t>
            </a:r>
          </a:p>
          <a:p>
            <a:r>
              <a:t>          "source_id": "s0259",</a:t>
            </a:r>
          </a:p>
          <a:p>
            <a:r>
              <a:t>          "quote": "調調調調調調調調調調調調調調調調調調調調調調調調調調調"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a:t>
            </a:r>
          </a:p>
          <a:p>
            <a:r>
              <a:t>      "refs": [</a:t>
            </a:r>
          </a:p>
          <a:p>
            <a:r>
              <a:t>        {</a:t>
            </a:r>
          </a:p>
          <a:p>
            <a:r>
              <a:t>          "source_id": "s0260",</a:t>
            </a:r>
          </a:p>
          <a:p>
            <a:r>
              <a:t>          "quote": "調調調調調調調調調調調調調調調調調調調調調調調調調調調"</a:t>
            </a:r>
          </a:p>
          <a:p>
            <a:r>
              <a:t>        }</a:t>
            </a:r>
          </a:p>
          <a:p>
            <a:r>
              <a:t>      ],</a:t>
            </a:r>
          </a:p>
          <a:p>
            <a:r>
              <a:t>      "mode": "verbatim"</a:t>
            </a:r>
          </a:p>
          <a:p>
            <a:r>
              <a:t>    },</a:t>
            </a:r>
          </a:p>
          <a:p>
            <a:r>
              <a:t>    {</a:t>
            </a:r>
          </a:p>
          <a:p>
            <a:r>
              <a:t>      "text": "調調調調調調調調調調調調調",</a:t>
            </a:r>
          </a:p>
          <a:p>
            <a:r>
              <a:t>      "refs": [</a:t>
            </a:r>
          </a:p>
          <a:p>
            <a:r>
              <a:t>        {</a:t>
            </a:r>
          </a:p>
          <a:p>
            <a:r>
              <a:t>          "source_id": "s0261",</a:t>
            </a:r>
          </a:p>
          <a:p>
            <a:r>
              <a:t>          "quote": "調調調調調調調調調調調調調"</a:t>
            </a:r>
          </a:p>
          <a:p>
            <a:r>
              <a:t>        }</a:t>
            </a:r>
          </a:p>
          <a:p>
            <a:r>
              <a:t>      ],</a:t>
            </a:r>
          </a:p>
          <a:p>
            <a:r>
              <a:t>      "mode": "verbatim"</a:t>
            </a:r>
          </a:p>
          <a:p>
            <a:r>
              <a:t>    },</a:t>
            </a:r>
          </a:p>
          <a:p>
            <a:r>
              <a:t>    {</a:t>
            </a:r>
          </a:p>
          <a:p>
            <a:r>
              <a:t>      "text": "調調調調調調調",</a:t>
            </a:r>
          </a:p>
          <a:p>
            <a:r>
              <a:t>      "refs": [</a:t>
            </a:r>
          </a:p>
          <a:p>
            <a:r>
              <a:t>        {</a:t>
            </a:r>
          </a:p>
          <a:p>
            <a:r>
              <a:t>          "source_id": "s0262",</a:t>
            </a:r>
          </a:p>
          <a:p>
            <a:r>
              <a:t>          "quote": "調調調調調調調"</a:t>
            </a:r>
          </a:p>
          <a:p>
            <a:r>
              <a:t>        }</a:t>
            </a:r>
          </a:p>
          <a:p>
            <a:r>
              <a:t>      ],</a:t>
            </a:r>
          </a:p>
          <a:p>
            <a:r>
              <a:t>      "mode": "verbatim"</a:t>
            </a:r>
          </a:p>
          <a:p>
            <a:r>
              <a:t>    },</a:t>
            </a:r>
          </a:p>
          <a:p>
            <a:r>
              <a:t>    {</a:t>
            </a:r>
          </a:p>
          <a:p>
            <a:r>
              <a:t>      "text": "調調調調調調調調調調調調調調調調調調調調調調調",</a:t>
            </a:r>
          </a:p>
          <a:p>
            <a:r>
              <a:t>      "refs": [</a:t>
            </a:r>
          </a:p>
          <a:p>
            <a:r>
              <a:t>        {</a:t>
            </a:r>
          </a:p>
          <a:p>
            <a:r>
              <a:t>          "source_id": "s0263",</a:t>
            </a:r>
          </a:p>
          <a:p>
            <a:r>
              <a:t>          "quote": "調調調調調調調調調調調調調調調調調調調調調調調は対象の機能を含む管理範囲を表す。"</a:t>
            </a:r>
          </a:p>
          <a:p>
            <a:r>
              <a:t>        }</a:t>
            </a:r>
          </a:p>
          <a:p>
            <a:r>
              <a:t>      ],</a:t>
            </a:r>
          </a:p>
          <a:p>
            <a:r>
              <a:t>      "mode": "verbatim"</a:t>
            </a:r>
          </a:p>
          <a:p>
            <a:r>
              <a:t>    }</a:t>
            </a:r>
          </a:p>
          <a:p>
            <a:r>
              <a:t>  ],</a:t>
            </a:r>
          </a:p>
          <a:p>
            <a:r>
              <a:t>  "citations": {</a:t>
            </a:r>
          </a:p>
          <a:p>
            <a:r>
              <a:t>    "s0249": "架空設計書・構造検証用",</a:t>
            </a:r>
          </a:p>
          <a:p>
            <a:r>
              <a:t>    "s0250": "架空設計書・構造検証用",</a:t>
            </a:r>
          </a:p>
          <a:p>
            <a:r>
              <a:t>    "s0251": "架空設計書・構造検証用",</a:t>
            </a:r>
          </a:p>
          <a:p>
            <a:r>
              <a:t>    "s0252": "架空設計書・構造検証用",</a:t>
            </a:r>
          </a:p>
          <a:p>
            <a:r>
              <a:t>    "s0253": "架空設計書・構造検証用",</a:t>
            </a:r>
          </a:p>
          <a:p>
            <a:r>
              <a:t>    "s0254": "架空設計書・構造検証用",</a:t>
            </a:r>
          </a:p>
          <a:p>
            <a:r>
              <a:t>    "s0255": "架空設計書・構造検証用",</a:t>
            </a:r>
          </a:p>
          <a:p>
            <a:r>
              <a:t>    "s0256": "架空設計書・構造検証用",</a:t>
            </a:r>
          </a:p>
          <a:p>
            <a:r>
              <a:t>    "s0257": "架空設計書・構造検証用",</a:t>
            </a:r>
          </a:p>
          <a:p>
            <a:r>
              <a:t>    "s0258": "架空設計書・構造検証用",</a:t>
            </a:r>
          </a:p>
          <a:p>
            <a:r>
              <a:t>    "s0259": "架空設計書・構造検証用",</a:t>
            </a:r>
          </a:p>
          <a:p>
            <a:r>
              <a:t>    "s0260": "架空設計書・構造検証用",</a:t>
            </a:r>
          </a:p>
          <a:p>
            <a:r>
              <a:t>    "s0261": "架空設計書・構造検証用",</a:t>
            </a:r>
          </a:p>
          <a:p>
            <a:r>
              <a:t>    "s0262": "架空設計書・構造検証用",</a:t>
            </a:r>
          </a:p>
          <a:p>
            <a:r>
              <a:t>    "s0263": "架空設計書・構造検証用",</a:t>
            </a:r>
          </a:p>
          <a:p>
            <a:r>
              <a:t>    "s0264":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"rl_8",</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"s0249",</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"s0250",</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"調調調調調調調調",</a:t>
            </a:r>
          </a:p>
          <a:p>
            <a:r>
              <a:t>            "refs": [</a:t>
            </a:r>
          </a:p>
          <a:p>
            <a:r>
              <a:t>              {</a:t>
            </a:r>
          </a:p>
          <a:p>
            <a:r>
              <a:t>                "source_id": "s0251",</a:t>
            </a:r>
          </a:p>
          <a:p>
            <a:r>
              <a:t>                "quote": "調調調調調調調調"</a:t>
            </a:r>
          </a:p>
          <a:p>
            <a:r>
              <a:t>              }</a:t>
            </a:r>
          </a:p>
          <a:p>
            <a:r>
              <a:t>            ],</a:t>
            </a:r>
          </a:p>
          <a:p>
            <a:r>
              <a:t>            "mode": "verbatim"</a:t>
            </a:r>
          </a:p>
          <a:p>
            <a:r>
              <a:t>          }</a:t>
            </a:r>
          </a:p>
          <a:p>
            <a:r>
              <a:t>        },</a:t>
            </a:r>
          </a:p>
          <a:p>
            <a:r>
              <a:t>        {</a:t>
            </a:r>
          </a:p>
          <a:p>
            <a:r>
              <a:t>          "id": "actor_1",</a:t>
            </a:r>
          </a:p>
          <a:p>
            <a:r>
              <a:t>          "label": {</a:t>
            </a:r>
          </a:p>
          <a:p>
            <a:r>
              <a:t>            "text": "調調調調調調調調",</a:t>
            </a:r>
          </a:p>
          <a:p>
            <a:r>
              <a:t>            "refs": [</a:t>
            </a:r>
          </a:p>
          <a:p>
            <a:r>
              <a:t>              {</a:t>
            </a:r>
          </a:p>
          <a:p>
            <a:r>
              <a:t>                "source_id": "s0252",</a:t>
            </a:r>
          </a:p>
          <a:p>
            <a:r>
              <a:t>                "quote": "調調調調調調調調"</a:t>
            </a:r>
          </a:p>
          <a:p>
            <a:r>
              <a:t>              }</a:t>
            </a:r>
          </a:p>
          <a:p>
            <a:r>
              <a:t>            ],</a:t>
            </a:r>
          </a:p>
          <a:p>
            <a:r>
              <a:t>            "mode": "verbatim"</a:t>
            </a:r>
          </a:p>
          <a:p>
            <a:r>
              <a:t>          }</a:t>
            </a:r>
          </a:p>
          <a:p>
            <a:r>
              <a:t>        },</a:t>
            </a:r>
          </a:p>
          <a:p>
            <a:r>
              <a:t>        {</a:t>
            </a:r>
          </a:p>
          <a:p>
            <a:r>
              <a:t>          "id": "actor_2",</a:t>
            </a:r>
          </a:p>
          <a:p>
            <a:r>
              <a:t>          "label": {</a:t>
            </a:r>
          </a:p>
          <a:p>
            <a:r>
              <a:t>            "text": "調調調調調調調調",</a:t>
            </a:r>
          </a:p>
          <a:p>
            <a:r>
              <a:t>            "refs": [</a:t>
            </a:r>
          </a:p>
          <a:p>
            <a:r>
              <a:t>              {</a:t>
            </a:r>
          </a:p>
          <a:p>
            <a:r>
              <a:t>                "source_id": "s0253",</a:t>
            </a:r>
          </a:p>
          <a:p>
            <a:r>
              <a:t>                "quote": "調調調調調調調調"</a:t>
            </a:r>
          </a:p>
          <a:p>
            <a:r>
              <a:t>              }</a:t>
            </a:r>
          </a:p>
          <a:p>
            <a:r>
              <a:t>            ],</a:t>
            </a:r>
          </a:p>
          <a:p>
            <a:r>
              <a:t>            "mode": "verbatim"</a:t>
            </a:r>
          </a:p>
          <a:p>
            <a:r>
              <a:t>          }</a:t>
            </a:r>
          </a:p>
          <a:p>
            <a:r>
              <a:t>        },</a:t>
            </a:r>
          </a:p>
          <a:p>
            <a:r>
              <a:t>        {</a:t>
            </a:r>
          </a:p>
          <a:p>
            <a:r>
              <a:t>          "id": "actor_3",</a:t>
            </a:r>
          </a:p>
          <a:p>
            <a:r>
              <a:t>          "label": {</a:t>
            </a:r>
          </a:p>
          <a:p>
            <a:r>
              <a:t>            "text": "調調調調調調調調",</a:t>
            </a:r>
          </a:p>
          <a:p>
            <a:r>
              <a:t>            "refs": [</a:t>
            </a:r>
          </a:p>
          <a:p>
            <a:r>
              <a:t>              {</a:t>
            </a:r>
          </a:p>
          <a:p>
            <a:r>
              <a:t>                "source_id": "s0254",</a:t>
            </a:r>
          </a:p>
          <a:p>
            <a:r>
              <a:t>                "quote": "調調調調調調調調"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"調調調調調調調調調調調調調",</a:t>
            </a:r>
          </a:p>
          <a:p>
            <a:r>
              <a:t>            "refs": [</a:t>
            </a:r>
          </a:p>
          <a:p>
            <a:r>
              <a:t>              {</a:t>
            </a:r>
          </a:p>
          <a:p>
            <a:r>
              <a:t>                "source_id": "s0255",</a:t>
            </a:r>
          </a:p>
          <a:p>
            <a:r>
              <a:t>                "quote": "調調調調調調調調調調調調調"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"調調調調調調調調調調調調調",</a:t>
            </a:r>
          </a:p>
          <a:p>
            <a:r>
              <a:t>            "refs": [</a:t>
            </a:r>
          </a:p>
          <a:p>
            <a:r>
              <a:t>              {</a:t>
            </a:r>
          </a:p>
          <a:p>
            <a:r>
              <a:t>                "source_id": "s0256",</a:t>
            </a:r>
          </a:p>
          <a:p>
            <a:r>
              <a:t>                "quote": "調調調調調調調調調調調調調"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"調調調調調調調調調調調調調",</a:t>
            </a:r>
          </a:p>
          <a:p>
            <a:r>
              <a:t>            "refs": [</a:t>
            </a:r>
          </a:p>
          <a:p>
            <a:r>
              <a:t>              {</a:t>
            </a:r>
          </a:p>
          <a:p>
            <a:r>
              <a:t>                "source_id": "s0257",</a:t>
            </a:r>
          </a:p>
          <a:p>
            <a:r>
              <a:t>                "quote": "調調調調調調調調調調調調調"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a:t>
            </a:r>
          </a:p>
          <a:p>
            <a:r>
              <a:t>            "refs": [</a:t>
            </a:r>
          </a:p>
          <a:p>
            <a:r>
              <a:t>              {</a:t>
            </a:r>
          </a:p>
          <a:p>
            <a:r>
              <a:t>                "source_id": "s0258",</a:t>
            </a:r>
          </a:p>
          <a:p>
            <a:r>
              <a:t>                "quote": "調調調調調調調"</a:t>
            </a:r>
          </a:p>
          <a:p>
            <a:r>
              <a:t>              }</a:t>
            </a:r>
          </a:p>
          <a:p>
            <a:r>
              <a:t>            ],</a:t>
            </a:r>
          </a:p>
          <a:p>
            <a:r>
              <a:t>            "mode": "verbatim"</a:t>
            </a:r>
          </a:p>
          <a:p>
            <a:r>
              <a:t>          }</a:t>
            </a:r>
          </a:p>
          <a:p>
            <a:r>
              <a:t>        },</a:t>
            </a:r>
          </a:p>
          <a:p>
            <a:r>
              <a:t>        {</a:t>
            </a:r>
          </a:p>
          <a:p>
            <a:r>
              <a:t>          "id": "edge_4",</a:t>
            </a:r>
          </a:p>
          <a:p>
            <a:r>
              <a:t>          "source": "actor_1",</a:t>
            </a:r>
          </a:p>
          <a:p>
            <a:r>
              <a:t>          "target": "actor_3",</a:t>
            </a:r>
          </a:p>
          <a:p>
            <a:r>
              <a:t>          "label": {</a:t>
            </a:r>
          </a:p>
          <a:p>
            <a:r>
              <a:t>            "text": "調調調調調調調調調調調調調調調調調調調調調調調調調調調",</a:t>
            </a:r>
          </a:p>
          <a:p>
            <a:r>
              <a:t>            "refs": [</a:t>
            </a:r>
          </a:p>
          <a:p>
            <a:r>
              <a:t>              {</a:t>
            </a:r>
          </a:p>
          <a:p>
            <a:r>
              <a:t>                "source_id": "s0259",</a:t>
            </a:r>
          </a:p>
          <a:p>
            <a:r>
              <a:t>                "quote": "調調調調調調調調調調調調調調調調調調調調調調調調調調調"</a:t>
            </a:r>
          </a:p>
          <a:p>
            <a:r>
              <a:t>              }</a:t>
            </a:r>
          </a:p>
          <a:p>
            <a:r>
              <a:t>            ],</a:t>
            </a:r>
          </a:p>
          <a:p>
            <a:r>
              <a:t>            "mode": "verbatim"</a:t>
            </a:r>
          </a:p>
          <a:p>
            <a:r>
              <a:t>          }</a:t>
            </a:r>
          </a:p>
          <a:p>
            <a:r>
              <a:t>        },</a:t>
            </a:r>
          </a:p>
          <a:p>
            <a:r>
              <a:t>        {</a:t>
            </a:r>
          </a:p>
          <a:p>
            <a:r>
              <a:t>          "id": "edge_5",</a:t>
            </a:r>
          </a:p>
          <a:p>
            <a:r>
              <a:t>          "source": "actor_3",</a:t>
            </a:r>
          </a:p>
          <a:p>
            <a:r>
              <a:t>          "target": "actor_1",</a:t>
            </a:r>
          </a:p>
          <a:p>
            <a:r>
              <a:t>          "label": {</a:t>
            </a:r>
          </a:p>
          <a:p>
            <a:r>
              <a:t>            "text": "調調調調調調調調調調調調調調調調調調調調調調調調調調調",</a:t>
            </a:r>
          </a:p>
          <a:p>
            <a:r>
              <a:t>            "refs": [</a:t>
            </a:r>
          </a:p>
          <a:p>
            <a:r>
              <a:t>              {</a:t>
            </a:r>
          </a:p>
          <a:p>
            <a:r>
              <a:t>                "source_id": "s0260",</a:t>
            </a:r>
          </a:p>
          <a:p>
            <a:r>
              <a:t>                "quote": "調調調調調調調調調調調調調調調調調調調調調調調調調調調"</a:t>
            </a:r>
          </a:p>
          <a:p>
            <a:r>
              <a:t>              }</a:t>
            </a:r>
          </a:p>
          <a:p>
            <a:r>
              <a:t>            ],</a:t>
            </a:r>
          </a:p>
          <a:p>
            <a:r>
              <a:t>            "mode": "verbatim"</a:t>
            </a:r>
          </a:p>
          <a:p>
            <a:r>
              <a:t>          }</a:t>
            </a:r>
          </a:p>
          <a:p>
            <a:r>
              <a:t>        },</a:t>
            </a:r>
          </a:p>
          <a:p>
            <a:r>
              <a:t>        {</a:t>
            </a:r>
          </a:p>
          <a:p>
            <a:r>
              <a:t>          "id": "edge_6",</a:t>
            </a:r>
          </a:p>
          <a:p>
            <a:r>
              <a:t>          "source": "actor_1",</a:t>
            </a:r>
          </a:p>
          <a:p>
            <a:r>
              <a:t>          "target": "actor_0",</a:t>
            </a:r>
          </a:p>
          <a:p>
            <a:r>
              <a:t>          "label": {</a:t>
            </a:r>
          </a:p>
          <a:p>
            <a:r>
              <a:t>            "text": "調調調調調調調調調調調調調",</a:t>
            </a:r>
          </a:p>
          <a:p>
            <a:r>
              <a:t>            "refs": [</a:t>
            </a:r>
          </a:p>
          <a:p>
            <a:r>
              <a:t>              {</a:t>
            </a:r>
          </a:p>
          <a:p>
            <a:r>
              <a:t>                "source_id": "s0261",</a:t>
            </a:r>
          </a:p>
          <a:p>
            <a:r>
              <a:t>                "quote": "調調調調調調調調調調調調調"</a:t>
            </a:r>
          </a:p>
          <a:p>
            <a:r>
              <a:t>              }</a:t>
            </a:r>
          </a:p>
          <a:p>
            <a:r>
              <a:t>            ],</a:t>
            </a:r>
          </a:p>
          <a:p>
            <a:r>
              <a:t>            "mode": "verbatim"</a:t>
            </a:r>
          </a:p>
          <a:p>
            <a:r>
              <a:t>          }</a:t>
            </a:r>
          </a:p>
          <a:p>
            <a:r>
              <a:t>        },</a:t>
            </a:r>
          </a:p>
          <a:p>
            <a:r>
              <a:t>        {</a:t>
            </a:r>
          </a:p>
          <a:p>
            <a:r>
              <a:t>          "id": "edge_7",</a:t>
            </a:r>
          </a:p>
          <a:p>
            <a:r>
              <a:t>          "source": "actor_0",</a:t>
            </a:r>
          </a:p>
          <a:p>
            <a:r>
              <a:t>          "target": "actor_0",</a:t>
            </a:r>
          </a:p>
          <a:p>
            <a:r>
              <a:t>          "label": {</a:t>
            </a:r>
          </a:p>
          <a:p>
            <a:r>
              <a:t>            "text": "調調調調調調調",</a:t>
            </a:r>
          </a:p>
          <a:p>
            <a:r>
              <a:t>            "refs": [</a:t>
            </a:r>
          </a:p>
          <a:p>
            <a:r>
              <a:t>              {</a:t>
            </a:r>
          </a:p>
          <a:p>
            <a:r>
              <a:t>                "source_id": "s0262",</a:t>
            </a:r>
          </a:p>
          <a:p>
            <a:r>
              <a:t>                "quote": "調調調調調調調"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"調調調調調調調調調調調調調調調調調調調調調調調",</a:t>
            </a:r>
          </a:p>
          <a:p>
            <a:r>
              <a:t>            "refs": [</a:t>
            </a:r>
          </a:p>
          <a:p>
            <a:r>
              <a:t>              {</a:t>
            </a:r>
          </a:p>
          <a:p>
            <a:r>
              <a:t>                "source_id": "s0263",</a:t>
            </a:r>
          </a:p>
          <a:p>
            <a:r>
              <a:t>                "quote": "調調調調調調調調調調調調調調調調調調調調調調調は対象の機能を含む管理範囲を表す。"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a:t>
            </a:r>
          </a:p>
          <a:p>
            <a:r>
              <a:t>  "template_sha256": "741ee638e18e5d1d9296a867e234f7a77d4213eae6376054581315264ec4389f"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"slide21",</a:t>
            </a:r>
          </a:p>
          <a:p>
            <a:r>
              <a:t>  "origin": "page21",</a:t>
            </a:r>
          </a:p>
          <a:p>
            <a:r>
              <a:t>  "layout_id": "rel_sequence_5_4_lr",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"s0277",</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"s0265",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"s0266",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a:t>
            </a:r>
          </a:p>
          <a:p>
            <a:r>
              <a:t>      "refs": [</a:t>
            </a:r>
          </a:p>
          <a:p>
            <a:r>
              <a:t>        {</a:t>
            </a:r>
          </a:p>
          <a:p>
            <a:r>
              <a:t>          "source_id": "s0267",</a:t>
            </a:r>
          </a:p>
          <a:p>
            <a:r>
              <a:t>          "quote": "調調調調調調"</a:t>
            </a:r>
          </a:p>
          <a:p>
            <a:r>
              <a:t>        }</a:t>
            </a:r>
          </a:p>
          <a:p>
            <a:r>
              <a:t>      ],</a:t>
            </a:r>
          </a:p>
          <a:p>
            <a:r>
              <a:t>      "mode": "verbatim"</a:t>
            </a:r>
          </a:p>
          <a:p>
            <a:r>
              <a:t>    },</a:t>
            </a:r>
          </a:p>
          <a:p>
            <a:r>
              <a:t>    {</a:t>
            </a:r>
          </a:p>
          <a:p>
            <a:r>
              <a:t>      "text": "調調調調調調",</a:t>
            </a:r>
          </a:p>
          <a:p>
            <a:r>
              <a:t>      "refs": [</a:t>
            </a:r>
          </a:p>
          <a:p>
            <a:r>
              <a:t>        {</a:t>
            </a:r>
          </a:p>
          <a:p>
            <a:r>
              <a:t>          "source_id": "s0268",</a:t>
            </a:r>
          </a:p>
          <a:p>
            <a:r>
              <a:t>          "quote": "調調調調調調"</a:t>
            </a:r>
          </a:p>
          <a:p>
            <a:r>
              <a:t>        }</a:t>
            </a:r>
          </a:p>
          <a:p>
            <a:r>
              <a:t>      ],</a:t>
            </a:r>
          </a:p>
          <a:p>
            <a:r>
              <a:t>      "mode": "verbatim"</a:t>
            </a:r>
          </a:p>
          <a:p>
            <a:r>
              <a:t>    },</a:t>
            </a:r>
          </a:p>
          <a:p>
            <a:r>
              <a:t>    {</a:t>
            </a:r>
          </a:p>
          <a:p>
            <a:r>
              <a:t>      "text": "調調調調調調",</a:t>
            </a:r>
          </a:p>
          <a:p>
            <a:r>
              <a:t>      "refs": [</a:t>
            </a:r>
          </a:p>
          <a:p>
            <a:r>
              <a:t>        {</a:t>
            </a:r>
          </a:p>
          <a:p>
            <a:r>
              <a:t>          "source_id": "s0269",</a:t>
            </a:r>
          </a:p>
          <a:p>
            <a:r>
              <a:t>          "quote": "調調調調調調"</a:t>
            </a:r>
          </a:p>
          <a:p>
            <a:r>
              <a:t>        }</a:t>
            </a:r>
          </a:p>
          <a:p>
            <a:r>
              <a:t>      ],</a:t>
            </a:r>
          </a:p>
          <a:p>
            <a:r>
              <a:t>      "mode": "verbatim"</a:t>
            </a:r>
          </a:p>
          <a:p>
            <a:r>
              <a:t>    },</a:t>
            </a:r>
          </a:p>
          <a:p>
            <a:r>
              <a:t>    {</a:t>
            </a:r>
          </a:p>
          <a:p>
            <a:r>
              <a:t>      "text": "調調調調調調",</a:t>
            </a:r>
          </a:p>
          <a:p>
            <a:r>
              <a:t>      "refs": [</a:t>
            </a:r>
          </a:p>
          <a:p>
            <a:r>
              <a:t>        {</a:t>
            </a:r>
          </a:p>
          <a:p>
            <a:r>
              <a:t>          "source_id": "s0270",</a:t>
            </a:r>
          </a:p>
          <a:p>
            <a:r>
              <a:t>          "quote": "調調調調調調"</a:t>
            </a:r>
          </a:p>
          <a:p>
            <a:r>
              <a:t>        }</a:t>
            </a:r>
          </a:p>
          <a:p>
            <a:r>
              <a:t>      ],</a:t>
            </a:r>
          </a:p>
          <a:p>
            <a:r>
              <a:t>      "mode": "verbatim"</a:t>
            </a:r>
          </a:p>
          <a:p>
            <a:r>
              <a:t>    },</a:t>
            </a:r>
          </a:p>
          <a:p>
            <a:r>
              <a:t>    {</a:t>
            </a:r>
          </a:p>
          <a:p>
            <a:r>
              <a:t>      "text": "調調調調調調",</a:t>
            </a:r>
          </a:p>
          <a:p>
            <a:r>
              <a:t>      "refs": [</a:t>
            </a:r>
          </a:p>
          <a:p>
            <a:r>
              <a:t>        {</a:t>
            </a:r>
          </a:p>
          <a:p>
            <a:r>
              <a:t>          "source_id": "s0271",</a:t>
            </a:r>
          </a:p>
          <a:p>
            <a:r>
              <a:t>          "quote": "調調調調調調"</a:t>
            </a:r>
          </a:p>
          <a:p>
            <a:r>
              <a:t>        }</a:t>
            </a:r>
          </a:p>
          <a:p>
            <a:r>
              <a:t>      ],</a:t>
            </a:r>
          </a:p>
          <a:p>
            <a:r>
              <a:t>      "mode": "verbatim"</a:t>
            </a:r>
          </a:p>
          <a:p>
            <a:r>
              <a:t>    },</a:t>
            </a:r>
          </a:p>
          <a:p>
            <a:r>
              <a:t>    {</a:t>
            </a:r>
          </a:p>
          <a:p>
            <a:r>
              <a:t>      "text": "調調調調調調調調調\n調調調調調調調調調",</a:t>
            </a:r>
          </a:p>
          <a:p>
            <a:r>
              <a:t>      "refs": [</a:t>
            </a:r>
          </a:p>
          <a:p>
            <a:r>
              <a:t>        {</a:t>
            </a:r>
          </a:p>
          <a:p>
            <a:r>
              <a:t>          "source_id": "s0272",</a:t>
            </a:r>
          </a:p>
          <a:p>
            <a:r>
              <a:t>          "quote": "調調調調調調調調調\n調調調調調調調調調"</a:t>
            </a:r>
          </a:p>
          <a:p>
            <a:r>
              <a:t>        }</a:t>
            </a:r>
          </a:p>
          <a:p>
            <a:r>
              <a:t>      ],</a:t>
            </a:r>
          </a:p>
          <a:p>
            <a:r>
              <a:t>      "mode": "verbatim"</a:t>
            </a:r>
          </a:p>
          <a:p>
            <a:r>
              <a:t>    },</a:t>
            </a:r>
          </a:p>
          <a:p>
            <a:r>
              <a:t>    {</a:t>
            </a:r>
          </a:p>
          <a:p>
            <a:r>
              <a:t>      "text": "調調調調調調調調調\n調調調調調調調調調",</a:t>
            </a:r>
          </a:p>
          <a:p>
            <a:r>
              <a:t>      "refs": [</a:t>
            </a:r>
          </a:p>
          <a:p>
            <a:r>
              <a:t>        {</a:t>
            </a:r>
          </a:p>
          <a:p>
            <a:r>
              <a:t>          "source_id": "s0273",</a:t>
            </a:r>
          </a:p>
          <a:p>
            <a:r>
              <a:t>          "quote": "調調調調調調調調調\n調調調調調調調調調"</a:t>
            </a:r>
          </a:p>
          <a:p>
            <a:r>
              <a:t>        }</a:t>
            </a:r>
          </a:p>
          <a:p>
            <a:r>
              <a:t>      ],</a:t>
            </a:r>
          </a:p>
          <a:p>
            <a:r>
              <a:t>      "mode": "verbatim"</a:t>
            </a:r>
          </a:p>
          <a:p>
            <a:r>
              <a:t>    },</a:t>
            </a:r>
          </a:p>
          <a:p>
            <a:r>
              <a:t>    {</a:t>
            </a:r>
          </a:p>
          <a:p>
            <a:r>
              <a:t>      "text": "調調調調調調調調調\n調調調調調調調調調",</a:t>
            </a:r>
          </a:p>
          <a:p>
            <a:r>
              <a:t>      "refs": [</a:t>
            </a:r>
          </a:p>
          <a:p>
            <a:r>
              <a:t>        {</a:t>
            </a:r>
          </a:p>
          <a:p>
            <a:r>
              <a:t>          "source_id": "s0274",</a:t>
            </a:r>
          </a:p>
          <a:p>
            <a:r>
              <a:t>          "quote": "調調調調調調調調調\n調調調調調調調調調"</a:t>
            </a:r>
          </a:p>
          <a:p>
            <a:r>
              <a:t>        }</a:t>
            </a:r>
          </a:p>
          <a:p>
            <a:r>
              <a:t>      ],</a:t>
            </a:r>
          </a:p>
          <a:p>
            <a:r>
              <a:t>      "mode": "verbatim"</a:t>
            </a:r>
          </a:p>
          <a:p>
            <a:r>
              <a:t>    },</a:t>
            </a:r>
          </a:p>
          <a:p>
            <a:r>
              <a:t>    {</a:t>
            </a:r>
          </a:p>
          <a:p>
            <a:r>
              <a:t>      "text": "調調調調調調調調調\n調調調調調調調調調",</a:t>
            </a:r>
          </a:p>
          <a:p>
            <a:r>
              <a:t>      "refs": [</a:t>
            </a:r>
          </a:p>
          <a:p>
            <a:r>
              <a:t>        {</a:t>
            </a:r>
          </a:p>
          <a:p>
            <a:r>
              <a:t>          "source_id": "s0275",</a:t>
            </a:r>
          </a:p>
          <a:p>
            <a:r>
              <a:t>          "quote": "調調調調調調調調調\n調調調調調調調調調"</a:t>
            </a:r>
          </a:p>
          <a:p>
            <a:r>
              <a:t>        }</a:t>
            </a:r>
          </a:p>
          <a:p>
            <a:r>
              <a:t>      ],</a:t>
            </a:r>
          </a:p>
          <a:p>
            <a:r>
              <a:t>      "mode": "verbatim"</a:t>
            </a:r>
          </a:p>
          <a:p>
            <a:r>
              <a:t>    },</a:t>
            </a:r>
          </a:p>
          <a:p>
            <a:r>
              <a:t>    {</a:t>
            </a:r>
          </a:p>
          <a:p>
            <a:r>
              <a:t>      "text": "調調調調調調調調調調調調調調調調調調",</a:t>
            </a:r>
          </a:p>
          <a:p>
            <a:r>
              <a:t>      "refs": [</a:t>
            </a:r>
          </a:p>
          <a:p>
            <a:r>
              <a:t>        {</a:t>
            </a:r>
          </a:p>
          <a:p>
            <a:r>
              <a:t>          "source_id": "s0276",</a:t>
            </a:r>
          </a:p>
          <a:p>
            <a:r>
              <a:t>          "quote": "調調調調調調調調調調調調調調調調調調は対象の機能を含む管理範囲を表す。"</a:t>
            </a:r>
          </a:p>
          <a:p>
            <a:r>
              <a:t>        }</a:t>
            </a:r>
          </a:p>
          <a:p>
            <a:r>
              <a:t>      ],</a:t>
            </a:r>
          </a:p>
          <a:p>
            <a:r>
              <a:t>      "mode": "verbatim"</a:t>
            </a:r>
          </a:p>
          <a:p>
            <a:r>
              <a:t>    }</a:t>
            </a:r>
          </a:p>
          <a:p>
            <a:r>
              <a:t>  ],</a:t>
            </a:r>
          </a:p>
          <a:p>
            <a:r>
              <a:t>  "citations": {</a:t>
            </a:r>
          </a:p>
          <a:p>
            <a:r>
              <a:t>    "s0265": "架空設計書・構造検証用",</a:t>
            </a:r>
          </a:p>
          <a:p>
            <a:r>
              <a:t>    "s0266": "架空設計書・構造検証用",</a:t>
            </a:r>
          </a:p>
          <a:p>
            <a:r>
              <a:t>    "s0267": "架空設計書・構造検証用",</a:t>
            </a:r>
          </a:p>
          <a:p>
            <a:r>
              <a:t>    "s0268": "架空設計書・構造検証用",</a:t>
            </a:r>
          </a:p>
          <a:p>
            <a:r>
              <a:t>    "s0269": "架空設計書・構造検証用",</a:t>
            </a:r>
          </a:p>
          <a:p>
            <a:r>
              <a:t>    "s0270": "架空設計書・構造検証用",</a:t>
            </a:r>
          </a:p>
          <a:p>
            <a:r>
              <a:t>    "s0271": "架空設計書・構造検証用",</a:t>
            </a:r>
          </a:p>
          <a:p>
            <a:r>
              <a:t>    "s0272": "架空設計書・構造検証用",</a:t>
            </a:r>
          </a:p>
          <a:p>
            <a:r>
              <a:t>    "s0273": "架空設計書・構造検証用",</a:t>
            </a:r>
          </a:p>
          <a:p>
            <a:r>
              <a:t>    "s0274": "架空設計書・構造検証用",</a:t>
            </a:r>
          </a:p>
          <a:p>
            <a:r>
              <a:t>    "s0275": "架空設計書・構造検証用",</a:t>
            </a:r>
          </a:p>
          <a:p>
            <a:r>
              <a:t>    "s0276": "架空設計書・構造検証用",</a:t>
            </a:r>
          </a:p>
          <a:p>
            <a:r>
              <a:t>    "s0277":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"lr_4",</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"s0265",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"s0266",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a:t>
            </a:r>
          </a:p>
          <a:p>
            <a:r>
              <a:t>            "refs": [</a:t>
            </a:r>
          </a:p>
          <a:p>
            <a:r>
              <a:t>              {</a:t>
            </a:r>
          </a:p>
          <a:p>
            <a:r>
              <a:t>                "source_id": "s0267",</a:t>
            </a:r>
          </a:p>
          <a:p>
            <a:r>
              <a:t>                "quote": "調調調調調調"</a:t>
            </a:r>
          </a:p>
          <a:p>
            <a:r>
              <a:t>              }</a:t>
            </a:r>
          </a:p>
          <a:p>
            <a:r>
              <a:t>            ],</a:t>
            </a:r>
          </a:p>
          <a:p>
            <a:r>
              <a:t>            "mode": "verbatim"</a:t>
            </a:r>
          </a:p>
          <a:p>
            <a:r>
              <a:t>          }</a:t>
            </a:r>
          </a:p>
          <a:p>
            <a:r>
              <a:t>        },</a:t>
            </a:r>
          </a:p>
          <a:p>
            <a:r>
              <a:t>        {</a:t>
            </a:r>
          </a:p>
          <a:p>
            <a:r>
              <a:t>          "id": "actor_1",</a:t>
            </a:r>
          </a:p>
          <a:p>
            <a:r>
              <a:t>          "label": {</a:t>
            </a:r>
          </a:p>
          <a:p>
            <a:r>
              <a:t>            "text": "調調調調調調",</a:t>
            </a:r>
          </a:p>
          <a:p>
            <a:r>
              <a:t>            "refs": [</a:t>
            </a:r>
          </a:p>
          <a:p>
            <a:r>
              <a:t>              {</a:t>
            </a:r>
          </a:p>
          <a:p>
            <a:r>
              <a:t>                "source_id": "s0268",</a:t>
            </a:r>
          </a:p>
          <a:p>
            <a:r>
              <a:t>                "quote": "調調調調調調"</a:t>
            </a:r>
          </a:p>
          <a:p>
            <a:r>
              <a:t>              }</a:t>
            </a:r>
          </a:p>
          <a:p>
            <a:r>
              <a:t>            ],</a:t>
            </a:r>
          </a:p>
          <a:p>
            <a:r>
              <a:t>            "mode": "verbatim"</a:t>
            </a:r>
          </a:p>
          <a:p>
            <a:r>
              <a:t>          }</a:t>
            </a:r>
          </a:p>
          <a:p>
            <a:r>
              <a:t>        },</a:t>
            </a:r>
          </a:p>
          <a:p>
            <a:r>
              <a:t>        {</a:t>
            </a:r>
          </a:p>
          <a:p>
            <a:r>
              <a:t>          "id": "actor_2",</a:t>
            </a:r>
          </a:p>
          <a:p>
            <a:r>
              <a:t>          "label": {</a:t>
            </a:r>
          </a:p>
          <a:p>
            <a:r>
              <a:t>            "text": "調調調調調調",</a:t>
            </a:r>
          </a:p>
          <a:p>
            <a:r>
              <a:t>            "refs": [</a:t>
            </a:r>
          </a:p>
          <a:p>
            <a:r>
              <a:t>              {</a:t>
            </a:r>
          </a:p>
          <a:p>
            <a:r>
              <a:t>                "source_id": "s0269",</a:t>
            </a:r>
          </a:p>
          <a:p>
            <a:r>
              <a:t>                "quote": "調調調調調調"</a:t>
            </a:r>
          </a:p>
          <a:p>
            <a:r>
              <a:t>              }</a:t>
            </a:r>
          </a:p>
          <a:p>
            <a:r>
              <a:t>            ],</a:t>
            </a:r>
          </a:p>
          <a:p>
            <a:r>
              <a:t>            "mode": "verbatim"</a:t>
            </a:r>
          </a:p>
          <a:p>
            <a:r>
              <a:t>          }</a:t>
            </a:r>
          </a:p>
          <a:p>
            <a:r>
              <a:t>        },</a:t>
            </a:r>
          </a:p>
          <a:p>
            <a:r>
              <a:t>        {</a:t>
            </a:r>
          </a:p>
          <a:p>
            <a:r>
              <a:t>          "id": "actor_3",</a:t>
            </a:r>
          </a:p>
          <a:p>
            <a:r>
              <a:t>          "label": {</a:t>
            </a:r>
          </a:p>
          <a:p>
            <a:r>
              <a:t>            "text": "調調調調調調",</a:t>
            </a:r>
          </a:p>
          <a:p>
            <a:r>
              <a:t>            "refs": [</a:t>
            </a:r>
          </a:p>
          <a:p>
            <a:r>
              <a:t>              {</a:t>
            </a:r>
          </a:p>
          <a:p>
            <a:r>
              <a:t>                "source_id": "s0270",</a:t>
            </a:r>
          </a:p>
          <a:p>
            <a:r>
              <a:t>                "quote": "調調調調調調"</a:t>
            </a:r>
          </a:p>
          <a:p>
            <a:r>
              <a:t>              }</a:t>
            </a:r>
          </a:p>
          <a:p>
            <a:r>
              <a:t>            ],</a:t>
            </a:r>
          </a:p>
          <a:p>
            <a:r>
              <a:t>            "mode": "verbatim"</a:t>
            </a:r>
          </a:p>
          <a:p>
            <a:r>
              <a:t>          }</a:t>
            </a:r>
          </a:p>
          <a:p>
            <a:r>
              <a:t>        },</a:t>
            </a:r>
          </a:p>
          <a:p>
            <a:r>
              <a:t>        {</a:t>
            </a:r>
          </a:p>
          <a:p>
            <a:r>
              <a:t>          "id": "actor_4",</a:t>
            </a:r>
          </a:p>
          <a:p>
            <a:r>
              <a:t>          "label": {</a:t>
            </a:r>
          </a:p>
          <a:p>
            <a:r>
              <a:t>            "text": "調調調調調調",</a:t>
            </a:r>
          </a:p>
          <a:p>
            <a:r>
              <a:t>            "refs": [</a:t>
            </a:r>
          </a:p>
          <a:p>
            <a:r>
              <a:t>              {</a:t>
            </a:r>
          </a:p>
          <a:p>
            <a:r>
              <a:t>                "source_id": "s0271",</a:t>
            </a:r>
          </a:p>
          <a:p>
            <a:r>
              <a:t>                "quote": "調調調調調調"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"調調調調調調調調調\n調調調調調調調調調",</a:t>
            </a:r>
          </a:p>
          <a:p>
            <a:r>
              <a:t>            "refs": [</a:t>
            </a:r>
          </a:p>
          <a:p>
            <a:r>
              <a:t>              {</a:t>
            </a:r>
          </a:p>
          <a:p>
            <a:r>
              <a:t>                "source_id": "s0272",</a:t>
            </a:r>
          </a:p>
          <a:p>
            <a:r>
              <a:t>                "quote": "調調調調調調調調調\n調調調調調調調調調"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"調調調調調調調調調\n調調調調調調調調調",</a:t>
            </a:r>
          </a:p>
          <a:p>
            <a:r>
              <a:t>            "refs": [</a:t>
            </a:r>
          </a:p>
          <a:p>
            <a:r>
              <a:t>              {</a:t>
            </a:r>
          </a:p>
          <a:p>
            <a:r>
              <a:t>                "source_id": "s0273",</a:t>
            </a:r>
          </a:p>
          <a:p>
            <a:r>
              <a:t>                "quote": "調調調調調調調調調\n調調調調調調調調調"</a:t>
            </a:r>
          </a:p>
          <a:p>
            <a:r>
              <a:t>              }</a:t>
            </a:r>
          </a:p>
          <a:p>
            <a:r>
              <a:t>            ],</a:t>
            </a:r>
          </a:p>
          <a:p>
            <a:r>
              <a:t>            "mode": "verbatim"</a:t>
            </a:r>
          </a:p>
          <a:p>
            <a:r>
              <a:t>          }</a:t>
            </a:r>
          </a:p>
          <a:p>
            <a:r>
              <a:t>        },</a:t>
            </a:r>
          </a:p>
          <a:p>
            <a:r>
              <a:t>        {</a:t>
            </a:r>
          </a:p>
          <a:p>
            <a:r>
              <a:t>          "id": "edge_2",</a:t>
            </a:r>
          </a:p>
          <a:p>
            <a:r>
              <a:t>          "source": "actor_3",</a:t>
            </a:r>
          </a:p>
          <a:p>
            <a:r>
              <a:t>          "target": "actor_4",</a:t>
            </a:r>
          </a:p>
          <a:p>
            <a:r>
              <a:t>          "label": {</a:t>
            </a:r>
          </a:p>
          <a:p>
            <a:r>
              <a:t>            "text": "調調調調調調調調調\n調調調調調調調調調",</a:t>
            </a:r>
          </a:p>
          <a:p>
            <a:r>
              <a:t>            "refs": [</a:t>
            </a:r>
          </a:p>
          <a:p>
            <a:r>
              <a:t>              {</a:t>
            </a:r>
          </a:p>
          <a:p>
            <a:r>
              <a:t>                "source_id": "s0274",</a:t>
            </a:r>
          </a:p>
          <a:p>
            <a:r>
              <a:t>                "quote": "調調調調調調調調調\n調調調調調調調調調"</a:t>
            </a:r>
          </a:p>
          <a:p>
            <a:r>
              <a:t>              }</a:t>
            </a:r>
          </a:p>
          <a:p>
            <a:r>
              <a:t>            ],</a:t>
            </a:r>
          </a:p>
          <a:p>
            <a:r>
              <a:t>            "mode": "verbatim"</a:t>
            </a:r>
          </a:p>
          <a:p>
            <a:r>
              <a:t>          }</a:t>
            </a:r>
          </a:p>
          <a:p>
            <a:r>
              <a:t>        },</a:t>
            </a:r>
          </a:p>
          <a:p>
            <a:r>
              <a:t>        {</a:t>
            </a:r>
          </a:p>
          <a:p>
            <a:r>
              <a:t>          "id": "edge_3",</a:t>
            </a:r>
          </a:p>
          <a:p>
            <a:r>
              <a:t>          "source": "actor_4",</a:t>
            </a:r>
          </a:p>
          <a:p>
            <a:r>
              <a:t>          "target": "actor_3",</a:t>
            </a:r>
          </a:p>
          <a:p>
            <a:r>
              <a:t>          "label": {</a:t>
            </a:r>
          </a:p>
          <a:p>
            <a:r>
              <a:t>            "text": "調調調調調調調調調\n調調調調調調調調調",</a:t>
            </a:r>
          </a:p>
          <a:p>
            <a:r>
              <a:t>            "refs": [</a:t>
            </a:r>
          </a:p>
          <a:p>
            <a:r>
              <a:t>              {</a:t>
            </a:r>
          </a:p>
          <a:p>
            <a:r>
              <a:t>                "source_id": "s0275",</a:t>
            </a:r>
          </a:p>
          <a:p>
            <a:r>
              <a:t>                "quote": "調調調調調調調調調\n調調調調調調調調調"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a:t>
            </a:r>
          </a:p>
          <a:p>
            <a:r>
              <a:t>            "refs": [</a:t>
            </a:r>
          </a:p>
          <a:p>
            <a:r>
              <a:t>              {</a:t>
            </a:r>
          </a:p>
          <a:p>
            <a:r>
              <a:t>                "source_id": "s0276",</a:t>
            </a:r>
          </a:p>
          <a:p>
            <a:r>
              <a:t>                "quote": "調調調調調調調調調調調調調調調調調調は対象の機能を含む管理範囲を表す。"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a:t>
            </a:r>
          </a:p>
          <a:p>
            <a:r>
              <a:t>  "template_sha256": "13f845ec173f14199ed0be867670bd38da85b2be4a95811da4aa7510e285e1d8"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"slide22",</a:t>
            </a:r>
          </a:p>
          <a:p>
            <a:r>
              <a:t>  "origin": "page22",</a:t>
            </a:r>
          </a:p>
          <a:p>
            <a:r>
              <a:t>  "layout_id": "rel_sequence_5_4_rl",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"s0290",</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"s0278",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"s0279",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a:t>
            </a:r>
          </a:p>
          <a:p>
            <a:r>
              <a:t>      "refs": [</a:t>
            </a:r>
          </a:p>
          <a:p>
            <a:r>
              <a:t>        {</a:t>
            </a:r>
          </a:p>
          <a:p>
            <a:r>
              <a:t>          "source_id": "s0280",</a:t>
            </a:r>
          </a:p>
          <a:p>
            <a:r>
              <a:t>          "quote": "調調調調調調"</a:t>
            </a:r>
          </a:p>
          <a:p>
            <a:r>
              <a:t>        }</a:t>
            </a:r>
          </a:p>
          <a:p>
            <a:r>
              <a:t>      ],</a:t>
            </a:r>
          </a:p>
          <a:p>
            <a:r>
              <a:t>      "mode": "verbatim"</a:t>
            </a:r>
          </a:p>
          <a:p>
            <a:r>
              <a:t>    },</a:t>
            </a:r>
          </a:p>
          <a:p>
            <a:r>
              <a:t>    {</a:t>
            </a:r>
          </a:p>
          <a:p>
            <a:r>
              <a:t>      "text": "調調調調調調",</a:t>
            </a:r>
          </a:p>
          <a:p>
            <a:r>
              <a:t>      "refs": [</a:t>
            </a:r>
          </a:p>
          <a:p>
            <a:r>
              <a:t>        {</a:t>
            </a:r>
          </a:p>
          <a:p>
            <a:r>
              <a:t>          "source_id": "s0281",</a:t>
            </a:r>
          </a:p>
          <a:p>
            <a:r>
              <a:t>          "quote": "調調調調調調"</a:t>
            </a:r>
          </a:p>
          <a:p>
            <a:r>
              <a:t>        }</a:t>
            </a:r>
          </a:p>
          <a:p>
            <a:r>
              <a:t>      ],</a:t>
            </a:r>
          </a:p>
          <a:p>
            <a:r>
              <a:t>      "mode": "verbatim"</a:t>
            </a:r>
          </a:p>
          <a:p>
            <a:r>
              <a:t>    },</a:t>
            </a:r>
          </a:p>
          <a:p>
            <a:r>
              <a:t>    {</a:t>
            </a:r>
          </a:p>
          <a:p>
            <a:r>
              <a:t>      "text": "調調調調調調",</a:t>
            </a:r>
          </a:p>
          <a:p>
            <a:r>
              <a:t>      "refs": [</a:t>
            </a:r>
          </a:p>
          <a:p>
            <a:r>
              <a:t>        {</a:t>
            </a:r>
          </a:p>
          <a:p>
            <a:r>
              <a:t>          "source_id": "s0282",</a:t>
            </a:r>
          </a:p>
          <a:p>
            <a:r>
              <a:t>          "quote": "調調調調調調"</a:t>
            </a:r>
          </a:p>
          <a:p>
            <a:r>
              <a:t>        }</a:t>
            </a:r>
          </a:p>
          <a:p>
            <a:r>
              <a:t>      ],</a:t>
            </a:r>
          </a:p>
          <a:p>
            <a:r>
              <a:t>      "mode": "verbatim"</a:t>
            </a:r>
          </a:p>
          <a:p>
            <a:r>
              <a:t>    },</a:t>
            </a:r>
          </a:p>
          <a:p>
            <a:r>
              <a:t>    {</a:t>
            </a:r>
          </a:p>
          <a:p>
            <a:r>
              <a:t>      "text": "調調調調調調",</a:t>
            </a:r>
          </a:p>
          <a:p>
            <a:r>
              <a:t>      "refs": [</a:t>
            </a:r>
          </a:p>
          <a:p>
            <a:r>
              <a:t>        {</a:t>
            </a:r>
          </a:p>
          <a:p>
            <a:r>
              <a:t>          "source_id": "s0283",</a:t>
            </a:r>
          </a:p>
          <a:p>
            <a:r>
              <a:t>          "quote": "調調調調調調"</a:t>
            </a:r>
          </a:p>
          <a:p>
            <a:r>
              <a:t>        }</a:t>
            </a:r>
          </a:p>
          <a:p>
            <a:r>
              <a:t>      ],</a:t>
            </a:r>
          </a:p>
          <a:p>
            <a:r>
              <a:t>      "mode": "verbatim"</a:t>
            </a:r>
          </a:p>
          <a:p>
            <a:r>
              <a:t>    },</a:t>
            </a:r>
          </a:p>
          <a:p>
            <a:r>
              <a:t>    {</a:t>
            </a:r>
          </a:p>
          <a:p>
            <a:r>
              <a:t>      "text": "調調調調調調",</a:t>
            </a:r>
          </a:p>
          <a:p>
            <a:r>
              <a:t>      "refs": [</a:t>
            </a:r>
          </a:p>
          <a:p>
            <a:r>
              <a:t>        {</a:t>
            </a:r>
          </a:p>
          <a:p>
            <a:r>
              <a:t>          "source_id": "s0284",</a:t>
            </a:r>
          </a:p>
          <a:p>
            <a:r>
              <a:t>          "quote": "調調調調調調"</a:t>
            </a:r>
          </a:p>
          <a:p>
            <a:r>
              <a:t>        }</a:t>
            </a:r>
          </a:p>
          <a:p>
            <a:r>
              <a:t>      ],</a:t>
            </a:r>
          </a:p>
          <a:p>
            <a:r>
              <a:t>      "mode": "verbatim"</a:t>
            </a:r>
          </a:p>
          <a:p>
            <a:r>
              <a:t>    },</a:t>
            </a:r>
          </a:p>
          <a:p>
            <a:r>
              <a:t>    {</a:t>
            </a:r>
          </a:p>
          <a:p>
            <a:r>
              <a:t>      "text": "調調調調調調調調調\n調調調調調調調調調",</a:t>
            </a:r>
          </a:p>
          <a:p>
            <a:r>
              <a:t>      "refs": [</a:t>
            </a:r>
          </a:p>
          <a:p>
            <a:r>
              <a:t>        {</a:t>
            </a:r>
          </a:p>
          <a:p>
            <a:r>
              <a:t>          "source_id": "s0285",</a:t>
            </a:r>
          </a:p>
          <a:p>
            <a:r>
              <a:t>          "quote": "調調調調調調調調調\n調調調調調調調調調"</a:t>
            </a:r>
          </a:p>
          <a:p>
            <a:r>
              <a:t>        }</a:t>
            </a:r>
          </a:p>
          <a:p>
            <a:r>
              <a:t>      ],</a:t>
            </a:r>
          </a:p>
          <a:p>
            <a:r>
              <a:t>      "mode": "verbatim"</a:t>
            </a:r>
          </a:p>
          <a:p>
            <a:r>
              <a:t>    },</a:t>
            </a:r>
          </a:p>
          <a:p>
            <a:r>
              <a:t>    {</a:t>
            </a:r>
          </a:p>
          <a:p>
            <a:r>
              <a:t>      "text": "調調調調調調調調調\n調調調調調調調調調",</a:t>
            </a:r>
          </a:p>
          <a:p>
            <a:r>
              <a:t>      "refs": [</a:t>
            </a:r>
          </a:p>
          <a:p>
            <a:r>
              <a:t>        {</a:t>
            </a:r>
          </a:p>
          <a:p>
            <a:r>
              <a:t>          "source_id": "s0286",</a:t>
            </a:r>
          </a:p>
          <a:p>
            <a:r>
              <a:t>          "quote": "調調調調調調調調調\n調調調調調調調調調"</a:t>
            </a:r>
          </a:p>
          <a:p>
            <a:r>
              <a:t>        }</a:t>
            </a:r>
          </a:p>
          <a:p>
            <a:r>
              <a:t>      ],</a:t>
            </a:r>
          </a:p>
          <a:p>
            <a:r>
              <a:t>      "mode": "verbatim"</a:t>
            </a:r>
          </a:p>
          <a:p>
            <a:r>
              <a:t>    },</a:t>
            </a:r>
          </a:p>
          <a:p>
            <a:r>
              <a:t>    {</a:t>
            </a:r>
          </a:p>
          <a:p>
            <a:r>
              <a:t>      "text": "調調調調調調調調調\n調調調調調調調調調",</a:t>
            </a:r>
          </a:p>
          <a:p>
            <a:r>
              <a:t>      "refs": [</a:t>
            </a:r>
          </a:p>
          <a:p>
            <a:r>
              <a:t>        {</a:t>
            </a:r>
          </a:p>
          <a:p>
            <a:r>
              <a:t>          "source_id": "s0287",</a:t>
            </a:r>
          </a:p>
          <a:p>
            <a:r>
              <a:t>          "quote": "調調調調調調調調調\n調調調調調調調調調"</a:t>
            </a:r>
          </a:p>
          <a:p>
            <a:r>
              <a:t>        }</a:t>
            </a:r>
          </a:p>
          <a:p>
            <a:r>
              <a:t>      ],</a:t>
            </a:r>
          </a:p>
          <a:p>
            <a:r>
              <a:t>      "mode": "verbatim"</a:t>
            </a:r>
          </a:p>
          <a:p>
            <a:r>
              <a:t>    },</a:t>
            </a:r>
          </a:p>
          <a:p>
            <a:r>
              <a:t>    {</a:t>
            </a:r>
          </a:p>
          <a:p>
            <a:r>
              <a:t>      "text": "調調調調調調調調調\n調調調調調調調調調",</a:t>
            </a:r>
          </a:p>
          <a:p>
            <a:r>
              <a:t>      "refs": [</a:t>
            </a:r>
          </a:p>
          <a:p>
            <a:r>
              <a:t>        {</a:t>
            </a:r>
          </a:p>
          <a:p>
            <a:r>
              <a:t>          "source_id": "s0288",</a:t>
            </a:r>
          </a:p>
          <a:p>
            <a:r>
              <a:t>          "quote": "調調調調調調調調調\n調調調調調調調調調"</a:t>
            </a:r>
          </a:p>
          <a:p>
            <a:r>
              <a:t>        }</a:t>
            </a:r>
          </a:p>
          <a:p>
            <a:r>
              <a:t>      ],</a:t>
            </a:r>
          </a:p>
          <a:p>
            <a:r>
              <a:t>      "mode": "verbatim"</a:t>
            </a:r>
          </a:p>
          <a:p>
            <a:r>
              <a:t>    },</a:t>
            </a:r>
          </a:p>
          <a:p>
            <a:r>
              <a:t>    {</a:t>
            </a:r>
          </a:p>
          <a:p>
            <a:r>
              <a:t>      "text": "調調調調調調調調調調調調調調調調調調",</a:t>
            </a:r>
          </a:p>
          <a:p>
            <a:r>
              <a:t>      "refs": [</a:t>
            </a:r>
          </a:p>
          <a:p>
            <a:r>
              <a:t>        {</a:t>
            </a:r>
          </a:p>
          <a:p>
            <a:r>
              <a:t>          "source_id": "s0289",</a:t>
            </a:r>
          </a:p>
          <a:p>
            <a:r>
              <a:t>          "quote": "調調調調調調調調調調調調調調調調調調は対象の機能を含む管理範囲を表す。"</a:t>
            </a:r>
          </a:p>
          <a:p>
            <a:r>
              <a:t>        }</a:t>
            </a:r>
          </a:p>
          <a:p>
            <a:r>
              <a:t>      ],</a:t>
            </a:r>
          </a:p>
          <a:p>
            <a:r>
              <a:t>      "mode": "verbatim"</a:t>
            </a:r>
          </a:p>
          <a:p>
            <a:r>
              <a:t>    }</a:t>
            </a:r>
          </a:p>
          <a:p>
            <a:r>
              <a:t>  ],</a:t>
            </a:r>
          </a:p>
          <a:p>
            <a:r>
              <a:t>  "citations": {</a:t>
            </a:r>
          </a:p>
          <a:p>
            <a:r>
              <a:t>    "s0278": "架空設計書・構造検証用",</a:t>
            </a:r>
          </a:p>
          <a:p>
            <a:r>
              <a:t>    "s0279": "架空設計書・構造検証用",</a:t>
            </a:r>
          </a:p>
          <a:p>
            <a:r>
              <a:t>    "s0280": "架空設計書・構造検証用",</a:t>
            </a:r>
          </a:p>
          <a:p>
            <a:r>
              <a:t>    "s0281": "架空設計書・構造検証用",</a:t>
            </a:r>
          </a:p>
          <a:p>
            <a:r>
              <a:t>    "s0282": "架空設計書・構造検証用",</a:t>
            </a:r>
          </a:p>
          <a:p>
            <a:r>
              <a:t>    "s0283": "架空設計書・構造検証用",</a:t>
            </a:r>
          </a:p>
          <a:p>
            <a:r>
              <a:t>    "s0284": "架空設計書・構造検証用",</a:t>
            </a:r>
          </a:p>
          <a:p>
            <a:r>
              <a:t>    "s0285": "架空設計書・構造検証用",</a:t>
            </a:r>
          </a:p>
          <a:p>
            <a:r>
              <a:t>    "s0286": "架空設計書・構造検証用",</a:t>
            </a:r>
          </a:p>
          <a:p>
            <a:r>
              <a:t>    "s0287": "架空設計書・構造検証用",</a:t>
            </a:r>
          </a:p>
          <a:p>
            <a:r>
              <a:t>    "s0288": "架空設計書・構造検証用",</a:t>
            </a:r>
          </a:p>
          <a:p>
            <a:r>
              <a:t>    "s0289": "架空設計書・構造検証用",</a:t>
            </a:r>
          </a:p>
          <a:p>
            <a:r>
              <a:t>    "s0290":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"rl_4",</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"s0278",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"s0279",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a:t>
            </a:r>
          </a:p>
          <a:p>
            <a:r>
              <a:t>            "refs": [</a:t>
            </a:r>
          </a:p>
          <a:p>
            <a:r>
              <a:t>              {</a:t>
            </a:r>
          </a:p>
          <a:p>
            <a:r>
              <a:t>                "source_id": "s0280",</a:t>
            </a:r>
          </a:p>
          <a:p>
            <a:r>
              <a:t>                "quote": "調調調調調調"</a:t>
            </a:r>
          </a:p>
          <a:p>
            <a:r>
              <a:t>              }</a:t>
            </a:r>
          </a:p>
          <a:p>
            <a:r>
              <a:t>            ],</a:t>
            </a:r>
          </a:p>
          <a:p>
            <a:r>
              <a:t>            "mode": "verbatim"</a:t>
            </a:r>
          </a:p>
          <a:p>
            <a:r>
              <a:t>          }</a:t>
            </a:r>
          </a:p>
          <a:p>
            <a:r>
              <a:t>        },</a:t>
            </a:r>
          </a:p>
          <a:p>
            <a:r>
              <a:t>        {</a:t>
            </a:r>
          </a:p>
          <a:p>
            <a:r>
              <a:t>          "id": "actor_1",</a:t>
            </a:r>
          </a:p>
          <a:p>
            <a:r>
              <a:t>          "label": {</a:t>
            </a:r>
          </a:p>
          <a:p>
            <a:r>
              <a:t>            "text": "調調調調調調",</a:t>
            </a:r>
          </a:p>
          <a:p>
            <a:r>
              <a:t>            "refs": [</a:t>
            </a:r>
          </a:p>
          <a:p>
            <a:r>
              <a:t>              {</a:t>
            </a:r>
          </a:p>
          <a:p>
            <a:r>
              <a:t>                "source_id": "s0281",</a:t>
            </a:r>
          </a:p>
          <a:p>
            <a:r>
              <a:t>                "quote": "調調調調調調"</a:t>
            </a:r>
          </a:p>
          <a:p>
            <a:r>
              <a:t>              }</a:t>
            </a:r>
          </a:p>
          <a:p>
            <a:r>
              <a:t>            ],</a:t>
            </a:r>
          </a:p>
          <a:p>
            <a:r>
              <a:t>            "mode": "verbatim"</a:t>
            </a:r>
          </a:p>
          <a:p>
            <a:r>
              <a:t>          }</a:t>
            </a:r>
          </a:p>
          <a:p>
            <a:r>
              <a:t>        },</a:t>
            </a:r>
          </a:p>
          <a:p>
            <a:r>
              <a:t>        {</a:t>
            </a:r>
          </a:p>
          <a:p>
            <a:r>
              <a:t>          "id": "actor_2",</a:t>
            </a:r>
          </a:p>
          <a:p>
            <a:r>
              <a:t>          "label": {</a:t>
            </a:r>
          </a:p>
          <a:p>
            <a:r>
              <a:t>            "text": "調調調調調調",</a:t>
            </a:r>
          </a:p>
          <a:p>
            <a:r>
              <a:t>            "refs": [</a:t>
            </a:r>
          </a:p>
          <a:p>
            <a:r>
              <a:t>              {</a:t>
            </a:r>
          </a:p>
          <a:p>
            <a:r>
              <a:t>                "source_id": "s0282",</a:t>
            </a:r>
          </a:p>
          <a:p>
            <a:r>
              <a:t>                "quote": "調調調調調調"</a:t>
            </a:r>
          </a:p>
          <a:p>
            <a:r>
              <a:t>              }</a:t>
            </a:r>
          </a:p>
          <a:p>
            <a:r>
              <a:t>            ],</a:t>
            </a:r>
          </a:p>
          <a:p>
            <a:r>
              <a:t>            "mode": "verbatim"</a:t>
            </a:r>
          </a:p>
          <a:p>
            <a:r>
              <a:t>          }</a:t>
            </a:r>
          </a:p>
          <a:p>
            <a:r>
              <a:t>        },</a:t>
            </a:r>
          </a:p>
          <a:p>
            <a:r>
              <a:t>        {</a:t>
            </a:r>
          </a:p>
          <a:p>
            <a:r>
              <a:t>          "id": "actor_3",</a:t>
            </a:r>
          </a:p>
          <a:p>
            <a:r>
              <a:t>          "label": {</a:t>
            </a:r>
          </a:p>
          <a:p>
            <a:r>
              <a:t>            "text": "調調調調調調",</a:t>
            </a:r>
          </a:p>
          <a:p>
            <a:r>
              <a:t>            "refs": [</a:t>
            </a:r>
          </a:p>
          <a:p>
            <a:r>
              <a:t>              {</a:t>
            </a:r>
          </a:p>
          <a:p>
            <a:r>
              <a:t>                "source_id": "s0283",</a:t>
            </a:r>
          </a:p>
          <a:p>
            <a:r>
              <a:t>                "quote": "調調調調調調"</a:t>
            </a:r>
          </a:p>
          <a:p>
            <a:r>
              <a:t>              }</a:t>
            </a:r>
          </a:p>
          <a:p>
            <a:r>
              <a:t>            ],</a:t>
            </a:r>
          </a:p>
          <a:p>
            <a:r>
              <a:t>            "mode": "verbatim"</a:t>
            </a:r>
          </a:p>
          <a:p>
            <a:r>
              <a:t>          }</a:t>
            </a:r>
          </a:p>
          <a:p>
            <a:r>
              <a:t>        },</a:t>
            </a:r>
          </a:p>
          <a:p>
            <a:r>
              <a:t>        {</a:t>
            </a:r>
          </a:p>
          <a:p>
            <a:r>
              <a:t>          "id": "actor_4",</a:t>
            </a:r>
          </a:p>
          <a:p>
            <a:r>
              <a:t>          "label": {</a:t>
            </a:r>
          </a:p>
          <a:p>
            <a:r>
              <a:t>            "text": "調調調調調調",</a:t>
            </a:r>
          </a:p>
          <a:p>
            <a:r>
              <a:t>            "refs": [</a:t>
            </a:r>
          </a:p>
          <a:p>
            <a:r>
              <a:t>              {</a:t>
            </a:r>
          </a:p>
          <a:p>
            <a:r>
              <a:t>                "source_id": "s0284",</a:t>
            </a:r>
          </a:p>
          <a:p>
            <a:r>
              <a:t>                "quote": "調調調調調調"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"調調調調調調調調調\n調調調調調調調調調",</a:t>
            </a:r>
          </a:p>
          <a:p>
            <a:r>
              <a:t>            "refs": [</a:t>
            </a:r>
          </a:p>
          <a:p>
            <a:r>
              <a:t>              {</a:t>
            </a:r>
          </a:p>
          <a:p>
            <a:r>
              <a:t>                "source_id": "s0285",</a:t>
            </a:r>
          </a:p>
          <a:p>
            <a:r>
              <a:t>                "quote": "調調調調調調調調調\n調調調調調調調調調"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"調調調調調調調調調\n調調調調調調調調調",</a:t>
            </a:r>
          </a:p>
          <a:p>
            <a:r>
              <a:t>            "refs": [</a:t>
            </a:r>
          </a:p>
          <a:p>
            <a:r>
              <a:t>              {</a:t>
            </a:r>
          </a:p>
          <a:p>
            <a:r>
              <a:t>                "source_id": "s0286",</a:t>
            </a:r>
          </a:p>
          <a:p>
            <a:r>
              <a:t>                "quote": "調調調調調調調調調\n調調調調調調調調調"</a:t>
            </a:r>
          </a:p>
          <a:p>
            <a:r>
              <a:t>              }</a:t>
            </a:r>
          </a:p>
          <a:p>
            <a:r>
              <a:t>            ],</a:t>
            </a:r>
          </a:p>
          <a:p>
            <a:r>
              <a:t>            "mode": "verbatim"</a:t>
            </a:r>
          </a:p>
          <a:p>
            <a:r>
              <a:t>          }</a:t>
            </a:r>
          </a:p>
          <a:p>
            <a:r>
              <a:t>        },</a:t>
            </a:r>
          </a:p>
          <a:p>
            <a:r>
              <a:t>        {</a:t>
            </a:r>
          </a:p>
          <a:p>
            <a:r>
              <a:t>          "id": "edge_2",</a:t>
            </a:r>
          </a:p>
          <a:p>
            <a:r>
              <a:t>          "source": "actor_3",</a:t>
            </a:r>
          </a:p>
          <a:p>
            <a:r>
              <a:t>          "target": "actor_4",</a:t>
            </a:r>
          </a:p>
          <a:p>
            <a:r>
              <a:t>          "label": {</a:t>
            </a:r>
          </a:p>
          <a:p>
            <a:r>
              <a:t>            "text": "調調調調調調調調調\n調調調調調調調調調",</a:t>
            </a:r>
          </a:p>
          <a:p>
            <a:r>
              <a:t>            "refs": [</a:t>
            </a:r>
          </a:p>
          <a:p>
            <a:r>
              <a:t>              {</a:t>
            </a:r>
          </a:p>
          <a:p>
            <a:r>
              <a:t>                "source_id": "s0287",</a:t>
            </a:r>
          </a:p>
          <a:p>
            <a:r>
              <a:t>                "quote": "調調調調調調調調調\n調調調調調調調調調"</a:t>
            </a:r>
          </a:p>
          <a:p>
            <a:r>
              <a:t>              }</a:t>
            </a:r>
          </a:p>
          <a:p>
            <a:r>
              <a:t>            ],</a:t>
            </a:r>
          </a:p>
          <a:p>
            <a:r>
              <a:t>            "mode": "verbatim"</a:t>
            </a:r>
          </a:p>
          <a:p>
            <a:r>
              <a:t>          }</a:t>
            </a:r>
          </a:p>
          <a:p>
            <a:r>
              <a:t>        },</a:t>
            </a:r>
          </a:p>
          <a:p>
            <a:r>
              <a:t>        {</a:t>
            </a:r>
          </a:p>
          <a:p>
            <a:r>
              <a:t>          "id": "edge_3",</a:t>
            </a:r>
          </a:p>
          <a:p>
            <a:r>
              <a:t>          "source": "actor_4",</a:t>
            </a:r>
          </a:p>
          <a:p>
            <a:r>
              <a:t>          "target": "actor_3",</a:t>
            </a:r>
          </a:p>
          <a:p>
            <a:r>
              <a:t>          "label": {</a:t>
            </a:r>
          </a:p>
          <a:p>
            <a:r>
              <a:t>            "text": "調調調調調調調調調\n調調調調調調調調調",</a:t>
            </a:r>
          </a:p>
          <a:p>
            <a:r>
              <a:t>            "refs": [</a:t>
            </a:r>
          </a:p>
          <a:p>
            <a:r>
              <a:t>              {</a:t>
            </a:r>
          </a:p>
          <a:p>
            <a:r>
              <a:t>                "source_id": "s0288",</a:t>
            </a:r>
          </a:p>
          <a:p>
            <a:r>
              <a:t>                "quote": "調調調調調調調調調\n調調調調調調調調調"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a:t>
            </a:r>
          </a:p>
          <a:p>
            <a:r>
              <a:t>            "refs": [</a:t>
            </a:r>
          </a:p>
          <a:p>
            <a:r>
              <a:t>              {</a:t>
            </a:r>
          </a:p>
          <a:p>
            <a:r>
              <a:t>                "source_id": "s0289",</a:t>
            </a:r>
          </a:p>
          <a:p>
            <a:r>
              <a:t>                "quote": "調調調調調調調調調調調調調調調調調調は対象の機能を含む管理範囲を表す。"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a:t>
            </a:r>
          </a:p>
          <a:p>
            <a:r>
              <a:t>  "template_sha256": "2cb3d95e4ac3019da925e28a1341c1c4eff53b917005573d0f487e8efe08dad1"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"slide23",</a:t>
            </a:r>
          </a:p>
          <a:p>
            <a:r>
              <a:t>  "origin": "page23",</a:t>
            </a:r>
          </a:p>
          <a:p>
            <a:r>
              <a:t>  "layout_id": "rel_sequence_5_8_lr",</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"s0307",</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"s0291",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"s0292",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a:t>
            </a:r>
          </a:p>
          <a:p>
            <a:r>
              <a:t>      "refs": [</a:t>
            </a:r>
          </a:p>
          <a:p>
            <a:r>
              <a:t>        {</a:t>
            </a:r>
          </a:p>
          <a:p>
            <a:r>
              <a:t>          "source_id": "s0293",</a:t>
            </a:r>
          </a:p>
          <a:p>
            <a:r>
              <a:t>          "quote": "調調調調調調"</a:t>
            </a:r>
          </a:p>
          <a:p>
            <a:r>
              <a:t>        }</a:t>
            </a:r>
          </a:p>
          <a:p>
            <a:r>
              <a:t>      ],</a:t>
            </a:r>
          </a:p>
          <a:p>
            <a:r>
              <a:t>      "mode": "verbatim"</a:t>
            </a:r>
          </a:p>
          <a:p>
            <a:r>
              <a:t>    },</a:t>
            </a:r>
          </a:p>
          <a:p>
            <a:r>
              <a:t>    {</a:t>
            </a:r>
          </a:p>
          <a:p>
            <a:r>
              <a:t>      "text": "調調調調調調",</a:t>
            </a:r>
          </a:p>
          <a:p>
            <a:r>
              <a:t>      "refs": [</a:t>
            </a:r>
          </a:p>
          <a:p>
            <a:r>
              <a:t>        {</a:t>
            </a:r>
          </a:p>
          <a:p>
            <a:r>
              <a:t>          "source_id": "s0294",</a:t>
            </a:r>
          </a:p>
          <a:p>
            <a:r>
              <a:t>          "quote": "調調調調調調"</a:t>
            </a:r>
          </a:p>
          <a:p>
            <a:r>
              <a:t>        }</a:t>
            </a:r>
          </a:p>
          <a:p>
            <a:r>
              <a:t>      ],</a:t>
            </a:r>
          </a:p>
          <a:p>
            <a:r>
              <a:t>      "mode": "verbatim"</a:t>
            </a:r>
          </a:p>
          <a:p>
            <a:r>
              <a:t>    },</a:t>
            </a:r>
          </a:p>
          <a:p>
            <a:r>
              <a:t>    {</a:t>
            </a:r>
          </a:p>
          <a:p>
            <a:r>
              <a:t>      "text": "調調調調調調",</a:t>
            </a:r>
          </a:p>
          <a:p>
            <a:r>
              <a:t>      "refs": [</a:t>
            </a:r>
          </a:p>
          <a:p>
            <a:r>
              <a:t>        {</a:t>
            </a:r>
          </a:p>
          <a:p>
            <a:r>
              <a:t>          "source_id": "s0295",</a:t>
            </a:r>
          </a:p>
          <a:p>
            <a:r>
              <a:t>          "quote": "調調調調調調"</a:t>
            </a:r>
          </a:p>
          <a:p>
            <a:r>
              <a:t>        }</a:t>
            </a:r>
          </a:p>
          <a:p>
            <a:r>
              <a:t>      ],</a:t>
            </a:r>
          </a:p>
          <a:p>
            <a:r>
              <a:t>      "mode": "verbatim"</a:t>
            </a:r>
          </a:p>
          <a:p>
            <a:r>
              <a:t>    },</a:t>
            </a:r>
          </a:p>
          <a:p>
            <a:r>
              <a:t>    {</a:t>
            </a:r>
          </a:p>
          <a:p>
            <a:r>
              <a:t>      "text": "調調調調調調",</a:t>
            </a:r>
          </a:p>
          <a:p>
            <a:r>
              <a:t>      "refs": [</a:t>
            </a:r>
          </a:p>
          <a:p>
            <a:r>
              <a:t>        {</a:t>
            </a:r>
          </a:p>
          <a:p>
            <a:r>
              <a:t>          "source_id": "s0296",</a:t>
            </a:r>
          </a:p>
          <a:p>
            <a:r>
              <a:t>          "quote": "調調調調調調"</a:t>
            </a:r>
          </a:p>
          <a:p>
            <a:r>
              <a:t>        }</a:t>
            </a:r>
          </a:p>
          <a:p>
            <a:r>
              <a:t>      ],</a:t>
            </a:r>
          </a:p>
          <a:p>
            <a:r>
              <a:t>      "mode": "verbatim"</a:t>
            </a:r>
          </a:p>
          <a:p>
            <a:r>
              <a:t>    },</a:t>
            </a:r>
          </a:p>
          <a:p>
            <a:r>
              <a:t>    {</a:t>
            </a:r>
          </a:p>
          <a:p>
            <a:r>
              <a:t>      "text": "調調調調調調",</a:t>
            </a:r>
          </a:p>
          <a:p>
            <a:r>
              <a:t>      "refs": [</a:t>
            </a:r>
          </a:p>
          <a:p>
            <a:r>
              <a:t>        {</a:t>
            </a:r>
          </a:p>
          <a:p>
            <a:r>
              <a:t>          "source_id": "s0297",</a:t>
            </a:r>
          </a:p>
          <a:p>
            <a:r>
              <a:t>          "quote": "調調調調調調"</a:t>
            </a:r>
          </a:p>
          <a:p>
            <a:r>
              <a:t>        }</a:t>
            </a:r>
          </a:p>
          <a:p>
            <a:r>
              <a:t>      ],</a:t>
            </a:r>
          </a:p>
          <a:p>
            <a:r>
              <a:t>      "mode": "verbatim"</a:t>
            </a:r>
          </a:p>
          <a:p>
            <a:r>
              <a:t>    },</a:t>
            </a:r>
          </a:p>
          <a:p>
            <a:r>
              <a:t>    {</a:t>
            </a:r>
          </a:p>
          <a:p>
            <a:r>
              <a:t>      "text": "調調調調調調調調調",</a:t>
            </a:r>
          </a:p>
          <a:p>
            <a:r>
              <a:t>      "refs": [</a:t>
            </a:r>
          </a:p>
          <a:p>
            <a:r>
              <a:t>        {</a:t>
            </a:r>
          </a:p>
          <a:p>
            <a:r>
              <a:t>          "source_id": "s0298",</a:t>
            </a:r>
          </a:p>
          <a:p>
            <a:r>
              <a:t>          "quote": "調調調調調調調調調"</a:t>
            </a:r>
          </a:p>
          <a:p>
            <a:r>
              <a:t>        }</a:t>
            </a:r>
          </a:p>
          <a:p>
            <a:r>
              <a:t>      ],</a:t>
            </a:r>
          </a:p>
          <a:p>
            <a:r>
              <a:t>      "mode": "verbatim"</a:t>
            </a:r>
          </a:p>
          <a:p>
            <a:r>
              <a:t>    },</a:t>
            </a:r>
          </a:p>
          <a:p>
            <a:r>
              <a:t>    {</a:t>
            </a:r>
          </a:p>
          <a:p>
            <a:r>
              <a:t>      "text": "調調調調調調調調調",</a:t>
            </a:r>
          </a:p>
          <a:p>
            <a:r>
              <a:t>      "refs": [</a:t>
            </a:r>
          </a:p>
          <a:p>
            <a:r>
              <a:t>        {</a:t>
            </a:r>
          </a:p>
          <a:p>
            <a:r>
              <a:t>          "source_id": "s0299",</a:t>
            </a:r>
          </a:p>
          <a:p>
            <a:r>
              <a:t>          "quote": "調調調調調調調調調"</a:t>
            </a:r>
          </a:p>
          <a:p>
            <a:r>
              <a:t>        }</a:t>
            </a:r>
          </a:p>
          <a:p>
            <a:r>
              <a:t>      ],</a:t>
            </a:r>
          </a:p>
          <a:p>
            <a:r>
              <a:t>      "mode": "verbatim"</a:t>
            </a:r>
          </a:p>
          <a:p>
            <a:r>
              <a:t>    },</a:t>
            </a:r>
          </a:p>
          <a:p>
            <a:r>
              <a:t>    {</a:t>
            </a:r>
          </a:p>
          <a:p>
            <a:r>
              <a:t>      "text": "調調調調調調調調調",</a:t>
            </a:r>
          </a:p>
          <a:p>
            <a:r>
              <a:t>      "refs": [</a:t>
            </a:r>
          </a:p>
          <a:p>
            <a:r>
              <a:t>        {</a:t>
            </a:r>
          </a:p>
          <a:p>
            <a:r>
              <a:t>          "source_id": "s0300",</a:t>
            </a:r>
          </a:p>
          <a:p>
            <a:r>
              <a:t>          "quote": "調調調調調調調調調"</a:t>
            </a:r>
          </a:p>
          <a:p>
            <a:r>
              <a:t>        }</a:t>
            </a:r>
          </a:p>
          <a:p>
            <a:r>
              <a:t>      ],</a:t>
            </a:r>
          </a:p>
          <a:p>
            <a:r>
              <a:t>      "mode": "verbatim"</a:t>
            </a:r>
          </a:p>
          <a:p>
            <a:r>
              <a:t>    },</a:t>
            </a:r>
          </a:p>
          <a:p>
            <a:r>
              <a:t>    {</a:t>
            </a:r>
          </a:p>
          <a:p>
            <a:r>
              <a:t>      "text": "調調調調調調調",</a:t>
            </a:r>
          </a:p>
          <a:p>
            <a:r>
              <a:t>      "refs": [</a:t>
            </a:r>
          </a:p>
          <a:p>
            <a:r>
              <a:t>        {</a:t>
            </a:r>
          </a:p>
          <a:p>
            <a:r>
              <a:t>          "source_id": "s0301",</a:t>
            </a:r>
          </a:p>
          <a:p>
            <a:r>
              <a:t>          "quote": "調調調調調調調"</a:t>
            </a:r>
          </a:p>
          <a:p>
            <a:r>
              <a:t>        }</a:t>
            </a:r>
          </a:p>
          <a:p>
            <a:r>
              <a:t>      ],</a:t>
            </a:r>
          </a:p>
          <a:p>
            <a:r>
              <a:t>      "mode": "verbatim"</a:t>
            </a:r>
          </a:p>
          <a:p>
            <a:r>
              <a:t>    },</a:t>
            </a:r>
          </a:p>
          <a:p>
            <a:r>
              <a:t>    {</a:t>
            </a:r>
          </a:p>
          <a:p>
            <a:r>
              <a:t>      "text": "調調調調調調調調調調調調調調調調調調調調調調調調調調調調調調",</a:t>
            </a:r>
          </a:p>
          <a:p>
            <a:r>
              <a:t>      "refs": [</a:t>
            </a:r>
          </a:p>
          <a:p>
            <a:r>
              <a:t>        {</a:t>
            </a:r>
          </a:p>
          <a:p>
            <a:r>
              <a:t>          "source_id": "s0302",</a:t>
            </a:r>
          </a:p>
          <a:p>
            <a:r>
              <a:t>          "quote": "調調調調調調調調調調調調調調調調調調調調調調調調調調調調調調"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a:t>
            </a:r>
          </a:p>
          <a:p>
            <a:r>
              <a:t>      "refs": [</a:t>
            </a:r>
          </a:p>
          <a:p>
            <a:r>
              <a:t>        {</a:t>
            </a:r>
          </a:p>
          <a:p>
            <a:r>
              <a:t>          "source_id": "s0303",</a:t>
            </a:r>
          </a:p>
          <a:p>
            <a:r>
              <a:t>          "quote": "調調調調調調調調調調調調調調調調調調調調調調調調調調調調調調"</a:t>
            </a:r>
          </a:p>
          <a:p>
            <a:r>
              <a:t>        }</a:t>
            </a:r>
          </a:p>
          <a:p>
            <a:r>
              <a:t>      ],</a:t>
            </a:r>
          </a:p>
          <a:p>
            <a:r>
              <a:t>      "mode": "verbatim"</a:t>
            </a:r>
          </a:p>
          <a:p>
            <a:r>
              <a:t>    },</a:t>
            </a:r>
          </a:p>
          <a:p>
            <a:r>
              <a:t>    {</a:t>
            </a:r>
          </a:p>
          <a:p>
            <a:r>
              <a:t>      "text": "調調調調調調調調調",</a:t>
            </a:r>
          </a:p>
          <a:p>
            <a:r>
              <a:t>      "refs": [</a:t>
            </a:r>
          </a:p>
          <a:p>
            <a:r>
              <a:t>        {</a:t>
            </a:r>
          </a:p>
          <a:p>
            <a:r>
              <a:t>          "source_id": "s0304",</a:t>
            </a:r>
          </a:p>
          <a:p>
            <a:r>
              <a:t>          "quote": "調調調調調調調調調"</a:t>
            </a:r>
          </a:p>
          <a:p>
            <a:r>
              <a:t>        }</a:t>
            </a:r>
          </a:p>
          <a:p>
            <a:r>
              <a:t>      ],</a:t>
            </a:r>
          </a:p>
          <a:p>
            <a:r>
              <a:t>      "mode": "verbatim"</a:t>
            </a:r>
          </a:p>
          <a:p>
            <a:r>
              <a:t>    },</a:t>
            </a:r>
          </a:p>
          <a:p>
            <a:r>
              <a:t>    {</a:t>
            </a:r>
          </a:p>
          <a:p>
            <a:r>
              <a:t>      "text": "調調調調調調調調調",</a:t>
            </a:r>
          </a:p>
          <a:p>
            <a:r>
              <a:t>      "refs": [</a:t>
            </a:r>
          </a:p>
          <a:p>
            <a:r>
              <a:t>        {</a:t>
            </a:r>
          </a:p>
          <a:p>
            <a:r>
              <a:t>          "source_id": "s0305",</a:t>
            </a:r>
          </a:p>
          <a:p>
            <a:r>
              <a:t>          "quote": "調調調調調調調調調"</a:t>
            </a:r>
          </a:p>
          <a:p>
            <a:r>
              <a:t>        }</a:t>
            </a:r>
          </a:p>
          <a:p>
            <a:r>
              <a:t>      ],</a:t>
            </a:r>
          </a:p>
          <a:p>
            <a:r>
              <a:t>      "mode": "verbatim"</a:t>
            </a:r>
          </a:p>
          <a:p>
            <a:r>
              <a:t>    },</a:t>
            </a:r>
          </a:p>
          <a:p>
            <a:r>
              <a:t>    {</a:t>
            </a:r>
          </a:p>
          <a:p>
            <a:r>
              <a:t>      "text": "調調調調調調調調調調調調調調調調調調",</a:t>
            </a:r>
          </a:p>
          <a:p>
            <a:r>
              <a:t>      "refs": [</a:t>
            </a:r>
          </a:p>
          <a:p>
            <a:r>
              <a:t>        {</a:t>
            </a:r>
          </a:p>
          <a:p>
            <a:r>
              <a:t>          "source_id": "s0306",</a:t>
            </a:r>
          </a:p>
          <a:p>
            <a:r>
              <a:t>          "quote": "調調調調調調調調調調調調調調調調調調は対象の機能を含む管理範囲を表す。"</a:t>
            </a:r>
          </a:p>
          <a:p>
            <a:r>
              <a:t>        }</a:t>
            </a:r>
          </a:p>
          <a:p>
            <a:r>
              <a:t>      ],</a:t>
            </a:r>
          </a:p>
          <a:p>
            <a:r>
              <a:t>      "mode": "verbatim"</a:t>
            </a:r>
          </a:p>
          <a:p>
            <a:r>
              <a:t>    }</a:t>
            </a:r>
          </a:p>
          <a:p>
            <a:r>
              <a:t>  ],</a:t>
            </a:r>
          </a:p>
          <a:p>
            <a:r>
              <a:t>  "citations": {</a:t>
            </a:r>
          </a:p>
          <a:p>
            <a:r>
              <a:t>    "s0291": "架空設計書・構造検証用",</a:t>
            </a:r>
          </a:p>
          <a:p>
            <a:r>
              <a:t>    "s0292": "架空設計書・構造検証用",</a:t>
            </a:r>
          </a:p>
          <a:p>
            <a:r>
              <a:t>    "s0293": "架空設計書・構造検証用",</a:t>
            </a:r>
          </a:p>
          <a:p>
            <a:r>
              <a:t>    "s0294": "架空設計書・構造検証用",</a:t>
            </a:r>
          </a:p>
          <a:p>
            <a:r>
              <a:t>    "s0295": "架空設計書・構造検証用",</a:t>
            </a:r>
          </a:p>
          <a:p>
            <a:r>
              <a:t>    "s0296": "架空設計書・構造検証用",</a:t>
            </a:r>
          </a:p>
          <a:p>
            <a:r>
              <a:t>    "s0297": "架空設計書・構造検証用",</a:t>
            </a:r>
          </a:p>
          <a:p>
            <a:r>
              <a:t>    "s0298": "架空設計書・構造検証用",</a:t>
            </a:r>
          </a:p>
          <a:p>
            <a:r>
              <a:t>    "s0299": "架空設計書・構造検証用",</a:t>
            </a:r>
          </a:p>
          <a:p>
            <a:r>
              <a:t>    "s0300": "架空設計書・構造検証用",</a:t>
            </a:r>
          </a:p>
          <a:p>
            <a:r>
              <a:t>    "s0301": "架空設計書・構造検証用",</a:t>
            </a:r>
          </a:p>
          <a:p>
            <a:r>
              <a:t>    "s0302": "架空設計書・構造検証用",</a:t>
            </a:r>
          </a:p>
          <a:p>
            <a:r>
              <a:t>    "s0303": "架空設計書・構造検証用",</a:t>
            </a:r>
          </a:p>
          <a:p>
            <a:r>
              <a:t>    "s0304": "架空設計書・構造検証用",</a:t>
            </a:r>
          </a:p>
          <a:p>
            <a:r>
              <a:t>    "s0305": "架空設計書・構造検証用",</a:t>
            </a:r>
          </a:p>
          <a:p>
            <a:r>
              <a:t>    "s0306": "架空設計書・構造検証用",</a:t>
            </a:r>
          </a:p>
          <a:p>
            <a:r>
              <a:t>    "s0307":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"lr_8",</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"s0291",</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"s0292",</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a:t>
            </a:r>
          </a:p>
          <a:p>
            <a:r>
              <a:t>            "refs": [</a:t>
            </a:r>
          </a:p>
          <a:p>
            <a:r>
              <a:t>              {</a:t>
            </a:r>
          </a:p>
          <a:p>
            <a:r>
              <a:t>                "source_id": "s0293",</a:t>
            </a:r>
          </a:p>
          <a:p>
            <a:r>
              <a:t>                "quote": "調調調調調調"</a:t>
            </a:r>
          </a:p>
          <a:p>
            <a:r>
              <a:t>              }</a:t>
            </a:r>
          </a:p>
          <a:p>
            <a:r>
              <a:t>            ],</a:t>
            </a:r>
          </a:p>
          <a:p>
            <a:r>
              <a:t>            "mode": "verbatim"</a:t>
            </a:r>
          </a:p>
          <a:p>
            <a:r>
              <a:t>          }</a:t>
            </a:r>
          </a:p>
          <a:p>
            <a:r>
              <a:t>        },</a:t>
            </a:r>
          </a:p>
          <a:p>
            <a:r>
              <a:t>        {</a:t>
            </a:r>
          </a:p>
          <a:p>
            <a:r>
              <a:t>          "id": "actor_1",</a:t>
            </a:r>
          </a:p>
          <a:p>
            <a:r>
              <a:t>          "label": {</a:t>
            </a:r>
          </a:p>
          <a:p>
            <a:r>
              <a:t>            "text": "調調調調調調",</a:t>
            </a:r>
          </a:p>
          <a:p>
            <a:r>
              <a:t>            "refs": [</a:t>
            </a:r>
          </a:p>
          <a:p>
            <a:r>
              <a:t>              {</a:t>
            </a:r>
          </a:p>
          <a:p>
            <a:r>
              <a:t>                "source_id": "s0294",</a:t>
            </a:r>
          </a:p>
          <a:p>
            <a:r>
              <a:t>                "quote": "調調調調調調"</a:t>
            </a:r>
          </a:p>
          <a:p>
            <a:r>
              <a:t>              }</a:t>
            </a:r>
          </a:p>
          <a:p>
            <a:r>
              <a:t>            ],</a:t>
            </a:r>
          </a:p>
          <a:p>
            <a:r>
              <a:t>            "mode": "verbatim"</a:t>
            </a:r>
          </a:p>
          <a:p>
            <a:r>
              <a:t>          }</a:t>
            </a:r>
          </a:p>
          <a:p>
            <a:r>
              <a:t>        },</a:t>
            </a:r>
          </a:p>
          <a:p>
            <a:r>
              <a:t>        {</a:t>
            </a:r>
          </a:p>
          <a:p>
            <a:r>
              <a:t>          "id": "actor_2",</a:t>
            </a:r>
          </a:p>
          <a:p>
            <a:r>
              <a:t>          "label": {</a:t>
            </a:r>
          </a:p>
          <a:p>
            <a:r>
              <a:t>            "text": "調調調調調調",</a:t>
            </a:r>
          </a:p>
          <a:p>
            <a:r>
              <a:t>            "refs": [</a:t>
            </a:r>
          </a:p>
          <a:p>
            <a:r>
              <a:t>              {</a:t>
            </a:r>
          </a:p>
          <a:p>
            <a:r>
              <a:t>                "source_id": "s0295",</a:t>
            </a:r>
          </a:p>
          <a:p>
            <a:r>
              <a:t>                "quote": "調調調調調調"</a:t>
            </a:r>
          </a:p>
          <a:p>
            <a:r>
              <a:t>              }</a:t>
            </a:r>
          </a:p>
          <a:p>
            <a:r>
              <a:t>            ],</a:t>
            </a:r>
          </a:p>
          <a:p>
            <a:r>
              <a:t>            "mode": "verbatim"</a:t>
            </a:r>
          </a:p>
          <a:p>
            <a:r>
              <a:t>          }</a:t>
            </a:r>
          </a:p>
          <a:p>
            <a:r>
              <a:t>        },</a:t>
            </a:r>
          </a:p>
          <a:p>
            <a:r>
              <a:t>        {</a:t>
            </a:r>
          </a:p>
          <a:p>
            <a:r>
              <a:t>          "id": "actor_3",</a:t>
            </a:r>
          </a:p>
          <a:p>
            <a:r>
              <a:t>          "label": {</a:t>
            </a:r>
          </a:p>
          <a:p>
            <a:r>
              <a:t>            "text": "調調調調調調",</a:t>
            </a:r>
          </a:p>
          <a:p>
            <a:r>
              <a:t>            "refs": [</a:t>
            </a:r>
          </a:p>
          <a:p>
            <a:r>
              <a:t>              {</a:t>
            </a:r>
          </a:p>
          <a:p>
            <a:r>
              <a:t>                "source_id": "s0296",</a:t>
            </a:r>
          </a:p>
          <a:p>
            <a:r>
              <a:t>                "quote": "調調調調調調"</a:t>
            </a:r>
          </a:p>
          <a:p>
            <a:r>
              <a:t>              }</a:t>
            </a:r>
          </a:p>
          <a:p>
            <a:r>
              <a:t>            ],</a:t>
            </a:r>
          </a:p>
          <a:p>
            <a:r>
              <a:t>            "mode": "verbatim"</a:t>
            </a:r>
          </a:p>
          <a:p>
            <a:r>
              <a:t>          }</a:t>
            </a:r>
          </a:p>
          <a:p>
            <a:r>
              <a:t>        },</a:t>
            </a:r>
          </a:p>
          <a:p>
            <a:r>
              <a:t>        {</a:t>
            </a:r>
          </a:p>
          <a:p>
            <a:r>
              <a:t>          "id": "actor_4",</a:t>
            </a:r>
          </a:p>
          <a:p>
            <a:r>
              <a:t>          "label": {</a:t>
            </a:r>
          </a:p>
          <a:p>
            <a:r>
              <a:t>            "text": "調調調調調調",</a:t>
            </a:r>
          </a:p>
          <a:p>
            <a:r>
              <a:t>            "refs": [</a:t>
            </a:r>
          </a:p>
          <a:p>
            <a:r>
              <a:t>              {</a:t>
            </a:r>
          </a:p>
          <a:p>
            <a:r>
              <a:t>                "source_id": "s0297",</a:t>
            </a:r>
          </a:p>
          <a:p>
            <a:r>
              <a:t>                "quote": "調調調調調調"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a:t>
            </a:r>
          </a:p>
          <a:p>
            <a:r>
              <a:t>            "refs": [</a:t>
            </a:r>
          </a:p>
          <a:p>
            <a:r>
              <a:t>              {</a:t>
            </a:r>
          </a:p>
          <a:p>
            <a:r>
              <a:t>                "source_id": "s0298",</a:t>
            </a:r>
          </a:p>
          <a:p>
            <a:r>
              <a:t>                "quote": "調調調調調調調調調"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a:t>
            </a:r>
          </a:p>
          <a:p>
            <a:r>
              <a:t>            "refs": [</a:t>
            </a:r>
          </a:p>
          <a:p>
            <a:r>
              <a:t>              {</a:t>
            </a:r>
          </a:p>
          <a:p>
            <a:r>
              <a:t>                "source_id": "s0299",</a:t>
            </a:r>
          </a:p>
          <a:p>
            <a:r>
              <a:t>                "quote": "調調調調調調調調調"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a:t>
            </a:r>
          </a:p>
          <a:p>
            <a:r>
              <a:t>            "refs": [</a:t>
            </a:r>
          </a:p>
          <a:p>
            <a:r>
              <a:t>              {</a:t>
            </a:r>
          </a:p>
          <a:p>
            <a:r>
              <a:t>                "source_id": "s0300",</a:t>
            </a:r>
          </a:p>
          <a:p>
            <a:r>
              <a:t>                "quote": "調調調調調調調調調"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a:t>
            </a:r>
          </a:p>
          <a:p>
            <a:r>
              <a:t>            "refs": [</a:t>
            </a:r>
          </a:p>
          <a:p>
            <a:r>
              <a:t>              {</a:t>
            </a:r>
          </a:p>
          <a:p>
            <a:r>
              <a:t>                "source_id": "s0301",</a:t>
            </a:r>
          </a:p>
          <a:p>
            <a:r>
              <a:t>                "quote": "調調調調調調調"</a:t>
            </a:r>
          </a:p>
          <a:p>
            <a:r>
              <a:t>              }</a:t>
            </a:r>
          </a:p>
          <a:p>
            <a:r>
              <a:t>            ],</a:t>
            </a:r>
          </a:p>
          <a:p>
            <a:r>
              <a:t>            "mode": "verbatim"</a:t>
            </a:r>
          </a:p>
          <a:p>
            <a:r>
              <a:t>          }</a:t>
            </a:r>
          </a:p>
          <a:p>
            <a:r>
              <a:t>        },</a:t>
            </a:r>
          </a:p>
          <a:p>
            <a:r>
              <a:t>        {</a:t>
            </a:r>
          </a:p>
          <a:p>
            <a:r>
              <a:t>          "id": "edge_4",</a:t>
            </a:r>
          </a:p>
          <a:p>
            <a:r>
              <a:t>          "source": "actor_1",</a:t>
            </a:r>
          </a:p>
          <a:p>
            <a:r>
              <a:t>          "target": "actor_4",</a:t>
            </a:r>
          </a:p>
          <a:p>
            <a:r>
              <a:t>          "label": {</a:t>
            </a:r>
          </a:p>
          <a:p>
            <a:r>
              <a:t>            "text": "調調調調調調調調調調調調調調調調調調調調調調調調調調調調調調",</a:t>
            </a:r>
          </a:p>
          <a:p>
            <a:r>
              <a:t>            "refs": [</a:t>
            </a:r>
          </a:p>
          <a:p>
            <a:r>
              <a:t>              {</a:t>
            </a:r>
          </a:p>
          <a:p>
            <a:r>
              <a:t>                "source_id": "s0302",</a:t>
            </a:r>
          </a:p>
          <a:p>
            <a:r>
              <a:t>                "quote": "調調調調調調調調調調調調調調調調調調調調調調調調調調調調調調"</a:t>
            </a:r>
          </a:p>
          <a:p>
            <a:r>
              <a:t>              }</a:t>
            </a:r>
          </a:p>
          <a:p>
            <a:r>
              <a:t>            ],</a:t>
            </a:r>
          </a:p>
          <a:p>
            <a:r>
              <a:t>            "mode": "verbatim"</a:t>
            </a:r>
          </a:p>
          <a:p>
            <a:r>
              <a:t>          }</a:t>
            </a:r>
          </a:p>
          <a:p>
            <a:r>
              <a:t>        },</a:t>
            </a:r>
          </a:p>
          <a:p>
            <a:r>
              <a:t>        {</a:t>
            </a:r>
          </a:p>
          <a:p>
            <a:r>
              <a:t>          "id": "edge_5",</a:t>
            </a:r>
          </a:p>
          <a:p>
            <a:r>
              <a:t>          "source": "actor_4",</a:t>
            </a:r>
          </a:p>
          <a:p>
            <a:r>
              <a:t>          "target": "actor_1",</a:t>
            </a:r>
          </a:p>
          <a:p>
            <a:r>
              <a:t>          "label": {</a:t>
            </a:r>
          </a:p>
          <a:p>
            <a:r>
              <a:t>            "text": "調調調調調調調調調調調調調調調調調調調調調調調調調調調調調調",</a:t>
            </a:r>
          </a:p>
          <a:p>
            <a:r>
              <a:t>            "refs": [</a:t>
            </a:r>
          </a:p>
          <a:p>
            <a:r>
              <a:t>              {</a:t>
            </a:r>
          </a:p>
          <a:p>
            <a:r>
              <a:t>                "source_id": "s0303",</a:t>
            </a:r>
          </a:p>
          <a:p>
            <a:r>
              <a:t>                "quote": "調調調調調調調調調調調調調調調調調調調調調調調調調調調調調調"</a:t>
            </a:r>
          </a:p>
          <a:p>
            <a:r>
              <a:t>              }</a:t>
            </a:r>
          </a:p>
          <a:p>
            <a:r>
              <a:t>            ],</a:t>
            </a:r>
          </a:p>
          <a:p>
            <a:r>
              <a:t>            "mode": "verbatim"</a:t>
            </a:r>
          </a:p>
          <a:p>
            <a:r>
              <a:t>          }</a:t>
            </a:r>
          </a:p>
          <a:p>
            <a:r>
              <a:t>        },</a:t>
            </a:r>
          </a:p>
          <a:p>
            <a:r>
              <a:t>        {</a:t>
            </a:r>
          </a:p>
          <a:p>
            <a:r>
              <a:t>          "id": "edge_6",</a:t>
            </a:r>
          </a:p>
          <a:p>
            <a:r>
              <a:t>          "source": "actor_3",</a:t>
            </a:r>
          </a:p>
          <a:p>
            <a:r>
              <a:t>          "target": "actor_4",</a:t>
            </a:r>
          </a:p>
          <a:p>
            <a:r>
              <a:t>          "label": {</a:t>
            </a:r>
          </a:p>
          <a:p>
            <a:r>
              <a:t>            "text": "調調調調調調調調調",</a:t>
            </a:r>
          </a:p>
          <a:p>
            <a:r>
              <a:t>            "refs": [</a:t>
            </a:r>
          </a:p>
          <a:p>
            <a:r>
              <a:t>              {</a:t>
            </a:r>
          </a:p>
          <a:p>
            <a:r>
              <a:t>                "source_id": "s0304",</a:t>
            </a:r>
          </a:p>
          <a:p>
            <a:r>
              <a:t>                "quote": "調調調調調調調調調"</a:t>
            </a:r>
          </a:p>
          <a:p>
            <a:r>
              <a:t>              }</a:t>
            </a:r>
          </a:p>
          <a:p>
            <a:r>
              <a:t>            ],</a:t>
            </a:r>
          </a:p>
          <a:p>
            <a:r>
              <a:t>            "mode": "verbatim"</a:t>
            </a:r>
          </a:p>
          <a:p>
            <a:r>
              <a:t>          }</a:t>
            </a:r>
          </a:p>
          <a:p>
            <a:r>
              <a:t>        },</a:t>
            </a:r>
          </a:p>
          <a:p>
            <a:r>
              <a:t>        {</a:t>
            </a:r>
          </a:p>
          <a:p>
            <a:r>
              <a:t>          "id": "edge_7",</a:t>
            </a:r>
          </a:p>
          <a:p>
            <a:r>
              <a:t>          "source": "actor_4",</a:t>
            </a:r>
          </a:p>
          <a:p>
            <a:r>
              <a:t>          "target": "actor_3",</a:t>
            </a:r>
          </a:p>
          <a:p>
            <a:r>
              <a:t>          "label": {</a:t>
            </a:r>
          </a:p>
          <a:p>
            <a:r>
              <a:t>            "text": "調調調調調調調調調",</a:t>
            </a:r>
          </a:p>
          <a:p>
            <a:r>
              <a:t>            "refs": [</a:t>
            </a:r>
          </a:p>
          <a:p>
            <a:r>
              <a:t>              {</a:t>
            </a:r>
          </a:p>
          <a:p>
            <a:r>
              <a:t>                "source_id": "s0305",</a:t>
            </a:r>
          </a:p>
          <a:p>
            <a:r>
              <a:t>                "quote": "調調調調調調調調調"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a:t>
            </a:r>
          </a:p>
          <a:p>
            <a:r>
              <a:t>            "refs": [</a:t>
            </a:r>
          </a:p>
          <a:p>
            <a:r>
              <a:t>              {</a:t>
            </a:r>
          </a:p>
          <a:p>
            <a:r>
              <a:t>                "source_id": "s0306",</a:t>
            </a:r>
          </a:p>
          <a:p>
            <a:r>
              <a:t>                "quote": "調調調調調調調調調調調調調調調調調調は対象の機能を含む管理範囲を表す。"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a:t>
            </a:r>
          </a:p>
          <a:p>
            <a:r>
              <a:t>  "template_sha256": "7b7ce99745b6305f1049ad1f6d0e787bc99d8c206dfdbe8870b4794b776118d5"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"slide24",</a:t>
            </a:r>
          </a:p>
          <a:p>
            <a:r>
              <a:t>  "origin": "page24",</a:t>
            </a:r>
          </a:p>
          <a:p>
            <a:r>
              <a:t>  "layout_id": "rel_sequence_5_8_rl",</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"s0324",</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"s0308",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"s0309",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a:t>
            </a:r>
          </a:p>
          <a:p>
            <a:r>
              <a:t>      "refs": [</a:t>
            </a:r>
          </a:p>
          <a:p>
            <a:r>
              <a:t>        {</a:t>
            </a:r>
          </a:p>
          <a:p>
            <a:r>
              <a:t>          "source_id": "s0310",</a:t>
            </a:r>
          </a:p>
          <a:p>
            <a:r>
              <a:t>          "quote": "調調調調調調"</a:t>
            </a:r>
          </a:p>
          <a:p>
            <a:r>
              <a:t>        }</a:t>
            </a:r>
          </a:p>
          <a:p>
            <a:r>
              <a:t>      ],</a:t>
            </a:r>
          </a:p>
          <a:p>
            <a:r>
              <a:t>      "mode": "verbatim"</a:t>
            </a:r>
          </a:p>
          <a:p>
            <a:r>
              <a:t>    },</a:t>
            </a:r>
          </a:p>
          <a:p>
            <a:r>
              <a:t>    {</a:t>
            </a:r>
          </a:p>
          <a:p>
            <a:r>
              <a:t>      "text": "調調調調調調",</a:t>
            </a:r>
          </a:p>
          <a:p>
            <a:r>
              <a:t>      "refs": [</a:t>
            </a:r>
          </a:p>
          <a:p>
            <a:r>
              <a:t>        {</a:t>
            </a:r>
          </a:p>
          <a:p>
            <a:r>
              <a:t>          "source_id": "s0311",</a:t>
            </a:r>
          </a:p>
          <a:p>
            <a:r>
              <a:t>          "quote": "調調調調調調"</a:t>
            </a:r>
          </a:p>
          <a:p>
            <a:r>
              <a:t>        }</a:t>
            </a:r>
          </a:p>
          <a:p>
            <a:r>
              <a:t>      ],</a:t>
            </a:r>
          </a:p>
          <a:p>
            <a:r>
              <a:t>      "mode": "verbatim"</a:t>
            </a:r>
          </a:p>
          <a:p>
            <a:r>
              <a:t>    },</a:t>
            </a:r>
          </a:p>
          <a:p>
            <a:r>
              <a:t>    {</a:t>
            </a:r>
          </a:p>
          <a:p>
            <a:r>
              <a:t>      "text": "調調調調調調",</a:t>
            </a:r>
          </a:p>
          <a:p>
            <a:r>
              <a:t>      "refs": [</a:t>
            </a:r>
          </a:p>
          <a:p>
            <a:r>
              <a:t>        {</a:t>
            </a:r>
          </a:p>
          <a:p>
            <a:r>
              <a:t>          "source_id": "s0312",</a:t>
            </a:r>
          </a:p>
          <a:p>
            <a:r>
              <a:t>          "quote": "調調調調調調"</a:t>
            </a:r>
          </a:p>
          <a:p>
            <a:r>
              <a:t>        }</a:t>
            </a:r>
          </a:p>
          <a:p>
            <a:r>
              <a:t>      ],</a:t>
            </a:r>
          </a:p>
          <a:p>
            <a:r>
              <a:t>      "mode": "verbatim"</a:t>
            </a:r>
          </a:p>
          <a:p>
            <a:r>
              <a:t>    },</a:t>
            </a:r>
          </a:p>
          <a:p>
            <a:r>
              <a:t>    {</a:t>
            </a:r>
          </a:p>
          <a:p>
            <a:r>
              <a:t>      "text": "調調調調調調",</a:t>
            </a:r>
          </a:p>
          <a:p>
            <a:r>
              <a:t>      "refs": [</a:t>
            </a:r>
          </a:p>
          <a:p>
            <a:r>
              <a:t>        {</a:t>
            </a:r>
          </a:p>
          <a:p>
            <a:r>
              <a:t>          "source_id": "s0313",</a:t>
            </a:r>
          </a:p>
          <a:p>
            <a:r>
              <a:t>          "quote": "調調調調調調"</a:t>
            </a:r>
          </a:p>
          <a:p>
            <a:r>
              <a:t>        }</a:t>
            </a:r>
          </a:p>
          <a:p>
            <a:r>
              <a:t>      ],</a:t>
            </a:r>
          </a:p>
          <a:p>
            <a:r>
              <a:t>      "mode": "verbatim"</a:t>
            </a:r>
          </a:p>
          <a:p>
            <a:r>
              <a:t>    },</a:t>
            </a:r>
          </a:p>
          <a:p>
            <a:r>
              <a:t>    {</a:t>
            </a:r>
          </a:p>
          <a:p>
            <a:r>
              <a:t>      "text": "調調調調調調",</a:t>
            </a:r>
          </a:p>
          <a:p>
            <a:r>
              <a:t>      "refs": [</a:t>
            </a:r>
          </a:p>
          <a:p>
            <a:r>
              <a:t>        {</a:t>
            </a:r>
          </a:p>
          <a:p>
            <a:r>
              <a:t>          "source_id": "s0314",</a:t>
            </a:r>
          </a:p>
          <a:p>
            <a:r>
              <a:t>          "quote": "調調調調調調"</a:t>
            </a:r>
          </a:p>
          <a:p>
            <a:r>
              <a:t>        }</a:t>
            </a:r>
          </a:p>
          <a:p>
            <a:r>
              <a:t>      ],</a:t>
            </a:r>
          </a:p>
          <a:p>
            <a:r>
              <a:t>      "mode": "verbatim"</a:t>
            </a:r>
          </a:p>
          <a:p>
            <a:r>
              <a:t>    },</a:t>
            </a:r>
          </a:p>
          <a:p>
            <a:r>
              <a:t>    {</a:t>
            </a:r>
          </a:p>
          <a:p>
            <a:r>
              <a:t>      "text": "調調調調調調調調調",</a:t>
            </a:r>
          </a:p>
          <a:p>
            <a:r>
              <a:t>      "refs": [</a:t>
            </a:r>
          </a:p>
          <a:p>
            <a:r>
              <a:t>        {</a:t>
            </a:r>
          </a:p>
          <a:p>
            <a:r>
              <a:t>          "source_id": "s0315",</a:t>
            </a:r>
          </a:p>
          <a:p>
            <a:r>
              <a:t>          "quote": "調調調調調調調調調"</a:t>
            </a:r>
          </a:p>
          <a:p>
            <a:r>
              <a:t>        }</a:t>
            </a:r>
          </a:p>
          <a:p>
            <a:r>
              <a:t>      ],</a:t>
            </a:r>
          </a:p>
          <a:p>
            <a:r>
              <a:t>      "mode": "verbatim"</a:t>
            </a:r>
          </a:p>
          <a:p>
            <a:r>
              <a:t>    },</a:t>
            </a:r>
          </a:p>
          <a:p>
            <a:r>
              <a:t>    {</a:t>
            </a:r>
          </a:p>
          <a:p>
            <a:r>
              <a:t>      "text": "調調調調調調調調調",</a:t>
            </a:r>
          </a:p>
          <a:p>
            <a:r>
              <a:t>      "refs": [</a:t>
            </a:r>
          </a:p>
          <a:p>
            <a:r>
              <a:t>        {</a:t>
            </a:r>
          </a:p>
          <a:p>
            <a:r>
              <a:t>          "source_id": "s0316",</a:t>
            </a:r>
          </a:p>
          <a:p>
            <a:r>
              <a:t>          "quote": "調調調調調調調調調"</a:t>
            </a:r>
          </a:p>
          <a:p>
            <a:r>
              <a:t>        }</a:t>
            </a:r>
          </a:p>
          <a:p>
            <a:r>
              <a:t>      ],</a:t>
            </a:r>
          </a:p>
          <a:p>
            <a:r>
              <a:t>      "mode": "verbatim"</a:t>
            </a:r>
          </a:p>
          <a:p>
            <a:r>
              <a:t>    },</a:t>
            </a:r>
          </a:p>
          <a:p>
            <a:r>
              <a:t>    {</a:t>
            </a:r>
          </a:p>
          <a:p>
            <a:r>
              <a:t>      "text": "調調調調調調調調調",</a:t>
            </a:r>
          </a:p>
          <a:p>
            <a:r>
              <a:t>      "refs": [</a:t>
            </a:r>
          </a:p>
          <a:p>
            <a:r>
              <a:t>        {</a:t>
            </a:r>
          </a:p>
          <a:p>
            <a:r>
              <a:t>          "source_id": "s0317",</a:t>
            </a:r>
          </a:p>
          <a:p>
            <a:r>
              <a:t>          "quote": "調調調調調調調調調"</a:t>
            </a:r>
          </a:p>
          <a:p>
            <a:r>
              <a:t>        }</a:t>
            </a:r>
          </a:p>
          <a:p>
            <a:r>
              <a:t>      ],</a:t>
            </a:r>
          </a:p>
          <a:p>
            <a:r>
              <a:t>      "mode": "verbatim"</a:t>
            </a:r>
          </a:p>
          <a:p>
            <a:r>
              <a:t>    },</a:t>
            </a:r>
          </a:p>
          <a:p>
            <a:r>
              <a:t>    {</a:t>
            </a:r>
          </a:p>
          <a:p>
            <a:r>
              <a:t>      "text": "調調調調調調調",</a:t>
            </a:r>
          </a:p>
          <a:p>
            <a:r>
              <a:t>      "refs": [</a:t>
            </a:r>
          </a:p>
          <a:p>
            <a:r>
              <a:t>        {</a:t>
            </a:r>
          </a:p>
          <a:p>
            <a:r>
              <a:t>          "source_id": "s0318",</a:t>
            </a:r>
          </a:p>
          <a:p>
            <a:r>
              <a:t>          "quote": "調調調調調調調"</a:t>
            </a:r>
          </a:p>
          <a:p>
            <a:r>
              <a:t>        }</a:t>
            </a:r>
          </a:p>
          <a:p>
            <a:r>
              <a:t>      ],</a:t>
            </a:r>
          </a:p>
          <a:p>
            <a:r>
              <a:t>      "mode": "verbatim"</a:t>
            </a:r>
          </a:p>
          <a:p>
            <a:r>
              <a:t>    },</a:t>
            </a:r>
          </a:p>
          <a:p>
            <a:r>
              <a:t>    {</a:t>
            </a:r>
          </a:p>
          <a:p>
            <a:r>
              <a:t>      "text": "調調調調調調調調調調調調調調調調調調調調調調調調調調調調調調",</a:t>
            </a:r>
          </a:p>
          <a:p>
            <a:r>
              <a:t>      "refs": [</a:t>
            </a:r>
          </a:p>
          <a:p>
            <a:r>
              <a:t>        {</a:t>
            </a:r>
          </a:p>
          <a:p>
            <a:r>
              <a:t>          "source_id": "s0319",</a:t>
            </a:r>
          </a:p>
          <a:p>
            <a:r>
              <a:t>          "quote": "調調調調調調調調調調調調調調調調調調調調調調調調調調調調調調"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a:t>
            </a:r>
          </a:p>
          <a:p>
            <a:r>
              <a:t>      "refs": [</a:t>
            </a:r>
          </a:p>
          <a:p>
            <a:r>
              <a:t>        {</a:t>
            </a:r>
          </a:p>
          <a:p>
            <a:r>
              <a:t>          "source_id": "s0320",</a:t>
            </a:r>
          </a:p>
          <a:p>
            <a:r>
              <a:t>          "quote": "調調調調調調調調調調調調調調調調調調調調調調調調調調調調調調"</a:t>
            </a:r>
          </a:p>
          <a:p>
            <a:r>
              <a:t>        }</a:t>
            </a:r>
          </a:p>
          <a:p>
            <a:r>
              <a:t>      ],</a:t>
            </a:r>
          </a:p>
          <a:p>
            <a:r>
              <a:t>      "mode": "verbatim"</a:t>
            </a:r>
          </a:p>
          <a:p>
            <a:r>
              <a:t>    },</a:t>
            </a:r>
          </a:p>
          <a:p>
            <a:r>
              <a:t>    {</a:t>
            </a:r>
          </a:p>
          <a:p>
            <a:r>
              <a:t>      "text": "調調調調調調調調調",</a:t>
            </a:r>
          </a:p>
          <a:p>
            <a:r>
              <a:t>      "refs": [</a:t>
            </a:r>
          </a:p>
          <a:p>
            <a:r>
              <a:t>        {</a:t>
            </a:r>
          </a:p>
          <a:p>
            <a:r>
              <a:t>          "source_id": "s0321",</a:t>
            </a:r>
          </a:p>
          <a:p>
            <a:r>
              <a:t>          "quote": "調調調調調調調調調"</a:t>
            </a:r>
          </a:p>
          <a:p>
            <a:r>
              <a:t>        }</a:t>
            </a:r>
          </a:p>
          <a:p>
            <a:r>
              <a:t>      ],</a:t>
            </a:r>
          </a:p>
          <a:p>
            <a:r>
              <a:t>      "mode": "verbatim"</a:t>
            </a:r>
          </a:p>
          <a:p>
            <a:r>
              <a:t>    },</a:t>
            </a:r>
          </a:p>
          <a:p>
            <a:r>
              <a:t>    {</a:t>
            </a:r>
          </a:p>
          <a:p>
            <a:r>
              <a:t>      "text": "調調調調調調調調調",</a:t>
            </a:r>
          </a:p>
          <a:p>
            <a:r>
              <a:t>      "refs": [</a:t>
            </a:r>
          </a:p>
          <a:p>
            <a:r>
              <a:t>        {</a:t>
            </a:r>
          </a:p>
          <a:p>
            <a:r>
              <a:t>          "source_id": "s0322",</a:t>
            </a:r>
          </a:p>
          <a:p>
            <a:r>
              <a:t>          "quote": "調調調調調調調調調"</a:t>
            </a:r>
          </a:p>
          <a:p>
            <a:r>
              <a:t>        }</a:t>
            </a:r>
          </a:p>
          <a:p>
            <a:r>
              <a:t>      ],</a:t>
            </a:r>
          </a:p>
          <a:p>
            <a:r>
              <a:t>      "mode": "verbatim"</a:t>
            </a:r>
          </a:p>
          <a:p>
            <a:r>
              <a:t>    },</a:t>
            </a:r>
          </a:p>
          <a:p>
            <a:r>
              <a:t>    {</a:t>
            </a:r>
          </a:p>
          <a:p>
            <a:r>
              <a:t>      "text": "調調調調調調調調調調調調調調調調調調",</a:t>
            </a:r>
          </a:p>
          <a:p>
            <a:r>
              <a:t>      "refs": [</a:t>
            </a:r>
          </a:p>
          <a:p>
            <a:r>
              <a:t>        {</a:t>
            </a:r>
          </a:p>
          <a:p>
            <a:r>
              <a:t>          "source_id": "s0323",</a:t>
            </a:r>
          </a:p>
          <a:p>
            <a:r>
              <a:t>          "quote": "調調調調調調調調調調調調調調調調調調は対象の機能を含む管理範囲を表す。"</a:t>
            </a:r>
          </a:p>
          <a:p>
            <a:r>
              <a:t>        }</a:t>
            </a:r>
          </a:p>
          <a:p>
            <a:r>
              <a:t>      ],</a:t>
            </a:r>
          </a:p>
          <a:p>
            <a:r>
              <a:t>      "mode": "verbatim"</a:t>
            </a:r>
          </a:p>
          <a:p>
            <a:r>
              <a:t>    }</a:t>
            </a:r>
          </a:p>
          <a:p>
            <a:r>
              <a:t>  ],</a:t>
            </a:r>
          </a:p>
          <a:p>
            <a:r>
              <a:t>  "citations": {</a:t>
            </a:r>
          </a:p>
          <a:p>
            <a:r>
              <a:t>    "s0308": "架空設計書・構造検証用",</a:t>
            </a:r>
          </a:p>
          <a:p>
            <a:r>
              <a:t>    "s0309": "架空設計書・構造検証用",</a:t>
            </a:r>
          </a:p>
          <a:p>
            <a:r>
              <a:t>    "s0310": "架空設計書・構造検証用",</a:t>
            </a:r>
          </a:p>
          <a:p>
            <a:r>
              <a:t>    "s0311": "架空設計書・構造検証用",</a:t>
            </a:r>
          </a:p>
          <a:p>
            <a:r>
              <a:t>    "s0312": "架空設計書・構造検証用",</a:t>
            </a:r>
          </a:p>
          <a:p>
            <a:r>
              <a:t>    "s0313": "架空設計書・構造検証用",</a:t>
            </a:r>
          </a:p>
          <a:p>
            <a:r>
              <a:t>    "s0314": "架空設計書・構造検証用",</a:t>
            </a:r>
          </a:p>
          <a:p>
            <a:r>
              <a:t>    "s0315": "架空設計書・構造検証用",</a:t>
            </a:r>
          </a:p>
          <a:p>
            <a:r>
              <a:t>    "s0316": "架空設計書・構造検証用",</a:t>
            </a:r>
          </a:p>
          <a:p>
            <a:r>
              <a:t>    "s0317": "架空設計書・構造検証用",</a:t>
            </a:r>
          </a:p>
          <a:p>
            <a:r>
              <a:t>    "s0318": "架空設計書・構造検証用",</a:t>
            </a:r>
          </a:p>
          <a:p>
            <a:r>
              <a:t>    "s0319": "架空設計書・構造検証用",</a:t>
            </a:r>
          </a:p>
          <a:p>
            <a:r>
              <a:t>    "s0320": "架空設計書・構造検証用",</a:t>
            </a:r>
          </a:p>
          <a:p>
            <a:r>
              <a:t>    "s0321": "架空設計書・構造検証用",</a:t>
            </a:r>
          </a:p>
          <a:p>
            <a:r>
              <a:t>    "s0322": "架空設計書・構造検証用",</a:t>
            </a:r>
          </a:p>
          <a:p>
            <a:r>
              <a:t>    "s0323": "架空設計書・構造検証用",</a:t>
            </a:r>
          </a:p>
          <a:p>
            <a:r>
              <a:t>    "s0324":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"rl_8",</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"s0308",</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"s0309",</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"調調調調調調",</a:t>
            </a:r>
          </a:p>
          <a:p>
            <a:r>
              <a:t>            "refs": [</a:t>
            </a:r>
          </a:p>
          <a:p>
            <a:r>
              <a:t>              {</a:t>
            </a:r>
          </a:p>
          <a:p>
            <a:r>
              <a:t>                "source_id": "s0310",</a:t>
            </a:r>
          </a:p>
          <a:p>
            <a:r>
              <a:t>                "quote": "調調調調調調"</a:t>
            </a:r>
          </a:p>
          <a:p>
            <a:r>
              <a:t>              }</a:t>
            </a:r>
          </a:p>
          <a:p>
            <a:r>
              <a:t>            ],</a:t>
            </a:r>
          </a:p>
          <a:p>
            <a:r>
              <a:t>            "mode": "verbatim"</a:t>
            </a:r>
          </a:p>
          <a:p>
            <a:r>
              <a:t>          }</a:t>
            </a:r>
          </a:p>
          <a:p>
            <a:r>
              <a:t>        },</a:t>
            </a:r>
          </a:p>
          <a:p>
            <a:r>
              <a:t>        {</a:t>
            </a:r>
          </a:p>
          <a:p>
            <a:r>
              <a:t>          "id": "actor_1",</a:t>
            </a:r>
          </a:p>
          <a:p>
            <a:r>
              <a:t>          "label": {</a:t>
            </a:r>
          </a:p>
          <a:p>
            <a:r>
              <a:t>            "text": "調調調調調調",</a:t>
            </a:r>
          </a:p>
          <a:p>
            <a:r>
              <a:t>            "refs": [</a:t>
            </a:r>
          </a:p>
          <a:p>
            <a:r>
              <a:t>              {</a:t>
            </a:r>
          </a:p>
          <a:p>
            <a:r>
              <a:t>                "source_id": "s0311",</a:t>
            </a:r>
          </a:p>
          <a:p>
            <a:r>
              <a:t>                "quote": "調調調調調調"</a:t>
            </a:r>
          </a:p>
          <a:p>
            <a:r>
              <a:t>              }</a:t>
            </a:r>
          </a:p>
          <a:p>
            <a:r>
              <a:t>            ],</a:t>
            </a:r>
          </a:p>
          <a:p>
            <a:r>
              <a:t>            "mode": "verbatim"</a:t>
            </a:r>
          </a:p>
          <a:p>
            <a:r>
              <a:t>          }</a:t>
            </a:r>
          </a:p>
          <a:p>
            <a:r>
              <a:t>        },</a:t>
            </a:r>
          </a:p>
          <a:p>
            <a:r>
              <a:t>        {</a:t>
            </a:r>
          </a:p>
          <a:p>
            <a:r>
              <a:t>          "id": "actor_2",</a:t>
            </a:r>
          </a:p>
          <a:p>
            <a:r>
              <a:t>          "label": {</a:t>
            </a:r>
          </a:p>
          <a:p>
            <a:r>
              <a:t>            "text": "調調調調調調",</a:t>
            </a:r>
          </a:p>
          <a:p>
            <a:r>
              <a:t>            "refs": [</a:t>
            </a:r>
          </a:p>
          <a:p>
            <a:r>
              <a:t>              {</a:t>
            </a:r>
          </a:p>
          <a:p>
            <a:r>
              <a:t>                "source_id": "s0312",</a:t>
            </a:r>
          </a:p>
          <a:p>
            <a:r>
              <a:t>                "quote": "調調調調調調"</a:t>
            </a:r>
          </a:p>
          <a:p>
            <a:r>
              <a:t>              }</a:t>
            </a:r>
          </a:p>
          <a:p>
            <a:r>
              <a:t>            ],</a:t>
            </a:r>
          </a:p>
          <a:p>
            <a:r>
              <a:t>            "mode": "verbatim"</a:t>
            </a:r>
          </a:p>
          <a:p>
            <a:r>
              <a:t>          }</a:t>
            </a:r>
          </a:p>
          <a:p>
            <a:r>
              <a:t>        },</a:t>
            </a:r>
          </a:p>
          <a:p>
            <a:r>
              <a:t>        {</a:t>
            </a:r>
          </a:p>
          <a:p>
            <a:r>
              <a:t>          "id": "actor_3",</a:t>
            </a:r>
          </a:p>
          <a:p>
            <a:r>
              <a:t>          "label": {</a:t>
            </a:r>
          </a:p>
          <a:p>
            <a:r>
              <a:t>            "text": "調調調調調調",</a:t>
            </a:r>
          </a:p>
          <a:p>
            <a:r>
              <a:t>            "refs": [</a:t>
            </a:r>
          </a:p>
          <a:p>
            <a:r>
              <a:t>              {</a:t>
            </a:r>
          </a:p>
          <a:p>
            <a:r>
              <a:t>                "source_id": "s0313",</a:t>
            </a:r>
          </a:p>
          <a:p>
            <a:r>
              <a:t>                "quote": "調調調調調調"</a:t>
            </a:r>
          </a:p>
          <a:p>
            <a:r>
              <a:t>              }</a:t>
            </a:r>
          </a:p>
          <a:p>
            <a:r>
              <a:t>            ],</a:t>
            </a:r>
          </a:p>
          <a:p>
            <a:r>
              <a:t>            "mode": "verbatim"</a:t>
            </a:r>
          </a:p>
          <a:p>
            <a:r>
              <a:t>          }</a:t>
            </a:r>
          </a:p>
          <a:p>
            <a:r>
              <a:t>        },</a:t>
            </a:r>
          </a:p>
          <a:p>
            <a:r>
              <a:t>        {</a:t>
            </a:r>
          </a:p>
          <a:p>
            <a:r>
              <a:t>          "id": "actor_4",</a:t>
            </a:r>
          </a:p>
          <a:p>
            <a:r>
              <a:t>          "label": {</a:t>
            </a:r>
          </a:p>
          <a:p>
            <a:r>
              <a:t>            "text": "調調調調調調",</a:t>
            </a:r>
          </a:p>
          <a:p>
            <a:r>
              <a:t>            "refs": [</a:t>
            </a:r>
          </a:p>
          <a:p>
            <a:r>
              <a:t>              {</a:t>
            </a:r>
          </a:p>
          <a:p>
            <a:r>
              <a:t>                "source_id": "s0314",</a:t>
            </a:r>
          </a:p>
          <a:p>
            <a:r>
              <a:t>                "quote": "調調調調調調"</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"調調調調調調調調調",</a:t>
            </a:r>
          </a:p>
          <a:p>
            <a:r>
              <a:t>            "refs": [</a:t>
            </a:r>
          </a:p>
          <a:p>
            <a:r>
              <a:t>              {</a:t>
            </a:r>
          </a:p>
          <a:p>
            <a:r>
              <a:t>                "source_id": "s0315",</a:t>
            </a:r>
          </a:p>
          <a:p>
            <a:r>
              <a:t>                "quote": "調調調調調調調調調"</a:t>
            </a:r>
          </a:p>
          <a:p>
            <a:r>
              <a:t>              }</a:t>
            </a:r>
          </a:p>
          <a:p>
            <a:r>
              <a:t>            ],</a:t>
            </a:r>
          </a:p>
          <a:p>
            <a:r>
              <a:t>            "mode": "verbatim"</a:t>
            </a:r>
          </a:p>
          <a:p>
            <a:r>
              <a:t>          }</a:t>
            </a:r>
          </a:p>
          <a:p>
            <a:r>
              <a:t>        },</a:t>
            </a:r>
          </a:p>
          <a:p>
            <a:r>
              <a:t>        {</a:t>
            </a:r>
          </a:p>
          <a:p>
            <a:r>
              <a:t>          "id": "edge_1",</a:t>
            </a:r>
          </a:p>
          <a:p>
            <a:r>
              <a:t>          "source": "actor_1",</a:t>
            </a:r>
          </a:p>
          <a:p>
            <a:r>
              <a:t>          "target": "actor_2",</a:t>
            </a:r>
          </a:p>
          <a:p>
            <a:r>
              <a:t>          "label": {</a:t>
            </a:r>
          </a:p>
          <a:p>
            <a:r>
              <a:t>            "text": "調調調調調調調調調",</a:t>
            </a:r>
          </a:p>
          <a:p>
            <a:r>
              <a:t>            "refs": [</a:t>
            </a:r>
          </a:p>
          <a:p>
            <a:r>
              <a:t>              {</a:t>
            </a:r>
          </a:p>
          <a:p>
            <a:r>
              <a:t>                "source_id": "s0316",</a:t>
            </a:r>
          </a:p>
          <a:p>
            <a:r>
              <a:t>                "quote": "調調調調調調調調調"</a:t>
            </a:r>
          </a:p>
          <a:p>
            <a:r>
              <a:t>              }</a:t>
            </a:r>
          </a:p>
          <a:p>
            <a:r>
              <a:t>            ],</a:t>
            </a:r>
          </a:p>
          <a:p>
            <a:r>
              <a:t>            "mode": "verbatim"</a:t>
            </a:r>
          </a:p>
          <a:p>
            <a:r>
              <a:t>          }</a:t>
            </a:r>
          </a:p>
          <a:p>
            <a:r>
              <a:t>        },</a:t>
            </a:r>
          </a:p>
          <a:p>
            <a:r>
              <a:t>        {</a:t>
            </a:r>
          </a:p>
          <a:p>
            <a:r>
              <a:t>          "id": "edge_2",</a:t>
            </a:r>
          </a:p>
          <a:p>
            <a:r>
              <a:t>          "source": "actor_2",</a:t>
            </a:r>
          </a:p>
          <a:p>
            <a:r>
              <a:t>          "target": "actor_1",</a:t>
            </a:r>
          </a:p>
          <a:p>
            <a:r>
              <a:t>          "label": {</a:t>
            </a:r>
          </a:p>
          <a:p>
            <a:r>
              <a:t>            "text": "調調調調調調調調調",</a:t>
            </a:r>
          </a:p>
          <a:p>
            <a:r>
              <a:t>            "refs": [</a:t>
            </a:r>
          </a:p>
          <a:p>
            <a:r>
              <a:t>              {</a:t>
            </a:r>
          </a:p>
          <a:p>
            <a:r>
              <a:t>                "source_id": "s0317",</a:t>
            </a:r>
          </a:p>
          <a:p>
            <a:r>
              <a:t>                "quote": "調調調調調調調調調"</a:t>
            </a:r>
          </a:p>
          <a:p>
            <a:r>
              <a:t>              }</a:t>
            </a:r>
          </a:p>
          <a:p>
            <a:r>
              <a:t>            ],</a:t>
            </a:r>
          </a:p>
          <a:p>
            <a:r>
              <a:t>            "mode": "verbatim"</a:t>
            </a:r>
          </a:p>
          <a:p>
            <a:r>
              <a:t>          }</a:t>
            </a:r>
          </a:p>
          <a:p>
            <a:r>
              <a:t>        },</a:t>
            </a:r>
          </a:p>
          <a:p>
            <a:r>
              <a:t>        {</a:t>
            </a:r>
          </a:p>
          <a:p>
            <a:r>
              <a:t>          "id": "edge_3",</a:t>
            </a:r>
          </a:p>
          <a:p>
            <a:r>
              <a:t>          "source": "actor_1",</a:t>
            </a:r>
          </a:p>
          <a:p>
            <a:r>
              <a:t>          "target": "actor_1",</a:t>
            </a:r>
          </a:p>
          <a:p>
            <a:r>
              <a:t>          "label": {</a:t>
            </a:r>
          </a:p>
          <a:p>
            <a:r>
              <a:t>            "text": "調調調調調調調",</a:t>
            </a:r>
          </a:p>
          <a:p>
            <a:r>
              <a:t>            "refs": [</a:t>
            </a:r>
          </a:p>
          <a:p>
            <a:r>
              <a:t>              {</a:t>
            </a:r>
          </a:p>
          <a:p>
            <a:r>
              <a:t>                "source_id": "s0318",</a:t>
            </a:r>
          </a:p>
          <a:p>
            <a:r>
              <a:t>                "quote": "調調調調調調調"</a:t>
            </a:r>
          </a:p>
          <a:p>
            <a:r>
              <a:t>              }</a:t>
            </a:r>
          </a:p>
          <a:p>
            <a:r>
              <a:t>            ],</a:t>
            </a:r>
          </a:p>
          <a:p>
            <a:r>
              <a:t>            "mode": "verbatim"</a:t>
            </a:r>
          </a:p>
          <a:p>
            <a:r>
              <a:t>          }</a:t>
            </a:r>
          </a:p>
          <a:p>
            <a:r>
              <a:t>        },</a:t>
            </a:r>
          </a:p>
          <a:p>
            <a:r>
              <a:t>        {</a:t>
            </a:r>
          </a:p>
          <a:p>
            <a:r>
              <a:t>          "id": "edge_4",</a:t>
            </a:r>
          </a:p>
          <a:p>
            <a:r>
              <a:t>          "source": "actor_1",</a:t>
            </a:r>
          </a:p>
          <a:p>
            <a:r>
              <a:t>          "target": "actor_4",</a:t>
            </a:r>
          </a:p>
          <a:p>
            <a:r>
              <a:t>          "label": {</a:t>
            </a:r>
          </a:p>
          <a:p>
            <a:r>
              <a:t>            "text": "調調調調調調調調調調調調調調調調調調調調調調調調調調調調調調",</a:t>
            </a:r>
          </a:p>
          <a:p>
            <a:r>
              <a:t>            "refs": [</a:t>
            </a:r>
          </a:p>
          <a:p>
            <a:r>
              <a:t>              {</a:t>
            </a:r>
          </a:p>
          <a:p>
            <a:r>
              <a:t>                "source_id": "s0319",</a:t>
            </a:r>
          </a:p>
          <a:p>
            <a:r>
              <a:t>                "quote": "調調調調調調調調調調調調調調調調調調調調調調調調調調調調調調"</a:t>
            </a:r>
          </a:p>
          <a:p>
            <a:r>
              <a:t>              }</a:t>
            </a:r>
          </a:p>
          <a:p>
            <a:r>
              <a:t>            ],</a:t>
            </a:r>
          </a:p>
          <a:p>
            <a:r>
              <a:t>            "mode": "verbatim"</a:t>
            </a:r>
          </a:p>
          <a:p>
            <a:r>
              <a:t>          }</a:t>
            </a:r>
          </a:p>
          <a:p>
            <a:r>
              <a:t>        },</a:t>
            </a:r>
          </a:p>
          <a:p>
            <a:r>
              <a:t>        {</a:t>
            </a:r>
          </a:p>
          <a:p>
            <a:r>
              <a:t>          "id": "edge_5",</a:t>
            </a:r>
          </a:p>
          <a:p>
            <a:r>
              <a:t>          "source": "actor_4",</a:t>
            </a:r>
          </a:p>
          <a:p>
            <a:r>
              <a:t>          "target": "actor_1",</a:t>
            </a:r>
          </a:p>
          <a:p>
            <a:r>
              <a:t>          "label": {</a:t>
            </a:r>
          </a:p>
          <a:p>
            <a:r>
              <a:t>            "text": "調調調調調調調調調調調調調調調調調調調調調調調調調調調調調調",</a:t>
            </a:r>
          </a:p>
          <a:p>
            <a:r>
              <a:t>            "refs": [</a:t>
            </a:r>
          </a:p>
          <a:p>
            <a:r>
              <a:t>              {</a:t>
            </a:r>
          </a:p>
          <a:p>
            <a:r>
              <a:t>                "source_id": "s0320",</a:t>
            </a:r>
          </a:p>
          <a:p>
            <a:r>
              <a:t>                "quote": "調調調調調調調調調調調調調調調調調調調調調調調調調調調調調調"</a:t>
            </a:r>
          </a:p>
          <a:p>
            <a:r>
              <a:t>              }</a:t>
            </a:r>
          </a:p>
          <a:p>
            <a:r>
              <a:t>            ],</a:t>
            </a:r>
          </a:p>
          <a:p>
            <a:r>
              <a:t>            "mode": "verbatim"</a:t>
            </a:r>
          </a:p>
          <a:p>
            <a:r>
              <a:t>          }</a:t>
            </a:r>
          </a:p>
          <a:p>
            <a:r>
              <a:t>        },</a:t>
            </a:r>
          </a:p>
          <a:p>
            <a:r>
              <a:t>        {</a:t>
            </a:r>
          </a:p>
          <a:p>
            <a:r>
              <a:t>          "id": "edge_6",</a:t>
            </a:r>
          </a:p>
          <a:p>
            <a:r>
              <a:t>          "source": "actor_3",</a:t>
            </a:r>
          </a:p>
          <a:p>
            <a:r>
              <a:t>          "target": "actor_4",</a:t>
            </a:r>
          </a:p>
          <a:p>
            <a:r>
              <a:t>          "label": {</a:t>
            </a:r>
          </a:p>
          <a:p>
            <a:r>
              <a:t>            "text": "調調調調調調調調調",</a:t>
            </a:r>
          </a:p>
          <a:p>
            <a:r>
              <a:t>            "refs": [</a:t>
            </a:r>
          </a:p>
          <a:p>
            <a:r>
              <a:t>              {</a:t>
            </a:r>
          </a:p>
          <a:p>
            <a:r>
              <a:t>                "source_id": "s0321",</a:t>
            </a:r>
          </a:p>
          <a:p>
            <a:r>
              <a:t>                "quote": "調調調調調調調調調"</a:t>
            </a:r>
          </a:p>
          <a:p>
            <a:r>
              <a:t>              }</a:t>
            </a:r>
          </a:p>
          <a:p>
            <a:r>
              <a:t>            ],</a:t>
            </a:r>
          </a:p>
          <a:p>
            <a:r>
              <a:t>            "mode": "verbatim"</a:t>
            </a:r>
          </a:p>
          <a:p>
            <a:r>
              <a:t>          }</a:t>
            </a:r>
          </a:p>
          <a:p>
            <a:r>
              <a:t>        },</a:t>
            </a:r>
          </a:p>
          <a:p>
            <a:r>
              <a:t>        {</a:t>
            </a:r>
          </a:p>
          <a:p>
            <a:r>
              <a:t>          "id": "edge_7",</a:t>
            </a:r>
          </a:p>
          <a:p>
            <a:r>
              <a:t>          "source": "actor_4",</a:t>
            </a:r>
          </a:p>
          <a:p>
            <a:r>
              <a:t>          "target": "actor_3",</a:t>
            </a:r>
          </a:p>
          <a:p>
            <a:r>
              <a:t>          "label": {</a:t>
            </a:r>
          </a:p>
          <a:p>
            <a:r>
              <a:t>            "text": "調調調調調調調調調",</a:t>
            </a:r>
          </a:p>
          <a:p>
            <a:r>
              <a:t>            "refs": [</a:t>
            </a:r>
          </a:p>
          <a:p>
            <a:r>
              <a:t>              {</a:t>
            </a:r>
          </a:p>
          <a:p>
            <a:r>
              <a:t>                "source_id": "s0322",</a:t>
            </a:r>
          </a:p>
          <a:p>
            <a:r>
              <a:t>                "quote": "調調調調調調調調調"</a:t>
            </a:r>
          </a:p>
          <a:p>
            <a:r>
              <a:t>              }</a:t>
            </a:r>
          </a:p>
          <a:p>
            <a:r>
              <a:t>            ],</a:t>
            </a:r>
          </a:p>
          <a:p>
            <a:r>
              <a:t>            "mode": "verbatim"</a:t>
            </a:r>
          </a:p>
          <a:p>
            <a:r>
              <a:t>          }</a:t>
            </a:r>
          </a:p>
          <a:p>
            <a:r>
              <a:t>        }</a:t>
            </a:r>
          </a:p>
          <a:p>
            <a:r>
              <a:t>      ],</a:t>
            </a:r>
          </a:p>
          <a:p>
            <a:r>
              <a:t>      "boundaries": [</a:t>
            </a:r>
          </a:p>
          <a:p>
            <a:r>
              <a:t>        {</a:t>
            </a:r>
          </a:p>
          <a:p>
            <a:r>
              <a:t>          "id": "owner",</a:t>
            </a:r>
          </a:p>
          <a:p>
            <a:r>
              <a:t>          "kind": "same_owner",</a:t>
            </a:r>
          </a:p>
          <a:p>
            <a:r>
              <a:t>          "label": {</a:t>
            </a:r>
          </a:p>
          <a:p>
            <a:r>
              <a:t>            "text": "調調調調調調調調調調調調調調調調調調",</a:t>
            </a:r>
          </a:p>
          <a:p>
            <a:r>
              <a:t>            "refs": [</a:t>
            </a:r>
          </a:p>
          <a:p>
            <a:r>
              <a:t>              {</a:t>
            </a:r>
          </a:p>
          <a:p>
            <a:r>
              <a:t>                "source_id": "s0323",</a:t>
            </a:r>
          </a:p>
          <a:p>
            <a:r>
              <a:t>                "quote": "調調調調調調調調調調調調調調調調調調は対象の機能を含む管理範囲を表す。"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a:t>
            </a:r>
          </a:p>
          <a:p>
            <a:r>
              <a:t>  "template_sha256": "c5c7515ee12036a859da22053178b92580e33cb3c703d30ba36156a6f394c669"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"slide25",</a:t>
            </a:r>
          </a:p>
          <a:p>
            <a:r>
              <a:t>  "origin": "page25",</a:t>
            </a:r>
          </a:p>
          <a:p>
            <a:r>
              <a:t>  "layout_id": "rel_compare_three",</a:t>
            </a:r>
          </a:p>
          <a:p>
            <a:r>
              <a:t>  "variant": "warm",</a:t>
            </a:r>
          </a:p>
          <a:p>
            <a:r>
              <a:t>  "rationale": "架空の構造例。矢印の向き・主体ID・包含と同管理・比較軸を保持する。",</a:t>
            </a:r>
          </a:p>
          <a:p>
            <a:r>
              <a:t>  "source_sha256": "f94017cf62bfc480f0a42bcb941a89e3be668a6d98c3b314414c256daac6ad0f",</a:t>
            </a:r>
          </a:p>
          <a:p>
            <a:r>
              <a:t>  "evidence": [</a:t>
            </a:r>
          </a:p>
          <a:p>
            <a:r>
              <a:t>    {</a:t>
            </a:r>
          </a:p>
          <a:p>
            <a:r>
              <a:t>      "text": "調調調調調調調調調調調調調調調調調調調調調調調調調調調調\n調調調調調調調調調調調調調調調調調調調調調調調調調調調調",</a:t>
            </a:r>
          </a:p>
          <a:p>
            <a:r>
              <a:t>      "refs": [</a:t>
            </a:r>
          </a:p>
          <a:p>
            <a:r>
              <a:t>        {</a:t>
            </a:r>
          </a:p>
          <a:p>
            <a:r>
              <a:t>          "source_id": "s0342",</a:t>
            </a:r>
          </a:p>
          <a:p>
            <a:r>
              <a:t>          "quote": "調調調調調調調調調調調調調調調調調調調調調調調調調調調調\n調調調調調調調調調調調調調調調調調調調調調調調調調調調調"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a:t>
            </a:r>
          </a:p>
          <a:p>
            <a:r>
              <a:t>      "refs": [</a:t>
            </a:r>
          </a:p>
          <a:p>
            <a:r>
              <a:t>        {</a:t>
            </a:r>
          </a:p>
          <a:p>
            <a:r>
              <a:t>          "source_id": "s0325",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"調調調調調調調調調調調調調調調調調調調調調調調調調調調調調調調調調調調調調調調調調調調調調調調調調調調調調調調調",</a:t>
            </a:r>
          </a:p>
          <a:p>
            <a:r>
              <a:t>      "refs": [</a:t>
            </a:r>
          </a:p>
          <a:p>
            <a:r>
              <a:t>        {</a:t>
            </a:r>
          </a:p>
          <a:p>
            <a:r>
              <a:t>          "source_id": "s0326",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"text": "調調調調調調調\n調調調調調調調\n調調調調調調調",</a:t>
            </a:r>
          </a:p>
          <a:p>
            <a:r>
              <a:t>      "refs": [</a:t>
            </a:r>
          </a:p>
          <a:p>
            <a:r>
              <a:t>        {</a:t>
            </a:r>
          </a:p>
          <a:p>
            <a:r>
              <a:t>          "source_id": "s0327",</a:t>
            </a:r>
          </a:p>
          <a:p>
            <a:r>
              <a:t>          "quote": "調調調調調調調\n調調調調調調調\n調調調調調調調"</a:t>
            </a:r>
          </a:p>
          <a:p>
            <a:r>
              <a:t>        }</a:t>
            </a:r>
          </a:p>
          <a:p>
            <a:r>
              <a:t>      ],</a:t>
            </a:r>
          </a:p>
          <a:p>
            <a:r>
              <a:t>      "mode": "verbatim"</a:t>
            </a:r>
          </a:p>
          <a:p>
            <a:r>
              <a:t>    },</a:t>
            </a:r>
          </a:p>
          <a:p>
            <a:r>
              <a:t>    {</a:t>
            </a:r>
          </a:p>
          <a:p>
            <a:r>
              <a:t>      "text": "調調調調調調調\n調調調調調調調\n調調調調調調調",</a:t>
            </a:r>
          </a:p>
          <a:p>
            <a:r>
              <a:t>      "refs": [</a:t>
            </a:r>
          </a:p>
          <a:p>
            <a:r>
              <a:t>        {</a:t>
            </a:r>
          </a:p>
          <a:p>
            <a:r>
              <a:t>          "source_id": "s0328",</a:t>
            </a:r>
          </a:p>
          <a:p>
            <a:r>
              <a:t>          "quote": "調調調調調調調\n調調調調調調調\n調調調調調調調"</a:t>
            </a:r>
          </a:p>
          <a:p>
            <a:r>
              <a:t>        }</a:t>
            </a:r>
          </a:p>
          <a:p>
            <a:r>
              <a:t>      ],</a:t>
            </a:r>
          </a:p>
          <a:p>
            <a:r>
              <a:t>      "mode": "verbatim"</a:t>
            </a:r>
          </a:p>
          <a:p>
            <a:r>
              <a:t>    },</a:t>
            </a:r>
          </a:p>
          <a:p>
            <a:r>
              <a:t>    {</a:t>
            </a:r>
          </a:p>
          <a:p>
            <a:r>
              <a:t>      "text": "調調調調調調調\n調調調調調調調\n調調調調調調調",</a:t>
            </a:r>
          </a:p>
          <a:p>
            <a:r>
              <a:t>      "refs": [</a:t>
            </a:r>
          </a:p>
          <a:p>
            <a:r>
              <a:t>        {</a:t>
            </a:r>
          </a:p>
          <a:p>
            <a:r>
              <a:t>          "source_id": "s0329",</a:t>
            </a:r>
          </a:p>
          <a:p>
            <a:r>
              <a:t>          "quote": "調調調調調調調\n調調調調調調調\n調調調調調調調"</a:t>
            </a:r>
          </a:p>
          <a:p>
            <a:r>
              <a:t>        }</a:t>
            </a:r>
          </a:p>
          <a:p>
            <a:r>
              <a:t>      ],</a:t>
            </a:r>
          </a:p>
          <a:p>
            <a:r>
              <a:t>      "mode": "verbatim"</a:t>
            </a:r>
          </a:p>
          <a:p>
            <a:r>
              <a:t>    },</a:t>
            </a:r>
          </a:p>
          <a:p>
            <a:r>
              <a:t>    {</a:t>
            </a:r>
          </a:p>
          <a:p>
            <a:r>
              <a:t>      "text": "調調調調調調調調調調",</a:t>
            </a:r>
          </a:p>
          <a:p>
            <a:r>
              <a:t>      "refs": [</a:t>
            </a:r>
          </a:p>
          <a:p>
            <a:r>
              <a:t>        {</a:t>
            </a:r>
          </a:p>
          <a:p>
            <a:r>
              <a:t>          "source_id": "s0330",</a:t>
            </a:r>
          </a:p>
          <a:p>
            <a:r>
              <a:t>          "quote": "調調調調調調調調調調"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"s0331",</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"s0332",</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"s0333",</a:t>
            </a:r>
          </a:p>
          <a:p>
            <a:r>
              <a:t>          "quote": "調調調調調調調調調調\n調調調調調調調調調調"</a:t>
            </a:r>
          </a:p>
          <a:p>
            <a:r>
              <a:t>        }</a:t>
            </a:r>
          </a:p>
          <a:p>
            <a:r>
              <a:t>      ],</a:t>
            </a:r>
          </a:p>
          <a:p>
            <a:r>
              <a:t>      "mode": "verbatim"</a:t>
            </a:r>
          </a:p>
          <a:p>
            <a:r>
              <a:t>    },</a:t>
            </a:r>
          </a:p>
          <a:p>
            <a:r>
              <a:t>    {</a:t>
            </a:r>
          </a:p>
          <a:p>
            <a:r>
              <a:t>      "text": "調調調調調調調調調調",</a:t>
            </a:r>
          </a:p>
          <a:p>
            <a:r>
              <a:t>      "refs": [</a:t>
            </a:r>
          </a:p>
          <a:p>
            <a:r>
              <a:t>        {</a:t>
            </a:r>
          </a:p>
          <a:p>
            <a:r>
              <a:t>          "source_id": "s0334",</a:t>
            </a:r>
          </a:p>
          <a:p>
            <a:r>
              <a:t>          "quote": "調調調調調調調調調調"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"s0335",</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"s0336",</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"s0337",</a:t>
            </a:r>
          </a:p>
          <a:p>
            <a:r>
              <a:t>          "quote": "調調調調調調調調調調\n調調調調調調調調調調"</a:t>
            </a:r>
          </a:p>
          <a:p>
            <a:r>
              <a:t>        }</a:t>
            </a:r>
          </a:p>
          <a:p>
            <a:r>
              <a:t>      ],</a:t>
            </a:r>
          </a:p>
          <a:p>
            <a:r>
              <a:t>      "mode": "verbatim"</a:t>
            </a:r>
          </a:p>
          <a:p>
            <a:r>
              <a:t>    },</a:t>
            </a:r>
          </a:p>
          <a:p>
            <a:r>
              <a:t>    {</a:t>
            </a:r>
          </a:p>
          <a:p>
            <a:r>
              <a:t>      "text": "調調調調調調調調調調",</a:t>
            </a:r>
          </a:p>
          <a:p>
            <a:r>
              <a:t>      "refs": [</a:t>
            </a:r>
          </a:p>
          <a:p>
            <a:r>
              <a:t>        {</a:t>
            </a:r>
          </a:p>
          <a:p>
            <a:r>
              <a:t>          "source_id": "s0338",</a:t>
            </a:r>
          </a:p>
          <a:p>
            <a:r>
              <a:t>          "quote": "調調調調調調調調調調"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"s0339",</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"s0340",</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"s0341",</a:t>
            </a:r>
          </a:p>
          <a:p>
            <a:r>
              <a:t>          "quote": "調調調調調調調調調調\n調調調調調調調調調調"</a:t>
            </a:r>
          </a:p>
          <a:p>
            <a:r>
              <a:t>        }</a:t>
            </a:r>
          </a:p>
          <a:p>
            <a:r>
              <a:t>      ],</a:t>
            </a:r>
          </a:p>
          <a:p>
            <a:r>
              <a:t>      "mode": "verbatim"</a:t>
            </a:r>
          </a:p>
          <a:p>
            <a:r>
              <a:t>    }</a:t>
            </a:r>
          </a:p>
          <a:p>
            <a:r>
              <a:t>  ],</a:t>
            </a:r>
          </a:p>
          <a:p>
            <a:r>
              <a:t>  "citations": {</a:t>
            </a:r>
          </a:p>
          <a:p>
            <a:r>
              <a:t>    "s0325": "架空設計書・構造検証用",</a:t>
            </a:r>
          </a:p>
          <a:p>
            <a:r>
              <a:t>    "s0326": "架空設計書・構造検証用",</a:t>
            </a:r>
          </a:p>
          <a:p>
            <a:r>
              <a:t>    "s0327": "架空設計書・構造検証用",</a:t>
            </a:r>
          </a:p>
          <a:p>
            <a:r>
              <a:t>    "s0328": "架空設計書・構造検証用",</a:t>
            </a:r>
          </a:p>
          <a:p>
            <a:r>
              <a:t>    "s0329": "架空設計書・構造検証用",</a:t>
            </a:r>
          </a:p>
          <a:p>
            <a:r>
              <a:t>    "s0330": "架空設計書・構造検証用",</a:t>
            </a:r>
          </a:p>
          <a:p>
            <a:r>
              <a:t>    "s0331": "架空設計書・構造検証用",</a:t>
            </a:r>
          </a:p>
          <a:p>
            <a:r>
              <a:t>    "s0332": "架空設計書・構造検証用",</a:t>
            </a:r>
          </a:p>
          <a:p>
            <a:r>
              <a:t>    "s0333": "架空設計書・構造検証用",</a:t>
            </a:r>
          </a:p>
          <a:p>
            <a:r>
              <a:t>    "s0334": "架空設計書・構造検証用",</a:t>
            </a:r>
          </a:p>
          <a:p>
            <a:r>
              <a:t>    "s0335": "架空設計書・構造検証用",</a:t>
            </a:r>
          </a:p>
          <a:p>
            <a:r>
              <a:t>    "s0336": "架空設計書・構造検証用",</a:t>
            </a:r>
          </a:p>
          <a:p>
            <a:r>
              <a:t>    "s0337": "架空設計書・構造検証用",</a:t>
            </a:r>
          </a:p>
          <a:p>
            <a:r>
              <a:t>    "s0338": "架空設計書・構造検証用",</a:t>
            </a:r>
          </a:p>
          <a:p>
            <a:r>
              <a:t>    "s0339": "架空設計書・構造検証用",</a:t>
            </a:r>
          </a:p>
          <a:p>
            <a:r>
              <a:t>    "s0340": "架空設計書・構造検証用",</a:t>
            </a:r>
          </a:p>
          <a:p>
            <a:r>
              <a:t>    "s0341": "架空設計書・構造検証用",</a:t>
            </a:r>
          </a:p>
          <a:p>
            <a:r>
              <a:t>    "s0342":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"method_comparison",</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"調調調調調調調調調調調調調調調調調調調調調調調調調調調調調調調調調調調調調調調調調調調調調調調調調調調調",</a:t>
            </a:r>
          </a:p>
          <a:p>
            <a:r>
              <a:t>        "refs": [</a:t>
            </a:r>
          </a:p>
          <a:p>
            <a:r>
              <a:t>          {</a:t>
            </a:r>
          </a:p>
          <a:p>
            <a:r>
              <a:t>            "source_id": "s0325",</a:t>
            </a:r>
          </a:p>
          <a:p>
            <a:r>
              <a:t>            "quote": "調調調調調調調調調調調調調調調調調調調調調調調調調調調調調調調調調調調調調調調調調調調調調調調調調調調調"</a:t>
            </a:r>
          </a:p>
          <a:p>
            <a:r>
              <a:t>          }</a:t>
            </a:r>
          </a:p>
          <a:p>
            <a:r>
              <a:t>        ],</a:t>
            </a:r>
          </a:p>
          <a:p>
            <a:r>
              <a:t>        "mode": "verbatim"</a:t>
            </a:r>
          </a:p>
          <a:p>
            <a:r>
              <a:t>      },</a:t>
            </a:r>
          </a:p>
          <a:p>
            <a:r>
              <a:t>      "caveat": {</a:t>
            </a:r>
          </a:p>
          <a:p>
            <a:r>
              <a:t>        "text": "調調調調調調調調調調調調調調調調調調調調調調調調調調調調調調調調調調調調調調調調調調調調調調調調調調調調調調調調",</a:t>
            </a:r>
          </a:p>
          <a:p>
            <a:r>
              <a:t>        "refs": [</a:t>
            </a:r>
          </a:p>
          <a:p>
            <a:r>
              <a:t>          {</a:t>
            </a:r>
          </a:p>
          <a:p>
            <a:r>
              <a:t>            "source_id": "s0326",</a:t>
            </a:r>
          </a:p>
          <a:p>
            <a:r>
              <a:t>            "quote": "調調調調調調調調調調調調調調調調調調調調調調調調調調調調調調調調調調調調調調調調調調調調調調調調調調調調調調調調"</a:t>
            </a:r>
          </a:p>
          <a:p>
            <a:r>
              <a:t>          }</a:t>
            </a:r>
          </a:p>
          <a:p>
            <a:r>
              <a:t>        ],</a:t>
            </a:r>
          </a:p>
          <a:p>
            <a:r>
              <a:t>        "mode": "verbatim"</a:t>
            </a:r>
          </a:p>
          <a:p>
            <a:r>
              <a:t>      }</a:t>
            </a:r>
          </a:p>
          <a:p>
            <a:r>
              <a:t>    },</a:t>
            </a:r>
          </a:p>
          <a:p>
            <a:r>
              <a:t>    "charts": {},</a:t>
            </a:r>
          </a:p>
          <a:p>
            <a:r>
              <a:t>    "metrics": {},</a:t>
            </a:r>
          </a:p>
          <a:p>
            <a:r>
              <a:t>    "states": {},</a:t>
            </a:r>
          </a:p>
          <a:p>
            <a:r>
              <a:t>    "images": {},</a:t>
            </a:r>
          </a:p>
          <a:p>
            <a:r>
              <a:t>    "network": null,</a:t>
            </a:r>
          </a:p>
          <a:p>
            <a:r>
              <a:t>    "comparison": {</a:t>
            </a:r>
          </a:p>
          <a:p>
            <a:r>
              <a:t>      "axes": [</a:t>
            </a:r>
          </a:p>
          <a:p>
            <a:r>
              <a:t>        {</a:t>
            </a:r>
          </a:p>
          <a:p>
            <a:r>
              <a:t>          "text": "調調調調調調調\n調調調調調調調\n調調調調調調調",</a:t>
            </a:r>
          </a:p>
          <a:p>
            <a:r>
              <a:t>          "refs": [</a:t>
            </a:r>
          </a:p>
          <a:p>
            <a:r>
              <a:t>            {</a:t>
            </a:r>
          </a:p>
          <a:p>
            <a:r>
              <a:t>              "source_id": "s0327",</a:t>
            </a:r>
          </a:p>
          <a:p>
            <a:r>
              <a:t>              "quote": "調調調調調調調\n調調調調調調調\n調調調調調調調"</a:t>
            </a:r>
          </a:p>
          <a:p>
            <a:r>
              <a:t>            }</a:t>
            </a:r>
          </a:p>
          <a:p>
            <a:r>
              <a:t>          ],</a:t>
            </a:r>
          </a:p>
          <a:p>
            <a:r>
              <a:t>          "mode": "verbatim"</a:t>
            </a:r>
          </a:p>
          <a:p>
            <a:r>
              <a:t>        },</a:t>
            </a:r>
          </a:p>
          <a:p>
            <a:r>
              <a:t>        {</a:t>
            </a:r>
          </a:p>
          <a:p>
            <a:r>
              <a:t>          "text": "調調調調調調調\n調調調調調調調\n調調調調調調調",</a:t>
            </a:r>
          </a:p>
          <a:p>
            <a:r>
              <a:t>          "refs": [</a:t>
            </a:r>
          </a:p>
          <a:p>
            <a:r>
              <a:t>            {</a:t>
            </a:r>
          </a:p>
          <a:p>
            <a:r>
              <a:t>              "source_id": "s0328",</a:t>
            </a:r>
          </a:p>
          <a:p>
            <a:r>
              <a:t>              "quote": "調調調調調調調\n調調調調調調調\n調調調調調調調"</a:t>
            </a:r>
          </a:p>
          <a:p>
            <a:r>
              <a:t>            }</a:t>
            </a:r>
          </a:p>
          <a:p>
            <a:r>
              <a:t>          ],</a:t>
            </a:r>
          </a:p>
          <a:p>
            <a:r>
              <a:t>          "mode": "verbatim"</a:t>
            </a:r>
          </a:p>
          <a:p>
            <a:r>
              <a:t>        },</a:t>
            </a:r>
          </a:p>
          <a:p>
            <a:r>
              <a:t>        {</a:t>
            </a:r>
          </a:p>
          <a:p>
            <a:r>
              <a:t>          "text": "調調調調調調調\n調調調調調調調\n調調調調調調調",</a:t>
            </a:r>
          </a:p>
          <a:p>
            <a:r>
              <a:t>          "refs": [</a:t>
            </a:r>
          </a:p>
          <a:p>
            <a:r>
              <a:t>            {</a:t>
            </a:r>
          </a:p>
          <a:p>
            <a:r>
              <a:t>              "source_id": "s0329",</a:t>
            </a:r>
          </a:p>
          <a:p>
            <a:r>
              <a:t>              "quote": "調調調調調調調\n調調調調調調調\n調調調調調調調"</a:t>
            </a:r>
          </a:p>
          <a:p>
            <a:r>
              <a:t>            }</a:t>
            </a:r>
          </a:p>
          <a:p>
            <a:r>
              <a:t>          ],</a:t>
            </a:r>
          </a:p>
          <a:p>
            <a:r>
              <a:t>          "mode": "verbatim"</a:t>
            </a:r>
          </a:p>
          <a:p>
            <a:r>
              <a:t>        }</a:t>
            </a:r>
          </a:p>
          <a:p>
            <a:r>
              <a:t>      ],</a:t>
            </a:r>
          </a:p>
          <a:p>
            <a:r>
              <a:t>      "methods": [</a:t>
            </a:r>
          </a:p>
          <a:p>
            <a:r>
              <a:t>        {</a:t>
            </a:r>
          </a:p>
          <a:p>
            <a:r>
              <a:t>          "id": "method_0",</a:t>
            </a:r>
          </a:p>
          <a:p>
            <a:r>
              <a:t>          "label": {</a:t>
            </a:r>
          </a:p>
          <a:p>
            <a:r>
              <a:t>            "text": "調調調調調調調調調調",</a:t>
            </a:r>
          </a:p>
          <a:p>
            <a:r>
              <a:t>            "refs": [</a:t>
            </a:r>
          </a:p>
          <a:p>
            <a:r>
              <a:t>              {</a:t>
            </a:r>
          </a:p>
          <a:p>
            <a:r>
              <a:t>                "source_id": "s0330",</a:t>
            </a:r>
          </a:p>
          <a:p>
            <a:r>
              <a:t>                "quote": "調調調調調調調調調調"</a:t>
            </a:r>
          </a:p>
          <a:p>
            <a:r>
              <a:t>              }</a:t>
            </a:r>
          </a:p>
          <a:p>
            <a:r>
              <a:t>            ],</a:t>
            </a:r>
          </a:p>
          <a:p>
            <a:r>
              <a:t>            "mode": "verbatim"</a:t>
            </a:r>
          </a:p>
          <a:p>
            <a:r>
              <a:t>          },</a:t>
            </a:r>
          </a:p>
          <a:p>
            <a:r>
              <a:t>          "values": [</a:t>
            </a:r>
          </a:p>
          <a:p>
            <a:r>
              <a:t>            {</a:t>
            </a:r>
          </a:p>
          <a:p>
            <a:r>
              <a:t>              "text": "調調調調調調調調調調\n調調調調調調調調調調",</a:t>
            </a:r>
          </a:p>
          <a:p>
            <a:r>
              <a:t>              "refs": [</a:t>
            </a:r>
          </a:p>
          <a:p>
            <a:r>
              <a:t>                {</a:t>
            </a:r>
          </a:p>
          <a:p>
            <a:r>
              <a:t>                  "source_id": "s0331",</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"s0332",</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"s0333",</a:t>
            </a:r>
          </a:p>
          <a:p>
            <a:r>
              <a:t>                  "quote": "調調調調調調調調調調\n調調調調調調調調調調"</a:t>
            </a:r>
          </a:p>
          <a:p>
            <a:r>
              <a:t>                }</a:t>
            </a:r>
          </a:p>
          <a:p>
            <a:r>
              <a:t>              ],</a:t>
            </a:r>
          </a:p>
          <a:p>
            <a:r>
              <a:t>              "mode": "verbatim"</a:t>
            </a:r>
          </a:p>
          <a:p>
            <a:r>
              <a:t>            }</a:t>
            </a:r>
          </a:p>
          <a:p>
            <a:r>
              <a:t>          ]</a:t>
            </a:r>
          </a:p>
          <a:p>
            <a:r>
              <a:t>        },</a:t>
            </a:r>
          </a:p>
          <a:p>
            <a:r>
              <a:t>        {</a:t>
            </a:r>
          </a:p>
          <a:p>
            <a:r>
              <a:t>          "id": "method_1",</a:t>
            </a:r>
          </a:p>
          <a:p>
            <a:r>
              <a:t>          "label": {</a:t>
            </a:r>
          </a:p>
          <a:p>
            <a:r>
              <a:t>            "text": "調調調調調調調調調調",</a:t>
            </a:r>
          </a:p>
          <a:p>
            <a:r>
              <a:t>            "refs": [</a:t>
            </a:r>
          </a:p>
          <a:p>
            <a:r>
              <a:t>              {</a:t>
            </a:r>
          </a:p>
          <a:p>
            <a:r>
              <a:t>                "source_id": "s0334",</a:t>
            </a:r>
          </a:p>
          <a:p>
            <a:r>
              <a:t>                "quote": "調調調調調調調調調調"</a:t>
            </a:r>
          </a:p>
          <a:p>
            <a:r>
              <a:t>              }</a:t>
            </a:r>
          </a:p>
          <a:p>
            <a:r>
              <a:t>            ],</a:t>
            </a:r>
          </a:p>
          <a:p>
            <a:r>
              <a:t>            "mode": "verbatim"</a:t>
            </a:r>
          </a:p>
          <a:p>
            <a:r>
              <a:t>          },</a:t>
            </a:r>
          </a:p>
          <a:p>
            <a:r>
              <a:t>          "values": [</a:t>
            </a:r>
          </a:p>
          <a:p>
            <a:r>
              <a:t>            {</a:t>
            </a:r>
          </a:p>
          <a:p>
            <a:r>
              <a:t>              "text": "調調調調調調調調調調\n調調調調調調調調調調",</a:t>
            </a:r>
          </a:p>
          <a:p>
            <a:r>
              <a:t>              "refs": [</a:t>
            </a:r>
          </a:p>
          <a:p>
            <a:r>
              <a:t>                {</a:t>
            </a:r>
          </a:p>
          <a:p>
            <a:r>
              <a:t>                  "source_id": "s0335",</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"s0336",</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"s0337",</a:t>
            </a:r>
          </a:p>
          <a:p>
            <a:r>
              <a:t>                  "quote": "調調調調調調調調調調\n調調調調調調調調調調"</a:t>
            </a:r>
          </a:p>
          <a:p>
            <a:r>
              <a:t>                }</a:t>
            </a:r>
          </a:p>
          <a:p>
            <a:r>
              <a:t>              ],</a:t>
            </a:r>
          </a:p>
          <a:p>
            <a:r>
              <a:t>              "mode": "verbatim"</a:t>
            </a:r>
          </a:p>
          <a:p>
            <a:r>
              <a:t>            }</a:t>
            </a:r>
          </a:p>
          <a:p>
            <a:r>
              <a:t>          ]</a:t>
            </a:r>
          </a:p>
          <a:p>
            <a:r>
              <a:t>        },</a:t>
            </a:r>
          </a:p>
          <a:p>
            <a:r>
              <a:t>        {</a:t>
            </a:r>
          </a:p>
          <a:p>
            <a:r>
              <a:t>          "id": "method_2",</a:t>
            </a:r>
          </a:p>
          <a:p>
            <a:r>
              <a:t>          "label": {</a:t>
            </a:r>
          </a:p>
          <a:p>
            <a:r>
              <a:t>            "text": "調調調調調調調調調調",</a:t>
            </a:r>
          </a:p>
          <a:p>
            <a:r>
              <a:t>            "refs": [</a:t>
            </a:r>
          </a:p>
          <a:p>
            <a:r>
              <a:t>              {</a:t>
            </a:r>
          </a:p>
          <a:p>
            <a:r>
              <a:t>                "source_id": "s0338",</a:t>
            </a:r>
          </a:p>
          <a:p>
            <a:r>
              <a:t>                "quote": "調調調調調調調調調調"</a:t>
            </a:r>
          </a:p>
          <a:p>
            <a:r>
              <a:t>              }</a:t>
            </a:r>
          </a:p>
          <a:p>
            <a:r>
              <a:t>            ],</a:t>
            </a:r>
          </a:p>
          <a:p>
            <a:r>
              <a:t>            "mode": "verbatim"</a:t>
            </a:r>
          </a:p>
          <a:p>
            <a:r>
              <a:t>          },</a:t>
            </a:r>
          </a:p>
          <a:p>
            <a:r>
              <a:t>          "values": [</a:t>
            </a:r>
          </a:p>
          <a:p>
            <a:r>
              <a:t>            {</a:t>
            </a:r>
          </a:p>
          <a:p>
            <a:r>
              <a:t>              "text": "調調調調調調調調調調\n調調調調調調調調調調",</a:t>
            </a:r>
          </a:p>
          <a:p>
            <a:r>
              <a:t>              "refs": [</a:t>
            </a:r>
          </a:p>
          <a:p>
            <a:r>
              <a:t>                {</a:t>
            </a:r>
          </a:p>
          <a:p>
            <a:r>
              <a:t>                  "source_id": "s0339",</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"s0340",</a:t>
            </a:r>
          </a:p>
          <a:p>
            <a:r>
              <a:t>                  "quote": "調調調調調調調調調調\n調調調調調調調調調調"</a:t>
            </a:r>
          </a:p>
          <a:p>
            <a:r>
              <a:t>                }</a:t>
            </a:r>
          </a:p>
          <a:p>
            <a:r>
              <a:t>              ],</a:t>
            </a:r>
          </a:p>
          <a:p>
            <a:r>
              <a:t>              "mode": "verbatim"</a:t>
            </a:r>
          </a:p>
          <a:p>
            <a:r>
              <a:t>            },</a:t>
            </a:r>
          </a:p>
          <a:p>
            <a:r>
              <a:t>            {</a:t>
            </a:r>
          </a:p>
          <a:p>
            <a:r>
              <a:t>              "text": "調調調調調調調調調調\n調調調調調調調調調調",</a:t>
            </a:r>
          </a:p>
          <a:p>
            <a:r>
              <a:t>              "refs": [</a:t>
            </a:r>
          </a:p>
          <a:p>
            <a:r>
              <a:t>                {</a:t>
            </a:r>
          </a:p>
          <a:p>
            <a:r>
              <a:t>                  "source_id": "s0341",</a:t>
            </a:r>
          </a:p>
          <a:p>
            <a:r>
              <a:t>                  "quote": "調調調調調調調調調調\n調調調調調調調調調調"</a:t>
            </a:r>
          </a:p>
          <a:p>
            <a:r>
              <a:t>                }</a:t>
            </a:r>
          </a:p>
          <a:p>
            <a:r>
              <a:t>              ],</a:t>
            </a:r>
          </a:p>
          <a:p>
            <a:r>
              <a:t>              "mode": "verbatim"</a:t>
            </a:r>
          </a:p>
          <a:p>
            <a:r>
              <a:t>            }</a:t>
            </a:r>
          </a:p>
          <a:p>
            <a:r>
              <a:t>          ]</a:t>
            </a:r>
          </a:p>
          <a:p>
            <a:r>
              <a:t>        }</a:t>
            </a:r>
          </a:p>
          <a:p>
            <a:r>
              <a:t>      ]</a:t>
            </a:r>
          </a:p>
          <a:p>
            <a:r>
              <a:t>    }</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"s0339",</a:t>
            </a:r>
          </a:p>
          <a:p>
            <a:r>
              <a:t>    "s0340",</a:t>
            </a:r>
          </a:p>
          <a:p>
            <a:r>
              <a:t>    "s0341",</a:t>
            </a:r>
          </a:p>
          <a:p>
            <a:r>
              <a:t>    "s0342"</a:t>
            </a:r>
          </a:p>
          <a:p>
            <a:r>
              <a:t>  ],</a:t>
            </a:r>
          </a:p>
          <a:p>
            <a:r>
              <a:t>  "template_sha256": "b6c74550fdcd9810d701c27da99b683aeb478537bfd210fbe3fc937527c4d3a0"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2" name="rel:node_0"/>
          <p:cNvSpPr/>
          <p:nvPr/>
        </p:nvSpPr>
        <p:spPr>
          <a:xfrm>
            <a:off x="822960"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476488"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16" name="rel:edge_0&gt;1"/>
          <p:cNvCxnSpPr/>
          <p:nvPr/>
        </p:nvCxnSpPr>
        <p:spPr>
          <a:xfrm>
            <a:off x="3657600" y="368960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l:edge_label_0&gt;1"/>
          <p:cNvSpPr txBox="1"/>
          <p:nvPr/>
        </p:nvSpPr>
        <p:spPr>
          <a:xfrm>
            <a:off x="3730752" y="341528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18" name="rel:edge_1&gt;0"/>
          <p:cNvCxnSpPr/>
          <p:nvPr/>
        </p:nvCxnSpPr>
        <p:spPr>
          <a:xfrm flipH="1">
            <a:off x="3657600" y="40553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l:edge_label_1&gt;0"/>
          <p:cNvSpPr txBox="1"/>
          <p:nvPr/>
        </p:nvSpPr>
        <p:spPr>
          <a:xfrm>
            <a:off x="3730752" y="37810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2" name="rel:node_0"/>
          <p:cNvSpPr/>
          <p:nvPr/>
        </p:nvSpPr>
        <p:spPr>
          <a:xfrm>
            <a:off x="8534399"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80871"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16" name="rel:edge_0&gt;1"/>
          <p:cNvCxnSpPr/>
          <p:nvPr/>
        </p:nvCxnSpPr>
        <p:spPr>
          <a:xfrm flipH="1">
            <a:off x="3715511" y="368960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l:edge_label_0&gt;1"/>
          <p:cNvSpPr txBox="1"/>
          <p:nvPr/>
        </p:nvSpPr>
        <p:spPr>
          <a:xfrm>
            <a:off x="3788663" y="341528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18" name="rel:edge_1&gt;0"/>
          <p:cNvCxnSpPr/>
          <p:nvPr/>
        </p:nvCxnSpPr>
        <p:spPr>
          <a:xfrm>
            <a:off x="3715511" y="40553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l:edge_label_1&gt;0"/>
          <p:cNvSpPr txBox="1"/>
          <p:nvPr/>
        </p:nvSpPr>
        <p:spPr>
          <a:xfrm>
            <a:off x="3788663" y="37810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2" name="rel:node_0"/>
          <p:cNvSpPr/>
          <p:nvPr/>
        </p:nvSpPr>
        <p:spPr>
          <a:xfrm>
            <a:off x="822960"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476488" y="2523744"/>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2546603"/>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8476488" y="4160520"/>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549640" y="4183380"/>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18" name="rel:edge_0&gt;1"/>
          <p:cNvCxnSpPr/>
          <p:nvPr/>
        </p:nvCxnSpPr>
        <p:spPr>
          <a:xfrm>
            <a:off x="3657600" y="3086099"/>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l:edge_label_0&gt;1"/>
          <p:cNvSpPr txBox="1"/>
          <p:nvPr/>
        </p:nvSpPr>
        <p:spPr>
          <a:xfrm>
            <a:off x="3730752" y="2811779"/>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0" name="rel:edge_1&gt;0"/>
          <p:cNvCxnSpPr/>
          <p:nvPr/>
        </p:nvCxnSpPr>
        <p:spPr>
          <a:xfrm flipH="1">
            <a:off x="3657600" y="345186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1&gt;0"/>
          <p:cNvSpPr txBox="1"/>
          <p:nvPr/>
        </p:nvSpPr>
        <p:spPr>
          <a:xfrm>
            <a:off x="3730752" y="317754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2" name="rel:edge_0&gt;2"/>
          <p:cNvCxnSpPr/>
          <p:nvPr/>
        </p:nvCxnSpPr>
        <p:spPr>
          <a:xfrm>
            <a:off x="3657600" y="472287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0&gt;2"/>
          <p:cNvSpPr txBox="1"/>
          <p:nvPr/>
        </p:nvSpPr>
        <p:spPr>
          <a:xfrm>
            <a:off x="3730752" y="444855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4" name="rel:edge_2&gt;0"/>
          <p:cNvCxnSpPr/>
          <p:nvPr/>
        </p:nvCxnSpPr>
        <p:spPr>
          <a:xfrm flipH="1">
            <a:off x="3657600" y="508863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2&gt;0"/>
          <p:cNvSpPr txBox="1"/>
          <p:nvPr/>
        </p:nvSpPr>
        <p:spPr>
          <a:xfrm>
            <a:off x="3730752" y="481431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2" name="rel:node_0"/>
          <p:cNvSpPr/>
          <p:nvPr/>
        </p:nvSpPr>
        <p:spPr>
          <a:xfrm>
            <a:off x="8534399"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80871" y="2523744"/>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2546603"/>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880871" y="4160520"/>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54023" y="4183380"/>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18" name="rel:edge_0&gt;1"/>
          <p:cNvCxnSpPr/>
          <p:nvPr/>
        </p:nvCxnSpPr>
        <p:spPr>
          <a:xfrm flipH="1">
            <a:off x="3715511" y="3086099"/>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l:edge_label_0&gt;1"/>
          <p:cNvSpPr txBox="1"/>
          <p:nvPr/>
        </p:nvSpPr>
        <p:spPr>
          <a:xfrm>
            <a:off x="3788663" y="2811779"/>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0" name="rel:edge_1&gt;0"/>
          <p:cNvCxnSpPr/>
          <p:nvPr/>
        </p:nvCxnSpPr>
        <p:spPr>
          <a:xfrm>
            <a:off x="3715511" y="345186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1&gt;0"/>
          <p:cNvSpPr txBox="1"/>
          <p:nvPr/>
        </p:nvSpPr>
        <p:spPr>
          <a:xfrm>
            <a:off x="3788663" y="317754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2" name="rel:edge_0&gt;2"/>
          <p:cNvCxnSpPr/>
          <p:nvPr/>
        </p:nvCxnSpPr>
        <p:spPr>
          <a:xfrm flipH="1">
            <a:off x="3715511" y="472287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0&gt;2"/>
          <p:cNvSpPr txBox="1"/>
          <p:nvPr/>
        </p:nvSpPr>
        <p:spPr>
          <a:xfrm>
            <a:off x="3788663" y="444855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4" name="rel:edge_2&gt;0"/>
          <p:cNvCxnSpPr/>
          <p:nvPr/>
        </p:nvCxnSpPr>
        <p:spPr>
          <a:xfrm>
            <a:off x="3715511" y="508863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2&gt;0"/>
          <p:cNvSpPr txBox="1"/>
          <p:nvPr/>
        </p:nvSpPr>
        <p:spPr>
          <a:xfrm>
            <a:off x="3788663" y="481431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731520"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95528"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内包：調調調調調調調調調調調</a:t>
            </a:r>
          </a:p>
        </p:txBody>
      </p:sp>
      <p:sp>
        <p:nvSpPr>
          <p:cNvPr id="12" name="rel:node_0"/>
          <p:cNvSpPr/>
          <p:nvPr/>
        </p:nvSpPr>
        <p:spPr>
          <a:xfrm>
            <a:off x="822960"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476488" y="2523744"/>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2546603"/>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8476488" y="3614928"/>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549640" y="3637787"/>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8" name="rel:node_3"/>
          <p:cNvSpPr/>
          <p:nvPr/>
        </p:nvSpPr>
        <p:spPr>
          <a:xfrm>
            <a:off x="8476488" y="4706112"/>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8549640" y="4728972"/>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20" name="rel:edge_0&gt;1"/>
          <p:cNvCxnSpPr/>
          <p:nvPr/>
        </p:nvCxnSpPr>
        <p:spPr>
          <a:xfrm>
            <a:off x="3657600" y="2813303"/>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3730752" y="2538983"/>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2" name="rel:edge_1&gt;0"/>
          <p:cNvCxnSpPr/>
          <p:nvPr/>
        </p:nvCxnSpPr>
        <p:spPr>
          <a:xfrm flipH="1">
            <a:off x="3657600" y="31790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3730752" y="29047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4" name="rel:edge_0&gt;2"/>
          <p:cNvCxnSpPr/>
          <p:nvPr/>
        </p:nvCxnSpPr>
        <p:spPr>
          <a:xfrm>
            <a:off x="3657600" y="3904487"/>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3730752" y="363016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6" name="rel:edge_2&gt;0"/>
          <p:cNvCxnSpPr/>
          <p:nvPr/>
        </p:nvCxnSpPr>
        <p:spPr>
          <a:xfrm flipH="1">
            <a:off x="3657600" y="4270248"/>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3730752" y="399592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8" name="rel:edge_0&gt;3"/>
          <p:cNvCxnSpPr/>
          <p:nvPr/>
        </p:nvCxnSpPr>
        <p:spPr>
          <a:xfrm>
            <a:off x="3657600" y="499567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3730752" y="472135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0" name="rel:edge_3&gt;0"/>
          <p:cNvCxnSpPr/>
          <p:nvPr/>
        </p:nvCxnSpPr>
        <p:spPr>
          <a:xfrm flipH="1">
            <a:off x="3657600" y="536143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3730752" y="508711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8442959"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8506967"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内包：調調調調調調調調調調調</a:t>
            </a:r>
          </a:p>
        </p:txBody>
      </p:sp>
      <p:sp>
        <p:nvSpPr>
          <p:cNvPr id="12" name="rel:node_0"/>
          <p:cNvSpPr/>
          <p:nvPr/>
        </p:nvSpPr>
        <p:spPr>
          <a:xfrm>
            <a:off x="8534399"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80871" y="2523744"/>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2546603"/>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880871" y="3614928"/>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54023" y="3637787"/>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8" name="rel:node_3"/>
          <p:cNvSpPr/>
          <p:nvPr/>
        </p:nvSpPr>
        <p:spPr>
          <a:xfrm>
            <a:off x="880871" y="4706112"/>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54023" y="4728972"/>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20" name="rel:edge_0&gt;1"/>
          <p:cNvCxnSpPr/>
          <p:nvPr/>
        </p:nvCxnSpPr>
        <p:spPr>
          <a:xfrm flipH="1">
            <a:off x="3715511" y="2813303"/>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3788663" y="2538983"/>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2" name="rel:edge_1&gt;0"/>
          <p:cNvCxnSpPr/>
          <p:nvPr/>
        </p:nvCxnSpPr>
        <p:spPr>
          <a:xfrm>
            <a:off x="3715511" y="31790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3788663" y="29047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4" name="rel:edge_0&gt;2"/>
          <p:cNvCxnSpPr/>
          <p:nvPr/>
        </p:nvCxnSpPr>
        <p:spPr>
          <a:xfrm flipH="1">
            <a:off x="3715511" y="3904487"/>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3788663" y="363016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6" name="rel:edge_2&gt;0"/>
          <p:cNvCxnSpPr/>
          <p:nvPr/>
        </p:nvCxnSpPr>
        <p:spPr>
          <a:xfrm>
            <a:off x="3715511" y="4270248"/>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3788663" y="399592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8" name="rel:edge_0&gt;3"/>
          <p:cNvCxnSpPr/>
          <p:nvPr/>
        </p:nvCxnSpPr>
        <p:spPr>
          <a:xfrm flipH="1">
            <a:off x="3715511" y="499567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3788663" y="472135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0" name="rel:edge_3&gt;0"/>
          <p:cNvCxnSpPr/>
          <p:nvPr/>
        </p:nvCxnSpPr>
        <p:spPr>
          <a:xfrm>
            <a:off x="3715511" y="536143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3788663" y="508711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731520"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95528"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内包：調調調調調調調調調調調</a:t>
            </a:r>
          </a:p>
        </p:txBody>
      </p:sp>
      <p:sp>
        <p:nvSpPr>
          <p:cNvPr id="12" name="rel:node_0"/>
          <p:cNvSpPr/>
          <p:nvPr/>
        </p:nvSpPr>
        <p:spPr>
          <a:xfrm>
            <a:off x="822960"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476488" y="2523744"/>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2546603"/>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8476488" y="3342132"/>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549640" y="3364991"/>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8" name="rel:node_3"/>
          <p:cNvSpPr/>
          <p:nvPr/>
        </p:nvSpPr>
        <p:spPr>
          <a:xfrm>
            <a:off x="8476488" y="4160520"/>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8549640" y="4183380"/>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20" name="rel:node_4"/>
          <p:cNvSpPr/>
          <p:nvPr/>
        </p:nvSpPr>
        <p:spPr>
          <a:xfrm>
            <a:off x="8476488" y="4978908"/>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8549640" y="5001768"/>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22" name="rel:edge_0&gt;1"/>
          <p:cNvCxnSpPr/>
          <p:nvPr/>
        </p:nvCxnSpPr>
        <p:spPr>
          <a:xfrm>
            <a:off x="3657600" y="267690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0&gt;1"/>
          <p:cNvSpPr txBox="1"/>
          <p:nvPr/>
        </p:nvSpPr>
        <p:spPr>
          <a:xfrm>
            <a:off x="3730752" y="240258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4" name="rel:edge_1&gt;0"/>
          <p:cNvCxnSpPr/>
          <p:nvPr/>
        </p:nvCxnSpPr>
        <p:spPr>
          <a:xfrm flipH="1">
            <a:off x="3657600" y="304266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1&gt;0"/>
          <p:cNvSpPr txBox="1"/>
          <p:nvPr/>
        </p:nvSpPr>
        <p:spPr>
          <a:xfrm>
            <a:off x="3730752" y="276834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6" name="rel:edge_0&gt;2"/>
          <p:cNvCxnSpPr/>
          <p:nvPr/>
        </p:nvCxnSpPr>
        <p:spPr>
          <a:xfrm>
            <a:off x="3657600" y="349529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0&gt;2"/>
          <p:cNvSpPr txBox="1"/>
          <p:nvPr/>
        </p:nvSpPr>
        <p:spPr>
          <a:xfrm>
            <a:off x="3730752" y="322097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8" name="rel:edge_2&gt;0"/>
          <p:cNvCxnSpPr/>
          <p:nvPr/>
        </p:nvCxnSpPr>
        <p:spPr>
          <a:xfrm flipH="1">
            <a:off x="3657600" y="386105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2&gt;0"/>
          <p:cNvSpPr txBox="1"/>
          <p:nvPr/>
        </p:nvSpPr>
        <p:spPr>
          <a:xfrm>
            <a:off x="3730752" y="358673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0" name="rel:edge_0&gt;3"/>
          <p:cNvCxnSpPr/>
          <p:nvPr/>
        </p:nvCxnSpPr>
        <p:spPr>
          <a:xfrm>
            <a:off x="3657600" y="4313681"/>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0&gt;3"/>
          <p:cNvSpPr txBox="1"/>
          <p:nvPr/>
        </p:nvSpPr>
        <p:spPr>
          <a:xfrm>
            <a:off x="3730752" y="4039361"/>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2" name="rel:edge_3&gt;0"/>
          <p:cNvCxnSpPr/>
          <p:nvPr/>
        </p:nvCxnSpPr>
        <p:spPr>
          <a:xfrm flipH="1">
            <a:off x="3657600" y="467944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dge_label_3&gt;0"/>
          <p:cNvSpPr txBox="1"/>
          <p:nvPr/>
        </p:nvSpPr>
        <p:spPr>
          <a:xfrm>
            <a:off x="3730752" y="440512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4" name="rel:edge_0&gt;4"/>
          <p:cNvCxnSpPr/>
          <p:nvPr/>
        </p:nvCxnSpPr>
        <p:spPr>
          <a:xfrm>
            <a:off x="3657600" y="513207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dge_label_0&gt;4"/>
          <p:cNvSpPr txBox="1"/>
          <p:nvPr/>
        </p:nvSpPr>
        <p:spPr>
          <a:xfrm>
            <a:off x="3730752" y="485775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6" name="rel:edge_4&gt;0"/>
          <p:cNvCxnSpPr/>
          <p:nvPr/>
        </p:nvCxnSpPr>
        <p:spPr>
          <a:xfrm flipH="1">
            <a:off x="3657600" y="549783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dge_label_4&gt;0"/>
          <p:cNvSpPr txBox="1"/>
          <p:nvPr/>
        </p:nvSpPr>
        <p:spPr>
          <a:xfrm>
            <a:off x="3730752" y="522351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8</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8442959"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8506967"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内包：調調調調調調調調調調調</a:t>
            </a:r>
          </a:p>
        </p:txBody>
      </p:sp>
      <p:sp>
        <p:nvSpPr>
          <p:cNvPr id="12" name="rel:node_0"/>
          <p:cNvSpPr/>
          <p:nvPr/>
        </p:nvSpPr>
        <p:spPr>
          <a:xfrm>
            <a:off x="8534399"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80871" y="2523744"/>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2546603"/>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880871" y="3342132"/>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54023" y="3364991"/>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8" name="rel:node_3"/>
          <p:cNvSpPr/>
          <p:nvPr/>
        </p:nvSpPr>
        <p:spPr>
          <a:xfrm>
            <a:off x="880871" y="4160520"/>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54023" y="4183380"/>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20" name="rel:node_4"/>
          <p:cNvSpPr/>
          <p:nvPr/>
        </p:nvSpPr>
        <p:spPr>
          <a:xfrm>
            <a:off x="880871" y="4978908"/>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954023" y="5001768"/>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22" name="rel:edge_0&gt;1"/>
          <p:cNvCxnSpPr/>
          <p:nvPr/>
        </p:nvCxnSpPr>
        <p:spPr>
          <a:xfrm flipH="1">
            <a:off x="3715511" y="267690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0&gt;1"/>
          <p:cNvSpPr txBox="1"/>
          <p:nvPr/>
        </p:nvSpPr>
        <p:spPr>
          <a:xfrm>
            <a:off x="3788663" y="240258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4" name="rel:edge_1&gt;0"/>
          <p:cNvCxnSpPr/>
          <p:nvPr/>
        </p:nvCxnSpPr>
        <p:spPr>
          <a:xfrm>
            <a:off x="3715511" y="304266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1&gt;0"/>
          <p:cNvSpPr txBox="1"/>
          <p:nvPr/>
        </p:nvSpPr>
        <p:spPr>
          <a:xfrm>
            <a:off x="3788663" y="276834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6" name="rel:edge_0&gt;2"/>
          <p:cNvCxnSpPr/>
          <p:nvPr/>
        </p:nvCxnSpPr>
        <p:spPr>
          <a:xfrm flipH="1">
            <a:off x="3715511" y="349529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0&gt;2"/>
          <p:cNvSpPr txBox="1"/>
          <p:nvPr/>
        </p:nvSpPr>
        <p:spPr>
          <a:xfrm>
            <a:off x="3788663" y="322097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28" name="rel:edge_2&gt;0"/>
          <p:cNvCxnSpPr/>
          <p:nvPr/>
        </p:nvCxnSpPr>
        <p:spPr>
          <a:xfrm>
            <a:off x="3715511" y="386105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2&gt;0"/>
          <p:cNvSpPr txBox="1"/>
          <p:nvPr/>
        </p:nvSpPr>
        <p:spPr>
          <a:xfrm>
            <a:off x="3788663" y="358673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0" name="rel:edge_0&gt;3"/>
          <p:cNvCxnSpPr/>
          <p:nvPr/>
        </p:nvCxnSpPr>
        <p:spPr>
          <a:xfrm flipH="1">
            <a:off x="3715511" y="4313681"/>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0&gt;3"/>
          <p:cNvSpPr txBox="1"/>
          <p:nvPr/>
        </p:nvSpPr>
        <p:spPr>
          <a:xfrm>
            <a:off x="3788663" y="4039361"/>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2" name="rel:edge_3&gt;0"/>
          <p:cNvCxnSpPr/>
          <p:nvPr/>
        </p:nvCxnSpPr>
        <p:spPr>
          <a:xfrm>
            <a:off x="3715511" y="467944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dge_label_3&gt;0"/>
          <p:cNvSpPr txBox="1"/>
          <p:nvPr/>
        </p:nvSpPr>
        <p:spPr>
          <a:xfrm>
            <a:off x="3788663" y="440512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4" name="rel:edge_0&gt;4"/>
          <p:cNvCxnSpPr/>
          <p:nvPr/>
        </p:nvCxnSpPr>
        <p:spPr>
          <a:xfrm flipH="1">
            <a:off x="3715511" y="513207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dge_label_0&gt;4"/>
          <p:cNvSpPr txBox="1"/>
          <p:nvPr/>
        </p:nvSpPr>
        <p:spPr>
          <a:xfrm>
            <a:off x="3788663" y="485775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cxnSp>
        <p:nvCxnSpPr>
          <p:cNvPr id="36" name="rel:edge_4&gt;0"/>
          <p:cNvCxnSpPr/>
          <p:nvPr/>
        </p:nvCxnSpPr>
        <p:spPr>
          <a:xfrm>
            <a:off x="3715511" y="549783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dge_label_4&gt;0"/>
          <p:cNvSpPr txBox="1"/>
          <p:nvPr/>
        </p:nvSpPr>
        <p:spPr>
          <a:xfrm>
            <a:off x="3788663" y="522351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調調調調調調調調調調調調調調調調調調調調調調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9</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4599432" y="4096512"/>
            <a:ext cx="2971800" cy="1499616"/>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663440" y="5266944"/>
            <a:ext cx="284378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内包：調調調調調調調調調調調</a:t>
            </a:r>
          </a:p>
        </p:txBody>
      </p:sp>
      <p:sp>
        <p:nvSpPr>
          <p:cNvPr id="12" name="rel:node_0"/>
          <p:cNvSpPr/>
          <p:nvPr/>
        </p:nvSpPr>
        <p:spPr>
          <a:xfrm>
            <a:off x="4690872"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764024"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731520"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04672"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8668512"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741664"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8" name="rel:node_3"/>
          <p:cNvSpPr/>
          <p:nvPr/>
        </p:nvSpPr>
        <p:spPr>
          <a:xfrm>
            <a:off x="4690872" y="2414016"/>
            <a:ext cx="2788920" cy="7772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4764024" y="2436876"/>
            <a:ext cx="2642615" cy="73151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20" name="rel:edge_0&gt;1"/>
          <p:cNvCxnSpPr/>
          <p:nvPr/>
        </p:nvCxnSpPr>
        <p:spPr>
          <a:xfrm flipH="1">
            <a:off x="3520439" y="4517136"/>
            <a:ext cx="117043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3593591" y="424281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2" name="rel:edge_1&gt;0"/>
          <p:cNvCxnSpPr/>
          <p:nvPr/>
        </p:nvCxnSpPr>
        <p:spPr>
          <a:xfrm>
            <a:off x="3520439" y="4882896"/>
            <a:ext cx="117043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3593591" y="460857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4" name="rel:edge_0&gt;2"/>
          <p:cNvCxnSpPr/>
          <p:nvPr/>
        </p:nvCxnSpPr>
        <p:spPr>
          <a:xfrm>
            <a:off x="7479792" y="451713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7552944" y="424281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6" name="rel:edge_2&gt;0"/>
          <p:cNvCxnSpPr/>
          <p:nvPr/>
        </p:nvCxnSpPr>
        <p:spPr>
          <a:xfrm flipH="1">
            <a:off x="7479792" y="488289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7552944" y="460857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8" name="rel:edge_0&gt;3"/>
          <p:cNvCxnSpPr/>
          <p:nvPr/>
        </p:nvCxnSpPr>
        <p:spPr>
          <a:xfrm flipV="1">
            <a:off x="5920740"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4585716"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a:t>
            </a:r>
          </a:p>
        </p:txBody>
      </p:sp>
      <p:cxnSp>
        <p:nvCxnSpPr>
          <p:cNvPr id="30" name="rel:edge_3&gt;0"/>
          <p:cNvCxnSpPr/>
          <p:nvPr/>
        </p:nvCxnSpPr>
        <p:spPr>
          <a:xfrm>
            <a:off x="6249923"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6396227"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10</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4620767" y="4096512"/>
            <a:ext cx="2971800" cy="1499616"/>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684775" y="5266944"/>
            <a:ext cx="284378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内包：調調調調調調調調調調調</a:t>
            </a:r>
          </a:p>
        </p:txBody>
      </p:sp>
      <p:sp>
        <p:nvSpPr>
          <p:cNvPr id="12" name="rel:node_0"/>
          <p:cNvSpPr/>
          <p:nvPr/>
        </p:nvSpPr>
        <p:spPr>
          <a:xfrm>
            <a:off x="4712207"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785359"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4" name="rel:node_1"/>
          <p:cNvSpPr/>
          <p:nvPr/>
        </p:nvSpPr>
        <p:spPr>
          <a:xfrm>
            <a:off x="8671559"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744711"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6" name="rel:node_2"/>
          <p:cNvSpPr/>
          <p:nvPr/>
        </p:nvSpPr>
        <p:spPr>
          <a:xfrm>
            <a:off x="734567"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07719"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sp>
        <p:nvSpPr>
          <p:cNvPr id="18" name="rel:node_3"/>
          <p:cNvSpPr/>
          <p:nvPr/>
        </p:nvSpPr>
        <p:spPr>
          <a:xfrm>
            <a:off x="4712207" y="2414016"/>
            <a:ext cx="2788920" cy="7772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4785359" y="2436876"/>
            <a:ext cx="2642615" cy="73151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調調調調調調調調調調</a:t>
            </a:r>
          </a:p>
        </p:txBody>
      </p:sp>
      <p:cxnSp>
        <p:nvCxnSpPr>
          <p:cNvPr id="20" name="rel:edge_0&gt;1"/>
          <p:cNvCxnSpPr/>
          <p:nvPr/>
        </p:nvCxnSpPr>
        <p:spPr>
          <a:xfrm>
            <a:off x="7501127" y="4517136"/>
            <a:ext cx="117043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7574279" y="424281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2" name="rel:edge_1&gt;0"/>
          <p:cNvCxnSpPr/>
          <p:nvPr/>
        </p:nvCxnSpPr>
        <p:spPr>
          <a:xfrm flipH="1">
            <a:off x="7501127" y="4882896"/>
            <a:ext cx="117043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7574279" y="460857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4" name="rel:edge_0&gt;2"/>
          <p:cNvCxnSpPr/>
          <p:nvPr/>
        </p:nvCxnSpPr>
        <p:spPr>
          <a:xfrm flipH="1">
            <a:off x="3523487" y="451713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3596639" y="424281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6" name="rel:edge_2&gt;0"/>
          <p:cNvCxnSpPr/>
          <p:nvPr/>
        </p:nvCxnSpPr>
        <p:spPr>
          <a:xfrm>
            <a:off x="3523487" y="488289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3596639" y="460857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a:t>
            </a:r>
          </a:p>
        </p:txBody>
      </p:sp>
      <p:cxnSp>
        <p:nvCxnSpPr>
          <p:cNvPr id="28" name="rel:edge_0&gt;3"/>
          <p:cNvCxnSpPr/>
          <p:nvPr/>
        </p:nvCxnSpPr>
        <p:spPr>
          <a:xfrm flipV="1">
            <a:off x="6271259"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6417563"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a:t>
            </a:r>
          </a:p>
        </p:txBody>
      </p:sp>
      <p:cxnSp>
        <p:nvCxnSpPr>
          <p:cNvPr id="30" name="rel:edge_3&gt;0"/>
          <p:cNvCxnSpPr/>
          <p:nvPr/>
        </p:nvCxnSpPr>
        <p:spPr>
          <a:xfrm>
            <a:off x="5942075"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4607051"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2" name="decor:4"/>
          <p:cNvSpPr/>
          <p:nvPr/>
        </p:nvSpPr>
        <p:spPr>
          <a:xfrm>
            <a:off x="5989320" y="2148840"/>
            <a:ext cx="10972" cy="363931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left_caption"/>
          <p:cNvSpPr txBox="1"/>
          <p:nvPr/>
        </p:nvSpPr>
        <p:spPr>
          <a:xfrm>
            <a:off x="731520"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調調調調調調調調調調調調調調調調調調</a:t>
            </a:r>
          </a:p>
        </p:txBody>
      </p:sp>
      <p:sp>
        <p:nvSpPr>
          <p:cNvPr id="14" name="slot:right_caption"/>
          <p:cNvSpPr txBox="1"/>
          <p:nvPr/>
        </p:nvSpPr>
        <p:spPr>
          <a:xfrm>
            <a:off x="6263640"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調調調調調調調調調調調調調調調調調調</a:t>
            </a:r>
          </a:p>
        </p:txBody>
      </p:sp>
      <p:sp>
        <p:nvSpPr>
          <p:cNvPr id="15" name="rel:node_0"/>
          <p:cNvSpPr/>
          <p:nvPr/>
        </p:nvSpPr>
        <p:spPr>
          <a:xfrm>
            <a:off x="777240"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l:node_label_0"/>
          <p:cNvSpPr txBox="1"/>
          <p:nvPr/>
        </p:nvSpPr>
        <p:spPr>
          <a:xfrm>
            <a:off x="850392"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17" name="rel:node_1"/>
          <p:cNvSpPr/>
          <p:nvPr/>
        </p:nvSpPr>
        <p:spPr>
          <a:xfrm>
            <a:off x="4178808"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l:node_label_1"/>
          <p:cNvSpPr txBox="1"/>
          <p:nvPr/>
        </p:nvSpPr>
        <p:spPr>
          <a:xfrm>
            <a:off x="4251960"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19" name="rel:node_2"/>
          <p:cNvSpPr/>
          <p:nvPr/>
        </p:nvSpPr>
        <p:spPr>
          <a:xfrm>
            <a:off x="6373368" y="2834640"/>
            <a:ext cx="1554480" cy="25786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l:node_label_2"/>
          <p:cNvSpPr txBox="1"/>
          <p:nvPr/>
        </p:nvSpPr>
        <p:spPr>
          <a:xfrm>
            <a:off x="6446520" y="2857500"/>
            <a:ext cx="1408176" cy="253288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21" name="rel:node_3"/>
          <p:cNvSpPr/>
          <p:nvPr/>
        </p:nvSpPr>
        <p:spPr>
          <a:xfrm>
            <a:off x="9875520" y="28346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l:node_label_3"/>
          <p:cNvSpPr txBox="1"/>
          <p:nvPr/>
        </p:nvSpPr>
        <p:spPr>
          <a:xfrm>
            <a:off x="9948672" y="28575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23" name="rel:node_4"/>
          <p:cNvSpPr/>
          <p:nvPr/>
        </p:nvSpPr>
        <p:spPr>
          <a:xfrm>
            <a:off x="9875520" y="46634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l:node_label_4"/>
          <p:cNvSpPr txBox="1"/>
          <p:nvPr/>
        </p:nvSpPr>
        <p:spPr>
          <a:xfrm>
            <a:off x="9948672" y="46863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cxnSp>
        <p:nvCxnSpPr>
          <p:cNvPr id="25" name="rel:edge_0&gt;1"/>
          <p:cNvCxnSpPr/>
          <p:nvPr/>
        </p:nvCxnSpPr>
        <p:spPr>
          <a:xfrm>
            <a:off x="2331720" y="368503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l:edge_label_0&gt;1"/>
          <p:cNvSpPr txBox="1"/>
          <p:nvPr/>
        </p:nvSpPr>
        <p:spPr>
          <a:xfrm>
            <a:off x="2404872" y="341071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a:t>
            </a:r>
          </a:p>
        </p:txBody>
      </p:sp>
      <p:cxnSp>
        <p:nvCxnSpPr>
          <p:cNvPr id="27" name="rel:edge_1&gt;0"/>
          <p:cNvCxnSpPr/>
          <p:nvPr/>
        </p:nvCxnSpPr>
        <p:spPr>
          <a:xfrm flipH="1">
            <a:off x="2331720" y="405079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dge_label_1&gt;0"/>
          <p:cNvSpPr txBox="1"/>
          <p:nvPr/>
        </p:nvSpPr>
        <p:spPr>
          <a:xfrm>
            <a:off x="2404872" y="377647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a:t>
            </a:r>
          </a:p>
        </p:txBody>
      </p:sp>
      <p:cxnSp>
        <p:nvCxnSpPr>
          <p:cNvPr id="29" name="rel:edge_2&gt;3"/>
          <p:cNvCxnSpPr/>
          <p:nvPr/>
        </p:nvCxnSpPr>
        <p:spPr>
          <a:xfrm>
            <a:off x="7927848" y="30266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l:edge_label_2&gt;3"/>
          <p:cNvSpPr txBox="1"/>
          <p:nvPr/>
        </p:nvSpPr>
        <p:spPr>
          <a:xfrm>
            <a:off x="8001000" y="27523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cxnSp>
        <p:nvCxnSpPr>
          <p:cNvPr id="31" name="rel:edge_3&gt;2"/>
          <p:cNvCxnSpPr/>
          <p:nvPr/>
        </p:nvCxnSpPr>
        <p:spPr>
          <a:xfrm flipH="1">
            <a:off x="7927848" y="33924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dge_label_3&gt;2"/>
          <p:cNvSpPr txBox="1"/>
          <p:nvPr/>
        </p:nvSpPr>
        <p:spPr>
          <a:xfrm>
            <a:off x="8001000" y="31181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cxnSp>
        <p:nvCxnSpPr>
          <p:cNvPr id="33" name="rel:edge_2&gt;4"/>
          <p:cNvCxnSpPr/>
          <p:nvPr/>
        </p:nvCxnSpPr>
        <p:spPr>
          <a:xfrm>
            <a:off x="7927848" y="48554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l:edge_label_2&gt;4"/>
          <p:cNvSpPr txBox="1"/>
          <p:nvPr/>
        </p:nvSpPr>
        <p:spPr>
          <a:xfrm>
            <a:off x="8001000" y="45811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cxnSp>
        <p:nvCxnSpPr>
          <p:cNvPr id="35" name="rel:edge_4&gt;2"/>
          <p:cNvCxnSpPr/>
          <p:nvPr/>
        </p:nvCxnSpPr>
        <p:spPr>
          <a:xfrm flipH="1">
            <a:off x="7927848" y="52212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dge_label_4&gt;2"/>
          <p:cNvSpPr txBox="1"/>
          <p:nvPr/>
        </p:nvSpPr>
        <p:spPr>
          <a:xfrm>
            <a:off x="8001000" y="49469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2" name="decor:4"/>
          <p:cNvSpPr/>
          <p:nvPr/>
        </p:nvSpPr>
        <p:spPr>
          <a:xfrm>
            <a:off x="5989320" y="2148840"/>
            <a:ext cx="10972" cy="363931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left_caption"/>
          <p:cNvSpPr txBox="1"/>
          <p:nvPr/>
        </p:nvSpPr>
        <p:spPr>
          <a:xfrm>
            <a:off x="6431279"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調調調調調調調調調調調調調調調調調調</a:t>
            </a:r>
          </a:p>
        </p:txBody>
      </p:sp>
      <p:sp>
        <p:nvSpPr>
          <p:cNvPr id="14" name="slot:right_caption"/>
          <p:cNvSpPr txBox="1"/>
          <p:nvPr/>
        </p:nvSpPr>
        <p:spPr>
          <a:xfrm>
            <a:off x="899159"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調調調調調調調調調調調調調調調調調調</a:t>
            </a:r>
          </a:p>
        </p:txBody>
      </p:sp>
      <p:sp>
        <p:nvSpPr>
          <p:cNvPr id="15" name="rel:node_0"/>
          <p:cNvSpPr/>
          <p:nvPr/>
        </p:nvSpPr>
        <p:spPr>
          <a:xfrm>
            <a:off x="9860279"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l:node_label_0"/>
          <p:cNvSpPr txBox="1"/>
          <p:nvPr/>
        </p:nvSpPr>
        <p:spPr>
          <a:xfrm>
            <a:off x="9933431"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17" name="rel:node_1"/>
          <p:cNvSpPr/>
          <p:nvPr/>
        </p:nvSpPr>
        <p:spPr>
          <a:xfrm>
            <a:off x="6458711"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l:node_label_1"/>
          <p:cNvSpPr txBox="1"/>
          <p:nvPr/>
        </p:nvSpPr>
        <p:spPr>
          <a:xfrm>
            <a:off x="6531863"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19" name="rel:node_2"/>
          <p:cNvSpPr/>
          <p:nvPr/>
        </p:nvSpPr>
        <p:spPr>
          <a:xfrm>
            <a:off x="4264151" y="2834640"/>
            <a:ext cx="1554480" cy="25786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l:node_label_2"/>
          <p:cNvSpPr txBox="1"/>
          <p:nvPr/>
        </p:nvSpPr>
        <p:spPr>
          <a:xfrm>
            <a:off x="4337303" y="2857500"/>
            <a:ext cx="1408176" cy="253288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21" name="rel:node_3"/>
          <p:cNvSpPr/>
          <p:nvPr/>
        </p:nvSpPr>
        <p:spPr>
          <a:xfrm>
            <a:off x="761999" y="28346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l:node_label_3"/>
          <p:cNvSpPr txBox="1"/>
          <p:nvPr/>
        </p:nvSpPr>
        <p:spPr>
          <a:xfrm>
            <a:off x="835151" y="28575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sp>
        <p:nvSpPr>
          <p:cNvPr id="23" name="rel:node_4"/>
          <p:cNvSpPr/>
          <p:nvPr/>
        </p:nvSpPr>
        <p:spPr>
          <a:xfrm>
            <a:off x="761999" y="46634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l:node_label_4"/>
          <p:cNvSpPr txBox="1"/>
          <p:nvPr/>
        </p:nvSpPr>
        <p:spPr>
          <a:xfrm>
            <a:off x="835151" y="46863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a:t>
            </a:r>
          </a:p>
        </p:txBody>
      </p:sp>
      <p:cxnSp>
        <p:nvCxnSpPr>
          <p:cNvPr id="25" name="rel:edge_0&gt;1"/>
          <p:cNvCxnSpPr/>
          <p:nvPr/>
        </p:nvCxnSpPr>
        <p:spPr>
          <a:xfrm flipH="1">
            <a:off x="8013191" y="368503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l:edge_label_0&gt;1"/>
          <p:cNvSpPr txBox="1"/>
          <p:nvPr/>
        </p:nvSpPr>
        <p:spPr>
          <a:xfrm>
            <a:off x="8086343" y="341071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a:t>
            </a:r>
          </a:p>
        </p:txBody>
      </p:sp>
      <p:cxnSp>
        <p:nvCxnSpPr>
          <p:cNvPr id="27" name="rel:edge_1&gt;0"/>
          <p:cNvCxnSpPr/>
          <p:nvPr/>
        </p:nvCxnSpPr>
        <p:spPr>
          <a:xfrm>
            <a:off x="8013191" y="405079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dge_label_1&gt;0"/>
          <p:cNvSpPr txBox="1"/>
          <p:nvPr/>
        </p:nvSpPr>
        <p:spPr>
          <a:xfrm>
            <a:off x="8086343" y="377647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a:t>
            </a:r>
          </a:p>
        </p:txBody>
      </p:sp>
      <p:cxnSp>
        <p:nvCxnSpPr>
          <p:cNvPr id="29" name="rel:edge_2&gt;3"/>
          <p:cNvCxnSpPr/>
          <p:nvPr/>
        </p:nvCxnSpPr>
        <p:spPr>
          <a:xfrm flipH="1">
            <a:off x="2316479" y="30266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l:edge_label_2&gt;3"/>
          <p:cNvSpPr txBox="1"/>
          <p:nvPr/>
        </p:nvSpPr>
        <p:spPr>
          <a:xfrm>
            <a:off x="2389631" y="27523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cxnSp>
        <p:nvCxnSpPr>
          <p:cNvPr id="31" name="rel:edge_3&gt;2"/>
          <p:cNvCxnSpPr/>
          <p:nvPr/>
        </p:nvCxnSpPr>
        <p:spPr>
          <a:xfrm>
            <a:off x="2316479" y="33924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dge_label_3&gt;2"/>
          <p:cNvSpPr txBox="1"/>
          <p:nvPr/>
        </p:nvSpPr>
        <p:spPr>
          <a:xfrm>
            <a:off x="2389631" y="31181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cxnSp>
        <p:nvCxnSpPr>
          <p:cNvPr id="33" name="rel:edge_2&gt;4"/>
          <p:cNvCxnSpPr/>
          <p:nvPr/>
        </p:nvCxnSpPr>
        <p:spPr>
          <a:xfrm flipH="1">
            <a:off x="2316479" y="48554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l:edge_label_2&gt;4"/>
          <p:cNvSpPr txBox="1"/>
          <p:nvPr/>
        </p:nvSpPr>
        <p:spPr>
          <a:xfrm>
            <a:off x="2389631" y="45811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cxnSp>
        <p:nvCxnSpPr>
          <p:cNvPr id="35" name="rel:edge_4&gt;2"/>
          <p:cNvCxnSpPr/>
          <p:nvPr/>
        </p:nvCxnSpPr>
        <p:spPr>
          <a:xfrm>
            <a:off x="2316479" y="52212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dge_label_4&gt;2"/>
          <p:cNvSpPr txBox="1"/>
          <p:nvPr/>
        </p:nvSpPr>
        <p:spPr>
          <a:xfrm>
            <a:off x="2389631" y="49469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調調調調調調調調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187451" y="2048256"/>
            <a:ext cx="7114033"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6986017"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同管理：調調調調調調調調調調調調調調調調調調調調調調調調調調調調調調調</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4969764"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42916"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18"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1490471" y="2971800"/>
            <a:ext cx="4507993"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2" name="rel:event_0_0"/>
          <p:cNvCxnSpPr/>
          <p:nvPr/>
        </p:nvCxnSpPr>
        <p:spPr>
          <a:xfrm flipV="1">
            <a:off x="1399031" y="3525012"/>
            <a:ext cx="469087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6181344" y="3698748"/>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6" name="rel:event_1_0"/>
          <p:cNvCxnSpPr/>
          <p:nvPr/>
        </p:nvCxnSpPr>
        <p:spPr>
          <a:xfrm flipV="1">
            <a:off x="6089904" y="425196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6181344" y="4425696"/>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30" name="rel:event_2_0"/>
          <p:cNvCxnSpPr/>
          <p:nvPr/>
        </p:nvCxnSpPr>
        <p:spPr>
          <a:xfrm flipV="1" flipH="1">
            <a:off x="6089904" y="497890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66944" y="5152644"/>
            <a:ext cx="1645920"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34" name="rel:event_3_0"/>
          <p:cNvCxnSpPr/>
          <p:nvPr/>
        </p:nvCxnSpPr>
        <p:spPr>
          <a:xfrm flipV="1">
            <a:off x="6089904" y="5705856"/>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6656832" y="5705856"/>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flipH="1">
            <a:off x="6089904" y="5788152"/>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4890515" y="2048256"/>
            <a:ext cx="7114032"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954523" y="2071116"/>
            <a:ext cx="6986016"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同管理：調調調調調調調調調調調調調調調調調調調調調調調調調調調調調調調</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4981955"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55107"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18"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6193535" y="2971800"/>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2" name="rel:event_0_0"/>
          <p:cNvCxnSpPr/>
          <p:nvPr/>
        </p:nvCxnSpPr>
        <p:spPr>
          <a:xfrm flipV="1" flipH="1">
            <a:off x="6102095" y="3525012"/>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1502663" y="3698748"/>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6" name="rel:event_1_0"/>
          <p:cNvCxnSpPr/>
          <p:nvPr/>
        </p:nvCxnSpPr>
        <p:spPr>
          <a:xfrm flipV="1" flipH="1">
            <a:off x="1411223" y="425196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1502663" y="4425696"/>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30" name="rel:event_2_0"/>
          <p:cNvCxnSpPr/>
          <p:nvPr/>
        </p:nvCxnSpPr>
        <p:spPr>
          <a:xfrm flipV="1">
            <a:off x="1411223" y="497890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79135" y="5152644"/>
            <a:ext cx="1645920"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34" name="rel:event_3_0"/>
          <p:cNvCxnSpPr/>
          <p:nvPr/>
        </p:nvCxnSpPr>
        <p:spPr>
          <a:xfrm flipV="1" flipH="1">
            <a:off x="5535167" y="5705856"/>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5535167" y="5705856"/>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a:off x="5535167" y="5788152"/>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187451" y="2048256"/>
            <a:ext cx="7114033"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6986017"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同管理：調調調調調調調調調調調調調調調調調調調調調調調調調調調調調調調</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4969764"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42916"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18"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1490471" y="2971800"/>
            <a:ext cx="4507993"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2" name="rel:event_0_0"/>
          <p:cNvCxnSpPr/>
          <p:nvPr/>
        </p:nvCxnSpPr>
        <p:spPr>
          <a:xfrm>
            <a:off x="1399031" y="3268980"/>
            <a:ext cx="469087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6181344" y="3335274"/>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6" name="rel:event_1_0"/>
          <p:cNvCxnSpPr/>
          <p:nvPr/>
        </p:nvCxnSpPr>
        <p:spPr>
          <a:xfrm>
            <a:off x="6089904" y="3632454"/>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6181344" y="3698748"/>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30" name="rel:event_2_0"/>
          <p:cNvCxnSpPr/>
          <p:nvPr/>
        </p:nvCxnSpPr>
        <p:spPr>
          <a:xfrm flipH="1">
            <a:off x="6089904" y="399592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66944"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34" name="rel:event_3_0"/>
          <p:cNvCxnSpPr/>
          <p:nvPr/>
        </p:nvCxnSpPr>
        <p:spPr>
          <a:xfrm>
            <a:off x="6089904"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6656832"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flipH="1">
            <a:off x="6089904"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vent_label_4"/>
          <p:cNvSpPr txBox="1"/>
          <p:nvPr/>
        </p:nvSpPr>
        <p:spPr>
          <a:xfrm>
            <a:off x="6181344" y="4425696"/>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38" name="rel:event_4_0"/>
          <p:cNvCxnSpPr/>
          <p:nvPr/>
        </p:nvCxnSpPr>
        <p:spPr>
          <a:xfrm>
            <a:off x="6089904" y="4722876"/>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el:event_label_5"/>
          <p:cNvSpPr txBox="1"/>
          <p:nvPr/>
        </p:nvSpPr>
        <p:spPr>
          <a:xfrm>
            <a:off x="6181344" y="4789170"/>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42" name="rel:event_5_0"/>
          <p:cNvCxnSpPr/>
          <p:nvPr/>
        </p:nvCxnSpPr>
        <p:spPr>
          <a:xfrm flipH="1">
            <a:off x="6089904" y="508635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el:event_label_6"/>
          <p:cNvSpPr txBox="1"/>
          <p:nvPr/>
        </p:nvSpPr>
        <p:spPr>
          <a:xfrm>
            <a:off x="1490471" y="5152644"/>
            <a:ext cx="4507993"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46" name="rel:event_6_0"/>
          <p:cNvCxnSpPr/>
          <p:nvPr/>
        </p:nvCxnSpPr>
        <p:spPr>
          <a:xfrm flipH="1">
            <a:off x="1399031" y="5449824"/>
            <a:ext cx="469087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el:event_label_7"/>
          <p:cNvSpPr txBox="1"/>
          <p:nvPr/>
        </p:nvSpPr>
        <p:spPr>
          <a:xfrm>
            <a:off x="576071"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50" name="rel:event_7_0"/>
          <p:cNvCxnSpPr/>
          <p:nvPr/>
        </p:nvCxnSpPr>
        <p:spPr>
          <a:xfrm>
            <a:off x="1399031"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1" name="rel:event_7_1"/>
          <p:cNvCxnSpPr/>
          <p:nvPr/>
        </p:nvCxnSpPr>
        <p:spPr>
          <a:xfrm>
            <a:off x="196595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2" name="rel:event_7_2"/>
          <p:cNvCxnSpPr/>
          <p:nvPr/>
        </p:nvCxnSpPr>
        <p:spPr>
          <a:xfrm flipV="1" flipH="1">
            <a:off x="1399031"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16</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4890515" y="2048256"/>
            <a:ext cx="7114032"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954523" y="2071116"/>
            <a:ext cx="6986016"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同管理：調調調調調調調調調調調調調調調調調調調調調調調調調調調調調調調</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4981955"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55107"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18"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6193535" y="2971800"/>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2" name="rel:event_0_0"/>
          <p:cNvCxnSpPr/>
          <p:nvPr/>
        </p:nvCxnSpPr>
        <p:spPr>
          <a:xfrm flipH="1">
            <a:off x="6102095" y="326898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1502663" y="3335274"/>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26" name="rel:event_1_0"/>
          <p:cNvCxnSpPr/>
          <p:nvPr/>
        </p:nvCxnSpPr>
        <p:spPr>
          <a:xfrm flipH="1">
            <a:off x="1411223" y="3632454"/>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1502663" y="3698748"/>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30" name="rel:event_2_0"/>
          <p:cNvCxnSpPr/>
          <p:nvPr/>
        </p:nvCxnSpPr>
        <p:spPr>
          <a:xfrm>
            <a:off x="1411223" y="399592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79135"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34" name="rel:event_3_0"/>
          <p:cNvCxnSpPr/>
          <p:nvPr/>
        </p:nvCxnSpPr>
        <p:spPr>
          <a:xfrm flipH="1">
            <a:off x="5535167"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5535167"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a:off x="5535167"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vent_label_4"/>
          <p:cNvSpPr txBox="1"/>
          <p:nvPr/>
        </p:nvSpPr>
        <p:spPr>
          <a:xfrm>
            <a:off x="1502663" y="4425696"/>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38" name="rel:event_4_0"/>
          <p:cNvCxnSpPr/>
          <p:nvPr/>
        </p:nvCxnSpPr>
        <p:spPr>
          <a:xfrm flipH="1">
            <a:off x="1411223" y="4722876"/>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el:event_label_5"/>
          <p:cNvSpPr txBox="1"/>
          <p:nvPr/>
        </p:nvSpPr>
        <p:spPr>
          <a:xfrm>
            <a:off x="1502663" y="4789170"/>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42" name="rel:event_5_0"/>
          <p:cNvCxnSpPr/>
          <p:nvPr/>
        </p:nvCxnSpPr>
        <p:spPr>
          <a:xfrm>
            <a:off x="1411223" y="508635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el:event_label_6"/>
          <p:cNvSpPr txBox="1"/>
          <p:nvPr/>
        </p:nvSpPr>
        <p:spPr>
          <a:xfrm>
            <a:off x="6193535" y="5152644"/>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a:t>
            </a:r>
          </a:p>
        </p:txBody>
      </p:sp>
      <p:cxnSp>
        <p:nvCxnSpPr>
          <p:cNvPr id="46" name="rel:event_6_0"/>
          <p:cNvCxnSpPr/>
          <p:nvPr/>
        </p:nvCxnSpPr>
        <p:spPr>
          <a:xfrm>
            <a:off x="6102095" y="5449824"/>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el:event_label_7"/>
          <p:cNvSpPr txBox="1"/>
          <p:nvPr/>
        </p:nvSpPr>
        <p:spPr>
          <a:xfrm>
            <a:off x="9970007"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50" name="rel:event_7_0"/>
          <p:cNvCxnSpPr/>
          <p:nvPr/>
        </p:nvCxnSpPr>
        <p:spPr>
          <a:xfrm flipH="1">
            <a:off x="10226039"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1" name="rel:event_7_1"/>
          <p:cNvCxnSpPr/>
          <p:nvPr/>
        </p:nvCxnSpPr>
        <p:spPr>
          <a:xfrm>
            <a:off x="1022603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2" name="rel:event_7_2"/>
          <p:cNvCxnSpPr/>
          <p:nvPr/>
        </p:nvCxnSpPr>
        <p:spPr>
          <a:xfrm flipV="1">
            <a:off x="10226039"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17</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187451" y="2048256"/>
            <a:ext cx="5550409"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5422393"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3406140"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3479292"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6533388"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6606540"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8" name="rel:node_3"/>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20"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452628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765352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1490471" y="2971800"/>
            <a:ext cx="2944369"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5" name="rel:event_0_0"/>
          <p:cNvCxnSpPr/>
          <p:nvPr/>
        </p:nvCxnSpPr>
        <p:spPr>
          <a:xfrm flipV="1">
            <a:off x="1399031" y="3525012"/>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17720" y="3698748"/>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9" name="rel:event_1_0"/>
          <p:cNvCxnSpPr/>
          <p:nvPr/>
        </p:nvCxnSpPr>
        <p:spPr>
          <a:xfrm flipV="1">
            <a:off x="4526280" y="4251960"/>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17720" y="4425696"/>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33" name="rel:event_2_0"/>
          <p:cNvCxnSpPr/>
          <p:nvPr/>
        </p:nvCxnSpPr>
        <p:spPr>
          <a:xfrm flipV="1" flipH="1">
            <a:off x="4526280" y="497890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4617720" y="5152644"/>
            <a:ext cx="607161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p:txBody>
      </p:sp>
      <p:cxnSp>
        <p:nvCxnSpPr>
          <p:cNvPr id="37" name="rel:event_3_0"/>
          <p:cNvCxnSpPr/>
          <p:nvPr/>
        </p:nvCxnSpPr>
        <p:spPr>
          <a:xfrm flipV="1">
            <a:off x="4526280" y="570585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18</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6454139" y="2048256"/>
            <a:ext cx="555040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6518147" y="2071116"/>
            <a:ext cx="542239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6545579"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6618731"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341833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49148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8" name="rel:node_3"/>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20"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766571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453847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7757159" y="2971800"/>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5" name="rel:event_0_0"/>
          <p:cNvCxnSpPr/>
          <p:nvPr/>
        </p:nvCxnSpPr>
        <p:spPr>
          <a:xfrm flipV="1" flipH="1">
            <a:off x="7665719" y="3525012"/>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29911" y="3698748"/>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9" name="rel:event_1_0"/>
          <p:cNvCxnSpPr/>
          <p:nvPr/>
        </p:nvCxnSpPr>
        <p:spPr>
          <a:xfrm flipV="1" flipH="1">
            <a:off x="4538471" y="4251960"/>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29911" y="4425696"/>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33" name="rel:event_2_0"/>
          <p:cNvCxnSpPr/>
          <p:nvPr/>
        </p:nvCxnSpPr>
        <p:spPr>
          <a:xfrm flipV="1">
            <a:off x="4538471" y="497890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1502663" y="5152644"/>
            <a:ext cx="607161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p:txBody>
      </p:sp>
      <p:cxnSp>
        <p:nvCxnSpPr>
          <p:cNvPr id="37" name="rel:event_3_0"/>
          <p:cNvCxnSpPr/>
          <p:nvPr/>
        </p:nvCxnSpPr>
        <p:spPr>
          <a:xfrm flipV="1" flipH="1">
            <a:off x="1411223" y="570585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19</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187451" y="2048256"/>
            <a:ext cx="5550409"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5422393"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3406140"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3479292"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6533388"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6606540"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8" name="rel:node_3"/>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20"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452628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765352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1490471" y="2971800"/>
            <a:ext cx="2944369"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5" name="rel:event_0_0"/>
          <p:cNvCxnSpPr/>
          <p:nvPr/>
        </p:nvCxnSpPr>
        <p:spPr>
          <a:xfrm>
            <a:off x="1399031" y="3268980"/>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17720" y="3335274"/>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9" name="rel:event_1_0"/>
          <p:cNvCxnSpPr/>
          <p:nvPr/>
        </p:nvCxnSpPr>
        <p:spPr>
          <a:xfrm>
            <a:off x="4526280" y="3632454"/>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17720" y="3698748"/>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33" name="rel:event_2_0"/>
          <p:cNvCxnSpPr/>
          <p:nvPr/>
        </p:nvCxnSpPr>
        <p:spPr>
          <a:xfrm flipH="1">
            <a:off x="4526280" y="399592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3703320"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37" name="rel:event_3_0"/>
          <p:cNvCxnSpPr/>
          <p:nvPr/>
        </p:nvCxnSpPr>
        <p:spPr>
          <a:xfrm>
            <a:off x="4526280"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8" name="rel:event_3_1"/>
          <p:cNvCxnSpPr/>
          <p:nvPr/>
        </p:nvCxnSpPr>
        <p:spPr>
          <a:xfrm>
            <a:off x="5093208"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9" name="rel:event_3_2"/>
          <p:cNvCxnSpPr/>
          <p:nvPr/>
        </p:nvCxnSpPr>
        <p:spPr>
          <a:xfrm flipV="1" flipH="1">
            <a:off x="4526280"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el:event_label_4"/>
          <p:cNvSpPr txBox="1"/>
          <p:nvPr/>
        </p:nvSpPr>
        <p:spPr>
          <a:xfrm>
            <a:off x="4617720" y="4425696"/>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p:txBody>
      </p:sp>
      <p:cxnSp>
        <p:nvCxnSpPr>
          <p:cNvPr id="41" name="rel:event_4_0"/>
          <p:cNvCxnSpPr/>
          <p:nvPr/>
        </p:nvCxnSpPr>
        <p:spPr>
          <a:xfrm>
            <a:off x="4526280" y="472287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el:event_label_5"/>
          <p:cNvSpPr txBox="1"/>
          <p:nvPr/>
        </p:nvSpPr>
        <p:spPr>
          <a:xfrm>
            <a:off x="4617720" y="4789170"/>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p:txBody>
      </p:sp>
      <p:cxnSp>
        <p:nvCxnSpPr>
          <p:cNvPr id="45" name="rel:event_5_0"/>
          <p:cNvCxnSpPr/>
          <p:nvPr/>
        </p:nvCxnSpPr>
        <p:spPr>
          <a:xfrm flipH="1">
            <a:off x="4526280" y="5086350"/>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el:event_label_6"/>
          <p:cNvSpPr txBox="1"/>
          <p:nvPr/>
        </p:nvSpPr>
        <p:spPr>
          <a:xfrm>
            <a:off x="1490471" y="5152644"/>
            <a:ext cx="2944369"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49" name="rel:event_6_0"/>
          <p:cNvCxnSpPr/>
          <p:nvPr/>
        </p:nvCxnSpPr>
        <p:spPr>
          <a:xfrm flipH="1">
            <a:off x="1399031" y="5449824"/>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el:event_label_7"/>
          <p:cNvSpPr txBox="1"/>
          <p:nvPr/>
        </p:nvSpPr>
        <p:spPr>
          <a:xfrm>
            <a:off x="576071"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53" name="rel:event_7_0"/>
          <p:cNvCxnSpPr/>
          <p:nvPr/>
        </p:nvCxnSpPr>
        <p:spPr>
          <a:xfrm>
            <a:off x="1399031"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4" name="rel:event_7_1"/>
          <p:cNvCxnSpPr/>
          <p:nvPr/>
        </p:nvCxnSpPr>
        <p:spPr>
          <a:xfrm>
            <a:off x="196595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5" name="rel:event_7_2"/>
          <p:cNvCxnSpPr/>
          <p:nvPr/>
        </p:nvCxnSpPr>
        <p:spPr>
          <a:xfrm flipV="1" flipH="1">
            <a:off x="1399031"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20</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6454139" y="2048256"/>
            <a:ext cx="555040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6518147" y="2071116"/>
            <a:ext cx="542239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同管理：調調調調調調調調調調調調調調調調調調調調調調調</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4" name="rel:node_1"/>
          <p:cNvSpPr/>
          <p:nvPr/>
        </p:nvSpPr>
        <p:spPr>
          <a:xfrm>
            <a:off x="6545579"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6618731"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6" name="rel:node_2"/>
          <p:cNvSpPr/>
          <p:nvPr/>
        </p:nvSpPr>
        <p:spPr>
          <a:xfrm>
            <a:off x="341833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49148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sp>
        <p:nvSpPr>
          <p:cNvPr id="18" name="rel:node_3"/>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調調調調調調調調</a:t>
            </a:r>
          </a:p>
        </p:txBody>
      </p:sp>
      <p:cxnSp>
        <p:nvCxnSpPr>
          <p:cNvPr id="20"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766571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453847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7757159" y="2971800"/>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5" name="rel:event_0_0"/>
          <p:cNvCxnSpPr/>
          <p:nvPr/>
        </p:nvCxnSpPr>
        <p:spPr>
          <a:xfrm flipH="1">
            <a:off x="7665719" y="3268980"/>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29911" y="3335274"/>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29" name="rel:event_1_0"/>
          <p:cNvCxnSpPr/>
          <p:nvPr/>
        </p:nvCxnSpPr>
        <p:spPr>
          <a:xfrm flipH="1">
            <a:off x="4538471" y="3632454"/>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29911" y="3698748"/>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33" name="rel:event_2_0"/>
          <p:cNvCxnSpPr/>
          <p:nvPr/>
        </p:nvCxnSpPr>
        <p:spPr>
          <a:xfrm>
            <a:off x="4538471" y="399592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6842759"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37" name="rel:event_3_0"/>
          <p:cNvCxnSpPr/>
          <p:nvPr/>
        </p:nvCxnSpPr>
        <p:spPr>
          <a:xfrm flipH="1">
            <a:off x="7098791"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8" name="rel:event_3_1"/>
          <p:cNvCxnSpPr/>
          <p:nvPr/>
        </p:nvCxnSpPr>
        <p:spPr>
          <a:xfrm>
            <a:off x="7098791"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9" name="rel:event_3_2"/>
          <p:cNvCxnSpPr/>
          <p:nvPr/>
        </p:nvCxnSpPr>
        <p:spPr>
          <a:xfrm flipV="1">
            <a:off x="7098791"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el:event_label_4"/>
          <p:cNvSpPr txBox="1"/>
          <p:nvPr/>
        </p:nvSpPr>
        <p:spPr>
          <a:xfrm>
            <a:off x="1502663" y="4425696"/>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p:txBody>
      </p:sp>
      <p:cxnSp>
        <p:nvCxnSpPr>
          <p:cNvPr id="41" name="rel:event_4_0"/>
          <p:cNvCxnSpPr/>
          <p:nvPr/>
        </p:nvCxnSpPr>
        <p:spPr>
          <a:xfrm flipH="1">
            <a:off x="1411223" y="472287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el:event_label_5"/>
          <p:cNvSpPr txBox="1"/>
          <p:nvPr/>
        </p:nvSpPr>
        <p:spPr>
          <a:xfrm>
            <a:off x="1502663" y="4789170"/>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a:t>
            </a:r>
          </a:p>
        </p:txBody>
      </p:sp>
      <p:cxnSp>
        <p:nvCxnSpPr>
          <p:cNvPr id="45" name="rel:event_5_0"/>
          <p:cNvCxnSpPr/>
          <p:nvPr/>
        </p:nvCxnSpPr>
        <p:spPr>
          <a:xfrm>
            <a:off x="1411223" y="5086350"/>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el:event_label_6"/>
          <p:cNvSpPr txBox="1"/>
          <p:nvPr/>
        </p:nvSpPr>
        <p:spPr>
          <a:xfrm>
            <a:off x="7757159" y="5152644"/>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a:t>
            </a:r>
          </a:p>
        </p:txBody>
      </p:sp>
      <p:cxnSp>
        <p:nvCxnSpPr>
          <p:cNvPr id="49" name="rel:event_6_0"/>
          <p:cNvCxnSpPr/>
          <p:nvPr/>
        </p:nvCxnSpPr>
        <p:spPr>
          <a:xfrm>
            <a:off x="7665719" y="5449824"/>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el:event_label_7"/>
          <p:cNvSpPr txBox="1"/>
          <p:nvPr/>
        </p:nvSpPr>
        <p:spPr>
          <a:xfrm>
            <a:off x="9970007"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53" name="rel:event_7_0"/>
          <p:cNvCxnSpPr/>
          <p:nvPr/>
        </p:nvCxnSpPr>
        <p:spPr>
          <a:xfrm flipH="1">
            <a:off x="10226039"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4" name="rel:event_7_1"/>
          <p:cNvCxnSpPr/>
          <p:nvPr/>
        </p:nvCxnSpPr>
        <p:spPr>
          <a:xfrm>
            <a:off x="1022603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5" name="rel:event_7_2"/>
          <p:cNvCxnSpPr/>
          <p:nvPr/>
        </p:nvCxnSpPr>
        <p:spPr>
          <a:xfrm flipV="1">
            <a:off x="10226039"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333756"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397764"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a:t>
            </a:r>
          </a:p>
        </p:txBody>
      </p:sp>
      <p:sp>
        <p:nvSpPr>
          <p:cNvPr id="12" name="rel:node_0"/>
          <p:cNvSpPr/>
          <p:nvPr/>
        </p:nvSpPr>
        <p:spPr>
          <a:xfrm>
            <a:off x="425196"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98348"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4" name="rel:node_1"/>
          <p:cNvSpPr/>
          <p:nvPr/>
        </p:nvSpPr>
        <p:spPr>
          <a:xfrm>
            <a:off x="2770632"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2843784"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6" name="rel:node_2"/>
          <p:cNvSpPr/>
          <p:nvPr/>
        </p:nvSpPr>
        <p:spPr>
          <a:xfrm>
            <a:off x="5116068"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189220"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8" name="rel:node_3"/>
          <p:cNvSpPr/>
          <p:nvPr/>
        </p:nvSpPr>
        <p:spPr>
          <a:xfrm>
            <a:off x="7461504"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7534656"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20" name="rel:node_4"/>
          <p:cNvSpPr/>
          <p:nvPr/>
        </p:nvSpPr>
        <p:spPr>
          <a:xfrm>
            <a:off x="9806940"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9880092"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cxnSp>
        <p:nvCxnSpPr>
          <p:cNvPr id="22" name="rel:lifeline_0"/>
          <p:cNvCxnSpPr/>
          <p:nvPr/>
        </p:nvCxnSpPr>
        <p:spPr>
          <a:xfrm>
            <a:off x="1399032"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3744468"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843534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1490472" y="2971800"/>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28" name="rel:event_0_0"/>
          <p:cNvCxnSpPr/>
          <p:nvPr/>
        </p:nvCxnSpPr>
        <p:spPr>
          <a:xfrm flipV="1">
            <a:off x="1399032" y="3525012"/>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3835908" y="3698748"/>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2" name="rel:event_1_0"/>
          <p:cNvCxnSpPr/>
          <p:nvPr/>
        </p:nvCxnSpPr>
        <p:spPr>
          <a:xfrm flipV="1">
            <a:off x="3744468" y="425196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8526780" y="4425696"/>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6" name="rel:event_2_0"/>
          <p:cNvCxnSpPr/>
          <p:nvPr/>
        </p:nvCxnSpPr>
        <p:spPr>
          <a:xfrm flipV="1">
            <a:off x="8435340" y="497890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8526780" y="5152644"/>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40" name="rel:event_3_0"/>
          <p:cNvCxnSpPr/>
          <p:nvPr/>
        </p:nvCxnSpPr>
        <p:spPr>
          <a:xfrm flipV="1" flipH="1">
            <a:off x="8435340" y="5705856"/>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7382255"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446263"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a:t>
            </a:r>
          </a:p>
        </p:txBody>
      </p:sp>
      <p:sp>
        <p:nvSpPr>
          <p:cNvPr id="12" name="rel:node_0"/>
          <p:cNvSpPr/>
          <p:nvPr/>
        </p:nvSpPr>
        <p:spPr>
          <a:xfrm>
            <a:off x="9819131"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892283"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4" name="rel:node_1"/>
          <p:cNvSpPr/>
          <p:nvPr/>
        </p:nvSpPr>
        <p:spPr>
          <a:xfrm>
            <a:off x="7473695"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7546847"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6" name="rel:node_2"/>
          <p:cNvSpPr/>
          <p:nvPr/>
        </p:nvSpPr>
        <p:spPr>
          <a:xfrm>
            <a:off x="5128259"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201411"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8" name="rel:node_3"/>
          <p:cNvSpPr/>
          <p:nvPr/>
        </p:nvSpPr>
        <p:spPr>
          <a:xfrm>
            <a:off x="2782823"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2855975"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20" name="rel:node_4"/>
          <p:cNvSpPr/>
          <p:nvPr/>
        </p:nvSpPr>
        <p:spPr>
          <a:xfrm>
            <a:off x="437387"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510539"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cxnSp>
        <p:nvCxnSpPr>
          <p:cNvPr id="22"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84475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375665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8538971" y="2971800"/>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28" name="rel:event_0_0"/>
          <p:cNvCxnSpPr/>
          <p:nvPr/>
        </p:nvCxnSpPr>
        <p:spPr>
          <a:xfrm flipV="1" flipH="1">
            <a:off x="8447531" y="3525012"/>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6193535" y="3698748"/>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2" name="rel:event_1_0"/>
          <p:cNvCxnSpPr/>
          <p:nvPr/>
        </p:nvCxnSpPr>
        <p:spPr>
          <a:xfrm flipV="1" flipH="1">
            <a:off x="6102095" y="425196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1502663" y="4425696"/>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6" name="rel:event_2_0"/>
          <p:cNvCxnSpPr/>
          <p:nvPr/>
        </p:nvCxnSpPr>
        <p:spPr>
          <a:xfrm flipV="1" flipH="1">
            <a:off x="1411223" y="497890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1502663" y="5152644"/>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40" name="rel:event_3_0"/>
          <p:cNvCxnSpPr/>
          <p:nvPr/>
        </p:nvCxnSpPr>
        <p:spPr>
          <a:xfrm flipV="1">
            <a:off x="1411223" y="5705856"/>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333756"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397764"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a:t>
            </a:r>
          </a:p>
        </p:txBody>
      </p:sp>
      <p:sp>
        <p:nvSpPr>
          <p:cNvPr id="12" name="rel:node_0"/>
          <p:cNvSpPr/>
          <p:nvPr/>
        </p:nvSpPr>
        <p:spPr>
          <a:xfrm>
            <a:off x="425196"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98348"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4" name="rel:node_1"/>
          <p:cNvSpPr/>
          <p:nvPr/>
        </p:nvSpPr>
        <p:spPr>
          <a:xfrm>
            <a:off x="2770632"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2843784"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6" name="rel:node_2"/>
          <p:cNvSpPr/>
          <p:nvPr/>
        </p:nvSpPr>
        <p:spPr>
          <a:xfrm>
            <a:off x="5116068"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189220"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8" name="rel:node_3"/>
          <p:cNvSpPr/>
          <p:nvPr/>
        </p:nvSpPr>
        <p:spPr>
          <a:xfrm>
            <a:off x="7461504"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7534656"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20" name="rel:node_4"/>
          <p:cNvSpPr/>
          <p:nvPr/>
        </p:nvSpPr>
        <p:spPr>
          <a:xfrm>
            <a:off x="9806940"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9880092"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cxnSp>
        <p:nvCxnSpPr>
          <p:cNvPr id="22" name="rel:lifeline_0"/>
          <p:cNvCxnSpPr/>
          <p:nvPr/>
        </p:nvCxnSpPr>
        <p:spPr>
          <a:xfrm>
            <a:off x="1399032"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3744468"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843534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1490472" y="2971800"/>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28" name="rel:event_0_0"/>
          <p:cNvCxnSpPr/>
          <p:nvPr/>
        </p:nvCxnSpPr>
        <p:spPr>
          <a:xfrm>
            <a:off x="1399032" y="326898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3835908" y="333527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2" name="rel:event_1_0"/>
          <p:cNvCxnSpPr/>
          <p:nvPr/>
        </p:nvCxnSpPr>
        <p:spPr>
          <a:xfrm>
            <a:off x="3744468" y="363245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3835908" y="369874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6" name="rel:event_2_0"/>
          <p:cNvCxnSpPr/>
          <p:nvPr/>
        </p:nvCxnSpPr>
        <p:spPr>
          <a:xfrm flipH="1">
            <a:off x="3744468" y="399592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2921508"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40" name="rel:event_3_0"/>
          <p:cNvCxnSpPr/>
          <p:nvPr/>
        </p:nvCxnSpPr>
        <p:spPr>
          <a:xfrm>
            <a:off x="3744468"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1" name="rel:event_3_1"/>
          <p:cNvCxnSpPr/>
          <p:nvPr/>
        </p:nvCxnSpPr>
        <p:spPr>
          <a:xfrm>
            <a:off x="4311396"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2" name="rel:event_3_2"/>
          <p:cNvCxnSpPr/>
          <p:nvPr/>
        </p:nvCxnSpPr>
        <p:spPr>
          <a:xfrm flipV="1" flipH="1">
            <a:off x="3744468"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el:event_label_4"/>
          <p:cNvSpPr txBox="1"/>
          <p:nvPr/>
        </p:nvSpPr>
        <p:spPr>
          <a:xfrm>
            <a:off x="3835908" y="4425696"/>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調調調調調調調調調調調調調調調調調調調調調調調調調調調調調調</a:t>
            </a:r>
          </a:p>
        </p:txBody>
      </p:sp>
      <p:cxnSp>
        <p:nvCxnSpPr>
          <p:cNvPr id="44" name="rel:event_4_0"/>
          <p:cNvCxnSpPr/>
          <p:nvPr/>
        </p:nvCxnSpPr>
        <p:spPr>
          <a:xfrm>
            <a:off x="3744468" y="4722876"/>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rel:event_label_5"/>
          <p:cNvSpPr txBox="1"/>
          <p:nvPr/>
        </p:nvSpPr>
        <p:spPr>
          <a:xfrm>
            <a:off x="3835908" y="4789170"/>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調調調調調調調調調調調調調調調調調調調調調調調調調調調調調調</a:t>
            </a:r>
          </a:p>
        </p:txBody>
      </p:sp>
      <p:cxnSp>
        <p:nvCxnSpPr>
          <p:cNvPr id="48" name="rel:event_5_0"/>
          <p:cNvCxnSpPr/>
          <p:nvPr/>
        </p:nvCxnSpPr>
        <p:spPr>
          <a:xfrm flipH="1">
            <a:off x="3744468" y="5086350"/>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rel:event_label_6"/>
          <p:cNvSpPr txBox="1"/>
          <p:nvPr/>
        </p:nvSpPr>
        <p:spPr>
          <a:xfrm>
            <a:off x="8526780" y="515264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52" name="rel:event_6_0"/>
          <p:cNvCxnSpPr/>
          <p:nvPr/>
        </p:nvCxnSpPr>
        <p:spPr>
          <a:xfrm>
            <a:off x="8435340" y="544982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rel:event_label_7"/>
          <p:cNvSpPr txBox="1"/>
          <p:nvPr/>
        </p:nvSpPr>
        <p:spPr>
          <a:xfrm>
            <a:off x="8526780" y="551611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56" name="rel:event_7_0"/>
          <p:cNvCxnSpPr/>
          <p:nvPr/>
        </p:nvCxnSpPr>
        <p:spPr>
          <a:xfrm flipH="1">
            <a:off x="8435340" y="581329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sp>
        <p:nvSpPr>
          <p:cNvPr id="10" name="rel:boundary"/>
          <p:cNvSpPr/>
          <p:nvPr/>
        </p:nvSpPr>
        <p:spPr>
          <a:xfrm>
            <a:off x="7382255"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446263"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同管理：調調調調調調調調調調調調調調調調調調</a:t>
            </a:r>
          </a:p>
        </p:txBody>
      </p:sp>
      <p:sp>
        <p:nvSpPr>
          <p:cNvPr id="12" name="rel:node_0"/>
          <p:cNvSpPr/>
          <p:nvPr/>
        </p:nvSpPr>
        <p:spPr>
          <a:xfrm>
            <a:off x="9819131"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892283"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4" name="rel:node_1"/>
          <p:cNvSpPr/>
          <p:nvPr/>
        </p:nvSpPr>
        <p:spPr>
          <a:xfrm>
            <a:off x="7473695"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7546847"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6" name="rel:node_2"/>
          <p:cNvSpPr/>
          <p:nvPr/>
        </p:nvSpPr>
        <p:spPr>
          <a:xfrm>
            <a:off x="5128259"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201411"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18" name="rel:node_3"/>
          <p:cNvSpPr/>
          <p:nvPr/>
        </p:nvSpPr>
        <p:spPr>
          <a:xfrm>
            <a:off x="2782823"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2855975"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sp>
        <p:nvSpPr>
          <p:cNvPr id="20" name="rel:node_4"/>
          <p:cNvSpPr/>
          <p:nvPr/>
        </p:nvSpPr>
        <p:spPr>
          <a:xfrm>
            <a:off x="437387"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510539"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調調調調調調</a:t>
            </a:r>
          </a:p>
        </p:txBody>
      </p:sp>
      <p:cxnSp>
        <p:nvCxnSpPr>
          <p:cNvPr id="22"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84475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375665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8538971" y="2971800"/>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28" name="rel:event_0_0"/>
          <p:cNvCxnSpPr/>
          <p:nvPr/>
        </p:nvCxnSpPr>
        <p:spPr>
          <a:xfrm flipH="1">
            <a:off x="8447531" y="326898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6193535" y="333527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2" name="rel:event_1_0"/>
          <p:cNvCxnSpPr/>
          <p:nvPr/>
        </p:nvCxnSpPr>
        <p:spPr>
          <a:xfrm flipH="1">
            <a:off x="6102095" y="363245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6193535" y="369874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36" name="rel:event_2_0"/>
          <p:cNvCxnSpPr/>
          <p:nvPr/>
        </p:nvCxnSpPr>
        <p:spPr>
          <a:xfrm>
            <a:off x="6102095" y="399592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7624571"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a:t>
            </a:r>
          </a:p>
        </p:txBody>
      </p:sp>
      <p:cxnSp>
        <p:nvCxnSpPr>
          <p:cNvPr id="40" name="rel:event_3_0"/>
          <p:cNvCxnSpPr/>
          <p:nvPr/>
        </p:nvCxnSpPr>
        <p:spPr>
          <a:xfrm flipH="1">
            <a:off x="7880603"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1" name="rel:event_3_1"/>
          <p:cNvCxnSpPr/>
          <p:nvPr/>
        </p:nvCxnSpPr>
        <p:spPr>
          <a:xfrm>
            <a:off x="7880603"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2" name="rel:event_3_2"/>
          <p:cNvCxnSpPr/>
          <p:nvPr/>
        </p:nvCxnSpPr>
        <p:spPr>
          <a:xfrm flipV="1">
            <a:off x="7880603"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el:event_label_4"/>
          <p:cNvSpPr txBox="1"/>
          <p:nvPr/>
        </p:nvSpPr>
        <p:spPr>
          <a:xfrm>
            <a:off x="1502663" y="4425696"/>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調調調調調調調調調調調調調調調調調調調調調調調調調調調調調調</a:t>
            </a:r>
          </a:p>
        </p:txBody>
      </p:sp>
      <p:cxnSp>
        <p:nvCxnSpPr>
          <p:cNvPr id="44" name="rel:event_4_0"/>
          <p:cNvCxnSpPr/>
          <p:nvPr/>
        </p:nvCxnSpPr>
        <p:spPr>
          <a:xfrm flipH="1">
            <a:off x="1411223" y="4722876"/>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rel:event_label_5"/>
          <p:cNvSpPr txBox="1"/>
          <p:nvPr/>
        </p:nvSpPr>
        <p:spPr>
          <a:xfrm>
            <a:off x="1502663" y="4789170"/>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調調調調調調調調調調調調調調調調調調調調調調調調調調調調調調</a:t>
            </a:r>
          </a:p>
        </p:txBody>
      </p:sp>
      <p:cxnSp>
        <p:nvCxnSpPr>
          <p:cNvPr id="48" name="rel:event_5_0"/>
          <p:cNvCxnSpPr/>
          <p:nvPr/>
        </p:nvCxnSpPr>
        <p:spPr>
          <a:xfrm>
            <a:off x="1411223" y="5086350"/>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rel:event_label_6"/>
          <p:cNvSpPr txBox="1"/>
          <p:nvPr/>
        </p:nvSpPr>
        <p:spPr>
          <a:xfrm>
            <a:off x="1502663" y="515264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52" name="rel:event_6_0"/>
          <p:cNvCxnSpPr/>
          <p:nvPr/>
        </p:nvCxnSpPr>
        <p:spPr>
          <a:xfrm flipH="1">
            <a:off x="1411223" y="544982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rel:event_label_7"/>
          <p:cNvSpPr txBox="1"/>
          <p:nvPr/>
        </p:nvSpPr>
        <p:spPr>
          <a:xfrm>
            <a:off x="1502663" y="551611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調調調調調調調調調</a:t>
            </a:r>
          </a:p>
        </p:txBody>
      </p:sp>
      <p:cxnSp>
        <p:nvCxnSpPr>
          <p:cNvPr id="56" name="rel:event_7_0"/>
          <p:cNvCxnSpPr/>
          <p:nvPr/>
        </p:nvCxnSpPr>
        <p:spPr>
          <a:xfrm>
            <a:off x="1411223" y="581329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調調調調調調調調調調調調調調調調調調調調調調調調調調調調</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調調調調調調調調調調調調調調調調調調調調調調調調調調調調調調調調調調調調調調調調調調調調調調調調調調調調</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調調調調調調調調調調調調調調調調調調調調調調調調調調調調調調調調調調調調調調調調調調調調調調調調調調調調調調調調</a:t>
            </a:r>
          </a:p>
        </p:txBody>
      </p:sp>
      <p:graphicFrame>
        <p:nvGraphicFramePr>
          <p:cNvPr id="10" name="rel:comparison"/>
          <p:cNvGraphicFramePr>
            <a:graphicFrameLocks noGrp="1"/>
          </p:cNvGraphicFramePr>
          <p:nvPr/>
        </p:nvGraphicFramePr>
        <p:xfrm>
          <a:off x="603504" y="2194560"/>
          <a:ext cx="10972800" cy="3511296"/>
        </p:xfrm>
        <a:graphic>
          <a:graphicData uri="http://schemas.openxmlformats.org/drawingml/2006/table">
            <a:tbl>
              <a:tblPr firstRow="1" bandRow="1">
                <a:tableStyleId>{5C22544A-7EE6-4342-B048-85BDC9FD1C3A}</a:tableStyleId>
              </a:tblPr>
              <a:tblGrid>
                <a:gridCol w="2139696"/>
                <a:gridCol w="2944368"/>
                <a:gridCol w="2944368"/>
                <a:gridCol w="2944368"/>
              </a:tblGrid>
              <a:tr h="603504">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比較軸</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調調調調調調調調調調</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調調調調調調調調調調</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調調調調調調調調調調</a:t>
                      </a:r>
                    </a:p>
                  </a:txBody>
                  <a:tcPr marL="109728" marR="109728" marT="45720" marB="45720" anchor="ctr">
                    <a:solidFill>
                      <a:srgbClr val="213547"/>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FFFFFF"/>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EDF2F6"/>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調調調調調調調</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調調調調調調調調調調</a:t>
                      </a:r>
                    </a:p>
                  </a:txBody>
                  <a:tcPr marL="109728" marR="109728" marT="45720" marB="4572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架空の構造検証</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