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graphicFrame>
        <p:nvGraphicFramePr>
          <p:cNvPr id="10" name="rel:comparison"/>
          <p:cNvGraphicFramePr>
            <a:graphicFrameLocks noGrp="1"/>
          </p:cNvGraphicFramePr>
          <p:nvPr/>
        </p:nvGraphicFramePr>
        <p:xfrm>
          <a:off x="603504" y="219456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944368"/>
                <a:gridCol w="2944368"/>
                <a:gridCol w="2944368"/>
              </a:tblGrid>
              <a:tr h="603504"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比較軸</a:t>
                      </a:r>
                    </a:p>
                  </a:txBody>
                  <a:tcPr marL="109728" marR="109728" marT="45720" marB="45720" anchor="ctr">
                    <a:solidFill>
                      <a:srgbClr val="213547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109728" marR="109728" marT="45720" marB="45720" anchor="ctr">
                    <a:solidFill>
                      <a:srgbClr val="213547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109728" marR="109728" marT="45720" marB="45720" anchor="ctr">
                    <a:solidFill>
                      <a:srgbClr val="213547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109728" marR="109728" marT="45720" marB="45720" anchor="ctr">
                    <a:solidFill>
                      <a:srgbClr val="213547"/>
                    </a:solidFill>
                  </a:tcPr>
                </a:tc>
              </a:tr>
              <a:tr h="969264"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EDF2F6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EDF2F6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EDF2F6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EDF2F6"/>
                    </a:solidFill>
                  </a:tcPr>
                </a:tc>
              </a:tr>
              <a:tr h="969264"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700" b="1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18288" rIns="18288" tIns="13716" bIns="13716">
                      <a:noAutofit/>
                    </a:bodyPr>
                    <a:lstStyle/>
                    <a:p>
                      <a:pPr hangingPunct="0" eaLnBrk="1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defRPr>
                      </a:pPr>
                      <a:r>
                        <a:rPr lang="ja-JP" sz="1800" b="0">
                          <a:solidFill>
                            <a:srgbClr val="213547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compare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