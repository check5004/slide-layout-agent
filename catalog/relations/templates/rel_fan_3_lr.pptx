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22960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96112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476488" y="2523744"/>
            <a:ext cx="2834640" cy="149047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549640" y="2546603"/>
            <a:ext cx="2688336" cy="144475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476488" y="4160520"/>
            <a:ext cx="2834640" cy="149047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8549640" y="4183380"/>
            <a:ext cx="2688336" cy="144475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edge_0&gt;1"/>
          <p:cNvCxnSpPr/>
          <p:nvPr/>
        </p:nvCxnSpPr>
        <p:spPr>
          <a:xfrm>
            <a:off x="3657600" y="3086099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l:edge_label_0&gt;1"/>
          <p:cNvSpPr txBox="1"/>
          <p:nvPr/>
        </p:nvSpPr>
        <p:spPr>
          <a:xfrm>
            <a:off x="3730752" y="2811779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1&gt;0"/>
          <p:cNvCxnSpPr/>
          <p:nvPr/>
        </p:nvCxnSpPr>
        <p:spPr>
          <a:xfrm flipH="1">
            <a:off x="3657600" y="3451860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1&gt;0"/>
          <p:cNvSpPr txBox="1"/>
          <p:nvPr/>
        </p:nvSpPr>
        <p:spPr>
          <a:xfrm>
            <a:off x="3730752" y="3177540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0&gt;2"/>
          <p:cNvCxnSpPr/>
          <p:nvPr/>
        </p:nvCxnSpPr>
        <p:spPr>
          <a:xfrm>
            <a:off x="3657600" y="472287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0&gt;2"/>
          <p:cNvSpPr txBox="1"/>
          <p:nvPr/>
        </p:nvSpPr>
        <p:spPr>
          <a:xfrm>
            <a:off x="3730752" y="444855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2&gt;0"/>
          <p:cNvCxnSpPr/>
          <p:nvPr/>
        </p:nvCxnSpPr>
        <p:spPr>
          <a:xfrm flipH="1">
            <a:off x="3657600" y="5088636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2&gt;0"/>
          <p:cNvSpPr txBox="1"/>
          <p:nvPr/>
        </p:nvSpPr>
        <p:spPr>
          <a:xfrm>
            <a:off x="3730752" y="4814316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