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r:1"/>
          <p:cNvSpPr/>
          <p:nvPr/>
        </p:nvSpPr>
        <p:spPr>
          <a:xfrm>
            <a:off x="566928" y="393192"/>
            <a:ext cx="292608" cy="50292"/>
          </a:xfrm>
          <a:prstGeom prst="rect">
            <a:avLst/>
          </a:prstGeom>
          <a:solidFill>
            <a:srgbClr val="087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meta:header"/>
          <p:cNvSpPr txBox="1"/>
          <p:nvPr/>
        </p:nvSpPr>
        <p:spPr>
          <a:xfrm>
            <a:off x="960120" y="292608"/>
            <a:ext cx="9052560" cy="292608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架空調査｜社内ナレッジ共有</a:t>
            </a:r>
          </a:p>
        </p:txBody>
      </p:sp>
      <p:sp>
        <p:nvSpPr>
          <p:cNvPr id="4" name="meta:page"/>
          <p:cNvSpPr txBox="1"/>
          <p:nvPr/>
        </p:nvSpPr>
        <p:spPr>
          <a:xfrm>
            <a:off x="10972800" y="6391656"/>
            <a:ext cx="621792" cy="274320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2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5" name="meta:footer"/>
          <p:cNvSpPr txBox="1"/>
          <p:nvPr/>
        </p:nvSpPr>
        <p:spPr>
          <a:xfrm>
            <a:off x="603504" y="6419088"/>
            <a:ext cx="9601200" cy="237744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0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FICTIONAL RESEARCH / EDITORIAL</a:t>
            </a:r>
          </a:p>
        </p:txBody>
      </p:sp>
      <p:sp>
        <p:nvSpPr>
          <p:cNvPr id="6" name="decor:2"/>
          <p:cNvSpPr/>
          <p:nvPr/>
        </p:nvSpPr>
        <p:spPr>
          <a:xfrm>
            <a:off x="603504" y="6263640"/>
            <a:ext cx="10972800" cy="10972"/>
          </a:xfrm>
          <a:prstGeom prst="rect">
            <a:avLst/>
          </a:prstGeom>
          <a:solidFill>
            <a:srgbClr val="DCE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lot:title"/>
          <p:cNvSpPr txBox="1"/>
          <p:nvPr/>
        </p:nvSpPr>
        <p:spPr>
          <a:xfrm>
            <a:off x="603504" y="630936"/>
            <a:ext cx="10972800" cy="9875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3500"/>
              </a:lnSpc>
              <a:spcBef>
                <a:spcPts val="0"/>
              </a:spcBef>
              <a:spcAft>
                <a:spcPts val="0"/>
              </a:spcAft>
              <a:def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2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主体と通信の関係を確認する</a:t>
            </a:r>
          </a:p>
        </p:txBody>
      </p:sp>
      <p:sp>
        <p:nvSpPr>
          <p:cNvPr id="8" name="slot:context"/>
          <p:cNvSpPr txBox="1"/>
          <p:nvPr/>
        </p:nvSpPr>
        <p:spPr>
          <a:xfrm>
            <a:off x="621792" y="1691640"/>
            <a:ext cx="10927080" cy="310896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架空の受付・照会システム。矢印と囲みは異なる関係を表す。</a:t>
            </a:r>
          </a:p>
        </p:txBody>
      </p:sp>
      <p:sp>
        <p:nvSpPr>
          <p:cNvPr id="9" name="slot:caveat"/>
          <p:cNvSpPr txBox="1"/>
          <p:nvPr/>
        </p:nvSpPr>
        <p:spPr>
          <a:xfrm>
            <a:off x="621792" y="5934456"/>
            <a:ext cx="10927080" cy="301752"/>
          </a:xfrm>
          <a:prstGeom prst="rect">
            <a:avLst/>
          </a:prstGeom>
          <a:noFill/>
        </p:spPr>
        <p:txBody>
          <a:bodyPr wrap="square" anchor="t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0">
                <a:solidFill>
                  <a:srgbClr val="566777"/>
                </a:solidFill>
                <a:latin typeface="Yu Gothic"/>
                <a:ea typeface="Yu Gothic"/>
                <a:cs typeface="Yu Gothic"/>
              </a:rPr>
              <a:t>注記：架空の構造例。実在の仕様や安全性を示すものではない。</a:t>
            </a:r>
          </a:p>
        </p:txBody>
      </p:sp>
      <p:sp>
        <p:nvSpPr>
          <p:cNvPr id="10" name="rel:boundary"/>
          <p:cNvSpPr/>
          <p:nvPr/>
        </p:nvSpPr>
        <p:spPr>
          <a:xfrm>
            <a:off x="640080" y="2057400"/>
            <a:ext cx="3017520" cy="3703320"/>
          </a:xfrm>
          <a:prstGeom prst="rect">
            <a:avLst/>
          </a:prstGeom>
          <a:solidFill>
            <a:srgbClr val="E8F3F2"/>
          </a:solidFill>
          <a:ln w="8890">
            <a:solidFill>
              <a:srgbClr val="DCE3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l:boundary_label"/>
          <p:cNvSpPr txBox="1"/>
          <p:nvPr/>
        </p:nvSpPr>
        <p:spPr>
          <a:xfrm>
            <a:off x="731520" y="2084831"/>
            <a:ext cx="2834640" cy="283464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4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内包：管理主体</a:t>
            </a:r>
          </a:p>
        </p:txBody>
      </p:sp>
      <p:sp>
        <p:nvSpPr>
          <p:cNvPr id="12" name="rel:node_0"/>
          <p:cNvSpPr/>
          <p:nvPr/>
        </p:nvSpPr>
        <p:spPr>
          <a:xfrm>
            <a:off x="822960" y="2523744"/>
            <a:ext cx="2834640" cy="3273552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l:node_label_0"/>
          <p:cNvSpPr txBox="1"/>
          <p:nvPr/>
        </p:nvSpPr>
        <p:spPr>
          <a:xfrm>
            <a:off x="896112" y="2546603"/>
            <a:ext cx="2688336" cy="3227832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4" name="rel:node_1"/>
          <p:cNvSpPr/>
          <p:nvPr/>
        </p:nvSpPr>
        <p:spPr>
          <a:xfrm>
            <a:off x="8476488" y="2523744"/>
            <a:ext cx="2834640" cy="944880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l:node_label_1"/>
          <p:cNvSpPr txBox="1"/>
          <p:nvPr/>
        </p:nvSpPr>
        <p:spPr>
          <a:xfrm>
            <a:off x="8549640" y="2546603"/>
            <a:ext cx="2688336" cy="899160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6" name="rel:node_2"/>
          <p:cNvSpPr/>
          <p:nvPr/>
        </p:nvSpPr>
        <p:spPr>
          <a:xfrm>
            <a:off x="8476488" y="3614928"/>
            <a:ext cx="2834640" cy="944880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l:node_label_2"/>
          <p:cNvSpPr txBox="1"/>
          <p:nvPr/>
        </p:nvSpPr>
        <p:spPr>
          <a:xfrm>
            <a:off x="8549640" y="3637787"/>
            <a:ext cx="2688336" cy="899160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sp>
        <p:nvSpPr>
          <p:cNvPr id="18" name="rel:node_3"/>
          <p:cNvSpPr/>
          <p:nvPr/>
        </p:nvSpPr>
        <p:spPr>
          <a:xfrm>
            <a:off x="8476488" y="4706112"/>
            <a:ext cx="2834640" cy="944880"/>
          </a:xfrm>
          <a:prstGeom prst="rect">
            <a:avLst/>
          </a:prstGeom>
          <a:solidFill>
            <a:srgbClr val="FFFFFF"/>
          </a:solidFill>
          <a:ln w="8890">
            <a:solidFill>
              <a:srgbClr val="087E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l:node_label_3"/>
          <p:cNvSpPr txBox="1"/>
          <p:nvPr/>
        </p:nvSpPr>
        <p:spPr>
          <a:xfrm>
            <a:off x="8549640" y="4728972"/>
            <a:ext cx="2688336" cy="899160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800" b="1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0" name="rel:edge_0&gt;1"/>
          <p:cNvCxnSpPr/>
          <p:nvPr/>
        </p:nvCxnSpPr>
        <p:spPr>
          <a:xfrm>
            <a:off x="3657600" y="2813303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l:edge_label_0&gt;1"/>
          <p:cNvSpPr txBox="1"/>
          <p:nvPr/>
        </p:nvSpPr>
        <p:spPr>
          <a:xfrm>
            <a:off x="3730752" y="2538983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2" name="rel:edge_1&gt;0"/>
          <p:cNvCxnSpPr/>
          <p:nvPr/>
        </p:nvCxnSpPr>
        <p:spPr>
          <a:xfrm flipH="1">
            <a:off x="3657600" y="3179064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l:edge_label_1&gt;0"/>
          <p:cNvSpPr txBox="1"/>
          <p:nvPr/>
        </p:nvSpPr>
        <p:spPr>
          <a:xfrm>
            <a:off x="3730752" y="2904744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4" name="rel:edge_0&gt;2"/>
          <p:cNvCxnSpPr/>
          <p:nvPr/>
        </p:nvCxnSpPr>
        <p:spPr>
          <a:xfrm>
            <a:off x="3657600" y="3904487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l:edge_label_0&gt;2"/>
          <p:cNvSpPr txBox="1"/>
          <p:nvPr/>
        </p:nvSpPr>
        <p:spPr>
          <a:xfrm>
            <a:off x="3730752" y="3630168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6" name="rel:edge_2&gt;0"/>
          <p:cNvCxnSpPr/>
          <p:nvPr/>
        </p:nvCxnSpPr>
        <p:spPr>
          <a:xfrm flipH="1">
            <a:off x="3657600" y="4270248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l:edge_label_2&gt;0"/>
          <p:cNvSpPr txBox="1"/>
          <p:nvPr/>
        </p:nvSpPr>
        <p:spPr>
          <a:xfrm>
            <a:off x="3730752" y="3995928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28" name="rel:edge_0&gt;3"/>
          <p:cNvCxnSpPr/>
          <p:nvPr/>
        </p:nvCxnSpPr>
        <p:spPr>
          <a:xfrm>
            <a:off x="3657600" y="4995672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l:edge_label_0&gt;3"/>
          <p:cNvSpPr txBox="1"/>
          <p:nvPr/>
        </p:nvSpPr>
        <p:spPr>
          <a:xfrm>
            <a:off x="3730752" y="4721352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  <p:cxnSp>
        <p:nvCxnSpPr>
          <p:cNvPr id="30" name="rel:edge_3&gt;0"/>
          <p:cNvCxnSpPr/>
          <p:nvPr/>
        </p:nvCxnSpPr>
        <p:spPr>
          <a:xfrm flipH="1">
            <a:off x="3657600" y="5361432"/>
            <a:ext cx="4818888" cy="0"/>
          </a:xfrm>
          <a:prstGeom prst="line">
            <a:avLst/>
          </a:prstGeom>
          <a:ln w="21590">
            <a:solidFill>
              <a:srgbClr val="087E83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l:edge_label_3&gt;0"/>
          <p:cNvSpPr txBox="1"/>
          <p:nvPr/>
        </p:nvSpPr>
        <p:spPr>
          <a:xfrm>
            <a:off x="3730752" y="5087112"/>
            <a:ext cx="4672583" cy="265176"/>
          </a:xfrm>
          <a:prstGeom prst="rect">
            <a:avLst/>
          </a:prstGeom>
          <a:noFill/>
        </p:spPr>
        <p:txBody>
          <a:bodyPr wrap="square" anchor="ctr" lIns="18288" rIns="18288" tIns="13716" bIns="13716">
            <a:noAutofit/>
          </a:bodyPr>
          <a:lstStyle/>
          <a:p>
            <a:pPr hangingPunct="0" eaLnBrk="1" latinLnBrk="0"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defRPr>
            </a:pPr>
            <a:r>
              <a:rPr lang="ja-JP" sz="1500" b="0">
                <a:solidFill>
                  <a:srgbClr val="213547"/>
                </a:solidFill>
                <a:latin typeface="Yu Gothic"/>
                <a:ea typeface="Yu Gothic"/>
                <a:cs typeface="Yu Gothic"/>
              </a:rPr>
              <a:t>主体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fan / 4</dc:title>
  <dc:subject/>
  <dc:creator>slide-layout-agent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