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8534399" y="2523744"/>
            <a:ext cx="2834640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8607551" y="2546603"/>
            <a:ext cx="2688336" cy="322783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880871" y="2523744"/>
            <a:ext cx="2834640" cy="94488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954023" y="2546603"/>
            <a:ext cx="2688336" cy="89916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880871" y="3614928"/>
            <a:ext cx="2834640" cy="94488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954023" y="3637787"/>
            <a:ext cx="2688336" cy="89916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880871" y="4706112"/>
            <a:ext cx="2834640" cy="94488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954023" y="4728972"/>
            <a:ext cx="2688336" cy="89916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edge_0&gt;1"/>
          <p:cNvCxnSpPr/>
          <p:nvPr/>
        </p:nvCxnSpPr>
        <p:spPr>
          <a:xfrm flipH="1">
            <a:off x="3715511" y="2813303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dge_label_0&gt;1"/>
          <p:cNvSpPr txBox="1"/>
          <p:nvPr/>
        </p:nvSpPr>
        <p:spPr>
          <a:xfrm>
            <a:off x="3788663" y="2538983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dge_1&gt;0"/>
          <p:cNvCxnSpPr/>
          <p:nvPr/>
        </p:nvCxnSpPr>
        <p:spPr>
          <a:xfrm>
            <a:off x="3715511" y="317906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l:edge_label_1&gt;0"/>
          <p:cNvSpPr txBox="1"/>
          <p:nvPr/>
        </p:nvSpPr>
        <p:spPr>
          <a:xfrm>
            <a:off x="3788663" y="290474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4" name="rel:edge_0&gt;2"/>
          <p:cNvCxnSpPr/>
          <p:nvPr/>
        </p:nvCxnSpPr>
        <p:spPr>
          <a:xfrm flipH="1">
            <a:off x="3715511" y="3904487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dge_label_0&gt;2"/>
          <p:cNvSpPr txBox="1"/>
          <p:nvPr/>
        </p:nvSpPr>
        <p:spPr>
          <a:xfrm>
            <a:off x="3788663" y="3630168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dge_2&gt;0"/>
          <p:cNvCxnSpPr/>
          <p:nvPr/>
        </p:nvCxnSpPr>
        <p:spPr>
          <a:xfrm>
            <a:off x="3715511" y="4270248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dge_label_2&gt;0"/>
          <p:cNvSpPr txBox="1"/>
          <p:nvPr/>
        </p:nvSpPr>
        <p:spPr>
          <a:xfrm>
            <a:off x="3788663" y="3995928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dge_0&gt;3"/>
          <p:cNvCxnSpPr/>
          <p:nvPr/>
        </p:nvCxnSpPr>
        <p:spPr>
          <a:xfrm flipH="1">
            <a:off x="3715511" y="4995672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dge_label_0&gt;3"/>
          <p:cNvSpPr txBox="1"/>
          <p:nvPr/>
        </p:nvSpPr>
        <p:spPr>
          <a:xfrm>
            <a:off x="3788663" y="4721352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dge_3&gt;0"/>
          <p:cNvCxnSpPr/>
          <p:nvPr/>
        </p:nvCxnSpPr>
        <p:spPr>
          <a:xfrm>
            <a:off x="3715511" y="5361432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dge_label_3&gt;0"/>
          <p:cNvSpPr txBox="1"/>
          <p:nvPr/>
        </p:nvSpPr>
        <p:spPr>
          <a:xfrm>
            <a:off x="3788663" y="5087112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fan / 4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