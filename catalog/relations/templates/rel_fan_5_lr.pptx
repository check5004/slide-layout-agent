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22960" y="2523744"/>
            <a:ext cx="283464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96112" y="2546603"/>
            <a:ext cx="2688336" cy="322783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476488" y="2523744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8549640" y="2546603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476488" y="3342132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8549640" y="3364991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8476488" y="4160520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8549640" y="4183380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0" name="rel:node_4"/>
          <p:cNvSpPr/>
          <p:nvPr/>
        </p:nvSpPr>
        <p:spPr>
          <a:xfrm>
            <a:off x="8476488" y="4978908"/>
            <a:ext cx="2834640" cy="672084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:node_label_4"/>
          <p:cNvSpPr txBox="1"/>
          <p:nvPr/>
        </p:nvSpPr>
        <p:spPr>
          <a:xfrm>
            <a:off x="8549640" y="5001768"/>
            <a:ext cx="2688336" cy="6263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0&gt;1"/>
          <p:cNvCxnSpPr/>
          <p:nvPr/>
        </p:nvCxnSpPr>
        <p:spPr>
          <a:xfrm>
            <a:off x="3657600" y="267690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0&gt;1"/>
          <p:cNvSpPr txBox="1"/>
          <p:nvPr/>
        </p:nvSpPr>
        <p:spPr>
          <a:xfrm>
            <a:off x="3730752" y="240258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1&gt;0"/>
          <p:cNvCxnSpPr/>
          <p:nvPr/>
        </p:nvCxnSpPr>
        <p:spPr>
          <a:xfrm flipH="1">
            <a:off x="3657600" y="304266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1&gt;0"/>
          <p:cNvSpPr txBox="1"/>
          <p:nvPr/>
        </p:nvSpPr>
        <p:spPr>
          <a:xfrm>
            <a:off x="3730752" y="276834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dge_0&gt;2"/>
          <p:cNvCxnSpPr/>
          <p:nvPr/>
        </p:nvCxnSpPr>
        <p:spPr>
          <a:xfrm>
            <a:off x="3657600" y="349529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dge_label_0&gt;2"/>
          <p:cNvSpPr txBox="1"/>
          <p:nvPr/>
        </p:nvSpPr>
        <p:spPr>
          <a:xfrm>
            <a:off x="3730752" y="322097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dge_2&gt;0"/>
          <p:cNvCxnSpPr/>
          <p:nvPr/>
        </p:nvCxnSpPr>
        <p:spPr>
          <a:xfrm flipH="1">
            <a:off x="3657600" y="386105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dge_label_2&gt;0"/>
          <p:cNvSpPr txBox="1"/>
          <p:nvPr/>
        </p:nvSpPr>
        <p:spPr>
          <a:xfrm>
            <a:off x="3730752" y="358673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dge_0&gt;3"/>
          <p:cNvCxnSpPr/>
          <p:nvPr/>
        </p:nvCxnSpPr>
        <p:spPr>
          <a:xfrm>
            <a:off x="3657600" y="4313681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dge_label_0&gt;3"/>
          <p:cNvSpPr txBox="1"/>
          <p:nvPr/>
        </p:nvSpPr>
        <p:spPr>
          <a:xfrm>
            <a:off x="3730752" y="4039361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2" name="rel:edge_3&gt;0"/>
          <p:cNvCxnSpPr/>
          <p:nvPr/>
        </p:nvCxnSpPr>
        <p:spPr>
          <a:xfrm flipH="1">
            <a:off x="3657600" y="4679442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l:edge_label_3&gt;0"/>
          <p:cNvSpPr txBox="1"/>
          <p:nvPr/>
        </p:nvSpPr>
        <p:spPr>
          <a:xfrm>
            <a:off x="3730752" y="4405122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4" name="rel:edge_0&gt;4"/>
          <p:cNvCxnSpPr/>
          <p:nvPr/>
        </p:nvCxnSpPr>
        <p:spPr>
          <a:xfrm>
            <a:off x="3657600" y="5132070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l:edge_label_0&gt;4"/>
          <p:cNvSpPr txBox="1"/>
          <p:nvPr/>
        </p:nvSpPr>
        <p:spPr>
          <a:xfrm>
            <a:off x="3730752" y="4857750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6" name="rel:edge_4&gt;0"/>
          <p:cNvCxnSpPr/>
          <p:nvPr/>
        </p:nvCxnSpPr>
        <p:spPr>
          <a:xfrm flipH="1">
            <a:off x="3657600" y="5497830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l:edge_label_4&gt;0"/>
          <p:cNvSpPr txBox="1"/>
          <p:nvPr/>
        </p:nvSpPr>
        <p:spPr>
          <a:xfrm>
            <a:off x="3730752" y="5223510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fan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