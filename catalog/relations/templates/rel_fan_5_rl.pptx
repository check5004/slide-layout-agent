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8534399" y="2523744"/>
            <a:ext cx="2834640" cy="3273552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8607551" y="2546603"/>
            <a:ext cx="2688336" cy="3227832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880871" y="2523744"/>
            <a:ext cx="2834640" cy="672084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954023" y="2546603"/>
            <a:ext cx="2688336" cy="6263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6" name="rel:node_2"/>
          <p:cNvSpPr/>
          <p:nvPr/>
        </p:nvSpPr>
        <p:spPr>
          <a:xfrm>
            <a:off x="880871" y="3342132"/>
            <a:ext cx="2834640" cy="672084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l:node_label_2"/>
          <p:cNvSpPr txBox="1"/>
          <p:nvPr/>
        </p:nvSpPr>
        <p:spPr>
          <a:xfrm>
            <a:off x="954023" y="3364991"/>
            <a:ext cx="2688336" cy="6263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8" name="rel:node_3"/>
          <p:cNvSpPr/>
          <p:nvPr/>
        </p:nvSpPr>
        <p:spPr>
          <a:xfrm>
            <a:off x="880871" y="4160520"/>
            <a:ext cx="2834640" cy="672084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l:node_label_3"/>
          <p:cNvSpPr txBox="1"/>
          <p:nvPr/>
        </p:nvSpPr>
        <p:spPr>
          <a:xfrm>
            <a:off x="954023" y="4183380"/>
            <a:ext cx="2688336" cy="6263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20" name="rel:node_4"/>
          <p:cNvSpPr/>
          <p:nvPr/>
        </p:nvSpPr>
        <p:spPr>
          <a:xfrm>
            <a:off x="880871" y="4978908"/>
            <a:ext cx="2834640" cy="672084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l:node_label_4"/>
          <p:cNvSpPr txBox="1"/>
          <p:nvPr/>
        </p:nvSpPr>
        <p:spPr>
          <a:xfrm>
            <a:off x="954023" y="5001768"/>
            <a:ext cx="2688336" cy="6263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2" name="rel:edge_0&gt;1"/>
          <p:cNvCxnSpPr/>
          <p:nvPr/>
        </p:nvCxnSpPr>
        <p:spPr>
          <a:xfrm flipH="1">
            <a:off x="3715511" y="2676906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l:edge_label_0&gt;1"/>
          <p:cNvSpPr txBox="1"/>
          <p:nvPr/>
        </p:nvSpPr>
        <p:spPr>
          <a:xfrm>
            <a:off x="3788663" y="2402586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4" name="rel:edge_1&gt;0"/>
          <p:cNvCxnSpPr/>
          <p:nvPr/>
        </p:nvCxnSpPr>
        <p:spPr>
          <a:xfrm>
            <a:off x="3715511" y="3042666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l:edge_label_1&gt;0"/>
          <p:cNvSpPr txBox="1"/>
          <p:nvPr/>
        </p:nvSpPr>
        <p:spPr>
          <a:xfrm>
            <a:off x="3788663" y="2768346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6" name="rel:edge_0&gt;2"/>
          <p:cNvCxnSpPr/>
          <p:nvPr/>
        </p:nvCxnSpPr>
        <p:spPr>
          <a:xfrm flipH="1">
            <a:off x="3715511" y="3495294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l:edge_label_0&gt;2"/>
          <p:cNvSpPr txBox="1"/>
          <p:nvPr/>
        </p:nvSpPr>
        <p:spPr>
          <a:xfrm>
            <a:off x="3788663" y="3220974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8" name="rel:edge_2&gt;0"/>
          <p:cNvCxnSpPr/>
          <p:nvPr/>
        </p:nvCxnSpPr>
        <p:spPr>
          <a:xfrm>
            <a:off x="3715511" y="3861054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l:edge_label_2&gt;0"/>
          <p:cNvSpPr txBox="1"/>
          <p:nvPr/>
        </p:nvSpPr>
        <p:spPr>
          <a:xfrm>
            <a:off x="3788663" y="3586734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0" name="rel:edge_0&gt;3"/>
          <p:cNvCxnSpPr/>
          <p:nvPr/>
        </p:nvCxnSpPr>
        <p:spPr>
          <a:xfrm flipH="1">
            <a:off x="3715511" y="4313681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l:edge_label_0&gt;3"/>
          <p:cNvSpPr txBox="1"/>
          <p:nvPr/>
        </p:nvSpPr>
        <p:spPr>
          <a:xfrm>
            <a:off x="3788663" y="4039361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2" name="rel:edge_3&gt;0"/>
          <p:cNvCxnSpPr/>
          <p:nvPr/>
        </p:nvCxnSpPr>
        <p:spPr>
          <a:xfrm>
            <a:off x="3715511" y="4679442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l:edge_label_3&gt;0"/>
          <p:cNvSpPr txBox="1"/>
          <p:nvPr/>
        </p:nvSpPr>
        <p:spPr>
          <a:xfrm>
            <a:off x="3788663" y="4405122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4" name="rel:edge_0&gt;4"/>
          <p:cNvCxnSpPr/>
          <p:nvPr/>
        </p:nvCxnSpPr>
        <p:spPr>
          <a:xfrm flipH="1">
            <a:off x="3715511" y="5132070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l:edge_label_0&gt;4"/>
          <p:cNvSpPr txBox="1"/>
          <p:nvPr/>
        </p:nvSpPr>
        <p:spPr>
          <a:xfrm>
            <a:off x="3788663" y="4857750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6" name="rel:edge_4&gt;0"/>
          <p:cNvCxnSpPr/>
          <p:nvPr/>
        </p:nvCxnSpPr>
        <p:spPr>
          <a:xfrm>
            <a:off x="3715511" y="5497830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l:edge_label_4&gt;0"/>
          <p:cNvSpPr txBox="1"/>
          <p:nvPr/>
        </p:nvSpPr>
        <p:spPr>
          <a:xfrm>
            <a:off x="3788663" y="5223510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fan / 5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