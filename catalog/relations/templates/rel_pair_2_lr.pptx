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22960" y="3255264"/>
            <a:ext cx="28346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96112" y="3278124"/>
            <a:ext cx="2688336" cy="11887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476488" y="3255264"/>
            <a:ext cx="28346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549640" y="3278124"/>
            <a:ext cx="2688336" cy="11887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6" name="rel:edge_0&gt;1"/>
          <p:cNvCxnSpPr/>
          <p:nvPr/>
        </p:nvCxnSpPr>
        <p:spPr>
          <a:xfrm>
            <a:off x="3657600" y="368960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l:edge_label_0&gt;1"/>
          <p:cNvSpPr txBox="1"/>
          <p:nvPr/>
        </p:nvSpPr>
        <p:spPr>
          <a:xfrm>
            <a:off x="3730752" y="341528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edge_1&gt;0"/>
          <p:cNvCxnSpPr/>
          <p:nvPr/>
        </p:nvCxnSpPr>
        <p:spPr>
          <a:xfrm flipH="1">
            <a:off x="3657600" y="405536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l:edge_label_1&gt;0"/>
          <p:cNvSpPr txBox="1"/>
          <p:nvPr/>
        </p:nvSpPr>
        <p:spPr>
          <a:xfrm>
            <a:off x="3730752" y="378104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pair / 2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