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8534399" y="3255264"/>
            <a:ext cx="283464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8607551" y="3278124"/>
            <a:ext cx="2688336" cy="118872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880871" y="3255264"/>
            <a:ext cx="283464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954023" y="3278124"/>
            <a:ext cx="2688336" cy="118872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16" name="rel:edge_0&gt;1"/>
          <p:cNvCxnSpPr/>
          <p:nvPr/>
        </p:nvCxnSpPr>
        <p:spPr>
          <a:xfrm flipH="1">
            <a:off x="3715511" y="3689604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l:edge_label_0&gt;1"/>
          <p:cNvSpPr txBox="1"/>
          <p:nvPr/>
        </p:nvSpPr>
        <p:spPr>
          <a:xfrm>
            <a:off x="3788663" y="3415284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18" name="rel:edge_1&gt;0"/>
          <p:cNvCxnSpPr/>
          <p:nvPr/>
        </p:nvCxnSpPr>
        <p:spPr>
          <a:xfrm>
            <a:off x="3715511" y="4055364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l:edge_label_1&gt;0"/>
          <p:cNvSpPr txBox="1"/>
          <p:nvPr/>
        </p:nvSpPr>
        <p:spPr>
          <a:xfrm>
            <a:off x="3788663" y="3781044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pair / 2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