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decor:4"/>
          <p:cNvSpPr/>
          <p:nvPr/>
        </p:nvSpPr>
        <p:spPr>
          <a:xfrm>
            <a:off x="5989320" y="2148840"/>
            <a:ext cx="10972" cy="363931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ot:left_caption"/>
          <p:cNvSpPr txBox="1"/>
          <p:nvPr/>
        </p:nvSpPr>
        <p:spPr>
          <a:xfrm>
            <a:off x="6431279" y="2084831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lang="ja-JP" sz="2000" b="1">
                <a:solidFill>
                  <a:srgbClr val="087E83"/>
                </a:solidFill>
                <a:latin typeface="Yu Gothic"/>
                <a:ea typeface="Yu Gothic"/>
                <a:cs typeface="Yu Gothic"/>
              </a:defRPr>
            </a:pPr>
            <a:r>
              <a:rPr lang="ja-JP" sz="2000" b="1">
                <a:solidFill>
                  <a:srgbClr val="087E83"/>
                </a:solidFill>
                <a:latin typeface="Yu Gothic"/>
                <a:ea typeface="Yu Gothic"/>
                <a:cs typeface="Yu Gothic"/>
              </a:rPr>
              <a:t>一対一の照会</a:t>
            </a:r>
          </a:p>
        </p:txBody>
      </p:sp>
      <p:sp>
        <p:nvSpPr>
          <p:cNvPr id="14" name="slot:right_caption"/>
          <p:cNvSpPr txBox="1"/>
          <p:nvPr/>
        </p:nvSpPr>
        <p:spPr>
          <a:xfrm>
            <a:off x="899159" y="2084831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lang="ja-JP" sz="2000" b="1">
                <a:solidFill>
                  <a:srgbClr val="087E83"/>
                </a:solidFill>
                <a:latin typeface="Yu Gothic"/>
                <a:ea typeface="Yu Gothic"/>
                <a:cs typeface="Yu Gothic"/>
              </a:defRPr>
            </a:pPr>
            <a:r>
              <a:rPr lang="ja-JP" sz="2000" b="1">
                <a:solidFill>
                  <a:srgbClr val="087E83"/>
                </a:solidFill>
                <a:latin typeface="Yu Gothic"/>
                <a:ea typeface="Yu Gothic"/>
                <a:cs typeface="Yu Gothic"/>
              </a:rPr>
              <a:t>一対多の配信</a:t>
            </a:r>
          </a:p>
        </p:txBody>
      </p:sp>
      <p:sp>
        <p:nvSpPr>
          <p:cNvPr id="15" name="rel:node_0"/>
          <p:cNvSpPr/>
          <p:nvPr/>
        </p:nvSpPr>
        <p:spPr>
          <a:xfrm>
            <a:off x="9860279" y="3328416"/>
            <a:ext cx="155448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l:node_label_0"/>
          <p:cNvSpPr txBox="1"/>
          <p:nvPr/>
        </p:nvSpPr>
        <p:spPr>
          <a:xfrm>
            <a:off x="9933431" y="3351276"/>
            <a:ext cx="1408176" cy="1033271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7" name="rel:node_1"/>
          <p:cNvSpPr/>
          <p:nvPr/>
        </p:nvSpPr>
        <p:spPr>
          <a:xfrm>
            <a:off x="6458711" y="3328416"/>
            <a:ext cx="155448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l:node_label_1"/>
          <p:cNvSpPr txBox="1"/>
          <p:nvPr/>
        </p:nvSpPr>
        <p:spPr>
          <a:xfrm>
            <a:off x="6531863" y="3351276"/>
            <a:ext cx="1408176" cy="1033271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9" name="rel:node_2"/>
          <p:cNvSpPr/>
          <p:nvPr/>
        </p:nvSpPr>
        <p:spPr>
          <a:xfrm>
            <a:off x="4264151" y="2834640"/>
            <a:ext cx="1554480" cy="257860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l:node_label_2"/>
          <p:cNvSpPr txBox="1"/>
          <p:nvPr/>
        </p:nvSpPr>
        <p:spPr>
          <a:xfrm>
            <a:off x="4337303" y="2857500"/>
            <a:ext cx="1408176" cy="2532888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1" name="rel:node_3"/>
          <p:cNvSpPr/>
          <p:nvPr/>
        </p:nvSpPr>
        <p:spPr>
          <a:xfrm>
            <a:off x="761999" y="2834640"/>
            <a:ext cx="155448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l:node_label_3"/>
          <p:cNvSpPr txBox="1"/>
          <p:nvPr/>
        </p:nvSpPr>
        <p:spPr>
          <a:xfrm>
            <a:off x="835151" y="2857500"/>
            <a:ext cx="1408176" cy="704087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3" name="rel:node_4"/>
          <p:cNvSpPr/>
          <p:nvPr/>
        </p:nvSpPr>
        <p:spPr>
          <a:xfrm>
            <a:off x="761999" y="4663440"/>
            <a:ext cx="155448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l:node_label_4"/>
          <p:cNvSpPr txBox="1"/>
          <p:nvPr/>
        </p:nvSpPr>
        <p:spPr>
          <a:xfrm>
            <a:off x="835151" y="4686300"/>
            <a:ext cx="1408176" cy="704087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5" name="rel:edge_0&gt;1"/>
          <p:cNvCxnSpPr/>
          <p:nvPr/>
        </p:nvCxnSpPr>
        <p:spPr>
          <a:xfrm flipH="1">
            <a:off x="8013191" y="3685032"/>
            <a:ext cx="18470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l:edge_label_0&gt;1"/>
          <p:cNvSpPr txBox="1"/>
          <p:nvPr/>
        </p:nvSpPr>
        <p:spPr>
          <a:xfrm>
            <a:off x="8086343" y="3410712"/>
            <a:ext cx="1700784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7" name="rel:edge_1&gt;0"/>
          <p:cNvCxnSpPr/>
          <p:nvPr/>
        </p:nvCxnSpPr>
        <p:spPr>
          <a:xfrm>
            <a:off x="8013191" y="4050792"/>
            <a:ext cx="18470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l:edge_label_1&gt;0"/>
          <p:cNvSpPr txBox="1"/>
          <p:nvPr/>
        </p:nvSpPr>
        <p:spPr>
          <a:xfrm>
            <a:off x="8086343" y="3776472"/>
            <a:ext cx="1700784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9" name="rel:edge_2&gt;3"/>
          <p:cNvCxnSpPr/>
          <p:nvPr/>
        </p:nvCxnSpPr>
        <p:spPr>
          <a:xfrm flipH="1">
            <a:off x="2316479" y="3026664"/>
            <a:ext cx="194767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l:edge_label_2&gt;3"/>
          <p:cNvSpPr txBox="1"/>
          <p:nvPr/>
        </p:nvSpPr>
        <p:spPr>
          <a:xfrm>
            <a:off x="2389631" y="2752344"/>
            <a:ext cx="180136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1" name="rel:edge_3&gt;2"/>
          <p:cNvCxnSpPr/>
          <p:nvPr/>
        </p:nvCxnSpPr>
        <p:spPr>
          <a:xfrm>
            <a:off x="2316479" y="3392424"/>
            <a:ext cx="194767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l:edge_label_3&gt;2"/>
          <p:cNvSpPr txBox="1"/>
          <p:nvPr/>
        </p:nvSpPr>
        <p:spPr>
          <a:xfrm>
            <a:off x="2389631" y="3118104"/>
            <a:ext cx="180136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3" name="rel:edge_2&gt;4"/>
          <p:cNvCxnSpPr/>
          <p:nvPr/>
        </p:nvCxnSpPr>
        <p:spPr>
          <a:xfrm flipH="1">
            <a:off x="2316479" y="4855464"/>
            <a:ext cx="194767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l:edge_label_2&gt;4"/>
          <p:cNvSpPr txBox="1"/>
          <p:nvPr/>
        </p:nvSpPr>
        <p:spPr>
          <a:xfrm>
            <a:off x="2389631" y="4581144"/>
            <a:ext cx="180136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5" name="rel:edge_4&gt;2"/>
          <p:cNvCxnSpPr/>
          <p:nvPr/>
        </p:nvCxnSpPr>
        <p:spPr>
          <a:xfrm>
            <a:off x="2316479" y="5221224"/>
            <a:ext cx="194767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l:edge_label_4&gt;2"/>
          <p:cNvSpPr txBox="1"/>
          <p:nvPr/>
        </p:nvSpPr>
        <p:spPr>
          <a:xfrm>
            <a:off x="2389631" y="4946904"/>
            <a:ext cx="180136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pair_fan / 5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