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r:1"/>
          <p:cNvSpPr/>
          <p:nvPr/>
        </p:nvSpPr>
        <p:spPr>
          <a:xfrm>
            <a:off x="566928" y="393192"/>
            <a:ext cx="292608" cy="50292"/>
          </a:xfrm>
          <a:prstGeom prst="rect">
            <a:avLst/>
          </a:prstGeom>
          <a:solidFill>
            <a:srgbClr val="087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meta:header"/>
          <p:cNvSpPr txBox="1"/>
          <p:nvPr/>
        </p:nvSpPr>
        <p:spPr>
          <a:xfrm>
            <a:off x="960120" y="292608"/>
            <a:ext cx="9052560" cy="292608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lang="ja-JP" sz="1200" b="0">
                <a:solidFill>
                  <a:srgbClr val="566777"/>
                </a:solidFill>
                <a:latin typeface="Yu Gothic"/>
                <a:ea typeface="Yu Gothic"/>
                <a:cs typeface="Yu Gothic"/>
              </a:defRPr>
            </a:pPr>
            <a:r>
              <a:rPr lang="ja-JP" sz="1200" b="0">
                <a:solidFill>
                  <a:srgbClr val="566777"/>
                </a:solidFill>
                <a:latin typeface="Yu Gothic"/>
                <a:ea typeface="Yu Gothic"/>
                <a:cs typeface="Yu Gothic"/>
              </a:rPr>
              <a:t>架空調査｜社内ナレッジ共有</a:t>
            </a:r>
          </a:p>
        </p:txBody>
      </p:sp>
      <p:sp>
        <p:nvSpPr>
          <p:cNvPr id="4" name="meta:page"/>
          <p:cNvSpPr txBox="1"/>
          <p:nvPr/>
        </p:nvSpPr>
        <p:spPr>
          <a:xfrm>
            <a:off x="10972800" y="6391656"/>
            <a:ext cx="621792" cy="274320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lang="ja-JP" sz="1200" b="0">
                <a:solidFill>
                  <a:srgbClr val="566777"/>
                </a:solidFill>
                <a:latin typeface="Yu Gothic"/>
                <a:ea typeface="Yu Gothic"/>
                <a:cs typeface="Yu Gothic"/>
              </a:defRPr>
            </a:pPr>
            <a:r>
              <a:rPr lang="ja-JP" sz="1200" b="0">
                <a:solidFill>
                  <a:srgbClr val="566777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5" name="meta:footer"/>
          <p:cNvSpPr txBox="1"/>
          <p:nvPr/>
        </p:nvSpPr>
        <p:spPr>
          <a:xfrm>
            <a:off x="603504" y="6419088"/>
            <a:ext cx="9601200" cy="237744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defRPr lang="ja-JP" sz="1000" b="0">
                <a:solidFill>
                  <a:srgbClr val="566777"/>
                </a:solidFill>
                <a:latin typeface="Yu Gothic"/>
                <a:ea typeface="Yu Gothic"/>
                <a:cs typeface="Yu Gothic"/>
              </a:defRPr>
            </a:pPr>
            <a:r>
              <a:rPr lang="ja-JP" sz="1000" b="0">
                <a:solidFill>
                  <a:srgbClr val="566777"/>
                </a:solidFill>
                <a:latin typeface="Yu Gothic"/>
                <a:ea typeface="Yu Gothic"/>
                <a:cs typeface="Yu Gothic"/>
              </a:rPr>
              <a:t>FICTIONAL RESEARCH / EDITORIAL</a:t>
            </a:r>
          </a:p>
        </p:txBody>
      </p:sp>
      <p:sp>
        <p:nvSpPr>
          <p:cNvPr id="6" name="decor:2"/>
          <p:cNvSpPr/>
          <p:nvPr/>
        </p:nvSpPr>
        <p:spPr>
          <a:xfrm>
            <a:off x="603504" y="6263640"/>
            <a:ext cx="10972800" cy="10972"/>
          </a:xfrm>
          <a:prstGeom prst="rect">
            <a:avLst/>
          </a:prstGeom>
          <a:solidFill>
            <a:srgbClr val="DC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lot:title"/>
          <p:cNvSpPr txBox="1"/>
          <p:nvPr/>
        </p:nvSpPr>
        <p:spPr>
          <a:xfrm>
            <a:off x="603504" y="630936"/>
            <a:ext cx="10972800" cy="987552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3500"/>
              </a:lnSpc>
              <a:spcBef>
                <a:spcPts val="0"/>
              </a:spcBef>
              <a:spcAft>
                <a:spcPts val="0"/>
              </a:spcAft>
              <a:defRPr lang="ja-JP" sz="28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28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主体と通信の関係を確認する</a:t>
            </a:r>
          </a:p>
        </p:txBody>
      </p:sp>
      <p:sp>
        <p:nvSpPr>
          <p:cNvPr id="8" name="slot:context"/>
          <p:cNvSpPr txBox="1"/>
          <p:nvPr/>
        </p:nvSpPr>
        <p:spPr>
          <a:xfrm>
            <a:off x="621792" y="1691640"/>
            <a:ext cx="10927080" cy="310896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defRPr lang="ja-JP" sz="1500" b="0">
                <a:solidFill>
                  <a:srgbClr val="566777"/>
                </a:solidFill>
                <a:latin typeface="Yu Gothic"/>
                <a:ea typeface="Yu Gothic"/>
                <a:cs typeface="Yu Gothic"/>
              </a:defRPr>
            </a:pPr>
            <a:r>
              <a:rPr lang="ja-JP" sz="1500" b="0">
                <a:solidFill>
                  <a:srgbClr val="566777"/>
                </a:solidFill>
                <a:latin typeface="Yu Gothic"/>
                <a:ea typeface="Yu Gothic"/>
                <a:cs typeface="Yu Gothic"/>
              </a:rPr>
              <a:t>架空の受付・照会システム。矢印と囲みは異なる関係を表す。</a:t>
            </a:r>
          </a:p>
        </p:txBody>
      </p:sp>
      <p:sp>
        <p:nvSpPr>
          <p:cNvPr id="9" name="slot:caveat"/>
          <p:cNvSpPr txBox="1"/>
          <p:nvPr/>
        </p:nvSpPr>
        <p:spPr>
          <a:xfrm>
            <a:off x="621792" y="5934456"/>
            <a:ext cx="10927080" cy="301752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defRPr lang="ja-JP" sz="1400" b="0">
                <a:solidFill>
                  <a:srgbClr val="566777"/>
                </a:solidFill>
                <a:latin typeface="Yu Gothic"/>
                <a:ea typeface="Yu Gothic"/>
                <a:cs typeface="Yu Gothic"/>
              </a:defRPr>
            </a:pPr>
            <a:r>
              <a:rPr lang="ja-JP" sz="1400" b="0">
                <a:solidFill>
                  <a:srgbClr val="566777"/>
                </a:solidFill>
                <a:latin typeface="Yu Gothic"/>
                <a:ea typeface="Yu Gothic"/>
                <a:cs typeface="Yu Gothic"/>
              </a:rPr>
              <a:t>注記：架空の構造例。実在の仕様や安全性を示すものではない。</a:t>
            </a:r>
          </a:p>
        </p:txBody>
      </p:sp>
      <p:sp>
        <p:nvSpPr>
          <p:cNvPr id="10" name="rel:boundary"/>
          <p:cNvSpPr/>
          <p:nvPr/>
        </p:nvSpPr>
        <p:spPr>
          <a:xfrm>
            <a:off x="640080" y="2057400"/>
            <a:ext cx="3017520" cy="3703320"/>
          </a:xfrm>
          <a:prstGeom prst="rect">
            <a:avLst/>
          </a:prstGeom>
          <a:solidFill>
            <a:srgbClr val="E8F3F2"/>
          </a:solidFill>
          <a:ln w="8890">
            <a:solidFill>
              <a:srgbClr val="DC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l:boundary_label"/>
          <p:cNvSpPr txBox="1"/>
          <p:nvPr/>
        </p:nvSpPr>
        <p:spPr>
          <a:xfrm>
            <a:off x="731520" y="2084831"/>
            <a:ext cx="2834640" cy="283464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defRPr lang="ja-JP" sz="14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4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内包：管理主体</a:t>
            </a:r>
          </a:p>
        </p:txBody>
      </p:sp>
      <p:sp>
        <p:nvSpPr>
          <p:cNvPr id="12" name="rel:node_0"/>
          <p:cNvSpPr/>
          <p:nvPr/>
        </p:nvSpPr>
        <p:spPr>
          <a:xfrm>
            <a:off x="278891" y="2386584"/>
            <a:ext cx="2240280" cy="493776"/>
          </a:xfrm>
          <a:prstGeom prst="rect">
            <a:avLst/>
          </a:prstGeom>
          <a:solidFill>
            <a:srgbClr val="FFFFFF"/>
          </a:solidFill>
          <a:ln w="8890">
            <a:solidFill>
              <a:srgbClr val="087E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l:node_label_0"/>
          <p:cNvSpPr txBox="1"/>
          <p:nvPr/>
        </p:nvSpPr>
        <p:spPr>
          <a:xfrm>
            <a:off x="352043" y="2409444"/>
            <a:ext cx="2093976" cy="448056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def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sp>
        <p:nvSpPr>
          <p:cNvPr id="14" name="rel:node_1"/>
          <p:cNvSpPr/>
          <p:nvPr/>
        </p:nvSpPr>
        <p:spPr>
          <a:xfrm>
            <a:off x="4969764" y="2386584"/>
            <a:ext cx="2240280" cy="493776"/>
          </a:xfrm>
          <a:prstGeom prst="rect">
            <a:avLst/>
          </a:prstGeom>
          <a:solidFill>
            <a:srgbClr val="FFFFFF"/>
          </a:solidFill>
          <a:ln w="8890">
            <a:solidFill>
              <a:srgbClr val="087E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l:node_label_1"/>
          <p:cNvSpPr txBox="1"/>
          <p:nvPr/>
        </p:nvSpPr>
        <p:spPr>
          <a:xfrm>
            <a:off x="5042916" y="2409444"/>
            <a:ext cx="2093976" cy="448056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def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sp>
        <p:nvSpPr>
          <p:cNvPr id="16" name="rel:node_2"/>
          <p:cNvSpPr/>
          <p:nvPr/>
        </p:nvSpPr>
        <p:spPr>
          <a:xfrm>
            <a:off x="9660636" y="2386584"/>
            <a:ext cx="2240280" cy="493776"/>
          </a:xfrm>
          <a:prstGeom prst="rect">
            <a:avLst/>
          </a:prstGeom>
          <a:solidFill>
            <a:srgbClr val="FFFFFF"/>
          </a:solidFill>
          <a:ln w="8890">
            <a:solidFill>
              <a:srgbClr val="087E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l:node_label_2"/>
          <p:cNvSpPr txBox="1"/>
          <p:nvPr/>
        </p:nvSpPr>
        <p:spPr>
          <a:xfrm>
            <a:off x="9733788" y="2409444"/>
            <a:ext cx="2093976" cy="448056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def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18" name="rel:lifeline_0"/>
          <p:cNvCxnSpPr/>
          <p:nvPr/>
        </p:nvCxnSpPr>
        <p:spPr>
          <a:xfrm>
            <a:off x="1399031" y="2880360"/>
            <a:ext cx="0" cy="2980944"/>
          </a:xfrm>
          <a:prstGeom prst="line">
            <a:avLst/>
          </a:prstGeom>
          <a:ln w="10160">
            <a:solidFill>
              <a:srgbClr val="DCE3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rel:lifeline_1"/>
          <p:cNvCxnSpPr/>
          <p:nvPr/>
        </p:nvCxnSpPr>
        <p:spPr>
          <a:xfrm>
            <a:off x="6089904" y="2880360"/>
            <a:ext cx="0" cy="2980944"/>
          </a:xfrm>
          <a:prstGeom prst="line">
            <a:avLst/>
          </a:prstGeom>
          <a:ln w="10160">
            <a:solidFill>
              <a:srgbClr val="DCE3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rel:lifeline_2"/>
          <p:cNvCxnSpPr/>
          <p:nvPr/>
        </p:nvCxnSpPr>
        <p:spPr>
          <a:xfrm>
            <a:off x="10780776" y="2880360"/>
            <a:ext cx="0" cy="2980944"/>
          </a:xfrm>
          <a:prstGeom prst="line">
            <a:avLst/>
          </a:prstGeom>
          <a:ln w="10160">
            <a:solidFill>
              <a:srgbClr val="DCE3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l:event_label_0"/>
          <p:cNvSpPr txBox="1"/>
          <p:nvPr/>
        </p:nvSpPr>
        <p:spPr>
          <a:xfrm>
            <a:off x="731520" y="2971800"/>
            <a:ext cx="10698480" cy="539496"/>
          </a:xfrm>
          <a:prstGeom prst="rect">
            <a:avLst/>
          </a:prstGeom>
          <a:solidFill>
            <a:srgbClr val="F7F8FA"/>
          </a:solidFill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22" name="rel:event_0_0"/>
          <p:cNvCxnSpPr/>
          <p:nvPr/>
        </p:nvCxnSpPr>
        <p:spPr>
          <a:xfrm>
            <a:off x="914400" y="3282696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rel:event_0_1"/>
          <p:cNvCxnSpPr/>
          <p:nvPr/>
        </p:nvCxnSpPr>
        <p:spPr>
          <a:xfrm>
            <a:off x="914400" y="3282696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rel:event_0_2"/>
          <p:cNvCxnSpPr/>
          <p:nvPr/>
        </p:nvCxnSpPr>
        <p:spPr>
          <a:xfrm>
            <a:off x="914400" y="3282696"/>
            <a:ext cx="10058400" cy="0"/>
          </a:xfrm>
          <a:prstGeom prst="line">
            <a:avLst/>
          </a:prstGeom>
          <a:ln w="21590">
            <a:solidFill>
              <a:srgbClr val="087E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l:event_label_1"/>
          <p:cNvSpPr txBox="1"/>
          <p:nvPr/>
        </p:nvSpPr>
        <p:spPr>
          <a:xfrm>
            <a:off x="731520" y="3698748"/>
            <a:ext cx="10698480" cy="539496"/>
          </a:xfrm>
          <a:prstGeom prst="rect">
            <a:avLst/>
          </a:prstGeom>
          <a:solidFill>
            <a:srgbClr val="F7F8FA"/>
          </a:solidFill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26" name="rel:event_1_0"/>
          <p:cNvCxnSpPr/>
          <p:nvPr/>
        </p:nvCxnSpPr>
        <p:spPr>
          <a:xfrm>
            <a:off x="914400" y="4009644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rel:event_1_1"/>
          <p:cNvCxnSpPr/>
          <p:nvPr/>
        </p:nvCxnSpPr>
        <p:spPr>
          <a:xfrm>
            <a:off x="914400" y="4009644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rel:event_1_2"/>
          <p:cNvCxnSpPr/>
          <p:nvPr/>
        </p:nvCxnSpPr>
        <p:spPr>
          <a:xfrm>
            <a:off x="914400" y="4009644"/>
            <a:ext cx="10058400" cy="0"/>
          </a:xfrm>
          <a:prstGeom prst="line">
            <a:avLst/>
          </a:prstGeom>
          <a:ln w="21590">
            <a:solidFill>
              <a:srgbClr val="087E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l:event_label_2"/>
          <p:cNvSpPr txBox="1"/>
          <p:nvPr/>
        </p:nvSpPr>
        <p:spPr>
          <a:xfrm>
            <a:off x="731520" y="4425696"/>
            <a:ext cx="10698480" cy="539496"/>
          </a:xfrm>
          <a:prstGeom prst="rect">
            <a:avLst/>
          </a:prstGeom>
          <a:solidFill>
            <a:srgbClr val="F7F8FA"/>
          </a:solidFill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30" name="rel:event_2_0"/>
          <p:cNvCxnSpPr/>
          <p:nvPr/>
        </p:nvCxnSpPr>
        <p:spPr>
          <a:xfrm>
            <a:off x="914400" y="4736592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rel:event_2_1"/>
          <p:cNvCxnSpPr/>
          <p:nvPr/>
        </p:nvCxnSpPr>
        <p:spPr>
          <a:xfrm>
            <a:off x="914400" y="4736592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rel:event_2_2"/>
          <p:cNvCxnSpPr/>
          <p:nvPr/>
        </p:nvCxnSpPr>
        <p:spPr>
          <a:xfrm>
            <a:off x="914400" y="4736592"/>
            <a:ext cx="10058400" cy="0"/>
          </a:xfrm>
          <a:prstGeom prst="line">
            <a:avLst/>
          </a:prstGeom>
          <a:ln w="21590">
            <a:solidFill>
              <a:srgbClr val="087E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l:event_label_3"/>
          <p:cNvSpPr txBox="1"/>
          <p:nvPr/>
        </p:nvSpPr>
        <p:spPr>
          <a:xfrm>
            <a:off x="731520" y="5152644"/>
            <a:ext cx="10698480" cy="539496"/>
          </a:xfrm>
          <a:prstGeom prst="rect">
            <a:avLst/>
          </a:prstGeom>
          <a:solidFill>
            <a:srgbClr val="F7F8FA"/>
          </a:solidFill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34" name="rel:event_3_0"/>
          <p:cNvCxnSpPr/>
          <p:nvPr/>
        </p:nvCxnSpPr>
        <p:spPr>
          <a:xfrm>
            <a:off x="914400" y="5463540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rel:event_3_1"/>
          <p:cNvCxnSpPr/>
          <p:nvPr/>
        </p:nvCxnSpPr>
        <p:spPr>
          <a:xfrm>
            <a:off x="914400" y="5463540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rel:event_3_2"/>
          <p:cNvCxnSpPr/>
          <p:nvPr/>
        </p:nvCxnSpPr>
        <p:spPr>
          <a:xfrm>
            <a:off x="914400" y="5463540"/>
            <a:ext cx="10058400" cy="0"/>
          </a:xfrm>
          <a:prstGeom prst="line">
            <a:avLst/>
          </a:prstGeom>
          <a:ln w="21590">
            <a:solidFill>
              <a:srgbClr val="087E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Native sequence / 3</dc:title>
  <dc:subject/>
  <dc:creator>slide-layout-agent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