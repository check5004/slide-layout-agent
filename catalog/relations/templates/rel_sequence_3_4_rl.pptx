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9672827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9745979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4981955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5055107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291083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364235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18" name="rel:lifeline_0"/>
          <p:cNvCxnSpPr/>
          <p:nvPr/>
        </p:nvCxnSpPr>
        <p:spPr>
          <a:xfrm>
            <a:off x="10792967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l:lifeline_1"/>
          <p:cNvCxnSpPr/>
          <p:nvPr/>
        </p:nvCxnSpPr>
        <p:spPr>
          <a:xfrm>
            <a:off x="6102095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l:lifeline_2"/>
          <p:cNvCxnSpPr/>
          <p:nvPr/>
        </p:nvCxnSpPr>
        <p:spPr>
          <a:xfrm>
            <a:off x="1411223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l:event_label_0"/>
          <p:cNvSpPr txBox="1"/>
          <p:nvPr/>
        </p:nvSpPr>
        <p:spPr>
          <a:xfrm>
            <a:off x="731520" y="2971800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vent_label_1"/>
          <p:cNvSpPr txBox="1"/>
          <p:nvPr/>
        </p:nvSpPr>
        <p:spPr>
          <a:xfrm>
            <a:off x="731520" y="3698748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6" name="rel:event_1_0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l:event_1_1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el:event_1_2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l:event_label_2"/>
          <p:cNvSpPr txBox="1"/>
          <p:nvPr/>
        </p:nvSpPr>
        <p:spPr>
          <a:xfrm>
            <a:off x="731520" y="4425696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0" name="rel:event_2_0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l:event_2_1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l:event_2_2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l:event_label_3"/>
          <p:cNvSpPr txBox="1"/>
          <p:nvPr/>
        </p:nvSpPr>
        <p:spPr>
          <a:xfrm>
            <a:off x="731520" y="5152644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4" name="rel:event_3_0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l:event_3_1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el:event_3_2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3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