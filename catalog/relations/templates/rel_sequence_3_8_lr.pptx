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278891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352043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4969764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5042916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9660636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9733788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18" name="rel:lifeline_0"/>
          <p:cNvCxnSpPr/>
          <p:nvPr/>
        </p:nvCxnSpPr>
        <p:spPr>
          <a:xfrm>
            <a:off x="1399031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rel:lifeline_1"/>
          <p:cNvCxnSpPr/>
          <p:nvPr/>
        </p:nvCxnSpPr>
        <p:spPr>
          <a:xfrm>
            <a:off x="6089904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l:lifeline_2"/>
          <p:cNvCxnSpPr/>
          <p:nvPr/>
        </p:nvCxnSpPr>
        <p:spPr>
          <a:xfrm>
            <a:off x="10780776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l:event_label_0"/>
          <p:cNvSpPr txBox="1"/>
          <p:nvPr/>
        </p:nvSpPr>
        <p:spPr>
          <a:xfrm>
            <a:off x="731520" y="2971800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2" name="rel:event_0_0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el:event_0_1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rel:event_0_2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l:event_label_1"/>
          <p:cNvSpPr txBox="1"/>
          <p:nvPr/>
        </p:nvSpPr>
        <p:spPr>
          <a:xfrm>
            <a:off x="731520" y="3328416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6" name="rel:event_1_0"/>
          <p:cNvCxnSpPr/>
          <p:nvPr/>
        </p:nvCxnSpPr>
        <p:spPr>
          <a:xfrm>
            <a:off x="914400" y="363931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l:event_1_1"/>
          <p:cNvCxnSpPr/>
          <p:nvPr/>
        </p:nvCxnSpPr>
        <p:spPr>
          <a:xfrm>
            <a:off x="914400" y="363931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rel:event_1_2"/>
          <p:cNvCxnSpPr/>
          <p:nvPr/>
        </p:nvCxnSpPr>
        <p:spPr>
          <a:xfrm>
            <a:off x="914400" y="3639312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l:event_label_2"/>
          <p:cNvSpPr txBox="1"/>
          <p:nvPr/>
        </p:nvSpPr>
        <p:spPr>
          <a:xfrm>
            <a:off x="731520" y="3685032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0" name="rel:event_2_0"/>
          <p:cNvCxnSpPr/>
          <p:nvPr/>
        </p:nvCxnSpPr>
        <p:spPr>
          <a:xfrm>
            <a:off x="914400" y="399592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l:event_2_1"/>
          <p:cNvCxnSpPr/>
          <p:nvPr/>
        </p:nvCxnSpPr>
        <p:spPr>
          <a:xfrm>
            <a:off x="914400" y="399592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rel:event_2_2"/>
          <p:cNvCxnSpPr/>
          <p:nvPr/>
        </p:nvCxnSpPr>
        <p:spPr>
          <a:xfrm>
            <a:off x="914400" y="3995928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l:event_label_3"/>
          <p:cNvSpPr txBox="1"/>
          <p:nvPr/>
        </p:nvSpPr>
        <p:spPr>
          <a:xfrm>
            <a:off x="731520" y="4041648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4" name="rel:event_3_0"/>
          <p:cNvCxnSpPr/>
          <p:nvPr/>
        </p:nvCxnSpPr>
        <p:spPr>
          <a:xfrm>
            <a:off x="914400" y="43525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el:event_3_1"/>
          <p:cNvCxnSpPr/>
          <p:nvPr/>
        </p:nvCxnSpPr>
        <p:spPr>
          <a:xfrm>
            <a:off x="914400" y="43525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rel:event_3_2"/>
          <p:cNvCxnSpPr/>
          <p:nvPr/>
        </p:nvCxnSpPr>
        <p:spPr>
          <a:xfrm>
            <a:off x="914400" y="43525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l:event_label_4"/>
          <p:cNvSpPr txBox="1"/>
          <p:nvPr/>
        </p:nvSpPr>
        <p:spPr>
          <a:xfrm>
            <a:off x="731520" y="4398264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8" name="rel:event_4_0"/>
          <p:cNvCxnSpPr/>
          <p:nvPr/>
        </p:nvCxnSpPr>
        <p:spPr>
          <a:xfrm>
            <a:off x="914400" y="470916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rel:event_4_1"/>
          <p:cNvCxnSpPr/>
          <p:nvPr/>
        </p:nvCxnSpPr>
        <p:spPr>
          <a:xfrm>
            <a:off x="914400" y="470916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rel:event_4_2"/>
          <p:cNvCxnSpPr/>
          <p:nvPr/>
        </p:nvCxnSpPr>
        <p:spPr>
          <a:xfrm>
            <a:off x="914400" y="4709160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l:event_label_5"/>
          <p:cNvSpPr txBox="1"/>
          <p:nvPr/>
        </p:nvSpPr>
        <p:spPr>
          <a:xfrm>
            <a:off x="731520" y="4754880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42" name="rel:event_5_0"/>
          <p:cNvCxnSpPr/>
          <p:nvPr/>
        </p:nvCxnSpPr>
        <p:spPr>
          <a:xfrm>
            <a:off x="914400" y="506577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rel:event_5_1"/>
          <p:cNvCxnSpPr/>
          <p:nvPr/>
        </p:nvCxnSpPr>
        <p:spPr>
          <a:xfrm>
            <a:off x="914400" y="506577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rel:event_5_2"/>
          <p:cNvCxnSpPr/>
          <p:nvPr/>
        </p:nvCxnSpPr>
        <p:spPr>
          <a:xfrm>
            <a:off x="914400" y="5065776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l:event_label_6"/>
          <p:cNvSpPr txBox="1"/>
          <p:nvPr/>
        </p:nvSpPr>
        <p:spPr>
          <a:xfrm>
            <a:off x="731520" y="5111496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46" name="rel:event_6_0"/>
          <p:cNvCxnSpPr/>
          <p:nvPr/>
        </p:nvCxnSpPr>
        <p:spPr>
          <a:xfrm>
            <a:off x="914400" y="54223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rel:event_6_1"/>
          <p:cNvCxnSpPr/>
          <p:nvPr/>
        </p:nvCxnSpPr>
        <p:spPr>
          <a:xfrm>
            <a:off x="914400" y="54223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l:event_6_2"/>
          <p:cNvCxnSpPr/>
          <p:nvPr/>
        </p:nvCxnSpPr>
        <p:spPr>
          <a:xfrm>
            <a:off x="914400" y="54223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l:event_label_7"/>
          <p:cNvSpPr txBox="1"/>
          <p:nvPr/>
        </p:nvSpPr>
        <p:spPr>
          <a:xfrm>
            <a:off x="731520" y="5468112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50" name="rel:event_7_0"/>
          <p:cNvCxnSpPr/>
          <p:nvPr/>
        </p:nvCxnSpPr>
        <p:spPr>
          <a:xfrm>
            <a:off x="914400" y="577900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l:event_7_1"/>
          <p:cNvCxnSpPr/>
          <p:nvPr/>
        </p:nvCxnSpPr>
        <p:spPr>
          <a:xfrm>
            <a:off x="914400" y="577900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rel:event_7_2"/>
          <p:cNvCxnSpPr/>
          <p:nvPr/>
        </p:nvCxnSpPr>
        <p:spPr>
          <a:xfrm>
            <a:off x="914400" y="5779008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sequence / 3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