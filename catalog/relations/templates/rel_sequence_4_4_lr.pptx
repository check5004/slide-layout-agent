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278891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352043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3406140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3479292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6" name="rel:node_2"/>
          <p:cNvSpPr/>
          <p:nvPr/>
        </p:nvSpPr>
        <p:spPr>
          <a:xfrm>
            <a:off x="6533388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l:node_label_2"/>
          <p:cNvSpPr txBox="1"/>
          <p:nvPr/>
        </p:nvSpPr>
        <p:spPr>
          <a:xfrm>
            <a:off x="6606540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8" name="rel:node_3"/>
          <p:cNvSpPr/>
          <p:nvPr/>
        </p:nvSpPr>
        <p:spPr>
          <a:xfrm>
            <a:off x="9660636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l:node_label_3"/>
          <p:cNvSpPr txBox="1"/>
          <p:nvPr/>
        </p:nvSpPr>
        <p:spPr>
          <a:xfrm>
            <a:off x="9733788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0" name="rel:lifeline_0"/>
          <p:cNvCxnSpPr/>
          <p:nvPr/>
        </p:nvCxnSpPr>
        <p:spPr>
          <a:xfrm>
            <a:off x="1399031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l:lifeline_1"/>
          <p:cNvCxnSpPr/>
          <p:nvPr/>
        </p:nvCxnSpPr>
        <p:spPr>
          <a:xfrm>
            <a:off x="4526280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rel:lifeline_2"/>
          <p:cNvCxnSpPr/>
          <p:nvPr/>
        </p:nvCxnSpPr>
        <p:spPr>
          <a:xfrm>
            <a:off x="7653527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el:lifeline_3"/>
          <p:cNvCxnSpPr/>
          <p:nvPr/>
        </p:nvCxnSpPr>
        <p:spPr>
          <a:xfrm>
            <a:off x="10780776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l:event_label_0"/>
          <p:cNvSpPr txBox="1"/>
          <p:nvPr/>
        </p:nvSpPr>
        <p:spPr>
          <a:xfrm>
            <a:off x="731520" y="2971800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5" name="rel:event_0_0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rel:event_0_1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l:event_0_2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l:event_label_1"/>
          <p:cNvSpPr txBox="1"/>
          <p:nvPr/>
        </p:nvSpPr>
        <p:spPr>
          <a:xfrm>
            <a:off x="731520" y="3698748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9" name="rel:event_1_0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l:event_1_1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el:event_1_2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l:event_label_2"/>
          <p:cNvSpPr txBox="1"/>
          <p:nvPr/>
        </p:nvSpPr>
        <p:spPr>
          <a:xfrm>
            <a:off x="731520" y="4425696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3" name="rel:event_2_0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rel:event_2_1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rel:event_2_2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l:event_label_3"/>
          <p:cNvSpPr txBox="1"/>
          <p:nvPr/>
        </p:nvSpPr>
        <p:spPr>
          <a:xfrm>
            <a:off x="731520" y="5152644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7" name="rel:event_3_0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rel:event_3_1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rel:event_3_2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sequence / 4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