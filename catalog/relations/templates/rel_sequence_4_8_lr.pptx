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1"/>
          <p:cNvSpPr/>
          <p:nvPr/>
        </p:nvSpPr>
        <p:spPr>
          <a:xfrm>
            <a:off x="566928" y="393192"/>
            <a:ext cx="292608" cy="50292"/>
          </a:xfrm>
          <a:prstGeom prst="rect">
            <a:avLst/>
          </a:prstGeom>
          <a:solidFill>
            <a:srgbClr val="087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eta:header"/>
          <p:cNvSpPr txBox="1"/>
          <p:nvPr/>
        </p:nvSpPr>
        <p:spPr>
          <a:xfrm>
            <a:off x="960120" y="292608"/>
            <a:ext cx="9052560" cy="292608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架空調査｜社内ナレッジ共有</a:t>
            </a:r>
          </a:p>
        </p:txBody>
      </p:sp>
      <p:sp>
        <p:nvSpPr>
          <p:cNvPr id="4" name="meta:page"/>
          <p:cNvSpPr txBox="1"/>
          <p:nvPr/>
        </p:nvSpPr>
        <p:spPr>
          <a:xfrm>
            <a:off x="10972800" y="6391656"/>
            <a:ext cx="621792" cy="274320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meta:footer"/>
          <p:cNvSpPr txBox="1"/>
          <p:nvPr/>
        </p:nvSpPr>
        <p:spPr>
          <a:xfrm>
            <a:off x="603504" y="6419088"/>
            <a:ext cx="9601200" cy="237744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FICTIONAL RESEARCH / EDITORIAL</a:t>
            </a:r>
          </a:p>
        </p:txBody>
      </p:sp>
      <p:sp>
        <p:nvSpPr>
          <p:cNvPr id="6" name="decor:2"/>
          <p:cNvSpPr/>
          <p:nvPr/>
        </p:nvSpPr>
        <p:spPr>
          <a:xfrm>
            <a:off x="603504" y="6263640"/>
            <a:ext cx="10972800" cy="10972"/>
          </a:xfrm>
          <a:prstGeom prst="rect">
            <a:avLst/>
          </a:prstGeom>
          <a:solidFill>
            <a:srgbClr val="DC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lot:title"/>
          <p:cNvSpPr txBox="1"/>
          <p:nvPr/>
        </p:nvSpPr>
        <p:spPr>
          <a:xfrm>
            <a:off x="603504" y="630936"/>
            <a:ext cx="10972800" cy="9875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3500"/>
              </a:lnSpc>
              <a:spcBef>
                <a:spcPts val="0"/>
              </a:spcBef>
              <a:spcAft>
                <a:spcPts val="0"/>
              </a:spcAft>
              <a:def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主体と通信の関係を確認する</a:t>
            </a:r>
          </a:p>
        </p:txBody>
      </p:sp>
      <p:sp>
        <p:nvSpPr>
          <p:cNvPr id="8" name="slot:context"/>
          <p:cNvSpPr txBox="1"/>
          <p:nvPr/>
        </p:nvSpPr>
        <p:spPr>
          <a:xfrm>
            <a:off x="621792" y="1691640"/>
            <a:ext cx="10927080" cy="310896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def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架空の受付・照会システム。矢印と囲みは異なる関係を表す。</a:t>
            </a:r>
          </a:p>
        </p:txBody>
      </p:sp>
      <p:sp>
        <p:nvSpPr>
          <p:cNvPr id="9" name="slot:caveat"/>
          <p:cNvSpPr txBox="1"/>
          <p:nvPr/>
        </p:nvSpPr>
        <p:spPr>
          <a:xfrm>
            <a:off x="621792" y="5934456"/>
            <a:ext cx="10927080" cy="3017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注記：架空の構造例。実在の仕様や安全性を示すものではない。</a:t>
            </a:r>
          </a:p>
        </p:txBody>
      </p:sp>
      <p:sp>
        <p:nvSpPr>
          <p:cNvPr id="10" name="rel:boundary"/>
          <p:cNvSpPr/>
          <p:nvPr/>
        </p:nvSpPr>
        <p:spPr>
          <a:xfrm>
            <a:off x="640080" y="2057400"/>
            <a:ext cx="3017520" cy="3703320"/>
          </a:xfrm>
          <a:prstGeom prst="rect">
            <a:avLst/>
          </a:prstGeom>
          <a:solidFill>
            <a:srgbClr val="E8F3F2"/>
          </a:solidFill>
          <a:ln w="889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l:boundary_label"/>
          <p:cNvSpPr txBox="1"/>
          <p:nvPr/>
        </p:nvSpPr>
        <p:spPr>
          <a:xfrm>
            <a:off x="731520" y="2084831"/>
            <a:ext cx="2834640" cy="283464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内包：管理主体</a:t>
            </a:r>
          </a:p>
        </p:txBody>
      </p:sp>
      <p:sp>
        <p:nvSpPr>
          <p:cNvPr id="12" name="rel:node_0"/>
          <p:cNvSpPr/>
          <p:nvPr/>
        </p:nvSpPr>
        <p:spPr>
          <a:xfrm>
            <a:off x="278891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l:node_label_0"/>
          <p:cNvSpPr txBox="1"/>
          <p:nvPr/>
        </p:nvSpPr>
        <p:spPr>
          <a:xfrm>
            <a:off x="352043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4" name="rel:node_1"/>
          <p:cNvSpPr/>
          <p:nvPr/>
        </p:nvSpPr>
        <p:spPr>
          <a:xfrm>
            <a:off x="3406140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l:node_label_1"/>
          <p:cNvSpPr txBox="1"/>
          <p:nvPr/>
        </p:nvSpPr>
        <p:spPr>
          <a:xfrm>
            <a:off x="3479292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6" name="rel:node_2"/>
          <p:cNvSpPr/>
          <p:nvPr/>
        </p:nvSpPr>
        <p:spPr>
          <a:xfrm>
            <a:off x="6533388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l:node_label_2"/>
          <p:cNvSpPr txBox="1"/>
          <p:nvPr/>
        </p:nvSpPr>
        <p:spPr>
          <a:xfrm>
            <a:off x="6606540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8" name="rel:node_3"/>
          <p:cNvSpPr/>
          <p:nvPr/>
        </p:nvSpPr>
        <p:spPr>
          <a:xfrm>
            <a:off x="9660636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l:node_label_3"/>
          <p:cNvSpPr txBox="1"/>
          <p:nvPr/>
        </p:nvSpPr>
        <p:spPr>
          <a:xfrm>
            <a:off x="9733788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0" name="rel:lifeline_0"/>
          <p:cNvCxnSpPr/>
          <p:nvPr/>
        </p:nvCxnSpPr>
        <p:spPr>
          <a:xfrm>
            <a:off x="1399031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rel:lifeline_1"/>
          <p:cNvCxnSpPr/>
          <p:nvPr/>
        </p:nvCxnSpPr>
        <p:spPr>
          <a:xfrm>
            <a:off x="4526280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rel:lifeline_2"/>
          <p:cNvCxnSpPr/>
          <p:nvPr/>
        </p:nvCxnSpPr>
        <p:spPr>
          <a:xfrm>
            <a:off x="7653527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el:lifeline_3"/>
          <p:cNvCxnSpPr/>
          <p:nvPr/>
        </p:nvCxnSpPr>
        <p:spPr>
          <a:xfrm>
            <a:off x="10780776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l:event_label_0"/>
          <p:cNvSpPr txBox="1"/>
          <p:nvPr/>
        </p:nvSpPr>
        <p:spPr>
          <a:xfrm>
            <a:off x="731520" y="2971800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5" name="rel:event_0_0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el:event_0_1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el:event_0_2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l:event_label_1"/>
          <p:cNvSpPr txBox="1"/>
          <p:nvPr/>
        </p:nvSpPr>
        <p:spPr>
          <a:xfrm>
            <a:off x="731520" y="3328416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9" name="rel:event_1_0"/>
          <p:cNvCxnSpPr/>
          <p:nvPr/>
        </p:nvCxnSpPr>
        <p:spPr>
          <a:xfrm>
            <a:off x="914400" y="363931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el:event_1_1"/>
          <p:cNvCxnSpPr/>
          <p:nvPr/>
        </p:nvCxnSpPr>
        <p:spPr>
          <a:xfrm>
            <a:off x="914400" y="363931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el:event_1_2"/>
          <p:cNvCxnSpPr/>
          <p:nvPr/>
        </p:nvCxnSpPr>
        <p:spPr>
          <a:xfrm>
            <a:off x="914400" y="3639312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l:event_label_2"/>
          <p:cNvSpPr txBox="1"/>
          <p:nvPr/>
        </p:nvSpPr>
        <p:spPr>
          <a:xfrm>
            <a:off x="731520" y="3685032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3" name="rel:event_2_0"/>
          <p:cNvCxnSpPr/>
          <p:nvPr/>
        </p:nvCxnSpPr>
        <p:spPr>
          <a:xfrm>
            <a:off x="914400" y="399592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el:event_2_1"/>
          <p:cNvCxnSpPr/>
          <p:nvPr/>
        </p:nvCxnSpPr>
        <p:spPr>
          <a:xfrm>
            <a:off x="914400" y="399592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el:event_2_2"/>
          <p:cNvCxnSpPr/>
          <p:nvPr/>
        </p:nvCxnSpPr>
        <p:spPr>
          <a:xfrm>
            <a:off x="914400" y="3995928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l:event_label_3"/>
          <p:cNvSpPr txBox="1"/>
          <p:nvPr/>
        </p:nvSpPr>
        <p:spPr>
          <a:xfrm>
            <a:off x="731520" y="4041648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7" name="rel:event_3_0"/>
          <p:cNvCxnSpPr/>
          <p:nvPr/>
        </p:nvCxnSpPr>
        <p:spPr>
          <a:xfrm>
            <a:off x="914400" y="43525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el:event_3_1"/>
          <p:cNvCxnSpPr/>
          <p:nvPr/>
        </p:nvCxnSpPr>
        <p:spPr>
          <a:xfrm>
            <a:off x="914400" y="43525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rel:event_3_2"/>
          <p:cNvCxnSpPr/>
          <p:nvPr/>
        </p:nvCxnSpPr>
        <p:spPr>
          <a:xfrm>
            <a:off x="914400" y="43525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l:event_label_4"/>
          <p:cNvSpPr txBox="1"/>
          <p:nvPr/>
        </p:nvSpPr>
        <p:spPr>
          <a:xfrm>
            <a:off x="731520" y="4398264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1" name="rel:event_4_0"/>
          <p:cNvCxnSpPr/>
          <p:nvPr/>
        </p:nvCxnSpPr>
        <p:spPr>
          <a:xfrm>
            <a:off x="914400" y="470916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rel:event_4_1"/>
          <p:cNvCxnSpPr/>
          <p:nvPr/>
        </p:nvCxnSpPr>
        <p:spPr>
          <a:xfrm>
            <a:off x="914400" y="470916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rel:event_4_2"/>
          <p:cNvCxnSpPr/>
          <p:nvPr/>
        </p:nvCxnSpPr>
        <p:spPr>
          <a:xfrm>
            <a:off x="914400" y="4709160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l:event_label_5"/>
          <p:cNvSpPr txBox="1"/>
          <p:nvPr/>
        </p:nvSpPr>
        <p:spPr>
          <a:xfrm>
            <a:off x="731520" y="4754880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5" name="rel:event_5_0"/>
          <p:cNvCxnSpPr/>
          <p:nvPr/>
        </p:nvCxnSpPr>
        <p:spPr>
          <a:xfrm>
            <a:off x="914400" y="506577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rel:event_5_1"/>
          <p:cNvCxnSpPr/>
          <p:nvPr/>
        </p:nvCxnSpPr>
        <p:spPr>
          <a:xfrm>
            <a:off x="914400" y="506577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rel:event_5_2"/>
          <p:cNvCxnSpPr/>
          <p:nvPr/>
        </p:nvCxnSpPr>
        <p:spPr>
          <a:xfrm>
            <a:off x="914400" y="506577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l:event_label_6"/>
          <p:cNvSpPr txBox="1"/>
          <p:nvPr/>
        </p:nvSpPr>
        <p:spPr>
          <a:xfrm>
            <a:off x="731520" y="5111496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9" name="rel:event_6_0"/>
          <p:cNvCxnSpPr/>
          <p:nvPr/>
        </p:nvCxnSpPr>
        <p:spPr>
          <a:xfrm>
            <a:off x="914400" y="54223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rel:event_6_1"/>
          <p:cNvCxnSpPr/>
          <p:nvPr/>
        </p:nvCxnSpPr>
        <p:spPr>
          <a:xfrm>
            <a:off x="914400" y="54223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rel:event_6_2"/>
          <p:cNvCxnSpPr/>
          <p:nvPr/>
        </p:nvCxnSpPr>
        <p:spPr>
          <a:xfrm>
            <a:off x="914400" y="54223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l:event_label_7"/>
          <p:cNvSpPr txBox="1"/>
          <p:nvPr/>
        </p:nvSpPr>
        <p:spPr>
          <a:xfrm>
            <a:off x="731520" y="5468112"/>
            <a:ext cx="10698480" cy="23774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53" name="rel:event_7_0"/>
          <p:cNvCxnSpPr/>
          <p:nvPr/>
        </p:nvCxnSpPr>
        <p:spPr>
          <a:xfrm>
            <a:off x="914400" y="577900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rel:event_7_1"/>
          <p:cNvCxnSpPr/>
          <p:nvPr/>
        </p:nvCxnSpPr>
        <p:spPr>
          <a:xfrm>
            <a:off x="914400" y="577900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rel:event_7_2"/>
          <p:cNvCxnSpPr/>
          <p:nvPr/>
        </p:nvCxnSpPr>
        <p:spPr>
          <a:xfrm>
            <a:off x="914400" y="5779008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sequence / 4</dc:title>
  <dc:subject/>
  <dc:creator>slide-layout-agent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