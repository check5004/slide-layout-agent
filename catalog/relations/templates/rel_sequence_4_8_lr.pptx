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278891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352043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3406140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3479292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6533388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6606540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9660636" y="2386584"/>
            <a:ext cx="2240280" cy="493776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9733788" y="2409444"/>
            <a:ext cx="2093976" cy="44805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0" name="rel:lifeline_0"/>
          <p:cNvCxnSpPr/>
          <p:nvPr/>
        </p:nvCxnSpPr>
        <p:spPr>
          <a:xfrm>
            <a:off x="1399031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l:lifeline_1"/>
          <p:cNvCxnSpPr/>
          <p:nvPr/>
        </p:nvCxnSpPr>
        <p:spPr>
          <a:xfrm>
            <a:off x="4526280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l:lifeline_2"/>
          <p:cNvCxnSpPr/>
          <p:nvPr/>
        </p:nvCxnSpPr>
        <p:spPr>
          <a:xfrm>
            <a:off x="7653527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el:lifeline_3"/>
          <p:cNvCxnSpPr/>
          <p:nvPr/>
        </p:nvCxnSpPr>
        <p:spPr>
          <a:xfrm>
            <a:off x="10780776" y="2880360"/>
            <a:ext cx="0" cy="2980944"/>
          </a:xfrm>
          <a:prstGeom prst="line">
            <a:avLst/>
          </a:prstGeom>
          <a:ln w="10160">
            <a:solidFill>
              <a:srgbClr val="DCE3E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l:event_label_0"/>
          <p:cNvSpPr txBox="1"/>
          <p:nvPr/>
        </p:nvSpPr>
        <p:spPr>
          <a:xfrm>
            <a:off x="731520" y="2971800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5" name="rel:event_0_0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el:event_0_1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l:event_0_2"/>
          <p:cNvCxnSpPr/>
          <p:nvPr/>
        </p:nvCxnSpPr>
        <p:spPr>
          <a:xfrm>
            <a:off x="914400" y="328269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l:event_label_1"/>
          <p:cNvSpPr txBox="1"/>
          <p:nvPr/>
        </p:nvSpPr>
        <p:spPr>
          <a:xfrm>
            <a:off x="731520" y="3335274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9" name="rel:event_1_0"/>
          <p:cNvCxnSpPr/>
          <p:nvPr/>
        </p:nvCxnSpPr>
        <p:spPr>
          <a:xfrm>
            <a:off x="914400" y="364617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l:event_1_1"/>
          <p:cNvCxnSpPr/>
          <p:nvPr/>
        </p:nvCxnSpPr>
        <p:spPr>
          <a:xfrm>
            <a:off x="914400" y="364617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l:event_1_2"/>
          <p:cNvCxnSpPr/>
          <p:nvPr/>
        </p:nvCxnSpPr>
        <p:spPr>
          <a:xfrm>
            <a:off x="914400" y="364617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l:event_label_2"/>
          <p:cNvSpPr txBox="1"/>
          <p:nvPr/>
        </p:nvSpPr>
        <p:spPr>
          <a:xfrm>
            <a:off x="731520" y="3698748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3" name="rel:event_2_0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l:event_2_1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l:event_2_2"/>
          <p:cNvCxnSpPr/>
          <p:nvPr/>
        </p:nvCxnSpPr>
        <p:spPr>
          <a:xfrm>
            <a:off x="914400" y="400964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l:event_label_3"/>
          <p:cNvSpPr txBox="1"/>
          <p:nvPr/>
        </p:nvSpPr>
        <p:spPr>
          <a:xfrm>
            <a:off x="731520" y="4062222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7" name="rel:event_3_0"/>
          <p:cNvCxnSpPr/>
          <p:nvPr/>
        </p:nvCxnSpPr>
        <p:spPr>
          <a:xfrm>
            <a:off x="914400" y="437311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l:event_3_1"/>
          <p:cNvCxnSpPr/>
          <p:nvPr/>
        </p:nvCxnSpPr>
        <p:spPr>
          <a:xfrm>
            <a:off x="914400" y="4373118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el:event_3_2"/>
          <p:cNvCxnSpPr/>
          <p:nvPr/>
        </p:nvCxnSpPr>
        <p:spPr>
          <a:xfrm>
            <a:off x="914400" y="4373118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l:event_label_4"/>
          <p:cNvSpPr txBox="1"/>
          <p:nvPr/>
        </p:nvSpPr>
        <p:spPr>
          <a:xfrm>
            <a:off x="731520" y="4425696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1" name="rel:event_4_0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l:event_4_1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el:event_4_2"/>
          <p:cNvCxnSpPr/>
          <p:nvPr/>
        </p:nvCxnSpPr>
        <p:spPr>
          <a:xfrm>
            <a:off x="914400" y="4736592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l:event_label_5"/>
          <p:cNvSpPr txBox="1"/>
          <p:nvPr/>
        </p:nvSpPr>
        <p:spPr>
          <a:xfrm>
            <a:off x="731520" y="4789170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5" name="rel:event_5_0"/>
          <p:cNvCxnSpPr/>
          <p:nvPr/>
        </p:nvCxnSpPr>
        <p:spPr>
          <a:xfrm>
            <a:off x="914400" y="510006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el:event_5_1"/>
          <p:cNvCxnSpPr/>
          <p:nvPr/>
        </p:nvCxnSpPr>
        <p:spPr>
          <a:xfrm>
            <a:off x="914400" y="5100066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rel:event_5_2"/>
          <p:cNvCxnSpPr/>
          <p:nvPr/>
        </p:nvCxnSpPr>
        <p:spPr>
          <a:xfrm>
            <a:off x="914400" y="5100066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l:event_label_6"/>
          <p:cNvSpPr txBox="1"/>
          <p:nvPr/>
        </p:nvSpPr>
        <p:spPr>
          <a:xfrm>
            <a:off x="731520" y="5152644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49" name="rel:event_6_0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l:event_6_1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l:event_6_2"/>
          <p:cNvCxnSpPr/>
          <p:nvPr/>
        </p:nvCxnSpPr>
        <p:spPr>
          <a:xfrm>
            <a:off x="914400" y="5463540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l:event_label_7"/>
          <p:cNvSpPr txBox="1"/>
          <p:nvPr/>
        </p:nvSpPr>
        <p:spPr>
          <a:xfrm>
            <a:off x="731520" y="5516118"/>
            <a:ext cx="10698480" cy="283464"/>
          </a:xfrm>
          <a:prstGeom prst="rect">
            <a:avLst/>
          </a:prstGeom>
          <a:solidFill>
            <a:srgbClr val="F7F8FA"/>
          </a:solidFill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6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53" name="rel:event_7_0"/>
          <p:cNvCxnSpPr/>
          <p:nvPr/>
        </p:nvCxnSpPr>
        <p:spPr>
          <a:xfrm>
            <a:off x="914400" y="582701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l:event_7_1"/>
          <p:cNvCxnSpPr/>
          <p:nvPr/>
        </p:nvCxnSpPr>
        <p:spPr>
          <a:xfrm>
            <a:off x="914400" y="5827014"/>
            <a:ext cx="10058400" cy="0"/>
          </a:xfrm>
          <a:prstGeom prst="line">
            <a:avLst/>
          </a:prstGeom>
          <a:ln w="21590">
            <a:solidFill>
              <a:srgbClr val="087E8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rel:event_7_2"/>
          <p:cNvCxnSpPr/>
          <p:nvPr/>
        </p:nvCxnSpPr>
        <p:spPr>
          <a:xfrm>
            <a:off x="914400" y="5827014"/>
            <a:ext cx="10058400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sequence / 4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