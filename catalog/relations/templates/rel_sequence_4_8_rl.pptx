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9672827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9745979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6545579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6618731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3418331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3491483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291083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364235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lifeline_0"/>
          <p:cNvCxnSpPr/>
          <p:nvPr/>
        </p:nvCxnSpPr>
        <p:spPr>
          <a:xfrm>
            <a:off x="1079296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l:lifeline_1"/>
          <p:cNvCxnSpPr/>
          <p:nvPr/>
        </p:nvCxnSpPr>
        <p:spPr>
          <a:xfrm>
            <a:off x="7665719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l:lifeline_2"/>
          <p:cNvCxnSpPr/>
          <p:nvPr/>
        </p:nvCxnSpPr>
        <p:spPr>
          <a:xfrm>
            <a:off x="453847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3"/>
          <p:cNvCxnSpPr/>
          <p:nvPr/>
        </p:nvCxnSpPr>
        <p:spPr>
          <a:xfrm>
            <a:off x="1411223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l:event_label_0"/>
          <p:cNvSpPr txBox="1"/>
          <p:nvPr/>
        </p:nvSpPr>
        <p:spPr>
          <a:xfrm>
            <a:off x="731520" y="297180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5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l:event_label_1"/>
          <p:cNvSpPr txBox="1"/>
          <p:nvPr/>
        </p:nvSpPr>
        <p:spPr>
          <a:xfrm>
            <a:off x="731520" y="332841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9" name="rel:event_1_0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1_1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1_2"/>
          <p:cNvCxnSpPr/>
          <p:nvPr/>
        </p:nvCxnSpPr>
        <p:spPr>
          <a:xfrm>
            <a:off x="914400" y="363931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l:event_label_2"/>
          <p:cNvSpPr txBox="1"/>
          <p:nvPr/>
        </p:nvSpPr>
        <p:spPr>
          <a:xfrm>
            <a:off x="731520" y="368503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3" name="rel:event_2_0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2_1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2_2"/>
          <p:cNvCxnSpPr/>
          <p:nvPr/>
        </p:nvCxnSpPr>
        <p:spPr>
          <a:xfrm>
            <a:off x="914400" y="399592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l:event_label_3"/>
          <p:cNvSpPr txBox="1"/>
          <p:nvPr/>
        </p:nvSpPr>
        <p:spPr>
          <a:xfrm>
            <a:off x="731520" y="4041648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7" name="rel:event_3_0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3_1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l:event_3_2"/>
          <p:cNvCxnSpPr/>
          <p:nvPr/>
        </p:nvCxnSpPr>
        <p:spPr>
          <a:xfrm>
            <a:off x="914400" y="43525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l:event_label_4"/>
          <p:cNvSpPr txBox="1"/>
          <p:nvPr/>
        </p:nvSpPr>
        <p:spPr>
          <a:xfrm>
            <a:off x="731520" y="4398264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1" name="rel:event_4_0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l:event_4_1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l:event_4_2"/>
          <p:cNvCxnSpPr/>
          <p:nvPr/>
        </p:nvCxnSpPr>
        <p:spPr>
          <a:xfrm>
            <a:off x="914400" y="470916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l:event_label_5"/>
          <p:cNvSpPr txBox="1"/>
          <p:nvPr/>
        </p:nvSpPr>
        <p:spPr>
          <a:xfrm>
            <a:off x="731520" y="4754880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5" name="rel:event_5_0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l:event_5_1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rel:event_5_2"/>
          <p:cNvCxnSpPr/>
          <p:nvPr/>
        </p:nvCxnSpPr>
        <p:spPr>
          <a:xfrm>
            <a:off x="914400" y="506577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l:event_label_6"/>
          <p:cNvSpPr txBox="1"/>
          <p:nvPr/>
        </p:nvSpPr>
        <p:spPr>
          <a:xfrm>
            <a:off x="731520" y="5111496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9" name="rel:event_6_0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l:event_6_1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l:event_6_2"/>
          <p:cNvCxnSpPr/>
          <p:nvPr/>
        </p:nvCxnSpPr>
        <p:spPr>
          <a:xfrm>
            <a:off x="914400" y="54223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l:event_label_7"/>
          <p:cNvSpPr txBox="1"/>
          <p:nvPr/>
        </p:nvSpPr>
        <p:spPr>
          <a:xfrm>
            <a:off x="731520" y="5468112"/>
            <a:ext cx="10698480" cy="23774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3" name="rel:event_7_0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l:event_7_1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l:event_7_2"/>
          <p:cNvCxnSpPr/>
          <p:nvPr/>
        </p:nvCxnSpPr>
        <p:spPr>
          <a:xfrm>
            <a:off x="914400" y="577900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