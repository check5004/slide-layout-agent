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9672827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9745979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6545579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6618731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3418331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3491483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8" name="rel:node_3"/>
          <p:cNvSpPr/>
          <p:nvPr/>
        </p:nvSpPr>
        <p:spPr>
          <a:xfrm>
            <a:off x="291083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l:node_label_3"/>
          <p:cNvSpPr txBox="1"/>
          <p:nvPr/>
        </p:nvSpPr>
        <p:spPr>
          <a:xfrm>
            <a:off x="364235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0" name="rel:lifeline_0"/>
          <p:cNvCxnSpPr/>
          <p:nvPr/>
        </p:nvCxnSpPr>
        <p:spPr>
          <a:xfrm>
            <a:off x="10792967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rel:lifeline_1"/>
          <p:cNvCxnSpPr/>
          <p:nvPr/>
        </p:nvCxnSpPr>
        <p:spPr>
          <a:xfrm>
            <a:off x="7665719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rel:lifeline_2"/>
          <p:cNvCxnSpPr/>
          <p:nvPr/>
        </p:nvCxnSpPr>
        <p:spPr>
          <a:xfrm>
            <a:off x="4538471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lifeline_3"/>
          <p:cNvCxnSpPr/>
          <p:nvPr/>
        </p:nvCxnSpPr>
        <p:spPr>
          <a:xfrm>
            <a:off x="1411223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l:event_label_0"/>
          <p:cNvSpPr txBox="1"/>
          <p:nvPr/>
        </p:nvSpPr>
        <p:spPr>
          <a:xfrm>
            <a:off x="731520" y="297180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5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l:event_label_1"/>
          <p:cNvSpPr txBox="1"/>
          <p:nvPr/>
        </p:nvSpPr>
        <p:spPr>
          <a:xfrm>
            <a:off x="731520" y="333527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9" name="rel:event_1_0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l:event_1_1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l:event_1_2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l:event_label_2"/>
          <p:cNvSpPr txBox="1"/>
          <p:nvPr/>
        </p:nvSpPr>
        <p:spPr>
          <a:xfrm>
            <a:off x="731520" y="369874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3" name="rel:event_2_0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el:event_2_1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l:event_2_2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l:event_label_3"/>
          <p:cNvSpPr txBox="1"/>
          <p:nvPr/>
        </p:nvSpPr>
        <p:spPr>
          <a:xfrm>
            <a:off x="731520" y="4062222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7" name="rel:event_3_0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el:event_3_1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rel:event_3_2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l:event_label_4"/>
          <p:cNvSpPr txBox="1"/>
          <p:nvPr/>
        </p:nvSpPr>
        <p:spPr>
          <a:xfrm>
            <a:off x="731520" y="4425696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1" name="rel:event_4_0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rel:event_4_1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l:event_4_2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l:event_label_5"/>
          <p:cNvSpPr txBox="1"/>
          <p:nvPr/>
        </p:nvSpPr>
        <p:spPr>
          <a:xfrm>
            <a:off x="731520" y="478917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5" name="rel:event_5_0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rel:event_5_1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l:event_5_2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l:event_label_6"/>
          <p:cNvSpPr txBox="1"/>
          <p:nvPr/>
        </p:nvSpPr>
        <p:spPr>
          <a:xfrm>
            <a:off x="731520" y="515264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9" name="rel:event_6_0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rel:event_6_1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rel:event_6_2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l:event_label_7"/>
          <p:cNvSpPr txBox="1"/>
          <p:nvPr/>
        </p:nvSpPr>
        <p:spPr>
          <a:xfrm>
            <a:off x="731520" y="551611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3" name="rel:event_7_0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rel:event_7_1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rel:event_7_2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4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