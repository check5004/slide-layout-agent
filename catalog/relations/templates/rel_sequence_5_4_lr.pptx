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425196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498348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2770632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2843784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5116068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5189220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8" name="rel:node_3"/>
          <p:cNvSpPr/>
          <p:nvPr/>
        </p:nvSpPr>
        <p:spPr>
          <a:xfrm>
            <a:off x="7461504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l:node_label_3"/>
          <p:cNvSpPr txBox="1"/>
          <p:nvPr/>
        </p:nvSpPr>
        <p:spPr>
          <a:xfrm>
            <a:off x="7534656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20" name="rel:node_4"/>
          <p:cNvSpPr/>
          <p:nvPr/>
        </p:nvSpPr>
        <p:spPr>
          <a:xfrm>
            <a:off x="9806940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l:node_label_4"/>
          <p:cNvSpPr txBox="1"/>
          <p:nvPr/>
        </p:nvSpPr>
        <p:spPr>
          <a:xfrm>
            <a:off x="9880092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lifeline_0"/>
          <p:cNvCxnSpPr/>
          <p:nvPr/>
        </p:nvCxnSpPr>
        <p:spPr>
          <a:xfrm>
            <a:off x="1399032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l:lifeline_1"/>
          <p:cNvCxnSpPr/>
          <p:nvPr/>
        </p:nvCxnSpPr>
        <p:spPr>
          <a:xfrm>
            <a:off x="3744468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el:lifeline_2"/>
          <p:cNvCxnSpPr/>
          <p:nvPr/>
        </p:nvCxnSpPr>
        <p:spPr>
          <a:xfrm>
            <a:off x="6089904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l:lifeline_3"/>
          <p:cNvCxnSpPr/>
          <p:nvPr/>
        </p:nvCxnSpPr>
        <p:spPr>
          <a:xfrm>
            <a:off x="8435340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el:lifeline_4"/>
          <p:cNvCxnSpPr/>
          <p:nvPr/>
        </p:nvCxnSpPr>
        <p:spPr>
          <a:xfrm>
            <a:off x="10780776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l:event_label_0"/>
          <p:cNvSpPr txBox="1"/>
          <p:nvPr/>
        </p:nvSpPr>
        <p:spPr>
          <a:xfrm>
            <a:off x="731520" y="2971800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8" name="rel:event_0_0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l:event_0_1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l:event_0_2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l:event_label_1"/>
          <p:cNvSpPr txBox="1"/>
          <p:nvPr/>
        </p:nvSpPr>
        <p:spPr>
          <a:xfrm>
            <a:off x="731520" y="3698748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2" name="rel:event_1_0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l:event_1_1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el:event_1_2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l:event_label_2"/>
          <p:cNvSpPr txBox="1"/>
          <p:nvPr/>
        </p:nvSpPr>
        <p:spPr>
          <a:xfrm>
            <a:off x="731520" y="4425696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6" name="rel:event_2_0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l:event_2_1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l:event_2_2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l:event_label_3"/>
          <p:cNvSpPr txBox="1"/>
          <p:nvPr/>
        </p:nvSpPr>
        <p:spPr>
          <a:xfrm>
            <a:off x="731520" y="5152644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0" name="rel:event_3_0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l:event_3_1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l:event_3_2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sequence / 5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