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9819131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9892283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7473695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7546847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5128259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5201411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2782823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2855975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20" name="rel:node_4"/>
          <p:cNvSpPr/>
          <p:nvPr/>
        </p:nvSpPr>
        <p:spPr>
          <a:xfrm>
            <a:off x="437387" y="2386584"/>
            <a:ext cx="1947672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l:node_label_4"/>
          <p:cNvSpPr txBox="1"/>
          <p:nvPr/>
        </p:nvSpPr>
        <p:spPr>
          <a:xfrm>
            <a:off x="510539" y="2409444"/>
            <a:ext cx="1801368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lifeline_0"/>
          <p:cNvCxnSpPr/>
          <p:nvPr/>
        </p:nvCxnSpPr>
        <p:spPr>
          <a:xfrm>
            <a:off x="10792967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lifeline_1"/>
          <p:cNvCxnSpPr/>
          <p:nvPr/>
        </p:nvCxnSpPr>
        <p:spPr>
          <a:xfrm>
            <a:off x="8447531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l:lifeline_2"/>
          <p:cNvCxnSpPr/>
          <p:nvPr/>
        </p:nvCxnSpPr>
        <p:spPr>
          <a:xfrm>
            <a:off x="6102095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l:lifeline_3"/>
          <p:cNvCxnSpPr/>
          <p:nvPr/>
        </p:nvCxnSpPr>
        <p:spPr>
          <a:xfrm>
            <a:off x="3756659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l:lifeline_4"/>
          <p:cNvCxnSpPr/>
          <p:nvPr/>
        </p:nvCxnSpPr>
        <p:spPr>
          <a:xfrm>
            <a:off x="1411223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vent_label_0"/>
          <p:cNvSpPr txBox="1"/>
          <p:nvPr/>
        </p:nvSpPr>
        <p:spPr>
          <a:xfrm>
            <a:off x="731520" y="2971800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vent_label_1"/>
          <p:cNvSpPr txBox="1"/>
          <p:nvPr/>
        </p:nvSpPr>
        <p:spPr>
          <a:xfrm>
            <a:off x="731520" y="3698748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2" name="rel:event_1_0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l:event_1_1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l:event_1_2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l:event_label_2"/>
          <p:cNvSpPr txBox="1"/>
          <p:nvPr/>
        </p:nvSpPr>
        <p:spPr>
          <a:xfrm>
            <a:off x="731520" y="4425696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6" name="rel:event_2_0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l:event_2_1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l:event_2_2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l:event_label_3"/>
          <p:cNvSpPr txBox="1"/>
          <p:nvPr/>
        </p:nvSpPr>
        <p:spPr>
          <a:xfrm>
            <a:off x="731520" y="5152644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0" name="rel:event_3_0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l:event_3_1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l:event_3_2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5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