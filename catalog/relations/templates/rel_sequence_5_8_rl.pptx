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9819131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9892283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7473695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7546847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5128259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5201411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8" name="rel:node_3"/>
          <p:cNvSpPr/>
          <p:nvPr/>
        </p:nvSpPr>
        <p:spPr>
          <a:xfrm>
            <a:off x="2782823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l:node_label_3"/>
          <p:cNvSpPr txBox="1"/>
          <p:nvPr/>
        </p:nvSpPr>
        <p:spPr>
          <a:xfrm>
            <a:off x="2855975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20" name="rel:node_4"/>
          <p:cNvSpPr/>
          <p:nvPr/>
        </p:nvSpPr>
        <p:spPr>
          <a:xfrm>
            <a:off x="437387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l:node_label_4"/>
          <p:cNvSpPr txBox="1"/>
          <p:nvPr/>
        </p:nvSpPr>
        <p:spPr>
          <a:xfrm>
            <a:off x="510539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2" name="rel:lifeline_0"/>
          <p:cNvCxnSpPr/>
          <p:nvPr/>
        </p:nvCxnSpPr>
        <p:spPr>
          <a:xfrm>
            <a:off x="10792967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el:lifeline_1"/>
          <p:cNvCxnSpPr/>
          <p:nvPr/>
        </p:nvCxnSpPr>
        <p:spPr>
          <a:xfrm>
            <a:off x="8447531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rel:lifeline_2"/>
          <p:cNvCxnSpPr/>
          <p:nvPr/>
        </p:nvCxnSpPr>
        <p:spPr>
          <a:xfrm>
            <a:off x="6102095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el:lifeline_3"/>
          <p:cNvCxnSpPr/>
          <p:nvPr/>
        </p:nvCxnSpPr>
        <p:spPr>
          <a:xfrm>
            <a:off x="3756659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rel:lifeline_4"/>
          <p:cNvCxnSpPr/>
          <p:nvPr/>
        </p:nvCxnSpPr>
        <p:spPr>
          <a:xfrm>
            <a:off x="1411223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l:event_label_0"/>
          <p:cNvSpPr txBox="1"/>
          <p:nvPr/>
        </p:nvSpPr>
        <p:spPr>
          <a:xfrm>
            <a:off x="731520" y="2971800"/>
            <a:ext cx="10698480" cy="28346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8" name="rel:event_0_0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l:event_0_1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l:event_0_2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l:event_label_1"/>
          <p:cNvSpPr txBox="1"/>
          <p:nvPr/>
        </p:nvSpPr>
        <p:spPr>
          <a:xfrm>
            <a:off x="731520" y="3335274"/>
            <a:ext cx="10698480" cy="28346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2" name="rel:event_1_0"/>
          <p:cNvCxnSpPr/>
          <p:nvPr/>
        </p:nvCxnSpPr>
        <p:spPr>
          <a:xfrm>
            <a:off x="914400" y="364617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el:event_1_1"/>
          <p:cNvCxnSpPr/>
          <p:nvPr/>
        </p:nvCxnSpPr>
        <p:spPr>
          <a:xfrm>
            <a:off x="914400" y="364617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rel:event_1_2"/>
          <p:cNvCxnSpPr/>
          <p:nvPr/>
        </p:nvCxnSpPr>
        <p:spPr>
          <a:xfrm>
            <a:off x="914400" y="3646170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l:event_label_2"/>
          <p:cNvSpPr txBox="1"/>
          <p:nvPr/>
        </p:nvSpPr>
        <p:spPr>
          <a:xfrm>
            <a:off x="731520" y="3698748"/>
            <a:ext cx="10698480" cy="28346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6" name="rel:event_2_0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l:event_2_1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el:event_2_2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l:event_label_3"/>
          <p:cNvSpPr txBox="1"/>
          <p:nvPr/>
        </p:nvSpPr>
        <p:spPr>
          <a:xfrm>
            <a:off x="731520" y="4062222"/>
            <a:ext cx="10698480" cy="28346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40" name="rel:event_3_0"/>
          <p:cNvCxnSpPr/>
          <p:nvPr/>
        </p:nvCxnSpPr>
        <p:spPr>
          <a:xfrm>
            <a:off x="914400" y="437311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rel:event_3_1"/>
          <p:cNvCxnSpPr/>
          <p:nvPr/>
        </p:nvCxnSpPr>
        <p:spPr>
          <a:xfrm>
            <a:off x="914400" y="437311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l:event_3_2"/>
          <p:cNvCxnSpPr/>
          <p:nvPr/>
        </p:nvCxnSpPr>
        <p:spPr>
          <a:xfrm>
            <a:off x="914400" y="4373118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l:event_label_4"/>
          <p:cNvSpPr txBox="1"/>
          <p:nvPr/>
        </p:nvSpPr>
        <p:spPr>
          <a:xfrm>
            <a:off x="731520" y="4425696"/>
            <a:ext cx="10698480" cy="28346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44" name="rel:event_4_0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rel:event_4_1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el:event_4_2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l:event_label_5"/>
          <p:cNvSpPr txBox="1"/>
          <p:nvPr/>
        </p:nvSpPr>
        <p:spPr>
          <a:xfrm>
            <a:off x="731520" y="4789170"/>
            <a:ext cx="10698480" cy="28346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48" name="rel:event_5_0"/>
          <p:cNvCxnSpPr/>
          <p:nvPr/>
        </p:nvCxnSpPr>
        <p:spPr>
          <a:xfrm>
            <a:off x="914400" y="510006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rel:event_5_1"/>
          <p:cNvCxnSpPr/>
          <p:nvPr/>
        </p:nvCxnSpPr>
        <p:spPr>
          <a:xfrm>
            <a:off x="914400" y="510006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rel:event_5_2"/>
          <p:cNvCxnSpPr/>
          <p:nvPr/>
        </p:nvCxnSpPr>
        <p:spPr>
          <a:xfrm>
            <a:off x="914400" y="5100066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l:event_label_6"/>
          <p:cNvSpPr txBox="1"/>
          <p:nvPr/>
        </p:nvSpPr>
        <p:spPr>
          <a:xfrm>
            <a:off x="731520" y="5152644"/>
            <a:ext cx="10698480" cy="28346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52" name="rel:event_6_0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rel:event_6_1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l:event_6_2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l:event_label_7"/>
          <p:cNvSpPr txBox="1"/>
          <p:nvPr/>
        </p:nvSpPr>
        <p:spPr>
          <a:xfrm>
            <a:off x="731520" y="5516118"/>
            <a:ext cx="10698480" cy="28346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56" name="rel:event_7_0"/>
          <p:cNvCxnSpPr/>
          <p:nvPr/>
        </p:nvCxnSpPr>
        <p:spPr>
          <a:xfrm>
            <a:off x="914400" y="582701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rel:event_7_1"/>
          <p:cNvCxnSpPr/>
          <p:nvPr/>
        </p:nvCxnSpPr>
        <p:spPr>
          <a:xfrm>
            <a:off x="914400" y="582701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rel:event_7_2"/>
          <p:cNvCxnSpPr/>
          <p:nvPr/>
        </p:nvCxnSpPr>
        <p:spPr>
          <a:xfrm>
            <a:off x="914400" y="5827014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sequence / 5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