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1"/>
          <p:cNvSpPr/>
          <p:nvPr/>
        </p:nvSpPr>
        <p:spPr>
          <a:xfrm>
            <a:off x="566928" y="393192"/>
            <a:ext cx="292608" cy="50292"/>
          </a:xfrm>
          <a:prstGeom prst="rect">
            <a:avLst/>
          </a:prstGeom>
          <a:solidFill>
            <a:srgbClr val="087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eta:header"/>
          <p:cNvSpPr txBox="1"/>
          <p:nvPr/>
        </p:nvSpPr>
        <p:spPr>
          <a:xfrm>
            <a:off x="960120" y="292608"/>
            <a:ext cx="9052560" cy="292608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架空調査｜社内ナレッジ共有</a:t>
            </a:r>
          </a:p>
        </p:txBody>
      </p:sp>
      <p:sp>
        <p:nvSpPr>
          <p:cNvPr id="4" name="meta:page"/>
          <p:cNvSpPr txBox="1"/>
          <p:nvPr/>
        </p:nvSpPr>
        <p:spPr>
          <a:xfrm>
            <a:off x="10972800" y="6391656"/>
            <a:ext cx="621792" cy="274320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meta:footer"/>
          <p:cNvSpPr txBox="1"/>
          <p:nvPr/>
        </p:nvSpPr>
        <p:spPr>
          <a:xfrm>
            <a:off x="603504" y="6419088"/>
            <a:ext cx="9601200" cy="237744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FICTIONAL RESEARCH / EDITORIAL</a:t>
            </a:r>
          </a:p>
        </p:txBody>
      </p:sp>
      <p:sp>
        <p:nvSpPr>
          <p:cNvPr id="6" name="decor:2"/>
          <p:cNvSpPr/>
          <p:nvPr/>
        </p:nvSpPr>
        <p:spPr>
          <a:xfrm>
            <a:off x="603504" y="6263640"/>
            <a:ext cx="10972800" cy="10972"/>
          </a:xfrm>
          <a:prstGeom prst="rect">
            <a:avLst/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ot:title"/>
          <p:cNvSpPr txBox="1"/>
          <p:nvPr/>
        </p:nvSpPr>
        <p:spPr>
          <a:xfrm>
            <a:off x="603504" y="630936"/>
            <a:ext cx="10972800" cy="9875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def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主体と通信の関係を確認する</a:t>
            </a:r>
          </a:p>
        </p:txBody>
      </p:sp>
      <p:sp>
        <p:nvSpPr>
          <p:cNvPr id="8" name="slot:context"/>
          <p:cNvSpPr txBox="1"/>
          <p:nvPr/>
        </p:nvSpPr>
        <p:spPr>
          <a:xfrm>
            <a:off x="621792" y="1691640"/>
            <a:ext cx="10927080" cy="310896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架空の受付・照会システム。矢印と囲みは異なる関係を表す。</a:t>
            </a:r>
          </a:p>
        </p:txBody>
      </p:sp>
      <p:sp>
        <p:nvSpPr>
          <p:cNvPr id="9" name="slot:caveat"/>
          <p:cNvSpPr txBox="1"/>
          <p:nvPr/>
        </p:nvSpPr>
        <p:spPr>
          <a:xfrm>
            <a:off x="621792" y="5934456"/>
            <a:ext cx="10927080" cy="3017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注記：架空の構造例。実在の仕様や安全性を示すものではない。</a:t>
            </a:r>
          </a:p>
        </p:txBody>
      </p:sp>
      <p:sp>
        <p:nvSpPr>
          <p:cNvPr id="10" name="rel:boundary"/>
          <p:cNvSpPr/>
          <p:nvPr/>
        </p:nvSpPr>
        <p:spPr>
          <a:xfrm>
            <a:off x="640080" y="2057400"/>
            <a:ext cx="3017520" cy="3703320"/>
          </a:xfrm>
          <a:prstGeom prst="rect">
            <a:avLst/>
          </a:prstGeom>
          <a:solidFill>
            <a:srgbClr val="E8F3F2"/>
          </a:solidFill>
          <a:ln w="889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l:boundary_label"/>
          <p:cNvSpPr txBox="1"/>
          <p:nvPr/>
        </p:nvSpPr>
        <p:spPr>
          <a:xfrm>
            <a:off x="731520" y="2084831"/>
            <a:ext cx="2834640" cy="283464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内包：管理主体</a:t>
            </a:r>
          </a:p>
        </p:txBody>
      </p:sp>
      <p:sp>
        <p:nvSpPr>
          <p:cNvPr id="12" name="rel:node_0"/>
          <p:cNvSpPr/>
          <p:nvPr/>
        </p:nvSpPr>
        <p:spPr>
          <a:xfrm>
            <a:off x="4690872" y="4187952"/>
            <a:ext cx="2788920" cy="1024128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l:node_label_0"/>
          <p:cNvSpPr txBox="1"/>
          <p:nvPr/>
        </p:nvSpPr>
        <p:spPr>
          <a:xfrm>
            <a:off x="4764024" y="4210812"/>
            <a:ext cx="2642615" cy="978408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4" name="rel:node_1"/>
          <p:cNvSpPr/>
          <p:nvPr/>
        </p:nvSpPr>
        <p:spPr>
          <a:xfrm>
            <a:off x="731520" y="4187952"/>
            <a:ext cx="2788920" cy="1024128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l:node_label_1"/>
          <p:cNvSpPr txBox="1"/>
          <p:nvPr/>
        </p:nvSpPr>
        <p:spPr>
          <a:xfrm>
            <a:off x="804672" y="4210812"/>
            <a:ext cx="2642615" cy="978408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6" name="rel:node_2"/>
          <p:cNvSpPr/>
          <p:nvPr/>
        </p:nvSpPr>
        <p:spPr>
          <a:xfrm>
            <a:off x="8668512" y="4187952"/>
            <a:ext cx="2788920" cy="1024128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l:node_label_2"/>
          <p:cNvSpPr txBox="1"/>
          <p:nvPr/>
        </p:nvSpPr>
        <p:spPr>
          <a:xfrm>
            <a:off x="8741664" y="4210812"/>
            <a:ext cx="2642615" cy="978408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8" name="rel:node_3"/>
          <p:cNvSpPr/>
          <p:nvPr/>
        </p:nvSpPr>
        <p:spPr>
          <a:xfrm>
            <a:off x="4690872" y="2414016"/>
            <a:ext cx="278892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l:node_label_3"/>
          <p:cNvSpPr txBox="1"/>
          <p:nvPr/>
        </p:nvSpPr>
        <p:spPr>
          <a:xfrm>
            <a:off x="4764024" y="2436876"/>
            <a:ext cx="2642615" cy="731519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0" name="rel:edge_0&gt;1"/>
          <p:cNvCxnSpPr/>
          <p:nvPr/>
        </p:nvCxnSpPr>
        <p:spPr>
          <a:xfrm flipH="1">
            <a:off x="3520439" y="4517136"/>
            <a:ext cx="1170433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l:edge_label_0&gt;1"/>
          <p:cNvSpPr txBox="1"/>
          <p:nvPr/>
        </p:nvSpPr>
        <p:spPr>
          <a:xfrm>
            <a:off x="3593591" y="4242816"/>
            <a:ext cx="1024128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2" name="rel:edge_1&gt;0"/>
          <p:cNvCxnSpPr/>
          <p:nvPr/>
        </p:nvCxnSpPr>
        <p:spPr>
          <a:xfrm>
            <a:off x="3520439" y="4882896"/>
            <a:ext cx="1170433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l:edge_label_1&gt;0"/>
          <p:cNvSpPr txBox="1"/>
          <p:nvPr/>
        </p:nvSpPr>
        <p:spPr>
          <a:xfrm>
            <a:off x="3593591" y="4608576"/>
            <a:ext cx="1024128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4" name="rel:edge_0&gt;2"/>
          <p:cNvCxnSpPr/>
          <p:nvPr/>
        </p:nvCxnSpPr>
        <p:spPr>
          <a:xfrm>
            <a:off x="7479792" y="4517136"/>
            <a:ext cx="118872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l:edge_label_0&gt;2"/>
          <p:cNvSpPr txBox="1"/>
          <p:nvPr/>
        </p:nvSpPr>
        <p:spPr>
          <a:xfrm>
            <a:off x="7552944" y="4242816"/>
            <a:ext cx="1042416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6" name="rel:edge_2&gt;0"/>
          <p:cNvCxnSpPr/>
          <p:nvPr/>
        </p:nvCxnSpPr>
        <p:spPr>
          <a:xfrm flipH="1">
            <a:off x="7479792" y="4882896"/>
            <a:ext cx="118872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l:edge_label_2&gt;0"/>
          <p:cNvSpPr txBox="1"/>
          <p:nvPr/>
        </p:nvSpPr>
        <p:spPr>
          <a:xfrm>
            <a:off x="7552944" y="4608576"/>
            <a:ext cx="1042416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8" name="rel:edge_0&gt;3"/>
          <p:cNvCxnSpPr/>
          <p:nvPr/>
        </p:nvCxnSpPr>
        <p:spPr>
          <a:xfrm flipV="1">
            <a:off x="5920740" y="3191256"/>
            <a:ext cx="0" cy="996696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l:edge_label_0&gt;3"/>
          <p:cNvSpPr txBox="1"/>
          <p:nvPr/>
        </p:nvSpPr>
        <p:spPr>
          <a:xfrm>
            <a:off x="4585716" y="3429000"/>
            <a:ext cx="1188720" cy="502920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0" name="rel:edge_3&gt;0"/>
          <p:cNvCxnSpPr/>
          <p:nvPr/>
        </p:nvCxnSpPr>
        <p:spPr>
          <a:xfrm>
            <a:off x="6249923" y="3191256"/>
            <a:ext cx="0" cy="996696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l:edge_label_3&gt;0"/>
          <p:cNvSpPr txBox="1"/>
          <p:nvPr/>
        </p:nvSpPr>
        <p:spPr>
          <a:xfrm>
            <a:off x="6396227" y="3429000"/>
            <a:ext cx="1188720" cy="502920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spoke / 4</dc:title>
  <dc:subject/>
  <dc:creator>slide-layout-agent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