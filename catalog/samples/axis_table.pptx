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"axis_table",</a:t>
            </a:r>
          </a:p>
          <a:p>
            <a:r>
              <a:t>  "variant": "warm",</a:t>
            </a:r>
          </a:p>
          <a:p>
            <a:r>
              <a:t>  "rationale": "Public template fixture; short fictional slot content; no private data.",</a:t>
            </a:r>
          </a:p>
          <a:p>
            <a:r>
              <a:t>  "source_sha256": "1efa5af9093d5462bcff54975a19c9a5425718f977179320547e46de430876fe",</a:t>
            </a:r>
          </a:p>
          <a:p>
            <a:r>
              <a:t>  "evidence": [</a:t>
            </a:r>
          </a:p>
          <a:p>
            <a:r>
              <a:t>    {</a:t>
            </a:r>
          </a:p>
          <a:p>
            <a:r>
              <a:t>      "text": "軸のある表",</a:t>
            </a:r>
          </a:p>
          <a:p>
            <a:r>
              <a:t>      "refs": [</a:t>
            </a:r>
          </a:p>
          <a:p>
            <a:r>
              <a:t>        {</a:t>
            </a:r>
          </a:p>
          <a:p>
            <a:r>
              <a:t>          "source_id": "s001",</a:t>
            </a:r>
          </a:p>
          <a:p>
            <a:r>
              <a:t>          "quote": "軸のある表"</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"項目1（軸）",</a:t>
            </a:r>
          </a:p>
          <a:p>
            <a:r>
              <a:t>      "refs": [</a:t>
            </a:r>
          </a:p>
          <a:p>
            <a:r>
              <a:t>        {</a:t>
            </a:r>
          </a:p>
          <a:p>
            <a:r>
              <a:t>          "source_id": "s001",</a:t>
            </a:r>
          </a:p>
          <a:p>
            <a:r>
              <a:t>          "quote": "項目1（軸）"</a:t>
            </a:r>
          </a:p>
          <a:p>
            <a:r>
              <a:t>        }</a:t>
            </a:r>
          </a:p>
          <a:p>
            <a:r>
              <a:t>      ],</a:t>
            </a:r>
          </a:p>
          <a:p>
            <a:r>
              <a:t>      "mode": "verbatim"</a:t>
            </a:r>
          </a:p>
          <a:p>
            <a:r>
              <a:t>    },</a:t>
            </a:r>
          </a:p>
          <a:p>
            <a:r>
              <a:t>    {</a:t>
            </a:r>
          </a:p>
          <a:p>
            <a:r>
              <a:t>      "text": "項目2",</a:t>
            </a:r>
          </a:p>
          <a:p>
            <a:r>
              <a:t>      "refs": [</a:t>
            </a:r>
          </a:p>
          <a:p>
            <a:r>
              <a:t>        {</a:t>
            </a:r>
          </a:p>
          <a:p>
            <a:r>
              <a:t>          "source_id": "s001",</a:t>
            </a:r>
          </a:p>
          <a:p>
            <a:r>
              <a:t>          "quote": "項目2"</a:t>
            </a:r>
          </a:p>
          <a:p>
            <a:r>
              <a:t>        }</a:t>
            </a:r>
          </a:p>
          <a:p>
            <a:r>
              <a:t>      ],</a:t>
            </a:r>
          </a:p>
          <a:p>
            <a:r>
              <a:t>      "mode": "verbatim"</a:t>
            </a:r>
          </a:p>
          <a:p>
            <a:r>
              <a:t>    },</a:t>
            </a:r>
          </a:p>
          <a:p>
            <a:r>
              <a:t>    {</a:t>
            </a:r>
          </a:p>
          <a:p>
            <a:r>
              <a:t>      "text": "項目3",</a:t>
            </a:r>
          </a:p>
          <a:p>
            <a:r>
              <a:t>      "refs": [</a:t>
            </a:r>
          </a:p>
          <a:p>
            <a:r>
              <a:t>        {</a:t>
            </a:r>
          </a:p>
          <a:p>
            <a:r>
              <a:t>          "source_id": "s001",</a:t>
            </a:r>
          </a:p>
          <a:p>
            <a:r>
              <a:t>          "quote": "項目3"</a:t>
            </a:r>
          </a:p>
          <a:p>
            <a:r>
              <a:t>        }</a:t>
            </a:r>
          </a:p>
          <a:p>
            <a:r>
              <a:t>      ],</a:t>
            </a:r>
          </a:p>
          <a:p>
            <a:r>
              <a:t>      "mode": "verbatim"</a:t>
            </a:r>
          </a:p>
          <a:p>
            <a:r>
              <a:t>    },</a:t>
            </a:r>
          </a:p>
          <a:p>
            <a:r>
              <a:t>    {</a:t>
            </a:r>
          </a:p>
          <a:p>
            <a:r>
              <a:t>      "text": "項目4",</a:t>
            </a:r>
          </a:p>
          <a:p>
            <a:r>
              <a:t>      "refs": [</a:t>
            </a:r>
          </a:p>
          <a:p>
            <a:r>
              <a:t>        {</a:t>
            </a:r>
          </a:p>
          <a:p>
            <a:r>
              <a:t>          "source_id": "s001",</a:t>
            </a:r>
          </a:p>
          <a:p>
            <a:r>
              <a:t>          "quote": "項目4"</a:t>
            </a:r>
          </a:p>
          <a:p>
            <a:r>
              <a:t>        }</a:t>
            </a:r>
          </a:p>
          <a:p>
            <a:r>
              <a:t>      ],</a:t>
            </a:r>
          </a:p>
          <a:p>
            <a:r>
              <a:t>      "mode": "verbatim"</a:t>
            </a:r>
          </a:p>
          <a:p>
            <a:r>
              <a:t>    },</a:t>
            </a:r>
          </a:p>
          <a:p>
            <a:r>
              <a:t>    {</a:t>
            </a:r>
          </a:p>
          <a:p>
            <a:r>
              <a:t>      "text": "項目5",</a:t>
            </a:r>
          </a:p>
          <a:p>
            <a:r>
              <a:t>      "refs": [</a:t>
            </a:r>
          </a:p>
          <a:p>
            <a:r>
              <a:t>        {</a:t>
            </a:r>
          </a:p>
          <a:p>
            <a:r>
              <a:t>          "source_id": "s001",</a:t>
            </a:r>
          </a:p>
          <a:p>
            <a:r>
              <a:t>          "quote": "項目5"</a:t>
            </a:r>
          </a:p>
          <a:p>
            <a:r>
              <a:t>        }</a:t>
            </a:r>
          </a:p>
          <a:p>
            <a:r>
              <a:t>      ],</a:t>
            </a:r>
          </a:p>
          <a:p>
            <a:r>
              <a:t>      "mode": "verbatim"</a:t>
            </a:r>
          </a:p>
          <a:p>
            <a:r>
              <a:t>    },</a:t>
            </a:r>
          </a:p>
          <a:p>
            <a:r>
              <a:t>    {</a:t>
            </a:r>
          </a:p>
          <a:p>
            <a:r>
              <a:t>      "text": "記載例1",</a:t>
            </a:r>
          </a:p>
          <a:p>
            <a:r>
              <a:t>      "refs": [</a:t>
            </a:r>
          </a:p>
          <a:p>
            <a:r>
              <a:t>        {</a:t>
            </a:r>
          </a:p>
          <a:p>
            <a:r>
              <a:t>          "source_id": "s001",</a:t>
            </a:r>
          </a:p>
          <a:p>
            <a:r>
              <a:t>          "quote": "記載例1"</a:t>
            </a:r>
          </a:p>
          <a:p>
            <a:r>
              <a:t>        }</a:t>
            </a:r>
          </a:p>
          <a:p>
            <a:r>
              <a:t>      ],</a:t>
            </a:r>
          </a:p>
          <a:p>
            <a:r>
              <a:t>      "mode": "verbatim"</a:t>
            </a:r>
          </a:p>
          <a:p>
            <a:r>
              <a:t>    },</a:t>
            </a:r>
          </a:p>
          <a:p>
            <a:r>
              <a:t>    {</a:t>
            </a:r>
          </a:p>
          <a:p>
            <a:r>
              <a:t>      "text": "項目6",</a:t>
            </a:r>
          </a:p>
          <a:p>
            <a:r>
              <a:t>      "refs": [</a:t>
            </a:r>
          </a:p>
          <a:p>
            <a:r>
              <a:t>        {</a:t>
            </a:r>
          </a:p>
          <a:p>
            <a:r>
              <a:t>          "source_id": "s001",</a:t>
            </a:r>
          </a:p>
          <a:p>
            <a:r>
              <a:t>          "quote": "項目6"</a:t>
            </a:r>
          </a:p>
          <a:p>
            <a:r>
              <a:t>        }</a:t>
            </a:r>
          </a:p>
          <a:p>
            <a:r>
              <a:t>      ],</a:t>
            </a:r>
          </a:p>
          <a:p>
            <a:r>
              <a:t>      "mode": "verbatim"</a:t>
            </a:r>
          </a:p>
          <a:p>
            <a:r>
              <a:t>    },</a:t>
            </a:r>
          </a:p>
          <a:p>
            <a:r>
              <a:t>    {</a:t>
            </a:r>
          </a:p>
          <a:p>
            <a:r>
              <a:t>      "text": "記載例1\n記載例2",</a:t>
            </a:r>
          </a:p>
          <a:p>
            <a:r>
              <a:t>      "refs": [</a:t>
            </a:r>
          </a:p>
          <a:p>
            <a:r>
              <a:t>        {</a:t>
            </a:r>
          </a:p>
          <a:p>
            <a:r>
              <a:t>          "source_id": "s001",</a:t>
            </a:r>
          </a:p>
          <a:p>
            <a:r>
              <a:t>          "quote": "記載例1\n記載例2"</a:t>
            </a:r>
          </a:p>
          <a:p>
            <a:r>
              <a:t>        }</a:t>
            </a:r>
          </a:p>
          <a:p>
            <a:r>
              <a:t>      ],</a:t>
            </a:r>
          </a:p>
          <a:p>
            <a:r>
              <a:t>      "mode": "verbatim"</a:t>
            </a:r>
          </a:p>
          <a:p>
            <a:r>
              <a:t>    },</a:t>
            </a:r>
          </a:p>
          <a:p>
            <a:r>
              <a:t>    {</a:t>
            </a:r>
          </a:p>
          <a:p>
            <a:r>
              <a:t>      "text": "項目8",</a:t>
            </a:r>
          </a:p>
          <a:p>
            <a:r>
              <a:t>      "refs": [</a:t>
            </a:r>
          </a:p>
          <a:p>
            <a:r>
              <a:t>        {</a:t>
            </a:r>
          </a:p>
          <a:p>
            <a:r>
              <a:t>          "source_id": "s001",</a:t>
            </a:r>
          </a:p>
          <a:p>
            <a:r>
              <a:t>          "quote": "項目8"</a:t>
            </a:r>
          </a:p>
          <a:p>
            <a:r>
              <a:t>        }</a:t>
            </a:r>
          </a:p>
          <a:p>
            <a:r>
              <a:t>      ],</a:t>
            </a:r>
          </a:p>
          <a:p>
            <a:r>
              <a:t>      "mode": "verbatim"</a:t>
            </a:r>
          </a:p>
          <a:p>
            <a:r>
              <a:t>    },</a:t>
            </a:r>
          </a:p>
          <a:p>
            <a:r>
              <a:t>    {</a:t>
            </a:r>
          </a:p>
          <a:p>
            <a:r>
              <a:t>      "text": "記載例2",</a:t>
            </a:r>
          </a:p>
          <a:p>
            <a:r>
              <a:t>      "refs": [</a:t>
            </a:r>
          </a:p>
          <a:p>
            <a:r>
              <a:t>        {</a:t>
            </a:r>
          </a:p>
          <a:p>
            <a:r>
              <a:t>          "source_id": "s001",</a:t>
            </a:r>
          </a:p>
          <a:p>
            <a:r>
              <a:t>          "quote": "記載例2"</a:t>
            </a:r>
          </a:p>
          <a:p>
            <a:r>
              <a:t>        }</a:t>
            </a:r>
          </a:p>
          <a:p>
            <a:r>
              <a:t>      ],</a:t>
            </a:r>
          </a:p>
          <a:p>
            <a:r>
              <a:t>      "mode": "verbatim"</a:t>
            </a:r>
          </a:p>
          <a:p>
            <a:r>
              <a:t>    },</a:t>
            </a:r>
          </a:p>
          <a:p>
            <a:r>
              <a:t>    {</a:t>
            </a:r>
          </a:p>
          <a:p>
            <a:r>
              <a:t>      "text": "項目9",</a:t>
            </a:r>
          </a:p>
          <a:p>
            <a:r>
              <a:t>      "refs": [</a:t>
            </a:r>
          </a:p>
          <a:p>
            <a:r>
              <a:t>        {</a:t>
            </a:r>
          </a:p>
          <a:p>
            <a:r>
              <a:t>          "source_id": "s001",</a:t>
            </a:r>
          </a:p>
          <a:p>
            <a:r>
              <a:t>          "quote": "項目9"</a:t>
            </a:r>
          </a:p>
          <a:p>
            <a:r>
              <a:t>        }</a:t>
            </a:r>
          </a:p>
          <a:p>
            <a:r>
              <a:t>      ],</a:t>
            </a:r>
          </a:p>
          <a:p>
            <a:r>
              <a:t>      "mode": "verbatim"</a:t>
            </a:r>
          </a:p>
          <a:p>
            <a:r>
              <a:t>    },</a:t>
            </a:r>
          </a:p>
          <a:p>
            <a:r>
              <a:t>    {</a:t>
            </a:r>
          </a:p>
          <a:p>
            <a:r>
              <a:t>      "text": "記載例3\n記載例4",</a:t>
            </a:r>
          </a:p>
          <a:p>
            <a:r>
              <a:t>      "refs": [</a:t>
            </a:r>
          </a:p>
          <a:p>
            <a:r>
              <a:t>        {</a:t>
            </a:r>
          </a:p>
          <a:p>
            <a:r>
              <a:t>          "source_id": "s001",</a:t>
            </a:r>
          </a:p>
          <a:p>
            <a:r>
              <a:t>          "quote": "記載例3\n記載例4"</a:t>
            </a:r>
          </a:p>
          <a:p>
            <a:r>
              <a:t>        }</a:t>
            </a:r>
          </a:p>
          <a:p>
            <a:r>
              <a:t>      ],</a:t>
            </a:r>
          </a:p>
          <a:p>
            <a:r>
              <a:t>      "mode": "verbatim"</a:t>
            </a:r>
          </a:p>
          <a:p>
            <a:r>
              <a:t>    },</a:t>
            </a:r>
          </a:p>
          <a:p>
            <a:r>
              <a:t>    {</a:t>
            </a:r>
          </a:p>
          <a:p>
            <a:r>
              <a:t>      "text": "項目11",</a:t>
            </a:r>
          </a:p>
          <a:p>
            <a:r>
              <a:t>      "refs": [</a:t>
            </a:r>
          </a:p>
          <a:p>
            <a:r>
              <a:t>        {</a:t>
            </a:r>
          </a:p>
          <a:p>
            <a:r>
              <a:t>          "source_id": "s001",</a:t>
            </a:r>
          </a:p>
          <a:p>
            <a:r>
              <a:t>          "quote": "項目11"</a:t>
            </a:r>
          </a:p>
          <a:p>
            <a:r>
              <a:t>        }</a:t>
            </a:r>
          </a:p>
          <a:p>
            <a:r>
              <a:t>      ],</a:t>
            </a:r>
          </a:p>
          <a:p>
            <a:r>
              <a:t>      "mode": "verbatim"</a:t>
            </a:r>
          </a:p>
          <a:p>
            <a:r>
              <a:t>    },</a:t>
            </a:r>
          </a:p>
          <a:p>
            <a:r>
              <a:t>    {</a:t>
            </a:r>
          </a:p>
          <a:p>
            <a:r>
              <a:t>      "text": "記載例3",</a:t>
            </a:r>
          </a:p>
          <a:p>
            <a:r>
              <a:t>      "refs": [</a:t>
            </a:r>
          </a:p>
          <a:p>
            <a:r>
              <a:t>        {</a:t>
            </a:r>
          </a:p>
          <a:p>
            <a:r>
              <a:t>          "source_id": "s001",</a:t>
            </a:r>
          </a:p>
          <a:p>
            <a:r>
              <a:t>          "quote": "記載例3"</a:t>
            </a:r>
          </a:p>
          <a:p>
            <a:r>
              <a:t>        }</a:t>
            </a:r>
          </a:p>
          <a:p>
            <a:r>
              <a:t>      ],</a:t>
            </a:r>
          </a:p>
          <a:p>
            <a:r>
              <a:t>      "mode": "verbatim"</a:t>
            </a:r>
          </a:p>
          <a:p>
            <a:r>
              <a:t>    },</a:t>
            </a:r>
          </a:p>
          <a:p>
            <a:r>
              <a:t>    {</a:t>
            </a:r>
          </a:p>
          <a:p>
            <a:r>
              <a:t>      "text": "項目12",</a:t>
            </a:r>
          </a:p>
          <a:p>
            <a:r>
              <a:t>      "refs": [</a:t>
            </a:r>
          </a:p>
          <a:p>
            <a:r>
              <a:t>        {</a:t>
            </a:r>
          </a:p>
          <a:p>
            <a:r>
              <a:t>          "source_id": "s001",</a:t>
            </a:r>
          </a:p>
          <a:p>
            <a:r>
              <a:t>          "quote": "項目12"</a:t>
            </a:r>
          </a:p>
          <a:p>
            <a:r>
              <a:t>        }</a:t>
            </a:r>
          </a:p>
          <a:p>
            <a:r>
              <a:t>      ],</a:t>
            </a:r>
          </a:p>
          <a:p>
            <a:r>
              <a:t>      "mode": "verbatim"</a:t>
            </a:r>
          </a:p>
          <a:p>
            <a:r>
              <a:t>    },</a:t>
            </a:r>
          </a:p>
          <a:p>
            <a:r>
              <a:t>    {</a:t>
            </a:r>
          </a:p>
          <a:p>
            <a:r>
              <a:t>      "text": "記載例5\n記載例6",</a:t>
            </a:r>
          </a:p>
          <a:p>
            <a:r>
              <a:t>      "refs": [</a:t>
            </a:r>
          </a:p>
          <a:p>
            <a:r>
              <a:t>        {</a:t>
            </a:r>
          </a:p>
          <a:p>
            <a:r>
              <a:t>          "source_id": "s001",</a:t>
            </a:r>
          </a:p>
          <a:p>
            <a:r>
              <a:t>          "quote": "記載例5\n記載例6"</a:t>
            </a:r>
          </a:p>
          <a:p>
            <a:r>
              <a:t>        }</a:t>
            </a:r>
          </a:p>
          <a:p>
            <a:r>
              <a:t>      ],</a:t>
            </a:r>
          </a:p>
          <a:p>
            <a:r>
              <a:t>      "mode": "verbatim"</a:t>
            </a:r>
          </a:p>
          <a:p>
            <a:r>
              <a:t>    }</a:t>
            </a:r>
          </a:p>
          <a:p>
            <a:r>
              <a:t>  ],</a:t>
            </a:r>
          </a:p>
          <a:p>
            <a:r>
              <a:t>  "citations": {</a:t>
            </a:r>
          </a:p>
          <a:p>
            <a:r>
              <a:t>    "s001": "Public MIT sample: templates/freeform_parts_16x9.html section 9"</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"74ac8662cd47da15ca499c58c8a2c469475e79e82c763db93a8087ad5b481bb2"</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b09</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軸のある表</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graphicFrame>
        <p:nvGraphicFramePr>
          <p:cNvPr id="35" name="shape:035"/>
          <p:cNvGraphicFramePr>
            <a:graphicFrameLocks noGrp="1"/>
          </p:cNvGraphicFramePr>
          <p:nvPr>
            <p:extLst>
              <p:ext uri="{D42A27DB-BD31-4B8C-83A1-F6EECF244321}">
                <p14:modId xmlns:p14="http://schemas.microsoft.com/office/powerpoint/2010/main" val="1579011935"/>
              </p:ext>
            </p:extLst>
          </p:nvPr>
        </p:nvGraphicFramePr>
        <p:xfrm>
          <a:off x="576072" y="1572768"/>
          <a:ext cx="11039551" cy="914400"/>
        </p:xfrm>
        <a:graphic>
          <a:graphicData uri="http://schemas.openxmlformats.org/drawingml/2006/table">
            <a:tbl>
              <a:tblPr/>
              <a:tblGrid>
                <a:gridCol w="1876002"/>
                <a:gridCol w="3824158"/>
                <a:gridCol w="2525388"/>
                <a:gridCol w="2814003"/>
              </a:tblGrid>
              <a:tr h="365760">
                <a:tc>
                  <a:txBody>
                    <a:bodyPr/>
                    <a:lstStyle/>
                    <a:p>
                      <a:pPr algn="l" indent="0" marL="0">
                        <a:buNone/>
                      </a:pPr>
                      <a:r>
                        <a:rPr lang="en-US" sz="1150" b="1" dirty="0">
                          <a:solidFill>
                            <a:srgbClr val="322014"/>
                          </a:solidFill>
                          <a:latin typeface="Yu Gothic" pitchFamily="34" charset="0"/>
                          <a:ea typeface="Yu Gothic" pitchFamily="34" charset="-122"/>
                          <a:cs typeface="Yu Gothic" pitchFamily="34" charset="-120"/>
                        </a:rPr>
                        <a:t>項目1（軸）</a:t>
                      </a:r>
                      <a:endParaRPr lang="en-US" sz="1150" dirty="0">
                        <a:latin typeface="Yu Gothic" charset="0"/>
                        <a:ea typeface="Yu Gothic" charset="0"/>
                        <a:cs typeface="Yu Gothic" charset="0"/>
                      </a:endParaRPr>
                    </a:p>
                  </a:txBody>
                  <a:tcPr marL="54864" marR="54864" marT="18288" marB="54864" anchor="b">
                    <a:lnL w="0" cap="flat" cmpd="sng" algn="ctr">
                      <a:noFill/>
                    </a:lnL>
                    <a:lnR w="17780" cap="flat" cmpd="sng" algn="ctr">
                      <a:solidFill>
                        <a:srgbClr val="322014"/>
                      </a:solidFill>
                      <a:prstDash val="solid"/>
                      <a:round/>
                      <a:headEnd type="none" w="med" len="med"/>
                      <a:tailEnd type="none" w="med" len="med"/>
                    </a:lnR>
                    <a:lnT w="0" cap="flat" cmpd="sng" algn="ctr">
                      <a:noFill/>
                    </a:lnT>
                    <a:lnB w="17780" cap="flat" cmpd="sng" algn="ctr">
                      <a:solidFill>
                        <a:srgbClr val="322014"/>
                      </a:solidFill>
                      <a:prstDash val="solid"/>
                      <a:round/>
                      <a:headEnd type="none" w="med" len="med"/>
                      <a:tailEnd type="none" w="med" len="med"/>
                    </a:lnB>
                  </a:tcPr>
                </a:tc>
                <a:tc>
                  <a:txBody>
                    <a:bodyPr/>
                    <a:lstStyle/>
                    <a:p>
                      <a:pPr algn="l" indent="0" marL="0">
                        <a:buNone/>
                      </a:pPr>
                      <a:r>
                        <a:rPr lang="en-US" sz="1150" b="1" dirty="0">
                          <a:solidFill>
                            <a:srgbClr val="322014"/>
                          </a:solidFill>
                          <a:latin typeface="Yu Gothic" pitchFamily="34" charset="0"/>
                          <a:ea typeface="Yu Gothic" pitchFamily="34" charset="-122"/>
                          <a:cs typeface="Yu Gothic" pitchFamily="34" charset="-120"/>
                        </a:rPr>
                        <a:t>項目2</a:t>
                      </a:r>
                      <a:endParaRPr lang="en-US" sz="11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322014"/>
                      </a:solidFill>
                      <a:prstDash val="solid"/>
                      <a:round/>
                      <a:headEnd type="none" w="med" len="med"/>
                      <a:tailEnd type="none" w="med" len="med"/>
                    </a:lnB>
                  </a:tcPr>
                </a:tc>
                <a:tc>
                  <a:txBody>
                    <a:bodyPr/>
                    <a:lstStyle/>
                    <a:p>
                      <a:pPr algn="l" indent="0" marL="0">
                        <a:buNone/>
                      </a:pPr>
                      <a:r>
                        <a:rPr lang="en-US" sz="1150" b="1" dirty="0">
                          <a:solidFill>
                            <a:srgbClr val="322014"/>
                          </a:solidFill>
                          <a:latin typeface="Yu Gothic" pitchFamily="34" charset="0"/>
                          <a:ea typeface="Yu Gothic" pitchFamily="34" charset="-122"/>
                          <a:cs typeface="Yu Gothic" pitchFamily="34" charset="-120"/>
                        </a:rPr>
                        <a:t>項目3</a:t>
                      </a:r>
                      <a:endParaRPr lang="en-US" sz="11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322014"/>
                      </a:solidFill>
                      <a:prstDash val="solid"/>
                      <a:round/>
                      <a:headEnd type="none" w="med" len="med"/>
                      <a:tailEnd type="none" w="med" len="med"/>
                    </a:lnB>
                  </a:tcPr>
                </a:tc>
                <a:tc>
                  <a:txBody>
                    <a:bodyPr/>
                    <a:lstStyle/>
                    <a:p>
                      <a:pPr algn="l" indent="0" marL="0">
                        <a:buNone/>
                      </a:pPr>
                      <a:r>
                        <a:rPr lang="en-US" sz="1150" b="1" dirty="0">
                          <a:solidFill>
                            <a:srgbClr val="322014"/>
                          </a:solidFill>
                          <a:latin typeface="Yu Gothic" pitchFamily="34" charset="0"/>
                          <a:ea typeface="Yu Gothic" pitchFamily="34" charset="-122"/>
                          <a:cs typeface="Yu Gothic" pitchFamily="34" charset="-120"/>
                        </a:rPr>
                        <a:t>項目4</a:t>
                      </a:r>
                      <a:endParaRPr lang="en-US" sz="11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322014"/>
                      </a:solidFill>
                      <a:prstDash val="solid"/>
                      <a:round/>
                      <a:headEnd type="none" w="med" len="med"/>
                      <a:tailEnd type="none" w="med" len="med"/>
                    </a:lnB>
                  </a:tcPr>
                </a:tc>
              </a:tr>
              <a:tr h="1411224">
                <a:tc>
                  <a:txBody>
                    <a:bodyPr/>
                    <a:lstStyle/>
                    <a:p>
                      <a:pPr algn="l" indent="0" marL="0">
                        <a:buNone/>
                      </a:pPr>
                      <a:r>
                        <a:rPr lang="en-US" sz="1000" b="1" dirty="0">
                          <a:solidFill>
                            <a:srgbClr val="5A3921"/>
                          </a:solidFill>
                          <a:latin typeface="Yu Mincho Demibold" pitchFamily="34" charset="0"/>
                          <a:ea typeface="Yu Mincho Demibold" pitchFamily="34" charset="-122"/>
                          <a:cs typeface="Yu Mincho Demibold" pitchFamily="34" charset="-120"/>
                        </a:rPr>
                        <a:t>項目5</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記載例1</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項目6</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記載例1</a:t>
                      </a:r>
                      <a:endParaRPr lang="en-US" sz="1000" dirty="0">
                        <a:latin typeface="Yu Gothic" charset="0"/>
                        <a:ea typeface="Yu Gothic" charset="0"/>
                        <a:cs typeface="Yu Gothic" charset="0"/>
                      </a:endParaRPr>
                    </a:p>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記載例2</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1411224">
                <a:tc>
                  <a:txBody>
                    <a:bodyPr/>
                    <a:lstStyle/>
                    <a:p>
                      <a:pPr algn="l" indent="0" marL="0">
                        <a:buNone/>
                      </a:pPr>
                      <a:r>
                        <a:rPr lang="en-US" sz="1000" b="1" dirty="0">
                          <a:solidFill>
                            <a:srgbClr val="5A3921"/>
                          </a:solidFill>
                          <a:latin typeface="Yu Mincho Demibold" pitchFamily="34" charset="0"/>
                          <a:ea typeface="Yu Mincho Demibold" pitchFamily="34" charset="-122"/>
                          <a:cs typeface="Yu Mincho Demibold" pitchFamily="34" charset="-120"/>
                        </a:rPr>
                        <a:t>項目8</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記載例2</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項目9</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記載例3</a:t>
                      </a:r>
                      <a:endParaRPr lang="en-US" sz="1000" dirty="0">
                        <a:latin typeface="Yu Gothic" charset="0"/>
                        <a:ea typeface="Yu Gothic" charset="0"/>
                        <a:cs typeface="Yu Gothic" charset="0"/>
                      </a:endParaRPr>
                    </a:p>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記載例4</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1411224">
                <a:tc>
                  <a:txBody>
                    <a:bodyPr/>
                    <a:lstStyle/>
                    <a:p>
                      <a:pPr algn="l" indent="0" marL="0">
                        <a:buNone/>
                      </a:pPr>
                      <a:r>
                        <a:rPr lang="en-US" sz="1000" b="1" dirty="0">
                          <a:solidFill>
                            <a:srgbClr val="5A3921"/>
                          </a:solidFill>
                          <a:latin typeface="Yu Mincho Demibold" pitchFamily="34" charset="0"/>
                          <a:ea typeface="Yu Mincho Demibold" pitchFamily="34" charset="-122"/>
                          <a:cs typeface="Yu Mincho Demibold" pitchFamily="34" charset="-120"/>
                        </a:rPr>
                        <a:t>項目11</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0" cap="flat" cmpd="sng" algn="ctr">
                      <a:noFill/>
                    </a:lnB>
                  </a:tcPr>
                </a:tc>
                <a:tc>
                  <a:txBody>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記載例3</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項目12</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記載例5</a:t>
                      </a:r>
                      <a:endParaRPr lang="en-US" sz="1000" dirty="0">
                        <a:latin typeface="Yu Gothic" charset="0"/>
                        <a:ea typeface="Yu Gothic" charset="0"/>
                        <a:cs typeface="Yu Gothic" charset="0"/>
                      </a:endParaRPr>
                    </a:p>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記載例6</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36"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