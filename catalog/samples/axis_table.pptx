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"axis_table",</a:t>
            </a:r>
          </a:p>
          <a:p>
            <a:r>
              <a:t>  "variant": "warm",</a:t>
            </a:r>
          </a:p>
          <a:p>
            <a:r>
              <a:t>  "rationale": "Public template fixture; short fictional slot content; no private data.",</a:t>
            </a:r>
          </a:p>
          <a:p>
            <a:r>
              <a:t>  "source_sha256": "1efa5af9093d5462bcff54975a19c9a5425718f977179320547e46de430876fe",</a:t>
            </a:r>
          </a:p>
          <a:p>
            <a:r>
              <a:t>  "evidence": [</a:t>
            </a:r>
          </a:p>
          <a:p>
            <a:r>
              <a:t>    {</a:t>
            </a:r>
          </a:p>
          <a:p>
            <a:r>
              <a:t>      "text": "軸のある表",</a:t>
            </a:r>
          </a:p>
          <a:p>
            <a:r>
              <a:t>      "refs": [</a:t>
            </a:r>
          </a:p>
          <a:p>
            <a:r>
              <a:t>        {</a:t>
            </a:r>
          </a:p>
          <a:p>
            <a:r>
              <a:t>          "source_id": "s001",</a:t>
            </a:r>
          </a:p>
          <a:p>
            <a:r>
              <a:t>          "quote": "軸のある表"</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"項目1（軸）",</a:t>
            </a:r>
          </a:p>
          <a:p>
            <a:r>
              <a:t>      "refs": [</a:t>
            </a:r>
          </a:p>
          <a:p>
            <a:r>
              <a:t>        {</a:t>
            </a:r>
          </a:p>
          <a:p>
            <a:r>
              <a:t>          "source_id": "s001",</a:t>
            </a:r>
          </a:p>
          <a:p>
            <a:r>
              <a:t>          "quote": "項目1（軸）"</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"項目8",</a:t>
            </a:r>
          </a:p>
          <a:p>
            <a:r>
              <a:t>      "refs": [</a:t>
            </a:r>
          </a:p>
          <a:p>
            <a:r>
              <a:t>        {</a:t>
            </a:r>
          </a:p>
          <a:p>
            <a:r>
              <a:t>          "source_id": "s001",</a:t>
            </a:r>
          </a:p>
          <a:p>
            <a:r>
              <a:t>          "quote": "項目8"</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"項目9",</a:t>
            </a:r>
          </a:p>
          <a:p>
            <a:r>
              <a:t>      "refs": [</a:t>
            </a:r>
          </a:p>
          <a:p>
            <a:r>
              <a:t>        {</a:t>
            </a:r>
          </a:p>
          <a:p>
            <a:r>
              <a:t>          "source_id": "s001",</a:t>
            </a:r>
          </a:p>
          <a:p>
            <a:r>
              <a:t>          "quote": "項目9"</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"項目11",</a:t>
            </a:r>
          </a:p>
          <a:p>
            <a:r>
              <a:t>      "refs": [</a:t>
            </a:r>
          </a:p>
          <a:p>
            <a:r>
              <a:t>        {</a:t>
            </a:r>
          </a:p>
          <a:p>
            <a:r>
              <a:t>          "source_id": "s001",</a:t>
            </a:r>
          </a:p>
          <a:p>
            <a:r>
              <a:t>          "quote": "項目11"</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"項目12",</a:t>
            </a:r>
          </a:p>
          <a:p>
            <a:r>
              <a:t>      "refs": [</a:t>
            </a:r>
          </a:p>
          <a:p>
            <a:r>
              <a:t>        {</a:t>
            </a:r>
          </a:p>
          <a:p>
            <a:r>
              <a:t>          "source_id": "s001",</a:t>
            </a:r>
          </a:p>
          <a:p>
            <a:r>
              <a:t>          "quote": "項目12"</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"citations": {</a:t>
            </a:r>
          </a:p>
          <a:p>
            <a:r>
              <a:t>    "s001": "Public MIT sample: templates/freeform_parts_16x9.html section 9"</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"284afd08da7f31ec50348a2e4870870feba7911fb48f0c304d3da1c36c0e84fa"</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b09</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軸のある表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graphicFrame>
        <p:nvGraphicFramePr>
          <p:cNvPr id="35" name="shape:035"/>
          <p:cNvGraphicFramePr>
            <a:graphicFrameLocks noGrp="1"/>
          </p:cNvGraphicFramePr>
          <p:nvPr>
            <p:extLst>
              <p:ext uri="{D42A27DB-BD31-4B8C-83A1-F6EECF244321}">
                <p14:modId xmlns:p14="http://schemas.microsoft.com/office/powerpoint/2010/main" val="1579011935"/>
              </p:ext>
            </p:extLst>
          </p:nvPr>
        </p:nvGraphicFramePr>
        <p:xfrm>
          <a:off x="576072" y="1572768"/>
          <a:ext cx="11039551" cy="914400"/>
        </p:xfrm>
        <a:graphic>
          <a:graphicData uri="http://schemas.openxmlformats.org/drawingml/2006/table">
            <a:tbl>
              <a:tblPr/>
              <a:tblGrid>
                <a:gridCol w="1876002"/>
                <a:gridCol w="3824158"/>
                <a:gridCol w="2525388"/>
                <a:gridCol w="2814003"/>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項目1（軸）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項目2</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項目3</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項目4</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項目9</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項目11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記載例3</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項目12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記載例6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