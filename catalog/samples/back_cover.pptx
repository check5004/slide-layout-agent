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"back_cover",</a:t>
            </a:r>
          </a:p>
          <a:p>
            <a:r>
              <a:t>  "variant": "warm",</a:t>
            </a:r>
          </a:p>
          <a:p>
            <a:r>
              <a:t>  "rationale": "Public template fixture; short fictional slot content; no private data.",</a:t>
            </a:r>
          </a:p>
          <a:p>
            <a:r>
              <a:t>  "source_sha256": "f341f459dfcb4ad9e7d58cae99977891503b344386b48db5c52c454ad6e80c7d",</a:t>
            </a:r>
          </a:p>
          <a:p>
            <a:r>
              <a:t>  "evidence": [</a:t>
            </a:r>
          </a:p>
          <a:p>
            <a:r>
              <a:t>    {</a:t>
            </a:r>
          </a:p>
          <a:p>
            <a:r>
              <a:t>      "text": "会社名",</a:t>
            </a:r>
          </a:p>
          <a:p>
            <a:r>
              <a:t>      "refs": [</a:t>
            </a:r>
          </a:p>
          <a:p>
            <a:r>
              <a:t>        {</a:t>
            </a:r>
          </a:p>
          <a:p>
            <a:r>
              <a:t>          "source_id": "s001",</a:t>
            </a:r>
          </a:p>
          <a:p>
            <a:r>
              <a:t>          "quote": "会社名"</a:t>
            </a:r>
          </a:p>
          <a:p>
            <a:r>
              <a:t>        }</a:t>
            </a:r>
          </a:p>
          <a:p>
            <a:r>
              <a:t>      ],</a:t>
            </a:r>
          </a:p>
          <a:p>
            <a:r>
              <a:t>      "mode": "verbatim"</a:t>
            </a:r>
          </a:p>
          <a:p>
            <a:r>
              <a:t>    },</a:t>
            </a:r>
          </a:p>
          <a:p>
            <a:r>
              <a:t>    {</a:t>
            </a:r>
          </a:p>
          <a:p>
            <a:r>
              <a:t>      "text": "連絡先",</a:t>
            </a:r>
          </a:p>
          <a:p>
            <a:r>
              <a:t>      "refs": [</a:t>
            </a:r>
          </a:p>
          <a:p>
            <a:r>
              <a:t>        {</a:t>
            </a:r>
          </a:p>
          <a:p>
            <a:r>
              <a:t>          "source_id": "s001",</a:t>
            </a:r>
          </a:p>
          <a:p>
            <a:r>
              <a:t>          "quote": "連絡先"</a:t>
            </a:r>
          </a:p>
          <a:p>
            <a:r>
              <a:t>        }</a:t>
            </a:r>
          </a:p>
          <a:p>
            <a:r>
              <a:t>      ],</a:t>
            </a:r>
          </a:p>
          <a:p>
            <a:r>
              <a:t>      "mode": "verbatim"</a:t>
            </a:r>
          </a:p>
          <a:p>
            <a:r>
              <a:t>    }</a:t>
            </a:r>
          </a:p>
          <a:p>
            <a:r>
              <a:t>  ],</a:t>
            </a:r>
          </a:p>
          <a:p>
            <a:r>
              <a:t>  "citations": {</a:t>
            </a:r>
          </a:p>
          <a:p>
            <a:r>
              <a:t>    "s001": "Public MIT sample: templates/freeform_parts_16x9.html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"e8d66eaf396ab0f01ed1ce7483261cef10ac49cb1b6eefc797c6ddc187424718"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3013200"/>
            <a:ext cx="7920000" cy="360000"/>
          </a:xfrm>
          <a:prstGeom prst="rect">
            <a:avLst/>
          </a:prstGeom>
          <a:noFill/>
          <a:ln/>
        </p:spPr>
        <p:txBody>
          <a:bodyPr wrap="square" lIns="0" tIns="0" rIns="0" bIns="0" rtlCol="0" anchor="t">
            <a:noAutofit/>
          </a:bodyPr>
          <a:lstStyle/>
          <a:p>
            <a:pPr algn="l" indent="0" marL="0">
              <a:buNone/>
            </a:pPr>
            <a:r>
              <a:rPr lang="en-US" sz="2200" b="1" dirty="0">
                <a:solidFill>
                  <a:srgbClr val="322014"/>
                </a:solidFill>
                <a:latin typeface="Yu Mincho Demibold" pitchFamily="34" charset="0"/>
                <a:ea typeface="Yu Mincho Demibold" pitchFamily="34" charset="-122"/>
                <a:cs typeface="Yu Mincho Demibold" pitchFamily="34" charset="-120"/>
              </a:rPr>
              <a:t>会社名</a:t>
            </a:r>
            <a:endParaRPr lang="en-US" sz="2200" dirty="0"/>
          </a:p>
        </p:txBody>
      </p:sp>
      <p:sp>
        <p:nvSpPr>
          <p:cNvPr id="6" name="shape:006"/>
          <p:cNvSpPr/>
          <p:nvPr/>
        </p:nvSpPr>
        <p:spPr>
          <a:xfrm>
            <a:off x="576072" y="3481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連絡先</a:t>
            </a:r>
            <a:endParaRPr lang="en-US" sz="15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