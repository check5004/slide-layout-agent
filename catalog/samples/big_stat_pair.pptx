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"big_stat_pair",</a:t>
            </a:r>
          </a:p>
          <a:p>
            <a:r>
              <a:t>  "variant": "warm",</a:t>
            </a:r>
          </a:p>
          <a:p>
            <a:r>
              <a:t>  "rationale": "Public template fixture; short fictional slot content; no private data.",</a:t>
            </a:r>
          </a:p>
          <a:p>
            <a:r>
              <a:t>  "source_sha256": "84299a1a483b21752fc7ccb786eaf24201c4ecc510646eb8f3796785fea4b5ca",</a:t>
            </a:r>
          </a:p>
          <a:p>
            <a:r>
              <a:t>  "evidence": [</a:t>
            </a:r>
          </a:p>
          <a:p>
            <a:r>
              <a:t>    {</a:t>
            </a:r>
          </a:p>
          <a:p>
            <a:r>
              <a:t>      "text": "大型数値の対比",</a:t>
            </a:r>
          </a:p>
          <a:p>
            <a:r>
              <a:t>      "refs": [</a:t>
            </a:r>
          </a:p>
          <a:p>
            <a:r>
              <a:t>        {</a:t>
            </a:r>
          </a:p>
          <a:p>
            <a:r>
              <a:t>          "source_id": "s001",</a:t>
            </a:r>
          </a:p>
          <a:p>
            <a:r>
              <a:t>          "quote": "大型数値の対比"</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"指標名、単位、2026〜2026年",</a:t>
            </a:r>
          </a:p>
          <a:p>
            <a:r>
              <a:t>      "refs": [</a:t>
            </a:r>
          </a:p>
          <a:p>
            <a:r>
              <a:t>        {</a:t>
            </a:r>
          </a:p>
          <a:p>
            <a:r>
              <a:t>          "source_id": "s001",</a:t>
            </a:r>
          </a:p>
          <a:p>
            <a:r>
              <a:t>          "quote": "指標名、単位、2026〜2026年"</a:t>
            </a:r>
          </a:p>
          <a:p>
            <a:r>
              <a:t>        }</a:t>
            </a:r>
          </a:p>
          <a:p>
            <a:r>
              <a:t>      ],</a:t>
            </a:r>
          </a:p>
          <a:p>
            <a:r>
              <a:t>      "mode": "verbatim"</a:t>
            </a:r>
          </a:p>
          <a:p>
            <a:r>
              <a:t>    },</a:t>
            </a:r>
          </a:p>
          <a:p>
            <a:r>
              <a:t>    {</a:t>
            </a:r>
          </a:p>
          <a:p>
            <a:r>
              <a:t>      "text": "18%",</a:t>
            </a:r>
          </a:p>
          <a:p>
            <a:r>
              <a:t>      "refs": [</a:t>
            </a:r>
          </a:p>
          <a:p>
            <a:r>
              <a:t>        {</a:t>
            </a:r>
          </a:p>
          <a:p>
            <a:r>
              <a:t>          "source_id": "s001",</a:t>
            </a:r>
          </a:p>
          <a:p>
            <a:r>
              <a:t>          "quote": "18%"</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"text": "7",</a:t>
            </a:r>
          </a:p>
          <a:p>
            <a:r>
              <a:t>      "refs": [</a:t>
            </a:r>
          </a:p>
          <a:p>
            <a:r>
              <a:t>        {</a:t>
            </a:r>
          </a:p>
          <a:p>
            <a:r>
              <a:t>          "source_id": "s001",</a:t>
            </a:r>
          </a:p>
          <a:p>
            <a:r>
              <a:t>          "quote": "7"</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"注：前提や注記を記載",</a:t>
            </a:r>
          </a:p>
          <a:p>
            <a:r>
              <a:t>      "refs": [</a:t>
            </a:r>
          </a:p>
          <a:p>
            <a:r>
              <a:t>        {</a:t>
            </a:r>
          </a:p>
          <a:p>
            <a:r>
              <a:t>          "source_id": "s001",</a:t>
            </a:r>
          </a:p>
          <a:p>
            <a:r>
              <a:t>          "quote": "注：前提や注記を記載"</a:t>
            </a:r>
          </a:p>
          <a:p>
            <a:r>
              <a:t>        }</a:t>
            </a:r>
          </a:p>
          <a:p>
            <a:r>
              <a:t>      ],</a:t>
            </a:r>
          </a:p>
          <a:p>
            <a:r>
              <a:t>      "mode": "verbatim"</a:t>
            </a:r>
          </a:p>
          <a:p>
            <a:r>
              <a:t>    }</a:t>
            </a:r>
          </a:p>
          <a:p>
            <a:r>
              <a:t>  ],</a:t>
            </a:r>
          </a:p>
          <a:p>
            <a:r>
              <a:t>  "citations": {</a:t>
            </a:r>
          </a:p>
          <a:p>
            <a:r>
              <a:t>    "s001": "Public MIT sample: templates/freeform_parts_more_16x9.html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"6dfa296f139507743015b0a4339f042ed6e926252c422dba6affab49a974f799"</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大型数値の対比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178272"/>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18%</a:t>
            </a:r>
            <a:endParaRPr lang="en-US" sz="7200" dirty="0"/>
          </a:p>
        </p:txBody>
      </p:sp>
      <p:sp>
        <p:nvSpPr>
          <p:cNvPr id="12" name="shape:012"/>
          <p:cNvSpPr/>
          <p:nvPr/>
        </p:nvSpPr>
        <p:spPr>
          <a:xfrm>
            <a:off x="576072"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項目1</a:t>
            </a:r>
            <a:endParaRPr lang="en-US" sz="1500" dirty="0"/>
          </a:p>
        </p:txBody>
      </p:sp>
      <p:sp>
        <p:nvSpPr>
          <p:cNvPr id="13" name="shape:013"/>
          <p:cNvSpPr/>
          <p:nvPr/>
        </p:nvSpPr>
        <p:spPr>
          <a:xfrm>
            <a:off x="576072"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4" name="shape:014"/>
          <p:cNvSpPr/>
          <p:nvPr/>
        </p:nvSpPr>
        <p:spPr>
          <a:xfrm>
            <a:off x="6461608" y="2946368"/>
            <a:ext cx="5154016" cy="1371600"/>
          </a:xfrm>
          <a:prstGeom prst="rect">
            <a:avLst/>
          </a:prstGeom>
          <a:noFill/>
          <a:ln/>
        </p:spPr>
        <p:txBody>
          <a:bodyPr wrap="square" lIns="381" tIns="381" rIns="381" bIns="381" rtlCol="0" anchor="t">
            <a:noAutofit/>
          </a:bodyPr>
          <a:lstStyle/>
          <a:p>
            <a:pPr algn="l" indent="0" marL="0">
              <a:buNone/>
            </a:pPr>
            <a:r>
              <a:rPr lang="en-US" sz="7200" b="1" dirty="0">
                <a:solidFill>
                  <a:srgbClr val="5A3921"/>
                </a:solidFill>
                <a:latin typeface="Yu Gothic" pitchFamily="34" charset="0"/>
                <a:ea typeface="Yu Gothic" pitchFamily="34" charset="-122"/>
                <a:cs typeface="Yu Gothic" pitchFamily="34" charset="-120"/>
              </a:rPr>
              <a:t>7</a:t>
            </a:r>
            <a:endParaRPr lang="en-US" sz="7200" dirty="0"/>
          </a:p>
        </p:txBody>
      </p:sp>
      <p:sp>
        <p:nvSpPr>
          <p:cNvPr id="15" name="shape:015"/>
          <p:cNvSpPr/>
          <p:nvPr/>
        </p:nvSpPr>
        <p:spPr>
          <a:xfrm>
            <a:off x="6461608" y="4500848"/>
            <a:ext cx="5154016" cy="73152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項目2</a:t>
            </a:r>
            <a:endParaRPr lang="en-US" sz="1500" dirty="0"/>
          </a:p>
        </p:txBody>
      </p:sp>
      <p:sp>
        <p:nvSpPr>
          <p:cNvPr id="16" name="shape:016"/>
          <p:cNvSpPr/>
          <p:nvPr/>
        </p:nvSpPr>
        <p:spPr>
          <a:xfrm>
            <a:off x="6461608" y="5278088"/>
            <a:ext cx="5154016" cy="640080"/>
          </a:xfrm>
          <a:prstGeom prst="rect">
            <a:avLst/>
          </a:prstGeom>
          <a:noFill/>
          <a:ln/>
        </p:spPr>
        <p:txBody>
          <a:bodyPr wrap="square" lIns="381" tIns="381" rIns="381" bIns="381" rtlCol="0" anchor="t">
            <a:noAutofit/>
          </a:bodyPr>
          <a:lstStyle/>
          <a:p>
            <a:pPr algn="l" indent="0" marL="0">
              <a:buNone/>
            </a:pPr>
            <a:r>
              <a:rPr lang="en-US" sz="1150" dirty="0">
                <a:solidFill>
                  <a:srgbClr val="8A7B6B"/>
                </a:solidFill>
                <a:latin typeface="Yu Gothic" pitchFamily="34" charset="0"/>
                <a:ea typeface="Yu Gothic" pitchFamily="34" charset="-122"/>
                <a:cs typeface="Yu Gothic" pitchFamily="34" charset="-120"/>
              </a:rPr>
              <a:t>注：前提や注記を記載</a:t>
            </a:r>
            <a:endParaRPr lang="en-US" sz="1150" dirty="0"/>
          </a:p>
        </p:txBody>
      </p:sp>
      <p:sp>
        <p:nvSpPr>
          <p:cNvPr id="1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