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"calc_flow",</a:t>
            </a:r>
          </a:p>
          <a:p>
            <a:r>
              <a:t>  "variant": "warm",</a:t>
            </a:r>
          </a:p>
          <a:p>
            <a:r>
              <a:t>  "rationale": "Public template fixture; short fictional slot content; no private data.",</a:t>
            </a:r>
          </a:p>
          <a:p>
            <a:r>
              <a:t>  "source_sha256": "bc0e97afc75df5a32aff06c9313f8b060d9a2a285c51ab8ebbfb741fbdf71231",</a:t>
            </a:r>
          </a:p>
          <a:p>
            <a:r>
              <a:t>  "evidence": [</a:t>
            </a:r>
          </a:p>
          <a:p>
            <a:r>
              <a:t>    {</a:t>
            </a:r>
          </a:p>
          <a:p>
            <a:r>
              <a:t>      "text": "計算ロジックの流れ",</a:t>
            </a:r>
          </a:p>
          <a:p>
            <a:r>
              <a:t>      "refs": [</a:t>
            </a:r>
          </a:p>
          <a:p>
            <a:r>
              <a:t>        {</a:t>
            </a:r>
          </a:p>
          <a:p>
            <a:r>
              <a:t>          "source_id": "s001",</a:t>
            </a:r>
          </a:p>
          <a:p>
            <a:r>
              <a:t>          "quote": "計算ロジックの流れ"</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"指標名、単位",</a:t>
            </a:r>
          </a:p>
          <a:p>
            <a:r>
              <a:t>      "refs": [</a:t>
            </a:r>
          </a:p>
          <a:p>
            <a:r>
              <a:t>        {</a:t>
            </a:r>
          </a:p>
          <a:p>
            <a:r>
              <a:t>          "source_id": "s001",</a:t>
            </a:r>
          </a:p>
          <a:p>
            <a:r>
              <a:t>          "quote": "指標名、単位"</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"項目4",</a:t>
            </a:r>
          </a:p>
          <a:p>
            <a:r>
              <a:t>      "refs": [</a:t>
            </a:r>
          </a:p>
          <a:p>
            <a:r>
              <a:t>        {</a:t>
            </a:r>
          </a:p>
          <a:p>
            <a:r>
              <a:t>          "source_id": "s001",</a:t>
            </a:r>
          </a:p>
          <a:p>
            <a:r>
              <a:t>          "quote": "項目4"</a:t>
            </a:r>
          </a:p>
          <a:p>
            <a:r>
              <a:t>        }</a:t>
            </a:r>
          </a:p>
          <a:p>
            <a:r>
              <a:t>      ],</a:t>
            </a:r>
          </a:p>
          <a:p>
            <a:r>
              <a:t>      "mode": "verbatim"</a:t>
            </a:r>
          </a:p>
          <a:p>
            <a:r>
              <a:t>    },</a:t>
            </a:r>
          </a:p>
          <a:p>
            <a:r>
              <a:t>    {</a:t>
            </a:r>
          </a:p>
          <a:p>
            <a:r>
              <a:t>      "text": "項目5",</a:t>
            </a:r>
          </a:p>
          <a:p>
            <a:r>
              <a:t>      "refs": [</a:t>
            </a:r>
          </a:p>
          <a:p>
            <a:r>
              <a:t>        {</a:t>
            </a:r>
          </a:p>
          <a:p>
            <a:r>
              <a:t>          "source_id": "s001",</a:t>
            </a:r>
          </a:p>
          <a:p>
            <a:r>
              <a:t>          "quote": "項目5"</a:t>
            </a:r>
          </a:p>
          <a:p>
            <a:r>
              <a:t>        }</a:t>
            </a:r>
          </a:p>
          <a:p>
            <a:r>
              <a:t>      ],</a:t>
            </a:r>
          </a:p>
          <a:p>
            <a:r>
              <a:t>      "mode": "verbatim"</a:t>
            </a:r>
          </a:p>
          <a:p>
            <a:r>
              <a:t>    },</a:t>
            </a:r>
          </a:p>
          <a:p>
            <a:r>
              <a:t>    {</a:t>
            </a:r>
          </a:p>
          <a:p>
            <a:r>
              <a:t>      "text": "項目6",</a:t>
            </a:r>
          </a:p>
          <a:p>
            <a:r>
              <a:t>      "refs": [</a:t>
            </a:r>
          </a:p>
          <a:p>
            <a:r>
              <a:t>        {</a:t>
            </a:r>
          </a:p>
          <a:p>
            <a:r>
              <a:t>          "source_id": "s001",</a:t>
            </a:r>
          </a:p>
          <a:p>
            <a:r>
              <a:t>          "quote": "項目6"</a:t>
            </a:r>
          </a:p>
          <a:p>
            <a:r>
              <a:t>        }</a:t>
            </a:r>
          </a:p>
          <a:p>
            <a:r>
              <a:t>      ],</a:t>
            </a:r>
          </a:p>
          <a:p>
            <a:r>
              <a:t>      "mode": "verbatim"</a:t>
            </a:r>
          </a:p>
          <a:p>
            <a:r>
              <a:t>    },</a:t>
            </a:r>
          </a:p>
          <a:p>
            <a:r>
              <a:t>    {</a:t>
            </a:r>
          </a:p>
          <a:p>
            <a:r>
              <a:t>      "text": "項目7",</a:t>
            </a:r>
          </a:p>
          <a:p>
            <a:r>
              <a:t>      "refs": [</a:t>
            </a:r>
          </a:p>
          <a:p>
            <a:r>
              <a:t>        {</a:t>
            </a:r>
          </a:p>
          <a:p>
            <a:r>
              <a:t>          "source_id": "s001",</a:t>
            </a:r>
          </a:p>
          <a:p>
            <a:r>
              <a:t>          "quote": "項目7"</a:t>
            </a:r>
          </a:p>
          <a:p>
            <a:r>
              <a:t>        }</a:t>
            </a:r>
          </a:p>
          <a:p>
            <a:r>
              <a:t>      ],</a:t>
            </a:r>
          </a:p>
          <a:p>
            <a:r>
              <a:t>      "mode": "verbatim"</a:t>
            </a:r>
          </a:p>
          <a:p>
            <a:r>
              <a:t>    },</a:t>
            </a:r>
          </a:p>
          <a:p>
            <a:r>
              <a:t>    {</a:t>
            </a:r>
          </a:p>
          <a:p>
            <a:r>
              <a:t>      "text": "項目8",</a:t>
            </a:r>
          </a:p>
          <a:p>
            <a:r>
              <a:t>      "refs": [</a:t>
            </a:r>
          </a:p>
          <a:p>
            <a:r>
              <a:t>        {</a:t>
            </a:r>
          </a:p>
          <a:p>
            <a:r>
              <a:t>          "source_id": "s001",</a:t>
            </a:r>
          </a:p>
          <a:p>
            <a:r>
              <a:t>          "quote": "項目8"</a:t>
            </a:r>
          </a:p>
          <a:p>
            <a:r>
              <a:t>        }</a:t>
            </a:r>
          </a:p>
          <a:p>
            <a:r>
              <a:t>      ],</a:t>
            </a:r>
          </a:p>
          <a:p>
            <a:r>
              <a:t>      "mode": "verbatim"</a:t>
            </a:r>
          </a:p>
          <a:p>
            <a:r>
              <a:t>    },</a:t>
            </a:r>
          </a:p>
          <a:p>
            <a:r>
              <a:t>    {</a:t>
            </a:r>
          </a:p>
          <a:p>
            <a:r>
              <a:t>      "text": "項目9",</a:t>
            </a:r>
          </a:p>
          <a:p>
            <a:r>
              <a:t>      "refs": [</a:t>
            </a:r>
          </a:p>
          <a:p>
            <a:r>
              <a:t>        {</a:t>
            </a:r>
          </a:p>
          <a:p>
            <a:r>
              <a:t>          "source_id": "s001",</a:t>
            </a:r>
          </a:p>
          <a:p>
            <a:r>
              <a:t>          "quote": "項目9"</a:t>
            </a:r>
          </a:p>
          <a:p>
            <a:r>
              <a:t>        }</a:t>
            </a:r>
          </a:p>
          <a:p>
            <a:r>
              <a:t>      ],</a:t>
            </a:r>
          </a:p>
          <a:p>
            <a:r>
              <a:t>      "mode": "verbatim"</a:t>
            </a:r>
          </a:p>
          <a:p>
            <a:r>
              <a:t>    },</a:t>
            </a:r>
          </a:p>
          <a:p>
            <a:r>
              <a:t>    {</a:t>
            </a:r>
          </a:p>
          <a:p>
            <a:r>
              <a:t>      "text": "項目10",</a:t>
            </a:r>
          </a:p>
          <a:p>
            <a:r>
              <a:t>      "refs": [</a:t>
            </a:r>
          </a:p>
          <a:p>
            <a:r>
              <a:t>        {</a:t>
            </a:r>
          </a:p>
          <a:p>
            <a:r>
              <a:t>          "source_id": "s001",</a:t>
            </a:r>
          </a:p>
          <a:p>
            <a:r>
              <a:t>          "quote": "項目10"</a:t>
            </a:r>
          </a:p>
          <a:p>
            <a:r>
              <a:t>        }</a:t>
            </a:r>
          </a:p>
          <a:p>
            <a:r>
              <a:t>      ],</a:t>
            </a:r>
          </a:p>
          <a:p>
            <a:r>
              <a:t>      "mode": "verbatim"</a:t>
            </a:r>
          </a:p>
          <a:p>
            <a:r>
              <a:t>    },</a:t>
            </a:r>
          </a:p>
          <a:p>
            <a:r>
              <a:t>    {</a:t>
            </a:r>
          </a:p>
          <a:p>
            <a:r>
              <a:t>      "text": "項目11",</a:t>
            </a:r>
          </a:p>
          <a:p>
            <a:r>
              <a:t>      "refs": [</a:t>
            </a:r>
          </a:p>
          <a:p>
            <a:r>
              <a:t>        {</a:t>
            </a:r>
          </a:p>
          <a:p>
            <a:r>
              <a:t>          "source_id": "s001",</a:t>
            </a:r>
          </a:p>
          <a:p>
            <a:r>
              <a:t>          "quote": "項目11"</a:t>
            </a:r>
          </a:p>
          <a:p>
            <a:r>
              <a:t>        }</a:t>
            </a:r>
          </a:p>
          <a:p>
            <a:r>
              <a:t>      ],</a:t>
            </a:r>
          </a:p>
          <a:p>
            <a:r>
              <a:t>      "mode": "verbatim"</a:t>
            </a:r>
          </a:p>
          <a:p>
            <a:r>
              <a:t>    },</a:t>
            </a:r>
          </a:p>
          <a:p>
            <a:r>
              <a:t>    {</a:t>
            </a:r>
          </a:p>
          <a:p>
            <a:r>
              <a:t>      "text": "項目12",</a:t>
            </a:r>
          </a:p>
          <a:p>
            <a:r>
              <a:t>      "refs": [</a:t>
            </a:r>
          </a:p>
          <a:p>
            <a:r>
              <a:t>        {</a:t>
            </a:r>
          </a:p>
          <a:p>
            <a:r>
              <a:t>          "source_id": "s001",</a:t>
            </a:r>
          </a:p>
          <a:p>
            <a:r>
              <a:t>          "quote": "項目12"</a:t>
            </a:r>
          </a:p>
          <a:p>
            <a:r>
              <a:t>        }</a:t>
            </a:r>
          </a:p>
          <a:p>
            <a:r>
              <a:t>      ],</a:t>
            </a:r>
          </a:p>
          <a:p>
            <a:r>
              <a:t>      "mode": "verbatim"</a:t>
            </a:r>
          </a:p>
          <a:p>
            <a:r>
              <a:t>    },</a:t>
            </a:r>
          </a:p>
          <a:p>
            <a:r>
              <a:t>    {</a:t>
            </a:r>
          </a:p>
          <a:p>
            <a:r>
              <a:t>      "text": "項目15",</a:t>
            </a:r>
          </a:p>
          <a:p>
            <a:r>
              <a:t>      "refs": [</a:t>
            </a:r>
          </a:p>
          <a:p>
            <a:r>
              <a:t>        {</a:t>
            </a:r>
          </a:p>
          <a:p>
            <a:r>
              <a:t>          "source_id": "s001",</a:t>
            </a:r>
          </a:p>
          <a:p>
            <a:r>
              <a:t>          "quote": "項目15"</a:t>
            </a:r>
          </a:p>
          <a:p>
            <a:r>
              <a:t>        }</a:t>
            </a:r>
          </a:p>
          <a:p>
            <a:r>
              <a:t>      ],</a:t>
            </a:r>
          </a:p>
          <a:p>
            <a:r>
              <a:t>      "mode": "verbatim"</a:t>
            </a:r>
          </a:p>
          <a:p>
            <a:r>
              <a:t>    },</a:t>
            </a:r>
          </a:p>
          <a:p>
            <a:r>
              <a:t>    {</a:t>
            </a:r>
          </a:p>
          <a:p>
            <a:r>
              <a:t>      "text": "項目18",</a:t>
            </a:r>
          </a:p>
          <a:p>
            <a:r>
              <a:t>      "refs": [</a:t>
            </a:r>
          </a:p>
          <a:p>
            <a:r>
              <a:t>        {</a:t>
            </a:r>
          </a:p>
          <a:p>
            <a:r>
              <a:t>          "source_id": "s001",</a:t>
            </a:r>
          </a:p>
          <a:p>
            <a:r>
              <a:t>          "quote": "項目18"</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"value": 1.0,</a:t>
            </a:r>
          </a:p>
          <a:p>
            <a:r>
              <a:t>      "refs": [</a:t>
            </a:r>
          </a:p>
          <a:p>
            <a:r>
              <a:t>        {</a:t>
            </a:r>
          </a:p>
          <a:p>
            <a:r>
              <a:t>          "source_id": "s001",</a:t>
            </a:r>
          </a:p>
          <a:p>
            <a:r>
              <a:t>          "quote": "1"</a:t>
            </a:r>
          </a:p>
          <a:p>
            <a:r>
              <a:t>        }</a:t>
            </a:r>
          </a:p>
          <a:p>
            <a:r>
              <a:t>      ]</a:t>
            </a:r>
          </a:p>
          <a:p>
            <a:r>
              <a:t>    },</a:t>
            </a:r>
          </a:p>
          <a:p>
            <a:r>
              <a:t>    {</a:t>
            </a:r>
          </a:p>
          <a:p>
            <a:r>
              <a:t>      "value": 3.0,</a:t>
            </a:r>
          </a:p>
          <a:p>
            <a:r>
              <a:t>      "refs": [</a:t>
            </a:r>
          </a:p>
          <a:p>
            <a:r>
              <a:t>        {</a:t>
            </a:r>
          </a:p>
          <a:p>
            <a:r>
              <a:t>          "source_id": "s001",</a:t>
            </a:r>
          </a:p>
          <a:p>
            <a:r>
              <a:t>          "quote": "3"</a:t>
            </a:r>
          </a:p>
          <a:p>
            <a:r>
              <a:t>        }</a:t>
            </a:r>
          </a:p>
          <a:p>
            <a:r>
              <a:t>      ]</a:t>
            </a:r>
          </a:p>
          <a:p>
            <a:r>
              <a:t>    },</a:t>
            </a:r>
          </a:p>
          <a:p>
            <a:r>
              <a:t>    {</a:t>
            </a:r>
          </a:p>
          <a:p>
            <a:r>
              <a:t>      "value": 6.0,</a:t>
            </a:r>
          </a:p>
          <a:p>
            <a:r>
              <a:t>      "refs": [</a:t>
            </a:r>
          </a:p>
          <a:p>
            <a:r>
              <a:t>        {</a:t>
            </a:r>
          </a:p>
          <a:p>
            <a:r>
              <a:t>          "source_id": "s001",</a:t>
            </a:r>
          </a:p>
          <a:p>
            <a:r>
              <a:t>          "quote": "6"</a:t>
            </a:r>
          </a:p>
          <a:p>
            <a:r>
              <a:t>        }</a:t>
            </a:r>
          </a:p>
          <a:p>
            <a:r>
              <a:t>      ]</a:t>
            </a:r>
          </a:p>
          <a:p>
            <a:r>
              <a:t>    },</a:t>
            </a:r>
          </a:p>
          <a:p>
            <a:r>
              <a:t>    {</a:t>
            </a:r>
          </a:p>
          <a:p>
            <a:r>
              <a:t>      "value": 2.0,</a:t>
            </a:r>
          </a:p>
          <a:p>
            <a:r>
              <a:t>      "refs": [</a:t>
            </a:r>
          </a:p>
          <a:p>
            <a:r>
              <a:t>        {</a:t>
            </a:r>
          </a:p>
          <a:p>
            <a:r>
              <a:t>          "source_id": "s001",</a:t>
            </a:r>
          </a:p>
          <a:p>
            <a:r>
              <a:t>          "quote": "2"</a:t>
            </a:r>
          </a:p>
          <a:p>
            <a:r>
              <a:t>        }</a:t>
            </a:r>
          </a:p>
          <a:p>
            <a:r>
              <a:t>      ]</a:t>
            </a:r>
          </a:p>
          <a:p>
            <a:r>
              <a:t>    },</a:t>
            </a:r>
          </a:p>
          <a:p>
            <a:r>
              <a:t>    {</a:t>
            </a:r>
          </a:p>
          <a:p>
            <a:r>
              <a:t>      "value": 2.0,</a:t>
            </a:r>
          </a:p>
          <a:p>
            <a:r>
              <a:t>      "refs": [</a:t>
            </a:r>
          </a:p>
          <a:p>
            <a:r>
              <a:t>        {</a:t>
            </a:r>
          </a:p>
          <a:p>
            <a:r>
              <a:t>          "source_id": "s001",</a:t>
            </a:r>
          </a:p>
          <a:p>
            <a:r>
              <a:t>          "quote": "2"</a:t>
            </a:r>
          </a:p>
          <a:p>
            <a:r>
              <a:t>        }</a:t>
            </a:r>
          </a:p>
          <a:p>
            <a:r>
              <a:t>      ]</a:t>
            </a:r>
          </a:p>
          <a:p>
            <a:r>
              <a:t>    },</a:t>
            </a:r>
          </a:p>
          <a:p>
            <a:r>
              <a:t>    {</a:t>
            </a:r>
          </a:p>
          <a:p>
            <a:r>
              <a:t>      "value": 2.0,</a:t>
            </a:r>
          </a:p>
          <a:p>
            <a:r>
              <a:t>      "refs": [</a:t>
            </a:r>
          </a:p>
          <a:p>
            <a:r>
              <a:t>        {</a:t>
            </a:r>
          </a:p>
          <a:p>
            <a:r>
              <a:t>          "source_id": "s001",</a:t>
            </a:r>
          </a:p>
          <a:p>
            <a:r>
              <a:t>          "quote": "2"</a:t>
            </a:r>
          </a:p>
          <a:p>
            <a:r>
              <a:t>        }</a:t>
            </a:r>
          </a:p>
          <a:p>
            <a:r>
              <a:t>      ]</a:t>
            </a:r>
          </a:p>
          <a:p>
            <a:r>
              <a:t>    },</a:t>
            </a:r>
          </a:p>
          <a:p>
            <a:r>
              <a:t>    {</a:t>
            </a:r>
          </a:p>
          <a:p>
            <a:r>
              <a:t>      "value": 1.5,</a:t>
            </a:r>
          </a:p>
          <a:p>
            <a:r>
              <a:t>      "refs": [</a:t>
            </a:r>
          </a:p>
          <a:p>
            <a:r>
              <a:t>        {</a:t>
            </a:r>
          </a:p>
          <a:p>
            <a:r>
              <a:t>          "source_id": "s001",</a:t>
            </a:r>
          </a:p>
          <a:p>
            <a:r>
              <a:t>          "quote": "1.5"</a:t>
            </a:r>
          </a:p>
          <a:p>
            <a:r>
              <a:t>        }</a:t>
            </a:r>
          </a:p>
          <a:p>
            <a:r>
              <a:t>      ]</a:t>
            </a:r>
          </a:p>
          <a:p>
            <a:r>
              <a:t>    },</a:t>
            </a:r>
          </a:p>
          <a:p>
            <a:r>
              <a:t>    {</a:t>
            </a:r>
          </a:p>
          <a:p>
            <a:r>
              <a:t>      "value": 4.5,</a:t>
            </a:r>
          </a:p>
          <a:p>
            <a:r>
              <a:t>      "refs": [</a:t>
            </a:r>
          </a:p>
          <a:p>
            <a:r>
              <a:t>        {</a:t>
            </a:r>
          </a:p>
          <a:p>
            <a:r>
              <a:t>          "source_id": "s001",</a:t>
            </a:r>
          </a:p>
          <a:p>
            <a:r>
              <a:t>          "quote": "4.5"</a:t>
            </a:r>
          </a:p>
          <a:p>
            <a:r>
              <a:t>        }</a:t>
            </a:r>
          </a:p>
          <a:p>
            <a:r>
              <a:t>      ]</a:t>
            </a:r>
          </a:p>
          <a:p>
            <a:r>
              <a:t>    },</a:t>
            </a:r>
          </a:p>
          <a:p>
            <a:r>
              <a:t>    {</a:t>
            </a:r>
          </a:p>
          <a:p>
            <a:r>
              <a:t>      "value": 9.0,</a:t>
            </a:r>
          </a:p>
          <a:p>
            <a:r>
              <a:t>      "refs": [</a:t>
            </a:r>
          </a:p>
          <a:p>
            <a:r>
              <a:t>        {</a:t>
            </a:r>
          </a:p>
          <a:p>
            <a:r>
              <a:t>          "source_id": "s001",</a:t>
            </a:r>
          </a:p>
          <a:p>
            <a:r>
              <a:t>          "quote": "9"</a:t>
            </a:r>
          </a:p>
          <a:p>
            <a:r>
              <a:t>        }</a:t>
            </a:r>
          </a:p>
          <a:p>
            <a:r>
              <a:t>      ]</a:t>
            </a:r>
          </a:p>
          <a:p>
            <a:r>
              <a:t>    },</a:t>
            </a:r>
          </a:p>
          <a:p>
            <a:r>
              <a:t>    {</a:t>
            </a:r>
          </a:p>
          <a:p>
            <a:r>
              <a:t>      "value": 0.5,</a:t>
            </a:r>
          </a:p>
          <a:p>
            <a:r>
              <a:t>      "refs": [</a:t>
            </a:r>
          </a:p>
          <a:p>
            <a:r>
              <a:t>        {</a:t>
            </a:r>
          </a:p>
          <a:p>
            <a:r>
              <a:t>          "source_id": "s001",</a:t>
            </a:r>
          </a:p>
          <a:p>
            <a:r>
              <a:t>          "quote": "0.5"</a:t>
            </a:r>
          </a:p>
          <a:p>
            <a:r>
              <a:t>        }</a:t>
            </a:r>
          </a:p>
          <a:p>
            <a:r>
              <a:t>      ]</a:t>
            </a:r>
          </a:p>
          <a:p>
            <a:r>
              <a:t>    },</a:t>
            </a:r>
          </a:p>
          <a:p>
            <a:r>
              <a:t>    {</a:t>
            </a:r>
          </a:p>
          <a:p>
            <a:r>
              <a:t>      "value": 1.5,</a:t>
            </a:r>
          </a:p>
          <a:p>
            <a:r>
              <a:t>      "refs": [</a:t>
            </a:r>
          </a:p>
          <a:p>
            <a:r>
              <a:t>        {</a:t>
            </a:r>
          </a:p>
          <a:p>
            <a:r>
              <a:t>          "source_id": "s001",</a:t>
            </a:r>
          </a:p>
          <a:p>
            <a:r>
              <a:t>          "quote": "1.5"</a:t>
            </a:r>
          </a:p>
          <a:p>
            <a:r>
              <a:t>        }</a:t>
            </a:r>
          </a:p>
          <a:p>
            <a:r>
              <a:t>      ]</a:t>
            </a:r>
          </a:p>
          <a:p>
            <a:r>
              <a:t>    },</a:t>
            </a:r>
          </a:p>
          <a:p>
            <a:r>
              <a:t>    {</a:t>
            </a:r>
          </a:p>
          <a:p>
            <a:r>
              <a:t>      "value": 3.0,</a:t>
            </a:r>
          </a:p>
          <a:p>
            <a:r>
              <a:t>      "refs": [</a:t>
            </a:r>
          </a:p>
          <a:p>
            <a:r>
              <a:t>        {</a:t>
            </a:r>
          </a:p>
          <a:p>
            <a:r>
              <a:t>          "source_id": "s001",</a:t>
            </a:r>
          </a:p>
          <a:p>
            <a:r>
              <a:t>          "quote": "3"</a:t>
            </a:r>
          </a:p>
          <a:p>
            <a:r>
              <a:t>        }</a:t>
            </a:r>
          </a:p>
          <a:p>
            <a:r>
              <a:t>      ]</a:t>
            </a:r>
          </a:p>
          <a:p>
            <a:r>
              <a:t>    }</a:t>
            </a:r>
          </a:p>
          <a:p>
            <a:r>
              <a:t>  ],</a:t>
            </a:r>
          </a:p>
          <a:p>
            <a:r>
              <a:t>  "citations": {</a:t>
            </a:r>
          </a:p>
          <a:p>
            <a:r>
              <a:t>    "s001": "Public MIT sample: templates/freeform_parts_more_16x9.html section 27"</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"27deced329fda9ac46efcfe498fdd773f9ca6c42a87f5a3e786a8b3fa87c8249"</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m27</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計算ロジックの流れ</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874520"/>
            <a:ext cx="11039551" cy="27432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指標名、単位</a:t>
            </a:r>
            <a:endParaRPr lang="en-US" sz="1400" dirty="0"/>
          </a:p>
        </p:txBody>
      </p:sp>
      <p:sp>
        <p:nvSpPr>
          <p:cNvPr id="11" name="shape:011"/>
          <p:cNvSpPr/>
          <p:nvPr/>
        </p:nvSpPr>
        <p:spPr>
          <a:xfrm>
            <a:off x="576072" y="2286000"/>
            <a:ext cx="3192170"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項目3</a:t>
            </a:r>
            <a:endParaRPr lang="en-US" sz="1200" dirty="0"/>
          </a:p>
        </p:txBody>
      </p:sp>
      <p:sp>
        <p:nvSpPr>
          <p:cNvPr id="12" name="shape:012"/>
          <p:cNvSpPr/>
          <p:nvPr/>
        </p:nvSpPr>
        <p:spPr>
          <a:xfrm>
            <a:off x="576072" y="2596896"/>
            <a:ext cx="3192170" cy="0"/>
          </a:xfrm>
          <a:prstGeom prst="line">
            <a:avLst/>
          </a:prstGeom>
          <a:noFill/>
          <a:ln w="6350">
            <a:solidFill>
              <a:srgbClr val="E2DCD2"/>
            </a:solidFill>
            <a:prstDash val="solid"/>
          </a:ln>
        </p:spPr>
        <p:txBody>
          <a:bodyPr>
            <a:noAutofit/>
          </a:bodyPr>
          <a:p/>
        </p:txBody>
      </p:sp>
      <p:sp>
        <p:nvSpPr>
          <p:cNvPr id="13" name="shape:013"/>
          <p:cNvSpPr/>
          <p:nvPr/>
        </p:nvSpPr>
        <p:spPr>
          <a:xfrm>
            <a:off x="833780" y="4959096"/>
            <a:ext cx="548640" cy="381000"/>
          </a:xfrm>
          <a:prstGeom prst="rect">
            <a:avLst/>
          </a:prstGeom>
          <a:solidFill>
            <a:srgbClr val="322014"/>
          </a:solidFill>
          <a:ln/>
        </p:spPr>
        <p:txBody>
          <a:bodyPr>
            <a:noAutofit/>
          </a:bodyPr>
          <a:p/>
        </p:txBody>
      </p:sp>
      <p:sp>
        <p:nvSpPr>
          <p:cNvPr id="14" name="shape:014"/>
          <p:cNvSpPr/>
          <p:nvPr/>
        </p:nvSpPr>
        <p:spPr>
          <a:xfrm>
            <a:off x="833780" y="4907280"/>
            <a:ext cx="548640" cy="432816"/>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1</a:t>
            </a:r>
            <a:endParaRPr lang="en-US" sz="900" dirty="0"/>
          </a:p>
        </p:txBody>
      </p:sp>
      <p:sp>
        <p:nvSpPr>
          <p:cNvPr id="15" name="shape:015"/>
          <p:cNvSpPr/>
          <p:nvPr/>
        </p:nvSpPr>
        <p:spPr>
          <a:xfrm>
            <a:off x="576072"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項目4</a:t>
            </a:r>
            <a:endParaRPr lang="en-US" sz="1000" dirty="0"/>
          </a:p>
        </p:txBody>
      </p:sp>
      <p:sp>
        <p:nvSpPr>
          <p:cNvPr id="16" name="shape:016"/>
          <p:cNvSpPr/>
          <p:nvPr/>
        </p:nvSpPr>
        <p:spPr>
          <a:xfrm>
            <a:off x="1897837" y="4197096"/>
            <a:ext cx="548640" cy="1143000"/>
          </a:xfrm>
          <a:prstGeom prst="rect">
            <a:avLst/>
          </a:prstGeom>
          <a:solidFill>
            <a:srgbClr val="322014"/>
          </a:solidFill>
          <a:ln/>
        </p:spPr>
        <p:txBody>
          <a:bodyPr>
            <a:noAutofit/>
          </a:bodyPr>
          <a:p/>
        </p:txBody>
      </p:sp>
      <p:sp>
        <p:nvSpPr>
          <p:cNvPr id="17" name="shape:017"/>
          <p:cNvSpPr/>
          <p:nvPr/>
        </p:nvSpPr>
        <p:spPr>
          <a:xfrm>
            <a:off x="1897837" y="4041648"/>
            <a:ext cx="548640" cy="1298448"/>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3</a:t>
            </a:r>
            <a:endParaRPr lang="en-US" sz="900" dirty="0"/>
          </a:p>
        </p:txBody>
      </p:sp>
      <p:sp>
        <p:nvSpPr>
          <p:cNvPr id="18" name="shape:018"/>
          <p:cNvSpPr/>
          <p:nvPr/>
        </p:nvSpPr>
        <p:spPr>
          <a:xfrm>
            <a:off x="1640129"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項目5</a:t>
            </a:r>
            <a:endParaRPr lang="en-US" sz="1000" dirty="0"/>
          </a:p>
        </p:txBody>
      </p:sp>
      <p:sp>
        <p:nvSpPr>
          <p:cNvPr id="19" name="shape:019"/>
          <p:cNvSpPr/>
          <p:nvPr/>
        </p:nvSpPr>
        <p:spPr>
          <a:xfrm>
            <a:off x="2961894" y="3054096"/>
            <a:ext cx="548640" cy="2286000"/>
          </a:xfrm>
          <a:prstGeom prst="rect">
            <a:avLst/>
          </a:prstGeom>
          <a:solidFill>
            <a:srgbClr val="322014"/>
          </a:solidFill>
          <a:ln/>
        </p:spPr>
        <p:txBody>
          <a:bodyPr>
            <a:noAutofit/>
          </a:bodyPr>
          <a:p/>
        </p:txBody>
      </p:sp>
      <p:sp>
        <p:nvSpPr>
          <p:cNvPr id="20" name="shape:020"/>
          <p:cNvSpPr/>
          <p:nvPr/>
        </p:nvSpPr>
        <p:spPr>
          <a:xfrm>
            <a:off x="2961894" y="2743200"/>
            <a:ext cx="548640" cy="2596896"/>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6</a:t>
            </a:r>
            <a:endParaRPr lang="en-US" sz="900" dirty="0"/>
          </a:p>
        </p:txBody>
      </p:sp>
      <p:sp>
        <p:nvSpPr>
          <p:cNvPr id="21" name="shape:021"/>
          <p:cNvSpPr/>
          <p:nvPr/>
        </p:nvSpPr>
        <p:spPr>
          <a:xfrm>
            <a:off x="2704186"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項目6</a:t>
            </a:r>
            <a:endParaRPr lang="en-US" sz="1000" dirty="0"/>
          </a:p>
        </p:txBody>
      </p:sp>
      <p:sp>
        <p:nvSpPr>
          <p:cNvPr id="22" name="static:operator_22"/>
          <p:cNvSpPr/>
          <p:nvPr/>
        </p:nvSpPr>
        <p:spPr>
          <a:xfrm>
            <a:off x="3836822" y="2286000"/>
            <a:ext cx="594360" cy="3328416"/>
          </a:xfrm>
          <a:prstGeom prst="rect">
            <a:avLst/>
          </a:prstGeom>
          <a:noFill/>
          <a:ln/>
        </p:spPr>
        <p:txBody>
          <a:bodyPr wrap="square" lIns="381" tIns="381" rIns="381" bIns="381" rtlCol="0" anchor="ctr">
            <a:noAutofit/>
          </a:bodyPr>
          <a:lstStyle/>
          <a:p>
            <a:pPr algn="ctr" indent="0" marL="0">
              <a:buNone/>
            </a:pPr>
            <a:r>
              <a:rPr lang="en-US" sz="3000" b="1" dirty="0">
                <a:solidFill>
                  <a:srgbClr val="322014"/>
                </a:solidFill>
                <a:latin typeface="Yu Gothic" pitchFamily="34" charset="0"/>
                <a:ea typeface="Yu Gothic" pitchFamily="34" charset="-122"/>
                <a:cs typeface="Yu Gothic" pitchFamily="34" charset="-120"/>
              </a:rPr>
              <a:t>×</a:t>
            </a:r>
            <a:endParaRPr lang="en-US" sz="3000" dirty="0"/>
          </a:p>
        </p:txBody>
      </p:sp>
      <p:sp>
        <p:nvSpPr>
          <p:cNvPr id="23" name="shape:023"/>
          <p:cNvSpPr/>
          <p:nvPr/>
        </p:nvSpPr>
        <p:spPr>
          <a:xfrm>
            <a:off x="4499762" y="2286000"/>
            <a:ext cx="3192170"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項目7</a:t>
            </a:r>
            <a:endParaRPr lang="en-US" sz="1200" dirty="0"/>
          </a:p>
        </p:txBody>
      </p:sp>
      <p:sp>
        <p:nvSpPr>
          <p:cNvPr id="24" name="shape:024"/>
          <p:cNvSpPr/>
          <p:nvPr/>
        </p:nvSpPr>
        <p:spPr>
          <a:xfrm>
            <a:off x="4499762" y="2596896"/>
            <a:ext cx="3192170" cy="0"/>
          </a:xfrm>
          <a:prstGeom prst="line">
            <a:avLst/>
          </a:prstGeom>
          <a:noFill/>
          <a:ln w="6350">
            <a:solidFill>
              <a:srgbClr val="E2DCD2"/>
            </a:solidFill>
            <a:prstDash val="solid"/>
          </a:ln>
        </p:spPr>
        <p:txBody>
          <a:bodyPr>
            <a:noAutofit/>
          </a:bodyPr>
          <a:p/>
        </p:txBody>
      </p:sp>
      <p:sp>
        <p:nvSpPr>
          <p:cNvPr id="25" name="shape:025"/>
          <p:cNvSpPr/>
          <p:nvPr/>
        </p:nvSpPr>
        <p:spPr>
          <a:xfrm>
            <a:off x="4757471" y="3054096"/>
            <a:ext cx="548640" cy="2286000"/>
          </a:xfrm>
          <a:prstGeom prst="rect">
            <a:avLst/>
          </a:prstGeom>
          <a:solidFill>
            <a:srgbClr val="322014"/>
          </a:solidFill>
          <a:ln/>
        </p:spPr>
        <p:txBody>
          <a:bodyPr>
            <a:noAutofit/>
          </a:bodyPr>
          <a:p/>
        </p:txBody>
      </p:sp>
      <p:sp>
        <p:nvSpPr>
          <p:cNvPr id="26" name="shape:026"/>
          <p:cNvSpPr/>
          <p:nvPr/>
        </p:nvSpPr>
        <p:spPr>
          <a:xfrm>
            <a:off x="4757471" y="2743200"/>
            <a:ext cx="548640" cy="2596896"/>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2</a:t>
            </a:r>
            <a:endParaRPr lang="en-US" sz="900" dirty="0"/>
          </a:p>
        </p:txBody>
      </p:sp>
      <p:sp>
        <p:nvSpPr>
          <p:cNvPr id="27" name="shape:027"/>
          <p:cNvSpPr/>
          <p:nvPr/>
        </p:nvSpPr>
        <p:spPr>
          <a:xfrm>
            <a:off x="4499762"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項目8</a:t>
            </a:r>
            <a:endParaRPr lang="en-US" sz="1000" dirty="0"/>
          </a:p>
        </p:txBody>
      </p:sp>
      <p:sp>
        <p:nvSpPr>
          <p:cNvPr id="28" name="shape:028"/>
          <p:cNvSpPr/>
          <p:nvPr/>
        </p:nvSpPr>
        <p:spPr>
          <a:xfrm>
            <a:off x="5821528" y="3054096"/>
            <a:ext cx="548640" cy="2286000"/>
          </a:xfrm>
          <a:prstGeom prst="rect">
            <a:avLst/>
          </a:prstGeom>
          <a:solidFill>
            <a:srgbClr val="322014"/>
          </a:solidFill>
          <a:ln/>
        </p:spPr>
        <p:txBody>
          <a:bodyPr>
            <a:noAutofit/>
          </a:bodyPr>
          <a:p/>
        </p:txBody>
      </p:sp>
      <p:sp>
        <p:nvSpPr>
          <p:cNvPr id="29" name="shape:029"/>
          <p:cNvSpPr/>
          <p:nvPr/>
        </p:nvSpPr>
        <p:spPr>
          <a:xfrm>
            <a:off x="5821528" y="2743200"/>
            <a:ext cx="548640" cy="2596896"/>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2</a:t>
            </a:r>
            <a:endParaRPr lang="en-US" sz="900" dirty="0"/>
          </a:p>
        </p:txBody>
      </p:sp>
      <p:sp>
        <p:nvSpPr>
          <p:cNvPr id="30" name="shape:030"/>
          <p:cNvSpPr/>
          <p:nvPr/>
        </p:nvSpPr>
        <p:spPr>
          <a:xfrm>
            <a:off x="5563819"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項目9</a:t>
            </a:r>
            <a:endParaRPr lang="en-US" sz="1000" dirty="0"/>
          </a:p>
        </p:txBody>
      </p:sp>
      <p:sp>
        <p:nvSpPr>
          <p:cNvPr id="31" name="shape:031"/>
          <p:cNvSpPr/>
          <p:nvPr/>
        </p:nvSpPr>
        <p:spPr>
          <a:xfrm>
            <a:off x="6885584" y="3054096"/>
            <a:ext cx="548640" cy="2286000"/>
          </a:xfrm>
          <a:prstGeom prst="rect">
            <a:avLst/>
          </a:prstGeom>
          <a:solidFill>
            <a:srgbClr val="322014"/>
          </a:solidFill>
          <a:ln/>
        </p:spPr>
        <p:txBody>
          <a:bodyPr>
            <a:noAutofit/>
          </a:bodyPr>
          <a:p/>
        </p:txBody>
      </p:sp>
      <p:sp>
        <p:nvSpPr>
          <p:cNvPr id="32" name="shape:032"/>
          <p:cNvSpPr/>
          <p:nvPr/>
        </p:nvSpPr>
        <p:spPr>
          <a:xfrm>
            <a:off x="6885584" y="2743200"/>
            <a:ext cx="548640" cy="2596896"/>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2</a:t>
            </a:r>
            <a:endParaRPr lang="en-US" sz="900" dirty="0"/>
          </a:p>
        </p:txBody>
      </p:sp>
      <p:sp>
        <p:nvSpPr>
          <p:cNvPr id="33" name="shape:033"/>
          <p:cNvSpPr/>
          <p:nvPr/>
        </p:nvSpPr>
        <p:spPr>
          <a:xfrm>
            <a:off x="6627876"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項目10</a:t>
            </a:r>
            <a:endParaRPr lang="en-US" sz="1000" dirty="0"/>
          </a:p>
        </p:txBody>
      </p:sp>
      <p:sp>
        <p:nvSpPr>
          <p:cNvPr id="34" name="static:operator_34"/>
          <p:cNvSpPr/>
          <p:nvPr/>
        </p:nvSpPr>
        <p:spPr>
          <a:xfrm>
            <a:off x="7760513" y="2286000"/>
            <a:ext cx="594360" cy="3328416"/>
          </a:xfrm>
          <a:prstGeom prst="rect">
            <a:avLst/>
          </a:prstGeom>
          <a:noFill/>
          <a:ln/>
        </p:spPr>
        <p:txBody>
          <a:bodyPr wrap="square" lIns="381" tIns="381" rIns="381" bIns="381" rtlCol="0" anchor="ctr">
            <a:noAutofit/>
          </a:bodyPr>
          <a:lstStyle/>
          <a:p>
            <a:pPr algn="ctr" indent="0" marL="0">
              <a:buNone/>
            </a:pPr>
            <a:r>
              <a:rPr lang="en-US" sz="3000" b="1" dirty="0">
                <a:solidFill>
                  <a:srgbClr val="322014"/>
                </a:solidFill>
                <a:latin typeface="Yu Gothic" pitchFamily="34" charset="0"/>
                <a:ea typeface="Yu Gothic" pitchFamily="34" charset="-122"/>
                <a:cs typeface="Yu Gothic" pitchFamily="34" charset="-120"/>
              </a:rPr>
              <a:t>=</a:t>
            </a:r>
            <a:endParaRPr lang="en-US" sz="3000" dirty="0"/>
          </a:p>
        </p:txBody>
      </p:sp>
      <p:sp>
        <p:nvSpPr>
          <p:cNvPr id="35" name="shape:035"/>
          <p:cNvSpPr/>
          <p:nvPr/>
        </p:nvSpPr>
        <p:spPr>
          <a:xfrm>
            <a:off x="8423453" y="2286000"/>
            <a:ext cx="3192170"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項目11</a:t>
            </a:r>
            <a:endParaRPr lang="en-US" sz="1200" dirty="0"/>
          </a:p>
        </p:txBody>
      </p:sp>
      <p:sp>
        <p:nvSpPr>
          <p:cNvPr id="36" name="shape:036"/>
          <p:cNvSpPr/>
          <p:nvPr/>
        </p:nvSpPr>
        <p:spPr>
          <a:xfrm>
            <a:off x="8423453" y="2596896"/>
            <a:ext cx="3192170" cy="0"/>
          </a:xfrm>
          <a:prstGeom prst="line">
            <a:avLst/>
          </a:prstGeom>
          <a:noFill/>
          <a:ln w="6350">
            <a:solidFill>
              <a:srgbClr val="E2DCD2"/>
            </a:solidFill>
            <a:prstDash val="solid"/>
          </a:ln>
        </p:spPr>
        <p:txBody>
          <a:bodyPr>
            <a:noAutofit/>
          </a:bodyPr>
          <a:p/>
        </p:txBody>
      </p:sp>
      <p:sp>
        <p:nvSpPr>
          <p:cNvPr id="37" name="shape:037"/>
          <p:cNvSpPr/>
          <p:nvPr/>
        </p:nvSpPr>
        <p:spPr>
          <a:xfrm>
            <a:off x="8681161" y="5054346"/>
            <a:ext cx="548640" cy="285750"/>
          </a:xfrm>
          <a:prstGeom prst="rect">
            <a:avLst/>
          </a:prstGeom>
          <a:solidFill>
            <a:srgbClr val="322014"/>
          </a:solidFill>
          <a:ln/>
        </p:spPr>
        <p:txBody>
          <a:bodyPr>
            <a:noAutofit/>
          </a:bodyPr>
          <a:p/>
        </p:txBody>
      </p:sp>
      <p:sp>
        <p:nvSpPr>
          <p:cNvPr id="38" name="shape:038"/>
          <p:cNvSpPr/>
          <p:nvPr/>
        </p:nvSpPr>
        <p:spPr>
          <a:xfrm>
            <a:off x="8681161" y="4930060"/>
            <a:ext cx="548640" cy="410036"/>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1.5</a:t>
            </a:r>
            <a:endParaRPr lang="en-US" sz="900" dirty="0"/>
          </a:p>
        </p:txBody>
      </p:sp>
      <p:sp>
        <p:nvSpPr>
          <p:cNvPr id="39" name="shape:039"/>
          <p:cNvSpPr/>
          <p:nvPr/>
        </p:nvSpPr>
        <p:spPr>
          <a:xfrm>
            <a:off x="8681161" y="4959096"/>
            <a:ext cx="548640" cy="95250"/>
          </a:xfrm>
          <a:prstGeom prst="rect">
            <a:avLst/>
          </a:prstGeom>
          <a:solidFill>
            <a:srgbClr val="5A3921"/>
          </a:solidFill>
          <a:ln/>
        </p:spPr>
        <p:txBody>
          <a:bodyPr>
            <a:noAutofit/>
          </a:bodyPr>
          <a:p/>
        </p:txBody>
      </p:sp>
      <p:sp>
        <p:nvSpPr>
          <p:cNvPr id="40" name="shape:040"/>
          <p:cNvSpPr/>
          <p:nvPr/>
        </p:nvSpPr>
        <p:spPr>
          <a:xfrm>
            <a:off x="8423453"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項目12</a:t>
            </a:r>
            <a:endParaRPr lang="en-US" sz="1000" dirty="0"/>
          </a:p>
        </p:txBody>
      </p:sp>
      <p:sp>
        <p:nvSpPr>
          <p:cNvPr id="41" name="shape:041"/>
          <p:cNvSpPr/>
          <p:nvPr/>
        </p:nvSpPr>
        <p:spPr>
          <a:xfrm>
            <a:off x="9745218" y="4482846"/>
            <a:ext cx="548640" cy="857250"/>
          </a:xfrm>
          <a:prstGeom prst="rect">
            <a:avLst/>
          </a:prstGeom>
          <a:solidFill>
            <a:srgbClr val="322014"/>
          </a:solidFill>
          <a:ln/>
        </p:spPr>
        <p:txBody>
          <a:bodyPr>
            <a:noAutofit/>
          </a:bodyPr>
          <a:p/>
        </p:txBody>
      </p:sp>
      <p:sp>
        <p:nvSpPr>
          <p:cNvPr id="42" name="shape:042"/>
          <p:cNvSpPr/>
          <p:nvPr/>
        </p:nvSpPr>
        <p:spPr>
          <a:xfrm>
            <a:off x="9745218" y="4301338"/>
            <a:ext cx="548640" cy="1038758"/>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4.5</a:t>
            </a:r>
            <a:endParaRPr lang="en-US" sz="900" dirty="0"/>
          </a:p>
        </p:txBody>
      </p:sp>
      <p:sp>
        <p:nvSpPr>
          <p:cNvPr id="43" name="shape:043"/>
          <p:cNvSpPr/>
          <p:nvPr/>
        </p:nvSpPr>
        <p:spPr>
          <a:xfrm>
            <a:off x="9745218" y="4197096"/>
            <a:ext cx="548640" cy="285750"/>
          </a:xfrm>
          <a:prstGeom prst="rect">
            <a:avLst/>
          </a:prstGeom>
          <a:solidFill>
            <a:srgbClr val="5A3921"/>
          </a:solidFill>
          <a:ln/>
        </p:spPr>
        <p:txBody>
          <a:bodyPr>
            <a:noAutofit/>
          </a:bodyPr>
          <a:p/>
        </p:txBody>
      </p:sp>
      <p:sp>
        <p:nvSpPr>
          <p:cNvPr id="44" name="shape:044"/>
          <p:cNvSpPr/>
          <p:nvPr/>
        </p:nvSpPr>
        <p:spPr>
          <a:xfrm>
            <a:off x="9487510"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項目15</a:t>
            </a:r>
            <a:endParaRPr lang="en-US" sz="1000" dirty="0"/>
          </a:p>
        </p:txBody>
      </p:sp>
      <p:sp>
        <p:nvSpPr>
          <p:cNvPr id="45" name="shape:045"/>
          <p:cNvSpPr/>
          <p:nvPr/>
        </p:nvSpPr>
        <p:spPr>
          <a:xfrm>
            <a:off x="10809275" y="3625596"/>
            <a:ext cx="548640" cy="1714500"/>
          </a:xfrm>
          <a:prstGeom prst="rect">
            <a:avLst/>
          </a:prstGeom>
          <a:solidFill>
            <a:srgbClr val="322014"/>
          </a:solidFill>
          <a:ln/>
        </p:spPr>
        <p:txBody>
          <a:bodyPr>
            <a:noAutofit/>
          </a:bodyPr>
          <a:p/>
        </p:txBody>
      </p:sp>
      <p:sp>
        <p:nvSpPr>
          <p:cNvPr id="46" name="shape:046"/>
          <p:cNvSpPr/>
          <p:nvPr/>
        </p:nvSpPr>
        <p:spPr>
          <a:xfrm>
            <a:off x="10809275" y="2879879"/>
            <a:ext cx="548640" cy="2460217"/>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9</a:t>
            </a:r>
            <a:endParaRPr lang="en-US" sz="900" dirty="0"/>
          </a:p>
        </p:txBody>
      </p:sp>
      <p:sp>
        <p:nvSpPr>
          <p:cNvPr id="47" name="shape:047"/>
          <p:cNvSpPr/>
          <p:nvPr/>
        </p:nvSpPr>
        <p:spPr>
          <a:xfrm>
            <a:off x="10809275" y="3054096"/>
            <a:ext cx="548640" cy="571500"/>
          </a:xfrm>
          <a:prstGeom prst="rect">
            <a:avLst/>
          </a:prstGeom>
          <a:solidFill>
            <a:srgbClr val="5A3921"/>
          </a:solidFill>
          <a:ln/>
        </p:spPr>
        <p:txBody>
          <a:bodyPr>
            <a:noAutofit/>
          </a:bodyPr>
          <a:p/>
        </p:txBody>
      </p:sp>
      <p:sp>
        <p:nvSpPr>
          <p:cNvPr id="48" name="shape:048"/>
          <p:cNvSpPr/>
          <p:nvPr/>
        </p:nvSpPr>
        <p:spPr>
          <a:xfrm>
            <a:off x="10551566"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項目18</a:t>
            </a:r>
            <a:endParaRPr lang="en-US" sz="1000" dirty="0"/>
          </a:p>
        </p:txBody>
      </p:sp>
      <p:sp>
        <p:nvSpPr>
          <p:cNvPr id="49" name="shape:049"/>
          <p:cNvSpPr/>
          <p:nvPr/>
        </p:nvSpPr>
        <p:spPr>
          <a:xfrm>
            <a:off x="576072" y="6071616"/>
            <a:ext cx="182880" cy="182880"/>
          </a:xfrm>
          <a:prstGeom prst="rect">
            <a:avLst/>
          </a:prstGeom>
          <a:solidFill>
            <a:srgbClr val="322014"/>
          </a:solidFill>
          <a:ln/>
        </p:spPr>
        <p:txBody>
          <a:bodyPr>
            <a:noAutofit/>
          </a:bodyPr>
          <a:p/>
        </p:txBody>
      </p:sp>
      <p:sp>
        <p:nvSpPr>
          <p:cNvPr id="50" name="shape:050"/>
          <p:cNvSpPr/>
          <p:nvPr/>
        </p:nvSpPr>
        <p:spPr>
          <a:xfrm>
            <a:off x="832104" y="6053328"/>
            <a:ext cx="1463040" cy="201168"/>
          </a:xfrm>
          <a:prstGeom prst="rect">
            <a:avLst/>
          </a:prstGeom>
          <a:noFill/>
          <a:ln/>
        </p:spPr>
        <p:txBody>
          <a:bodyPr wrap="square" lIns="381" tIns="381" rIns="381" bIns="381" rtlCol="0" anchor="ctr">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項目1</a:t>
            </a:r>
            <a:endParaRPr lang="en-US" sz="1100" dirty="0"/>
          </a:p>
        </p:txBody>
      </p:sp>
      <p:sp>
        <p:nvSpPr>
          <p:cNvPr id="51" name="shape:051"/>
          <p:cNvSpPr/>
          <p:nvPr/>
        </p:nvSpPr>
        <p:spPr>
          <a:xfrm>
            <a:off x="2221992" y="6071616"/>
            <a:ext cx="182880" cy="182880"/>
          </a:xfrm>
          <a:prstGeom prst="rect">
            <a:avLst/>
          </a:prstGeom>
          <a:solidFill>
            <a:srgbClr val="5A3921"/>
          </a:solidFill>
          <a:ln/>
        </p:spPr>
        <p:txBody>
          <a:bodyPr>
            <a:noAutofit/>
          </a:bodyPr>
          <a:p/>
        </p:txBody>
      </p:sp>
      <p:sp>
        <p:nvSpPr>
          <p:cNvPr id="52" name="shape:052"/>
          <p:cNvSpPr/>
          <p:nvPr/>
        </p:nvSpPr>
        <p:spPr>
          <a:xfrm>
            <a:off x="2478024" y="6053328"/>
            <a:ext cx="1463040" cy="201168"/>
          </a:xfrm>
          <a:prstGeom prst="rect">
            <a:avLst/>
          </a:prstGeom>
          <a:noFill/>
          <a:ln/>
        </p:spPr>
        <p:txBody>
          <a:bodyPr wrap="square" lIns="381" tIns="381" rIns="381" bIns="381" rtlCol="0" anchor="ctr">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項目2</a:t>
            </a:r>
            <a:endParaRPr lang="en-US" sz="1100" dirty="0"/>
          </a:p>
        </p:txBody>
      </p:sp>
      <p:sp>
        <p:nvSpPr>
          <p:cNvPr id="5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
        <p:nvSpPr>
          <p:cNvPr id="54" name="static:total_54"/>
          <p:cNvSpPr txBox="1"/>
          <p:nvPr/>
        </p:nvSpPr>
        <p:spPr>
          <a:xfrm>
            <a:off x="8589721" y="4699640"/>
            <a:ext cx="731520" cy="219456"/>
          </a:xfrm>
          <a:prstGeom prst="rect">
            <a:avLst/>
          </a:prstGeom>
          <a:noFill/>
        </p:spPr>
        <p:txBody>
          <a:bodyPr wrap="none" lIns="0" rIns="0" tIns="0" bIns="0">
            <a:noAutofit/>
          </a:bodyPr>
          <a:lstStyle/>
          <a:p>
            <a:r>
              <a:rPr sz="1000">
                <a:solidFill>
                  <a:srgbClr val="322014"/>
                </a:solidFill>
                <a:latin typeface="Yu Gothic"/>
              </a:rPr>
              <a:t>2</a:t>
            </a:r>
          </a:p>
        </p:txBody>
      </p:sp>
      <p:sp>
        <p:nvSpPr>
          <p:cNvPr id="55" name="static:total_55"/>
          <p:cNvSpPr txBox="1"/>
          <p:nvPr/>
        </p:nvSpPr>
        <p:spPr>
          <a:xfrm>
            <a:off x="9653778" y="3937640"/>
            <a:ext cx="731520" cy="219456"/>
          </a:xfrm>
          <a:prstGeom prst="rect">
            <a:avLst/>
          </a:prstGeom>
          <a:noFill/>
        </p:spPr>
        <p:txBody>
          <a:bodyPr wrap="none" lIns="0" rIns="0" tIns="0" bIns="0">
            <a:noAutofit/>
          </a:bodyPr>
          <a:lstStyle/>
          <a:p>
            <a:r>
              <a:rPr sz="1000">
                <a:solidFill>
                  <a:srgbClr val="322014"/>
                </a:solidFill>
                <a:latin typeface="Yu Gothic"/>
              </a:rPr>
              <a:t>6</a:t>
            </a:r>
          </a:p>
        </p:txBody>
      </p:sp>
      <p:sp>
        <p:nvSpPr>
          <p:cNvPr id="56" name="static:total_56"/>
          <p:cNvSpPr txBox="1"/>
          <p:nvPr/>
        </p:nvSpPr>
        <p:spPr>
          <a:xfrm>
            <a:off x="10717835" y="2794640"/>
            <a:ext cx="731520" cy="219456"/>
          </a:xfrm>
          <a:prstGeom prst="rect">
            <a:avLst/>
          </a:prstGeom>
          <a:noFill/>
        </p:spPr>
        <p:txBody>
          <a:bodyPr wrap="none" lIns="0" rIns="0" tIns="0" bIns="0">
            <a:noAutofit/>
          </a:bodyPr>
          <a:lstStyle/>
          <a:p>
            <a:r>
              <a:rPr sz="1000">
                <a:solidFill>
                  <a:srgbClr val="322014"/>
                </a:solidFill>
                <a:latin typeface="Yu Gothic"/>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