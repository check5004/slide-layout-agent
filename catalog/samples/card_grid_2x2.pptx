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"card_grid_2x2",</a:t>
            </a:r>
          </a:p>
          <a:p>
            <a:r>
              <a:t>  "variant": "warm",</a:t>
            </a:r>
          </a:p>
          <a:p>
            <a:r>
              <a:t>  "rationale": "Public template fixture; short fictional slot content; no private data.",</a:t>
            </a:r>
          </a:p>
          <a:p>
            <a:r>
              <a:t>  "source_sha256": "21c7611bbf0834faee308b9a97b59641120cd80d0decb6081859c85280645a84",</a:t>
            </a:r>
          </a:p>
          <a:p>
            <a:r>
              <a:t>  "evidence": [</a:t>
            </a:r>
          </a:p>
          <a:p>
            <a:r>
              <a:t>    {</a:t>
            </a:r>
          </a:p>
          <a:p>
            <a:r>
              <a:t>      "text": "並列カード 2×2",</a:t>
            </a:r>
          </a:p>
          <a:p>
            <a:r>
              <a:t>      "refs": [</a:t>
            </a:r>
          </a:p>
          <a:p>
            <a:r>
              <a:t>        {</a:t>
            </a:r>
          </a:p>
          <a:p>
            <a:r>
              <a:t>          "source_id": "s001",</a:t>
            </a:r>
          </a:p>
          <a:p>
            <a:r>
              <a:t>          "quote": "並列カード 2×2"</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"項目1：項目2（主語＋何をする で統一）",</a:t>
            </a:r>
          </a:p>
          <a:p>
            <a:r>
              <a:t>      "refs": [</a:t>
            </a:r>
          </a:p>
          <a:p>
            <a:r>
              <a:t>        {</a:t>
            </a:r>
          </a:p>
          <a:p>
            <a:r>
              <a:t>          "source_id": "s001",</a:t>
            </a:r>
          </a:p>
          <a:p>
            <a:r>
              <a:t>          "quote": "項目1：項目2（主語＋何をする で統一）"</a:t>
            </a:r>
          </a:p>
          <a:p>
            <a:r>
              <a:t>        }</a:t>
            </a:r>
          </a:p>
          <a:p>
            <a:r>
              <a:t>      ],</a:t>
            </a:r>
          </a:p>
          <a:p>
            <a:r>
              <a:t>      "mode": "verbatim"</a:t>
            </a:r>
          </a:p>
          <a:p>
            <a:r>
              <a:t>    },</a:t>
            </a:r>
          </a:p>
          <a:p>
            <a:r>
              <a:t>    {</a:t>
            </a:r>
          </a:p>
          <a:p>
            <a:r>
              <a:t>      "text": "記載例1\n記載例2",</a:t>
            </a:r>
          </a:p>
          <a:p>
            <a:r>
              <a:t>      "refs": [</a:t>
            </a:r>
          </a:p>
          <a:p>
            <a:r>
              <a:t>        {</a:t>
            </a:r>
          </a:p>
          <a:p>
            <a:r>
              <a:t>          "source_id": "s001",</a:t>
            </a:r>
          </a:p>
          <a:p>
            <a:r>
              <a:t>          "quote": "記載例1\n記載例2"</a:t>
            </a:r>
          </a:p>
          <a:p>
            <a:r>
              <a:t>        }</a:t>
            </a:r>
          </a:p>
          <a:p>
            <a:r>
              <a:t>      ],</a:t>
            </a:r>
          </a:p>
          <a:p>
            <a:r>
              <a:t>      "mode": "verbatim"</a:t>
            </a:r>
          </a:p>
          <a:p>
            <a:r>
              <a:t>    },</a:t>
            </a:r>
          </a:p>
          <a:p>
            <a:r>
              <a:t>    {</a:t>
            </a:r>
          </a:p>
          <a:p>
            <a:r>
              <a:t>      "text": "項目3：項目4",</a:t>
            </a:r>
          </a:p>
          <a:p>
            <a:r>
              <a:t>      "refs": [</a:t>
            </a:r>
          </a:p>
          <a:p>
            <a:r>
              <a:t>        {</a:t>
            </a:r>
          </a:p>
          <a:p>
            <a:r>
              <a:t>          "source_id": "s001",</a:t>
            </a:r>
          </a:p>
          <a:p>
            <a:r>
              <a:t>          "quote": "項目3：項目4"</a:t>
            </a:r>
          </a:p>
          <a:p>
            <a:r>
              <a:t>        }</a:t>
            </a:r>
          </a:p>
          <a:p>
            <a:r>
              <a:t>      ],</a:t>
            </a:r>
          </a:p>
          <a:p>
            <a:r>
              <a:t>      "mode": "verbatim"</a:t>
            </a:r>
          </a:p>
          <a:p>
            <a:r>
              <a:t>    },</a:t>
            </a:r>
          </a:p>
          <a:p>
            <a:r>
              <a:t>    {</a:t>
            </a:r>
          </a:p>
          <a:p>
            <a:r>
              <a:t>      "text": "記載例3\n記載例4",</a:t>
            </a:r>
          </a:p>
          <a:p>
            <a:r>
              <a:t>      "refs": [</a:t>
            </a:r>
          </a:p>
          <a:p>
            <a:r>
              <a:t>        {</a:t>
            </a:r>
          </a:p>
          <a:p>
            <a:r>
              <a:t>          "source_id": "s001",</a:t>
            </a:r>
          </a:p>
          <a:p>
            <a:r>
              <a:t>          "quote": "記載例3\n記載例4"</a:t>
            </a:r>
          </a:p>
          <a:p>
            <a:r>
              <a:t>        }</a:t>
            </a:r>
          </a:p>
          <a:p>
            <a:r>
              <a:t>      ],</a:t>
            </a:r>
          </a:p>
          <a:p>
            <a:r>
              <a:t>      "mode": "verbatim"</a:t>
            </a:r>
          </a:p>
          <a:p>
            <a:r>
              <a:t>    },</a:t>
            </a:r>
          </a:p>
          <a:p>
            <a:r>
              <a:t>    {</a:t>
            </a:r>
          </a:p>
          <a:p>
            <a:r>
              <a:t>      "text": "項目5：項目6",</a:t>
            </a:r>
          </a:p>
          <a:p>
            <a:r>
              <a:t>      "refs": [</a:t>
            </a:r>
          </a:p>
          <a:p>
            <a:r>
              <a:t>        {</a:t>
            </a:r>
          </a:p>
          <a:p>
            <a:r>
              <a:t>          "source_id": "s001",</a:t>
            </a:r>
          </a:p>
          <a:p>
            <a:r>
              <a:t>          "quote": "項目5：項目6"</a:t>
            </a:r>
          </a:p>
          <a:p>
            <a:r>
              <a:t>        }</a:t>
            </a:r>
          </a:p>
          <a:p>
            <a:r>
              <a:t>      ],</a:t>
            </a:r>
          </a:p>
          <a:p>
            <a:r>
              <a:t>      "mode": "verbatim"</a:t>
            </a:r>
          </a:p>
          <a:p>
            <a:r>
              <a:t>    },</a:t>
            </a:r>
          </a:p>
          <a:p>
            <a:r>
              <a:t>    {</a:t>
            </a:r>
          </a:p>
          <a:p>
            <a:r>
              <a:t>      "text": "記載例5\n記載例6",</a:t>
            </a:r>
          </a:p>
          <a:p>
            <a:r>
              <a:t>      "refs": [</a:t>
            </a:r>
          </a:p>
          <a:p>
            <a:r>
              <a:t>        {</a:t>
            </a:r>
          </a:p>
          <a:p>
            <a:r>
              <a:t>          "source_id": "s001",</a:t>
            </a:r>
          </a:p>
          <a:p>
            <a:r>
              <a:t>          "quote": "記載例5\n記載例6"</a:t>
            </a:r>
          </a:p>
          <a:p>
            <a:r>
              <a:t>        }</a:t>
            </a:r>
          </a:p>
          <a:p>
            <a:r>
              <a:t>      ],</a:t>
            </a:r>
          </a:p>
          <a:p>
            <a:r>
              <a:t>      "mode": "verbatim"</a:t>
            </a:r>
          </a:p>
          <a:p>
            <a:r>
              <a:t>    },</a:t>
            </a:r>
          </a:p>
          <a:p>
            <a:r>
              <a:t>    {</a:t>
            </a:r>
          </a:p>
          <a:p>
            <a:r>
              <a:t>      "text": "項目7：項目8",</a:t>
            </a:r>
          </a:p>
          <a:p>
            <a:r>
              <a:t>      "refs": [</a:t>
            </a:r>
          </a:p>
          <a:p>
            <a:r>
              <a:t>        {</a:t>
            </a:r>
          </a:p>
          <a:p>
            <a:r>
              <a:t>          "source_id": "s001",</a:t>
            </a:r>
          </a:p>
          <a:p>
            <a:r>
              <a:t>          "quote": "項目7：項目8"</a:t>
            </a:r>
          </a:p>
          <a:p>
            <a:r>
              <a:t>        }</a:t>
            </a:r>
          </a:p>
          <a:p>
            <a:r>
              <a:t>      ],</a:t>
            </a:r>
          </a:p>
          <a:p>
            <a:r>
              <a:t>      "mode": "verbatim"</a:t>
            </a:r>
          </a:p>
          <a:p>
            <a:r>
              <a:t>    },</a:t>
            </a:r>
          </a:p>
          <a:p>
            <a:r>
              <a:t>    {</a:t>
            </a:r>
          </a:p>
          <a:p>
            <a:r>
              <a:t>      "text": "記載例7\n記載例8",</a:t>
            </a:r>
          </a:p>
          <a:p>
            <a:r>
              <a:t>      "refs": [</a:t>
            </a:r>
          </a:p>
          <a:p>
            <a:r>
              <a:t>        {</a:t>
            </a:r>
          </a:p>
          <a:p>
            <a:r>
              <a:t>          "source_id": "s001",</a:t>
            </a:r>
          </a:p>
          <a:p>
            <a:r>
              <a:t>          "quote": "記載例7\n記載例8"</a:t>
            </a:r>
          </a:p>
          <a:p>
            <a:r>
              <a:t>        }</a:t>
            </a:r>
          </a:p>
          <a:p>
            <a:r>
              <a:t>      ],</a:t>
            </a:r>
          </a:p>
          <a:p>
            <a:r>
              <a:t>      "mode": "verbatim"</a:t>
            </a:r>
          </a:p>
          <a:p>
            <a:r>
              <a:t>    }</a:t>
            </a:r>
          </a:p>
          <a:p>
            <a:r>
              <a:t>  ],</a:t>
            </a:r>
          </a:p>
          <a:p>
            <a:r>
              <a:t>  "citations": {</a:t>
            </a:r>
          </a:p>
          <a:p>
            <a:r>
              <a:t>    "s001": "Public MIT sample: templates/freeform_parts_16x9.html section 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"970d49cce6466e9a016a8750c76b5703bd8b67407b6aa21e6b5b4195f1a90275"</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並列カード 2×2</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5447776" cy="2227716"/>
          </a:xfrm>
          <a:prstGeom prst="rect">
            <a:avLst/>
          </a:prstGeom>
          <a:solidFill>
            <a:srgbClr val="EFEEE8"/>
          </a:solidFill>
          <a:ln/>
        </p:spPr>
        <p:txBody>
          <a:bodyPr>
            <a:noAutofit/>
          </a:bodyPr>
          <a:p/>
        </p:txBody>
      </p:sp>
      <p:sp>
        <p:nvSpPr>
          <p:cNvPr id="11" name="shape:011"/>
          <p:cNvSpPr/>
          <p:nvPr/>
        </p:nvSpPr>
        <p:spPr>
          <a:xfrm>
            <a:off x="720072" y="1698768"/>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項目1：項目2（主語＋何をする で統一）</a:t>
            </a:r>
            <a:endParaRPr lang="en-US" sz="1100" dirty="0"/>
          </a:p>
        </p:txBody>
      </p:sp>
      <p:sp>
        <p:nvSpPr>
          <p:cNvPr id="12" name="shape:012"/>
          <p:cNvSpPr/>
          <p:nvPr/>
        </p:nvSpPr>
        <p:spPr>
          <a:xfrm>
            <a:off x="720072" y="1993392"/>
            <a:ext cx="5159776" cy="0"/>
          </a:xfrm>
          <a:prstGeom prst="line">
            <a:avLst/>
          </a:prstGeom>
          <a:noFill/>
          <a:ln w="9525">
            <a:solidFill>
              <a:srgbClr val="E2DCD2"/>
            </a:solidFill>
            <a:prstDash val="solid"/>
          </a:ln>
        </p:spPr>
        <p:txBody>
          <a:bodyPr>
            <a:noAutofit/>
          </a:bodyPr>
          <a:p/>
        </p:txBody>
      </p:sp>
      <p:sp>
        <p:nvSpPr>
          <p:cNvPr id="13" name="shape:013"/>
          <p:cNvSpPr/>
          <p:nvPr/>
        </p:nvSpPr>
        <p:spPr>
          <a:xfrm>
            <a:off x="720072" y="2084832"/>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p:txBody>
      </p:sp>
      <p:sp>
        <p:nvSpPr>
          <p:cNvPr id="14" name="shape:014"/>
          <p:cNvSpPr/>
          <p:nvPr/>
        </p:nvSpPr>
        <p:spPr>
          <a:xfrm>
            <a:off x="6167848" y="1572768"/>
            <a:ext cx="5447776" cy="2227716"/>
          </a:xfrm>
          <a:prstGeom prst="rect">
            <a:avLst/>
          </a:prstGeom>
          <a:solidFill>
            <a:srgbClr val="EFEEE8"/>
          </a:solidFill>
          <a:ln/>
        </p:spPr>
        <p:txBody>
          <a:bodyPr>
            <a:noAutofit/>
          </a:bodyPr>
          <a:p/>
        </p:txBody>
      </p:sp>
      <p:sp>
        <p:nvSpPr>
          <p:cNvPr id="15" name="shape:015"/>
          <p:cNvSpPr/>
          <p:nvPr/>
        </p:nvSpPr>
        <p:spPr>
          <a:xfrm>
            <a:off x="6311848" y="1698768"/>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項目3：項目4</a:t>
            </a:r>
            <a:endParaRPr lang="en-US" sz="1100" dirty="0"/>
          </a:p>
        </p:txBody>
      </p:sp>
      <p:sp>
        <p:nvSpPr>
          <p:cNvPr id="16" name="shape:016"/>
          <p:cNvSpPr/>
          <p:nvPr/>
        </p:nvSpPr>
        <p:spPr>
          <a:xfrm>
            <a:off x="6311848" y="1993392"/>
            <a:ext cx="5159776" cy="0"/>
          </a:xfrm>
          <a:prstGeom prst="line">
            <a:avLst/>
          </a:prstGeom>
          <a:noFill/>
          <a:ln w="9525">
            <a:solidFill>
              <a:srgbClr val="E2DCD2"/>
            </a:solidFill>
            <a:prstDash val="solid"/>
          </a:ln>
        </p:spPr>
        <p:txBody>
          <a:bodyPr>
            <a:noAutofit/>
          </a:bodyPr>
          <a:p/>
        </p:txBody>
      </p:sp>
      <p:sp>
        <p:nvSpPr>
          <p:cNvPr id="17" name="shape:017"/>
          <p:cNvSpPr/>
          <p:nvPr/>
        </p:nvSpPr>
        <p:spPr>
          <a:xfrm>
            <a:off x="6311848" y="2084832"/>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p:txBody>
      </p:sp>
      <p:sp>
        <p:nvSpPr>
          <p:cNvPr id="18" name="shape:018"/>
          <p:cNvSpPr/>
          <p:nvPr/>
        </p:nvSpPr>
        <p:spPr>
          <a:xfrm>
            <a:off x="576072" y="3944484"/>
            <a:ext cx="5447776" cy="2227716"/>
          </a:xfrm>
          <a:prstGeom prst="rect">
            <a:avLst/>
          </a:prstGeom>
          <a:solidFill>
            <a:srgbClr val="EFEEE8"/>
          </a:solidFill>
          <a:ln/>
        </p:spPr>
        <p:txBody>
          <a:bodyPr>
            <a:noAutofit/>
          </a:bodyPr>
          <a:p/>
        </p:txBody>
      </p:sp>
      <p:sp>
        <p:nvSpPr>
          <p:cNvPr id="19" name="shape:019"/>
          <p:cNvSpPr/>
          <p:nvPr/>
        </p:nvSpPr>
        <p:spPr>
          <a:xfrm>
            <a:off x="720072" y="4070484"/>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項目5：項目6</a:t>
            </a:r>
            <a:endParaRPr lang="en-US" sz="1100" dirty="0"/>
          </a:p>
        </p:txBody>
      </p:sp>
      <p:sp>
        <p:nvSpPr>
          <p:cNvPr id="20" name="shape:020"/>
          <p:cNvSpPr/>
          <p:nvPr/>
        </p:nvSpPr>
        <p:spPr>
          <a:xfrm>
            <a:off x="720072" y="4365108"/>
            <a:ext cx="5159776" cy="0"/>
          </a:xfrm>
          <a:prstGeom prst="line">
            <a:avLst/>
          </a:prstGeom>
          <a:noFill/>
          <a:ln w="9525">
            <a:solidFill>
              <a:srgbClr val="E2DCD2"/>
            </a:solidFill>
            <a:prstDash val="solid"/>
          </a:ln>
        </p:spPr>
        <p:txBody>
          <a:bodyPr>
            <a:noAutofit/>
          </a:bodyPr>
          <a:p/>
        </p:txBody>
      </p:sp>
      <p:sp>
        <p:nvSpPr>
          <p:cNvPr id="21" name="shape:021"/>
          <p:cNvSpPr/>
          <p:nvPr/>
        </p:nvSpPr>
        <p:spPr>
          <a:xfrm>
            <a:off x="720072" y="4456548"/>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22" name="shape:022"/>
          <p:cNvSpPr/>
          <p:nvPr/>
        </p:nvSpPr>
        <p:spPr>
          <a:xfrm>
            <a:off x="6167848" y="3944484"/>
            <a:ext cx="5447776" cy="2227716"/>
          </a:xfrm>
          <a:prstGeom prst="rect">
            <a:avLst/>
          </a:prstGeom>
          <a:solidFill>
            <a:srgbClr val="EFEEE8"/>
          </a:solidFill>
          <a:ln/>
        </p:spPr>
        <p:txBody>
          <a:bodyPr>
            <a:noAutofit/>
          </a:bodyPr>
          <a:p/>
        </p:txBody>
      </p:sp>
      <p:sp>
        <p:nvSpPr>
          <p:cNvPr id="23" name="shape:023"/>
          <p:cNvSpPr/>
          <p:nvPr/>
        </p:nvSpPr>
        <p:spPr>
          <a:xfrm>
            <a:off x="6311848" y="4070484"/>
            <a:ext cx="5159776" cy="258048"/>
          </a:xfrm>
          <a:prstGeom prst="rect">
            <a:avLst/>
          </a:prstGeom>
          <a:noFill/>
          <a:ln/>
        </p:spPr>
        <p:txBody>
          <a:bodyPr wrap="square" lIns="0" tIns="0" rIns="0" bIns="0" rtlCol="0" anchor="b">
            <a:noAutofit/>
          </a:bodyPr>
          <a:lstStyle/>
          <a:p>
            <a:pPr algn="l" indent="0" marL="0">
              <a:buNone/>
            </a:pPr>
            <a:r>
              <a:rPr lang="en-US" sz="1100" b="1" dirty="0">
                <a:solidFill>
                  <a:srgbClr val="322014"/>
                </a:solidFill>
                <a:latin typeface="Yu Gothic" pitchFamily="34" charset="0"/>
                <a:ea typeface="Yu Gothic" pitchFamily="34" charset="-122"/>
                <a:cs typeface="Yu Gothic" pitchFamily="34" charset="-120"/>
              </a:rPr>
              <a:t>項目7：項目8</a:t>
            </a:r>
            <a:endParaRPr lang="en-US" sz="1100" dirty="0"/>
          </a:p>
        </p:txBody>
      </p:sp>
      <p:sp>
        <p:nvSpPr>
          <p:cNvPr id="24" name="shape:024"/>
          <p:cNvSpPr/>
          <p:nvPr/>
        </p:nvSpPr>
        <p:spPr>
          <a:xfrm>
            <a:off x="6311848" y="4365108"/>
            <a:ext cx="5159776" cy="0"/>
          </a:xfrm>
          <a:prstGeom prst="line">
            <a:avLst/>
          </a:prstGeom>
          <a:noFill/>
          <a:ln w="9525">
            <a:solidFill>
              <a:srgbClr val="E2DCD2"/>
            </a:solidFill>
            <a:prstDash val="solid"/>
          </a:ln>
        </p:spPr>
        <p:txBody>
          <a:bodyPr>
            <a:noAutofit/>
          </a:bodyPr>
          <a:p/>
        </p:txBody>
      </p:sp>
      <p:sp>
        <p:nvSpPr>
          <p:cNvPr id="25" name="shape:025"/>
          <p:cNvSpPr/>
          <p:nvPr/>
        </p:nvSpPr>
        <p:spPr>
          <a:xfrm>
            <a:off x="6311848" y="4456548"/>
            <a:ext cx="5141776" cy="1607652"/>
          </a:xfrm>
          <a:prstGeom prst="rect">
            <a:avLst/>
          </a:prstGeom>
          <a:noFill/>
          <a:ln/>
        </p:spPr>
        <p:txBody>
          <a:bodyPr wrap="square" lIns="0" tIns="0" rIns="0" bIns="0" rtlCol="0" anchor="t">
            <a:noAutofit/>
          </a:bodyPr>
          <a:lstStyle/>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記載例7</a:t>
            </a:r>
            <a:endParaRPr lang="en-US" sz="1000" dirty="0"/>
          </a:p>
          <a:p>
            <a:pPr marL="152400" indent="-152400">
              <a:spcAft>
                <a:spcPts val="400"/>
              </a:spcAft>
              <a:buSzPct val="100000"/>
              <a:buChar char="•"/>
            </a:pPr>
            <a:r>
              <a:rPr lang="en-US" sz="1000" dirty="0">
                <a:solidFill>
                  <a:srgbClr val="322014"/>
                </a:solidFill>
                <a:latin typeface="Yu Gothic" pitchFamily="34" charset="0"/>
                <a:ea typeface="Yu Gothic" pitchFamily="34" charset="-122"/>
                <a:cs typeface="Yu Gothic" pitchFamily="34" charset="-120"/>
              </a:rPr>
              <a:t>記載例8</a:t>
            </a:r>
            <a:endParaRPr lang="en-US" sz="1000" dirty="0"/>
          </a:p>
        </p:txBody>
      </p:sp>
      <p:sp>
        <p:nvSpPr>
          <p:cNvPr id="2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