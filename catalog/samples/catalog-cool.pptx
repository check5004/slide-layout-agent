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3"/>
          <c:w val="1"/>
          <c:h val="0.96"/>
        </c:manualLayout>
      </c:layout>
      <c:barChart>
        <c:barDir val="col"/>
        <c:grouping val="clustered"/>
        <c:varyColors val="0"/>
        <c:ser>
          <c:idx val="0"/>
          <c:order val="0"/>
          <c:tx>
            <c:strRef>
              <c:f>Sheet1!$B$1</c:f>
              <c:strCache>
                <c:ptCount val="1"/>
                <c:pt idx="0">
                  <c:v>指標名</c:v>
                </c:pt>
              </c:strCache>
            </c:strRef>
          </c:tx>
          <c:spPr>
            <a:solidFill>
              <a:srgbClr val="1E5F8C"/>
            </a:solidFill>
            <a:effectLst/>
          </c:spPr>
          <c:invertIfNegative val="0"/>
          <c:dLbls>
            <c:numFmt formatCode="#,##0" sourceLinked="0"/>
            <c:txPr>
              <a:bodyPr/>
              <a:lstStyle/>
              <a:p>
                <a:pPr>
                  <a:defRPr b="0" i="0" strike="noStrike" sz="900" u="none">
                    <a:solidFill>
                      <a:srgbClr val="071B2C"/>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E5F8C"/>
              </a:solidFill>
              <a:effectLst/>
            </c:spPr>
          </c:dPt>
          <c:dPt>
            <c:idx val="1"/>
            <c:invertIfNegative val="0"/>
            <c:bubble3D val="0"/>
            <c:spPr>
              <a:solidFill>
                <a:srgbClr val="1E5F8C"/>
              </a:solidFill>
              <a:effectLst/>
            </c:spPr>
          </c:dPt>
          <c:dPt>
            <c:idx val="2"/>
            <c:invertIfNegative val="0"/>
            <c:bubble3D val="0"/>
            <c:spPr>
              <a:solidFill>
                <a:srgbClr val="1E5F8C"/>
              </a:solidFill>
              <a:effectLst/>
            </c:spPr>
          </c:dPt>
          <c:dPt>
            <c:idx val="3"/>
            <c:invertIfNegative val="0"/>
            <c:bubble3D val="0"/>
            <c:spPr>
              <a:solidFill>
                <a:srgbClr val="1E5F8C"/>
              </a:solidFill>
              <a:effectLst/>
            </c:spPr>
          </c:dPt>
          <c:dPt>
            <c:idx val="4"/>
            <c:invertIfNegative val="0"/>
            <c:bubble3D val="0"/>
            <c:spPr>
              <a:solidFill>
                <a:srgbClr val="1E5F8C"/>
              </a:solidFill>
              <a:effectLst/>
            </c:spPr>
          </c:dPt>
          <c:dPt>
            <c:idx val="5"/>
            <c:invertIfNegative val="0"/>
            <c:bubble3D val="0"/>
            <c:spPr>
              <a:solidFill>
                <a:srgbClr val="79C8DC"/>
              </a:solidFill>
              <a:effectLst/>
            </c:spPr>
          </c:dPt>
          <c:dPt>
            <c:idx val="6"/>
            <c:invertIfNegative val="0"/>
            <c:bubble3D val="0"/>
            <c:spPr>
              <a:solidFill>
                <a:srgbClr val="79C8DC"/>
              </a:solidFill>
              <a:effectLst/>
            </c:spPr>
          </c:dPt>
          <c:dPt>
            <c:idx val="7"/>
            <c:invertIfNegative val="0"/>
            <c:bubble3D val="0"/>
            <c:spPr>
              <a:solidFill>
                <a:srgbClr val="79C8DC"/>
              </a:solidFill>
              <a:effectLst/>
            </c:spPr>
          </c:dPt>
          <c:dPt>
            <c:idx val="8"/>
            <c:invertIfNegative val="0"/>
            <c:bubble3D val="0"/>
            <c:spPr>
              <a:solidFill>
                <a:srgbClr val="79C8DC"/>
              </a:solidFill>
              <a:effectLst/>
            </c:spPr>
          </c:dPt>
          <c:dPt>
            <c:idx val="9"/>
            <c:invertIfNegative val="0"/>
            <c:bubble3D val="0"/>
            <c:spPr>
              <a:solidFill>
                <a:srgbClr val="79C8DC"/>
              </a:solidFill>
              <a:effectLst/>
            </c:spPr>
          </c:dPt>
          <c:dPt>
            <c:idx val="10"/>
            <c:invertIfNegative val="0"/>
            <c:bubble3D val="0"/>
            <c:spPr>
              <a:solidFill>
                <a:srgbClr val="79C8DC"/>
              </a:solidFill>
              <a:effectLst/>
            </c:spPr>
          </c:dPt>
          <c:dPt>
            <c:idx val="11"/>
            <c:invertIfNegative val="0"/>
            <c:bubble3D val="0"/>
            <c:spPr>
              <a:solidFill>
                <a:srgbClr val="79C8DC"/>
              </a:solidFill>
              <a:effectLst/>
            </c:spPr>
          </c:dPt>
          <c:dPt>
            <c:idx val="12"/>
            <c:invertIfNegative val="0"/>
            <c:bubble3D val="0"/>
            <c:spPr>
              <a:solidFill>
                <a:srgbClr val="79C8DC"/>
              </a:solidFill>
              <a:effectLst/>
            </c:spPr>
          </c:dPt>
          <c:dPt>
            <c:idx val="13"/>
            <c:invertIfNegative val="0"/>
            <c:bubble3D val="0"/>
            <c:spPr>
              <a:solidFill>
                <a:srgbClr val="79C8DC"/>
              </a:solidFill>
              <a:effectLst/>
            </c:spPr>
          </c:dPt>
          <c:dPt>
            <c:idx val="14"/>
            <c:invertIfNegative val="0"/>
            <c:bubble3D val="0"/>
            <c:spPr>
              <a:solidFill>
                <a:srgbClr val="79C8DC"/>
              </a:solidFill>
              <a:effectLst/>
            </c:spPr>
          </c:dPt>
          <c:dPt>
            <c:idx val="15"/>
            <c:invertIfNegative val="0"/>
            <c:bubble3D val="0"/>
            <c:spPr>
              <a:solidFill>
                <a:srgbClr val="79C8DC"/>
              </a:solidFill>
              <a:effectLst/>
            </c:spPr>
          </c:dPt>
          <c:dPt>
            <c:idx val="16"/>
            <c:invertIfNegative val="0"/>
            <c:bubble3D val="0"/>
            <c:spPr>
              <a:solidFill>
                <a:srgbClr val="79C8DC"/>
              </a:solidFill>
              <a:effectLst/>
            </c:spPr>
          </c:dPt>
          <c:dPt>
            <c:idx val="17"/>
            <c:invertIfNegative val="0"/>
            <c:bubble3D val="0"/>
            <c:spPr>
              <a:solidFill>
                <a:srgbClr val="79C8DC"/>
              </a:solidFill>
              <a:effectLst/>
            </c:spPr>
          </c:dPt>
          <c:dPt>
            <c:idx val="18"/>
            <c:invertIfNegative val="0"/>
            <c:bubble3D val="0"/>
            <c:spPr>
              <a:solidFill>
                <a:srgbClr val="79C8DC"/>
              </a:solidFill>
              <a:effectLst/>
            </c:spPr>
          </c:dPt>
          <c:dPt>
            <c:idx val="19"/>
            <c:invertIfNegative val="0"/>
            <c:bubble3D val="0"/>
            <c:spPr>
              <a:solidFill>
                <a:srgbClr val="79C8DC"/>
              </a:solidFill>
              <a:effectLst/>
            </c:spPr>
          </c:dPt>
          <c:dPt>
            <c:idx val="20"/>
            <c:invertIfNegative val="0"/>
            <c:bubble3D val="0"/>
            <c:spPr>
              <a:solidFill>
                <a:srgbClr val="79C8DC"/>
              </a:solidFill>
              <a:effectLst/>
            </c:spPr>
          </c:dPt>
          <c:dPt>
            <c:idx val="21"/>
            <c:invertIfNegative val="0"/>
            <c:bubble3D val="0"/>
            <c:spPr>
              <a:solidFill>
                <a:srgbClr val="79C8DC"/>
              </a:solidFill>
              <a:effectLst/>
            </c:spPr>
          </c:dPt>
          <c:dPt>
            <c:idx val="22"/>
            <c:invertIfNegative val="0"/>
            <c:bubble3D val="0"/>
            <c:spPr>
              <a:solidFill>
                <a:srgbClr val="79C8DC"/>
              </a:solidFill>
              <a:effectLst/>
            </c:spPr>
          </c:dPt>
          <c:dPt>
            <c:idx val="23"/>
            <c:invertIfNegative val="0"/>
            <c:bubble3D val="0"/>
            <c:spPr>
              <a:solidFill>
                <a:srgbClr val="79C8DC"/>
              </a:solidFill>
              <a:effectLst/>
            </c:spPr>
          </c:dPt>
          <c:dPt>
            <c:idx val="24"/>
            <c:invertIfNegative val="0"/>
            <c:bubble3D val="0"/>
            <c:spPr>
              <a:solidFill>
                <a:srgbClr val="79C8DC"/>
              </a:solidFill>
              <a:effectLst/>
            </c:spPr>
          </c:dPt>
          <c:dPt>
            <c:idx val="25"/>
            <c:invertIfNegative val="0"/>
            <c:bubble3D val="0"/>
            <c:spPr>
              <a:solidFill>
                <a:srgbClr val="79C8DC"/>
              </a:solidFill>
              <a:effectLst/>
            </c:spPr>
          </c:dPt>
          <c:dPt>
            <c:idx val="26"/>
            <c:invertIfNegative val="0"/>
            <c:bubble3D val="0"/>
            <c:spPr>
              <a:solidFill>
                <a:srgbClr val="79C8DC"/>
              </a:solidFill>
              <a:effectLst/>
            </c:spPr>
          </c:dPt>
          <c:dPt>
            <c:idx val="27"/>
            <c:invertIfNegative val="0"/>
            <c:bubble3D val="0"/>
            <c:spPr>
              <a:solidFill>
                <a:srgbClr val="79C8DC"/>
              </a:solidFill>
              <a:effectLst/>
            </c:spPr>
          </c:dPt>
          <c:dPt>
            <c:idx val="28"/>
            <c:invertIfNegative val="0"/>
            <c:bubble3D val="0"/>
            <c:spPr>
              <a:solidFill>
                <a:srgbClr val="79C8DC"/>
              </a:solidFill>
              <a:effectLst/>
            </c:spPr>
          </c:dPt>
          <c:dPt>
            <c:idx val="29"/>
            <c:invertIfNegative val="0"/>
            <c:bubble3D val="0"/>
            <c:spPr>
              <a:solidFill>
                <a:srgbClr val="79C8DC"/>
              </a:solidFill>
              <a:effectLst/>
            </c:spPr>
          </c:dPt>
          <c:dPt>
            <c:idx val="30"/>
            <c:invertIfNegative val="0"/>
            <c:bubble3D val="0"/>
            <c:spPr>
              <a:solidFill>
                <a:srgbClr val="79C8DC"/>
              </a:solidFill>
              <a:effectLst/>
            </c:spPr>
          </c:dPt>
          <c:dPt>
            <c:idx val="31"/>
            <c:invertIfNegative val="0"/>
            <c:bubble3D val="0"/>
            <c:spPr>
              <a:solidFill>
                <a:srgbClr val="79C8DC"/>
              </a:solidFill>
              <a:effectLst/>
            </c:spPr>
          </c:dPt>
          <c:dPt>
            <c:idx val="32"/>
            <c:invertIfNegative val="0"/>
            <c:bubble3D val="0"/>
            <c:spPr>
              <a:solidFill>
                <a:srgbClr val="79C8DC"/>
              </a:solidFill>
              <a:effectLst/>
            </c:spPr>
          </c:dPt>
          <c:dPt>
            <c:idx val="33"/>
            <c:invertIfNegative val="0"/>
            <c:bubble3D val="0"/>
            <c:spPr>
              <a:solidFill>
                <a:srgbClr val="79C8DC"/>
              </a:solidFill>
              <a:effectLst/>
            </c:spPr>
          </c:dPt>
          <c:dPt>
            <c:idx val="34"/>
            <c:invertIfNegative val="0"/>
            <c:bubble3D val="0"/>
            <c:spPr>
              <a:solidFill>
                <a:srgbClr val="79C8DC"/>
              </a:solidFill>
              <a:effectLst/>
            </c:spPr>
          </c:dPt>
          <c:dPt>
            <c:idx val="35"/>
            <c:invertIfNegative val="0"/>
            <c:bubble3D val="0"/>
            <c:spPr>
              <a:solidFill>
                <a:srgbClr val="79C8DC"/>
              </a:solidFill>
              <a:effectLst/>
            </c:spPr>
          </c:dPt>
          <c:dPt>
            <c:idx val="36"/>
            <c:invertIfNegative val="0"/>
            <c:bubble3D val="0"/>
            <c:spPr>
              <a:solidFill>
                <a:srgbClr val="79C8DC"/>
              </a:solidFill>
              <a:effectLst/>
            </c:spPr>
          </c:dPt>
          <c:dPt>
            <c:idx val="37"/>
            <c:invertIfNegative val="0"/>
            <c:bubble3D val="0"/>
            <c:spPr>
              <a:solidFill>
                <a:srgbClr val="79C8DC"/>
              </a:solidFill>
              <a:effectLst/>
            </c:spPr>
          </c:dPt>
          <c:dPt>
            <c:idx val="38"/>
            <c:invertIfNegative val="0"/>
            <c:bubble3D val="0"/>
            <c:spPr>
              <a:solidFill>
                <a:srgbClr val="79C8DC"/>
              </a:solidFill>
              <a:effectLst/>
            </c:spPr>
          </c:dPt>
          <c:dPt>
            <c:idx val="39"/>
            <c:invertIfNegative val="0"/>
            <c:bubble3D val="0"/>
            <c:spPr>
              <a:solidFill>
                <a:srgbClr val="79C8DC"/>
              </a:solidFill>
              <a:effectLst/>
            </c:spPr>
          </c:dPt>
          <c:dPt>
            <c:idx val="40"/>
            <c:invertIfNegative val="0"/>
            <c:bubble3D val="0"/>
            <c:spPr>
              <a:solidFill>
                <a:srgbClr val="79C8DC"/>
              </a:solidFill>
              <a:effectLst/>
            </c:spPr>
          </c:dPt>
          <c:dPt>
            <c:idx val="41"/>
            <c:invertIfNegative val="0"/>
            <c:bubble3D val="0"/>
            <c:spPr>
              <a:solidFill>
                <a:srgbClr val="79C8DC"/>
              </a:solidFill>
              <a:effectLst/>
            </c:spPr>
          </c:dPt>
          <c:dPt>
            <c:idx val="42"/>
            <c:invertIfNegative val="0"/>
            <c:bubble3D val="0"/>
            <c:spPr>
              <a:solidFill>
                <a:srgbClr val="79C8DC"/>
              </a:solidFill>
              <a:effectLst/>
            </c:spPr>
          </c:dPt>
          <c:dPt>
            <c:idx val="43"/>
            <c:invertIfNegative val="0"/>
            <c:bubble3D val="0"/>
            <c:spPr>
              <a:solidFill>
                <a:srgbClr val="79C8DC"/>
              </a:solidFill>
              <a:effectLst/>
            </c:spPr>
          </c:dPt>
          <c:dPt>
            <c:idx val="44"/>
            <c:invertIfNegative val="0"/>
            <c:bubble3D val="0"/>
            <c:spPr>
              <a:solidFill>
                <a:srgbClr val="79C8DC"/>
              </a:solidFill>
              <a:effectLst/>
            </c:spPr>
          </c:dPt>
          <c:dPt>
            <c:idx val="45"/>
            <c:invertIfNegative val="0"/>
            <c:bubble3D val="0"/>
            <c:spPr>
              <a:solidFill>
                <a:srgbClr val="79C8DC"/>
              </a:solidFill>
              <a:effectLst/>
            </c:spPr>
          </c:dPt>
          <c:dPt>
            <c:idx val="46"/>
            <c:invertIfNegative val="0"/>
            <c:bubble3D val="0"/>
            <c:spPr>
              <a:solidFill>
                <a:srgbClr val="79C8DC"/>
              </a:solidFill>
              <a:effectLst/>
            </c:spPr>
          </c:dPt>
          <c:dPt>
            <c:idx val="47"/>
            <c:invertIfNegative val="0"/>
            <c:bubble3D val="0"/>
            <c:spPr>
              <a:solidFill>
                <a:srgbClr val="79C8DC"/>
              </a:solidFill>
              <a:effectLst/>
            </c:spPr>
          </c:dPt>
          <c:dPt>
            <c:idx val="48"/>
            <c:invertIfNegative val="0"/>
            <c:bubble3D val="0"/>
            <c:spPr>
              <a:solidFill>
                <a:srgbClr val="79C8DC"/>
              </a:solidFill>
              <a:effectLst/>
            </c:spPr>
          </c:dPt>
          <c:dPt>
            <c:idx val="49"/>
            <c:invertIfNegative val="0"/>
            <c:bubble3D val="0"/>
            <c:spPr>
              <a:solidFill>
                <a:srgbClr val="79C8DC"/>
              </a:solidFill>
              <a:effectLst/>
            </c:spPr>
          </c:dPt>
          <c:cat>
            <c:strRef>
              <c:f>Sheet1!$A$2:$A$51</c:f>
              <c:strCache>
                <c:ptCount val="50"/>
                <c:pt idx="0">
                  <c:v>項目1</c:v>
                </c:pt>
                <c:pt idx="1">
                  <c:v>項目2</c:v>
                </c:pt>
                <c:pt idx="2">
                  <c:v>項目3</c:v>
                </c:pt>
                <c:pt idx="3">
                  <c:v>項目4</c:v>
                </c:pt>
                <c:pt idx="4">
                  <c:v>項目5</c:v>
                </c:pt>
                <c:pt idx="5">
                  <c:v>項目6</c:v>
                </c:pt>
                <c:pt idx="6">
                  <c:v>項目7</c:v>
                </c:pt>
                <c:pt idx="7">
                  <c:v>項目8</c:v>
                </c:pt>
                <c:pt idx="8">
                  <c:v>項目9</c:v>
                </c:pt>
                <c:pt idx="9">
                  <c:v>項目10</c:v>
                </c:pt>
                <c:pt idx="10">
                  <c:v>項目11</c:v>
                </c:pt>
                <c:pt idx="11">
                  <c:v>項目12</c:v>
                </c:pt>
                <c:pt idx="12">
                  <c:v>項目13</c:v>
                </c:pt>
                <c:pt idx="13">
                  <c:v>項目14</c:v>
                </c:pt>
                <c:pt idx="14">
                  <c:v>項目15</c:v>
                </c:pt>
                <c:pt idx="15">
                  <c:v>項目16</c:v>
                </c:pt>
                <c:pt idx="16">
                  <c:v>項目17</c:v>
                </c:pt>
                <c:pt idx="17">
                  <c:v>項目18</c:v>
                </c:pt>
                <c:pt idx="18">
                  <c:v>項目19</c:v>
                </c:pt>
                <c:pt idx="19">
                  <c:v>項目20</c:v>
                </c:pt>
                <c:pt idx="20">
                  <c:v>項目21</c:v>
                </c:pt>
                <c:pt idx="21">
                  <c:v>項目22</c:v>
                </c:pt>
                <c:pt idx="22">
                  <c:v>項目23</c:v>
                </c:pt>
                <c:pt idx="23">
                  <c:v>項目24</c:v>
                </c:pt>
                <c:pt idx="24">
                  <c:v>項目25</c:v>
                </c:pt>
                <c:pt idx="25">
                  <c:v>項目26</c:v>
                </c:pt>
                <c:pt idx="26">
                  <c:v>項目27</c:v>
                </c:pt>
                <c:pt idx="27">
                  <c:v>項目28</c:v>
                </c:pt>
                <c:pt idx="28">
                  <c:v>項目29</c:v>
                </c:pt>
                <c:pt idx="29">
                  <c:v>項目30</c:v>
                </c:pt>
                <c:pt idx="30">
                  <c:v>項目31</c:v>
                </c:pt>
                <c:pt idx="31">
                  <c:v>項目32</c:v>
                </c:pt>
                <c:pt idx="32">
                  <c:v>項目33</c:v>
                </c:pt>
                <c:pt idx="33">
                  <c:v>項目34</c:v>
                </c:pt>
                <c:pt idx="34">
                  <c:v>項目35</c:v>
                </c:pt>
                <c:pt idx="35">
                  <c:v>項目36</c:v>
                </c:pt>
                <c:pt idx="36">
                  <c:v>項目37</c:v>
                </c:pt>
                <c:pt idx="37">
                  <c:v>項目38</c:v>
                </c:pt>
                <c:pt idx="38">
                  <c:v>項目39</c:v>
                </c:pt>
                <c:pt idx="39">
                  <c:v>項目40</c:v>
                </c:pt>
                <c:pt idx="40">
                  <c:v>項目41</c:v>
                </c:pt>
                <c:pt idx="41">
                  <c:v>項目42</c:v>
                </c:pt>
                <c:pt idx="42">
                  <c:v>項目43</c:v>
                </c:pt>
                <c:pt idx="43">
                  <c:v>項目44</c:v>
                </c:pt>
                <c:pt idx="44">
                  <c:v>項目45</c:v>
                </c:pt>
                <c:pt idx="45">
                  <c:v>項目46</c:v>
                </c:pt>
                <c:pt idx="46">
                  <c:v>項目47</c:v>
                </c:pt>
                <c:pt idx="47">
                  <c:v>項目48</c:v>
                </c:pt>
                <c:pt idx="48">
                  <c:v>項目49</c:v>
                </c:pt>
                <c:pt idx="49">
                  <c:v>項目50</c:v>
                </c:pt>
              </c:strCache>
            </c:strRef>
          </c:cat>
          <c:val>
            <c:numRef>
              <c:f>Sheet1!$B$2:$B$51</c:f>
              <c:numCache>
                <c:formatCode>General</c:formatCode>
                <c:ptCount val="50"/>
                <c:pt idx="0">
                  <c:v>240.0</c:v>
                </c:pt>
                <c:pt idx="1">
                  <c:v>224.0</c:v>
                </c:pt>
                <c:pt idx="2">
                  <c:v>210.0</c:v>
                </c:pt>
                <c:pt idx="3">
                  <c:v>192.0</c:v>
                </c:pt>
                <c:pt idx="4">
                  <c:v>180.0</c:v>
                </c:pt>
                <c:pt idx="5">
                  <c:v>154.0</c:v>
                </c:pt>
                <c:pt idx="6">
                  <c:v>140.0</c:v>
                </c:pt>
                <c:pt idx="7">
                  <c:v>130.0</c:v>
                </c:pt>
                <c:pt idx="8">
                  <c:v>118.0</c:v>
                </c:pt>
                <c:pt idx="9">
                  <c:v>110.0</c:v>
                </c:pt>
                <c:pt idx="10">
                  <c:v>100.0</c:v>
                </c:pt>
                <c:pt idx="11">
                  <c:v>92.0</c:v>
                </c:pt>
                <c:pt idx="12">
                  <c:v>86.0</c:v>
                </c:pt>
                <c:pt idx="13">
                  <c:v>80.0</c:v>
                </c:pt>
                <c:pt idx="14">
                  <c:v>74.0</c:v>
                </c:pt>
                <c:pt idx="15">
                  <c:v>70.0</c:v>
                </c:pt>
                <c:pt idx="16">
                  <c:v>64.0</c:v>
                </c:pt>
                <c:pt idx="17">
                  <c:v>60.0</c:v>
                </c:pt>
                <c:pt idx="18">
                  <c:v>56.0</c:v>
                </c:pt>
                <c:pt idx="19">
                  <c:v>52.0</c:v>
                </c:pt>
                <c:pt idx="20">
                  <c:v>48.0</c:v>
                </c:pt>
                <c:pt idx="21">
                  <c:v>45.0</c:v>
                </c:pt>
                <c:pt idx="22">
                  <c:v>42.0</c:v>
                </c:pt>
                <c:pt idx="23">
                  <c:v>39.0</c:v>
                </c:pt>
                <c:pt idx="24">
                  <c:v>36.0</c:v>
                </c:pt>
                <c:pt idx="25">
                  <c:v>33.0</c:v>
                </c:pt>
                <c:pt idx="26">
                  <c:v>31.0</c:v>
                </c:pt>
                <c:pt idx="27">
                  <c:v>29.0</c:v>
                </c:pt>
                <c:pt idx="28">
                  <c:v>27.0</c:v>
                </c:pt>
                <c:pt idx="29">
                  <c:v>25.0</c:v>
                </c:pt>
                <c:pt idx="30">
                  <c:v>23.0</c:v>
                </c:pt>
                <c:pt idx="31">
                  <c:v>21.0</c:v>
                </c:pt>
                <c:pt idx="32">
                  <c:v>20.0</c:v>
                </c:pt>
                <c:pt idx="33">
                  <c:v>18.0</c:v>
                </c:pt>
                <c:pt idx="34">
                  <c:v>17.0</c:v>
                </c:pt>
                <c:pt idx="35">
                  <c:v>15.0</c:v>
                </c:pt>
                <c:pt idx="36">
                  <c:v>14.0</c:v>
                </c:pt>
                <c:pt idx="37">
                  <c:v>13.0</c:v>
                </c:pt>
                <c:pt idx="38">
                  <c:v>12.0</c:v>
                </c:pt>
                <c:pt idx="39">
                  <c:v>11.0</c:v>
                </c:pt>
                <c:pt idx="40">
                  <c:v>10.0</c:v>
                </c:pt>
                <c:pt idx="41">
                  <c:v>9.0</c:v>
                </c:pt>
                <c:pt idx="42">
                  <c:v>8.0</c:v>
                </c:pt>
                <c:pt idx="43">
                  <c:v>8.0</c:v>
                </c:pt>
                <c:pt idx="44">
                  <c:v>7.0</c:v>
                </c:pt>
                <c:pt idx="45">
                  <c:v>6.0</c:v>
                </c:pt>
                <c:pt idx="46">
                  <c:v>6.0</c:v>
                </c:pt>
                <c:pt idx="47">
                  <c:v>5.0</c:v>
                </c:pt>
                <c:pt idx="48">
                  <c:v>5.0</c:v>
                </c:pt>
                <c:pt idx="49">
                  <c:v>4.0</c:v>
                </c:pt>
              </c:numCache>
            </c:numRef>
          </c:val>
        </c:ser>
        <c:dLbls>
          <c:numFmt formatCode="#,##0" sourceLinked="0"/>
          <c:txPr>
            <a:bodyPr/>
            <a:lstStyle/>
            <a:p>
              <a:pPr>
                <a:defRPr b="0" i="0" strike="noStrike" sz="900" u="none">
                  <a:solidFill>
                    <a:srgbClr val="071B2C"/>
                  </a:solidFill>
                  <a:latin typeface="Yu Gothic"/>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none"/>
        <c:spPr>
          <a:ln w="19050" cap="flat">
            <a:solidFill>
              <a:srgbClr val="071B2C"/>
            </a:solidFill>
            <a:prstDash val="solid"/>
            <a:round/>
          </a:ln>
        </c:spPr>
        <c:txPr>
          <a:bodyPr/>
          <a:lstStyle/>
          <a:p>
            <a:pPr>
              <a:defRPr sz="900" b="0" i="0" u="none" strike="noStrike">
                <a:solidFill>
                  <a:srgbClr val="071B2C"/>
                </a:solidFill>
                <a:latin typeface="Yu Gothic"/>
              </a:defRPr>
            </a:pPr>
            <a:endParaRPr lang="en-US"/>
          </a:p>
        </c:txPr>
        <c:crossAx val="2094734552"/>
        <c:crosses val="autoZero"/>
        <c:auto val="1"/>
        <c:lblAlgn val="ctr"/>
        <c:noMultiLvlLbl val="1"/>
      </c:catAx>
      <c:valAx>
        <c:axId val="2094734552"/>
        <c:scaling>
          <c:orientation val="minMax"/>
          <c:max val="2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1804163723104564"/>
          <c:y val="0.03496349552078774"/>
          <c:w val="0.9476700070645491"/>
          <c:h val="0.9067640119445659"/>
        </c:manualLayout>
      </c:layout>
      <c:scatterChart>
        <c:scatterStyle val="lineMarker"/>
        <c:varyColors val="0"/>
        <c:ser>
          <c:idx val="0"/>
          <c:order val="0"/>
          <c:tx>
            <c:strRef>
              <c:f>Sheet1!$B$1</c:f>
              <c:strCache>
                <c:ptCount val="1"/>
                <c:pt idx="0">
                  <c:v>Y</c:v>
                </c:pt>
              </c:strCache>
            </c:strRef>
          </c:tx>
          <c:spPr>
            <a:solidFill>
              <a:srgbClr val="071B2C"/>
            </a:solidFill>
            <a:ln>
              <a:noFill/>
            </a:ln>
            <a:effectLst/>
          </c:spPr>
          <c:marker>
            <c:symbol val="circle"/>
            <c:size val="10"/>
            <c:spPr>
              <a:solidFill>
                <a:srgbClr val="071B2C"/>
              </a:solidFill>
              <a:ln w="9525" cap="flat">
                <a:solidFill>
                  <a:srgbClr val="071B2C"/>
                </a:solidFill>
                <a:prstDash val="solid"/>
                <a:round/>
              </a:ln>
              <a:effectLst/>
            </c:spPr>
          </c:marker>
          <c:dLbls>
            <c:dLbl>
              <c:idx val="0"/>
              <c:tx>
                <c:rich>
                  <a:bodyPr/>
                  <a:lstStyle/>
                  <a:p>
                    <a:pPr>
                      <a:defRPr/>
                    </a:pPr>
                    <a:r>
                      <a:rPr lang="en-US" dirty="0"/>
                      <a:t>項目5</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ade0-50b2-6a75-783b5cfd5b6c}"/>
                </c:ext>
              </c:extLst>
            </c:dLbl>
            <c:dLbl>
              <c:idx val="1"/>
              <c:tx>
                <c:rich>
                  <a:bodyPr/>
                  <a:lstStyle/>
                  <a:p>
                    <a:pPr>
                      <a:defRPr/>
                    </a:pPr>
                    <a:r>
                      <a:rPr lang="en-US" dirty="0"/>
                      <a:t>項目6</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ade0-50b2-6a75-783b5cfd5b6c}"/>
                </c:ext>
              </c:extLst>
            </c:dLbl>
            <c:dLbl>
              <c:idx val="2"/>
              <c:tx>
                <c:rich>
                  <a:bodyPr/>
                  <a:lstStyle/>
                  <a:p>
                    <a:pPr>
                      <a:defRPr/>
                    </a:pPr>
                    <a:r>
                      <a:rPr lang="en-US" dirty="0"/>
                      <a:t>項目7</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ade0-50b2-6a75-783b5cfd5b6c}"/>
                </c:ext>
              </c:extLst>
            </c:dLbl>
            <c:dLbl>
              <c:idx val="3"/>
              <c:tx>
                <c:rich>
                  <a:bodyPr/>
                  <a:lstStyle/>
                  <a:p>
                    <a:pPr>
                      <a:defRPr/>
                    </a:pPr>
                    <a:r>
                      <a:rPr lang="en-US" dirty="0"/>
                      <a:t>項目8</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ade0-50b2-6a75-783b5cfd5b6c}"/>
                </c:ext>
              </c:extLst>
            </c:dLbl>
            <c:dLbl>
              <c:idx val="4"/>
              <c:tx>
                <c:rich>
                  <a:bodyPr/>
                  <a:lstStyle/>
                  <a:p>
                    <a:pPr>
                      <a:defRPr/>
                    </a:pPr>
                    <a:r>
                      <a:rPr lang="en-US" dirty="0"/>
                      <a:t>項目9</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ade0-50b2-6a75-783b5cfd5b6c}"/>
                </c:ext>
              </c:extLst>
            </c:dLbl>
            <c:dLbl>
              <c:idx val="5"/>
              <c:tx>
                <c:rich>
                  <a:bodyPr/>
                  <a:lstStyle/>
                  <a:p>
                    <a:pPr>
                      <a:defRPr/>
                    </a:pPr>
                    <a:r>
                      <a:rPr lang="en-US" dirty="0"/>
                      <a:t>項目10</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ade0-50b2-6a75-783b5cfd5b6c}"/>
                </c:ext>
              </c:extLst>
            </c:dLbl>
            <c:dLbl>
              <c:idx val="6"/>
              <c:tx>
                <c:rich>
                  <a:bodyPr/>
                  <a:lstStyle/>
                  <a:p>
                    <a:pPr>
                      <a:defRPr/>
                    </a:pPr>
                    <a:r>
                      <a:rPr lang="en-US" dirty="0"/>
                      <a:t>項目11</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ade0-50b2-6a75-783b5cfd5b6c}"/>
                </c:ext>
              </c:extLst>
            </c:dLbl>
            <c:dLbl>
              <c:idx val="7"/>
              <c:tx>
                <c:rich>
                  <a:bodyPr/>
                  <a:lstStyle/>
                  <a:p>
                    <a:pPr>
                      <a:defRPr/>
                    </a:pPr>
                    <a:r>
                      <a:rPr lang="en-US" dirty="0"/>
                      <a:t>項目12</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ade0-50b2-6a75-783b5cfd5b6c}"/>
                </c:ext>
              </c:extLst>
            </c:dLbl>
          </c:dLbls>
          <c:xVal>
            <c:numRef>
              <c:f>Sheet1!$A$2:$A$9</c:f>
              <c:numCache>
                <c:formatCode>General</c:formatCode>
                <c:ptCount val="8"/>
                <c:pt idx="0">
                  <c:v>10.0</c:v>
                </c:pt>
                <c:pt idx="1">
                  <c:v>20.0</c:v>
                </c:pt>
                <c:pt idx="2">
                  <c:v>32.0</c:v>
                </c:pt>
                <c:pt idx="3">
                  <c:v>41.0</c:v>
                </c:pt>
                <c:pt idx="4">
                  <c:v>56.0</c:v>
                </c:pt>
                <c:pt idx="5">
                  <c:v>65.0</c:v>
                </c:pt>
                <c:pt idx="6">
                  <c:v>78.0</c:v>
                </c:pt>
                <c:pt idx="7">
                  <c:v>90.0</c:v>
                </c:pt>
              </c:numCache>
            </c:numRef>
          </c:xVal>
          <c:yVal>
            <c:numRef>
              <c:f>Sheet1!$B$2:$B$9</c:f>
              <c:numCache>
                <c:formatCode>General</c:formatCode>
                <c:ptCount val="8"/>
                <c:pt idx="0">
                  <c:v>17.0</c:v>
                </c:pt>
                <c:pt idx="1">
                  <c:v>29.0</c:v>
                </c:pt>
                <c:pt idx="2">
                  <c:v>24.0</c:v>
                </c:pt>
                <c:pt idx="3">
                  <c:v>41.0</c:v>
                </c:pt>
                <c:pt idx="4">
                  <c:v>52.0</c:v>
                </c:pt>
                <c:pt idx="5">
                  <c:v>62.0</c:v>
                </c:pt>
                <c:pt idx="6">
                  <c:v>71.0</c:v>
                </c:pt>
                <c:pt idx="7">
                  <c:v>83.0</c:v>
                </c:pt>
              </c:numCache>
            </c:numRef>
          </c:yVal>
          <c:smooth val="0"/>
        </c:ser>
        <c:dLbls>
          <c:numFmt formatCode="General" sourceLinked="0"/>
          <c:txPr>
            <a:bodyPr/>
            <a:lstStyle/>
            <a:p>
              <a:pPr>
                <a:defRPr b="0" i="0" strike="noStrike" sz="1200" u="none">
                  <a:solidFill>
                    <a:srgbClr val="000000"/>
                  </a:solidFill>
                  <a:latin typeface="Arial"/>
                </a:defRPr>
              </a:pPr>
            </a:p>
          </c:txPr>
          <c:dLblPos val="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00"/>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
          <c:w val="1"/>
          <c:h val="0.86"/>
        </c:manualLayout>
      </c:layout>
      <c:barChart>
        <c:barDir val="col"/>
        <c:grouping val="stacked"/>
        <c:varyColors val="0"/>
        <c:ser>
          <c:idx val="0"/>
          <c:order val="0"/>
          <c:tx>
            <c:strRef>
              <c:f>Sheet1!$B$1</c:f>
              <c:strCache>
                <c:ptCount val="1"/>
                <c:pt idx="0">
                  <c:v>増える分</c:v>
                </c:pt>
              </c:strCache>
            </c:strRef>
          </c:tx>
          <c:spPr>
            <a:solidFill>
              <a:srgbClr val="1E5F8C"/>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strRef>
              <c:f>Sheet1!$A$2:$A$6</c:f>
              <c:strCache>
                <c:ptCount val="5"/>
                <c:pt idx="0">
                  <c:v>項目2</c:v>
                </c:pt>
                <c:pt idx="1">
                  <c:v>項目3</c:v>
                </c:pt>
                <c:pt idx="2">
                  <c:v>項目4</c:v>
                </c:pt>
                <c:pt idx="3">
                  <c:v>項目5</c:v>
                </c:pt>
                <c:pt idx="4">
                  <c:v>項目6</c:v>
                </c:pt>
              </c:strCache>
            </c:strRef>
          </c:cat>
          <c:val>
            <c:numRef>
              <c:f>Sheet1!$B$2:$B$6</c:f>
              <c:numCache>
                <c:formatCode>General</c:formatCode>
                <c:ptCount val="5"/>
                <c:pt idx="0">
                  <c:v>90.0</c:v>
                </c:pt>
                <c:pt idx="1">
                  <c:v>68.0</c:v>
                </c:pt>
                <c:pt idx="2">
                  <c:v>32.0</c:v>
                </c:pt>
                <c:pt idx="3">
                  <c:v>10.0</c:v>
                </c:pt>
                <c:pt idx="4">
                  <c:v>52.0</c:v>
                </c:pt>
              </c:numCache>
            </c:numRef>
          </c:val>
        </c:ser>
        <c:ser>
          <c:idx val="1"/>
          <c:order val="1"/>
          <c:tx>
            <c:strRef>
              <c:f>Sheet1!$C$1</c:f>
              <c:strCache>
                <c:ptCount val="1"/>
                <c:pt idx="0">
                  <c:v>減る分</c:v>
                </c:pt>
              </c:strCache>
            </c:strRef>
          </c:tx>
          <c:spPr>
            <a:solidFill>
              <a:srgbClr val="071B2C"/>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strRef>
              <c:f>Sheet1!$A$2:$A$6</c:f>
              <c:strCache>
                <c:ptCount val="5"/>
                <c:pt idx="0">
                  <c:v>項目2</c:v>
                </c:pt>
                <c:pt idx="1">
                  <c:v>項目3</c:v>
                </c:pt>
                <c:pt idx="2">
                  <c:v>項目4</c:v>
                </c:pt>
                <c:pt idx="3">
                  <c:v>項目5</c:v>
                </c:pt>
                <c:pt idx="4">
                  <c:v>項目6</c:v>
                </c:pt>
              </c:strCache>
            </c:strRef>
          </c:cat>
          <c:val>
            <c:numRef>
              <c:f>Sheet1!$C$2:$C$6</c:f>
              <c:numCache>
                <c:formatCode>General</c:formatCode>
                <c:ptCount val="5"/>
                <c:pt idx="0">
                  <c:v>-50.0</c:v>
                </c:pt>
                <c:pt idx="1">
                  <c:v>-88.0</c:v>
                </c:pt>
                <c:pt idx="2">
                  <c:v>-12.0</c:v>
                </c:pt>
                <c:pt idx="3">
                  <c:v>-43.0</c:v>
                </c:pt>
                <c:pt idx="4">
                  <c:v>-46.0</c:v>
                </c:pt>
              </c:numCache>
            </c:numRef>
          </c:val>
        </c:ser>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gapWidth val="100"/>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071B2C"/>
            </a:solidFill>
            <a:prstDash val="solid"/>
            <a:round/>
          </a:ln>
        </c:spPr>
        <c:txPr>
          <a:bodyPr/>
          <a:lstStyle/>
          <a:p>
            <a:pPr>
              <a:defRPr sz="1050" b="0" i="0" u="none" strike="noStrike">
                <a:solidFill>
                  <a:srgbClr val="071B2C"/>
                </a:solidFill>
                <a:latin typeface="Yu Gothic"/>
              </a:defRPr>
            </a:pPr>
            <a:endParaRPr lang="en-US"/>
          </a:p>
        </c:txPr>
        <c:crossAx val="2094734552"/>
        <c:crosses val="autoZero"/>
        <c:auto val="1"/>
        <c:lblAlgn val="ctr"/>
        <c:noMultiLvlLbl val="1"/>
      </c:catAx>
      <c:valAx>
        <c:axId val="2094734552"/>
        <c:scaling>
          <c:orientation val="minMax"/>
          <c:max val="110"/>
          <c:min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5949686441288856"/>
          <c:w val="0.9948498207737628"/>
          <c:h val="0.8702515677935557"/>
        </c:manualLayout>
      </c:layout>
      <c:lineChart>
        <c:varyColors val="0"/>
        <c:ser>
          <c:idx val="0"/>
          <c:order val="0"/>
          <c:tx>
            <c:strRef>
              <c:f>Sheet1!$B$1</c:f>
              <c:strCache>
                <c:ptCount val="1"/>
                <c:pt idx="0">
                  <c:v>上振れ</c:v>
                </c:pt>
              </c:strCache>
            </c:strRef>
          </c:tx>
          <c:spPr>
            <a:solidFill>
              <a:srgbClr val="071B2C"/>
            </a:solidFill>
            <a:ln w="28575" cap="flat">
              <a:solidFill>
                <a:srgbClr val="071B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71B2C"/>
              </a:solidFill>
              <a:ln w="9525" cap="flat">
                <a:solidFill>
                  <a:srgbClr val="071B2C"/>
                </a:solidFill>
                <a:prstDash val="solid"/>
                <a:round/>
              </a:ln>
              <a:effectLst/>
            </c:spPr>
          </c:marker>
          <c:cat>
            <c:strRef>
              <c:f>Sheet1!$A$2:$A$7</c:f>
              <c:strCache>
                <c:ptCount val="6"/>
                <c:pt idx="0">
                  <c:v>2026</c:v>
                </c:pt>
                <c:pt idx="1">
                  <c:v>2027</c:v>
                </c:pt>
                <c:pt idx="2">
                  <c:v>2028</c:v>
                </c:pt>
                <c:pt idx="3">
                  <c:v>2029</c:v>
                </c:pt>
                <c:pt idx="4">
                  <c:v>2030</c:v>
                </c:pt>
                <c:pt idx="5">
                  <c:v>2031</c:v>
                </c:pt>
              </c:strCache>
            </c:strRef>
          </c:cat>
          <c:val>
            <c:numRef>
              <c:f>Sheet1!$B$2:$B$7</c:f>
              <c:numCache>
                <c:formatCode>General</c:formatCode>
                <c:ptCount val="6"/>
                <c:pt idx="0">
                  <c:v>35.0</c:v>
                </c:pt>
                <c:pt idx="1">
                  <c:v>44.0</c:v>
                </c:pt>
                <c:pt idx="2">
                  <c:v>56.0</c:v>
                </c:pt>
                <c:pt idx="3">
                  <c:v>72.0</c:v>
                </c:pt>
                <c:pt idx="4">
                  <c:v>91.0</c:v>
                </c:pt>
                <c:pt idx="5">
                  <c:v>114.0</c:v>
                </c:pt>
              </c:numCache>
            </c:numRef>
          </c:val>
          <c:smooth val="0"/>
        </c:ser>
        <c:ser>
          <c:idx val="1"/>
          <c:order val="1"/>
          <c:tx>
            <c:strRef>
              <c:f>Sheet1!$C$1</c:f>
              <c:strCache>
                <c:ptCount val="1"/>
                <c:pt idx="0">
                  <c:v>基準</c:v>
                </c:pt>
              </c:strCache>
            </c:strRef>
          </c:tx>
          <c:spPr>
            <a:solidFill>
              <a:srgbClr val="1E5F8C"/>
            </a:solidFill>
            <a:ln w="28575" cap="flat">
              <a:solidFill>
                <a:srgbClr val="1E5F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5F8C"/>
              </a:solidFill>
              <a:ln w="9525" cap="flat">
                <a:solidFill>
                  <a:srgbClr val="1E5F8C"/>
                </a:solidFill>
                <a:prstDash val="solid"/>
                <a:round/>
              </a:ln>
              <a:effectLst/>
            </c:spPr>
          </c:marker>
          <c:cat>
            <c:strRef>
              <c:f>Sheet1!$A$2:$A$7</c:f>
              <c:strCache>
                <c:ptCount val="6"/>
                <c:pt idx="0">
                  <c:v>2026</c:v>
                </c:pt>
                <c:pt idx="1">
                  <c:v>2027</c:v>
                </c:pt>
                <c:pt idx="2">
                  <c:v>2028</c:v>
                </c:pt>
                <c:pt idx="3">
                  <c:v>2029</c:v>
                </c:pt>
                <c:pt idx="4">
                  <c:v>2030</c:v>
                </c:pt>
                <c:pt idx="5">
                  <c:v>2031</c:v>
                </c:pt>
              </c:strCache>
            </c:strRef>
          </c:cat>
          <c:val>
            <c:numRef>
              <c:f>Sheet1!$C$2:$C$7</c:f>
              <c:numCache>
                <c:formatCode>General</c:formatCode>
                <c:ptCount val="6"/>
                <c:pt idx="0">
                  <c:v>35.0</c:v>
                </c:pt>
                <c:pt idx="1">
                  <c:v>43.0</c:v>
                </c:pt>
                <c:pt idx="2">
                  <c:v>53.0</c:v>
                </c:pt>
                <c:pt idx="3">
                  <c:v>65.0</c:v>
                </c:pt>
                <c:pt idx="4">
                  <c:v>80.0</c:v>
                </c:pt>
                <c:pt idx="5">
                  <c:v>96.0</c:v>
                </c:pt>
              </c:numCache>
            </c:numRef>
          </c:val>
          <c:smooth val="0"/>
        </c:ser>
        <c:ser>
          <c:idx val="2"/>
          <c:order val="2"/>
          <c:tx>
            <c:strRef>
              <c:f>Sheet1!$D$1</c:f>
              <c:strCache>
                <c:ptCount val="1"/>
                <c:pt idx="0">
                  <c:v>下振れ</c:v>
                </c:pt>
              </c:strCache>
            </c:strRef>
          </c:tx>
          <c:spPr>
            <a:solidFill>
              <a:srgbClr val="79C8DC"/>
            </a:solidFill>
            <a:ln w="28575" cap="flat">
              <a:solidFill>
                <a:srgbClr val="79C8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9C8DC"/>
              </a:solidFill>
              <a:ln w="9525" cap="flat">
                <a:solidFill>
                  <a:srgbClr val="79C8DC"/>
                </a:solidFill>
                <a:prstDash val="solid"/>
                <a:round/>
              </a:ln>
              <a:effectLst/>
            </c:spPr>
          </c:marker>
          <c:cat>
            <c:strRef>
              <c:f>Sheet1!$A$2:$A$7</c:f>
              <c:strCache>
                <c:ptCount val="6"/>
                <c:pt idx="0">
                  <c:v>2026</c:v>
                </c:pt>
                <c:pt idx="1">
                  <c:v>2027</c:v>
                </c:pt>
                <c:pt idx="2">
                  <c:v>2028</c:v>
                </c:pt>
                <c:pt idx="3">
                  <c:v>2029</c:v>
                </c:pt>
                <c:pt idx="4">
                  <c:v>2030</c:v>
                </c:pt>
                <c:pt idx="5">
                  <c:v>2031</c:v>
                </c:pt>
              </c:strCache>
            </c:strRef>
          </c:cat>
          <c:val>
            <c:numRef>
              <c:f>Sheet1!$D$2:$D$7</c:f>
              <c:numCache>
                <c:formatCode>General</c:formatCode>
                <c:ptCount val="6"/>
                <c:pt idx="0">
                  <c:v>35.0</c:v>
                </c:pt>
                <c:pt idx="1">
                  <c:v>42.0</c:v>
                </c:pt>
                <c:pt idx="2">
                  <c:v>50.0</c:v>
                </c:pt>
                <c:pt idx="3">
                  <c:v>59.0</c:v>
                </c:pt>
                <c:pt idx="4">
                  <c:v>70.0</c:v>
                </c:pt>
                <c:pt idx="5">
                  <c:v>81.0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071B2C"/>
            </a:solidFill>
            <a:prstDash val="solid"/>
            <a:round/>
          </a:ln>
        </c:spPr>
        <c:txPr>
          <a:bodyPr/>
          <a:lstStyle/>
          <a:p>
            <a:pPr>
              <a:defRPr sz="1050" b="0" i="0" u="none" strike="noStrike">
                <a:solidFill>
                  <a:srgbClr val="071B2C"/>
                </a:solidFill>
                <a:latin typeface="Yu Gothic"/>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071B2C"/>
            </a:solidFill>
            <a:ln>
              <a:noFill/>
            </a:ln>
          </c:spPr>
          <c:cat>
            <c:strRef>
              <c:f>Sheet1!$A$2:$A$5</c:f>
              <c:strCache>
                <c:ptCount val="4"/>
                <c:pt idx="0">
                  <c:v>項目1</c:v>
                </c:pt>
                <c:pt idx="1">
                  <c:v>項目2</c:v>
                </c:pt>
                <c:pt idx="2">
                  <c:v>項目3</c:v>
                </c:pt>
                <c:pt idx="3">
                  <c:v>項目4</c:v>
                </c:pt>
              </c:strCache>
            </c:strRef>
          </c:cat>
          <c:val>
            <c:numRef>
              <c:f>Sheet1!$B$2:$B$5</c:f>
              <c:numCache>
                <c:formatCode>General</c:formatCode>
                <c:ptCount val="4"/>
                <c:pt idx="0">
                  <c:v>32.0</c:v>
                </c:pt>
                <c:pt idx="1">
                  <c:v>41.0</c:v>
                </c:pt>
                <c:pt idx="2">
                  <c:v>49.0</c:v>
                </c:pt>
                <c:pt idx="3">
                  <c:v>58.0</c:v>
                </c:pt>
              </c:numCache>
            </c:numRef>
          </c:val>
        </c:ser>
        <c:dLbls>
          <c:txPr>
            <a:bodyPr/>
            <a:lstStyle/>
            <a:p>
              <a:pPr>
                <a:defRPr sz="1000">
                  <a:solidFill>
                    <a:srgbClr val="071B2C"/>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項目1</c:v>
                </c:pt>
              </c:strCache>
            </c:strRef>
          </c:tx>
          <c:spPr>
            <a:solidFill>
              <a:srgbClr val="071B2C"/>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項目4</c:v>
                </c:pt>
                <c:pt idx="1">
                  <c:v>項目5</c:v>
                </c:pt>
                <c:pt idx="2">
                  <c:v>項目6</c:v>
                </c:pt>
              </c:strCache>
            </c:strRef>
          </c:cat>
          <c:val>
            <c:numRef>
              <c:f>Sheet1!$B$2:$B$4</c:f>
              <c:numCache>
                <c:formatCode>General</c:formatCode>
                <c:ptCount val="3"/>
                <c:pt idx="0">
                  <c:v>40.0</c:v>
                </c:pt>
                <c:pt idx="1">
                  <c:v>55.0</c:v>
                </c:pt>
                <c:pt idx="2">
                  <c:v>72.0</c:v>
                </c:pt>
              </c:numCache>
            </c:numRef>
          </c:val>
        </c:ser>
        <c:ser>
          <c:idx val="1"/>
          <c:order val="1"/>
          <c:tx>
            <c:strRef>
              <c:f>Sheet1!$C$1</c:f>
              <c:strCache>
                <c:ptCount val="1"/>
                <c:pt idx="0">
                  <c:v>項目2</c:v>
                </c:pt>
              </c:strCache>
            </c:strRef>
          </c:tx>
          <c:spPr>
            <a:solidFill>
              <a:srgbClr val="1E5F8C"/>
            </a:solidFill>
            <a:ln>
              <a:noFill/>
            </a:ln>
          </c:spPr>
          <c:dLbls>
            <c:txPr>
              <a:bodyPr/>
              <a:lstStyle/>
              <a:p>
                <a:pPr>
                  <a:defRPr sz="1000">
                    <a:solidFill>
                      <a:srgbClr val="FFFFFF"/>
                    </a:solidFill>
                    <a:latin typeface="Yu Gothic"/>
                  </a:defRPr>
                </a:pPr>
              </a:p>
            </c:txPr>
            <c:dLblPos val="ctr"/>
            <c:showLegendKey val="0"/>
            <c:showVal val="1"/>
            <c:showCatName val="0"/>
            <c:showSerName val="0"/>
            <c:showPercent val="0"/>
            <c:showBubbleSize val="0"/>
            <c:showLeaderLines val="1"/>
          </c:dLbls>
          <c:cat>
            <c:strRef>
              <c:f>Sheet1!$A$2:$A$4</c:f>
              <c:strCache>
                <c:ptCount val="3"/>
                <c:pt idx="0">
                  <c:v>項目4</c:v>
                </c:pt>
                <c:pt idx="1">
                  <c:v>項目5</c:v>
                </c:pt>
                <c:pt idx="2">
                  <c:v>項目6</c:v>
                </c:pt>
              </c:strCache>
            </c:strRef>
          </c:cat>
          <c:val>
            <c:numRef>
              <c:f>Sheet1!$C$2:$C$4</c:f>
              <c:numCache>
                <c:formatCode>General</c:formatCode>
                <c:ptCount val="3"/>
                <c:pt idx="0">
                  <c:v>30.0</c:v>
                </c:pt>
                <c:pt idx="1">
                  <c:v>32.0</c:v>
                </c:pt>
                <c:pt idx="2">
                  <c:v>33.0</c:v>
                </c:pt>
              </c:numCache>
            </c:numRef>
          </c:val>
        </c:ser>
        <c:ser>
          <c:idx val="2"/>
          <c:order val="2"/>
          <c:tx>
            <c:strRef>
              <c:f>Sheet1!$D$1</c:f>
              <c:strCache>
                <c:ptCount val="1"/>
                <c:pt idx="0">
                  <c:v>項目3</c:v>
                </c:pt>
              </c:strCache>
            </c:strRef>
          </c:tx>
          <c:spPr>
            <a:solidFill>
              <a:srgbClr val="79C8DC"/>
            </a:solidFill>
            <a:ln>
              <a:noFill/>
            </a:ln>
          </c:spPr>
          <c:cat>
            <c:strRef>
              <c:f>Sheet1!$A$2:$A$4</c:f>
              <c:strCache>
                <c:ptCount val="3"/>
                <c:pt idx="0">
                  <c:v>項目4</c:v>
                </c:pt>
                <c:pt idx="1">
                  <c:v>項目5</c:v>
                </c:pt>
                <c:pt idx="2">
                  <c:v>項目6</c:v>
                </c:pt>
              </c:strCache>
            </c:strRef>
          </c:cat>
          <c:val>
            <c:numRef>
              <c:f>Sheet1!$D$2:$D$4</c:f>
              <c:numCache>
                <c:formatCode>General</c:formatCode>
                <c:ptCount val="3"/>
                <c:pt idx="0">
                  <c:v>20.0</c:v>
                </c:pt>
                <c:pt idx="1">
                  <c:v>22.0</c:v>
                </c:pt>
                <c:pt idx="2">
                  <c:v>24.0</c:v>
                </c:pt>
              </c:numCache>
            </c:numRef>
          </c:val>
        </c:ser>
        <c:dLbls>
          <c:txPr>
            <a:bodyPr/>
            <a:lstStyle/>
            <a:p>
              <a:pPr>
                <a:defRPr sz="1000">
                  <a:solidFill>
                    <a:srgbClr val="071B2C"/>
                  </a:solidFill>
                  <a:latin typeface="Yu Gothic"/>
                </a:defRPr>
              </a:pPr>
            </a:p>
          </c:txPr>
          <c:dLblPos val="ctr"/>
          <c:showLegendKey val="0"/>
          <c:showVal val="1"/>
          <c:showCatName val="0"/>
          <c:showSerName val="0"/>
          <c:showPercent val="0"/>
          <c:showBubbleSize val="0"/>
          <c:showLeaderLines val="1"/>
        </c:dLbls>
        <c:gapWidth val="100"/>
        <c:overlap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071B2C"/>
            </a:solidFill>
            <a:ln>
              <a:noFill/>
            </a:ln>
          </c:spPr>
          <c:cat>
            <c:strRef>
              <c:f>Sheet1!$A$2:$A$4</c:f>
              <c:strCache>
                <c:ptCount val="3"/>
                <c:pt idx="0">
                  <c:v>項目2</c:v>
                </c:pt>
                <c:pt idx="1">
                  <c:v>項目3</c:v>
                </c:pt>
                <c:pt idx="2">
                  <c:v>項目4</c:v>
                </c:pt>
              </c:strCache>
            </c:strRef>
          </c:cat>
          <c:val>
            <c:numRef>
              <c:f>Sheet1!$B$2:$B$4</c:f>
              <c:numCache>
                <c:formatCode>General</c:formatCode>
                <c:ptCount val="3"/>
                <c:pt idx="0">
                  <c:v>20.0</c:v>
                </c:pt>
                <c:pt idx="1">
                  <c:v>35.0</c:v>
                </c:pt>
                <c:pt idx="2">
                  <c:v>58.0</c:v>
                </c:pt>
              </c:numCache>
            </c:numRef>
          </c:val>
        </c:ser>
        <c:dLbls>
          <c:txPr>
            <a:bodyPr/>
            <a:lstStyle/>
            <a:p>
              <a:pPr>
                <a:defRPr sz="1000">
                  <a:solidFill>
                    <a:srgbClr val="071B2C"/>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071B2C"/>
            </a:solidFill>
            <a:ln>
              <a:noFill/>
            </a:ln>
          </c:spPr>
          <c:cat>
            <c:strRef>
              <c:f>Sheet1!$A$2:$A$4</c:f>
              <c:strCache>
                <c:ptCount val="3"/>
                <c:pt idx="0">
                  <c:v>項目6</c:v>
                </c:pt>
                <c:pt idx="1">
                  <c:v>項目7</c:v>
                </c:pt>
                <c:pt idx="2">
                  <c:v>項目8</c:v>
                </c:pt>
              </c:strCache>
            </c:strRef>
          </c:cat>
          <c:val>
            <c:numRef>
              <c:f>Sheet1!$B$2:$B$4</c:f>
              <c:numCache>
                <c:formatCode>General</c:formatCode>
                <c:ptCount val="3"/>
                <c:pt idx="0">
                  <c:v>15.0</c:v>
                </c:pt>
                <c:pt idx="1">
                  <c:v>28.0</c:v>
                </c:pt>
                <c:pt idx="2">
                  <c:v>44.0</c:v>
                </c:pt>
              </c:numCache>
            </c:numRef>
          </c:val>
        </c:ser>
        <c:dLbls>
          <c:txPr>
            <a:bodyPr/>
            <a:lstStyle/>
            <a:p>
              <a:pPr>
                <a:defRPr sz="1000">
                  <a:solidFill>
                    <a:srgbClr val="071B2C"/>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071B2C"/>
            </a:solidFill>
            <a:ln>
              <a:noFill/>
            </a:ln>
          </c:spPr>
          <c:cat>
            <c:strRef>
              <c:f>Sheet1!$A$2:$A$4</c:f>
              <c:strCache>
                <c:ptCount val="3"/>
                <c:pt idx="0">
                  <c:v>項目10</c:v>
                </c:pt>
                <c:pt idx="1">
                  <c:v>項目11</c:v>
                </c:pt>
                <c:pt idx="2">
                  <c:v>項目12</c:v>
                </c:pt>
              </c:strCache>
            </c:strRef>
          </c:cat>
          <c:val>
            <c:numRef>
              <c:f>Sheet1!$B$2:$B$4</c:f>
              <c:numCache>
                <c:formatCode>General</c:formatCode>
                <c:ptCount val="3"/>
                <c:pt idx="0">
                  <c:v>8.0</c:v>
                </c:pt>
                <c:pt idx="1">
                  <c:v>14.0</c:v>
                </c:pt>
                <c:pt idx="2">
                  <c:v>23.0</c:v>
                </c:pt>
              </c:numCache>
            </c:numRef>
          </c:val>
        </c:ser>
        <c:dLbls>
          <c:txPr>
            <a:bodyPr/>
            <a:lstStyle/>
            <a:p>
              <a:pPr>
                <a:defRPr sz="1000">
                  <a:solidFill>
                    <a:srgbClr val="071B2C"/>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071B2C"/>
            </a:solidFill>
            <a:ln>
              <a:noFill/>
            </a:ln>
          </c:spPr>
          <c:cat>
            <c:strRef>
              <c:f>Sheet1!$A$2:$A$4</c:f>
              <c:strCache>
                <c:ptCount val="3"/>
                <c:pt idx="0">
                  <c:v>項目14</c:v>
                </c:pt>
                <c:pt idx="1">
                  <c:v>項目15</c:v>
                </c:pt>
                <c:pt idx="2">
                  <c:v>項目16</c:v>
                </c:pt>
              </c:strCache>
            </c:strRef>
          </c:cat>
          <c:val>
            <c:numRef>
              <c:f>Sheet1!$B$2:$B$4</c:f>
              <c:numCache>
                <c:formatCode>General</c:formatCode>
                <c:ptCount val="3"/>
                <c:pt idx="0">
                  <c:v>12.0</c:v>
                </c:pt>
                <c:pt idx="1">
                  <c:v>22.0</c:v>
                </c:pt>
                <c:pt idx="2">
                  <c:v>37.0</c:v>
                </c:pt>
              </c:numCache>
            </c:numRef>
          </c:val>
        </c:ser>
        <c:dLbls>
          <c:txPr>
            <a:bodyPr/>
            <a:lstStyle/>
            <a:p>
              <a:pPr>
                <a:defRPr sz="1000">
                  <a:solidFill>
                    <a:srgbClr val="071B2C"/>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"title_page",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"項目1：記載例2に基づく整理",</a:t>
            </a:r>
          </a:p>
          <a:p>
            <a:r>
              <a:t>      "refs": [</a:t>
            </a:r>
          </a:p>
          <a:p>
            <a:r>
              <a:t>        {</a:t>
            </a:r>
          </a:p>
          <a:p>
            <a:r>
              <a:t>          "source_id": "s001",</a:t>
            </a:r>
          </a:p>
          <a:p>
            <a:r>
              <a:t>          "quote": "項目1：記載例2に基づく整理"</a:t>
            </a:r>
          </a:p>
          <a:p>
            <a:r>
              <a:t>        }</a:t>
            </a:r>
          </a:p>
          <a:p>
            <a:r>
              <a:t>      ],</a:t>
            </a:r>
          </a:p>
          <a:p>
            <a:r>
              <a:t>      "mode": "verbatim"</a:t>
            </a:r>
          </a:p>
          <a:p>
            <a:r>
              <a:t>    }</a:t>
            </a:r>
          </a:p>
          <a:p>
            <a:r>
              <a:t>  ],</a:t>
            </a:r>
          </a:p>
          <a:p>
            <a:r>
              <a:t>  "citations": {</a:t>
            </a:r>
          </a:p>
          <a:p>
            <a:r>
              <a:t>    "s001": "Public MIT sample: templates/freeform_parts_16x9.html section 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"031f71cd1210744b0311751268a345e5b7bd38372f5072d8d14e582778498bf5"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"overview_map",</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"全体マップ",</a:t>
            </a:r>
          </a:p>
          <a:p>
            <a:r>
              <a:t>      "refs": [</a:t>
            </a:r>
          </a:p>
          <a:p>
            <a:r>
              <a:t>        {</a:t>
            </a:r>
          </a:p>
          <a:p>
            <a:r>
              <a:t>          "source_id": "s002",</a:t>
            </a:r>
          </a:p>
          <a:p>
            <a:r>
              <a:t>          "quote": "全体マップ"</a:t>
            </a:r>
          </a:p>
          <a:p>
            <a:r>
              <a:t>        }</a:t>
            </a:r>
          </a:p>
          <a:p>
            <a:r>
              <a:t>      ],</a:t>
            </a:r>
          </a:p>
          <a:p>
            <a:r>
              <a:t>      "mode": "verbatim"</a:t>
            </a:r>
          </a:p>
          <a:p>
            <a:r>
              <a:t>    },</a:t>
            </a:r>
          </a:p>
          <a:p>
            <a:r>
              <a:t>    {</a:t>
            </a:r>
          </a:p>
          <a:p>
            <a:r>
              <a:t>      "text": "出典：公開見本",</a:t>
            </a:r>
          </a:p>
          <a:p>
            <a:r>
              <a:t>      "refs": [</a:t>
            </a:r>
          </a:p>
          <a:p>
            <a:r>
              <a:t>        {</a:t>
            </a:r>
          </a:p>
          <a:p>
            <a:r>
              <a:t>          "source_id": "s002",</a:t>
            </a:r>
          </a:p>
          <a:p>
            <a:r>
              <a:t>          "quote": "出典：公開見本"</a:t>
            </a:r>
          </a:p>
          <a:p>
            <a:r>
              <a:t>        }</a:t>
            </a:r>
          </a:p>
          <a:p>
            <a:r>
              <a:t>      ],</a:t>
            </a:r>
          </a:p>
          <a:p>
            <a:r>
              <a:t>      "mode": "verbatim"</a:t>
            </a:r>
          </a:p>
          <a:p>
            <a:r>
              <a:t>    },</a:t>
            </a:r>
          </a:p>
          <a:p>
            <a:r>
              <a:t>    {</a:t>
            </a:r>
          </a:p>
          <a:p>
            <a:r>
              <a:t>      "text": "項目1",</a:t>
            </a:r>
          </a:p>
          <a:p>
            <a:r>
              <a:t>      "refs": [</a:t>
            </a:r>
          </a:p>
          <a:p>
            <a:r>
              <a:t>        {</a:t>
            </a:r>
          </a:p>
          <a:p>
            <a:r>
              <a:t>          "source_id": "s002",</a:t>
            </a:r>
          </a:p>
          <a:p>
            <a:r>
              <a:t>          "quote": "項目1"</a:t>
            </a:r>
          </a:p>
          <a:p>
            <a:r>
              <a:t>        }</a:t>
            </a:r>
          </a:p>
          <a:p>
            <a:r>
              <a:t>      ],</a:t>
            </a:r>
          </a:p>
          <a:p>
            <a:r>
              <a:t>      "mode": "verbatim"</a:t>
            </a:r>
          </a:p>
          <a:p>
            <a:r>
              <a:t>    },</a:t>
            </a:r>
          </a:p>
          <a:p>
            <a:r>
              <a:t>    {</a:t>
            </a:r>
          </a:p>
          <a:p>
            <a:r>
              <a:t>      "text": "記載例1",</a:t>
            </a:r>
          </a:p>
          <a:p>
            <a:r>
              <a:t>      "refs": [</a:t>
            </a:r>
          </a:p>
          <a:p>
            <a:r>
              <a:t>        {</a:t>
            </a:r>
          </a:p>
          <a:p>
            <a:r>
              <a:t>          "source_id": "s002",</a:t>
            </a:r>
          </a:p>
          <a:p>
            <a:r>
              <a:t>          "quote": "記載例1"</a:t>
            </a:r>
          </a:p>
          <a:p>
            <a:r>
              <a:t>        }</a:t>
            </a:r>
          </a:p>
          <a:p>
            <a:r>
              <a:t>      ],</a:t>
            </a:r>
          </a:p>
          <a:p>
            <a:r>
              <a:t>      "mode": "verbatim"</a:t>
            </a:r>
          </a:p>
          <a:p>
            <a:r>
              <a:t>    },</a:t>
            </a:r>
          </a:p>
          <a:p>
            <a:r>
              <a:t>    {</a:t>
            </a:r>
          </a:p>
          <a:p>
            <a:r>
              <a:t>      "text": "→ P.3",</a:t>
            </a:r>
          </a:p>
          <a:p>
            <a:r>
              <a:t>      "refs": [</a:t>
            </a:r>
          </a:p>
          <a:p>
            <a:r>
              <a:t>        {</a:t>
            </a:r>
          </a:p>
          <a:p>
            <a:r>
              <a:t>          "source_id": "s002",</a:t>
            </a:r>
          </a:p>
          <a:p>
            <a:r>
              <a:t>          "quote": "→ P.3"</a:t>
            </a:r>
          </a:p>
          <a:p>
            <a:r>
              <a:t>        }</a:t>
            </a:r>
          </a:p>
          <a:p>
            <a:r>
              <a:t>      ],</a:t>
            </a:r>
          </a:p>
          <a:p>
            <a:r>
              <a:t>      "mode": "verbatim"</a:t>
            </a:r>
          </a:p>
          <a:p>
            <a:r>
              <a:t>    },</a:t>
            </a:r>
          </a:p>
          <a:p>
            <a:r>
              <a:t>    {</a:t>
            </a:r>
          </a:p>
          <a:p>
            <a:r>
              <a:t>      "text": "項目2",</a:t>
            </a:r>
          </a:p>
          <a:p>
            <a:r>
              <a:t>      "refs": [</a:t>
            </a:r>
          </a:p>
          <a:p>
            <a:r>
              <a:t>        {</a:t>
            </a:r>
          </a:p>
          <a:p>
            <a:r>
              <a:t>          "source_id": "s002",</a:t>
            </a:r>
          </a:p>
          <a:p>
            <a:r>
              <a:t>          "quote": "項目2"</a:t>
            </a:r>
          </a:p>
          <a:p>
            <a:r>
              <a:t>        }</a:t>
            </a:r>
          </a:p>
          <a:p>
            <a:r>
              <a:t>      ],</a:t>
            </a:r>
          </a:p>
          <a:p>
            <a:r>
              <a:t>      "mode": "verbatim"</a:t>
            </a:r>
          </a:p>
          <a:p>
            <a:r>
              <a:t>    },</a:t>
            </a:r>
          </a:p>
          <a:p>
            <a:r>
              <a:t>    {</a:t>
            </a:r>
          </a:p>
          <a:p>
            <a:r>
              <a:t>      "text": "記載例2",</a:t>
            </a:r>
          </a:p>
          <a:p>
            <a:r>
              <a:t>      "refs": [</a:t>
            </a:r>
          </a:p>
          <a:p>
            <a:r>
              <a:t>        {</a:t>
            </a:r>
          </a:p>
          <a:p>
            <a:r>
              <a:t>          "source_id": "s002",</a:t>
            </a:r>
          </a:p>
          <a:p>
            <a:r>
              <a:t>          "quote": "記載例2"</a:t>
            </a:r>
          </a:p>
          <a:p>
            <a:r>
              <a:t>        }</a:t>
            </a:r>
          </a:p>
          <a:p>
            <a:r>
              <a:t>      ],</a:t>
            </a:r>
          </a:p>
          <a:p>
            <a:r>
              <a:t>      "mode": "verbatim"</a:t>
            </a:r>
          </a:p>
          <a:p>
            <a:r>
              <a:t>    },</a:t>
            </a:r>
          </a:p>
          <a:p>
            <a:r>
              <a:t>    {</a:t>
            </a:r>
          </a:p>
          <a:p>
            <a:r>
              <a:t>      "text": "→ P.4",</a:t>
            </a:r>
          </a:p>
          <a:p>
            <a:r>
              <a:t>      "refs": [</a:t>
            </a:r>
          </a:p>
          <a:p>
            <a:r>
              <a:t>        {</a:t>
            </a:r>
          </a:p>
          <a:p>
            <a:r>
              <a:t>          "source_id": "s002",</a:t>
            </a:r>
          </a:p>
          <a:p>
            <a:r>
              <a:t>          "quote": "→ P.4"</a:t>
            </a:r>
          </a:p>
          <a:p>
            <a:r>
              <a:t>        }</a:t>
            </a:r>
          </a:p>
          <a:p>
            <a:r>
              <a:t>      ],</a:t>
            </a:r>
          </a:p>
          <a:p>
            <a:r>
              <a:t>      "mode": "verbatim"</a:t>
            </a:r>
          </a:p>
          <a:p>
            <a:r>
              <a:t>    },</a:t>
            </a:r>
          </a:p>
          <a:p>
            <a:r>
              <a:t>    {</a:t>
            </a:r>
          </a:p>
          <a:p>
            <a:r>
              <a:t>      "text": "項目3",</a:t>
            </a:r>
          </a:p>
          <a:p>
            <a:r>
              <a:t>      "refs": [</a:t>
            </a:r>
          </a:p>
          <a:p>
            <a:r>
              <a:t>        {</a:t>
            </a:r>
          </a:p>
          <a:p>
            <a:r>
              <a:t>          "source_id": "s002",</a:t>
            </a:r>
          </a:p>
          <a:p>
            <a:r>
              <a:t>          "quote": "項目3"</a:t>
            </a:r>
          </a:p>
          <a:p>
            <a:r>
              <a:t>        }</a:t>
            </a:r>
          </a:p>
          <a:p>
            <a:r>
              <a:t>      ],</a:t>
            </a:r>
          </a:p>
          <a:p>
            <a:r>
              <a:t>      "mode": "verbatim"</a:t>
            </a:r>
          </a:p>
          <a:p>
            <a:r>
              <a:t>    },</a:t>
            </a:r>
          </a:p>
          <a:p>
            <a:r>
              <a:t>    {</a:t>
            </a:r>
          </a:p>
          <a:p>
            <a:r>
              <a:t>      "text": "記載例3",</a:t>
            </a:r>
          </a:p>
          <a:p>
            <a:r>
              <a:t>      "refs": [</a:t>
            </a:r>
          </a:p>
          <a:p>
            <a:r>
              <a:t>        {</a:t>
            </a:r>
          </a:p>
          <a:p>
            <a:r>
              <a:t>          "source_id": "s002",</a:t>
            </a:r>
          </a:p>
          <a:p>
            <a:r>
              <a:t>          "quote": "記載例3"</a:t>
            </a:r>
          </a:p>
          <a:p>
            <a:r>
              <a:t>        }</a:t>
            </a:r>
          </a:p>
          <a:p>
            <a:r>
              <a:t>      ],</a:t>
            </a:r>
          </a:p>
          <a:p>
            <a:r>
              <a:t>      "mode": "verbatim"</a:t>
            </a:r>
          </a:p>
          <a:p>
            <a:r>
              <a:t>    },</a:t>
            </a:r>
          </a:p>
          <a:p>
            <a:r>
              <a:t>    {</a:t>
            </a:r>
          </a:p>
          <a:p>
            <a:r>
              <a:t>      "text": "→ P.5",</a:t>
            </a:r>
          </a:p>
          <a:p>
            <a:r>
              <a:t>      "refs": [</a:t>
            </a:r>
          </a:p>
          <a:p>
            <a:r>
              <a:t>        {</a:t>
            </a:r>
          </a:p>
          <a:p>
            <a:r>
              <a:t>          "source_id": "s002",</a:t>
            </a:r>
          </a:p>
          <a:p>
            <a:r>
              <a:t>          "quote": "→ P.5"</a:t>
            </a:r>
          </a:p>
          <a:p>
            <a:r>
              <a:t>        }</a:t>
            </a:r>
          </a:p>
          <a:p>
            <a:r>
              <a:t>      ],</a:t>
            </a:r>
          </a:p>
          <a:p>
            <a:r>
              <a:t>      "mode": "verbatim"</a:t>
            </a:r>
          </a:p>
          <a:p>
            <a:r>
              <a:t>    },</a:t>
            </a:r>
          </a:p>
          <a:p>
            <a:r>
              <a:t>    {</a:t>
            </a:r>
          </a:p>
          <a:p>
            <a:r>
              <a:t>      "text": "項目4",</a:t>
            </a:r>
          </a:p>
          <a:p>
            <a:r>
              <a:t>      "refs": [</a:t>
            </a:r>
          </a:p>
          <a:p>
            <a:r>
              <a:t>        {</a:t>
            </a:r>
          </a:p>
          <a:p>
            <a:r>
              <a:t>          "source_id": "s002",</a:t>
            </a:r>
          </a:p>
          <a:p>
            <a:r>
              <a:t>          "quote": "項目4"</a:t>
            </a:r>
          </a:p>
          <a:p>
            <a:r>
              <a:t>        }</a:t>
            </a:r>
          </a:p>
          <a:p>
            <a:r>
              <a:t>      ],</a:t>
            </a:r>
          </a:p>
          <a:p>
            <a:r>
              <a:t>      "mode": "verbatim"</a:t>
            </a:r>
          </a:p>
          <a:p>
            <a:r>
              <a:t>    },</a:t>
            </a:r>
          </a:p>
          <a:p>
            <a:r>
              <a:t>    {</a:t>
            </a:r>
          </a:p>
          <a:p>
            <a:r>
              <a:t>      "text": "記載例4",</a:t>
            </a:r>
          </a:p>
          <a:p>
            <a:r>
              <a:t>      "refs": [</a:t>
            </a:r>
          </a:p>
          <a:p>
            <a:r>
              <a:t>        {</a:t>
            </a:r>
          </a:p>
          <a:p>
            <a:r>
              <a:t>          "source_id": "s002",</a:t>
            </a:r>
          </a:p>
          <a:p>
            <a:r>
              <a:t>          "quote": "記載例4"</a:t>
            </a:r>
          </a:p>
          <a:p>
            <a:r>
              <a:t>        }</a:t>
            </a:r>
          </a:p>
          <a:p>
            <a:r>
              <a:t>      ],</a:t>
            </a:r>
          </a:p>
          <a:p>
            <a:r>
              <a:t>      "mode": "verbatim"</a:t>
            </a:r>
          </a:p>
          <a:p>
            <a:r>
              <a:t>    },</a:t>
            </a:r>
          </a:p>
          <a:p>
            <a:r>
              <a:t>    {</a:t>
            </a:r>
          </a:p>
          <a:p>
            <a:r>
              <a:t>      "text": "→ P.6",</a:t>
            </a:r>
          </a:p>
          <a:p>
            <a:r>
              <a:t>      "refs": [</a:t>
            </a:r>
          </a:p>
          <a:p>
            <a:r>
              <a:t>        {</a:t>
            </a:r>
          </a:p>
          <a:p>
            <a:r>
              <a:t>          "source_id": "s002",</a:t>
            </a:r>
          </a:p>
          <a:p>
            <a:r>
              <a:t>          "quote": "→ P.6"</a:t>
            </a:r>
          </a:p>
          <a:p>
            <a:r>
              <a:t>        }</a:t>
            </a:r>
          </a:p>
          <a:p>
            <a:r>
              <a:t>      ],</a:t>
            </a:r>
          </a:p>
          <a:p>
            <a:r>
              <a:t>      "mode": "verbatim"</a:t>
            </a:r>
          </a:p>
          <a:p>
            <a:r>
              <a:t>    }</a:t>
            </a:r>
          </a:p>
          <a:p>
            <a:r>
              <a:t>  ],</a:t>
            </a:r>
          </a:p>
          <a:p>
            <a:r>
              <a:t>  "citations": {</a:t>
            </a:r>
          </a:p>
          <a:p>
            <a:r>
              <a:t>    "s002": "Public MIT sample: templates/freeform_parts_16x9.html section 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"c63ed0576d9478d3b08ca47b073d1b881ed1204b8a02db0c140617ef908eeb68"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"table_of_contents",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"目次",</a:t>
            </a:r>
          </a:p>
          <a:p>
            <a:r>
              <a:t>      "refs": [</a:t>
            </a:r>
          </a:p>
          <a:p>
            <a:r>
              <a:t>        {</a:t>
            </a:r>
          </a:p>
          <a:p>
            <a:r>
              <a:t>          "source_id": "s003",</a:t>
            </a:r>
          </a:p>
          <a:p>
            <a:r>
              <a:t>          "quote": "目次"</a:t>
            </a:r>
          </a:p>
          <a:p>
            <a:r>
              <a:t>        }</a:t>
            </a:r>
          </a:p>
          <a:p>
            <a:r>
              <a:t>      ],</a:t>
            </a:r>
          </a:p>
          <a:p>
            <a:r>
              <a:t>      "mode": "verbatim"</a:t>
            </a:r>
          </a:p>
          <a:p>
            <a:r>
              <a:t>    },</a:t>
            </a:r>
          </a:p>
          <a:p>
            <a:r>
              <a:t>    {</a:t>
            </a:r>
          </a:p>
          <a:p>
            <a:r>
              <a:t>      "text": "01",</a:t>
            </a:r>
          </a:p>
          <a:p>
            <a:r>
              <a:t>      "refs": [</a:t>
            </a:r>
          </a:p>
          <a:p>
            <a:r>
              <a:t>        {</a:t>
            </a:r>
          </a:p>
          <a:p>
            <a:r>
              <a:t>          "source_id": "s003",</a:t>
            </a:r>
          </a:p>
          <a:p>
            <a:r>
              <a:t>          "quote": "01"</a:t>
            </a:r>
          </a:p>
          <a:p>
            <a:r>
              <a:t>        }</a:t>
            </a:r>
          </a:p>
          <a:p>
            <a:r>
              <a:t>      ],</a:t>
            </a:r>
          </a:p>
          <a:p>
            <a:r>
              <a:t>      "mode": "verbatim"</a:t>
            </a:r>
          </a:p>
          <a:p>
            <a:r>
              <a:t>    },</a:t>
            </a:r>
          </a:p>
          <a:p>
            <a:r>
              <a:t>    {</a:t>
            </a:r>
          </a:p>
          <a:p>
            <a:r>
              <a:t>      "text": "項目1",</a:t>
            </a:r>
          </a:p>
          <a:p>
            <a:r>
              <a:t>      "refs": [</a:t>
            </a:r>
          </a:p>
          <a:p>
            <a:r>
              <a:t>        {</a:t>
            </a:r>
          </a:p>
          <a:p>
            <a:r>
              <a:t>          "source_id": "s003",</a:t>
            </a:r>
          </a:p>
          <a:p>
            <a:r>
              <a:t>          "quote": "項目1"</a:t>
            </a:r>
          </a:p>
          <a:p>
            <a:r>
              <a:t>        }</a:t>
            </a:r>
          </a:p>
          <a:p>
            <a:r>
              <a:t>      ],</a:t>
            </a:r>
          </a:p>
          <a:p>
            <a:r>
              <a:t>      "mode": "verbatim"</a:t>
            </a:r>
          </a:p>
          <a:p>
            <a:r>
              <a:t>    },</a:t>
            </a:r>
          </a:p>
          <a:p>
            <a:r>
              <a:t>    {</a:t>
            </a:r>
          </a:p>
          <a:p>
            <a:r>
              <a:t>      "text": "P.3",</a:t>
            </a:r>
          </a:p>
          <a:p>
            <a:r>
              <a:t>      "refs": [</a:t>
            </a:r>
          </a:p>
          <a:p>
            <a:r>
              <a:t>        {</a:t>
            </a:r>
          </a:p>
          <a:p>
            <a:r>
              <a:t>          "source_id": "s003",</a:t>
            </a:r>
          </a:p>
          <a:p>
            <a:r>
              <a:t>          "quote": "P.3"</a:t>
            </a:r>
          </a:p>
          <a:p>
            <a:r>
              <a:t>        }</a:t>
            </a:r>
          </a:p>
          <a:p>
            <a:r>
              <a:t>      ],</a:t>
            </a:r>
          </a:p>
          <a:p>
            <a:r>
              <a:t>      "mode": "verbatim"</a:t>
            </a:r>
          </a:p>
          <a:p>
            <a:r>
              <a:t>    },</a:t>
            </a:r>
          </a:p>
          <a:p>
            <a:r>
              <a:t>    {</a:t>
            </a:r>
          </a:p>
          <a:p>
            <a:r>
              <a:t>      "text": "02",</a:t>
            </a:r>
          </a:p>
          <a:p>
            <a:r>
              <a:t>      "refs": [</a:t>
            </a:r>
          </a:p>
          <a:p>
            <a:r>
              <a:t>        {</a:t>
            </a:r>
          </a:p>
          <a:p>
            <a:r>
              <a:t>          "source_id": "s003",</a:t>
            </a:r>
          </a:p>
          <a:p>
            <a:r>
              <a:t>          "quote": "02"</a:t>
            </a:r>
          </a:p>
          <a:p>
            <a:r>
              <a:t>        }</a:t>
            </a:r>
          </a:p>
          <a:p>
            <a:r>
              <a:t>      ],</a:t>
            </a:r>
          </a:p>
          <a:p>
            <a:r>
              <a:t>      "mode": "verbatim"</a:t>
            </a:r>
          </a:p>
          <a:p>
            <a:r>
              <a:t>    },</a:t>
            </a:r>
          </a:p>
          <a:p>
            <a:r>
              <a:t>    {</a:t>
            </a:r>
          </a:p>
          <a:p>
            <a:r>
              <a:t>      "text": "項目2",</a:t>
            </a:r>
          </a:p>
          <a:p>
            <a:r>
              <a:t>      "refs": [</a:t>
            </a:r>
          </a:p>
          <a:p>
            <a:r>
              <a:t>        {</a:t>
            </a:r>
          </a:p>
          <a:p>
            <a:r>
              <a:t>          "source_id": "s003",</a:t>
            </a:r>
          </a:p>
          <a:p>
            <a:r>
              <a:t>          "quote": "項目2"</a:t>
            </a:r>
          </a:p>
          <a:p>
            <a:r>
              <a:t>        }</a:t>
            </a:r>
          </a:p>
          <a:p>
            <a:r>
              <a:t>      ],</a:t>
            </a:r>
          </a:p>
          <a:p>
            <a:r>
              <a:t>      "mode": "verbatim"</a:t>
            </a:r>
          </a:p>
          <a:p>
            <a:r>
              <a:t>    },</a:t>
            </a:r>
          </a:p>
          <a:p>
            <a:r>
              <a:t>    {</a:t>
            </a:r>
          </a:p>
          <a:p>
            <a:r>
              <a:t>      "text": "P.6",</a:t>
            </a:r>
          </a:p>
          <a:p>
            <a:r>
              <a:t>      "refs": [</a:t>
            </a:r>
          </a:p>
          <a:p>
            <a:r>
              <a:t>        {</a:t>
            </a:r>
          </a:p>
          <a:p>
            <a:r>
              <a:t>          "source_id": "s003",</a:t>
            </a:r>
          </a:p>
          <a:p>
            <a:r>
              <a:t>          "quote": "P.6"</a:t>
            </a:r>
          </a:p>
          <a:p>
            <a:r>
              <a:t>        }</a:t>
            </a:r>
          </a:p>
          <a:p>
            <a:r>
              <a:t>      ],</a:t>
            </a:r>
          </a:p>
          <a:p>
            <a:r>
              <a:t>      "mode": "verbatim"</a:t>
            </a:r>
          </a:p>
          <a:p>
            <a:r>
              <a:t>    },</a:t>
            </a:r>
          </a:p>
          <a:p>
            <a:r>
              <a:t>    {</a:t>
            </a:r>
          </a:p>
          <a:p>
            <a:r>
              <a:t>      "text": "03",</a:t>
            </a:r>
          </a:p>
          <a:p>
            <a:r>
              <a:t>      "refs": [</a:t>
            </a:r>
          </a:p>
          <a:p>
            <a:r>
              <a:t>        {</a:t>
            </a:r>
          </a:p>
          <a:p>
            <a:r>
              <a:t>          "source_id": "s003",</a:t>
            </a:r>
          </a:p>
          <a:p>
            <a:r>
              <a:t>          "quote": "03"</a:t>
            </a:r>
          </a:p>
          <a:p>
            <a:r>
              <a:t>        }</a:t>
            </a:r>
          </a:p>
          <a:p>
            <a:r>
              <a:t>      ],</a:t>
            </a:r>
          </a:p>
          <a:p>
            <a:r>
              <a:t>      "mode": "verbatim"</a:t>
            </a:r>
          </a:p>
          <a:p>
            <a:r>
              <a:t>    },</a:t>
            </a:r>
          </a:p>
          <a:p>
            <a:r>
              <a:t>    {</a:t>
            </a:r>
          </a:p>
          <a:p>
            <a:r>
              <a:t>      "text": "項目3",</a:t>
            </a:r>
          </a:p>
          <a:p>
            <a:r>
              <a:t>      "refs": [</a:t>
            </a:r>
          </a:p>
          <a:p>
            <a:r>
              <a:t>        {</a:t>
            </a:r>
          </a:p>
          <a:p>
            <a:r>
              <a:t>          "source_id": "s003",</a:t>
            </a:r>
          </a:p>
          <a:p>
            <a:r>
              <a:t>          "quote": "項目3"</a:t>
            </a:r>
          </a:p>
          <a:p>
            <a:r>
              <a:t>        }</a:t>
            </a:r>
          </a:p>
          <a:p>
            <a:r>
              <a:t>      ],</a:t>
            </a:r>
          </a:p>
          <a:p>
            <a:r>
              <a:t>      "mode": "verbatim"</a:t>
            </a:r>
          </a:p>
          <a:p>
            <a:r>
              <a:t>    },</a:t>
            </a:r>
          </a:p>
          <a:p>
            <a:r>
              <a:t>    {</a:t>
            </a:r>
          </a:p>
          <a:p>
            <a:r>
              <a:t>      "text": "P.9",</a:t>
            </a:r>
          </a:p>
          <a:p>
            <a:r>
              <a:t>      "refs": [</a:t>
            </a:r>
          </a:p>
          <a:p>
            <a:r>
              <a:t>        {</a:t>
            </a:r>
          </a:p>
          <a:p>
            <a:r>
              <a:t>          "source_id": "s003",</a:t>
            </a:r>
          </a:p>
          <a:p>
            <a:r>
              <a:t>          "quote": "P.9"</a:t>
            </a:r>
          </a:p>
          <a:p>
            <a:r>
              <a:t>        }</a:t>
            </a:r>
          </a:p>
          <a:p>
            <a:r>
              <a:t>      ],</a:t>
            </a:r>
          </a:p>
          <a:p>
            <a:r>
              <a:t>      "mode": "verbatim"</a:t>
            </a:r>
          </a:p>
          <a:p>
            <a:r>
              <a:t>    },</a:t>
            </a:r>
          </a:p>
          <a:p>
            <a:r>
              <a:t>    {</a:t>
            </a:r>
          </a:p>
          <a:p>
            <a:r>
              <a:t>      "text": "04",</a:t>
            </a:r>
          </a:p>
          <a:p>
            <a:r>
              <a:t>      "refs": [</a:t>
            </a:r>
          </a:p>
          <a:p>
            <a:r>
              <a:t>        {</a:t>
            </a:r>
          </a:p>
          <a:p>
            <a:r>
              <a:t>          "source_id": "s003",</a:t>
            </a:r>
          </a:p>
          <a:p>
            <a:r>
              <a:t>          "quote": "04"</a:t>
            </a:r>
          </a:p>
          <a:p>
            <a:r>
              <a:t>        }</a:t>
            </a:r>
          </a:p>
          <a:p>
            <a:r>
              <a:t>      ],</a:t>
            </a:r>
          </a:p>
          <a:p>
            <a:r>
              <a:t>      "mode": "verbatim"</a:t>
            </a:r>
          </a:p>
          <a:p>
            <a:r>
              <a:t>    },</a:t>
            </a:r>
          </a:p>
          <a:p>
            <a:r>
              <a:t>    {</a:t>
            </a:r>
          </a:p>
          <a:p>
            <a:r>
              <a:t>      "text": "項目4",</a:t>
            </a:r>
          </a:p>
          <a:p>
            <a:r>
              <a:t>      "refs": [</a:t>
            </a:r>
          </a:p>
          <a:p>
            <a:r>
              <a:t>        {</a:t>
            </a:r>
          </a:p>
          <a:p>
            <a:r>
              <a:t>          "source_id": "s003",</a:t>
            </a:r>
          </a:p>
          <a:p>
            <a:r>
              <a:t>          "quote": "項目4"</a:t>
            </a:r>
          </a:p>
          <a:p>
            <a:r>
              <a:t>        }</a:t>
            </a:r>
          </a:p>
          <a:p>
            <a:r>
              <a:t>      ],</a:t>
            </a:r>
          </a:p>
          <a:p>
            <a:r>
              <a:t>      "mode": "verbatim"</a:t>
            </a:r>
          </a:p>
          <a:p>
            <a:r>
              <a:t>    },</a:t>
            </a:r>
          </a:p>
          <a:p>
            <a:r>
              <a:t>    {</a:t>
            </a:r>
          </a:p>
          <a:p>
            <a:r>
              <a:t>      "text": "P.12",</a:t>
            </a:r>
          </a:p>
          <a:p>
            <a:r>
              <a:t>      "refs": [</a:t>
            </a:r>
          </a:p>
          <a:p>
            <a:r>
              <a:t>        {</a:t>
            </a:r>
          </a:p>
          <a:p>
            <a:r>
              <a:t>          "source_id": "s003",</a:t>
            </a:r>
          </a:p>
          <a:p>
            <a:r>
              <a:t>          "quote": "P.12"</a:t>
            </a:r>
          </a:p>
          <a:p>
            <a:r>
              <a:t>        }</a:t>
            </a:r>
          </a:p>
          <a:p>
            <a:r>
              <a:t>      ],</a:t>
            </a:r>
          </a:p>
          <a:p>
            <a:r>
              <a:t>      "mode": "verbatim"</a:t>
            </a:r>
          </a:p>
          <a:p>
            <a:r>
              <a:t>    },</a:t>
            </a:r>
          </a:p>
          <a:p>
            <a:r>
              <a:t>    {</a:t>
            </a:r>
          </a:p>
          <a:p>
            <a:r>
              <a:t>      "text": "05",</a:t>
            </a:r>
          </a:p>
          <a:p>
            <a:r>
              <a:t>      "refs": [</a:t>
            </a:r>
          </a:p>
          <a:p>
            <a:r>
              <a:t>        {</a:t>
            </a:r>
          </a:p>
          <a:p>
            <a:r>
              <a:t>          "source_id": "s003",</a:t>
            </a:r>
          </a:p>
          <a:p>
            <a:r>
              <a:t>          "quote": "05"</a:t>
            </a:r>
          </a:p>
          <a:p>
            <a:r>
              <a:t>        }</a:t>
            </a:r>
          </a:p>
          <a:p>
            <a:r>
              <a:t>      ],</a:t>
            </a:r>
          </a:p>
          <a:p>
            <a:r>
              <a:t>      "mode": "verbatim"</a:t>
            </a:r>
          </a:p>
          <a:p>
            <a:r>
              <a:t>    },</a:t>
            </a:r>
          </a:p>
          <a:p>
            <a:r>
              <a:t>    {</a:t>
            </a:r>
          </a:p>
          <a:p>
            <a:r>
              <a:t>      "text": "項目5",</a:t>
            </a:r>
          </a:p>
          <a:p>
            <a:r>
              <a:t>      "refs": [</a:t>
            </a:r>
          </a:p>
          <a:p>
            <a:r>
              <a:t>        {</a:t>
            </a:r>
          </a:p>
          <a:p>
            <a:r>
              <a:t>          "source_id": "s003",</a:t>
            </a:r>
          </a:p>
          <a:p>
            <a:r>
              <a:t>          "quote": "項目5"</a:t>
            </a:r>
          </a:p>
          <a:p>
            <a:r>
              <a:t>        }</a:t>
            </a:r>
          </a:p>
          <a:p>
            <a:r>
              <a:t>      ],</a:t>
            </a:r>
          </a:p>
          <a:p>
            <a:r>
              <a:t>      "mode": "verbatim"</a:t>
            </a:r>
          </a:p>
          <a:p>
            <a:r>
              <a:t>    },</a:t>
            </a:r>
          </a:p>
          <a:p>
            <a:r>
              <a:t>    {</a:t>
            </a:r>
          </a:p>
          <a:p>
            <a:r>
              <a:t>      "text": "P.15",</a:t>
            </a:r>
          </a:p>
          <a:p>
            <a:r>
              <a:t>      "refs": [</a:t>
            </a:r>
          </a:p>
          <a:p>
            <a:r>
              <a:t>        {</a:t>
            </a:r>
          </a:p>
          <a:p>
            <a:r>
              <a:t>          "source_id": "s003",</a:t>
            </a:r>
          </a:p>
          <a:p>
            <a:r>
              <a:t>          "quote": "P.15"</a:t>
            </a:r>
          </a:p>
          <a:p>
            <a:r>
              <a:t>        }</a:t>
            </a:r>
          </a:p>
          <a:p>
            <a:r>
              <a:t>      ],</a:t>
            </a:r>
          </a:p>
          <a:p>
            <a:r>
              <a:t>      "mode": "verbatim"</a:t>
            </a:r>
          </a:p>
          <a:p>
            <a:r>
              <a:t>    }</a:t>
            </a:r>
          </a:p>
          <a:p>
            <a:r>
              <a:t>  ],</a:t>
            </a:r>
          </a:p>
          <a:p>
            <a:r>
              <a:t>  "citations": {</a:t>
            </a:r>
          </a:p>
          <a:p>
            <a:r>
              <a:t>    "s003": "Public MIT sample: templates/freeform_parts_16x9.html section 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"f21479061f6ffd57222393a713bb8a1700b323100ecabe9142e1c9c7cfb4dfb9"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"section_divider",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"記載例1",</a:t>
            </a:r>
          </a:p>
          <a:p>
            <a:r>
              <a:t>      "refs": [</a:t>
            </a:r>
          </a:p>
          <a:p>
            <a:r>
              <a:t>        {</a:t>
            </a:r>
          </a:p>
          <a:p>
            <a:r>
              <a:t>          "source_id": "s004",</a:t>
            </a:r>
          </a:p>
          <a:p>
            <a:r>
              <a:t>          "quote": "記載例1"</a:t>
            </a:r>
          </a:p>
          <a:p>
            <a:r>
              <a:t>        }</a:t>
            </a:r>
          </a:p>
          <a:p>
            <a:r>
              <a:t>      ],</a:t>
            </a:r>
          </a:p>
          <a:p>
            <a:r>
              <a:t>      "mode": "verbatim"</a:t>
            </a:r>
          </a:p>
          <a:p>
            <a:r>
              <a:t>    },</a:t>
            </a:r>
          </a:p>
          <a:p>
            <a:r>
              <a:t>    {</a:t>
            </a:r>
          </a:p>
          <a:p>
            <a:r>
              <a:t>      "text": "項目1",</a:t>
            </a:r>
          </a:p>
          <a:p>
            <a:r>
              <a:t>      "refs": [</a:t>
            </a:r>
          </a:p>
          <a:p>
            <a:r>
              <a:t>        {</a:t>
            </a:r>
          </a:p>
          <a:p>
            <a:r>
              <a:t>          "source_id": "s004",</a:t>
            </a:r>
          </a:p>
          <a:p>
            <a:r>
              <a:t>          "quote": "項目1"</a:t>
            </a:r>
          </a:p>
          <a:p>
            <a:r>
              <a:t>        }</a:t>
            </a:r>
          </a:p>
          <a:p>
            <a:r>
              <a:t>      ],</a:t>
            </a:r>
          </a:p>
          <a:p>
            <a:r>
              <a:t>      "mode": "verbatim"</a:t>
            </a:r>
          </a:p>
          <a:p>
            <a:r>
              <a:t>    }</a:t>
            </a:r>
          </a:p>
          <a:p>
            <a:r>
              <a:t>  ],</a:t>
            </a:r>
          </a:p>
          <a:p>
            <a:r>
              <a:t>  "citations": {</a:t>
            </a:r>
          </a:p>
          <a:p>
            <a:r>
              <a:t>    "s004": "Public MIT sample: templates/freeform_parts_16x9.html section 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"7b9c4f9e598a857131aaf2bdcc5270031893842464638b0f647e54364605242a"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"chevron_steps",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"矢羽（プロセス・変遷）",</a:t>
            </a:r>
          </a:p>
          <a:p>
            <a:r>
              <a:t>      "refs": [</a:t>
            </a:r>
          </a:p>
          <a:p>
            <a:r>
              <a:t>        {</a:t>
            </a:r>
          </a:p>
          <a:p>
            <a:r>
              <a:t>          "source_id": "s005",</a:t>
            </a:r>
          </a:p>
          <a:p>
            <a:r>
              <a:t>          "quote": "矢羽（プロセス・変遷）"</a:t>
            </a:r>
          </a:p>
          <a:p>
            <a:r>
              <a:t>        }</a:t>
            </a:r>
          </a:p>
          <a:p>
            <a:r>
              <a:t>      ],</a:t>
            </a:r>
          </a:p>
          <a:p>
            <a:r>
              <a:t>      "mode": "verbatim"</a:t>
            </a:r>
          </a:p>
          <a:p>
            <a:r>
              <a:t>    },</a:t>
            </a:r>
          </a:p>
          <a:p>
            <a:r>
              <a:t>    {</a:t>
            </a:r>
          </a:p>
          <a:p>
            <a:r>
              <a:t>      "text": "出典：公開見本",</a:t>
            </a:r>
          </a:p>
          <a:p>
            <a:r>
              <a:t>      "refs": [</a:t>
            </a:r>
          </a:p>
          <a:p>
            <a:r>
              <a:t>        {</a:t>
            </a:r>
          </a:p>
          <a:p>
            <a:r>
              <a:t>          "source_id": "s005",</a:t>
            </a:r>
          </a:p>
          <a:p>
            <a:r>
              <a:t>          "quote": "出典：公開見本"</a:t>
            </a:r>
          </a:p>
          <a:p>
            <a:r>
              <a:t>        }</a:t>
            </a:r>
          </a:p>
          <a:p>
            <a:r>
              <a:t>      ],</a:t>
            </a:r>
          </a:p>
          <a:p>
            <a:r>
              <a:t>      "mode": "verbatim"</a:t>
            </a:r>
          </a:p>
          <a:p>
            <a:r>
              <a:t>    },</a:t>
            </a:r>
          </a:p>
          <a:p>
            <a:r>
              <a:t>    {</a:t>
            </a:r>
          </a:p>
          <a:p>
            <a:r>
              <a:t>      "text": "2026年M月",</a:t>
            </a:r>
          </a:p>
          <a:p>
            <a:r>
              <a:t>      "refs": [</a:t>
            </a:r>
          </a:p>
          <a:p>
            <a:r>
              <a:t>        {</a:t>
            </a:r>
          </a:p>
          <a:p>
            <a:r>
              <a:t>          "source_id": "s005",</a:t>
            </a:r>
          </a:p>
          <a:p>
            <a:r>
              <a:t>          "quote": "2026年M月"</a:t>
            </a:r>
          </a:p>
          <a:p>
            <a:r>
              <a:t>        }</a:t>
            </a:r>
          </a:p>
          <a:p>
            <a:r>
              <a:t>      ],</a:t>
            </a:r>
          </a:p>
          <a:p>
            <a:r>
              <a:t>      "mode": "verbatim"</a:t>
            </a:r>
          </a:p>
          <a:p>
            <a:r>
              <a:t>    },</a:t>
            </a:r>
          </a:p>
          <a:p>
            <a:r>
              <a:t>    {</a:t>
            </a:r>
          </a:p>
          <a:p>
            <a:r>
              <a:t>      "text": "項目1",</a:t>
            </a:r>
          </a:p>
          <a:p>
            <a:r>
              <a:t>      "refs": [</a:t>
            </a:r>
          </a:p>
          <a:p>
            <a:r>
              <a:t>        {</a:t>
            </a:r>
          </a:p>
          <a:p>
            <a:r>
              <a:t>          "source_id": "s005",</a:t>
            </a:r>
          </a:p>
          <a:p>
            <a:r>
              <a:t>          "quote": "項目1"</a:t>
            </a:r>
          </a:p>
          <a:p>
            <a:r>
              <a:t>        }</a:t>
            </a:r>
          </a:p>
          <a:p>
            <a:r>
              <a:t>      ],</a:t>
            </a:r>
          </a:p>
          <a:p>
            <a:r>
              <a:t>      "mode": "verbatim"</a:t>
            </a:r>
          </a:p>
          <a:p>
            <a:r>
              <a:t>    },</a:t>
            </a:r>
          </a:p>
          <a:p>
            <a:r>
              <a:t>    {</a:t>
            </a:r>
          </a:p>
          <a:p>
            <a:r>
              <a:t>      "text": "記載例1",</a:t>
            </a:r>
          </a:p>
          <a:p>
            <a:r>
              <a:t>      "refs": [</a:t>
            </a:r>
          </a:p>
          <a:p>
            <a:r>
              <a:t>        {</a:t>
            </a:r>
          </a:p>
          <a:p>
            <a:r>
              <a:t>          "source_id": "s005",</a:t>
            </a:r>
          </a:p>
          <a:p>
            <a:r>
              <a:t>          "quote": "記載例1"</a:t>
            </a:r>
          </a:p>
          <a:p>
            <a:r>
              <a:t>        }</a:t>
            </a:r>
          </a:p>
          <a:p>
            <a:r>
              <a:t>      ],</a:t>
            </a:r>
          </a:p>
          <a:p>
            <a:r>
              <a:t>      "mode": "verbatim"</a:t>
            </a:r>
          </a:p>
          <a:p>
            <a:r>
              <a:t>    },</a:t>
            </a:r>
          </a:p>
          <a:p>
            <a:r>
              <a:t>    {</a:t>
            </a:r>
          </a:p>
          <a:p>
            <a:r>
              <a:t>      "text": "2026年M月",</a:t>
            </a:r>
          </a:p>
          <a:p>
            <a:r>
              <a:t>      "refs": [</a:t>
            </a:r>
          </a:p>
          <a:p>
            <a:r>
              <a:t>        {</a:t>
            </a:r>
          </a:p>
          <a:p>
            <a:r>
              <a:t>          "source_id": "s005",</a:t>
            </a:r>
          </a:p>
          <a:p>
            <a:r>
              <a:t>          "quote": "2026年M月"</a:t>
            </a:r>
          </a:p>
          <a:p>
            <a:r>
              <a:t>        }</a:t>
            </a:r>
          </a:p>
          <a:p>
            <a:r>
              <a:t>      ],</a:t>
            </a:r>
          </a:p>
          <a:p>
            <a:r>
              <a:t>      "mode": "verbatim"</a:t>
            </a:r>
          </a:p>
          <a:p>
            <a:r>
              <a:t>    },</a:t>
            </a:r>
          </a:p>
          <a:p>
            <a:r>
              <a:t>    {</a:t>
            </a:r>
          </a:p>
          <a:p>
            <a:r>
              <a:t>      "text": "項目2",</a:t>
            </a:r>
          </a:p>
          <a:p>
            <a:r>
              <a:t>      "refs": [</a:t>
            </a:r>
          </a:p>
          <a:p>
            <a:r>
              <a:t>        {</a:t>
            </a:r>
          </a:p>
          <a:p>
            <a:r>
              <a:t>          "source_id": "s005",</a:t>
            </a:r>
          </a:p>
          <a:p>
            <a:r>
              <a:t>          "quote": "項目2"</a:t>
            </a:r>
          </a:p>
          <a:p>
            <a:r>
              <a:t>        }</a:t>
            </a:r>
          </a:p>
          <a:p>
            <a:r>
              <a:t>      ],</a:t>
            </a:r>
          </a:p>
          <a:p>
            <a:r>
              <a:t>      "mode": "verbatim"</a:t>
            </a:r>
          </a:p>
          <a:p>
            <a:r>
              <a:t>    },</a:t>
            </a:r>
          </a:p>
          <a:p>
            <a:r>
              <a:t>    {</a:t>
            </a:r>
          </a:p>
          <a:p>
            <a:r>
              <a:t>      "text": "記載例2",</a:t>
            </a:r>
          </a:p>
          <a:p>
            <a:r>
              <a:t>      "refs": [</a:t>
            </a:r>
          </a:p>
          <a:p>
            <a:r>
              <a:t>        {</a:t>
            </a:r>
          </a:p>
          <a:p>
            <a:r>
              <a:t>          "source_id": "s005",</a:t>
            </a:r>
          </a:p>
          <a:p>
            <a:r>
              <a:t>          "quote": "記載例2"</a:t>
            </a:r>
          </a:p>
          <a:p>
            <a:r>
              <a:t>        }</a:t>
            </a:r>
          </a:p>
          <a:p>
            <a:r>
              <a:t>      ],</a:t>
            </a:r>
          </a:p>
          <a:p>
            <a:r>
              <a:t>      "mode": "verbatim"</a:t>
            </a:r>
          </a:p>
          <a:p>
            <a:r>
              <a:t>    },</a:t>
            </a:r>
          </a:p>
          <a:p>
            <a:r>
              <a:t>    {</a:t>
            </a:r>
          </a:p>
          <a:p>
            <a:r>
              <a:t>      "text": "2026年M月",</a:t>
            </a:r>
          </a:p>
          <a:p>
            <a:r>
              <a:t>      "refs": [</a:t>
            </a:r>
          </a:p>
          <a:p>
            <a:r>
              <a:t>        {</a:t>
            </a:r>
          </a:p>
          <a:p>
            <a:r>
              <a:t>          "source_id": "s005",</a:t>
            </a:r>
          </a:p>
          <a:p>
            <a:r>
              <a:t>          "quote": "2026年M月"</a:t>
            </a:r>
          </a:p>
          <a:p>
            <a:r>
              <a:t>        }</a:t>
            </a:r>
          </a:p>
          <a:p>
            <a:r>
              <a:t>      ],</a:t>
            </a:r>
          </a:p>
          <a:p>
            <a:r>
              <a:t>      "mode": "verbatim"</a:t>
            </a:r>
          </a:p>
          <a:p>
            <a:r>
              <a:t>    },</a:t>
            </a:r>
          </a:p>
          <a:p>
            <a:r>
              <a:t>    {</a:t>
            </a:r>
          </a:p>
          <a:p>
            <a:r>
              <a:t>      "text": "項目3",</a:t>
            </a:r>
          </a:p>
          <a:p>
            <a:r>
              <a:t>      "refs": [</a:t>
            </a:r>
          </a:p>
          <a:p>
            <a:r>
              <a:t>        {</a:t>
            </a:r>
          </a:p>
          <a:p>
            <a:r>
              <a:t>          "source_id": "s005",</a:t>
            </a:r>
          </a:p>
          <a:p>
            <a:r>
              <a:t>          "quote": "項目3"</a:t>
            </a:r>
          </a:p>
          <a:p>
            <a:r>
              <a:t>        }</a:t>
            </a:r>
          </a:p>
          <a:p>
            <a:r>
              <a:t>      ],</a:t>
            </a:r>
          </a:p>
          <a:p>
            <a:r>
              <a:t>      "mode": "verbatim"</a:t>
            </a:r>
          </a:p>
          <a:p>
            <a:r>
              <a:t>    },</a:t>
            </a:r>
          </a:p>
          <a:p>
            <a:r>
              <a:t>    {</a:t>
            </a:r>
          </a:p>
          <a:p>
            <a:r>
              <a:t>      "text": "記載例3",</a:t>
            </a:r>
          </a:p>
          <a:p>
            <a:r>
              <a:t>      "refs": [</a:t>
            </a:r>
          </a:p>
          <a:p>
            <a:r>
              <a:t>        {</a:t>
            </a:r>
          </a:p>
          <a:p>
            <a:r>
              <a:t>          "source_id": "s005",</a:t>
            </a:r>
          </a:p>
          <a:p>
            <a:r>
              <a:t>          "quote": "記載例3"</a:t>
            </a:r>
          </a:p>
          <a:p>
            <a:r>
              <a:t>        }</a:t>
            </a:r>
          </a:p>
          <a:p>
            <a:r>
              <a:t>      ],</a:t>
            </a:r>
          </a:p>
          <a:p>
            <a:r>
              <a:t>      "mode": "verbatim"</a:t>
            </a:r>
          </a:p>
          <a:p>
            <a:r>
              <a:t>    },</a:t>
            </a:r>
          </a:p>
          <a:p>
            <a:r>
              <a:t>    {</a:t>
            </a:r>
          </a:p>
          <a:p>
            <a:r>
              <a:t>      "text": "現在",</a:t>
            </a:r>
          </a:p>
          <a:p>
            <a:r>
              <a:t>      "refs": [</a:t>
            </a:r>
          </a:p>
          <a:p>
            <a:r>
              <a:t>        {</a:t>
            </a:r>
          </a:p>
          <a:p>
            <a:r>
              <a:t>          "source_id": "s005",</a:t>
            </a:r>
          </a:p>
          <a:p>
            <a:r>
              <a:t>          "quote": "現在"</a:t>
            </a:r>
          </a:p>
          <a:p>
            <a:r>
              <a:t>        }</a:t>
            </a:r>
          </a:p>
          <a:p>
            <a:r>
              <a:t>      ],</a:t>
            </a:r>
          </a:p>
          <a:p>
            <a:r>
              <a:t>      "mode": "verbatim"</a:t>
            </a:r>
          </a:p>
          <a:p>
            <a:r>
              <a:t>    },</a:t>
            </a:r>
          </a:p>
          <a:p>
            <a:r>
              <a:t>    {</a:t>
            </a:r>
          </a:p>
          <a:p>
            <a:r>
              <a:t>      "text": "項目4",</a:t>
            </a:r>
          </a:p>
          <a:p>
            <a:r>
              <a:t>      "refs": [</a:t>
            </a:r>
          </a:p>
          <a:p>
            <a:r>
              <a:t>        {</a:t>
            </a:r>
          </a:p>
          <a:p>
            <a:r>
              <a:t>          "source_id": "s005",</a:t>
            </a:r>
          </a:p>
          <a:p>
            <a:r>
              <a:t>          "quote": "項目4"</a:t>
            </a:r>
          </a:p>
          <a:p>
            <a:r>
              <a:t>        }</a:t>
            </a:r>
          </a:p>
          <a:p>
            <a:r>
              <a:t>      ],</a:t>
            </a:r>
          </a:p>
          <a:p>
            <a:r>
              <a:t>      "mode": "verbatim"</a:t>
            </a:r>
          </a:p>
          <a:p>
            <a:r>
              <a:t>    },</a:t>
            </a:r>
          </a:p>
          <a:p>
            <a:r>
              <a:t>    {</a:t>
            </a:r>
          </a:p>
          <a:p>
            <a:r>
              <a:t>      "text": "記載例4",</a:t>
            </a:r>
          </a:p>
          <a:p>
            <a:r>
              <a:t>      "refs": [</a:t>
            </a:r>
          </a:p>
          <a:p>
            <a:r>
              <a:t>        {</a:t>
            </a:r>
          </a:p>
          <a:p>
            <a:r>
              <a:t>          "source_id": "s005",</a:t>
            </a:r>
          </a:p>
          <a:p>
            <a:r>
              <a:t>          "quote": "記載例4"</a:t>
            </a:r>
          </a:p>
          <a:p>
            <a:r>
              <a:t>        }</a:t>
            </a:r>
          </a:p>
          <a:p>
            <a:r>
              <a:t>      ],</a:t>
            </a:r>
          </a:p>
          <a:p>
            <a:r>
              <a:t>      "mode": "verbatim"</a:t>
            </a:r>
          </a:p>
          <a:p>
            <a:r>
              <a:t>    }</a:t>
            </a:r>
          </a:p>
          <a:p>
            <a:r>
              <a:t>  ],</a:t>
            </a:r>
          </a:p>
          <a:p>
            <a:r>
              <a:t>  "citations": {</a:t>
            </a:r>
          </a:p>
          <a:p>
            <a:r>
              <a:t>    "s005": "Public MIT sample: templates/freeform_parts_16x9.html section 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"6f98cf501257f177271a97c27b427ea70221ecf9705728718b6fef83f5a3f134"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"premise_conclusion",</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"前提→帰結の2カラム",</a:t>
            </a:r>
          </a:p>
          <a:p>
            <a:r>
              <a:t>      "refs": [</a:t>
            </a:r>
          </a:p>
          <a:p>
            <a:r>
              <a:t>        {</a:t>
            </a:r>
          </a:p>
          <a:p>
            <a:r>
              <a:t>          "source_id": "s006",</a:t>
            </a:r>
          </a:p>
          <a:p>
            <a:r>
              <a:t>          "quote": "前提→帰結の2カラム"</a:t>
            </a:r>
          </a:p>
          <a:p>
            <a:r>
              <a:t>        }</a:t>
            </a:r>
          </a:p>
          <a:p>
            <a:r>
              <a:t>      ],</a:t>
            </a:r>
          </a:p>
          <a:p>
            <a:r>
              <a:t>      "mode": "verbatim"</a:t>
            </a:r>
          </a:p>
          <a:p>
            <a:r>
              <a:t>    },</a:t>
            </a:r>
          </a:p>
          <a:p>
            <a:r>
              <a:t>    {</a:t>
            </a:r>
          </a:p>
          <a:p>
            <a:r>
              <a:t>      "text": "出典：公開見本",</a:t>
            </a:r>
          </a:p>
          <a:p>
            <a:r>
              <a:t>      "refs": [</a:t>
            </a:r>
          </a:p>
          <a:p>
            <a:r>
              <a:t>        {</a:t>
            </a:r>
          </a:p>
          <a:p>
            <a:r>
              <a:t>          "source_id": "s006",</a:t>
            </a:r>
          </a:p>
          <a:p>
            <a:r>
              <a:t>          "quote": "出典：公開見本"</a:t>
            </a:r>
          </a:p>
          <a:p>
            <a:r>
              <a:t>        }</a:t>
            </a:r>
          </a:p>
          <a:p>
            <a:r>
              <a:t>      ],</a:t>
            </a:r>
          </a:p>
          <a:p>
            <a:r>
              <a:t>      "mode": "verbatim"</a:t>
            </a:r>
          </a:p>
          <a:p>
            <a:r>
              <a:t>    },</a:t>
            </a:r>
          </a:p>
          <a:p>
            <a:r>
              <a:t>    {</a:t>
            </a:r>
          </a:p>
          <a:p>
            <a:r>
              <a:t>      "text": "記載例1の推移（事実）",</a:t>
            </a:r>
          </a:p>
          <a:p>
            <a:r>
              <a:t>      "refs": [</a:t>
            </a:r>
          </a:p>
          <a:p>
            <a:r>
              <a:t>        {</a:t>
            </a:r>
          </a:p>
          <a:p>
            <a:r>
              <a:t>          "source_id": "s006",</a:t>
            </a:r>
          </a:p>
          <a:p>
            <a:r>
              <a:t>          "quote": "記載例1の推移（事実）"</a:t>
            </a:r>
          </a:p>
          <a:p>
            <a:r>
              <a:t>        }</a:t>
            </a:r>
          </a:p>
          <a:p>
            <a:r>
              <a:t>      ],</a:t>
            </a:r>
          </a:p>
          <a:p>
            <a:r>
              <a:t>      "mode": "verbatim"</a:t>
            </a:r>
          </a:p>
          <a:p>
            <a:r>
              <a:t>    },</a:t>
            </a:r>
          </a:p>
          <a:p>
            <a:r>
              <a:t>    {</a:t>
            </a:r>
          </a:p>
          <a:p>
            <a:r>
              <a:t>      "text": "2026年M月",</a:t>
            </a:r>
          </a:p>
          <a:p>
            <a:r>
              <a:t>      "refs": [</a:t>
            </a:r>
          </a:p>
          <a:p>
            <a:r>
              <a:t>        {</a:t>
            </a:r>
          </a:p>
          <a:p>
            <a:r>
              <a:t>          "source_id": "s006",</a:t>
            </a:r>
          </a:p>
          <a:p>
            <a:r>
              <a:t>          "quote": "2026年M月"</a:t>
            </a:r>
          </a:p>
          <a:p>
            <a:r>
              <a:t>        }</a:t>
            </a:r>
          </a:p>
          <a:p>
            <a:r>
              <a:t>      ],</a:t>
            </a:r>
          </a:p>
          <a:p>
            <a:r>
              <a:t>      "mode": "verbatim"</a:t>
            </a:r>
          </a:p>
          <a:p>
            <a:r>
              <a:t>    },</a:t>
            </a:r>
          </a:p>
          <a:p>
            <a:r>
              <a:t>    {</a:t>
            </a:r>
          </a:p>
          <a:p>
            <a:r>
              <a:t>      "text": "記載例1",</a:t>
            </a:r>
          </a:p>
          <a:p>
            <a:r>
              <a:t>      "refs": [</a:t>
            </a:r>
          </a:p>
          <a:p>
            <a:r>
              <a:t>        {</a:t>
            </a:r>
          </a:p>
          <a:p>
            <a:r>
              <a:t>          "source_id": "s006",</a:t>
            </a:r>
          </a:p>
          <a:p>
            <a:r>
              <a:t>          "quote": "記載例1"</a:t>
            </a:r>
          </a:p>
          <a:p>
            <a:r>
              <a:t>        }</a:t>
            </a:r>
          </a:p>
          <a:p>
            <a:r>
              <a:t>      ],</a:t>
            </a:r>
          </a:p>
          <a:p>
            <a:r>
              <a:t>      "mode": "verbatim"</a:t>
            </a:r>
          </a:p>
          <a:p>
            <a:r>
              <a:t>    },</a:t>
            </a:r>
          </a:p>
          <a:p>
            <a:r>
              <a:t>    {</a:t>
            </a:r>
          </a:p>
          <a:p>
            <a:r>
              <a:t>      "text": "2026年M月",</a:t>
            </a:r>
          </a:p>
          <a:p>
            <a:r>
              <a:t>      "refs": [</a:t>
            </a:r>
          </a:p>
          <a:p>
            <a:r>
              <a:t>        {</a:t>
            </a:r>
          </a:p>
          <a:p>
            <a:r>
              <a:t>          "source_id": "s006",</a:t>
            </a:r>
          </a:p>
          <a:p>
            <a:r>
              <a:t>          "quote": "2026年M月"</a:t>
            </a:r>
          </a:p>
          <a:p>
            <a:r>
              <a:t>        }</a:t>
            </a:r>
          </a:p>
          <a:p>
            <a:r>
              <a:t>      ],</a:t>
            </a:r>
          </a:p>
          <a:p>
            <a:r>
              <a:t>      "mode": "verbatim"</a:t>
            </a:r>
          </a:p>
          <a:p>
            <a:r>
              <a:t>    },</a:t>
            </a:r>
          </a:p>
          <a:p>
            <a:r>
              <a:t>    {</a:t>
            </a:r>
          </a:p>
          <a:p>
            <a:r>
              <a:t>      "text": "記載例2",</a:t>
            </a:r>
          </a:p>
          <a:p>
            <a:r>
              <a:t>      "refs": [</a:t>
            </a:r>
          </a:p>
          <a:p>
            <a:r>
              <a:t>        {</a:t>
            </a:r>
          </a:p>
          <a:p>
            <a:r>
              <a:t>          "source_id": "s006",</a:t>
            </a:r>
          </a:p>
          <a:p>
            <a:r>
              <a:t>          "quote": "記載例2"</a:t>
            </a:r>
          </a:p>
          <a:p>
            <a:r>
              <a:t>        }</a:t>
            </a:r>
          </a:p>
          <a:p>
            <a:r>
              <a:t>      ],</a:t>
            </a:r>
          </a:p>
          <a:p>
            <a:r>
              <a:t>      "mode": "verbatim"</a:t>
            </a:r>
          </a:p>
          <a:p>
            <a:r>
              <a:t>    },</a:t>
            </a:r>
          </a:p>
          <a:p>
            <a:r>
              <a:t>    {</a:t>
            </a:r>
          </a:p>
          <a:p>
            <a:r>
              <a:t>      "text": "2026年M月〜",</a:t>
            </a:r>
          </a:p>
          <a:p>
            <a:r>
              <a:t>      "refs": [</a:t>
            </a:r>
          </a:p>
          <a:p>
            <a:r>
              <a:t>        {</a:t>
            </a:r>
          </a:p>
          <a:p>
            <a:r>
              <a:t>          "source_id": "s006",</a:t>
            </a:r>
          </a:p>
          <a:p>
            <a:r>
              <a:t>          "quote": "2026年M月〜"</a:t>
            </a:r>
          </a:p>
          <a:p>
            <a:r>
              <a:t>        }</a:t>
            </a:r>
          </a:p>
          <a:p>
            <a:r>
              <a:t>      ],</a:t>
            </a:r>
          </a:p>
          <a:p>
            <a:r>
              <a:t>      "mode": "verbatim"</a:t>
            </a:r>
          </a:p>
          <a:p>
            <a:r>
              <a:t>    },</a:t>
            </a:r>
          </a:p>
          <a:p>
            <a:r>
              <a:t>    {</a:t>
            </a:r>
          </a:p>
          <a:p>
            <a:r>
              <a:t>      "text": "記載例3",</a:t>
            </a:r>
          </a:p>
          <a:p>
            <a:r>
              <a:t>      "refs": [</a:t>
            </a:r>
          </a:p>
          <a:p>
            <a:r>
              <a:t>        {</a:t>
            </a:r>
          </a:p>
          <a:p>
            <a:r>
              <a:t>          "source_id": "s006",</a:t>
            </a:r>
          </a:p>
          <a:p>
            <a:r>
              <a:t>          "quote": "記載例3"</a:t>
            </a:r>
          </a:p>
          <a:p>
            <a:r>
              <a:t>        }</a:t>
            </a:r>
          </a:p>
          <a:p>
            <a:r>
              <a:t>      ],</a:t>
            </a:r>
          </a:p>
          <a:p>
            <a:r>
              <a:t>      "mode": "verbatim"</a:t>
            </a:r>
          </a:p>
          <a:p>
            <a:r>
              <a:t>    },</a:t>
            </a:r>
          </a:p>
          <a:p>
            <a:r>
              <a:t>    {</a:t>
            </a:r>
          </a:p>
          <a:p>
            <a:r>
              <a:t>      "text": "だから、記載例2はこう変わる",</a:t>
            </a:r>
          </a:p>
          <a:p>
            <a:r>
              <a:t>      "refs": [</a:t>
            </a:r>
          </a:p>
          <a:p>
            <a:r>
              <a:t>        {</a:t>
            </a:r>
          </a:p>
          <a:p>
            <a:r>
              <a:t>          "source_id": "s006",</a:t>
            </a:r>
          </a:p>
          <a:p>
            <a:r>
              <a:t>          "quote": "だから、記載例2はこう変わる"</a:t>
            </a:r>
          </a:p>
          <a:p>
            <a:r>
              <a:t>        }</a:t>
            </a:r>
          </a:p>
          <a:p>
            <a:r>
              <a:t>      ],</a:t>
            </a:r>
          </a:p>
          <a:p>
            <a:r>
              <a:t>      "mode": "verbatim"</a:t>
            </a:r>
          </a:p>
          <a:p>
            <a:r>
              <a:t>    },</a:t>
            </a:r>
          </a:p>
          <a:p>
            <a:r>
              <a:t>    {</a:t>
            </a:r>
          </a:p>
          <a:p>
            <a:r>
              <a:t>      "text": "記載例4（語尾は階層内で統一）\n記載例5\n記載例6",</a:t>
            </a:r>
          </a:p>
          <a:p>
            <a:r>
              <a:t>      "refs": [</a:t>
            </a:r>
          </a:p>
          <a:p>
            <a:r>
              <a:t>        {</a:t>
            </a:r>
          </a:p>
          <a:p>
            <a:r>
              <a:t>          "source_id": "s006",</a:t>
            </a:r>
          </a:p>
          <a:p>
            <a:r>
              <a:t>          "quote": "記載例4（語尾は階層内で統一）\n記載例5\n記載例6"</a:t>
            </a:r>
          </a:p>
          <a:p>
            <a:r>
              <a:t>        }</a:t>
            </a:r>
          </a:p>
          <a:p>
            <a:r>
              <a:t>      ],</a:t>
            </a:r>
          </a:p>
          <a:p>
            <a:r>
              <a:t>      "mode": "verbatim"</a:t>
            </a:r>
          </a:p>
          <a:p>
            <a:r>
              <a:t>    }</a:t>
            </a:r>
          </a:p>
          <a:p>
            <a:r>
              <a:t>  ],</a:t>
            </a:r>
          </a:p>
          <a:p>
            <a:r>
              <a:t>  "citations": {</a:t>
            </a:r>
          </a:p>
          <a:p>
            <a:r>
              <a:t>    "s006": "Public MIT sample: templates/freeform_parts_16x9.html section 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"96c0c1dcf03dfe7f697f8e12341c526abe512dc1adc318c444b84a6a554b1bdf"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"stat_table_readout",</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"大型数値の表＋読み取り",</a:t>
            </a:r>
          </a:p>
          <a:p>
            <a:r>
              <a:t>      "refs": [</a:t>
            </a:r>
          </a:p>
          <a:p>
            <a:r>
              <a:t>        {</a:t>
            </a:r>
          </a:p>
          <a:p>
            <a:r>
              <a:t>          "source_id": "s007",</a:t>
            </a:r>
          </a:p>
          <a:p>
            <a:r>
              <a:t>          "quote": "大型数値の表＋読み取り"</a:t>
            </a:r>
          </a:p>
          <a:p>
            <a:r>
              <a:t>        }</a:t>
            </a:r>
          </a:p>
          <a:p>
            <a:r>
              <a:t>      ],</a:t>
            </a:r>
          </a:p>
          <a:p>
            <a:r>
              <a:t>      "mode": "verbatim"</a:t>
            </a:r>
          </a:p>
          <a:p>
            <a:r>
              <a:t>    },</a:t>
            </a:r>
          </a:p>
          <a:p>
            <a:r>
              <a:t>    {</a:t>
            </a:r>
          </a:p>
          <a:p>
            <a:r>
              <a:t>      "text": "出典：公開見本",</a:t>
            </a:r>
          </a:p>
          <a:p>
            <a:r>
              <a:t>      "refs": [</a:t>
            </a:r>
          </a:p>
          <a:p>
            <a:r>
              <a:t>        {</a:t>
            </a:r>
          </a:p>
          <a:p>
            <a:r>
              <a:t>          "source_id": "s007",</a:t>
            </a:r>
          </a:p>
          <a:p>
            <a:r>
              <a:t>          "quote": "出典：公開見本"</a:t>
            </a:r>
          </a:p>
          <a:p>
            <a:r>
              <a:t>        }</a:t>
            </a:r>
          </a:p>
          <a:p>
            <a:r>
              <a:t>      ],</a:t>
            </a:r>
          </a:p>
          <a:p>
            <a:r>
              <a:t>      "mode": "verbatim"</a:t>
            </a:r>
          </a:p>
          <a:p>
            <a:r>
              <a:t>    },</a:t>
            </a:r>
          </a:p>
          <a:p>
            <a:r>
              <a:t>    {</a:t>
            </a:r>
          </a:p>
          <a:p>
            <a:r>
              <a:t>      "text": "数値で見る記載例1の現状",</a:t>
            </a:r>
          </a:p>
          <a:p>
            <a:r>
              <a:t>      "refs": [</a:t>
            </a:r>
          </a:p>
          <a:p>
            <a:r>
              <a:t>        {</a:t>
            </a:r>
          </a:p>
          <a:p>
            <a:r>
              <a:t>          "source_id": "s007",</a:t>
            </a:r>
          </a:p>
          <a:p>
            <a:r>
              <a:t>          "quote": "数値で見る記載例1の現状"</a:t>
            </a:r>
          </a:p>
          <a:p>
            <a:r>
              <a:t>        }</a:t>
            </a:r>
          </a:p>
          <a:p>
            <a:r>
              <a:t>      ],</a:t>
            </a:r>
          </a:p>
          <a:p>
            <a:r>
              <a:t>      "mode": "verbatim"</a:t>
            </a:r>
          </a:p>
          <a:p>
            <a:r>
              <a:t>    },</a:t>
            </a:r>
          </a:p>
          <a:p>
            <a:r>
              <a:t>    {</a:t>
            </a:r>
          </a:p>
          <a:p>
            <a:r>
              <a:t>      "text": "項目2",</a:t>
            </a:r>
          </a:p>
          <a:p>
            <a:r>
              <a:t>      "refs": [</a:t>
            </a:r>
          </a:p>
          <a:p>
            <a:r>
              <a:t>        {</a:t>
            </a:r>
          </a:p>
          <a:p>
            <a:r>
              <a:t>          "source_id": "s007",</a:t>
            </a:r>
          </a:p>
          <a:p>
            <a:r>
              <a:t>          "quote": "項目2"</a:t>
            </a:r>
          </a:p>
          <a:p>
            <a:r>
              <a:t>        }</a:t>
            </a:r>
          </a:p>
          <a:p>
            <a:r>
              <a:t>      ],</a:t>
            </a:r>
          </a:p>
          <a:p>
            <a:r>
              <a:t>      "mode": "verbatim"</a:t>
            </a:r>
          </a:p>
          <a:p>
            <a:r>
              <a:t>    },</a:t>
            </a:r>
          </a:p>
          <a:p>
            <a:r>
              <a:t>    {</a:t>
            </a:r>
          </a:p>
          <a:p>
            <a:r>
              <a:t>      "text": "項目3",</a:t>
            </a:r>
          </a:p>
          <a:p>
            <a:r>
              <a:t>      "refs": [</a:t>
            </a:r>
          </a:p>
          <a:p>
            <a:r>
              <a:t>        {</a:t>
            </a:r>
          </a:p>
          <a:p>
            <a:r>
              <a:t>          "source_id": "s007",</a:t>
            </a:r>
          </a:p>
          <a:p>
            <a:r>
              <a:t>          "quote": "項目3"</a:t>
            </a:r>
          </a:p>
          <a:p>
            <a:r>
              <a:t>        }</a:t>
            </a:r>
          </a:p>
          <a:p>
            <a:r>
              <a:t>      ],</a:t>
            </a:r>
          </a:p>
          <a:p>
            <a:r>
              <a:t>      "mode": "verbatim"</a:t>
            </a:r>
          </a:p>
          <a:p>
            <a:r>
              <a:t>    },</a:t>
            </a:r>
          </a:p>
          <a:p>
            <a:r>
              <a:t>    {</a:t>
            </a:r>
          </a:p>
          <a:p>
            <a:r>
              <a:t>      "text": "記載例1",</a:t>
            </a:r>
          </a:p>
          <a:p>
            <a:r>
              <a:t>      "refs": [</a:t>
            </a:r>
          </a:p>
          <a:p>
            <a:r>
              <a:t>        {</a:t>
            </a:r>
          </a:p>
          <a:p>
            <a:r>
              <a:t>          "source_id": "s007",</a:t>
            </a:r>
          </a:p>
          <a:p>
            <a:r>
              <a:t>          "quote": "記載例1"</a:t>
            </a:r>
          </a:p>
          <a:p>
            <a:r>
              <a:t>        }</a:t>
            </a:r>
          </a:p>
          <a:p>
            <a:r>
              <a:t>      ],</a:t>
            </a:r>
          </a:p>
          <a:p>
            <a:r>
              <a:t>      "mode": "verbatim"</a:t>
            </a:r>
          </a:p>
          <a:p>
            <a:r>
              <a:t>    },</a:t>
            </a:r>
          </a:p>
          <a:p>
            <a:r>
              <a:t>    {</a:t>
            </a:r>
          </a:p>
          <a:p>
            <a:r>
              <a:t>      "text": "項目4",</a:t>
            </a:r>
          </a:p>
          <a:p>
            <a:r>
              <a:t>      "refs": [</a:t>
            </a:r>
          </a:p>
          <a:p>
            <a:r>
              <a:t>        {</a:t>
            </a:r>
          </a:p>
          <a:p>
            <a:r>
              <a:t>          "source_id": "s007",</a:t>
            </a:r>
          </a:p>
          <a:p>
            <a:r>
              <a:t>          "quote": "項目4"</a:t>
            </a:r>
          </a:p>
          <a:p>
            <a:r>
              <a:t>        }</a:t>
            </a:r>
          </a:p>
          <a:p>
            <a:r>
              <a:t>      ],</a:t>
            </a:r>
          </a:p>
          <a:p>
            <a:r>
              <a:t>      "mode": "verbatim"</a:t>
            </a:r>
          </a:p>
          <a:p>
            <a:r>
              <a:t>    },</a:t>
            </a:r>
          </a:p>
          <a:p>
            <a:r>
              <a:t>    {</a:t>
            </a:r>
          </a:p>
          <a:p>
            <a:r>
              <a:t>      "text": "項目5",</a:t>
            </a:r>
          </a:p>
          <a:p>
            <a:r>
              <a:t>      "refs": [</a:t>
            </a:r>
          </a:p>
          <a:p>
            <a:r>
              <a:t>        {</a:t>
            </a:r>
          </a:p>
          <a:p>
            <a:r>
              <a:t>          "source_id": "s007",</a:t>
            </a:r>
          </a:p>
          <a:p>
            <a:r>
              <a:t>          "quote": "項目5"</a:t>
            </a:r>
          </a:p>
          <a:p>
            <a:r>
              <a:t>        }</a:t>
            </a:r>
          </a:p>
          <a:p>
            <a:r>
              <a:t>      ],</a:t>
            </a:r>
          </a:p>
          <a:p>
            <a:r>
              <a:t>      "mode": "verbatim"</a:t>
            </a:r>
          </a:p>
          <a:p>
            <a:r>
              <a:t>    },</a:t>
            </a:r>
          </a:p>
          <a:p>
            <a:r>
              <a:t>    {</a:t>
            </a:r>
          </a:p>
          <a:p>
            <a:r>
              <a:t>      "text": "記載例2",</a:t>
            </a:r>
          </a:p>
          <a:p>
            <a:r>
              <a:t>      "refs": [</a:t>
            </a:r>
          </a:p>
          <a:p>
            <a:r>
              <a:t>        {</a:t>
            </a:r>
          </a:p>
          <a:p>
            <a:r>
              <a:t>          "source_id": "s007",</a:t>
            </a:r>
          </a:p>
          <a:p>
            <a:r>
              <a:t>          "quote": "記載例2"</a:t>
            </a:r>
          </a:p>
          <a:p>
            <a:r>
              <a:t>        }</a:t>
            </a:r>
          </a:p>
          <a:p>
            <a:r>
              <a:t>      ],</a:t>
            </a:r>
          </a:p>
          <a:p>
            <a:r>
              <a:t>      "mode": "verbatim"</a:t>
            </a:r>
          </a:p>
          <a:p>
            <a:r>
              <a:t>    },</a:t>
            </a:r>
          </a:p>
          <a:p>
            <a:r>
              <a:t>    {</a:t>
            </a:r>
          </a:p>
          <a:p>
            <a:r>
              <a:t>      "text": "項目6",</a:t>
            </a:r>
          </a:p>
          <a:p>
            <a:r>
              <a:t>      "refs": [</a:t>
            </a:r>
          </a:p>
          <a:p>
            <a:r>
              <a:t>        {</a:t>
            </a:r>
          </a:p>
          <a:p>
            <a:r>
              <a:t>          "source_id": "s007",</a:t>
            </a:r>
          </a:p>
          <a:p>
            <a:r>
              <a:t>          "quote": "項目6"</a:t>
            </a:r>
          </a:p>
          <a:p>
            <a:r>
              <a:t>        }</a:t>
            </a:r>
          </a:p>
          <a:p>
            <a:r>
              <a:t>      ],</a:t>
            </a:r>
          </a:p>
          <a:p>
            <a:r>
              <a:t>      "mode": "verbatim"</a:t>
            </a:r>
          </a:p>
          <a:p>
            <a:r>
              <a:t>    },</a:t>
            </a:r>
          </a:p>
          <a:p>
            <a:r>
              <a:t>    {</a:t>
            </a:r>
          </a:p>
          <a:p>
            <a:r>
              <a:t>      "text": "項目7",</a:t>
            </a:r>
          </a:p>
          <a:p>
            <a:r>
              <a:t>      "refs": [</a:t>
            </a:r>
          </a:p>
          <a:p>
            <a:r>
              <a:t>        {</a:t>
            </a:r>
          </a:p>
          <a:p>
            <a:r>
              <a:t>          "source_id": "s007",</a:t>
            </a:r>
          </a:p>
          <a:p>
            <a:r>
              <a:t>          "quote": "項目7"</a:t>
            </a:r>
          </a:p>
          <a:p>
            <a:r>
              <a:t>        }</a:t>
            </a:r>
          </a:p>
          <a:p>
            <a:r>
              <a:t>      ],</a:t>
            </a:r>
          </a:p>
          <a:p>
            <a:r>
              <a:t>      "mode": "verbatim"</a:t>
            </a:r>
          </a:p>
          <a:p>
            <a:r>
              <a:t>    },</a:t>
            </a:r>
          </a:p>
          <a:p>
            <a:r>
              <a:t>    {</a:t>
            </a:r>
          </a:p>
          <a:p>
            <a:r>
              <a:t>      "text": "記載例3",</a:t>
            </a:r>
          </a:p>
          <a:p>
            <a:r>
              <a:t>      "refs": [</a:t>
            </a:r>
          </a:p>
          <a:p>
            <a:r>
              <a:t>        {</a:t>
            </a:r>
          </a:p>
          <a:p>
            <a:r>
              <a:t>          "source_id": "s007",</a:t>
            </a:r>
          </a:p>
          <a:p>
            <a:r>
              <a:t>          "quote": "記載例3"</a:t>
            </a:r>
          </a:p>
          <a:p>
            <a:r>
              <a:t>        }</a:t>
            </a:r>
          </a:p>
          <a:p>
            <a:r>
              <a:t>      ],</a:t>
            </a:r>
          </a:p>
          <a:p>
            <a:r>
              <a:t>      "mode": "verbatim"</a:t>
            </a:r>
          </a:p>
          <a:p>
            <a:r>
              <a:t>    },</a:t>
            </a:r>
          </a:p>
          <a:p>
            <a:r>
              <a:t>    {</a:t>
            </a:r>
          </a:p>
          <a:p>
            <a:r>
              <a:t>      "text": "だから、こう読める",</a:t>
            </a:r>
          </a:p>
          <a:p>
            <a:r>
              <a:t>      "refs": [</a:t>
            </a:r>
          </a:p>
          <a:p>
            <a:r>
              <a:t>        {</a:t>
            </a:r>
          </a:p>
          <a:p>
            <a:r>
              <a:t>          "source_id": "s007",</a:t>
            </a:r>
          </a:p>
          <a:p>
            <a:r>
              <a:t>          "quote": "だから、こう読める"</a:t>
            </a:r>
          </a:p>
          <a:p>
            <a:r>
              <a:t>        }</a:t>
            </a:r>
          </a:p>
          <a:p>
            <a:r>
              <a:t>      ],</a:t>
            </a:r>
          </a:p>
          <a:p>
            <a:r>
              <a:t>      "mode": "verbatim"</a:t>
            </a:r>
          </a:p>
          <a:p>
            <a:r>
              <a:t>    },</a:t>
            </a:r>
          </a:p>
          <a:p>
            <a:r>
              <a:t>    {</a:t>
            </a:r>
          </a:p>
          <a:p>
            <a:r>
              <a:t>      "text": "記載例4\n記載例5\n記載例6",</a:t>
            </a:r>
          </a:p>
          <a:p>
            <a:r>
              <a:t>      "refs": [</a:t>
            </a:r>
          </a:p>
          <a:p>
            <a:r>
              <a:t>        {</a:t>
            </a:r>
          </a:p>
          <a:p>
            <a:r>
              <a:t>          "source_id": "s007",</a:t>
            </a:r>
          </a:p>
          <a:p>
            <a:r>
              <a:t>          "quote": "記載例4\n記載例5\n記載例6"</a:t>
            </a:r>
          </a:p>
          <a:p>
            <a:r>
              <a:t>        }</a:t>
            </a:r>
          </a:p>
          <a:p>
            <a:r>
              <a:t>      ],</a:t>
            </a:r>
          </a:p>
          <a:p>
            <a:r>
              <a:t>      "mode": "verbatim"</a:t>
            </a:r>
          </a:p>
          <a:p>
            <a:r>
              <a:t>    }</a:t>
            </a:r>
          </a:p>
          <a:p>
            <a:r>
              <a:t>  ],</a:t>
            </a:r>
          </a:p>
          <a:p>
            <a:r>
              <a:t>  "citations": {</a:t>
            </a:r>
          </a:p>
          <a:p>
            <a:r>
              <a:t>    "s007": "Public MIT sample: templates/freeform_parts_16x9.html section 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"caa979593139d00ea3ff4a2b99a69d8f46eb91c87891f719ff4b3e9cf6b5dd7c"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"card_grid_2x2",</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"並列カード 2×2",</a:t>
            </a:r>
          </a:p>
          <a:p>
            <a:r>
              <a:t>      "refs": [</a:t>
            </a:r>
          </a:p>
          <a:p>
            <a:r>
              <a:t>        {</a:t>
            </a:r>
          </a:p>
          <a:p>
            <a:r>
              <a:t>          "source_id": "s008",</a:t>
            </a:r>
          </a:p>
          <a:p>
            <a:r>
              <a:t>          "quote": "並列カード 2×2"</a:t>
            </a:r>
          </a:p>
          <a:p>
            <a:r>
              <a:t>        }</a:t>
            </a:r>
          </a:p>
          <a:p>
            <a:r>
              <a:t>      ],</a:t>
            </a:r>
          </a:p>
          <a:p>
            <a:r>
              <a:t>      "mode": "verbatim"</a:t>
            </a:r>
          </a:p>
          <a:p>
            <a:r>
              <a:t>    },</a:t>
            </a:r>
          </a:p>
          <a:p>
            <a:r>
              <a:t>    {</a:t>
            </a:r>
          </a:p>
          <a:p>
            <a:r>
              <a:t>      "text": "出典：公開見本",</a:t>
            </a:r>
          </a:p>
          <a:p>
            <a:r>
              <a:t>      "refs": [</a:t>
            </a:r>
          </a:p>
          <a:p>
            <a:r>
              <a:t>        {</a:t>
            </a:r>
          </a:p>
          <a:p>
            <a:r>
              <a:t>          "source_id": "s008",</a:t>
            </a:r>
          </a:p>
          <a:p>
            <a:r>
              <a:t>          "quote": "出典：公開見本"</a:t>
            </a:r>
          </a:p>
          <a:p>
            <a:r>
              <a:t>        }</a:t>
            </a:r>
          </a:p>
          <a:p>
            <a:r>
              <a:t>      ],</a:t>
            </a:r>
          </a:p>
          <a:p>
            <a:r>
              <a:t>      "mode": "verbatim"</a:t>
            </a:r>
          </a:p>
          <a:p>
            <a:r>
              <a:t>    },</a:t>
            </a:r>
          </a:p>
          <a:p>
            <a:r>
              <a:t>    {</a:t>
            </a:r>
          </a:p>
          <a:p>
            <a:r>
              <a:t>      "text": "項目1：項目2（主語＋何をする で統一）",</a:t>
            </a:r>
          </a:p>
          <a:p>
            <a:r>
              <a:t>      "refs": [</a:t>
            </a:r>
          </a:p>
          <a:p>
            <a:r>
              <a:t>        {</a:t>
            </a:r>
          </a:p>
          <a:p>
            <a:r>
              <a:t>          "source_id": "s008",</a:t>
            </a:r>
          </a:p>
          <a:p>
            <a:r>
              <a:t>          "quote": "項目1：項目2（主語＋何をする で統一）"</a:t>
            </a:r>
          </a:p>
          <a:p>
            <a:r>
              <a:t>        }</a:t>
            </a:r>
          </a:p>
          <a:p>
            <a:r>
              <a:t>      ],</a:t>
            </a:r>
          </a:p>
          <a:p>
            <a:r>
              <a:t>      "mode": "verbatim"</a:t>
            </a:r>
          </a:p>
          <a:p>
            <a:r>
              <a:t>    },</a:t>
            </a:r>
          </a:p>
          <a:p>
            <a:r>
              <a:t>    {</a:t>
            </a:r>
          </a:p>
          <a:p>
            <a:r>
              <a:t>      "text": "記載例1\n記載例2",</a:t>
            </a:r>
          </a:p>
          <a:p>
            <a:r>
              <a:t>      "refs": [</a:t>
            </a:r>
          </a:p>
          <a:p>
            <a:r>
              <a:t>        {</a:t>
            </a:r>
          </a:p>
          <a:p>
            <a:r>
              <a:t>          "source_id": "s008",</a:t>
            </a:r>
          </a:p>
          <a:p>
            <a:r>
              <a:t>          "quote": "記載例1\n記載例2"</a:t>
            </a:r>
          </a:p>
          <a:p>
            <a:r>
              <a:t>        }</a:t>
            </a:r>
          </a:p>
          <a:p>
            <a:r>
              <a:t>      ],</a:t>
            </a:r>
          </a:p>
          <a:p>
            <a:r>
              <a:t>      "mode": "verbatim"</a:t>
            </a:r>
          </a:p>
          <a:p>
            <a:r>
              <a:t>    },</a:t>
            </a:r>
          </a:p>
          <a:p>
            <a:r>
              <a:t>    {</a:t>
            </a:r>
          </a:p>
          <a:p>
            <a:r>
              <a:t>      "text": "項目3：項目4",</a:t>
            </a:r>
          </a:p>
          <a:p>
            <a:r>
              <a:t>      "refs": [</a:t>
            </a:r>
          </a:p>
          <a:p>
            <a:r>
              <a:t>        {</a:t>
            </a:r>
          </a:p>
          <a:p>
            <a:r>
              <a:t>          "source_id": "s008",</a:t>
            </a:r>
          </a:p>
          <a:p>
            <a:r>
              <a:t>          "quote": "項目3：項目4"</a:t>
            </a:r>
          </a:p>
          <a:p>
            <a:r>
              <a:t>        }</a:t>
            </a:r>
          </a:p>
          <a:p>
            <a:r>
              <a:t>      ],</a:t>
            </a:r>
          </a:p>
          <a:p>
            <a:r>
              <a:t>      "mode": "verbatim"</a:t>
            </a:r>
          </a:p>
          <a:p>
            <a:r>
              <a:t>    },</a:t>
            </a:r>
          </a:p>
          <a:p>
            <a:r>
              <a:t>    {</a:t>
            </a:r>
          </a:p>
          <a:p>
            <a:r>
              <a:t>      "text": "記載例3\n記載例4",</a:t>
            </a:r>
          </a:p>
          <a:p>
            <a:r>
              <a:t>      "refs": [</a:t>
            </a:r>
          </a:p>
          <a:p>
            <a:r>
              <a:t>        {</a:t>
            </a:r>
          </a:p>
          <a:p>
            <a:r>
              <a:t>          "source_id": "s008",</a:t>
            </a:r>
          </a:p>
          <a:p>
            <a:r>
              <a:t>          "quote": "記載例3\n記載例4"</a:t>
            </a:r>
          </a:p>
          <a:p>
            <a:r>
              <a:t>        }</a:t>
            </a:r>
          </a:p>
          <a:p>
            <a:r>
              <a:t>      ],</a:t>
            </a:r>
          </a:p>
          <a:p>
            <a:r>
              <a:t>      "mode": "verbatim"</a:t>
            </a:r>
          </a:p>
          <a:p>
            <a:r>
              <a:t>    },</a:t>
            </a:r>
          </a:p>
          <a:p>
            <a:r>
              <a:t>    {</a:t>
            </a:r>
          </a:p>
          <a:p>
            <a:r>
              <a:t>      "text": "項目5：項目6",</a:t>
            </a:r>
          </a:p>
          <a:p>
            <a:r>
              <a:t>      "refs": [</a:t>
            </a:r>
          </a:p>
          <a:p>
            <a:r>
              <a:t>        {</a:t>
            </a:r>
          </a:p>
          <a:p>
            <a:r>
              <a:t>          "source_id": "s008",</a:t>
            </a:r>
          </a:p>
          <a:p>
            <a:r>
              <a:t>          "quote": "項目5：項目6"</a:t>
            </a:r>
          </a:p>
          <a:p>
            <a:r>
              <a:t>        }</a:t>
            </a:r>
          </a:p>
          <a:p>
            <a:r>
              <a:t>      ],</a:t>
            </a:r>
          </a:p>
          <a:p>
            <a:r>
              <a:t>      "mode": "verbatim"</a:t>
            </a:r>
          </a:p>
          <a:p>
            <a:r>
              <a:t>    },</a:t>
            </a:r>
          </a:p>
          <a:p>
            <a:r>
              <a:t>    {</a:t>
            </a:r>
          </a:p>
          <a:p>
            <a:r>
              <a:t>      "text": "記載例5\n記載例6",</a:t>
            </a:r>
          </a:p>
          <a:p>
            <a:r>
              <a:t>      "refs": [</a:t>
            </a:r>
          </a:p>
          <a:p>
            <a:r>
              <a:t>        {</a:t>
            </a:r>
          </a:p>
          <a:p>
            <a:r>
              <a:t>          "source_id": "s008",</a:t>
            </a:r>
          </a:p>
          <a:p>
            <a:r>
              <a:t>          "quote": "記載例5\n記載例6"</a:t>
            </a:r>
          </a:p>
          <a:p>
            <a:r>
              <a:t>        }</a:t>
            </a:r>
          </a:p>
          <a:p>
            <a:r>
              <a:t>      ],</a:t>
            </a:r>
          </a:p>
          <a:p>
            <a:r>
              <a:t>      "mode": "verbatim"</a:t>
            </a:r>
          </a:p>
          <a:p>
            <a:r>
              <a:t>    },</a:t>
            </a:r>
          </a:p>
          <a:p>
            <a:r>
              <a:t>    {</a:t>
            </a:r>
          </a:p>
          <a:p>
            <a:r>
              <a:t>      "text": "項目7：項目8",</a:t>
            </a:r>
          </a:p>
          <a:p>
            <a:r>
              <a:t>      "refs": [</a:t>
            </a:r>
          </a:p>
          <a:p>
            <a:r>
              <a:t>        {</a:t>
            </a:r>
          </a:p>
          <a:p>
            <a:r>
              <a:t>          "source_id": "s008",</a:t>
            </a:r>
          </a:p>
          <a:p>
            <a:r>
              <a:t>          "quote": "項目7：項目8"</a:t>
            </a:r>
          </a:p>
          <a:p>
            <a:r>
              <a:t>        }</a:t>
            </a:r>
          </a:p>
          <a:p>
            <a:r>
              <a:t>      ],</a:t>
            </a:r>
          </a:p>
          <a:p>
            <a:r>
              <a:t>      "mode": "verbatim"</a:t>
            </a:r>
          </a:p>
          <a:p>
            <a:r>
              <a:t>    },</a:t>
            </a:r>
          </a:p>
          <a:p>
            <a:r>
              <a:t>    {</a:t>
            </a:r>
          </a:p>
          <a:p>
            <a:r>
              <a:t>      "text": "記載例7\n記載例8",</a:t>
            </a:r>
          </a:p>
          <a:p>
            <a:r>
              <a:t>      "refs": [</a:t>
            </a:r>
          </a:p>
          <a:p>
            <a:r>
              <a:t>        {</a:t>
            </a:r>
          </a:p>
          <a:p>
            <a:r>
              <a:t>          "source_id": "s008",</a:t>
            </a:r>
          </a:p>
          <a:p>
            <a:r>
              <a:t>          "quote": "記載例7\n記載例8"</a:t>
            </a:r>
          </a:p>
          <a:p>
            <a:r>
              <a:t>        }</a:t>
            </a:r>
          </a:p>
          <a:p>
            <a:r>
              <a:t>      ],</a:t>
            </a:r>
          </a:p>
          <a:p>
            <a:r>
              <a:t>      "mode": "verbatim"</a:t>
            </a:r>
          </a:p>
          <a:p>
            <a:r>
              <a:t>    }</a:t>
            </a:r>
          </a:p>
          <a:p>
            <a:r>
              <a:t>  ],</a:t>
            </a:r>
          </a:p>
          <a:p>
            <a:r>
              <a:t>  "citations": {</a:t>
            </a:r>
          </a:p>
          <a:p>
            <a:r>
              <a:t>    "s008": "Public MIT sample: templates/freeform_parts_16x9.html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"970d49cce6466e9a016a8750c76b5703bd8b67407b6aa21e6b5b4195f1a90275"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"axis_table",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"軸のある表",</a:t>
            </a:r>
          </a:p>
          <a:p>
            <a:r>
              <a:t>      "refs": [</a:t>
            </a:r>
          </a:p>
          <a:p>
            <a:r>
              <a:t>        {</a:t>
            </a:r>
          </a:p>
          <a:p>
            <a:r>
              <a:t>          "source_id": "s009",</a:t>
            </a:r>
          </a:p>
          <a:p>
            <a:r>
              <a:t>          "quote": "軸のある表"</a:t>
            </a:r>
          </a:p>
          <a:p>
            <a:r>
              <a:t>        }</a:t>
            </a:r>
          </a:p>
          <a:p>
            <a:r>
              <a:t>      ],</a:t>
            </a:r>
          </a:p>
          <a:p>
            <a:r>
              <a:t>      "mode": "verbatim"</a:t>
            </a:r>
          </a:p>
          <a:p>
            <a:r>
              <a:t>    },</a:t>
            </a:r>
          </a:p>
          <a:p>
            <a:r>
              <a:t>    {</a:t>
            </a:r>
          </a:p>
          <a:p>
            <a:r>
              <a:t>      "text": "出典：公開見本",</a:t>
            </a:r>
          </a:p>
          <a:p>
            <a:r>
              <a:t>      "refs": [</a:t>
            </a:r>
          </a:p>
          <a:p>
            <a:r>
              <a:t>        {</a:t>
            </a:r>
          </a:p>
          <a:p>
            <a:r>
              <a:t>          "source_id": "s009",</a:t>
            </a:r>
          </a:p>
          <a:p>
            <a:r>
              <a:t>          "quote": "出典：公開見本"</a:t>
            </a:r>
          </a:p>
          <a:p>
            <a:r>
              <a:t>        }</a:t>
            </a:r>
          </a:p>
          <a:p>
            <a:r>
              <a:t>      ],</a:t>
            </a:r>
          </a:p>
          <a:p>
            <a:r>
              <a:t>      "mode": "verbatim"</a:t>
            </a:r>
          </a:p>
          <a:p>
            <a:r>
              <a:t>    },</a:t>
            </a:r>
          </a:p>
          <a:p>
            <a:r>
              <a:t>    {</a:t>
            </a:r>
          </a:p>
          <a:p>
            <a:r>
              <a:t>      "text": "項目1（軸）",</a:t>
            </a:r>
          </a:p>
          <a:p>
            <a:r>
              <a:t>      "refs": [</a:t>
            </a:r>
          </a:p>
          <a:p>
            <a:r>
              <a:t>        {</a:t>
            </a:r>
          </a:p>
          <a:p>
            <a:r>
              <a:t>          "source_id": "s009",</a:t>
            </a:r>
          </a:p>
          <a:p>
            <a:r>
              <a:t>          "quote": "項目1（軸）"</a:t>
            </a:r>
          </a:p>
          <a:p>
            <a:r>
              <a:t>        }</a:t>
            </a:r>
          </a:p>
          <a:p>
            <a:r>
              <a:t>      ],</a:t>
            </a:r>
          </a:p>
          <a:p>
            <a:r>
              <a:t>      "mode": "verbatim"</a:t>
            </a:r>
          </a:p>
          <a:p>
            <a:r>
              <a:t>    },</a:t>
            </a:r>
          </a:p>
          <a:p>
            <a:r>
              <a:t>    {</a:t>
            </a:r>
          </a:p>
          <a:p>
            <a:r>
              <a:t>      "text": "項目2",</a:t>
            </a:r>
          </a:p>
          <a:p>
            <a:r>
              <a:t>      "refs": [</a:t>
            </a:r>
          </a:p>
          <a:p>
            <a:r>
              <a:t>        {</a:t>
            </a:r>
          </a:p>
          <a:p>
            <a:r>
              <a:t>          "source_id": "s009",</a:t>
            </a:r>
          </a:p>
          <a:p>
            <a:r>
              <a:t>          "quote": "項目2"</a:t>
            </a:r>
          </a:p>
          <a:p>
            <a:r>
              <a:t>        }</a:t>
            </a:r>
          </a:p>
          <a:p>
            <a:r>
              <a:t>      ],</a:t>
            </a:r>
          </a:p>
          <a:p>
            <a:r>
              <a:t>      "mode": "verbatim"</a:t>
            </a:r>
          </a:p>
          <a:p>
            <a:r>
              <a:t>    },</a:t>
            </a:r>
          </a:p>
          <a:p>
            <a:r>
              <a:t>    {</a:t>
            </a:r>
          </a:p>
          <a:p>
            <a:r>
              <a:t>      "text": "項目3",</a:t>
            </a:r>
          </a:p>
          <a:p>
            <a:r>
              <a:t>      "refs": [</a:t>
            </a:r>
          </a:p>
          <a:p>
            <a:r>
              <a:t>        {</a:t>
            </a:r>
          </a:p>
          <a:p>
            <a:r>
              <a:t>          "source_id": "s009",</a:t>
            </a:r>
          </a:p>
          <a:p>
            <a:r>
              <a:t>          "quote": "項目3"</a:t>
            </a:r>
          </a:p>
          <a:p>
            <a:r>
              <a:t>        }</a:t>
            </a:r>
          </a:p>
          <a:p>
            <a:r>
              <a:t>      ],</a:t>
            </a:r>
          </a:p>
          <a:p>
            <a:r>
              <a:t>      "mode": "verbatim"</a:t>
            </a:r>
          </a:p>
          <a:p>
            <a:r>
              <a:t>    },</a:t>
            </a:r>
          </a:p>
          <a:p>
            <a:r>
              <a:t>    {</a:t>
            </a:r>
          </a:p>
          <a:p>
            <a:r>
              <a:t>      "text": "項目4",</a:t>
            </a:r>
          </a:p>
          <a:p>
            <a:r>
              <a:t>      "refs": [</a:t>
            </a:r>
          </a:p>
          <a:p>
            <a:r>
              <a:t>        {</a:t>
            </a:r>
          </a:p>
          <a:p>
            <a:r>
              <a:t>          "source_id": "s009",</a:t>
            </a:r>
          </a:p>
          <a:p>
            <a:r>
              <a:t>          "quote": "項目4"</a:t>
            </a:r>
          </a:p>
          <a:p>
            <a:r>
              <a:t>        }</a:t>
            </a:r>
          </a:p>
          <a:p>
            <a:r>
              <a:t>      ],</a:t>
            </a:r>
          </a:p>
          <a:p>
            <a:r>
              <a:t>      "mode": "verbatim"</a:t>
            </a:r>
          </a:p>
          <a:p>
            <a:r>
              <a:t>    },</a:t>
            </a:r>
          </a:p>
          <a:p>
            <a:r>
              <a:t>    {</a:t>
            </a:r>
          </a:p>
          <a:p>
            <a:r>
              <a:t>      "text": "項目5",</a:t>
            </a:r>
          </a:p>
          <a:p>
            <a:r>
              <a:t>      "refs": [</a:t>
            </a:r>
          </a:p>
          <a:p>
            <a:r>
              <a:t>        {</a:t>
            </a:r>
          </a:p>
          <a:p>
            <a:r>
              <a:t>          "source_id": "s009",</a:t>
            </a:r>
          </a:p>
          <a:p>
            <a:r>
              <a:t>          "quote": "項目5"</a:t>
            </a:r>
          </a:p>
          <a:p>
            <a:r>
              <a:t>        }</a:t>
            </a:r>
          </a:p>
          <a:p>
            <a:r>
              <a:t>      ],</a:t>
            </a:r>
          </a:p>
          <a:p>
            <a:r>
              <a:t>      "mode": "verbatim"</a:t>
            </a:r>
          </a:p>
          <a:p>
            <a:r>
              <a:t>    },</a:t>
            </a:r>
          </a:p>
          <a:p>
            <a:r>
              <a:t>    {</a:t>
            </a:r>
          </a:p>
          <a:p>
            <a:r>
              <a:t>      "text": "記載例1",</a:t>
            </a:r>
          </a:p>
          <a:p>
            <a:r>
              <a:t>      "refs": [</a:t>
            </a:r>
          </a:p>
          <a:p>
            <a:r>
              <a:t>        {</a:t>
            </a:r>
          </a:p>
          <a:p>
            <a:r>
              <a:t>          "source_id": "s009",</a:t>
            </a:r>
          </a:p>
          <a:p>
            <a:r>
              <a:t>          "quote": "記載例1"</a:t>
            </a:r>
          </a:p>
          <a:p>
            <a:r>
              <a:t>        }</a:t>
            </a:r>
          </a:p>
          <a:p>
            <a:r>
              <a:t>      ],</a:t>
            </a:r>
          </a:p>
          <a:p>
            <a:r>
              <a:t>      "mode": "verbatim"</a:t>
            </a:r>
          </a:p>
          <a:p>
            <a:r>
              <a:t>    },</a:t>
            </a:r>
          </a:p>
          <a:p>
            <a:r>
              <a:t>    {</a:t>
            </a:r>
          </a:p>
          <a:p>
            <a:r>
              <a:t>      "text": "項目6",</a:t>
            </a:r>
          </a:p>
          <a:p>
            <a:r>
              <a:t>      "refs": [</a:t>
            </a:r>
          </a:p>
          <a:p>
            <a:r>
              <a:t>        {</a:t>
            </a:r>
          </a:p>
          <a:p>
            <a:r>
              <a:t>          "source_id": "s009",</a:t>
            </a:r>
          </a:p>
          <a:p>
            <a:r>
              <a:t>          "quote": "項目6"</a:t>
            </a:r>
          </a:p>
          <a:p>
            <a:r>
              <a:t>        }</a:t>
            </a:r>
          </a:p>
          <a:p>
            <a:r>
              <a:t>      ],</a:t>
            </a:r>
          </a:p>
          <a:p>
            <a:r>
              <a:t>      "mode": "verbatim"</a:t>
            </a:r>
          </a:p>
          <a:p>
            <a:r>
              <a:t>    },</a:t>
            </a:r>
          </a:p>
          <a:p>
            <a:r>
              <a:t>    {</a:t>
            </a:r>
          </a:p>
          <a:p>
            <a:r>
              <a:t>      "text": "記載例1\n記載例2",</a:t>
            </a:r>
          </a:p>
          <a:p>
            <a:r>
              <a:t>      "refs": [</a:t>
            </a:r>
          </a:p>
          <a:p>
            <a:r>
              <a:t>        {</a:t>
            </a:r>
          </a:p>
          <a:p>
            <a:r>
              <a:t>          "source_id": "s009",</a:t>
            </a:r>
          </a:p>
          <a:p>
            <a:r>
              <a:t>          "quote": "記載例1\n記載例2"</a:t>
            </a:r>
          </a:p>
          <a:p>
            <a:r>
              <a:t>        }</a:t>
            </a:r>
          </a:p>
          <a:p>
            <a:r>
              <a:t>      ],</a:t>
            </a:r>
          </a:p>
          <a:p>
            <a:r>
              <a:t>      "mode": "verbatim"</a:t>
            </a:r>
          </a:p>
          <a:p>
            <a:r>
              <a:t>    },</a:t>
            </a:r>
          </a:p>
          <a:p>
            <a:r>
              <a:t>    {</a:t>
            </a:r>
          </a:p>
          <a:p>
            <a:r>
              <a:t>      "text": "項目8",</a:t>
            </a:r>
          </a:p>
          <a:p>
            <a:r>
              <a:t>      "refs": [</a:t>
            </a:r>
          </a:p>
          <a:p>
            <a:r>
              <a:t>        {</a:t>
            </a:r>
          </a:p>
          <a:p>
            <a:r>
              <a:t>          "source_id": "s009",</a:t>
            </a:r>
          </a:p>
          <a:p>
            <a:r>
              <a:t>          "quote": "項目8"</a:t>
            </a:r>
          </a:p>
          <a:p>
            <a:r>
              <a:t>        }</a:t>
            </a:r>
          </a:p>
          <a:p>
            <a:r>
              <a:t>      ],</a:t>
            </a:r>
          </a:p>
          <a:p>
            <a:r>
              <a:t>      "mode": "verbatim"</a:t>
            </a:r>
          </a:p>
          <a:p>
            <a:r>
              <a:t>    },</a:t>
            </a:r>
          </a:p>
          <a:p>
            <a:r>
              <a:t>    {</a:t>
            </a:r>
          </a:p>
          <a:p>
            <a:r>
              <a:t>      "text": "記載例2",</a:t>
            </a:r>
          </a:p>
          <a:p>
            <a:r>
              <a:t>      "refs": [</a:t>
            </a:r>
          </a:p>
          <a:p>
            <a:r>
              <a:t>        {</a:t>
            </a:r>
          </a:p>
          <a:p>
            <a:r>
              <a:t>          "source_id": "s009",</a:t>
            </a:r>
          </a:p>
          <a:p>
            <a:r>
              <a:t>          "quote": "記載例2"</a:t>
            </a:r>
          </a:p>
          <a:p>
            <a:r>
              <a:t>        }</a:t>
            </a:r>
          </a:p>
          <a:p>
            <a:r>
              <a:t>      ],</a:t>
            </a:r>
          </a:p>
          <a:p>
            <a:r>
              <a:t>      "mode": "verbatim"</a:t>
            </a:r>
          </a:p>
          <a:p>
            <a:r>
              <a:t>    },</a:t>
            </a:r>
          </a:p>
          <a:p>
            <a:r>
              <a:t>    {</a:t>
            </a:r>
          </a:p>
          <a:p>
            <a:r>
              <a:t>      "text": "項目9",</a:t>
            </a:r>
          </a:p>
          <a:p>
            <a:r>
              <a:t>      "refs": [</a:t>
            </a:r>
          </a:p>
          <a:p>
            <a:r>
              <a:t>        {</a:t>
            </a:r>
          </a:p>
          <a:p>
            <a:r>
              <a:t>          "source_id": "s009",</a:t>
            </a:r>
          </a:p>
          <a:p>
            <a:r>
              <a:t>          "quote": "項目9"</a:t>
            </a:r>
          </a:p>
          <a:p>
            <a:r>
              <a:t>        }</a:t>
            </a:r>
          </a:p>
          <a:p>
            <a:r>
              <a:t>      ],</a:t>
            </a:r>
          </a:p>
          <a:p>
            <a:r>
              <a:t>      "mode": "verbatim"</a:t>
            </a:r>
          </a:p>
          <a:p>
            <a:r>
              <a:t>    },</a:t>
            </a:r>
          </a:p>
          <a:p>
            <a:r>
              <a:t>    {</a:t>
            </a:r>
          </a:p>
          <a:p>
            <a:r>
              <a:t>      "text": "記載例3\n記載例4",</a:t>
            </a:r>
          </a:p>
          <a:p>
            <a:r>
              <a:t>      "refs": [</a:t>
            </a:r>
          </a:p>
          <a:p>
            <a:r>
              <a:t>        {</a:t>
            </a:r>
          </a:p>
          <a:p>
            <a:r>
              <a:t>          "source_id": "s009",</a:t>
            </a:r>
          </a:p>
          <a:p>
            <a:r>
              <a:t>          "quote": "記載例3\n記載例4"</a:t>
            </a:r>
          </a:p>
          <a:p>
            <a:r>
              <a:t>        }</a:t>
            </a:r>
          </a:p>
          <a:p>
            <a:r>
              <a:t>      ],</a:t>
            </a:r>
          </a:p>
          <a:p>
            <a:r>
              <a:t>      "mode": "verbatim"</a:t>
            </a:r>
          </a:p>
          <a:p>
            <a:r>
              <a:t>    },</a:t>
            </a:r>
          </a:p>
          <a:p>
            <a:r>
              <a:t>    {</a:t>
            </a:r>
          </a:p>
          <a:p>
            <a:r>
              <a:t>      "text": "項目11",</a:t>
            </a:r>
          </a:p>
          <a:p>
            <a:r>
              <a:t>      "refs": [</a:t>
            </a:r>
          </a:p>
          <a:p>
            <a:r>
              <a:t>        {</a:t>
            </a:r>
          </a:p>
          <a:p>
            <a:r>
              <a:t>          "source_id": "s009",</a:t>
            </a:r>
          </a:p>
          <a:p>
            <a:r>
              <a:t>          "quote": "項目11"</a:t>
            </a:r>
          </a:p>
          <a:p>
            <a:r>
              <a:t>        }</a:t>
            </a:r>
          </a:p>
          <a:p>
            <a:r>
              <a:t>      ],</a:t>
            </a:r>
          </a:p>
          <a:p>
            <a:r>
              <a:t>      "mode": "verbatim"</a:t>
            </a:r>
          </a:p>
          <a:p>
            <a:r>
              <a:t>    },</a:t>
            </a:r>
          </a:p>
          <a:p>
            <a:r>
              <a:t>    {</a:t>
            </a:r>
          </a:p>
          <a:p>
            <a:r>
              <a:t>      "text": "記載例3",</a:t>
            </a:r>
          </a:p>
          <a:p>
            <a:r>
              <a:t>      "refs": [</a:t>
            </a:r>
          </a:p>
          <a:p>
            <a:r>
              <a:t>        {</a:t>
            </a:r>
          </a:p>
          <a:p>
            <a:r>
              <a:t>          "source_id": "s009",</a:t>
            </a:r>
          </a:p>
          <a:p>
            <a:r>
              <a:t>          "quote": "記載例3"</a:t>
            </a:r>
          </a:p>
          <a:p>
            <a:r>
              <a:t>        }</a:t>
            </a:r>
          </a:p>
          <a:p>
            <a:r>
              <a:t>      ],</a:t>
            </a:r>
          </a:p>
          <a:p>
            <a:r>
              <a:t>      "mode": "verbatim"</a:t>
            </a:r>
          </a:p>
          <a:p>
            <a:r>
              <a:t>    },</a:t>
            </a:r>
          </a:p>
          <a:p>
            <a:r>
              <a:t>    {</a:t>
            </a:r>
          </a:p>
          <a:p>
            <a:r>
              <a:t>      "text": "項目12",</a:t>
            </a:r>
          </a:p>
          <a:p>
            <a:r>
              <a:t>      "refs": [</a:t>
            </a:r>
          </a:p>
          <a:p>
            <a:r>
              <a:t>        {</a:t>
            </a:r>
          </a:p>
          <a:p>
            <a:r>
              <a:t>          "source_id": "s009",</a:t>
            </a:r>
          </a:p>
          <a:p>
            <a:r>
              <a:t>          "quote": "項目12"</a:t>
            </a:r>
          </a:p>
          <a:p>
            <a:r>
              <a:t>        }</a:t>
            </a:r>
          </a:p>
          <a:p>
            <a:r>
              <a:t>      ],</a:t>
            </a:r>
          </a:p>
          <a:p>
            <a:r>
              <a:t>      "mode": "verbatim"</a:t>
            </a:r>
          </a:p>
          <a:p>
            <a:r>
              <a:t>    },</a:t>
            </a:r>
          </a:p>
          <a:p>
            <a:r>
              <a:t>    {</a:t>
            </a:r>
          </a:p>
          <a:p>
            <a:r>
              <a:t>      "text": "記載例5\n記載例6",</a:t>
            </a:r>
          </a:p>
          <a:p>
            <a:r>
              <a:t>      "refs": [</a:t>
            </a:r>
          </a:p>
          <a:p>
            <a:r>
              <a:t>        {</a:t>
            </a:r>
          </a:p>
          <a:p>
            <a:r>
              <a:t>          "source_id": "s009",</a:t>
            </a:r>
          </a:p>
          <a:p>
            <a:r>
              <a:t>          "quote": "記載例5\n記載例6"</a:t>
            </a:r>
          </a:p>
          <a:p>
            <a:r>
              <a:t>        }</a:t>
            </a:r>
          </a:p>
          <a:p>
            <a:r>
              <a:t>      ],</a:t>
            </a:r>
          </a:p>
          <a:p>
            <a:r>
              <a:t>      "mode": "verbatim"</a:t>
            </a:r>
          </a:p>
          <a:p>
            <a:r>
              <a:t>    }</a:t>
            </a:r>
          </a:p>
          <a:p>
            <a:r>
              <a:t>  ],</a:t>
            </a:r>
          </a:p>
          <a:p>
            <a:r>
              <a:t>  "citations": {</a:t>
            </a:r>
          </a:p>
          <a:p>
            <a:r>
              <a:t>    "s009": "Public MIT sample: templates/freeform_parts_16x9.html section 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"284afd08da7f31ec50348a2e4870870feba7911fb48f0c304d3da1c36c0e84fa"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"back_cover",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"会社名",</a:t>
            </a:r>
          </a:p>
          <a:p>
            <a:r>
              <a:t>      "refs": [</a:t>
            </a:r>
          </a:p>
          <a:p>
            <a:r>
              <a:t>        {</a:t>
            </a:r>
          </a:p>
          <a:p>
            <a:r>
              <a:t>          "source_id": "s010",</a:t>
            </a:r>
          </a:p>
          <a:p>
            <a:r>
              <a:t>          "quote": "会社名"</a:t>
            </a:r>
          </a:p>
          <a:p>
            <a:r>
              <a:t>        }</a:t>
            </a:r>
          </a:p>
          <a:p>
            <a:r>
              <a:t>      ],</a:t>
            </a:r>
          </a:p>
          <a:p>
            <a:r>
              <a:t>      "mode": "verbatim"</a:t>
            </a:r>
          </a:p>
          <a:p>
            <a:r>
              <a:t>    },</a:t>
            </a:r>
          </a:p>
          <a:p>
            <a:r>
              <a:t>    {</a:t>
            </a:r>
          </a:p>
          <a:p>
            <a:r>
              <a:t>      "text": "連絡先",</a:t>
            </a:r>
          </a:p>
          <a:p>
            <a:r>
              <a:t>      "refs": [</a:t>
            </a:r>
          </a:p>
          <a:p>
            <a:r>
              <a:t>        {</a:t>
            </a:r>
          </a:p>
          <a:p>
            <a:r>
              <a:t>          "source_id": "s010",</a:t>
            </a:r>
          </a:p>
          <a:p>
            <a:r>
              <a:t>          "quote": "連絡先"</a:t>
            </a:r>
          </a:p>
          <a:p>
            <a:r>
              <a:t>        }</a:t>
            </a:r>
          </a:p>
          <a:p>
            <a:r>
              <a:t>      ],</a:t>
            </a:r>
          </a:p>
          <a:p>
            <a:r>
              <a:t>      "mode": "verbatim"</a:t>
            </a:r>
          </a:p>
          <a:p>
            <a:r>
              <a:t>    }</a:t>
            </a:r>
          </a:p>
          <a:p>
            <a:r>
              <a:t>  ],</a:t>
            </a:r>
          </a:p>
          <a:p>
            <a:r>
              <a:t>  "citations": {</a:t>
            </a:r>
          </a:p>
          <a:p>
            <a:r>
              <a:t>    "s010": "Public MIT sample: templates/freeform_parts_16x9.html section 10"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"e8d66eaf396ab0f01ed1ce7483261cef10ac49cb1b6eefc797c6ddc187424718"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"claim_panel_figure",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"主張パネル＋図",</a:t>
            </a:r>
          </a:p>
          <a:p>
            <a:r>
              <a:t>      "refs": [</a:t>
            </a:r>
          </a:p>
          <a:p>
            <a:r>
              <a:t>        {</a:t>
            </a:r>
          </a:p>
          <a:p>
            <a:r>
              <a:t>          "source_id": "s011",</a:t>
            </a:r>
          </a:p>
          <a:p>
            <a:r>
              <a:t>          "quote": "主張パネル＋図"</a:t>
            </a:r>
          </a:p>
          <a:p>
            <a:r>
              <a:t>        }</a:t>
            </a:r>
          </a:p>
          <a:p>
            <a:r>
              <a:t>      ],</a:t>
            </a:r>
          </a:p>
          <a:p>
            <a:r>
              <a:t>      "mode": "verbatim"</a:t>
            </a:r>
          </a:p>
          <a:p>
            <a:r>
              <a:t>    },</a:t>
            </a:r>
          </a:p>
          <a:p>
            <a:r>
              <a:t>    {</a:t>
            </a:r>
          </a:p>
          <a:p>
            <a:r>
              <a:t>      "text": "出典：公開見本",</a:t>
            </a:r>
          </a:p>
          <a:p>
            <a:r>
              <a:t>      "refs": [</a:t>
            </a:r>
          </a:p>
          <a:p>
            <a:r>
              <a:t>        {</a:t>
            </a:r>
          </a:p>
          <a:p>
            <a:r>
              <a:t>          "source_id": "s011",</a:t>
            </a:r>
          </a:p>
          <a:p>
            <a:r>
              <a:t>          "quote": "出典：公開見本"</a:t>
            </a:r>
          </a:p>
          <a:p>
            <a:r>
              <a:t>        }</a:t>
            </a:r>
          </a:p>
          <a:p>
            <a:r>
              <a:t>      ],</a:t>
            </a:r>
          </a:p>
          <a:p>
            <a:r>
              <a:t>      "mode": "verbatim"</a:t>
            </a:r>
          </a:p>
          <a:p>
            <a:r>
              <a:t>    },</a:t>
            </a:r>
          </a:p>
          <a:p>
            <a:r>
              <a:t>    {</a:t>
            </a:r>
          </a:p>
          <a:p>
            <a:r>
              <a:t>      "text": "2",</a:t>
            </a:r>
          </a:p>
          <a:p>
            <a:r>
              <a:t>      "refs": [</a:t>
            </a:r>
          </a:p>
          <a:p>
            <a:r>
              <a:t>        {</a:t>
            </a:r>
          </a:p>
          <a:p>
            <a:r>
              <a:t>          "source_id": "s011",</a:t>
            </a:r>
          </a:p>
          <a:p>
            <a:r>
              <a:t>          "quote": "2"</a:t>
            </a:r>
          </a:p>
          <a:p>
            <a:r>
              <a:t>        }</a:t>
            </a:r>
          </a:p>
          <a:p>
            <a:r>
              <a:t>      ],</a:t>
            </a:r>
          </a:p>
          <a:p>
            <a:r>
              <a:t>      "mode": "verbatim"</a:t>
            </a:r>
          </a:p>
          <a:p>
            <a:r>
              <a:t>    },</a:t>
            </a:r>
          </a:p>
          <a:p>
            <a:r>
              <a:t>    {</a:t>
            </a:r>
          </a:p>
          <a:p>
            <a:r>
              <a:t>      "text": "項目1（区分名）",</a:t>
            </a:r>
          </a:p>
          <a:p>
            <a:r>
              <a:t>      "refs": [</a:t>
            </a:r>
          </a:p>
          <a:p>
            <a:r>
              <a:t>        {</a:t>
            </a:r>
          </a:p>
          <a:p>
            <a:r>
              <a:t>          "source_id": "s011",</a:t>
            </a:r>
          </a:p>
          <a:p>
            <a:r>
              <a:t>          "quote": "項目1（区分名）"</a:t>
            </a:r>
          </a:p>
          <a:p>
            <a:r>
              <a:t>        }</a:t>
            </a:r>
          </a:p>
          <a:p>
            <a:r>
              <a:t>      ],</a:t>
            </a:r>
          </a:p>
          <a:p>
            <a:r>
              <a:t>      "mode": "verbatim"</a:t>
            </a:r>
          </a:p>
          <a:p>
            <a:r>
              <a:t>    },</a:t>
            </a:r>
          </a:p>
          <a:p>
            <a:r>
              <a:t>    {</a:t>
            </a:r>
          </a:p>
          <a:p>
            <a:r>
              <a:t>      "text": "記載例1（この1枚の主張を1文で）",</a:t>
            </a:r>
          </a:p>
          <a:p>
            <a:r>
              <a:t>      "refs": [</a:t>
            </a:r>
          </a:p>
          <a:p>
            <a:r>
              <a:t>        {</a:t>
            </a:r>
          </a:p>
          <a:p>
            <a:r>
              <a:t>          "source_id": "s011",</a:t>
            </a:r>
          </a:p>
          <a:p>
            <a:r>
              <a:t>          "quote": "記載例1（この1枚の主張を1文で）"</a:t>
            </a:r>
          </a:p>
          <a:p>
            <a:r>
              <a:t>        }</a:t>
            </a:r>
          </a:p>
          <a:p>
            <a:r>
              <a:t>      ],</a:t>
            </a:r>
          </a:p>
          <a:p>
            <a:r>
              <a:t>      "mode": "verbatim"</a:t>
            </a:r>
          </a:p>
          <a:p>
            <a:r>
              <a:t>    },</a:t>
            </a:r>
          </a:p>
          <a:p>
            <a:r>
              <a:t>    {</a:t>
            </a:r>
          </a:p>
          <a:p>
            <a:r>
              <a:t>      "text": "指標名",</a:t>
            </a:r>
          </a:p>
          <a:p>
            <a:r>
              <a:t>      "refs": [</a:t>
            </a:r>
          </a:p>
          <a:p>
            <a:r>
              <a:t>        {</a:t>
            </a:r>
          </a:p>
          <a:p>
            <a:r>
              <a:t>          "source_id": "s011",</a:t>
            </a:r>
          </a:p>
          <a:p>
            <a:r>
              <a:t>          "quote": "指標名"</a:t>
            </a:r>
          </a:p>
          <a:p>
            <a:r>
              <a:t>        }</a:t>
            </a:r>
          </a:p>
          <a:p>
            <a:r>
              <a:t>      ],</a:t>
            </a:r>
          </a:p>
          <a:p>
            <a:r>
              <a:t>      "mode": "verbatim"</a:t>
            </a:r>
          </a:p>
          <a:p>
            <a:r>
              <a:t>    },</a:t>
            </a:r>
          </a:p>
          <a:p>
            <a:r>
              <a:t>    {</a:t>
            </a:r>
          </a:p>
          <a:p>
            <a:r>
              <a:t>      "text": "単位、2026〜2026年",</a:t>
            </a:r>
          </a:p>
          <a:p>
            <a:r>
              <a:t>      "refs": [</a:t>
            </a:r>
          </a:p>
          <a:p>
            <a:r>
              <a:t>        {</a:t>
            </a:r>
          </a:p>
          <a:p>
            <a:r>
              <a:t>          "source_id": "s011",</a:t>
            </a:r>
          </a:p>
          <a:p>
            <a:r>
              <a:t>          "quote": "単位、2026〜2026年"</a:t>
            </a:r>
          </a:p>
          <a:p>
            <a:r>
              <a:t>        }</a:t>
            </a:r>
          </a:p>
          <a:p>
            <a:r>
              <a:t>      ],</a:t>
            </a:r>
          </a:p>
          <a:p>
            <a:r>
              <a:t>      "mode": "verbatim"</a:t>
            </a:r>
          </a:p>
          <a:p>
            <a:r>
              <a:t>    },</a:t>
            </a:r>
          </a:p>
          <a:p>
            <a:r>
              <a:t>    {</a:t>
            </a:r>
          </a:p>
          <a:p>
            <a:r>
              <a:t>      "text": "項目7",</a:t>
            </a:r>
          </a:p>
          <a:p>
            <a:r>
              <a:t>      "refs": [</a:t>
            </a:r>
          </a:p>
          <a:p>
            <a:r>
              <a:t>        {</a:t>
            </a:r>
          </a:p>
          <a:p>
            <a:r>
              <a:t>          "source_id": "s011",</a:t>
            </a:r>
          </a:p>
          <a:p>
            <a:r>
              <a:t>          "quote": "項目7"</a:t>
            </a:r>
          </a:p>
          <a:p>
            <a:r>
              <a:t>        }</a:t>
            </a:r>
          </a:p>
          <a:p>
            <a:r>
              <a:t>      ],</a:t>
            </a:r>
          </a:p>
          <a:p>
            <a:r>
              <a:t>      "mode": "verbatim"</a:t>
            </a:r>
          </a:p>
          <a:p>
            <a:r>
              <a:t>    },</a:t>
            </a:r>
          </a:p>
          <a:p>
            <a:r>
              <a:t>    {</a:t>
            </a:r>
          </a:p>
          <a:p>
            <a:r>
              <a:t>      "text": "項目8",</a:t>
            </a:r>
          </a:p>
          <a:p>
            <a:r>
              <a:t>      "refs": [</a:t>
            </a:r>
          </a:p>
          <a:p>
            <a:r>
              <a:t>        {</a:t>
            </a:r>
          </a:p>
          <a:p>
            <a:r>
              <a:t>          "source_id": "s011",</a:t>
            </a:r>
          </a:p>
          <a:p>
            <a:r>
              <a:t>          "quote": "項目8"</a:t>
            </a:r>
          </a:p>
          <a:p>
            <a:r>
              <a:t>        }</a:t>
            </a:r>
          </a:p>
          <a:p>
            <a:r>
              <a:t>      ],</a:t>
            </a:r>
          </a:p>
          <a:p>
            <a:r>
              <a:t>      "mode": "verbatim"</a:t>
            </a:r>
          </a:p>
          <a:p>
            <a:r>
              <a:t>    },</a:t>
            </a:r>
          </a:p>
          <a:p>
            <a:r>
              <a:t>    {</a:t>
            </a:r>
          </a:p>
          <a:p>
            <a:r>
              <a:t>      "text": "記載例1",</a:t>
            </a:r>
          </a:p>
          <a:p>
            <a:r>
              <a:t>      "refs": [</a:t>
            </a:r>
          </a:p>
          <a:p>
            <a:r>
              <a:t>        {</a:t>
            </a:r>
          </a:p>
          <a:p>
            <a:r>
              <a:t>          "source_id": "s011",</a:t>
            </a:r>
          </a:p>
          <a:p>
            <a:r>
              <a:t>          "quote": "記載例1"</a:t>
            </a:r>
          </a:p>
          <a:p>
            <a:r>
              <a:t>        }</a:t>
            </a:r>
          </a:p>
          <a:p>
            <a:r>
              <a:t>      ],</a:t>
            </a:r>
          </a:p>
          <a:p>
            <a:r>
              <a:t>      "mode": "verbatim"</a:t>
            </a:r>
          </a:p>
          <a:p>
            <a:r>
              <a:t>    },</a:t>
            </a:r>
          </a:p>
          <a:p>
            <a:r>
              <a:t>    {</a:t>
            </a:r>
          </a:p>
          <a:p>
            <a:r>
              <a:t>      "text": "項目9",</a:t>
            </a:r>
          </a:p>
          <a:p>
            <a:r>
              <a:t>      "refs": [</a:t>
            </a:r>
          </a:p>
          <a:p>
            <a:r>
              <a:t>        {</a:t>
            </a:r>
          </a:p>
          <a:p>
            <a:r>
              <a:t>          "source_id": "s011",</a:t>
            </a:r>
          </a:p>
          <a:p>
            <a:r>
              <a:t>          "quote": "項目9"</a:t>
            </a:r>
          </a:p>
          <a:p>
            <a:r>
              <a:t>        }</a:t>
            </a:r>
          </a:p>
          <a:p>
            <a:r>
              <a:t>      ],</a:t>
            </a:r>
          </a:p>
          <a:p>
            <a:r>
              <a:t>      "mode": "verbatim"</a:t>
            </a:r>
          </a:p>
          <a:p>
            <a:r>
              <a:t>    },</a:t>
            </a:r>
          </a:p>
          <a:p>
            <a:r>
              <a:t>    {</a:t>
            </a:r>
          </a:p>
          <a:p>
            <a:r>
              <a:t>      "text": "項目10",</a:t>
            </a:r>
          </a:p>
          <a:p>
            <a:r>
              <a:t>      "refs": [</a:t>
            </a:r>
          </a:p>
          <a:p>
            <a:r>
              <a:t>        {</a:t>
            </a:r>
          </a:p>
          <a:p>
            <a:r>
              <a:t>          "source_id": "s011",</a:t>
            </a:r>
          </a:p>
          <a:p>
            <a:r>
              <a:t>          "quote": "項目10"</a:t>
            </a:r>
          </a:p>
          <a:p>
            <a:r>
              <a:t>        }</a:t>
            </a:r>
          </a:p>
          <a:p>
            <a:r>
              <a:t>      ],</a:t>
            </a:r>
          </a:p>
          <a:p>
            <a:r>
              <a:t>      "mode": "verbatim"</a:t>
            </a:r>
          </a:p>
          <a:p>
            <a:r>
              <a:t>    },</a:t>
            </a:r>
          </a:p>
          <a:p>
            <a:r>
              <a:t>    {</a:t>
            </a:r>
          </a:p>
          <a:p>
            <a:r>
              <a:t>      "text": "記載例2",</a:t>
            </a:r>
          </a:p>
          <a:p>
            <a:r>
              <a:t>      "refs": [</a:t>
            </a:r>
          </a:p>
          <a:p>
            <a:r>
              <a:t>        {</a:t>
            </a:r>
          </a:p>
          <a:p>
            <a:r>
              <a:t>          "source_id": "s011",</a:t>
            </a:r>
          </a:p>
          <a:p>
            <a:r>
              <a:t>          "quote": "記載例2"</a:t>
            </a:r>
          </a:p>
          <a:p>
            <a:r>
              <a:t>        }</a:t>
            </a:r>
          </a:p>
          <a:p>
            <a:r>
              <a:t>      ],</a:t>
            </a:r>
          </a:p>
          <a:p>
            <a:r>
              <a:t>      "mode": "verbatim"</a:t>
            </a:r>
          </a:p>
          <a:p>
            <a:r>
              <a:t>    },</a:t>
            </a:r>
          </a:p>
          <a:p>
            <a:r>
              <a:t>    {</a:t>
            </a:r>
          </a:p>
          <a:p>
            <a:r>
              <a:t>      "text": "項目11",</a:t>
            </a:r>
          </a:p>
          <a:p>
            <a:r>
              <a:t>      "refs": [</a:t>
            </a:r>
          </a:p>
          <a:p>
            <a:r>
              <a:t>        {</a:t>
            </a:r>
          </a:p>
          <a:p>
            <a:r>
              <a:t>          "source_id": "s011",</a:t>
            </a:r>
          </a:p>
          <a:p>
            <a:r>
              <a:t>          "quote": "項目11"</a:t>
            </a:r>
          </a:p>
          <a:p>
            <a:r>
              <a:t>        }</a:t>
            </a:r>
          </a:p>
          <a:p>
            <a:r>
              <a:t>      ],</a:t>
            </a:r>
          </a:p>
          <a:p>
            <a:r>
              <a:t>      "mode": "verbatim"</a:t>
            </a:r>
          </a:p>
          <a:p>
            <a:r>
              <a:t>    },</a:t>
            </a:r>
          </a:p>
          <a:p>
            <a:r>
              <a:t>    {</a:t>
            </a:r>
          </a:p>
          <a:p>
            <a:r>
              <a:t>      "text": "項目12",</a:t>
            </a:r>
          </a:p>
          <a:p>
            <a:r>
              <a:t>      "refs": [</a:t>
            </a:r>
          </a:p>
          <a:p>
            <a:r>
              <a:t>        {</a:t>
            </a:r>
          </a:p>
          <a:p>
            <a:r>
              <a:t>          "source_id": "s011",</a:t>
            </a:r>
          </a:p>
          <a:p>
            <a:r>
              <a:t>          "quote": "項目12"</a:t>
            </a:r>
          </a:p>
          <a:p>
            <a:r>
              <a:t>        }</a:t>
            </a:r>
          </a:p>
          <a:p>
            <a:r>
              <a:t>      ],</a:t>
            </a:r>
          </a:p>
          <a:p>
            <a:r>
              <a:t>      "mode": "verbatim"</a:t>
            </a:r>
          </a:p>
          <a:p>
            <a:r>
              <a:t>    },</a:t>
            </a:r>
          </a:p>
          <a:p>
            <a:r>
              <a:t>    {</a:t>
            </a:r>
          </a:p>
          <a:p>
            <a:r>
              <a:t>      "text": "記載例3",</a:t>
            </a:r>
          </a:p>
          <a:p>
            <a:r>
              <a:t>      "refs": [</a:t>
            </a:r>
          </a:p>
          <a:p>
            <a:r>
              <a:t>        {</a:t>
            </a:r>
          </a:p>
          <a:p>
            <a:r>
              <a:t>          "source_id": "s011",</a:t>
            </a:r>
          </a:p>
          <a:p>
            <a:r>
              <a:t>          "quote": "記載例3"</a:t>
            </a:r>
          </a:p>
          <a:p>
            <a:r>
              <a:t>        }</a:t>
            </a:r>
          </a:p>
          <a:p>
            <a:r>
              <a:t>      ],</a:t>
            </a:r>
          </a:p>
          <a:p>
            <a:r>
              <a:t>      "mode": "verbatim"</a:t>
            </a:r>
          </a:p>
          <a:p>
            <a:r>
              <a:t>    }</a:t>
            </a:r>
          </a:p>
          <a:p>
            <a:r>
              <a:t>  ],</a:t>
            </a:r>
          </a:p>
          <a:p>
            <a:r>
              <a:t>  "citations": {</a:t>
            </a:r>
          </a:p>
          <a:p>
            <a:r>
              <a:t>    "s011": "Public MIT sample: templates/freeform_parts_16x9.html section 11"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"32d2015000b9c8e922ade929c3bd75ff58b135e72afc79f6f4f286d040ecba45"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"lever_effect_table",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"打ち手の効果表",</a:t>
            </a:r>
          </a:p>
          <a:p>
            <a:r>
              <a:t>      "refs": [</a:t>
            </a:r>
          </a:p>
          <a:p>
            <a:r>
              <a:t>        {</a:t>
            </a:r>
          </a:p>
          <a:p>
            <a:r>
              <a:t>          "source_id": "s012",</a:t>
            </a:r>
          </a:p>
          <a:p>
            <a:r>
              <a:t>          "quote": "打ち手の効果表"</a:t>
            </a:r>
          </a:p>
          <a:p>
            <a:r>
              <a:t>        }</a:t>
            </a:r>
          </a:p>
          <a:p>
            <a:r>
              <a:t>      ],</a:t>
            </a:r>
          </a:p>
          <a:p>
            <a:r>
              <a:t>      "mode": "verbatim"</a:t>
            </a:r>
          </a:p>
          <a:p>
            <a:r>
              <a:t>    },</a:t>
            </a:r>
          </a:p>
          <a:p>
            <a:r>
              <a:t>    {</a:t>
            </a:r>
          </a:p>
          <a:p>
            <a:r>
              <a:t>      "text": "出典：公開見本",</a:t>
            </a:r>
          </a:p>
          <a:p>
            <a:r>
              <a:t>      "refs": [</a:t>
            </a:r>
          </a:p>
          <a:p>
            <a:r>
              <a:t>        {</a:t>
            </a:r>
          </a:p>
          <a:p>
            <a:r>
              <a:t>          "source_id": "s012",</a:t>
            </a:r>
          </a:p>
          <a:p>
            <a:r>
              <a:t>          "quote": "出典：公開見本"</a:t>
            </a:r>
          </a:p>
          <a:p>
            <a:r>
              <a:t>        }</a:t>
            </a:r>
          </a:p>
          <a:p>
            <a:r>
              <a:t>      ],</a:t>
            </a:r>
          </a:p>
          <a:p>
            <a:r>
              <a:t>      "mode": "verbatim"</a:t>
            </a:r>
          </a:p>
          <a:p>
            <a:r>
              <a:t>    },</a:t>
            </a:r>
          </a:p>
          <a:p>
            <a:r>
              <a:t>    {</a:t>
            </a:r>
          </a:p>
          <a:p>
            <a:r>
              <a:t>      "text": "増やす方向",</a:t>
            </a:r>
          </a:p>
          <a:p>
            <a:r>
              <a:t>      "refs": [</a:t>
            </a:r>
          </a:p>
          <a:p>
            <a:r>
              <a:t>        {</a:t>
            </a:r>
          </a:p>
          <a:p>
            <a:r>
              <a:t>          "source_id": "s012",</a:t>
            </a:r>
          </a:p>
          <a:p>
            <a:r>
              <a:t>          "quote": "増やす方向"</a:t>
            </a:r>
          </a:p>
          <a:p>
            <a:r>
              <a:t>        }</a:t>
            </a:r>
          </a:p>
          <a:p>
            <a:r>
              <a:t>      ],</a:t>
            </a:r>
          </a:p>
          <a:p>
            <a:r>
              <a:t>      "mode": "verbatim"</a:t>
            </a:r>
          </a:p>
          <a:p>
            <a:r>
              <a:t>    },</a:t>
            </a:r>
          </a:p>
          <a:p>
            <a:r>
              <a:t>    {</a:t>
            </a:r>
          </a:p>
          <a:p>
            <a:r>
              <a:t>      "text": "減らす方向",</a:t>
            </a:r>
          </a:p>
          <a:p>
            <a:r>
              <a:t>      "refs": [</a:t>
            </a:r>
          </a:p>
          <a:p>
            <a:r>
              <a:t>        {</a:t>
            </a:r>
          </a:p>
          <a:p>
            <a:r>
              <a:t>          "source_id": "s012",</a:t>
            </a:r>
          </a:p>
          <a:p>
            <a:r>
              <a:t>          "quote": "減らす方向"</a:t>
            </a:r>
          </a:p>
          <a:p>
            <a:r>
              <a:t>        }</a:t>
            </a:r>
          </a:p>
          <a:p>
            <a:r>
              <a:t>      ],</a:t>
            </a:r>
          </a:p>
          <a:p>
            <a:r>
              <a:t>      "mode": "verbatim"</a:t>
            </a:r>
          </a:p>
          <a:p>
            <a:r>
              <a:t>    },</a:t>
            </a:r>
          </a:p>
          <a:p>
            <a:r>
              <a:t>    {</a:t>
            </a:r>
          </a:p>
          <a:p>
            <a:r>
              <a:t>      "text": "打ち手",</a:t>
            </a:r>
          </a:p>
          <a:p>
            <a:r>
              <a:t>      "refs": [</a:t>
            </a:r>
          </a:p>
          <a:p>
            <a:r>
              <a:t>        {</a:t>
            </a:r>
          </a:p>
          <a:p>
            <a:r>
              <a:t>          "source_id": "s012",</a:t>
            </a:r>
          </a:p>
          <a:p>
            <a:r>
              <a:t>          "quote": "打ち手"</a:t>
            </a:r>
          </a:p>
          <a:p>
            <a:r>
              <a:t>        }</a:t>
            </a:r>
          </a:p>
          <a:p>
            <a:r>
              <a:t>      ],</a:t>
            </a:r>
          </a:p>
          <a:p>
            <a:r>
              <a:t>      "mode": "verbatim"</a:t>
            </a:r>
          </a:p>
          <a:p>
            <a:r>
              <a:t>    },</a:t>
            </a:r>
          </a:p>
          <a:p>
            <a:r>
              <a:t>    {</a:t>
            </a:r>
          </a:p>
          <a:p>
            <a:r>
              <a:t>      "text": "効果の幅（単位）",</a:t>
            </a:r>
          </a:p>
          <a:p>
            <a:r>
              <a:t>      "refs": [</a:t>
            </a:r>
          </a:p>
          <a:p>
            <a:r>
              <a:t>        {</a:t>
            </a:r>
          </a:p>
          <a:p>
            <a:r>
              <a:t>          "source_id": "s012",</a:t>
            </a:r>
          </a:p>
          <a:p>
            <a:r>
              <a:t>          "quote": "効果の幅（単位）"</a:t>
            </a:r>
          </a:p>
          <a:p>
            <a:r>
              <a:t>        }</a:t>
            </a:r>
          </a:p>
          <a:p>
            <a:r>
              <a:t>      ],</a:t>
            </a:r>
          </a:p>
          <a:p>
            <a:r>
              <a:t>      "mode": "verbatim"</a:t>
            </a:r>
          </a:p>
          <a:p>
            <a:r>
              <a:t>    },</a:t>
            </a:r>
          </a:p>
          <a:p>
            <a:r>
              <a:t>    {</a:t>
            </a:r>
          </a:p>
          <a:p>
            <a:r>
              <a:t>      "text": "前提・制約",</a:t>
            </a:r>
          </a:p>
          <a:p>
            <a:r>
              <a:t>      "refs": [</a:t>
            </a:r>
          </a:p>
          <a:p>
            <a:r>
              <a:t>        {</a:t>
            </a:r>
          </a:p>
          <a:p>
            <a:r>
              <a:t>          "source_id": "s012",</a:t>
            </a:r>
          </a:p>
          <a:p>
            <a:r>
              <a:t>          "quote": "前提・制約"</a:t>
            </a:r>
          </a:p>
          <a:p>
            <a:r>
              <a:t>        }</a:t>
            </a:r>
          </a:p>
          <a:p>
            <a:r>
              <a:t>      ],</a:t>
            </a:r>
          </a:p>
          <a:p>
            <a:r>
              <a:t>      "mode": "verbatim"</a:t>
            </a:r>
          </a:p>
          <a:p>
            <a:r>
              <a:t>    },</a:t>
            </a:r>
          </a:p>
          <a:p>
            <a:r>
              <a:t>    {</a:t>
            </a:r>
          </a:p>
          <a:p>
            <a:r>
              <a:t>      "text": "項目2",</a:t>
            </a:r>
          </a:p>
          <a:p>
            <a:r>
              <a:t>      "refs": [</a:t>
            </a:r>
          </a:p>
          <a:p>
            <a:r>
              <a:t>        {</a:t>
            </a:r>
          </a:p>
          <a:p>
            <a:r>
              <a:t>          "source_id": "s012",</a:t>
            </a:r>
          </a:p>
          <a:p>
            <a:r>
              <a:t>          "quote": "項目2"</a:t>
            </a:r>
          </a:p>
          <a:p>
            <a:r>
              <a:t>        }</a:t>
            </a:r>
          </a:p>
          <a:p>
            <a:r>
              <a:t>      ],</a:t>
            </a:r>
          </a:p>
          <a:p>
            <a:r>
              <a:t>      "mode": "verbatim"</a:t>
            </a:r>
          </a:p>
          <a:p>
            <a:r>
              <a:t>    },</a:t>
            </a:r>
          </a:p>
          <a:p>
            <a:r>
              <a:t>    {</a:t>
            </a:r>
          </a:p>
          <a:p>
            <a:r>
              <a:t>      "text": "記載例1\n記載例2",</a:t>
            </a:r>
          </a:p>
          <a:p>
            <a:r>
              <a:t>      "refs": [</a:t>
            </a:r>
          </a:p>
          <a:p>
            <a:r>
              <a:t>        {</a:t>
            </a:r>
          </a:p>
          <a:p>
            <a:r>
              <a:t>          "source_id": "s012",</a:t>
            </a:r>
          </a:p>
          <a:p>
            <a:r>
              <a:t>          "quote": "記載例1\n記載例2"</a:t>
            </a:r>
          </a:p>
          <a:p>
            <a:r>
              <a:t>        }</a:t>
            </a:r>
          </a:p>
          <a:p>
            <a:r>
              <a:t>      ],</a:t>
            </a:r>
          </a:p>
          <a:p>
            <a:r>
              <a:t>      "mode": "verbatim"</a:t>
            </a:r>
          </a:p>
          <a:p>
            <a:r>
              <a:t>    },</a:t>
            </a:r>
          </a:p>
          <a:p>
            <a:r>
              <a:t>    {</a:t>
            </a:r>
          </a:p>
          <a:p>
            <a:r>
              <a:t>      "text": "項目5",</a:t>
            </a:r>
          </a:p>
          <a:p>
            <a:r>
              <a:t>      "refs": [</a:t>
            </a:r>
          </a:p>
          <a:p>
            <a:r>
              <a:t>        {</a:t>
            </a:r>
          </a:p>
          <a:p>
            <a:r>
              <a:t>          "source_id": "s012",</a:t>
            </a:r>
          </a:p>
          <a:p>
            <a:r>
              <a:t>          "quote": "項目5"</a:t>
            </a:r>
          </a:p>
          <a:p>
            <a:r>
              <a:t>        }</a:t>
            </a:r>
          </a:p>
          <a:p>
            <a:r>
              <a:t>      ],</a:t>
            </a:r>
          </a:p>
          <a:p>
            <a:r>
              <a:t>      "mode": "verbatim"</a:t>
            </a:r>
          </a:p>
          <a:p>
            <a:r>
              <a:t>    },</a:t>
            </a:r>
          </a:p>
          <a:p>
            <a:r>
              <a:t>    {</a:t>
            </a:r>
          </a:p>
          <a:p>
            <a:r>
              <a:t>      "text": "記載例3\n記載例4",</a:t>
            </a:r>
          </a:p>
          <a:p>
            <a:r>
              <a:t>      "refs": [</a:t>
            </a:r>
          </a:p>
          <a:p>
            <a:r>
              <a:t>        {</a:t>
            </a:r>
          </a:p>
          <a:p>
            <a:r>
              <a:t>          "source_id": "s012",</a:t>
            </a:r>
          </a:p>
          <a:p>
            <a:r>
              <a:t>          "quote": "記載例3\n記載例4"</a:t>
            </a:r>
          </a:p>
          <a:p>
            <a:r>
              <a:t>        }</a:t>
            </a:r>
          </a:p>
          <a:p>
            <a:r>
              <a:t>      ],</a:t>
            </a:r>
          </a:p>
          <a:p>
            <a:r>
              <a:t>      "mode": "verbatim"</a:t>
            </a:r>
          </a:p>
          <a:p>
            <a:r>
              <a:t>    },</a:t>
            </a:r>
          </a:p>
          <a:p>
            <a:r>
              <a:t>    {</a:t>
            </a:r>
          </a:p>
          <a:p>
            <a:r>
              <a:t>      "text": "項目8",</a:t>
            </a:r>
          </a:p>
          <a:p>
            <a:r>
              <a:t>      "refs": [</a:t>
            </a:r>
          </a:p>
          <a:p>
            <a:r>
              <a:t>        {</a:t>
            </a:r>
          </a:p>
          <a:p>
            <a:r>
              <a:t>          "source_id": "s012",</a:t>
            </a:r>
          </a:p>
          <a:p>
            <a:r>
              <a:t>          "quote": "項目8"</a:t>
            </a:r>
          </a:p>
          <a:p>
            <a:r>
              <a:t>        }</a:t>
            </a:r>
          </a:p>
          <a:p>
            <a:r>
              <a:t>      ],</a:t>
            </a:r>
          </a:p>
          <a:p>
            <a:r>
              <a:t>      "mode": "verbatim"</a:t>
            </a:r>
          </a:p>
          <a:p>
            <a:r>
              <a:t>    },</a:t>
            </a:r>
          </a:p>
          <a:p>
            <a:r>
              <a:t>    {</a:t>
            </a:r>
          </a:p>
          <a:p>
            <a:r>
              <a:t>      "text": "記載例5\n記載例6",</a:t>
            </a:r>
          </a:p>
          <a:p>
            <a:r>
              <a:t>      "refs": [</a:t>
            </a:r>
          </a:p>
          <a:p>
            <a:r>
              <a:t>        {</a:t>
            </a:r>
          </a:p>
          <a:p>
            <a:r>
              <a:t>          "source_id": "s012",</a:t>
            </a:r>
          </a:p>
          <a:p>
            <a:r>
              <a:t>          "quote": "記載例5\n記載例6"</a:t>
            </a:r>
          </a:p>
          <a:p>
            <a:r>
              <a:t>        }</a:t>
            </a:r>
          </a:p>
          <a:p>
            <a:r>
              <a:t>      ],</a:t>
            </a:r>
          </a:p>
          <a:p>
            <a:r>
              <a:t>      "mode": "verbatim"</a:t>
            </a:r>
          </a:p>
          <a:p>
            <a:r>
              <a:t>    },</a:t>
            </a:r>
          </a:p>
          <a:p>
            <a:r>
              <a:t>    {</a:t>
            </a:r>
          </a:p>
          <a:p>
            <a:r>
              <a:t>      "text": "＋00〜00",</a:t>
            </a:r>
          </a:p>
          <a:p>
            <a:r>
              <a:t>      "refs": [</a:t>
            </a:r>
          </a:p>
          <a:p>
            <a:r>
              <a:t>        {</a:t>
            </a:r>
          </a:p>
          <a:p>
            <a:r>
              <a:t>          "source_id": "s012",</a:t>
            </a:r>
          </a:p>
          <a:p>
            <a:r>
              <a:t>          "quote": "＋00〜00"</a:t>
            </a:r>
          </a:p>
          <a:p>
            <a:r>
              <a:t>        }</a:t>
            </a:r>
          </a:p>
          <a:p>
            <a:r>
              <a:t>      ],</a:t>
            </a:r>
          </a:p>
          <a:p>
            <a:r>
              <a:t>      "mode": "verbatim"</a:t>
            </a:r>
          </a:p>
          <a:p>
            <a:r>
              <a:t>    },</a:t>
            </a:r>
          </a:p>
          <a:p>
            <a:r>
              <a:t>    {</a:t>
            </a:r>
          </a:p>
          <a:p>
            <a:r>
              <a:t>      "text": "＋00〜00",</a:t>
            </a:r>
          </a:p>
          <a:p>
            <a:r>
              <a:t>      "refs": [</a:t>
            </a:r>
          </a:p>
          <a:p>
            <a:r>
              <a:t>        {</a:t>
            </a:r>
          </a:p>
          <a:p>
            <a:r>
              <a:t>          "source_id": "s012",</a:t>
            </a:r>
          </a:p>
          <a:p>
            <a:r>
              <a:t>          "quote": "＋00〜00"</a:t>
            </a:r>
          </a:p>
          <a:p>
            <a:r>
              <a:t>        }</a:t>
            </a:r>
          </a:p>
          <a:p>
            <a:r>
              <a:t>      ],</a:t>
            </a:r>
          </a:p>
          <a:p>
            <a:r>
              <a:t>      "mode": "verbatim"</a:t>
            </a:r>
          </a:p>
          <a:p>
            <a:r>
              <a:t>    },</a:t>
            </a:r>
          </a:p>
          <a:p>
            <a:r>
              <a:t>    {</a:t>
            </a:r>
          </a:p>
          <a:p>
            <a:r>
              <a:t>      "text": "−00",</a:t>
            </a:r>
          </a:p>
          <a:p>
            <a:r>
              <a:t>      "refs": [</a:t>
            </a:r>
          </a:p>
          <a:p>
            <a:r>
              <a:t>        {</a:t>
            </a:r>
          </a:p>
          <a:p>
            <a:r>
              <a:t>          "source_id": "s012",</a:t>
            </a:r>
          </a:p>
          <a:p>
            <a:r>
              <a:t>          "quote": "−00"</a:t>
            </a:r>
          </a:p>
          <a:p>
            <a:r>
              <a:t>        }</a:t>
            </a:r>
          </a:p>
          <a:p>
            <a:r>
              <a:t>      ],</a:t>
            </a:r>
          </a:p>
          <a:p>
            <a:r>
              <a:t>      "mode": "verbatim"</a:t>
            </a:r>
          </a:p>
          <a:p>
            <a:r>
              <a:t>    }</a:t>
            </a:r>
          </a:p>
          <a:p>
            <a:r>
              <a:t>  ],</a:t>
            </a:r>
          </a:p>
          <a:p>
            <a:r>
              <a:t>  "citations": {</a:t>
            </a:r>
          </a:p>
          <a:p>
            <a:r>
              <a:t>    "s012": "Public MIT sample: templates/freeform_parts_16x9.html section 12"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"0ea44ab8d04958cd03a7d367cb8241516d6c22d2cb95258f56e41b631258de23"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"slide013",</a:t>
            </a:r>
          </a:p>
          <a:p>
            <a:r>
              <a:t>  "origin": "catalog",</a:t>
            </a:r>
          </a:p>
          <a:p>
            <a:r>
              <a:t>  "layout_id": "status_heatmap_comment",</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"状態ヒートマップ＋右コメント",</a:t>
            </a:r>
          </a:p>
          <a:p>
            <a:r>
              <a:t>      "refs": [</a:t>
            </a:r>
          </a:p>
          <a:p>
            <a:r>
              <a:t>        {</a:t>
            </a:r>
          </a:p>
          <a:p>
            <a:r>
              <a:t>          "source_id": "s013",</a:t>
            </a:r>
          </a:p>
          <a:p>
            <a:r>
              <a:t>          "quote": "状態ヒートマップ＋右コメント"</a:t>
            </a:r>
          </a:p>
          <a:p>
            <a:r>
              <a:t>        }</a:t>
            </a:r>
          </a:p>
          <a:p>
            <a:r>
              <a:t>      ],</a:t>
            </a:r>
          </a:p>
          <a:p>
            <a:r>
              <a:t>      "mode": "verbatim"</a:t>
            </a:r>
          </a:p>
          <a:p>
            <a:r>
              <a:t>    },</a:t>
            </a:r>
          </a:p>
          <a:p>
            <a:r>
              <a:t>    {</a:t>
            </a:r>
          </a:p>
          <a:p>
            <a:r>
              <a:t>      "text": "出典：公開見本",</a:t>
            </a:r>
          </a:p>
          <a:p>
            <a:r>
              <a:t>      "refs": [</a:t>
            </a:r>
          </a:p>
          <a:p>
            <a:r>
              <a:t>        {</a:t>
            </a:r>
          </a:p>
          <a:p>
            <a:r>
              <a:t>          "source_id": "s013",</a:t>
            </a:r>
          </a:p>
          <a:p>
            <a:r>
              <a:t>          "quote": "出典：公開見本"</a:t>
            </a:r>
          </a:p>
          <a:p>
            <a:r>
              <a:t>        }</a:t>
            </a:r>
          </a:p>
          <a:p>
            <a:r>
              <a:t>      ],</a:t>
            </a:r>
          </a:p>
          <a:p>
            <a:r>
              <a:t>      "mode": "verbatim"</a:t>
            </a:r>
          </a:p>
          <a:p>
            <a:r>
              <a:t>    },</a:t>
            </a:r>
          </a:p>
          <a:p>
            <a:r>
              <a:t>    {</a:t>
            </a:r>
          </a:p>
          <a:p>
            <a:r>
              <a:t>      "text": "指標カテゴリー別の状況",</a:t>
            </a:r>
          </a:p>
          <a:p>
            <a:r>
              <a:t>      "refs": [</a:t>
            </a:r>
          </a:p>
          <a:p>
            <a:r>
              <a:t>        {</a:t>
            </a:r>
          </a:p>
          <a:p>
            <a:r>
              <a:t>          "source_id": "s013",</a:t>
            </a:r>
          </a:p>
          <a:p>
            <a:r>
              <a:t>          "quote": "指標カテゴリー別の状況"</a:t>
            </a:r>
          </a:p>
          <a:p>
            <a:r>
              <a:t>        }</a:t>
            </a:r>
          </a:p>
          <a:p>
            <a:r>
              <a:t>      ],</a:t>
            </a:r>
          </a:p>
          <a:p>
            <a:r>
              <a:t>      "mode": "verbatim"</a:t>
            </a:r>
          </a:p>
          <a:p>
            <a:r>
              <a:t>    },</a:t>
            </a:r>
          </a:p>
          <a:p>
            <a:r>
              <a:t>    {</a:t>
            </a:r>
          </a:p>
          <a:p>
            <a:r>
              <a:t>      "text": "2026年M月時点",</a:t>
            </a:r>
          </a:p>
          <a:p>
            <a:r>
              <a:t>      "refs": [</a:t>
            </a:r>
          </a:p>
          <a:p>
            <a:r>
              <a:t>        {</a:t>
            </a:r>
          </a:p>
          <a:p>
            <a:r>
              <a:t>          "source_id": "s013",</a:t>
            </a:r>
          </a:p>
          <a:p>
            <a:r>
              <a:t>          "quote": "2026年M月時点"</a:t>
            </a:r>
          </a:p>
          <a:p>
            <a:r>
              <a:t>        }</a:t>
            </a:r>
          </a:p>
          <a:p>
            <a:r>
              <a:t>      ],</a:t>
            </a:r>
          </a:p>
          <a:p>
            <a:r>
              <a:t>      "mode": "verbatim"</a:t>
            </a:r>
          </a:p>
          <a:p>
            <a:r>
              <a:t>    },</a:t>
            </a:r>
          </a:p>
          <a:p>
            <a:r>
              <a:t>    {</a:t>
            </a:r>
          </a:p>
          <a:p>
            <a:r>
              <a:t>      "text": "指標カテゴリー",</a:t>
            </a:r>
          </a:p>
          <a:p>
            <a:r>
              <a:t>      "refs": [</a:t>
            </a:r>
          </a:p>
          <a:p>
            <a:r>
              <a:t>        {</a:t>
            </a:r>
          </a:p>
          <a:p>
            <a:r>
              <a:t>          "source_id": "s013",</a:t>
            </a:r>
          </a:p>
          <a:p>
            <a:r>
              <a:t>          "quote": "指標カテゴリー"</a:t>
            </a:r>
          </a:p>
          <a:p>
            <a:r>
              <a:t>        }</a:t>
            </a:r>
          </a:p>
          <a:p>
            <a:r>
              <a:t>      ],</a:t>
            </a:r>
          </a:p>
          <a:p>
            <a:r>
              <a:t>      "mode": "verbatim"</a:t>
            </a:r>
          </a:p>
          <a:p>
            <a:r>
              <a:t>    },</a:t>
            </a:r>
          </a:p>
          <a:p>
            <a:r>
              <a:t>    {</a:t>
            </a:r>
          </a:p>
          <a:p>
            <a:r>
              <a:t>      "text": "前月比",</a:t>
            </a:r>
          </a:p>
          <a:p>
            <a:r>
              <a:t>      "refs": [</a:t>
            </a:r>
          </a:p>
          <a:p>
            <a:r>
              <a:t>        {</a:t>
            </a:r>
          </a:p>
          <a:p>
            <a:r>
              <a:t>          "source_id": "s013",</a:t>
            </a:r>
          </a:p>
          <a:p>
            <a:r>
              <a:t>          "quote": "前月比"</a:t>
            </a:r>
          </a:p>
          <a:p>
            <a:r>
              <a:t>        }</a:t>
            </a:r>
          </a:p>
          <a:p>
            <a:r>
              <a:t>      ],</a:t>
            </a:r>
          </a:p>
          <a:p>
            <a:r>
              <a:t>      "mode": "verbatim"</a:t>
            </a:r>
          </a:p>
          <a:p>
            <a:r>
              <a:t>    },</a:t>
            </a:r>
          </a:p>
          <a:p>
            <a:r>
              <a:t>    {</a:t>
            </a:r>
          </a:p>
          <a:p>
            <a:r>
              <a:t>      "text": "前年比",</a:t>
            </a:r>
          </a:p>
          <a:p>
            <a:r>
              <a:t>      "refs": [</a:t>
            </a:r>
          </a:p>
          <a:p>
            <a:r>
              <a:t>        {</a:t>
            </a:r>
          </a:p>
          <a:p>
            <a:r>
              <a:t>          "source_id": "s013",</a:t>
            </a:r>
          </a:p>
          <a:p>
            <a:r>
              <a:t>          "quote": "前年比"</a:t>
            </a:r>
          </a:p>
          <a:p>
            <a:r>
              <a:t>        }</a:t>
            </a:r>
          </a:p>
          <a:p>
            <a:r>
              <a:t>      ],</a:t>
            </a:r>
          </a:p>
          <a:p>
            <a:r>
              <a:t>      "mode": "verbatim"</a:t>
            </a:r>
          </a:p>
          <a:p>
            <a:r>
              <a:t>    },</a:t>
            </a:r>
          </a:p>
          <a:p>
            <a:r>
              <a:t>    {</a:t>
            </a:r>
          </a:p>
          <a:p>
            <a:r>
              <a:t>      "text": "項目1",</a:t>
            </a:r>
          </a:p>
          <a:p>
            <a:r>
              <a:t>      "refs": [</a:t>
            </a:r>
          </a:p>
          <a:p>
            <a:r>
              <a:t>        {</a:t>
            </a:r>
          </a:p>
          <a:p>
            <a:r>
              <a:t>          "source_id": "s013",</a:t>
            </a:r>
          </a:p>
          <a:p>
            <a:r>
              <a:t>          "quote": "項目1"</a:t>
            </a:r>
          </a:p>
          <a:p>
            <a:r>
              <a:t>        }</a:t>
            </a:r>
          </a:p>
          <a:p>
            <a:r>
              <a:t>      ],</a:t>
            </a:r>
          </a:p>
          <a:p>
            <a:r>
              <a:t>      "mode": "verbatim"</a:t>
            </a:r>
          </a:p>
          <a:p>
            <a:r>
              <a:t>    },</a:t>
            </a:r>
          </a:p>
          <a:p>
            <a:r>
              <a:t>    {</a:t>
            </a:r>
          </a:p>
          <a:p>
            <a:r>
              <a:t>      "text": "項目2",</a:t>
            </a:r>
          </a:p>
          <a:p>
            <a:r>
              <a:t>      "refs": [</a:t>
            </a:r>
          </a:p>
          <a:p>
            <a:r>
              <a:t>        {</a:t>
            </a:r>
          </a:p>
          <a:p>
            <a:r>
              <a:t>          "source_id": "s013",</a:t>
            </a:r>
          </a:p>
          <a:p>
            <a:r>
              <a:t>          "quote": "項目2"</a:t>
            </a:r>
          </a:p>
          <a:p>
            <a:r>
              <a:t>        }</a:t>
            </a:r>
          </a:p>
          <a:p>
            <a:r>
              <a:t>      ],</a:t>
            </a:r>
          </a:p>
          <a:p>
            <a:r>
              <a:t>      "mode": "verbatim"</a:t>
            </a:r>
          </a:p>
          <a:p>
            <a:r>
              <a:t>    },</a:t>
            </a:r>
          </a:p>
          <a:p>
            <a:r>
              <a:t>    {</a:t>
            </a:r>
          </a:p>
          <a:p>
            <a:r>
              <a:t>      "text": "項目3",</a:t>
            </a:r>
          </a:p>
          <a:p>
            <a:r>
              <a:t>      "refs": [</a:t>
            </a:r>
          </a:p>
          <a:p>
            <a:r>
              <a:t>        {</a:t>
            </a:r>
          </a:p>
          <a:p>
            <a:r>
              <a:t>          "source_id": "s013",</a:t>
            </a:r>
          </a:p>
          <a:p>
            <a:r>
              <a:t>          "quote": "項目3"</a:t>
            </a:r>
          </a:p>
          <a:p>
            <a:r>
              <a:t>        }</a:t>
            </a:r>
          </a:p>
          <a:p>
            <a:r>
              <a:t>      ],</a:t>
            </a:r>
          </a:p>
          <a:p>
            <a:r>
              <a:t>      "mode": "verbatim"</a:t>
            </a:r>
          </a:p>
          <a:p>
            <a:r>
              <a:t>    },</a:t>
            </a:r>
          </a:p>
          <a:p>
            <a:r>
              <a:t>    {</a:t>
            </a:r>
          </a:p>
          <a:p>
            <a:r>
              <a:t>      "text": "項目4",</a:t>
            </a:r>
          </a:p>
          <a:p>
            <a:r>
              <a:t>      "refs": [</a:t>
            </a:r>
          </a:p>
          <a:p>
            <a:r>
              <a:t>        {</a:t>
            </a:r>
          </a:p>
          <a:p>
            <a:r>
              <a:t>          "source_id": "s013",</a:t>
            </a:r>
          </a:p>
          <a:p>
            <a:r>
              <a:t>          "quote": "項目4"</a:t>
            </a:r>
          </a:p>
          <a:p>
            <a:r>
              <a:t>        }</a:t>
            </a:r>
          </a:p>
          <a:p>
            <a:r>
              <a:t>      ],</a:t>
            </a:r>
          </a:p>
          <a:p>
            <a:r>
              <a:t>      "mode": "verbatim"</a:t>
            </a:r>
          </a:p>
          <a:p>
            <a:r>
              <a:t>    },</a:t>
            </a:r>
          </a:p>
          <a:p>
            <a:r>
              <a:t>    {</a:t>
            </a:r>
          </a:p>
          <a:p>
            <a:r>
              <a:t>      "text": "だから、次に見るべき点",</a:t>
            </a:r>
          </a:p>
          <a:p>
            <a:r>
              <a:t>      "refs": [</a:t>
            </a:r>
          </a:p>
          <a:p>
            <a:r>
              <a:t>        {</a:t>
            </a:r>
          </a:p>
          <a:p>
            <a:r>
              <a:t>          "source_id": "s013",</a:t>
            </a:r>
          </a:p>
          <a:p>
            <a:r>
              <a:t>          "quote": "だから、次に見るべき点"</a:t>
            </a:r>
          </a:p>
          <a:p>
            <a:r>
              <a:t>        }</a:t>
            </a:r>
          </a:p>
          <a:p>
            <a:r>
              <a:t>      ],</a:t>
            </a:r>
          </a:p>
          <a:p>
            <a:r>
              <a:t>      "mode": "verbatim"</a:t>
            </a:r>
          </a:p>
          <a:p>
            <a:r>
              <a:t>    },</a:t>
            </a:r>
          </a:p>
          <a:p>
            <a:r>
              <a:t>    {</a:t>
            </a:r>
          </a:p>
          <a:p>
            <a:r>
              <a:t>      "text": "記載例1\n記載例2\n記載例3",</a:t>
            </a:r>
          </a:p>
          <a:p>
            <a:r>
              <a:t>      "refs": [</a:t>
            </a:r>
          </a:p>
          <a:p>
            <a:r>
              <a:t>        {</a:t>
            </a:r>
          </a:p>
          <a:p>
            <a:r>
              <a:t>          "source_id": "s013",</a:t>
            </a:r>
          </a:p>
          <a:p>
            <a:r>
              <a:t>          "quote": "記載例1\n記載例2\n記載例3"</a:t>
            </a:r>
          </a:p>
          <a:p>
            <a:r>
              <a:t>        }</a:t>
            </a:r>
          </a:p>
          <a:p>
            <a:r>
              <a:t>      ],</a:t>
            </a:r>
          </a:p>
          <a:p>
            <a:r>
              <a:t>      "mode": "verbatim"</a:t>
            </a:r>
          </a:p>
          <a:p>
            <a:r>
              <a:t>    },</a:t>
            </a:r>
          </a:p>
          <a:p>
            <a:r>
              <a:t>    {</a:t>
            </a:r>
          </a:p>
          <a:p>
            <a:r>
              <a:t>      "text": "大きく改善",</a:t>
            </a:r>
          </a:p>
          <a:p>
            <a:r>
              <a:t>      "refs": [</a:t>
            </a:r>
          </a:p>
          <a:p>
            <a:r>
              <a:t>        {</a:t>
            </a:r>
          </a:p>
          <a:p>
            <a:r>
              <a:t>          "source_id": "s013",</a:t>
            </a:r>
          </a:p>
          <a:p>
            <a:r>
              <a:t>          "quote": "大きく改善"</a:t>
            </a:r>
          </a:p>
          <a:p>
            <a:r>
              <a:t>        }</a:t>
            </a:r>
          </a:p>
          <a:p>
            <a:r>
              <a:t>      ],</a:t>
            </a:r>
          </a:p>
          <a:p>
            <a:r>
              <a:t>      "mode": "verbatim"</a:t>
            </a:r>
          </a:p>
          <a:p>
            <a:r>
              <a:t>    },</a:t>
            </a:r>
          </a:p>
          <a:p>
            <a:r>
              <a:t>    {</a:t>
            </a:r>
          </a:p>
          <a:p>
            <a:r>
              <a:t>      "text": "悪化",</a:t>
            </a:r>
          </a:p>
          <a:p>
            <a:r>
              <a:t>      "refs": [</a:t>
            </a:r>
          </a:p>
          <a:p>
            <a:r>
              <a:t>        {</a:t>
            </a:r>
          </a:p>
          <a:p>
            <a:r>
              <a:t>          "source_id": "s013",</a:t>
            </a:r>
          </a:p>
          <a:p>
            <a:r>
              <a:t>          "quote": "悪化"</a:t>
            </a:r>
          </a:p>
          <a:p>
            <a:r>
              <a:t>        }</a:t>
            </a:r>
          </a:p>
          <a:p>
            <a:r>
              <a:t>      ],</a:t>
            </a:r>
          </a:p>
          <a:p>
            <a:r>
              <a:t>      "mode": "verbatim"</a:t>
            </a:r>
          </a:p>
          <a:p>
            <a:r>
              <a:t>    },</a:t>
            </a:r>
          </a:p>
          <a:p>
            <a:r>
              <a:t>    {</a:t>
            </a:r>
          </a:p>
          <a:p>
            <a:r>
              <a:t>      "text": "改善",</a:t>
            </a:r>
          </a:p>
          <a:p>
            <a:r>
              <a:t>      "refs": [</a:t>
            </a:r>
          </a:p>
          <a:p>
            <a:r>
              <a:t>        {</a:t>
            </a:r>
          </a:p>
          <a:p>
            <a:r>
              <a:t>          "source_id": "s013",</a:t>
            </a:r>
          </a:p>
          <a:p>
            <a:r>
              <a:t>          "quote": "改善"</a:t>
            </a:r>
          </a:p>
          <a:p>
            <a:r>
              <a:t>        }</a:t>
            </a:r>
          </a:p>
          <a:p>
            <a:r>
              <a:t>      ],</a:t>
            </a:r>
          </a:p>
          <a:p>
            <a:r>
              <a:t>      "mode": "verbatim"</a:t>
            </a:r>
          </a:p>
          <a:p>
            <a:r>
              <a:t>    },</a:t>
            </a:r>
          </a:p>
          <a:p>
            <a:r>
              <a:t>    {</a:t>
            </a:r>
          </a:p>
          <a:p>
            <a:r>
              <a:t>      "text": "改善",</a:t>
            </a:r>
          </a:p>
          <a:p>
            <a:r>
              <a:t>      "refs": [</a:t>
            </a:r>
          </a:p>
          <a:p>
            <a:r>
              <a:t>        {</a:t>
            </a:r>
          </a:p>
          <a:p>
            <a:r>
              <a:t>          "source_id": "s013",</a:t>
            </a:r>
          </a:p>
          <a:p>
            <a:r>
              <a:t>          "quote": "改善"</a:t>
            </a:r>
          </a:p>
          <a:p>
            <a:r>
              <a:t>        }</a:t>
            </a:r>
          </a:p>
          <a:p>
            <a:r>
              <a:t>      ],</a:t>
            </a:r>
          </a:p>
          <a:p>
            <a:r>
              <a:t>      "mode": "verbatim"</a:t>
            </a:r>
          </a:p>
          <a:p>
            <a:r>
              <a:t>    },</a:t>
            </a:r>
          </a:p>
          <a:p>
            <a:r>
              <a:t>    {</a:t>
            </a:r>
          </a:p>
          <a:p>
            <a:r>
              <a:t>      "text": "横ばい",</a:t>
            </a:r>
          </a:p>
          <a:p>
            <a:r>
              <a:t>      "refs": [</a:t>
            </a:r>
          </a:p>
          <a:p>
            <a:r>
              <a:t>        {</a:t>
            </a:r>
          </a:p>
          <a:p>
            <a:r>
              <a:t>          "source_id": "s013",</a:t>
            </a:r>
          </a:p>
          <a:p>
            <a:r>
              <a:t>          "quote": "横ばい"</a:t>
            </a:r>
          </a:p>
          <a:p>
            <a:r>
              <a:t>        }</a:t>
            </a:r>
          </a:p>
          <a:p>
            <a:r>
              <a:t>      ],</a:t>
            </a:r>
          </a:p>
          <a:p>
            <a:r>
              <a:t>      "mode": "verbatim"</a:t>
            </a:r>
          </a:p>
          <a:p>
            <a:r>
              <a:t>    },</a:t>
            </a:r>
          </a:p>
          <a:p>
            <a:r>
              <a:t>    {</a:t>
            </a:r>
          </a:p>
          <a:p>
            <a:r>
              <a:t>      "text": "大きく改善",</a:t>
            </a:r>
          </a:p>
          <a:p>
            <a:r>
              <a:t>      "refs": [</a:t>
            </a:r>
          </a:p>
          <a:p>
            <a:r>
              <a:t>        {</a:t>
            </a:r>
          </a:p>
          <a:p>
            <a:r>
              <a:t>          "source_id": "s013",</a:t>
            </a:r>
          </a:p>
          <a:p>
            <a:r>
              <a:t>          "quote": "大きく改善"</a:t>
            </a:r>
          </a:p>
          <a:p>
            <a:r>
              <a:t>        }</a:t>
            </a:r>
          </a:p>
          <a:p>
            <a:r>
              <a:t>      ],</a:t>
            </a:r>
          </a:p>
          <a:p>
            <a:r>
              <a:t>      "mode": "verbatim"</a:t>
            </a:r>
          </a:p>
          <a:p>
            <a:r>
              <a:t>    },</a:t>
            </a:r>
          </a:p>
          <a:p>
            <a:r>
              <a:t>    {</a:t>
            </a:r>
          </a:p>
          <a:p>
            <a:r>
              <a:t>      "text": "悪化",</a:t>
            </a:r>
          </a:p>
          <a:p>
            <a:r>
              <a:t>      "refs": [</a:t>
            </a:r>
          </a:p>
          <a:p>
            <a:r>
              <a:t>        {</a:t>
            </a:r>
          </a:p>
          <a:p>
            <a:r>
              <a:t>          "source_id": "s013",</a:t>
            </a:r>
          </a:p>
          <a:p>
            <a:r>
              <a:t>          "quote": "悪化"</a:t>
            </a:r>
          </a:p>
          <a:p>
            <a:r>
              <a:t>        }</a:t>
            </a:r>
          </a:p>
          <a:p>
            <a:r>
              <a:t>      ],</a:t>
            </a:r>
          </a:p>
          <a:p>
            <a:r>
              <a:t>      "mode": "verbatim"</a:t>
            </a:r>
          </a:p>
          <a:p>
            <a:r>
              <a:t>    },</a:t>
            </a:r>
          </a:p>
          <a:p>
            <a:r>
              <a:t>    {</a:t>
            </a:r>
          </a:p>
          <a:p>
            <a:r>
              <a:t>      "text": "横ばい",</a:t>
            </a:r>
          </a:p>
          <a:p>
            <a:r>
              <a:t>      "refs": [</a:t>
            </a:r>
          </a:p>
          <a:p>
            <a:r>
              <a:t>        {</a:t>
            </a:r>
          </a:p>
          <a:p>
            <a:r>
              <a:t>          "source_id": "s013",</a:t>
            </a:r>
          </a:p>
          <a:p>
            <a:r>
              <a:t>          "quote": "横ばい"</a:t>
            </a:r>
          </a:p>
          <a:p>
            <a:r>
              <a:t>        }</a:t>
            </a:r>
          </a:p>
          <a:p>
            <a:r>
              <a:t>      ],</a:t>
            </a:r>
          </a:p>
          <a:p>
            <a:r>
              <a:t>      "mode": "verbatim"</a:t>
            </a:r>
          </a:p>
          <a:p>
            <a:r>
              <a:t>    }</a:t>
            </a:r>
          </a:p>
          <a:p>
            <a:r>
              <a:t>  ],</a:t>
            </a:r>
          </a:p>
          <a:p>
            <a:r>
              <a:t>  "citations": {</a:t>
            </a:r>
          </a:p>
          <a:p>
            <a:r>
              <a:t>    "s013": "Public MIT sample: templates/freeform_parts_16x9.html section 13"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"a1497a0b7b57568eeee79484e40a9829f26cfb229e648698ad1f388e31535838"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"slide014",</a:t>
            </a:r>
          </a:p>
          <a:p>
            <a:r>
              <a:t>  "origin": "catalog",</a:t>
            </a:r>
          </a:p>
          <a:p>
            <a:r>
              <a:t>  "layout_id": "harvey_ball_table",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"充足度評価表（ハーベイボール）",</a:t>
            </a:r>
          </a:p>
          <a:p>
            <a:r>
              <a:t>      "refs": [</a:t>
            </a:r>
          </a:p>
          <a:p>
            <a:r>
              <a:t>        {</a:t>
            </a:r>
          </a:p>
          <a:p>
            <a:r>
              <a:t>          "source_id": "s014",</a:t>
            </a:r>
          </a:p>
          <a:p>
            <a:r>
              <a:t>          "quote": "充足度評価表（ハーベイボール）"</a:t>
            </a:r>
          </a:p>
          <a:p>
            <a:r>
              <a:t>        }</a:t>
            </a:r>
          </a:p>
          <a:p>
            <a:r>
              <a:t>      ],</a:t>
            </a:r>
          </a:p>
          <a:p>
            <a:r>
              <a:t>      "mode": "verbatim"</a:t>
            </a:r>
          </a:p>
          <a:p>
            <a:r>
              <a:t>    },</a:t>
            </a:r>
          </a:p>
          <a:p>
            <a:r>
              <a:t>    {</a:t>
            </a:r>
          </a:p>
          <a:p>
            <a:r>
              <a:t>      "text": "出典：公開見本",</a:t>
            </a:r>
          </a:p>
          <a:p>
            <a:r>
              <a:t>      "refs": [</a:t>
            </a:r>
          </a:p>
          <a:p>
            <a:r>
              <a:t>        {</a:t>
            </a:r>
          </a:p>
          <a:p>
            <a:r>
              <a:t>          "source_id": "s014",</a:t>
            </a:r>
          </a:p>
          <a:p>
            <a:r>
              <a:t>          "quote": "出典：公開見本"</a:t>
            </a:r>
          </a:p>
          <a:p>
            <a:r>
              <a:t>        }</a:t>
            </a:r>
          </a:p>
          <a:p>
            <a:r>
              <a:t>      ],</a:t>
            </a:r>
          </a:p>
          <a:p>
            <a:r>
              <a:t>      "mode": "verbatim"</a:t>
            </a:r>
          </a:p>
          <a:p>
            <a:r>
              <a:t>    },</a:t>
            </a:r>
          </a:p>
          <a:p>
            <a:r>
              <a:t>    {</a:t>
            </a:r>
          </a:p>
          <a:p>
            <a:r>
              <a:t>      "text": "評価軸",</a:t>
            </a:r>
          </a:p>
          <a:p>
            <a:r>
              <a:t>      "refs": [</a:t>
            </a:r>
          </a:p>
          <a:p>
            <a:r>
              <a:t>        {</a:t>
            </a:r>
          </a:p>
          <a:p>
            <a:r>
              <a:t>          "source_id": "s014",</a:t>
            </a:r>
          </a:p>
          <a:p>
            <a:r>
              <a:t>          "quote": "評価軸"</a:t>
            </a:r>
          </a:p>
          <a:p>
            <a:r>
              <a:t>        }</a:t>
            </a:r>
          </a:p>
          <a:p>
            <a:r>
              <a:t>      ],</a:t>
            </a:r>
          </a:p>
          <a:p>
            <a:r>
              <a:t>      "mode": "verbatim"</a:t>
            </a:r>
          </a:p>
          <a:p>
            <a:r>
              <a:t>    },</a:t>
            </a:r>
          </a:p>
          <a:p>
            <a:r>
              <a:t>    {</a:t>
            </a:r>
          </a:p>
          <a:p>
            <a:r>
              <a:t>      "text": "項目1案",</a:t>
            </a:r>
          </a:p>
          <a:p>
            <a:r>
              <a:t>      "refs": [</a:t>
            </a:r>
          </a:p>
          <a:p>
            <a:r>
              <a:t>        {</a:t>
            </a:r>
          </a:p>
          <a:p>
            <a:r>
              <a:t>          "source_id": "s014",</a:t>
            </a:r>
          </a:p>
          <a:p>
            <a:r>
              <a:t>          "quote": "項目1案"</a:t>
            </a:r>
          </a:p>
          <a:p>
            <a:r>
              <a:t>        }</a:t>
            </a:r>
          </a:p>
          <a:p>
            <a:r>
              <a:t>      ],</a:t>
            </a:r>
          </a:p>
          <a:p>
            <a:r>
              <a:t>      "mode": "verbatim"</a:t>
            </a:r>
          </a:p>
          <a:p>
            <a:r>
              <a:t>    },</a:t>
            </a:r>
          </a:p>
          <a:p>
            <a:r>
              <a:t>    {</a:t>
            </a:r>
          </a:p>
          <a:p>
            <a:r>
              <a:t>      "text": "項目2案",</a:t>
            </a:r>
          </a:p>
          <a:p>
            <a:r>
              <a:t>      "refs": [</a:t>
            </a:r>
          </a:p>
          <a:p>
            <a:r>
              <a:t>        {</a:t>
            </a:r>
          </a:p>
          <a:p>
            <a:r>
              <a:t>          "source_id": "s014",</a:t>
            </a:r>
          </a:p>
          <a:p>
            <a:r>
              <a:t>          "quote": "項目2案"</a:t>
            </a:r>
          </a:p>
          <a:p>
            <a:r>
              <a:t>        }</a:t>
            </a:r>
          </a:p>
          <a:p>
            <a:r>
              <a:t>      ],</a:t>
            </a:r>
          </a:p>
          <a:p>
            <a:r>
              <a:t>      "mode": "verbatim"</a:t>
            </a:r>
          </a:p>
          <a:p>
            <a:r>
              <a:t>    },</a:t>
            </a:r>
          </a:p>
          <a:p>
            <a:r>
              <a:t>    {</a:t>
            </a:r>
          </a:p>
          <a:p>
            <a:r>
              <a:t>      "text": "判断の理由",</a:t>
            </a:r>
          </a:p>
          <a:p>
            <a:r>
              <a:t>      "refs": [</a:t>
            </a:r>
          </a:p>
          <a:p>
            <a:r>
              <a:t>        {</a:t>
            </a:r>
          </a:p>
          <a:p>
            <a:r>
              <a:t>          "source_id": "s014",</a:t>
            </a:r>
          </a:p>
          <a:p>
            <a:r>
              <a:t>          "quote": "判断の理由"</a:t>
            </a:r>
          </a:p>
          <a:p>
            <a:r>
              <a:t>        }</a:t>
            </a:r>
          </a:p>
          <a:p>
            <a:r>
              <a:t>      ],</a:t>
            </a:r>
          </a:p>
          <a:p>
            <a:r>
              <a:t>      "mode": "verbatim"</a:t>
            </a:r>
          </a:p>
          <a:p>
            <a:r>
              <a:t>    },</a:t>
            </a:r>
          </a:p>
          <a:p>
            <a:r>
              <a:t>    {</a:t>
            </a:r>
          </a:p>
          <a:p>
            <a:r>
              <a:t>      "text": "項目3",</a:t>
            </a:r>
          </a:p>
          <a:p>
            <a:r>
              <a:t>      "refs": [</a:t>
            </a:r>
          </a:p>
          <a:p>
            <a:r>
              <a:t>        {</a:t>
            </a:r>
          </a:p>
          <a:p>
            <a:r>
              <a:t>          "source_id": "s014",</a:t>
            </a:r>
          </a:p>
          <a:p>
            <a:r>
              <a:t>          "quote": "項目3"</a:t>
            </a:r>
          </a:p>
          <a:p>
            <a:r>
              <a:t>        }</a:t>
            </a:r>
          </a:p>
          <a:p>
            <a:r>
              <a:t>      ],</a:t>
            </a:r>
          </a:p>
          <a:p>
            <a:r>
              <a:t>      "mode": "verbatim"</a:t>
            </a:r>
          </a:p>
          <a:p>
            <a:r>
              <a:t>    },</a:t>
            </a:r>
          </a:p>
          <a:p>
            <a:r>
              <a:t>    {</a:t>
            </a:r>
          </a:p>
          <a:p>
            <a:r>
              <a:t>      "text": "記載例1\n記載例2",</a:t>
            </a:r>
          </a:p>
          <a:p>
            <a:r>
              <a:t>      "refs": [</a:t>
            </a:r>
          </a:p>
          <a:p>
            <a:r>
              <a:t>        {</a:t>
            </a:r>
          </a:p>
          <a:p>
            <a:r>
              <a:t>          "source_id": "s014",</a:t>
            </a:r>
          </a:p>
          <a:p>
            <a:r>
              <a:t>          "quote": "記載例1\n記載例2"</a:t>
            </a:r>
          </a:p>
          <a:p>
            <a:r>
              <a:t>        }</a:t>
            </a:r>
          </a:p>
          <a:p>
            <a:r>
              <a:t>      ],</a:t>
            </a:r>
          </a:p>
          <a:p>
            <a:r>
              <a:t>      "mode": "verbatim"</a:t>
            </a:r>
          </a:p>
          <a:p>
            <a:r>
              <a:t>    },</a:t>
            </a:r>
          </a:p>
          <a:p>
            <a:r>
              <a:t>    {</a:t>
            </a:r>
          </a:p>
          <a:p>
            <a:r>
              <a:t>      "text": "項目4",</a:t>
            </a:r>
          </a:p>
          <a:p>
            <a:r>
              <a:t>      "refs": [</a:t>
            </a:r>
          </a:p>
          <a:p>
            <a:r>
              <a:t>        {</a:t>
            </a:r>
          </a:p>
          <a:p>
            <a:r>
              <a:t>          "source_id": "s014",</a:t>
            </a:r>
          </a:p>
          <a:p>
            <a:r>
              <a:t>          "quote": "項目4"</a:t>
            </a:r>
          </a:p>
          <a:p>
            <a:r>
              <a:t>        }</a:t>
            </a:r>
          </a:p>
          <a:p>
            <a:r>
              <a:t>      ],</a:t>
            </a:r>
          </a:p>
          <a:p>
            <a:r>
              <a:t>      "mode": "verbatim"</a:t>
            </a:r>
          </a:p>
          <a:p>
            <a:r>
              <a:t>    },</a:t>
            </a:r>
          </a:p>
          <a:p>
            <a:r>
              <a:t>    {</a:t>
            </a:r>
          </a:p>
          <a:p>
            <a:r>
              <a:t>      "text": "記載例3\n記載例4",</a:t>
            </a:r>
          </a:p>
          <a:p>
            <a:r>
              <a:t>      "refs": [</a:t>
            </a:r>
          </a:p>
          <a:p>
            <a:r>
              <a:t>        {</a:t>
            </a:r>
          </a:p>
          <a:p>
            <a:r>
              <a:t>          "source_id": "s014",</a:t>
            </a:r>
          </a:p>
          <a:p>
            <a:r>
              <a:t>          "quote": "記載例3\n記載例4"</a:t>
            </a:r>
          </a:p>
          <a:p>
            <a:r>
              <a:t>        }</a:t>
            </a:r>
          </a:p>
          <a:p>
            <a:r>
              <a:t>      ],</a:t>
            </a:r>
          </a:p>
          <a:p>
            <a:r>
              <a:t>      "mode": "verbatim"</a:t>
            </a:r>
          </a:p>
          <a:p>
            <a:r>
              <a:t>    },</a:t>
            </a:r>
          </a:p>
          <a:p>
            <a:r>
              <a:t>    {</a:t>
            </a:r>
          </a:p>
          <a:p>
            <a:r>
              <a:t>      "text": "項目5",</a:t>
            </a:r>
          </a:p>
          <a:p>
            <a:r>
              <a:t>      "refs": [</a:t>
            </a:r>
          </a:p>
          <a:p>
            <a:r>
              <a:t>        {</a:t>
            </a:r>
          </a:p>
          <a:p>
            <a:r>
              <a:t>          "source_id": "s014",</a:t>
            </a:r>
          </a:p>
          <a:p>
            <a:r>
              <a:t>          "quote": "項目5"</a:t>
            </a:r>
          </a:p>
          <a:p>
            <a:r>
              <a:t>        }</a:t>
            </a:r>
          </a:p>
          <a:p>
            <a:r>
              <a:t>      ],</a:t>
            </a:r>
          </a:p>
          <a:p>
            <a:r>
              <a:t>      "mode": "verbatim"</a:t>
            </a:r>
          </a:p>
          <a:p>
            <a:r>
              <a:t>    },</a:t>
            </a:r>
          </a:p>
          <a:p>
            <a:r>
              <a:t>    {</a:t>
            </a:r>
          </a:p>
          <a:p>
            <a:r>
              <a:t>      "text": "記載例5\n記載例6",</a:t>
            </a:r>
          </a:p>
          <a:p>
            <a:r>
              <a:t>      "refs": [</a:t>
            </a:r>
          </a:p>
          <a:p>
            <a:r>
              <a:t>        {</a:t>
            </a:r>
          </a:p>
          <a:p>
            <a:r>
              <a:t>          "source_id": "s014",</a:t>
            </a:r>
          </a:p>
          <a:p>
            <a:r>
              <a:t>          "quote": "記載例5\n記載例6"</a:t>
            </a:r>
          </a:p>
          <a:p>
            <a:r>
              <a:t>        }</a:t>
            </a:r>
          </a:p>
          <a:p>
            <a:r>
              <a:t>      ],</a:t>
            </a:r>
          </a:p>
          <a:p>
            <a:r>
              <a:t>      "mode": "verbatim"</a:t>
            </a:r>
          </a:p>
          <a:p>
            <a:r>
              <a:t>    },</a:t>
            </a:r>
          </a:p>
          <a:p>
            <a:r>
              <a:t>    {</a:t>
            </a:r>
          </a:p>
          <a:p>
            <a:r>
              <a:t>      "text": "満たす",</a:t>
            </a:r>
          </a:p>
          <a:p>
            <a:r>
              <a:t>      "refs": [</a:t>
            </a:r>
          </a:p>
          <a:p>
            <a:r>
              <a:t>        {</a:t>
            </a:r>
          </a:p>
          <a:p>
            <a:r>
              <a:t>          "source_id": "s014",</a:t>
            </a:r>
          </a:p>
          <a:p>
            <a:r>
              <a:t>          "quote": "満たす"</a:t>
            </a:r>
          </a:p>
          <a:p>
            <a:r>
              <a:t>        }</a:t>
            </a:r>
          </a:p>
          <a:p>
            <a:r>
              <a:t>      ],</a:t>
            </a:r>
          </a:p>
          <a:p>
            <a:r>
              <a:t>      "mode": "verbatim"</a:t>
            </a:r>
          </a:p>
          <a:p>
            <a:r>
              <a:t>    },</a:t>
            </a:r>
          </a:p>
          <a:p>
            <a:r>
              <a:t>    {</a:t>
            </a:r>
          </a:p>
          <a:p>
            <a:r>
              <a:t>      "text": "一部満たす",</a:t>
            </a:r>
          </a:p>
          <a:p>
            <a:r>
              <a:t>      "refs": [</a:t>
            </a:r>
          </a:p>
          <a:p>
            <a:r>
              <a:t>        {</a:t>
            </a:r>
          </a:p>
          <a:p>
            <a:r>
              <a:t>          "source_id": "s014",</a:t>
            </a:r>
          </a:p>
          <a:p>
            <a:r>
              <a:t>          "quote": "一部満たす"</a:t>
            </a:r>
          </a:p>
          <a:p>
            <a:r>
              <a:t>        }</a:t>
            </a:r>
          </a:p>
          <a:p>
            <a:r>
              <a:t>      ],</a:t>
            </a:r>
          </a:p>
          <a:p>
            <a:r>
              <a:t>      "mode": "verbatim"</a:t>
            </a:r>
          </a:p>
          <a:p>
            <a:r>
              <a:t>    },</a:t>
            </a:r>
          </a:p>
          <a:p>
            <a:r>
              <a:t>    {</a:t>
            </a:r>
          </a:p>
          <a:p>
            <a:r>
              <a:t>      "text": "一部満たす",</a:t>
            </a:r>
          </a:p>
          <a:p>
            <a:r>
              <a:t>      "refs": [</a:t>
            </a:r>
          </a:p>
          <a:p>
            <a:r>
              <a:t>        {</a:t>
            </a:r>
          </a:p>
          <a:p>
            <a:r>
              <a:t>          "source_id": "s014",</a:t>
            </a:r>
          </a:p>
          <a:p>
            <a:r>
              <a:t>          "quote": "一部満たす"</a:t>
            </a:r>
          </a:p>
          <a:p>
            <a:r>
              <a:t>        }</a:t>
            </a:r>
          </a:p>
          <a:p>
            <a:r>
              <a:t>      ],</a:t>
            </a:r>
          </a:p>
          <a:p>
            <a:r>
              <a:t>      "mode": "verbatim"</a:t>
            </a:r>
          </a:p>
          <a:p>
            <a:r>
              <a:t>    },</a:t>
            </a:r>
          </a:p>
          <a:p>
            <a:r>
              <a:t>    {</a:t>
            </a:r>
          </a:p>
          <a:p>
            <a:r>
              <a:t>      "text": "満たさない",</a:t>
            </a:r>
          </a:p>
          <a:p>
            <a:r>
              <a:t>      "refs": [</a:t>
            </a:r>
          </a:p>
          <a:p>
            <a:r>
              <a:t>        {</a:t>
            </a:r>
          </a:p>
          <a:p>
            <a:r>
              <a:t>          "source_id": "s014",</a:t>
            </a:r>
          </a:p>
          <a:p>
            <a:r>
              <a:t>          "quote": "満たさない"</a:t>
            </a:r>
          </a:p>
          <a:p>
            <a:r>
              <a:t>        }</a:t>
            </a:r>
          </a:p>
          <a:p>
            <a:r>
              <a:t>      ],</a:t>
            </a:r>
          </a:p>
          <a:p>
            <a:r>
              <a:t>      "mode": "verbatim"</a:t>
            </a:r>
          </a:p>
          <a:p>
            <a:r>
              <a:t>    },</a:t>
            </a:r>
          </a:p>
          <a:p>
            <a:r>
              <a:t>    {</a:t>
            </a:r>
          </a:p>
          <a:p>
            <a:r>
              <a:t>      "text": "一部満たす",</a:t>
            </a:r>
          </a:p>
          <a:p>
            <a:r>
              <a:t>      "refs": [</a:t>
            </a:r>
          </a:p>
          <a:p>
            <a:r>
              <a:t>        {</a:t>
            </a:r>
          </a:p>
          <a:p>
            <a:r>
              <a:t>          "source_id": "s014",</a:t>
            </a:r>
          </a:p>
          <a:p>
            <a:r>
              <a:t>          "quote": "一部満たす"</a:t>
            </a:r>
          </a:p>
          <a:p>
            <a:r>
              <a:t>        }</a:t>
            </a:r>
          </a:p>
          <a:p>
            <a:r>
              <a:t>      ],</a:t>
            </a:r>
          </a:p>
          <a:p>
            <a:r>
              <a:t>      "mode": "verbatim"</a:t>
            </a:r>
          </a:p>
          <a:p>
            <a:r>
              <a:t>    },</a:t>
            </a:r>
          </a:p>
          <a:p>
            <a:r>
              <a:t>    {</a:t>
            </a:r>
          </a:p>
          <a:p>
            <a:r>
              <a:t>      "text": "満たす",</a:t>
            </a:r>
          </a:p>
          <a:p>
            <a:r>
              <a:t>      "refs": [</a:t>
            </a:r>
          </a:p>
          <a:p>
            <a:r>
              <a:t>        {</a:t>
            </a:r>
          </a:p>
          <a:p>
            <a:r>
              <a:t>          "source_id": "s014",</a:t>
            </a:r>
          </a:p>
          <a:p>
            <a:r>
              <a:t>          "quote": "満たす"</a:t>
            </a:r>
          </a:p>
          <a:p>
            <a:r>
              <a:t>        }</a:t>
            </a:r>
          </a:p>
          <a:p>
            <a:r>
              <a:t>      ],</a:t>
            </a:r>
          </a:p>
          <a:p>
            <a:r>
              <a:t>      "mode": "verbatim"</a:t>
            </a:r>
          </a:p>
          <a:p>
            <a:r>
              <a:t>    }</a:t>
            </a:r>
          </a:p>
          <a:p>
            <a:r>
              <a:t>  ],</a:t>
            </a:r>
          </a:p>
          <a:p>
            <a:r>
              <a:t>  "citations": {</a:t>
            </a:r>
          </a:p>
          <a:p>
            <a:r>
              <a:t>    "s014": "Public MIT sample: templates/freeform_parts_16x9.html section 14"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"e5df118a46905e9c0f9dd404c28db81cf1dbf1d753875281986ee175e242b317"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"slide015",</a:t>
            </a:r>
          </a:p>
          <a:p>
            <a:r>
              <a:t>  "origin": "catalog",</a:t>
            </a:r>
          </a:p>
          <a:p>
            <a:r>
              <a:t>  "layout_id": "dot_matrix_share",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"割合のドットマトリクス",</a:t>
            </a:r>
          </a:p>
          <a:p>
            <a:r>
              <a:t>      "refs": [</a:t>
            </a:r>
          </a:p>
          <a:p>
            <a:r>
              <a:t>        {</a:t>
            </a:r>
          </a:p>
          <a:p>
            <a:r>
              <a:t>          "source_id": "s015",</a:t>
            </a:r>
          </a:p>
          <a:p>
            <a:r>
              <a:t>          "quote": "割合のドットマトリクス"</a:t>
            </a:r>
          </a:p>
          <a:p>
            <a:r>
              <a:t>        }</a:t>
            </a:r>
          </a:p>
          <a:p>
            <a:r>
              <a:t>      ],</a:t>
            </a:r>
          </a:p>
          <a:p>
            <a:r>
              <a:t>      "mode": "verbatim"</a:t>
            </a:r>
          </a:p>
          <a:p>
            <a:r>
              <a:t>    },</a:t>
            </a:r>
          </a:p>
          <a:p>
            <a:r>
              <a:t>    {</a:t>
            </a:r>
          </a:p>
          <a:p>
            <a:r>
              <a:t>      "text": "出典：公開見本",</a:t>
            </a:r>
          </a:p>
          <a:p>
            <a:r>
              <a:t>      "refs": [</a:t>
            </a:r>
          </a:p>
          <a:p>
            <a:r>
              <a:t>        {</a:t>
            </a:r>
          </a:p>
          <a:p>
            <a:r>
              <a:t>          "source_id": "s015",</a:t>
            </a:r>
          </a:p>
          <a:p>
            <a:r>
              <a:t>          "quote": "出典：公開見本"</a:t>
            </a:r>
          </a:p>
          <a:p>
            <a:r>
              <a:t>        }</a:t>
            </a:r>
          </a:p>
          <a:p>
            <a:r>
              <a:t>      ],</a:t>
            </a:r>
          </a:p>
          <a:p>
            <a:r>
              <a:t>      "mode": "verbatim"</a:t>
            </a:r>
          </a:p>
          <a:p>
            <a:r>
              <a:t>    },</a:t>
            </a:r>
          </a:p>
          <a:p>
            <a:r>
              <a:t>    {</a:t>
            </a:r>
          </a:p>
          <a:p>
            <a:r>
              <a:t>      "text": "記載例1に取り組んでいる領域",</a:t>
            </a:r>
          </a:p>
          <a:p>
            <a:r>
              <a:t>      "refs": [</a:t>
            </a:r>
          </a:p>
          <a:p>
            <a:r>
              <a:t>        {</a:t>
            </a:r>
          </a:p>
          <a:p>
            <a:r>
              <a:t>          "source_id": "s015",</a:t>
            </a:r>
          </a:p>
          <a:p>
            <a:r>
              <a:t>          "quote": "記載例1に取り組んでいる領域"</a:t>
            </a:r>
          </a:p>
          <a:p>
            <a:r>
              <a:t>        }</a:t>
            </a:r>
          </a:p>
          <a:p>
            <a:r>
              <a:t>      ],</a:t>
            </a:r>
          </a:p>
          <a:p>
            <a:r>
              <a:t>      "mode": "verbatim"</a:t>
            </a:r>
          </a:p>
          <a:p>
            <a:r>
              <a:t>    },</a:t>
            </a:r>
          </a:p>
          <a:p>
            <a:r>
              <a:t>    {</a:t>
            </a:r>
          </a:p>
          <a:p>
            <a:r>
              <a:t>      "text": "回答者に占める割合、n=項目2、複数回答",</a:t>
            </a:r>
          </a:p>
          <a:p>
            <a:r>
              <a:t>      "refs": [</a:t>
            </a:r>
          </a:p>
          <a:p>
            <a:r>
              <a:t>        {</a:t>
            </a:r>
          </a:p>
          <a:p>
            <a:r>
              <a:t>          "source_id": "s015",</a:t>
            </a:r>
          </a:p>
          <a:p>
            <a:r>
              <a:t>          "quote": "回答者に占める割合、n=項目2、複数回答"</a:t>
            </a:r>
          </a:p>
          <a:p>
            <a:r>
              <a:t>        }</a:t>
            </a:r>
          </a:p>
          <a:p>
            <a:r>
              <a:t>      ],</a:t>
            </a:r>
          </a:p>
          <a:p>
            <a:r>
              <a:t>      "mode": "verbatim"</a:t>
            </a:r>
          </a:p>
          <a:p>
            <a:r>
              <a:t>    },</a:t>
            </a:r>
          </a:p>
          <a:p>
            <a:r>
              <a:t>    {</a:t>
            </a:r>
          </a:p>
          <a:p>
            <a:r>
              <a:t>      "text": "項目3",</a:t>
            </a:r>
          </a:p>
          <a:p>
            <a:r>
              <a:t>      "refs": [</a:t>
            </a:r>
          </a:p>
          <a:p>
            <a:r>
              <a:t>        {</a:t>
            </a:r>
          </a:p>
          <a:p>
            <a:r>
              <a:t>          "source_id": "s015",</a:t>
            </a:r>
          </a:p>
          <a:p>
            <a:r>
              <a:t>          "quote": "項目3"</a:t>
            </a:r>
          </a:p>
          <a:p>
            <a:r>
              <a:t>        }</a:t>
            </a:r>
          </a:p>
          <a:p>
            <a:r>
              <a:t>      ],</a:t>
            </a:r>
          </a:p>
          <a:p>
            <a:r>
              <a:t>      "mode": "verbatim"</a:t>
            </a:r>
          </a:p>
          <a:p>
            <a:r>
              <a:t>    },</a:t>
            </a:r>
          </a:p>
          <a:p>
            <a:r>
              <a:t>    {</a:t>
            </a:r>
          </a:p>
          <a:p>
            <a:r>
              <a:t>      "text": "項目4",</a:t>
            </a:r>
          </a:p>
          <a:p>
            <a:r>
              <a:t>      "refs": [</a:t>
            </a:r>
          </a:p>
          <a:p>
            <a:r>
              <a:t>        {</a:t>
            </a:r>
          </a:p>
          <a:p>
            <a:r>
              <a:t>          "source_id": "s015",</a:t>
            </a:r>
          </a:p>
          <a:p>
            <a:r>
              <a:t>          "quote": "項目4"</a:t>
            </a:r>
          </a:p>
          <a:p>
            <a:r>
              <a:t>        }</a:t>
            </a:r>
          </a:p>
          <a:p>
            <a:r>
              <a:t>      ],</a:t>
            </a:r>
          </a:p>
          <a:p>
            <a:r>
              <a:t>      "mode": "verbatim"</a:t>
            </a:r>
          </a:p>
          <a:p>
            <a:r>
              <a:t>    },</a:t>
            </a:r>
          </a:p>
          <a:p>
            <a:r>
              <a:t>    {</a:t>
            </a:r>
          </a:p>
          <a:p>
            <a:r>
              <a:t>      "text": "項目5",</a:t>
            </a:r>
          </a:p>
          <a:p>
            <a:r>
              <a:t>      "refs": [</a:t>
            </a:r>
          </a:p>
          <a:p>
            <a:r>
              <a:t>        {</a:t>
            </a:r>
          </a:p>
          <a:p>
            <a:r>
              <a:t>          "source_id": "s015",</a:t>
            </a:r>
          </a:p>
          <a:p>
            <a:r>
              <a:t>          "quote": "項目5"</a:t>
            </a:r>
          </a:p>
          <a:p>
            <a:r>
              <a:t>        }</a:t>
            </a:r>
          </a:p>
          <a:p>
            <a:r>
              <a:t>      ],</a:t>
            </a:r>
          </a:p>
          <a:p>
            <a:r>
              <a:t>      "mode": "verbatim"</a:t>
            </a:r>
          </a:p>
          <a:p>
            <a:r>
              <a:t>    },</a:t>
            </a:r>
          </a:p>
          <a:p>
            <a:r>
              <a:t>    {</a:t>
            </a:r>
          </a:p>
          <a:p>
            <a:r>
              <a:t>      "text": "項目6",</a:t>
            </a:r>
          </a:p>
          <a:p>
            <a:r>
              <a:t>      "refs": [</a:t>
            </a:r>
          </a:p>
          <a:p>
            <a:r>
              <a:t>        {</a:t>
            </a:r>
          </a:p>
          <a:p>
            <a:r>
              <a:t>          "source_id": "s015",</a:t>
            </a:r>
          </a:p>
          <a:p>
            <a:r>
              <a:t>          "quote": "項目6"</a:t>
            </a:r>
          </a:p>
          <a:p>
            <a:r>
              <a:t>        }</a:t>
            </a:r>
          </a:p>
          <a:p>
            <a:r>
              <a:t>      ],</a:t>
            </a:r>
          </a:p>
          <a:p>
            <a:r>
              <a:t>      "mode": "verbatim"</a:t>
            </a:r>
          </a:p>
          <a:p>
            <a:r>
              <a:t>    },</a:t>
            </a:r>
          </a:p>
          <a:p>
            <a:r>
              <a:t>    {</a:t>
            </a:r>
          </a:p>
          <a:p>
            <a:r>
              <a:t>      "value": 58.0,</a:t>
            </a:r>
          </a:p>
          <a:p>
            <a:r>
              <a:t>      "refs": [</a:t>
            </a:r>
          </a:p>
          <a:p>
            <a:r>
              <a:t>        {</a:t>
            </a:r>
          </a:p>
          <a:p>
            <a:r>
              <a:t>          "source_id": "s015",</a:t>
            </a:r>
          </a:p>
          <a:p>
            <a:r>
              <a:t>          "quote": "58"</a:t>
            </a:r>
          </a:p>
          <a:p>
            <a:r>
              <a:t>        }</a:t>
            </a:r>
          </a:p>
          <a:p>
            <a:r>
              <a:t>      ]</a:t>
            </a:r>
          </a:p>
          <a:p>
            <a:r>
              <a:t>    },</a:t>
            </a:r>
          </a:p>
          <a:p>
            <a:r>
              <a:t>    {</a:t>
            </a:r>
          </a:p>
          <a:p>
            <a:r>
              <a:t>      "value": 42.0,</a:t>
            </a:r>
          </a:p>
          <a:p>
            <a:r>
              <a:t>      "refs": [</a:t>
            </a:r>
          </a:p>
          <a:p>
            <a:r>
              <a:t>        {</a:t>
            </a:r>
          </a:p>
          <a:p>
            <a:r>
              <a:t>          "source_id": "s015",</a:t>
            </a:r>
          </a:p>
          <a:p>
            <a:r>
              <a:t>          "quote": "42"</a:t>
            </a:r>
          </a:p>
          <a:p>
            <a:r>
              <a:t>        }</a:t>
            </a:r>
          </a:p>
          <a:p>
            <a:r>
              <a:t>      ]</a:t>
            </a:r>
          </a:p>
          <a:p>
            <a:r>
              <a:t>    },</a:t>
            </a:r>
          </a:p>
          <a:p>
            <a:r>
              <a:t>    {</a:t>
            </a:r>
          </a:p>
          <a:p>
            <a:r>
              <a:t>      "value": 21.0,</a:t>
            </a:r>
          </a:p>
          <a:p>
            <a:r>
              <a:t>      "refs": [</a:t>
            </a:r>
          </a:p>
          <a:p>
            <a:r>
              <a:t>        {</a:t>
            </a:r>
          </a:p>
          <a:p>
            <a:r>
              <a:t>          "source_id": "s015",</a:t>
            </a:r>
          </a:p>
          <a:p>
            <a:r>
              <a:t>          "quote": "21"</a:t>
            </a:r>
          </a:p>
          <a:p>
            <a:r>
              <a:t>        }</a:t>
            </a:r>
          </a:p>
          <a:p>
            <a:r>
              <a:t>      ]</a:t>
            </a:r>
          </a:p>
          <a:p>
            <a:r>
              <a:t>    },</a:t>
            </a:r>
          </a:p>
          <a:p>
            <a:r>
              <a:t>    {</a:t>
            </a:r>
          </a:p>
          <a:p>
            <a:r>
              <a:t>      "value": 13.0,</a:t>
            </a:r>
          </a:p>
          <a:p>
            <a:r>
              <a:t>      "refs": [</a:t>
            </a:r>
          </a:p>
          <a:p>
            <a:r>
              <a:t>        {</a:t>
            </a:r>
          </a:p>
          <a:p>
            <a:r>
              <a:t>          "source_id": "s015",</a:t>
            </a:r>
          </a:p>
          <a:p>
            <a:r>
              <a:t>          "quote": "13"</a:t>
            </a:r>
          </a:p>
          <a:p>
            <a:r>
              <a:t>        }</a:t>
            </a:r>
          </a:p>
          <a:p>
            <a:r>
              <a:t>      ]</a:t>
            </a:r>
          </a:p>
          <a:p>
            <a:r>
              <a:t>    }</a:t>
            </a:r>
          </a:p>
          <a:p>
            <a:r>
              <a:t>  ],</a:t>
            </a:r>
          </a:p>
          <a:p>
            <a:r>
              <a:t>  "citations": {</a:t>
            </a:r>
          </a:p>
          <a:p>
            <a:r>
              <a:t>    "s015": "Public MIT sample: templates/freeform_parts_16x9.html section 15"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"328493812d4cf842b973c643a3a96442cf83c95ee445831df15380c9fb4f1186"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"slide016",</a:t>
            </a:r>
          </a:p>
          <a:p>
            <a:r>
              <a:t>  "origin": "catalog",</a:t>
            </a:r>
          </a:p>
          <a:p>
            <a:r>
              <a:t>  "layout_id": "progress_bubble_matrix",</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"進捗バブル行列",</a:t>
            </a:r>
          </a:p>
          <a:p>
            <a:r>
              <a:t>      "refs": [</a:t>
            </a:r>
          </a:p>
          <a:p>
            <a:r>
              <a:t>        {</a:t>
            </a:r>
          </a:p>
          <a:p>
            <a:r>
              <a:t>          "source_id": "s016",</a:t>
            </a:r>
          </a:p>
          <a:p>
            <a:r>
              <a:t>          "quote": "進捗バブル行列"</a:t>
            </a:r>
          </a:p>
          <a:p>
            <a:r>
              <a:t>        }</a:t>
            </a:r>
          </a:p>
          <a:p>
            <a:r>
              <a:t>      ],</a:t>
            </a:r>
          </a:p>
          <a:p>
            <a:r>
              <a:t>      "mode": "verbatim"</a:t>
            </a:r>
          </a:p>
          <a:p>
            <a:r>
              <a:t>    },</a:t>
            </a:r>
          </a:p>
          <a:p>
            <a:r>
              <a:t>    {</a:t>
            </a:r>
          </a:p>
          <a:p>
            <a:r>
              <a:t>      "text": "出典：公開見本",</a:t>
            </a:r>
          </a:p>
          <a:p>
            <a:r>
              <a:t>      "refs": [</a:t>
            </a:r>
          </a:p>
          <a:p>
            <a:r>
              <a:t>        {</a:t>
            </a:r>
          </a:p>
          <a:p>
            <a:r>
              <a:t>          "source_id": "s016",</a:t>
            </a:r>
          </a:p>
          <a:p>
            <a:r>
              <a:t>          "quote": "出典：公開見本"</a:t>
            </a:r>
          </a:p>
          <a:p>
            <a:r>
              <a:t>        }</a:t>
            </a:r>
          </a:p>
          <a:p>
            <a:r>
              <a:t>      ],</a:t>
            </a:r>
          </a:p>
          <a:p>
            <a:r>
              <a:t>      "mode": "verbatim"</a:t>
            </a:r>
          </a:p>
          <a:p>
            <a:r>
              <a:t>    },</a:t>
            </a:r>
          </a:p>
          <a:p>
            <a:r>
              <a:t>    {</a:t>
            </a:r>
          </a:p>
          <a:p>
            <a:r>
              <a:t>      "text": "取り組み段階別の件数",</a:t>
            </a:r>
          </a:p>
          <a:p>
            <a:r>
              <a:t>      "refs": [</a:t>
            </a:r>
          </a:p>
          <a:p>
            <a:r>
              <a:t>        {</a:t>
            </a:r>
          </a:p>
          <a:p>
            <a:r>
              <a:t>          "source_id": "s016",</a:t>
            </a:r>
          </a:p>
          <a:p>
            <a:r>
              <a:t>          "quote": "取り組み段階別の件数"</a:t>
            </a:r>
          </a:p>
          <a:p>
            <a:r>
              <a:t>        }</a:t>
            </a:r>
          </a:p>
          <a:p>
            <a:r>
              <a:t>      ],</a:t>
            </a:r>
          </a:p>
          <a:p>
            <a:r>
              <a:t>      "mode": "verbatim"</a:t>
            </a:r>
          </a:p>
          <a:p>
            <a:r>
              <a:t>    },</a:t>
            </a:r>
          </a:p>
          <a:p>
            <a:r>
              <a:t>    {</a:t>
            </a:r>
          </a:p>
          <a:p>
            <a:r>
              <a:t>      "text": "件、n=項目1",</a:t>
            </a:r>
          </a:p>
          <a:p>
            <a:r>
              <a:t>      "refs": [</a:t>
            </a:r>
          </a:p>
          <a:p>
            <a:r>
              <a:t>        {</a:t>
            </a:r>
          </a:p>
          <a:p>
            <a:r>
              <a:t>          "source_id": "s016",</a:t>
            </a:r>
          </a:p>
          <a:p>
            <a:r>
              <a:t>          "quote": "件、n=項目1"</a:t>
            </a:r>
          </a:p>
          <a:p>
            <a:r>
              <a:t>        }</a:t>
            </a:r>
          </a:p>
          <a:p>
            <a:r>
              <a:t>      ],</a:t>
            </a:r>
          </a:p>
          <a:p>
            <a:r>
              <a:t>      "mode": "verbatim"</a:t>
            </a:r>
          </a:p>
          <a:p>
            <a:r>
              <a:t>    },</a:t>
            </a:r>
          </a:p>
          <a:p>
            <a:r>
              <a:t>    {</a:t>
            </a:r>
          </a:p>
          <a:p>
            <a:r>
              <a:t>      "text": "構想",</a:t>
            </a:r>
          </a:p>
          <a:p>
            <a:r>
              <a:t>      "refs": [</a:t>
            </a:r>
          </a:p>
          <a:p>
            <a:r>
              <a:t>        {</a:t>
            </a:r>
          </a:p>
          <a:p>
            <a:r>
              <a:t>          "source_id": "s016",</a:t>
            </a:r>
          </a:p>
          <a:p>
            <a:r>
              <a:t>          "quote": "構想"</a:t>
            </a:r>
          </a:p>
          <a:p>
            <a:r>
              <a:t>        }</a:t>
            </a:r>
          </a:p>
          <a:p>
            <a:r>
              <a:t>      ],</a:t>
            </a:r>
          </a:p>
          <a:p>
            <a:r>
              <a:t>      "mode": "verbatim"</a:t>
            </a:r>
          </a:p>
          <a:p>
            <a:r>
              <a:t>    },</a:t>
            </a:r>
          </a:p>
          <a:p>
            <a:r>
              <a:t>    {</a:t>
            </a:r>
          </a:p>
          <a:p>
            <a:r>
              <a:t>      "text": "試行",</a:t>
            </a:r>
          </a:p>
          <a:p>
            <a:r>
              <a:t>      "refs": [</a:t>
            </a:r>
          </a:p>
          <a:p>
            <a:r>
              <a:t>        {</a:t>
            </a:r>
          </a:p>
          <a:p>
            <a:r>
              <a:t>          "source_id": "s016",</a:t>
            </a:r>
          </a:p>
          <a:p>
            <a:r>
              <a:t>          "quote": "試行"</a:t>
            </a:r>
          </a:p>
          <a:p>
            <a:r>
              <a:t>        }</a:t>
            </a:r>
          </a:p>
          <a:p>
            <a:r>
              <a:t>      ],</a:t>
            </a:r>
          </a:p>
          <a:p>
            <a:r>
              <a:t>      "mode": "verbatim"</a:t>
            </a:r>
          </a:p>
          <a:p>
            <a:r>
              <a:t>    },</a:t>
            </a:r>
          </a:p>
          <a:p>
            <a:r>
              <a:t>    {</a:t>
            </a:r>
          </a:p>
          <a:p>
            <a:r>
              <a:t>      "text": "部分展開",</a:t>
            </a:r>
          </a:p>
          <a:p>
            <a:r>
              <a:t>      "refs": [</a:t>
            </a:r>
          </a:p>
          <a:p>
            <a:r>
              <a:t>        {</a:t>
            </a:r>
          </a:p>
          <a:p>
            <a:r>
              <a:t>          "source_id": "s016",</a:t>
            </a:r>
          </a:p>
          <a:p>
            <a:r>
              <a:t>          "quote": "部分展開"</a:t>
            </a:r>
          </a:p>
          <a:p>
            <a:r>
              <a:t>        }</a:t>
            </a:r>
          </a:p>
          <a:p>
            <a:r>
              <a:t>      ],</a:t>
            </a:r>
          </a:p>
          <a:p>
            <a:r>
              <a:t>      "mode": "verbatim"</a:t>
            </a:r>
          </a:p>
          <a:p>
            <a:r>
              <a:t>    },</a:t>
            </a:r>
          </a:p>
          <a:p>
            <a:r>
              <a:t>    {</a:t>
            </a:r>
          </a:p>
          <a:p>
            <a:r>
              <a:t>      "text": "全面展開",</a:t>
            </a:r>
          </a:p>
          <a:p>
            <a:r>
              <a:t>      "refs": [</a:t>
            </a:r>
          </a:p>
          <a:p>
            <a:r>
              <a:t>        {</a:t>
            </a:r>
          </a:p>
          <a:p>
            <a:r>
              <a:t>          "source_id": "s016",</a:t>
            </a:r>
          </a:p>
          <a:p>
            <a:r>
              <a:t>          "quote": "全面展開"</a:t>
            </a:r>
          </a:p>
          <a:p>
            <a:r>
              <a:t>        }</a:t>
            </a:r>
          </a:p>
          <a:p>
            <a:r>
              <a:t>      ],</a:t>
            </a:r>
          </a:p>
          <a:p>
            <a:r>
              <a:t>      "mode": "verbatim"</a:t>
            </a:r>
          </a:p>
          <a:p>
            <a:r>
              <a:t>    },</a:t>
            </a:r>
          </a:p>
          <a:p>
            <a:r>
              <a:t>    {</a:t>
            </a:r>
          </a:p>
          <a:p>
            <a:r>
              <a:t>      "text": "項目2層",</a:t>
            </a:r>
          </a:p>
          <a:p>
            <a:r>
              <a:t>      "refs": [</a:t>
            </a:r>
          </a:p>
          <a:p>
            <a:r>
              <a:t>        {</a:t>
            </a:r>
          </a:p>
          <a:p>
            <a:r>
              <a:t>          "source_id": "s016",</a:t>
            </a:r>
          </a:p>
          <a:p>
            <a:r>
              <a:t>          "quote": "項目2層"</a:t>
            </a:r>
          </a:p>
          <a:p>
            <a:r>
              <a:t>        }</a:t>
            </a:r>
          </a:p>
          <a:p>
            <a:r>
              <a:t>      ],</a:t>
            </a:r>
          </a:p>
          <a:p>
            <a:r>
              <a:t>      "mode": "verbatim"</a:t>
            </a:r>
          </a:p>
          <a:p>
            <a:r>
              <a:t>    },</a:t>
            </a:r>
          </a:p>
          <a:p>
            <a:r>
              <a:t>    {</a:t>
            </a:r>
          </a:p>
          <a:p>
            <a:r>
              <a:t>      "text": "項目3層",</a:t>
            </a:r>
          </a:p>
          <a:p>
            <a:r>
              <a:t>      "refs": [</a:t>
            </a:r>
          </a:p>
          <a:p>
            <a:r>
              <a:t>        {</a:t>
            </a:r>
          </a:p>
          <a:p>
            <a:r>
              <a:t>          "source_id": "s016",</a:t>
            </a:r>
          </a:p>
          <a:p>
            <a:r>
              <a:t>          "quote": "項目3層"</a:t>
            </a:r>
          </a:p>
          <a:p>
            <a:r>
              <a:t>        }</a:t>
            </a:r>
          </a:p>
          <a:p>
            <a:r>
              <a:t>      ],</a:t>
            </a:r>
          </a:p>
          <a:p>
            <a:r>
              <a:t>      "mode": "verbatim"</a:t>
            </a:r>
          </a:p>
          <a:p>
            <a:r>
              <a:t>    },</a:t>
            </a:r>
          </a:p>
          <a:p>
            <a:r>
              <a:t>    {</a:t>
            </a:r>
          </a:p>
          <a:p>
            <a:r>
              <a:t>      "text": "項目4層",</a:t>
            </a:r>
          </a:p>
          <a:p>
            <a:r>
              <a:t>      "refs": [</a:t>
            </a:r>
          </a:p>
          <a:p>
            <a:r>
              <a:t>        {</a:t>
            </a:r>
          </a:p>
          <a:p>
            <a:r>
              <a:t>          "source_id": "s016",</a:t>
            </a:r>
          </a:p>
          <a:p>
            <a:r>
              <a:t>          "quote": "項目4層"</a:t>
            </a:r>
          </a:p>
          <a:p>
            <a:r>
              <a:t>        }</a:t>
            </a:r>
          </a:p>
          <a:p>
            <a:r>
              <a:t>      ],</a:t>
            </a:r>
          </a:p>
          <a:p>
            <a:r>
              <a:t>      "mode": "verbatim"</a:t>
            </a:r>
          </a:p>
          <a:p>
            <a:r>
              <a:t>    },</a:t>
            </a:r>
          </a:p>
          <a:p>
            <a:r>
              <a:t>    {</a:t>
            </a:r>
          </a:p>
          <a:p>
            <a:r>
              <a:t>      "text": "項目5層",</a:t>
            </a:r>
          </a:p>
          <a:p>
            <a:r>
              <a:t>      "refs": [</a:t>
            </a:r>
          </a:p>
          <a:p>
            <a:r>
              <a:t>        {</a:t>
            </a:r>
          </a:p>
          <a:p>
            <a:r>
              <a:t>          "source_id": "s016",</a:t>
            </a:r>
          </a:p>
          <a:p>
            <a:r>
              <a:t>          "quote": "項目5層"</a:t>
            </a:r>
          </a:p>
          <a:p>
            <a:r>
              <a:t>        }</a:t>
            </a:r>
          </a:p>
          <a:p>
            <a:r>
              <a:t>      ],</a:t>
            </a:r>
          </a:p>
          <a:p>
            <a:r>
              <a:t>      "mode": "verbatim"</a:t>
            </a:r>
          </a:p>
          <a:p>
            <a:r>
              <a:t>    },</a:t>
            </a:r>
          </a:p>
          <a:p>
            <a:r>
              <a:t>    {</a:t>
            </a:r>
          </a:p>
          <a:p>
            <a:r>
              <a:t>      "value": 30.0,</a:t>
            </a:r>
          </a:p>
          <a:p>
            <a:r>
              <a:t>      "refs": [</a:t>
            </a:r>
          </a:p>
          <a:p>
            <a:r>
              <a:t>        {</a:t>
            </a:r>
          </a:p>
          <a:p>
            <a:r>
              <a:t>          "source_id": "s016",</a:t>
            </a:r>
          </a:p>
          <a:p>
            <a:r>
              <a:t>          "quote": "30"</a:t>
            </a:r>
          </a:p>
          <a:p>
            <a:r>
              <a:t>        }</a:t>
            </a:r>
          </a:p>
          <a:p>
            <a:r>
              <a:t>      ]</a:t>
            </a:r>
          </a:p>
          <a:p>
            <a:r>
              <a:t>    },</a:t>
            </a:r>
          </a:p>
          <a:p>
            <a:r>
              <a:t>    {</a:t>
            </a:r>
          </a:p>
          <a:p>
            <a:r>
              <a:t>      "value": 9.0,</a:t>
            </a:r>
          </a:p>
          <a:p>
            <a:r>
              <a:t>      "refs": [</a:t>
            </a:r>
          </a:p>
          <a:p>
            <a:r>
              <a:t>        {</a:t>
            </a:r>
          </a:p>
          <a:p>
            <a:r>
              <a:t>          "source_id": "s016",</a:t>
            </a:r>
          </a:p>
          <a:p>
            <a:r>
              <a:t>          "quote": "9"</a:t>
            </a:r>
          </a:p>
          <a:p>
            <a:r>
              <a:t>        }</a:t>
            </a:r>
          </a:p>
          <a:p>
            <a:r>
              <a:t>      ]</a:t>
            </a:r>
          </a:p>
          <a:p>
            <a:r>
              <a:t>    },</a:t>
            </a:r>
          </a:p>
          <a:p>
            <a:r>
              <a:t>    {</a:t>
            </a:r>
          </a:p>
          <a:p>
            <a:r>
              <a:t>      "value": 9.0,</a:t>
            </a:r>
          </a:p>
          <a:p>
            <a:r>
              <a:t>      "refs": [</a:t>
            </a:r>
          </a:p>
          <a:p>
            <a:r>
              <a:t>        {</a:t>
            </a:r>
          </a:p>
          <a:p>
            <a:r>
              <a:t>          "source_id": "s016",</a:t>
            </a:r>
          </a:p>
          <a:p>
            <a:r>
              <a:t>          "quote": "9"</a:t>
            </a:r>
          </a:p>
          <a:p>
            <a:r>
              <a:t>        }</a:t>
            </a:r>
          </a:p>
          <a:p>
            <a:r>
              <a:t>      ]</a:t>
            </a:r>
          </a:p>
          <a:p>
            <a:r>
              <a:t>    },</a:t>
            </a:r>
          </a:p>
          <a:p>
            <a:r>
              <a:t>    {</a:t>
            </a:r>
          </a:p>
          <a:p>
            <a:r>
              <a:t>      "value": 4.0,</a:t>
            </a:r>
          </a:p>
          <a:p>
            <a:r>
              <a:t>      "refs": [</a:t>
            </a:r>
          </a:p>
          <a:p>
            <a:r>
              <a:t>        {</a:t>
            </a:r>
          </a:p>
          <a:p>
            <a:r>
              <a:t>          "source_id": "s016",</a:t>
            </a:r>
          </a:p>
          <a:p>
            <a:r>
              <a:t>          "quote": "4"</a:t>
            </a:r>
          </a:p>
          <a:p>
            <a:r>
              <a:t>        }</a:t>
            </a:r>
          </a:p>
          <a:p>
            <a:r>
              <a:t>      ]</a:t>
            </a:r>
          </a:p>
          <a:p>
            <a:r>
              <a:t>    },</a:t>
            </a:r>
          </a:p>
          <a:p>
            <a:r>
              <a:t>    {</a:t>
            </a:r>
          </a:p>
          <a:p>
            <a:r>
              <a:t>      "value": 15.0,</a:t>
            </a:r>
          </a:p>
          <a:p>
            <a:r>
              <a:t>      "refs": [</a:t>
            </a:r>
          </a:p>
          <a:p>
            <a:r>
              <a:t>        {</a:t>
            </a:r>
          </a:p>
          <a:p>
            <a:r>
              <a:t>          "source_id": "s016",</a:t>
            </a:r>
          </a:p>
          <a:p>
            <a:r>
              <a:t>          "quote": "15"</a:t>
            </a:r>
          </a:p>
          <a:p>
            <a:r>
              <a:t>        }</a:t>
            </a:r>
          </a:p>
          <a:p>
            <a:r>
              <a:t>      ]</a:t>
            </a:r>
          </a:p>
          <a:p>
            <a:r>
              <a:t>    },</a:t>
            </a:r>
          </a:p>
          <a:p>
            <a:r>
              <a:t>    {</a:t>
            </a:r>
          </a:p>
          <a:p>
            <a:r>
              <a:t>      "value": 12.0,</a:t>
            </a:r>
          </a:p>
          <a:p>
            <a:r>
              <a:t>      "refs": [</a:t>
            </a:r>
          </a:p>
          <a:p>
            <a:r>
              <a:t>        {</a:t>
            </a:r>
          </a:p>
          <a:p>
            <a:r>
              <a:t>          "source_id": "s016",</a:t>
            </a:r>
          </a:p>
          <a:p>
            <a:r>
              <a:t>          "quote": "12"</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54.0,</a:t>
            </a:r>
          </a:p>
          <a:p>
            <a:r>
              <a:t>      "refs": [</a:t>
            </a:r>
          </a:p>
          <a:p>
            <a:r>
              <a:t>        {</a:t>
            </a:r>
          </a:p>
          <a:p>
            <a:r>
              <a:t>          "source_id": "s016",</a:t>
            </a:r>
          </a:p>
          <a:p>
            <a:r>
              <a:t>          "quote": "54"</a:t>
            </a:r>
          </a:p>
          <a:p>
            <a:r>
              <a:t>        }</a:t>
            </a:r>
          </a:p>
          <a:p>
            <a:r>
              <a:t>      ]</a:t>
            </a:r>
          </a:p>
          <a:p>
            <a:r>
              <a:t>    },</a:t>
            </a:r>
          </a:p>
          <a:p>
            <a:r>
              <a:t>    {</a:t>
            </a:r>
          </a:p>
          <a:p>
            <a:r>
              <a:t>      "value": 13.0,</a:t>
            </a:r>
          </a:p>
          <a:p>
            <a:r>
              <a:t>      "refs": [</a:t>
            </a:r>
          </a:p>
          <a:p>
            <a:r>
              <a:t>        {</a:t>
            </a:r>
          </a:p>
          <a:p>
            <a:r>
              <a:t>          "source_id": "s016",</a:t>
            </a:r>
          </a:p>
          <a:p>
            <a:r>
              <a:t>          "quote": "13"</a:t>
            </a:r>
          </a:p>
          <a:p>
            <a:r>
              <a:t>        }</a:t>
            </a:r>
          </a:p>
          <a:p>
            <a:r>
              <a:t>      ]</a:t>
            </a:r>
          </a:p>
          <a:p>
            <a:r>
              <a:t>    },</a:t>
            </a:r>
          </a:p>
          <a:p>
            <a:r>
              <a:t>    {</a:t>
            </a:r>
          </a:p>
          <a:p>
            <a:r>
              <a:t>      "value": 13.0,</a:t>
            </a:r>
          </a:p>
          <a:p>
            <a:r>
              <a:t>      "refs": [</a:t>
            </a:r>
          </a:p>
          <a:p>
            <a:r>
              <a:t>        {</a:t>
            </a:r>
          </a:p>
          <a:p>
            <a:r>
              <a:t>          "source_id": "s016",</a:t>
            </a:r>
          </a:p>
          <a:p>
            <a:r>
              <a:t>          "quote": "13"</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8.0,</a:t>
            </a:r>
          </a:p>
          <a:p>
            <a:r>
              <a:t>      "refs": [</a:t>
            </a:r>
          </a:p>
          <a:p>
            <a:r>
              <a:t>        {</a:t>
            </a:r>
          </a:p>
          <a:p>
            <a:r>
              <a:t>          "source_id": "s016",</a:t>
            </a:r>
          </a:p>
          <a:p>
            <a:r>
              <a:t>          "quote": "8"</a:t>
            </a:r>
          </a:p>
          <a:p>
            <a:r>
              <a:t>        }</a:t>
            </a:r>
          </a:p>
          <a:p>
            <a:r>
              <a:t>      ]</a:t>
            </a:r>
          </a:p>
          <a:p>
            <a:r>
              <a:t>    },</a:t>
            </a:r>
          </a:p>
          <a:p>
            <a:r>
              <a:t>    {</a:t>
            </a:r>
          </a:p>
          <a:p>
            <a:r>
              <a:t>      "value": 9.0,</a:t>
            </a:r>
          </a:p>
          <a:p>
            <a:r>
              <a:t>      "refs": [</a:t>
            </a:r>
          </a:p>
          <a:p>
            <a:r>
              <a:t>        {</a:t>
            </a:r>
          </a:p>
          <a:p>
            <a:r>
              <a:t>          "source_id": "s016",</a:t>
            </a:r>
          </a:p>
          <a:p>
            <a:r>
              <a:t>          "quote": "9"</a:t>
            </a:r>
          </a:p>
          <a:p>
            <a:r>
              <a:t>        }</a:t>
            </a:r>
          </a:p>
          <a:p>
            <a:r>
              <a:t>      ]</a:t>
            </a:r>
          </a:p>
          <a:p>
            <a:r>
              <a:t>    },</a:t>
            </a:r>
          </a:p>
          <a:p>
            <a:r>
              <a:t>    {</a:t>
            </a:r>
          </a:p>
          <a:p>
            <a:r>
              <a:t>      "value": 6.0,</a:t>
            </a:r>
          </a:p>
          <a:p>
            <a:r>
              <a:t>      "refs": [</a:t>
            </a:r>
          </a:p>
          <a:p>
            <a:r>
              <a:t>        {</a:t>
            </a:r>
          </a:p>
          <a:p>
            <a:r>
              <a:t>          "source_id": "s016",</a:t>
            </a:r>
          </a:p>
          <a:p>
            <a:r>
              <a:t>          "quote": "6"</a:t>
            </a:r>
          </a:p>
          <a:p>
            <a:r>
              <a:t>        }</a:t>
            </a:r>
          </a:p>
          <a:p>
            <a:r>
              <a:t>      ]</a:t>
            </a:r>
          </a:p>
          <a:p>
            <a:r>
              <a:t>    },</a:t>
            </a:r>
          </a:p>
          <a:p>
            <a:r>
              <a:t>    {</a:t>
            </a:r>
          </a:p>
          <a:p>
            <a:r>
              <a:t>      "value": 4.0,</a:t>
            </a:r>
          </a:p>
          <a:p>
            <a:r>
              <a:t>      "refs": [</a:t>
            </a:r>
          </a:p>
          <a:p>
            <a:r>
              <a:t>        {</a:t>
            </a:r>
          </a:p>
          <a:p>
            <a:r>
              <a:t>          "source_id": "s016",</a:t>
            </a:r>
          </a:p>
          <a:p>
            <a:r>
              <a:t>          "quote": "4"</a:t>
            </a:r>
          </a:p>
          <a:p>
            <a:r>
              <a:t>        }</a:t>
            </a:r>
          </a:p>
          <a:p>
            <a:r>
              <a:t>      ]</a:t>
            </a:r>
          </a:p>
          <a:p>
            <a:r>
              <a:t>    }</a:t>
            </a:r>
          </a:p>
          <a:p>
            <a:r>
              <a:t>  ],</a:t>
            </a:r>
          </a:p>
          <a:p>
            <a:r>
              <a:t>  "citations": {</a:t>
            </a:r>
          </a:p>
          <a:p>
            <a:r>
              <a:t>    "s016": "Public MIT sample: templates/freeform_parts_16x9.html section 16"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"289487a924c75938e5914d9c76fa59a928cf205102f1516e7bdf4f82aab28ae2"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"slide017",</a:t>
            </a:r>
          </a:p>
          <a:p>
            <a:r>
              <a:t>  "origin": "catalog",</a:t>
            </a:r>
          </a:p>
          <a:p>
            <a:r>
              <a:t>  "layout_id": "ranked_bar_annotated",</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"分布の順位棒＋注記",</a:t>
            </a:r>
          </a:p>
          <a:p>
            <a:r>
              <a:t>      "refs": [</a:t>
            </a:r>
          </a:p>
          <a:p>
            <a:r>
              <a:t>        {</a:t>
            </a:r>
          </a:p>
          <a:p>
            <a:r>
              <a:t>          "source_id": "s017",</a:t>
            </a:r>
          </a:p>
          <a:p>
            <a:r>
              <a:t>          "quote": "分布の順位棒＋注記"</a:t>
            </a:r>
          </a:p>
          <a:p>
            <a:r>
              <a:t>        }</a:t>
            </a:r>
          </a:p>
          <a:p>
            <a:r>
              <a:t>      ],</a:t>
            </a:r>
          </a:p>
          <a:p>
            <a:r>
              <a:t>      "mode": "verbatim"</a:t>
            </a:r>
          </a:p>
          <a:p>
            <a:r>
              <a:t>    },</a:t>
            </a:r>
          </a:p>
          <a:p>
            <a:r>
              <a:t>    {</a:t>
            </a:r>
          </a:p>
          <a:p>
            <a:r>
              <a:t>      "text": "出典：公開見本",</a:t>
            </a:r>
          </a:p>
          <a:p>
            <a:r>
              <a:t>      "refs": [</a:t>
            </a:r>
          </a:p>
          <a:p>
            <a:r>
              <a:t>        {</a:t>
            </a:r>
          </a:p>
          <a:p>
            <a:r>
              <a:t>          "source_id": "s017",</a:t>
            </a:r>
          </a:p>
          <a:p>
            <a:r>
              <a:t>          "quote": "出典：公開見本"</a:t>
            </a:r>
          </a:p>
          <a:p>
            <a:r>
              <a:t>        }</a:t>
            </a:r>
          </a:p>
          <a:p>
            <a:r>
              <a:t>      ],</a:t>
            </a:r>
          </a:p>
          <a:p>
            <a:r>
              <a:t>      "mode": "verbatim"</a:t>
            </a:r>
          </a:p>
          <a:p>
            <a:r>
              <a:t>    },</a:t>
            </a:r>
          </a:p>
          <a:p>
            <a:r>
              <a:t>    {</a:t>
            </a:r>
          </a:p>
          <a:p>
            <a:r>
              <a:t>      "text": "指標名",</a:t>
            </a:r>
          </a:p>
          <a:p>
            <a:r>
              <a:t>      "refs": [</a:t>
            </a:r>
          </a:p>
          <a:p>
            <a:r>
              <a:t>        {</a:t>
            </a:r>
          </a:p>
          <a:p>
            <a:r>
              <a:t>          "source_id": "s017",</a:t>
            </a:r>
          </a:p>
          <a:p>
            <a:r>
              <a:t>          "quote": "指標名"</a:t>
            </a:r>
          </a:p>
          <a:p>
            <a:r>
              <a:t>        }</a:t>
            </a:r>
          </a:p>
          <a:p>
            <a:r>
              <a:t>      ],</a:t>
            </a:r>
          </a:p>
          <a:p>
            <a:r>
              <a:t>      "mode": "verbatim"</a:t>
            </a:r>
          </a:p>
          <a:p>
            <a:r>
              <a:t>    },</a:t>
            </a:r>
          </a:p>
          <a:p>
            <a:r>
              <a:t>    {</a:t>
            </a:r>
          </a:p>
          <a:p>
            <a:r>
              <a:t>      "text": "単位、2026〜2026年",</a:t>
            </a:r>
          </a:p>
          <a:p>
            <a:r>
              <a:t>      "refs": [</a:t>
            </a:r>
          </a:p>
          <a:p>
            <a:r>
              <a:t>        {</a:t>
            </a:r>
          </a:p>
          <a:p>
            <a:r>
              <a:t>          "source_id": "s017",</a:t>
            </a:r>
          </a:p>
          <a:p>
            <a:r>
              <a:t>          "quote": "単位、2026〜2026年"</a:t>
            </a:r>
          </a:p>
          <a:p>
            <a:r>
              <a:t>        }</a:t>
            </a:r>
          </a:p>
          <a:p>
            <a:r>
              <a:t>      ],</a:t>
            </a:r>
          </a:p>
          <a:p>
            <a:r>
              <a:t>      "mode": "verbatim"</a:t>
            </a:r>
          </a:p>
          <a:p>
            <a:r>
              <a:t>    },</a:t>
            </a:r>
          </a:p>
          <a:p>
            <a:r>
              <a:t>    {</a:t>
            </a:r>
          </a:p>
          <a:p>
            <a:r>
              <a:t>      "text": "上位N社",</a:t>
            </a:r>
          </a:p>
          <a:p>
            <a:r>
              <a:t>      "refs": [</a:t>
            </a:r>
          </a:p>
          <a:p>
            <a:r>
              <a:t>        {</a:t>
            </a:r>
          </a:p>
          <a:p>
            <a:r>
              <a:t>          "source_id": "s017",</a:t>
            </a:r>
          </a:p>
          <a:p>
            <a:r>
              <a:t>          "quote": "上位N社"</a:t>
            </a:r>
          </a:p>
          <a:p>
            <a:r>
              <a:t>        }</a:t>
            </a:r>
          </a:p>
          <a:p>
            <a:r>
              <a:t>      ],</a:t>
            </a:r>
          </a:p>
          <a:p>
            <a:r>
              <a:t>      "mode": "verbatim"</a:t>
            </a:r>
          </a:p>
          <a:p>
            <a:r>
              <a:t>    },</a:t>
            </a:r>
          </a:p>
          <a:p>
            <a:r>
              <a:t>    {</a:t>
            </a:r>
          </a:p>
          <a:p>
            <a:r>
              <a:t>      "text": "その他",</a:t>
            </a:r>
          </a:p>
          <a:p>
            <a:r>
              <a:t>      "refs": [</a:t>
            </a:r>
          </a:p>
          <a:p>
            <a:r>
              <a:t>        {</a:t>
            </a:r>
          </a:p>
          <a:p>
            <a:r>
              <a:t>          "source_id": "s017",</a:t>
            </a:r>
          </a:p>
          <a:p>
            <a:r>
              <a:t>          "quote": "その他"</a:t>
            </a:r>
          </a:p>
          <a:p>
            <a:r>
              <a:t>        }</a:t>
            </a:r>
          </a:p>
          <a:p>
            <a:r>
              <a:t>      ],</a:t>
            </a:r>
          </a:p>
          <a:p>
            <a:r>
              <a:t>      "mode": "verbatim"</a:t>
            </a:r>
          </a:p>
          <a:p>
            <a:r>
              <a:t>    },</a:t>
            </a:r>
          </a:p>
          <a:p>
            <a:r>
              <a:t>    {</a:t>
            </a:r>
          </a:p>
          <a:p>
            <a:r>
              <a:t>      "text": "だから、記載例4に絞る",</a:t>
            </a:r>
          </a:p>
          <a:p>
            <a:r>
              <a:t>      "refs": [</a:t>
            </a:r>
          </a:p>
          <a:p>
            <a:r>
              <a:t>        {</a:t>
            </a:r>
          </a:p>
          <a:p>
            <a:r>
              <a:t>          "source_id": "s017",</a:t>
            </a:r>
          </a:p>
          <a:p>
            <a:r>
              <a:t>          "quote": "だから、記載例4に絞る"</a:t>
            </a:r>
          </a:p>
          <a:p>
            <a:r>
              <a:t>        }</a:t>
            </a:r>
          </a:p>
          <a:p>
            <a:r>
              <a:t>      ],</a:t>
            </a:r>
          </a:p>
          <a:p>
            <a:r>
              <a:t>      "mode": "verbatim"</a:t>
            </a:r>
          </a:p>
          <a:p>
            <a:r>
              <a:t>    },</a:t>
            </a:r>
          </a:p>
          <a:p>
            <a:r>
              <a:t>    {</a:t>
            </a:r>
          </a:p>
          <a:p>
            <a:r>
              <a:t>      "text": "記載例1\n記載例2\n記載例3",</a:t>
            </a:r>
          </a:p>
          <a:p>
            <a:r>
              <a:t>      "refs": [</a:t>
            </a:r>
          </a:p>
          <a:p>
            <a:r>
              <a:t>        {</a:t>
            </a:r>
          </a:p>
          <a:p>
            <a:r>
              <a:t>          "source_id": "s017",</a:t>
            </a:r>
          </a:p>
          <a:p>
            <a:r>
              <a:t>          "quote": "記載例1\n記載例2\n記載例3"</a:t>
            </a:r>
          </a:p>
          <a:p>
            <a:r>
              <a:t>        }</a:t>
            </a:r>
          </a:p>
          <a:p>
            <a:r>
              <a:t>      ],</a:t>
            </a:r>
          </a:p>
          <a:p>
            <a:r>
              <a:t>      "mode": "verbatim"</a:t>
            </a:r>
          </a:p>
          <a:p>
            <a:r>
              <a:t>    },</a:t>
            </a:r>
          </a:p>
          <a:p>
            <a:r>
              <a:t>    {</a:t>
            </a:r>
          </a:p>
          <a:p>
            <a:r>
              <a:t>      "text": "項目1",</a:t>
            </a:r>
          </a:p>
          <a:p>
            <a:r>
              <a:t>      "refs": [</a:t>
            </a:r>
          </a:p>
          <a:p>
            <a:r>
              <a:t>        {</a:t>
            </a:r>
          </a:p>
          <a:p>
            <a:r>
              <a:t>          "source_id": "s017",</a:t>
            </a:r>
          </a:p>
          <a:p>
            <a:r>
              <a:t>          "quote": "項目1"</a:t>
            </a:r>
          </a:p>
          <a:p>
            <a:r>
              <a:t>        }</a:t>
            </a:r>
          </a:p>
          <a:p>
            <a:r>
              <a:t>      ],</a:t>
            </a:r>
          </a:p>
          <a:p>
            <a:r>
              <a:t>      "mode": "verbatim"</a:t>
            </a:r>
          </a:p>
          <a:p>
            <a:r>
              <a:t>    },</a:t>
            </a:r>
          </a:p>
          <a:p>
            <a:r>
              <a:t>    {</a:t>
            </a:r>
          </a:p>
          <a:p>
            <a:r>
              <a:t>      "text": "項目2",</a:t>
            </a:r>
          </a:p>
          <a:p>
            <a:r>
              <a:t>      "refs": [</a:t>
            </a:r>
          </a:p>
          <a:p>
            <a:r>
              <a:t>        {</a:t>
            </a:r>
          </a:p>
          <a:p>
            <a:r>
              <a:t>          "source_id": "s017",</a:t>
            </a:r>
          </a:p>
          <a:p>
            <a:r>
              <a:t>          "quote": "項目2"</a:t>
            </a:r>
          </a:p>
          <a:p>
            <a:r>
              <a:t>        }</a:t>
            </a:r>
          </a:p>
          <a:p>
            <a:r>
              <a:t>      ],</a:t>
            </a:r>
          </a:p>
          <a:p>
            <a:r>
              <a:t>      "mode": "verbatim"</a:t>
            </a:r>
          </a:p>
          <a:p>
            <a:r>
              <a:t>    },</a:t>
            </a:r>
          </a:p>
          <a:p>
            <a:r>
              <a:t>    {</a:t>
            </a:r>
          </a:p>
          <a:p>
            <a:r>
              <a:t>      "text": "項目3",</a:t>
            </a:r>
          </a:p>
          <a:p>
            <a:r>
              <a:t>      "refs": [</a:t>
            </a:r>
          </a:p>
          <a:p>
            <a:r>
              <a:t>        {</a:t>
            </a:r>
          </a:p>
          <a:p>
            <a:r>
              <a:t>          "source_id": "s017",</a:t>
            </a:r>
          </a:p>
          <a:p>
            <a:r>
              <a:t>          "quote": "項目3"</a:t>
            </a:r>
          </a:p>
          <a:p>
            <a:r>
              <a:t>        }</a:t>
            </a:r>
          </a:p>
          <a:p>
            <a:r>
              <a:t>      ],</a:t>
            </a:r>
          </a:p>
          <a:p>
            <a:r>
              <a:t>      "mode": "verbatim"</a:t>
            </a:r>
          </a:p>
          <a:p>
            <a:r>
              <a:t>    },</a:t>
            </a:r>
          </a:p>
          <a:p>
            <a:r>
              <a:t>    {</a:t>
            </a:r>
          </a:p>
          <a:p>
            <a:r>
              <a:t>      "text": "項目4",</a:t>
            </a:r>
          </a:p>
          <a:p>
            <a:r>
              <a:t>      "refs": [</a:t>
            </a:r>
          </a:p>
          <a:p>
            <a:r>
              <a:t>        {</a:t>
            </a:r>
          </a:p>
          <a:p>
            <a:r>
              <a:t>          "source_id": "s017",</a:t>
            </a:r>
          </a:p>
          <a:p>
            <a:r>
              <a:t>          "quote": "項目4"</a:t>
            </a:r>
          </a:p>
          <a:p>
            <a:r>
              <a:t>        }</a:t>
            </a:r>
          </a:p>
          <a:p>
            <a:r>
              <a:t>      ],</a:t>
            </a:r>
          </a:p>
          <a:p>
            <a:r>
              <a:t>      "mode": "verbatim"</a:t>
            </a:r>
          </a:p>
          <a:p>
            <a:r>
              <a:t>    },</a:t>
            </a:r>
          </a:p>
          <a:p>
            <a:r>
              <a:t>    {</a:t>
            </a:r>
          </a:p>
          <a:p>
            <a:r>
              <a:t>      "text": "項目5",</a:t>
            </a:r>
          </a:p>
          <a:p>
            <a:r>
              <a:t>      "refs": [</a:t>
            </a:r>
          </a:p>
          <a:p>
            <a:r>
              <a:t>        {</a:t>
            </a:r>
          </a:p>
          <a:p>
            <a:r>
              <a:t>          "source_id": "s017",</a:t>
            </a:r>
          </a:p>
          <a:p>
            <a:r>
              <a:t>          "quote": "項目5"</a:t>
            </a:r>
          </a:p>
          <a:p>
            <a:r>
              <a:t>        }</a:t>
            </a:r>
          </a:p>
          <a:p>
            <a:r>
              <a:t>      ],</a:t>
            </a:r>
          </a:p>
          <a:p>
            <a:r>
              <a:t>      "mode": "verbatim"</a:t>
            </a:r>
          </a:p>
          <a:p>
            <a:r>
              <a:t>    },</a:t>
            </a:r>
          </a:p>
          <a:p>
            <a:r>
              <a:t>    {</a:t>
            </a:r>
          </a:p>
          <a:p>
            <a:r>
              <a:t>      "text": "項目6",</a:t>
            </a:r>
          </a:p>
          <a:p>
            <a:r>
              <a:t>      "refs": [</a:t>
            </a:r>
          </a:p>
          <a:p>
            <a:r>
              <a:t>        {</a:t>
            </a:r>
          </a:p>
          <a:p>
            <a:r>
              <a:t>          "source_id": "s017",</a:t>
            </a:r>
          </a:p>
          <a:p>
            <a:r>
              <a:t>          "quote": "項目6"</a:t>
            </a:r>
          </a:p>
          <a:p>
            <a:r>
              <a:t>        }</a:t>
            </a:r>
          </a:p>
          <a:p>
            <a:r>
              <a:t>      ],</a:t>
            </a:r>
          </a:p>
          <a:p>
            <a:r>
              <a:t>      "mode": "verbatim"</a:t>
            </a:r>
          </a:p>
          <a:p>
            <a:r>
              <a:t>    },</a:t>
            </a:r>
          </a:p>
          <a:p>
            <a:r>
              <a:t>    {</a:t>
            </a:r>
          </a:p>
          <a:p>
            <a:r>
              <a:t>      "text": "項目7",</a:t>
            </a:r>
          </a:p>
          <a:p>
            <a:r>
              <a:t>      "refs": [</a:t>
            </a:r>
          </a:p>
          <a:p>
            <a:r>
              <a:t>        {</a:t>
            </a:r>
          </a:p>
          <a:p>
            <a:r>
              <a:t>          "source_id": "s017",</a:t>
            </a:r>
          </a:p>
          <a:p>
            <a:r>
              <a:t>          "quote": "項目7"</a:t>
            </a:r>
          </a:p>
          <a:p>
            <a:r>
              <a:t>        }</a:t>
            </a:r>
          </a:p>
          <a:p>
            <a:r>
              <a:t>      ],</a:t>
            </a:r>
          </a:p>
          <a:p>
            <a:r>
              <a:t>      "mode": "verbatim"</a:t>
            </a:r>
          </a:p>
          <a:p>
            <a:r>
              <a:t>    },</a:t>
            </a:r>
          </a:p>
          <a:p>
            <a:r>
              <a:t>    {</a:t>
            </a:r>
          </a:p>
          <a:p>
            <a:r>
              <a:t>      "text": "項目8",</a:t>
            </a:r>
          </a:p>
          <a:p>
            <a:r>
              <a:t>      "refs": [</a:t>
            </a:r>
          </a:p>
          <a:p>
            <a:r>
              <a:t>        {</a:t>
            </a:r>
          </a:p>
          <a:p>
            <a:r>
              <a:t>          "source_id": "s017",</a:t>
            </a:r>
          </a:p>
          <a:p>
            <a:r>
              <a:t>          "quote": "項目8"</a:t>
            </a:r>
          </a:p>
          <a:p>
            <a:r>
              <a:t>        }</a:t>
            </a:r>
          </a:p>
          <a:p>
            <a:r>
              <a:t>      ],</a:t>
            </a:r>
          </a:p>
          <a:p>
            <a:r>
              <a:t>      "mode": "verbatim"</a:t>
            </a:r>
          </a:p>
          <a:p>
            <a:r>
              <a:t>    },</a:t>
            </a:r>
          </a:p>
          <a:p>
            <a:r>
              <a:t>    {</a:t>
            </a:r>
          </a:p>
          <a:p>
            <a:r>
              <a:t>      "text": "項目9",</a:t>
            </a:r>
          </a:p>
          <a:p>
            <a:r>
              <a:t>      "refs": [</a:t>
            </a:r>
          </a:p>
          <a:p>
            <a:r>
              <a:t>        {</a:t>
            </a:r>
          </a:p>
          <a:p>
            <a:r>
              <a:t>          "source_id": "s017",</a:t>
            </a:r>
          </a:p>
          <a:p>
            <a:r>
              <a:t>          "quote": "項目9"</a:t>
            </a:r>
          </a:p>
          <a:p>
            <a:r>
              <a:t>        }</a:t>
            </a:r>
          </a:p>
          <a:p>
            <a:r>
              <a:t>      ],</a:t>
            </a:r>
          </a:p>
          <a:p>
            <a:r>
              <a:t>      "mode": "verbatim"</a:t>
            </a:r>
          </a:p>
          <a:p>
            <a:r>
              <a:t>    },</a:t>
            </a:r>
          </a:p>
          <a:p>
            <a:r>
              <a:t>    {</a:t>
            </a:r>
          </a:p>
          <a:p>
            <a:r>
              <a:t>      "text": "項目10",</a:t>
            </a:r>
          </a:p>
          <a:p>
            <a:r>
              <a:t>      "refs": [</a:t>
            </a:r>
          </a:p>
          <a:p>
            <a:r>
              <a:t>        {</a:t>
            </a:r>
          </a:p>
          <a:p>
            <a:r>
              <a:t>          "source_id": "s017",</a:t>
            </a:r>
          </a:p>
          <a:p>
            <a:r>
              <a:t>          "quote": "項目10"</a:t>
            </a:r>
          </a:p>
          <a:p>
            <a:r>
              <a:t>        }</a:t>
            </a:r>
          </a:p>
          <a:p>
            <a:r>
              <a:t>      ],</a:t>
            </a:r>
          </a:p>
          <a:p>
            <a:r>
              <a:t>      "mode": "verbatim"</a:t>
            </a:r>
          </a:p>
          <a:p>
            <a:r>
              <a:t>    },</a:t>
            </a:r>
          </a:p>
          <a:p>
            <a:r>
              <a:t>    {</a:t>
            </a:r>
          </a:p>
          <a:p>
            <a:r>
              <a:t>      "text": "項目11",</a:t>
            </a:r>
          </a:p>
          <a:p>
            <a:r>
              <a:t>      "refs": [</a:t>
            </a:r>
          </a:p>
          <a:p>
            <a:r>
              <a:t>        {</a:t>
            </a:r>
          </a:p>
          <a:p>
            <a:r>
              <a:t>          "source_id": "s017",</a:t>
            </a:r>
          </a:p>
          <a:p>
            <a:r>
              <a:t>          "quote": "項目11"</a:t>
            </a:r>
          </a:p>
          <a:p>
            <a:r>
              <a:t>        }</a:t>
            </a:r>
          </a:p>
          <a:p>
            <a:r>
              <a:t>      ],</a:t>
            </a:r>
          </a:p>
          <a:p>
            <a:r>
              <a:t>      "mode": "verbatim"</a:t>
            </a:r>
          </a:p>
          <a:p>
            <a:r>
              <a:t>    },</a:t>
            </a:r>
          </a:p>
          <a:p>
            <a:r>
              <a:t>    {</a:t>
            </a:r>
          </a:p>
          <a:p>
            <a:r>
              <a:t>      "text": "項目12",</a:t>
            </a:r>
          </a:p>
          <a:p>
            <a:r>
              <a:t>      "refs": [</a:t>
            </a:r>
          </a:p>
          <a:p>
            <a:r>
              <a:t>        {</a:t>
            </a:r>
          </a:p>
          <a:p>
            <a:r>
              <a:t>          "source_id": "s017",</a:t>
            </a:r>
          </a:p>
          <a:p>
            <a:r>
              <a:t>          "quote": "項目12"</a:t>
            </a:r>
          </a:p>
          <a:p>
            <a:r>
              <a:t>        }</a:t>
            </a:r>
          </a:p>
          <a:p>
            <a:r>
              <a:t>      ],</a:t>
            </a:r>
          </a:p>
          <a:p>
            <a:r>
              <a:t>      "mode": "verbatim"</a:t>
            </a:r>
          </a:p>
          <a:p>
            <a:r>
              <a:t>    },</a:t>
            </a:r>
          </a:p>
          <a:p>
            <a:r>
              <a:t>    {</a:t>
            </a:r>
          </a:p>
          <a:p>
            <a:r>
              <a:t>      "text": "項目13",</a:t>
            </a:r>
          </a:p>
          <a:p>
            <a:r>
              <a:t>      "refs": [</a:t>
            </a:r>
          </a:p>
          <a:p>
            <a:r>
              <a:t>        {</a:t>
            </a:r>
          </a:p>
          <a:p>
            <a:r>
              <a:t>          "source_id": "s017",</a:t>
            </a:r>
          </a:p>
          <a:p>
            <a:r>
              <a:t>          "quote": "項目13"</a:t>
            </a:r>
          </a:p>
          <a:p>
            <a:r>
              <a:t>        }</a:t>
            </a:r>
          </a:p>
          <a:p>
            <a:r>
              <a:t>      ],</a:t>
            </a:r>
          </a:p>
          <a:p>
            <a:r>
              <a:t>      "mode": "verbatim"</a:t>
            </a:r>
          </a:p>
          <a:p>
            <a:r>
              <a:t>    },</a:t>
            </a:r>
          </a:p>
          <a:p>
            <a:r>
              <a:t>    {</a:t>
            </a:r>
          </a:p>
          <a:p>
            <a:r>
              <a:t>      "text": "項目14",</a:t>
            </a:r>
          </a:p>
          <a:p>
            <a:r>
              <a:t>      "refs": [</a:t>
            </a:r>
          </a:p>
          <a:p>
            <a:r>
              <a:t>        {</a:t>
            </a:r>
          </a:p>
          <a:p>
            <a:r>
              <a:t>          "source_id": "s017",</a:t>
            </a:r>
          </a:p>
          <a:p>
            <a:r>
              <a:t>          "quote": "項目14"</a:t>
            </a:r>
          </a:p>
          <a:p>
            <a:r>
              <a:t>        }</a:t>
            </a:r>
          </a:p>
          <a:p>
            <a:r>
              <a:t>      ],</a:t>
            </a:r>
          </a:p>
          <a:p>
            <a:r>
              <a:t>      "mode": "verbatim"</a:t>
            </a:r>
          </a:p>
          <a:p>
            <a:r>
              <a:t>    },</a:t>
            </a:r>
          </a:p>
          <a:p>
            <a:r>
              <a:t>    {</a:t>
            </a:r>
          </a:p>
          <a:p>
            <a:r>
              <a:t>      "text": "項目15",</a:t>
            </a:r>
          </a:p>
          <a:p>
            <a:r>
              <a:t>      "refs": [</a:t>
            </a:r>
          </a:p>
          <a:p>
            <a:r>
              <a:t>        {</a:t>
            </a:r>
          </a:p>
          <a:p>
            <a:r>
              <a:t>          "source_id": "s017",</a:t>
            </a:r>
          </a:p>
          <a:p>
            <a:r>
              <a:t>          "quote": "項目15"</a:t>
            </a:r>
          </a:p>
          <a:p>
            <a:r>
              <a:t>        }</a:t>
            </a:r>
          </a:p>
          <a:p>
            <a:r>
              <a:t>      ],</a:t>
            </a:r>
          </a:p>
          <a:p>
            <a:r>
              <a:t>      "mode": "verbatim"</a:t>
            </a:r>
          </a:p>
          <a:p>
            <a:r>
              <a:t>    },</a:t>
            </a:r>
          </a:p>
          <a:p>
            <a:r>
              <a:t>    {</a:t>
            </a:r>
          </a:p>
          <a:p>
            <a:r>
              <a:t>      "text": "項目16",</a:t>
            </a:r>
          </a:p>
          <a:p>
            <a:r>
              <a:t>      "refs": [</a:t>
            </a:r>
          </a:p>
          <a:p>
            <a:r>
              <a:t>        {</a:t>
            </a:r>
          </a:p>
          <a:p>
            <a:r>
              <a:t>          "source_id": "s017",</a:t>
            </a:r>
          </a:p>
          <a:p>
            <a:r>
              <a:t>          "quote": "項目16"</a:t>
            </a:r>
          </a:p>
          <a:p>
            <a:r>
              <a:t>        }</a:t>
            </a:r>
          </a:p>
          <a:p>
            <a:r>
              <a:t>      ],</a:t>
            </a:r>
          </a:p>
          <a:p>
            <a:r>
              <a:t>      "mode": "verbatim"</a:t>
            </a:r>
          </a:p>
          <a:p>
            <a:r>
              <a:t>    },</a:t>
            </a:r>
          </a:p>
          <a:p>
            <a:r>
              <a:t>    {</a:t>
            </a:r>
          </a:p>
          <a:p>
            <a:r>
              <a:t>      "text": "項目17",</a:t>
            </a:r>
          </a:p>
          <a:p>
            <a:r>
              <a:t>      "refs": [</a:t>
            </a:r>
          </a:p>
          <a:p>
            <a:r>
              <a:t>        {</a:t>
            </a:r>
          </a:p>
          <a:p>
            <a:r>
              <a:t>          "source_id": "s017",</a:t>
            </a:r>
          </a:p>
          <a:p>
            <a:r>
              <a:t>          "quote": "項目17"</a:t>
            </a:r>
          </a:p>
          <a:p>
            <a:r>
              <a:t>        }</a:t>
            </a:r>
          </a:p>
          <a:p>
            <a:r>
              <a:t>      ],</a:t>
            </a:r>
          </a:p>
          <a:p>
            <a:r>
              <a:t>      "mode": "verbatim"</a:t>
            </a:r>
          </a:p>
          <a:p>
            <a:r>
              <a:t>    },</a:t>
            </a:r>
          </a:p>
          <a:p>
            <a:r>
              <a:t>    {</a:t>
            </a:r>
          </a:p>
          <a:p>
            <a:r>
              <a:t>      "text": "項目18",</a:t>
            </a:r>
          </a:p>
          <a:p>
            <a:r>
              <a:t>      "refs": [</a:t>
            </a:r>
          </a:p>
          <a:p>
            <a:r>
              <a:t>        {</a:t>
            </a:r>
          </a:p>
          <a:p>
            <a:r>
              <a:t>          "source_id": "s017",</a:t>
            </a:r>
          </a:p>
          <a:p>
            <a:r>
              <a:t>          "quote": "項目18"</a:t>
            </a:r>
          </a:p>
          <a:p>
            <a:r>
              <a:t>        }</a:t>
            </a:r>
          </a:p>
          <a:p>
            <a:r>
              <a:t>      ],</a:t>
            </a:r>
          </a:p>
          <a:p>
            <a:r>
              <a:t>      "mode": "verbatim"</a:t>
            </a:r>
          </a:p>
          <a:p>
            <a:r>
              <a:t>    },</a:t>
            </a:r>
          </a:p>
          <a:p>
            <a:r>
              <a:t>    {</a:t>
            </a:r>
          </a:p>
          <a:p>
            <a:r>
              <a:t>      "text": "項目19",</a:t>
            </a:r>
          </a:p>
          <a:p>
            <a:r>
              <a:t>      "refs": [</a:t>
            </a:r>
          </a:p>
          <a:p>
            <a:r>
              <a:t>        {</a:t>
            </a:r>
          </a:p>
          <a:p>
            <a:r>
              <a:t>          "source_id": "s017",</a:t>
            </a:r>
          </a:p>
          <a:p>
            <a:r>
              <a:t>          "quote": "項目19"</a:t>
            </a:r>
          </a:p>
          <a:p>
            <a:r>
              <a:t>        }</a:t>
            </a:r>
          </a:p>
          <a:p>
            <a:r>
              <a:t>      ],</a:t>
            </a:r>
          </a:p>
          <a:p>
            <a:r>
              <a:t>      "mode": "verbatim"</a:t>
            </a:r>
          </a:p>
          <a:p>
            <a:r>
              <a:t>    },</a:t>
            </a:r>
          </a:p>
          <a:p>
            <a:r>
              <a:t>    {</a:t>
            </a:r>
          </a:p>
          <a:p>
            <a:r>
              <a:t>      "text": "項目20",</a:t>
            </a:r>
          </a:p>
          <a:p>
            <a:r>
              <a:t>      "refs": [</a:t>
            </a:r>
          </a:p>
          <a:p>
            <a:r>
              <a:t>        {</a:t>
            </a:r>
          </a:p>
          <a:p>
            <a:r>
              <a:t>          "source_id": "s017",</a:t>
            </a:r>
          </a:p>
          <a:p>
            <a:r>
              <a:t>          "quote": "項目20"</a:t>
            </a:r>
          </a:p>
          <a:p>
            <a:r>
              <a:t>        }</a:t>
            </a:r>
          </a:p>
          <a:p>
            <a:r>
              <a:t>      ],</a:t>
            </a:r>
          </a:p>
          <a:p>
            <a:r>
              <a:t>      "mode": "verbatim"</a:t>
            </a:r>
          </a:p>
          <a:p>
            <a:r>
              <a:t>    },</a:t>
            </a:r>
          </a:p>
          <a:p>
            <a:r>
              <a:t>    {</a:t>
            </a:r>
          </a:p>
          <a:p>
            <a:r>
              <a:t>      "text": "項目21",</a:t>
            </a:r>
          </a:p>
          <a:p>
            <a:r>
              <a:t>      "refs": [</a:t>
            </a:r>
          </a:p>
          <a:p>
            <a:r>
              <a:t>        {</a:t>
            </a:r>
          </a:p>
          <a:p>
            <a:r>
              <a:t>          "source_id": "s017",</a:t>
            </a:r>
          </a:p>
          <a:p>
            <a:r>
              <a:t>          "quote": "項目21"</a:t>
            </a:r>
          </a:p>
          <a:p>
            <a:r>
              <a:t>        }</a:t>
            </a:r>
          </a:p>
          <a:p>
            <a:r>
              <a:t>      ],</a:t>
            </a:r>
          </a:p>
          <a:p>
            <a:r>
              <a:t>      "mode": "verbatim"</a:t>
            </a:r>
          </a:p>
          <a:p>
            <a:r>
              <a:t>    },</a:t>
            </a:r>
          </a:p>
          <a:p>
            <a:r>
              <a:t>    {</a:t>
            </a:r>
          </a:p>
          <a:p>
            <a:r>
              <a:t>      "text": "項目22",</a:t>
            </a:r>
          </a:p>
          <a:p>
            <a:r>
              <a:t>      "refs": [</a:t>
            </a:r>
          </a:p>
          <a:p>
            <a:r>
              <a:t>        {</a:t>
            </a:r>
          </a:p>
          <a:p>
            <a:r>
              <a:t>          "source_id": "s017",</a:t>
            </a:r>
          </a:p>
          <a:p>
            <a:r>
              <a:t>          "quote": "項目22"</a:t>
            </a:r>
          </a:p>
          <a:p>
            <a:r>
              <a:t>        }</a:t>
            </a:r>
          </a:p>
          <a:p>
            <a:r>
              <a:t>      ],</a:t>
            </a:r>
          </a:p>
          <a:p>
            <a:r>
              <a:t>      "mode": "verbatim"</a:t>
            </a:r>
          </a:p>
          <a:p>
            <a:r>
              <a:t>    },</a:t>
            </a:r>
          </a:p>
          <a:p>
            <a:r>
              <a:t>    {</a:t>
            </a:r>
          </a:p>
          <a:p>
            <a:r>
              <a:t>      "text": "項目23",</a:t>
            </a:r>
          </a:p>
          <a:p>
            <a:r>
              <a:t>      "refs": [</a:t>
            </a:r>
          </a:p>
          <a:p>
            <a:r>
              <a:t>        {</a:t>
            </a:r>
          </a:p>
          <a:p>
            <a:r>
              <a:t>          "source_id": "s017",</a:t>
            </a:r>
          </a:p>
          <a:p>
            <a:r>
              <a:t>          "quote": "項目23"</a:t>
            </a:r>
          </a:p>
          <a:p>
            <a:r>
              <a:t>        }</a:t>
            </a:r>
          </a:p>
          <a:p>
            <a:r>
              <a:t>      ],</a:t>
            </a:r>
          </a:p>
          <a:p>
            <a:r>
              <a:t>      "mode": "verbatim"</a:t>
            </a:r>
          </a:p>
          <a:p>
            <a:r>
              <a:t>    },</a:t>
            </a:r>
          </a:p>
          <a:p>
            <a:r>
              <a:t>    {</a:t>
            </a:r>
          </a:p>
          <a:p>
            <a:r>
              <a:t>      "text": "項目24",</a:t>
            </a:r>
          </a:p>
          <a:p>
            <a:r>
              <a:t>      "refs": [</a:t>
            </a:r>
          </a:p>
          <a:p>
            <a:r>
              <a:t>        {</a:t>
            </a:r>
          </a:p>
          <a:p>
            <a:r>
              <a:t>          "source_id": "s017",</a:t>
            </a:r>
          </a:p>
          <a:p>
            <a:r>
              <a:t>          "quote": "項目24"</a:t>
            </a:r>
          </a:p>
          <a:p>
            <a:r>
              <a:t>        }</a:t>
            </a:r>
          </a:p>
          <a:p>
            <a:r>
              <a:t>      ],</a:t>
            </a:r>
          </a:p>
          <a:p>
            <a:r>
              <a:t>      "mode": "verbatim"</a:t>
            </a:r>
          </a:p>
          <a:p>
            <a:r>
              <a:t>    },</a:t>
            </a:r>
          </a:p>
          <a:p>
            <a:r>
              <a:t>    {</a:t>
            </a:r>
          </a:p>
          <a:p>
            <a:r>
              <a:t>      "text": "項目25",</a:t>
            </a:r>
          </a:p>
          <a:p>
            <a:r>
              <a:t>      "refs": [</a:t>
            </a:r>
          </a:p>
          <a:p>
            <a:r>
              <a:t>        {</a:t>
            </a:r>
          </a:p>
          <a:p>
            <a:r>
              <a:t>          "source_id": "s017",</a:t>
            </a:r>
          </a:p>
          <a:p>
            <a:r>
              <a:t>          "quote": "項目25"</a:t>
            </a:r>
          </a:p>
          <a:p>
            <a:r>
              <a:t>        }</a:t>
            </a:r>
          </a:p>
          <a:p>
            <a:r>
              <a:t>      ],</a:t>
            </a:r>
          </a:p>
          <a:p>
            <a:r>
              <a:t>      "mode": "verbatim"</a:t>
            </a:r>
          </a:p>
          <a:p>
            <a:r>
              <a:t>    },</a:t>
            </a:r>
          </a:p>
          <a:p>
            <a:r>
              <a:t>    {</a:t>
            </a:r>
          </a:p>
          <a:p>
            <a:r>
              <a:t>      "text": "項目26",</a:t>
            </a:r>
          </a:p>
          <a:p>
            <a:r>
              <a:t>      "refs": [</a:t>
            </a:r>
          </a:p>
          <a:p>
            <a:r>
              <a:t>        {</a:t>
            </a:r>
          </a:p>
          <a:p>
            <a:r>
              <a:t>          "source_id": "s017",</a:t>
            </a:r>
          </a:p>
          <a:p>
            <a:r>
              <a:t>          "quote": "項目26"</a:t>
            </a:r>
          </a:p>
          <a:p>
            <a:r>
              <a:t>        }</a:t>
            </a:r>
          </a:p>
          <a:p>
            <a:r>
              <a:t>      ],</a:t>
            </a:r>
          </a:p>
          <a:p>
            <a:r>
              <a:t>      "mode": "verbatim"</a:t>
            </a:r>
          </a:p>
          <a:p>
            <a:r>
              <a:t>    },</a:t>
            </a:r>
          </a:p>
          <a:p>
            <a:r>
              <a:t>    {</a:t>
            </a:r>
          </a:p>
          <a:p>
            <a:r>
              <a:t>      "text": "項目27",</a:t>
            </a:r>
          </a:p>
          <a:p>
            <a:r>
              <a:t>      "refs": [</a:t>
            </a:r>
          </a:p>
          <a:p>
            <a:r>
              <a:t>        {</a:t>
            </a:r>
          </a:p>
          <a:p>
            <a:r>
              <a:t>          "source_id": "s017",</a:t>
            </a:r>
          </a:p>
          <a:p>
            <a:r>
              <a:t>          "quote": "項目27"</a:t>
            </a:r>
          </a:p>
          <a:p>
            <a:r>
              <a:t>        }</a:t>
            </a:r>
          </a:p>
          <a:p>
            <a:r>
              <a:t>      ],</a:t>
            </a:r>
          </a:p>
          <a:p>
            <a:r>
              <a:t>      "mode": "verbatim"</a:t>
            </a:r>
          </a:p>
          <a:p>
            <a:r>
              <a:t>    },</a:t>
            </a:r>
          </a:p>
          <a:p>
            <a:r>
              <a:t>    {</a:t>
            </a:r>
          </a:p>
          <a:p>
            <a:r>
              <a:t>      "text": "項目28",</a:t>
            </a:r>
          </a:p>
          <a:p>
            <a:r>
              <a:t>      "refs": [</a:t>
            </a:r>
          </a:p>
          <a:p>
            <a:r>
              <a:t>        {</a:t>
            </a:r>
          </a:p>
          <a:p>
            <a:r>
              <a:t>          "source_id": "s017",</a:t>
            </a:r>
          </a:p>
          <a:p>
            <a:r>
              <a:t>          "quote": "項目28"</a:t>
            </a:r>
          </a:p>
          <a:p>
            <a:r>
              <a:t>        }</a:t>
            </a:r>
          </a:p>
          <a:p>
            <a:r>
              <a:t>      ],</a:t>
            </a:r>
          </a:p>
          <a:p>
            <a:r>
              <a:t>      "mode": "verbatim"</a:t>
            </a:r>
          </a:p>
          <a:p>
            <a:r>
              <a:t>    },</a:t>
            </a:r>
          </a:p>
          <a:p>
            <a:r>
              <a:t>    {</a:t>
            </a:r>
          </a:p>
          <a:p>
            <a:r>
              <a:t>      "text": "項目29",</a:t>
            </a:r>
          </a:p>
          <a:p>
            <a:r>
              <a:t>      "refs": [</a:t>
            </a:r>
          </a:p>
          <a:p>
            <a:r>
              <a:t>        {</a:t>
            </a:r>
          </a:p>
          <a:p>
            <a:r>
              <a:t>          "source_id": "s017",</a:t>
            </a:r>
          </a:p>
          <a:p>
            <a:r>
              <a:t>          "quote": "項目29"</a:t>
            </a:r>
          </a:p>
          <a:p>
            <a:r>
              <a:t>        }</a:t>
            </a:r>
          </a:p>
          <a:p>
            <a:r>
              <a:t>      ],</a:t>
            </a:r>
          </a:p>
          <a:p>
            <a:r>
              <a:t>      "mode": "verbatim"</a:t>
            </a:r>
          </a:p>
          <a:p>
            <a:r>
              <a:t>    },</a:t>
            </a:r>
          </a:p>
          <a:p>
            <a:r>
              <a:t>    {</a:t>
            </a:r>
          </a:p>
          <a:p>
            <a:r>
              <a:t>      "text": "項目30",</a:t>
            </a:r>
          </a:p>
          <a:p>
            <a:r>
              <a:t>      "refs": [</a:t>
            </a:r>
          </a:p>
          <a:p>
            <a:r>
              <a:t>        {</a:t>
            </a:r>
          </a:p>
          <a:p>
            <a:r>
              <a:t>          "source_id": "s017",</a:t>
            </a:r>
          </a:p>
          <a:p>
            <a:r>
              <a:t>          "quote": "項目30"</a:t>
            </a:r>
          </a:p>
          <a:p>
            <a:r>
              <a:t>        }</a:t>
            </a:r>
          </a:p>
          <a:p>
            <a:r>
              <a:t>      ],</a:t>
            </a:r>
          </a:p>
          <a:p>
            <a:r>
              <a:t>      "mode": "verbatim"</a:t>
            </a:r>
          </a:p>
          <a:p>
            <a:r>
              <a:t>    },</a:t>
            </a:r>
          </a:p>
          <a:p>
            <a:r>
              <a:t>    {</a:t>
            </a:r>
          </a:p>
          <a:p>
            <a:r>
              <a:t>      "text": "項目31",</a:t>
            </a:r>
          </a:p>
          <a:p>
            <a:r>
              <a:t>      "refs": [</a:t>
            </a:r>
          </a:p>
          <a:p>
            <a:r>
              <a:t>        {</a:t>
            </a:r>
          </a:p>
          <a:p>
            <a:r>
              <a:t>          "source_id": "s017",</a:t>
            </a:r>
          </a:p>
          <a:p>
            <a:r>
              <a:t>          "quote": "項目31"</a:t>
            </a:r>
          </a:p>
          <a:p>
            <a:r>
              <a:t>        }</a:t>
            </a:r>
          </a:p>
          <a:p>
            <a:r>
              <a:t>      ],</a:t>
            </a:r>
          </a:p>
          <a:p>
            <a:r>
              <a:t>      "mode": "verbatim"</a:t>
            </a:r>
          </a:p>
          <a:p>
            <a:r>
              <a:t>    },</a:t>
            </a:r>
          </a:p>
          <a:p>
            <a:r>
              <a:t>    {</a:t>
            </a:r>
          </a:p>
          <a:p>
            <a:r>
              <a:t>      "text": "項目32",</a:t>
            </a:r>
          </a:p>
          <a:p>
            <a:r>
              <a:t>      "refs": [</a:t>
            </a:r>
          </a:p>
          <a:p>
            <a:r>
              <a:t>        {</a:t>
            </a:r>
          </a:p>
          <a:p>
            <a:r>
              <a:t>          "source_id": "s017",</a:t>
            </a:r>
          </a:p>
          <a:p>
            <a:r>
              <a:t>          "quote": "項目32"</a:t>
            </a:r>
          </a:p>
          <a:p>
            <a:r>
              <a:t>        }</a:t>
            </a:r>
          </a:p>
          <a:p>
            <a:r>
              <a:t>      ],</a:t>
            </a:r>
          </a:p>
          <a:p>
            <a:r>
              <a:t>      "mode": "verbatim"</a:t>
            </a:r>
          </a:p>
          <a:p>
            <a:r>
              <a:t>    },</a:t>
            </a:r>
          </a:p>
          <a:p>
            <a:r>
              <a:t>    {</a:t>
            </a:r>
          </a:p>
          <a:p>
            <a:r>
              <a:t>      "text": "項目33",</a:t>
            </a:r>
          </a:p>
          <a:p>
            <a:r>
              <a:t>      "refs": [</a:t>
            </a:r>
          </a:p>
          <a:p>
            <a:r>
              <a:t>        {</a:t>
            </a:r>
          </a:p>
          <a:p>
            <a:r>
              <a:t>          "source_id": "s017",</a:t>
            </a:r>
          </a:p>
          <a:p>
            <a:r>
              <a:t>          "quote": "項目33"</a:t>
            </a:r>
          </a:p>
          <a:p>
            <a:r>
              <a:t>        }</a:t>
            </a:r>
          </a:p>
          <a:p>
            <a:r>
              <a:t>      ],</a:t>
            </a:r>
          </a:p>
          <a:p>
            <a:r>
              <a:t>      "mode": "verbatim"</a:t>
            </a:r>
          </a:p>
          <a:p>
            <a:r>
              <a:t>    },</a:t>
            </a:r>
          </a:p>
          <a:p>
            <a:r>
              <a:t>    {</a:t>
            </a:r>
          </a:p>
          <a:p>
            <a:r>
              <a:t>      "text": "項目34",</a:t>
            </a:r>
          </a:p>
          <a:p>
            <a:r>
              <a:t>      "refs": [</a:t>
            </a:r>
          </a:p>
          <a:p>
            <a:r>
              <a:t>        {</a:t>
            </a:r>
          </a:p>
          <a:p>
            <a:r>
              <a:t>          "source_id": "s017",</a:t>
            </a:r>
          </a:p>
          <a:p>
            <a:r>
              <a:t>          "quote": "項目34"</a:t>
            </a:r>
          </a:p>
          <a:p>
            <a:r>
              <a:t>        }</a:t>
            </a:r>
          </a:p>
          <a:p>
            <a:r>
              <a:t>      ],</a:t>
            </a:r>
          </a:p>
          <a:p>
            <a:r>
              <a:t>      "mode": "verbatim"</a:t>
            </a:r>
          </a:p>
          <a:p>
            <a:r>
              <a:t>    },</a:t>
            </a:r>
          </a:p>
          <a:p>
            <a:r>
              <a:t>    {</a:t>
            </a:r>
          </a:p>
          <a:p>
            <a:r>
              <a:t>      "text": "項目35",</a:t>
            </a:r>
          </a:p>
          <a:p>
            <a:r>
              <a:t>      "refs": [</a:t>
            </a:r>
          </a:p>
          <a:p>
            <a:r>
              <a:t>        {</a:t>
            </a:r>
          </a:p>
          <a:p>
            <a:r>
              <a:t>          "source_id": "s017",</a:t>
            </a:r>
          </a:p>
          <a:p>
            <a:r>
              <a:t>          "quote": "項目35"</a:t>
            </a:r>
          </a:p>
          <a:p>
            <a:r>
              <a:t>        }</a:t>
            </a:r>
          </a:p>
          <a:p>
            <a:r>
              <a:t>      ],</a:t>
            </a:r>
          </a:p>
          <a:p>
            <a:r>
              <a:t>      "mode": "verbatim"</a:t>
            </a:r>
          </a:p>
          <a:p>
            <a:r>
              <a:t>    },</a:t>
            </a:r>
          </a:p>
          <a:p>
            <a:r>
              <a:t>    {</a:t>
            </a:r>
          </a:p>
          <a:p>
            <a:r>
              <a:t>      "text": "項目36",</a:t>
            </a:r>
          </a:p>
          <a:p>
            <a:r>
              <a:t>      "refs": [</a:t>
            </a:r>
          </a:p>
          <a:p>
            <a:r>
              <a:t>        {</a:t>
            </a:r>
          </a:p>
          <a:p>
            <a:r>
              <a:t>          "source_id": "s017",</a:t>
            </a:r>
          </a:p>
          <a:p>
            <a:r>
              <a:t>          "quote": "項目36"</a:t>
            </a:r>
          </a:p>
          <a:p>
            <a:r>
              <a:t>        }</a:t>
            </a:r>
          </a:p>
          <a:p>
            <a:r>
              <a:t>      ],</a:t>
            </a:r>
          </a:p>
          <a:p>
            <a:r>
              <a:t>      "mode": "verbatim"</a:t>
            </a:r>
          </a:p>
          <a:p>
            <a:r>
              <a:t>    },</a:t>
            </a:r>
          </a:p>
          <a:p>
            <a:r>
              <a:t>    {</a:t>
            </a:r>
          </a:p>
          <a:p>
            <a:r>
              <a:t>      "text": "項目37",</a:t>
            </a:r>
          </a:p>
          <a:p>
            <a:r>
              <a:t>      "refs": [</a:t>
            </a:r>
          </a:p>
          <a:p>
            <a:r>
              <a:t>        {</a:t>
            </a:r>
          </a:p>
          <a:p>
            <a:r>
              <a:t>          "source_id": "s017",</a:t>
            </a:r>
          </a:p>
          <a:p>
            <a:r>
              <a:t>          "quote": "項目37"</a:t>
            </a:r>
          </a:p>
          <a:p>
            <a:r>
              <a:t>        }</a:t>
            </a:r>
          </a:p>
          <a:p>
            <a:r>
              <a:t>      ],</a:t>
            </a:r>
          </a:p>
          <a:p>
            <a:r>
              <a:t>      "mode": "verbatim"</a:t>
            </a:r>
          </a:p>
          <a:p>
            <a:r>
              <a:t>    },</a:t>
            </a:r>
          </a:p>
          <a:p>
            <a:r>
              <a:t>    {</a:t>
            </a:r>
          </a:p>
          <a:p>
            <a:r>
              <a:t>      "text": "項目38",</a:t>
            </a:r>
          </a:p>
          <a:p>
            <a:r>
              <a:t>      "refs": [</a:t>
            </a:r>
          </a:p>
          <a:p>
            <a:r>
              <a:t>        {</a:t>
            </a:r>
          </a:p>
          <a:p>
            <a:r>
              <a:t>          "source_id": "s017",</a:t>
            </a:r>
          </a:p>
          <a:p>
            <a:r>
              <a:t>          "quote": "項目38"</a:t>
            </a:r>
          </a:p>
          <a:p>
            <a:r>
              <a:t>        }</a:t>
            </a:r>
          </a:p>
          <a:p>
            <a:r>
              <a:t>      ],</a:t>
            </a:r>
          </a:p>
          <a:p>
            <a:r>
              <a:t>      "mode": "verbatim"</a:t>
            </a:r>
          </a:p>
          <a:p>
            <a:r>
              <a:t>    },</a:t>
            </a:r>
          </a:p>
          <a:p>
            <a:r>
              <a:t>    {</a:t>
            </a:r>
          </a:p>
          <a:p>
            <a:r>
              <a:t>      "text": "項目39",</a:t>
            </a:r>
          </a:p>
          <a:p>
            <a:r>
              <a:t>      "refs": [</a:t>
            </a:r>
          </a:p>
          <a:p>
            <a:r>
              <a:t>        {</a:t>
            </a:r>
          </a:p>
          <a:p>
            <a:r>
              <a:t>          "source_id": "s017",</a:t>
            </a:r>
          </a:p>
          <a:p>
            <a:r>
              <a:t>          "quote": "項目39"</a:t>
            </a:r>
          </a:p>
          <a:p>
            <a:r>
              <a:t>        }</a:t>
            </a:r>
          </a:p>
          <a:p>
            <a:r>
              <a:t>      ],</a:t>
            </a:r>
          </a:p>
          <a:p>
            <a:r>
              <a:t>      "mode": "verbatim"</a:t>
            </a:r>
          </a:p>
          <a:p>
            <a:r>
              <a:t>    },</a:t>
            </a:r>
          </a:p>
          <a:p>
            <a:r>
              <a:t>    {</a:t>
            </a:r>
          </a:p>
          <a:p>
            <a:r>
              <a:t>      "text": "項目40",</a:t>
            </a:r>
          </a:p>
          <a:p>
            <a:r>
              <a:t>      "refs": [</a:t>
            </a:r>
          </a:p>
          <a:p>
            <a:r>
              <a:t>        {</a:t>
            </a:r>
          </a:p>
          <a:p>
            <a:r>
              <a:t>          "source_id": "s017",</a:t>
            </a:r>
          </a:p>
          <a:p>
            <a:r>
              <a:t>          "quote": "項目40"</a:t>
            </a:r>
          </a:p>
          <a:p>
            <a:r>
              <a:t>        }</a:t>
            </a:r>
          </a:p>
          <a:p>
            <a:r>
              <a:t>      ],</a:t>
            </a:r>
          </a:p>
          <a:p>
            <a:r>
              <a:t>      "mode": "verbatim"</a:t>
            </a:r>
          </a:p>
          <a:p>
            <a:r>
              <a:t>    },</a:t>
            </a:r>
          </a:p>
          <a:p>
            <a:r>
              <a:t>    {</a:t>
            </a:r>
          </a:p>
          <a:p>
            <a:r>
              <a:t>      "text": "項目41",</a:t>
            </a:r>
          </a:p>
          <a:p>
            <a:r>
              <a:t>      "refs": [</a:t>
            </a:r>
          </a:p>
          <a:p>
            <a:r>
              <a:t>        {</a:t>
            </a:r>
          </a:p>
          <a:p>
            <a:r>
              <a:t>          "source_id": "s017",</a:t>
            </a:r>
          </a:p>
          <a:p>
            <a:r>
              <a:t>          "quote": "項目41"</a:t>
            </a:r>
          </a:p>
          <a:p>
            <a:r>
              <a:t>        }</a:t>
            </a:r>
          </a:p>
          <a:p>
            <a:r>
              <a:t>      ],</a:t>
            </a:r>
          </a:p>
          <a:p>
            <a:r>
              <a:t>      "mode": "verbatim"</a:t>
            </a:r>
          </a:p>
          <a:p>
            <a:r>
              <a:t>    },</a:t>
            </a:r>
          </a:p>
          <a:p>
            <a:r>
              <a:t>    {</a:t>
            </a:r>
          </a:p>
          <a:p>
            <a:r>
              <a:t>      "text": "項目42",</a:t>
            </a:r>
          </a:p>
          <a:p>
            <a:r>
              <a:t>      "refs": [</a:t>
            </a:r>
          </a:p>
          <a:p>
            <a:r>
              <a:t>        {</a:t>
            </a:r>
          </a:p>
          <a:p>
            <a:r>
              <a:t>          "source_id": "s017",</a:t>
            </a:r>
          </a:p>
          <a:p>
            <a:r>
              <a:t>          "quote": "項目42"</a:t>
            </a:r>
          </a:p>
          <a:p>
            <a:r>
              <a:t>        }</a:t>
            </a:r>
          </a:p>
          <a:p>
            <a:r>
              <a:t>      ],</a:t>
            </a:r>
          </a:p>
          <a:p>
            <a:r>
              <a:t>      "mode": "verbatim"</a:t>
            </a:r>
          </a:p>
          <a:p>
            <a:r>
              <a:t>    },</a:t>
            </a:r>
          </a:p>
          <a:p>
            <a:r>
              <a:t>    {</a:t>
            </a:r>
          </a:p>
          <a:p>
            <a:r>
              <a:t>      "text": "項目43",</a:t>
            </a:r>
          </a:p>
          <a:p>
            <a:r>
              <a:t>      "refs": [</a:t>
            </a:r>
          </a:p>
          <a:p>
            <a:r>
              <a:t>        {</a:t>
            </a:r>
          </a:p>
          <a:p>
            <a:r>
              <a:t>          "source_id": "s017",</a:t>
            </a:r>
          </a:p>
          <a:p>
            <a:r>
              <a:t>          "quote": "項目43"</a:t>
            </a:r>
          </a:p>
          <a:p>
            <a:r>
              <a:t>        }</a:t>
            </a:r>
          </a:p>
          <a:p>
            <a:r>
              <a:t>      ],</a:t>
            </a:r>
          </a:p>
          <a:p>
            <a:r>
              <a:t>      "mode": "verbatim"</a:t>
            </a:r>
          </a:p>
          <a:p>
            <a:r>
              <a:t>    },</a:t>
            </a:r>
          </a:p>
          <a:p>
            <a:r>
              <a:t>    {</a:t>
            </a:r>
          </a:p>
          <a:p>
            <a:r>
              <a:t>      "text": "項目44",</a:t>
            </a:r>
          </a:p>
          <a:p>
            <a:r>
              <a:t>      "refs": [</a:t>
            </a:r>
          </a:p>
          <a:p>
            <a:r>
              <a:t>        {</a:t>
            </a:r>
          </a:p>
          <a:p>
            <a:r>
              <a:t>          "source_id": "s017",</a:t>
            </a:r>
          </a:p>
          <a:p>
            <a:r>
              <a:t>          "quote": "項目44"</a:t>
            </a:r>
          </a:p>
          <a:p>
            <a:r>
              <a:t>        }</a:t>
            </a:r>
          </a:p>
          <a:p>
            <a:r>
              <a:t>      ],</a:t>
            </a:r>
          </a:p>
          <a:p>
            <a:r>
              <a:t>      "mode": "verbatim"</a:t>
            </a:r>
          </a:p>
          <a:p>
            <a:r>
              <a:t>    },</a:t>
            </a:r>
          </a:p>
          <a:p>
            <a:r>
              <a:t>    {</a:t>
            </a:r>
          </a:p>
          <a:p>
            <a:r>
              <a:t>      "text": "項目45",</a:t>
            </a:r>
          </a:p>
          <a:p>
            <a:r>
              <a:t>      "refs": [</a:t>
            </a:r>
          </a:p>
          <a:p>
            <a:r>
              <a:t>        {</a:t>
            </a:r>
          </a:p>
          <a:p>
            <a:r>
              <a:t>          "source_id": "s017",</a:t>
            </a:r>
          </a:p>
          <a:p>
            <a:r>
              <a:t>          "quote": "項目45"</a:t>
            </a:r>
          </a:p>
          <a:p>
            <a:r>
              <a:t>        }</a:t>
            </a:r>
          </a:p>
          <a:p>
            <a:r>
              <a:t>      ],</a:t>
            </a:r>
          </a:p>
          <a:p>
            <a:r>
              <a:t>      "mode": "verbatim"</a:t>
            </a:r>
          </a:p>
          <a:p>
            <a:r>
              <a:t>    },</a:t>
            </a:r>
          </a:p>
          <a:p>
            <a:r>
              <a:t>    {</a:t>
            </a:r>
          </a:p>
          <a:p>
            <a:r>
              <a:t>      "text": "項目46",</a:t>
            </a:r>
          </a:p>
          <a:p>
            <a:r>
              <a:t>      "refs": [</a:t>
            </a:r>
          </a:p>
          <a:p>
            <a:r>
              <a:t>        {</a:t>
            </a:r>
          </a:p>
          <a:p>
            <a:r>
              <a:t>          "source_id": "s017",</a:t>
            </a:r>
          </a:p>
          <a:p>
            <a:r>
              <a:t>          "quote": "項目46"</a:t>
            </a:r>
          </a:p>
          <a:p>
            <a:r>
              <a:t>        }</a:t>
            </a:r>
          </a:p>
          <a:p>
            <a:r>
              <a:t>      ],</a:t>
            </a:r>
          </a:p>
          <a:p>
            <a:r>
              <a:t>      "mode": "verbatim"</a:t>
            </a:r>
          </a:p>
          <a:p>
            <a:r>
              <a:t>    },</a:t>
            </a:r>
          </a:p>
          <a:p>
            <a:r>
              <a:t>    {</a:t>
            </a:r>
          </a:p>
          <a:p>
            <a:r>
              <a:t>      "text": "項目47",</a:t>
            </a:r>
          </a:p>
          <a:p>
            <a:r>
              <a:t>      "refs": [</a:t>
            </a:r>
          </a:p>
          <a:p>
            <a:r>
              <a:t>        {</a:t>
            </a:r>
          </a:p>
          <a:p>
            <a:r>
              <a:t>          "source_id": "s017",</a:t>
            </a:r>
          </a:p>
          <a:p>
            <a:r>
              <a:t>          "quote": "項目47"</a:t>
            </a:r>
          </a:p>
          <a:p>
            <a:r>
              <a:t>        }</a:t>
            </a:r>
          </a:p>
          <a:p>
            <a:r>
              <a:t>      ],</a:t>
            </a:r>
          </a:p>
          <a:p>
            <a:r>
              <a:t>      "mode": "verbatim"</a:t>
            </a:r>
          </a:p>
          <a:p>
            <a:r>
              <a:t>    },</a:t>
            </a:r>
          </a:p>
          <a:p>
            <a:r>
              <a:t>    {</a:t>
            </a:r>
          </a:p>
          <a:p>
            <a:r>
              <a:t>      "text": "項目48",</a:t>
            </a:r>
          </a:p>
          <a:p>
            <a:r>
              <a:t>      "refs": [</a:t>
            </a:r>
          </a:p>
          <a:p>
            <a:r>
              <a:t>        {</a:t>
            </a:r>
          </a:p>
          <a:p>
            <a:r>
              <a:t>          "source_id": "s017",</a:t>
            </a:r>
          </a:p>
          <a:p>
            <a:r>
              <a:t>          "quote": "項目48"</a:t>
            </a:r>
          </a:p>
          <a:p>
            <a:r>
              <a:t>        }</a:t>
            </a:r>
          </a:p>
          <a:p>
            <a:r>
              <a:t>      ],</a:t>
            </a:r>
          </a:p>
          <a:p>
            <a:r>
              <a:t>      "mode": "verbatim"</a:t>
            </a:r>
          </a:p>
          <a:p>
            <a:r>
              <a:t>    },</a:t>
            </a:r>
          </a:p>
          <a:p>
            <a:r>
              <a:t>    {</a:t>
            </a:r>
          </a:p>
          <a:p>
            <a:r>
              <a:t>      "text": "項目49",</a:t>
            </a:r>
          </a:p>
          <a:p>
            <a:r>
              <a:t>      "refs": [</a:t>
            </a:r>
          </a:p>
          <a:p>
            <a:r>
              <a:t>        {</a:t>
            </a:r>
          </a:p>
          <a:p>
            <a:r>
              <a:t>          "source_id": "s017",</a:t>
            </a:r>
          </a:p>
          <a:p>
            <a:r>
              <a:t>          "quote": "項目49"</a:t>
            </a:r>
          </a:p>
          <a:p>
            <a:r>
              <a:t>        }</a:t>
            </a:r>
          </a:p>
          <a:p>
            <a:r>
              <a:t>      ],</a:t>
            </a:r>
          </a:p>
          <a:p>
            <a:r>
              <a:t>      "mode": "verbatim"</a:t>
            </a:r>
          </a:p>
          <a:p>
            <a:r>
              <a:t>    },</a:t>
            </a:r>
          </a:p>
          <a:p>
            <a:r>
              <a:t>    {</a:t>
            </a:r>
          </a:p>
          <a:p>
            <a:r>
              <a:t>      "text": "項目50",</a:t>
            </a:r>
          </a:p>
          <a:p>
            <a:r>
              <a:t>      "refs": [</a:t>
            </a:r>
          </a:p>
          <a:p>
            <a:r>
              <a:t>        {</a:t>
            </a:r>
          </a:p>
          <a:p>
            <a:r>
              <a:t>          "source_id": "s017",</a:t>
            </a:r>
          </a:p>
          <a:p>
            <a:r>
              <a:t>          "quote": "項目50"</a:t>
            </a:r>
          </a:p>
          <a:p>
            <a:r>
              <a:t>        }</a:t>
            </a:r>
          </a:p>
          <a:p>
            <a:r>
              <a:t>      ],</a:t>
            </a:r>
          </a:p>
          <a:p>
            <a:r>
              <a:t>      "mode": "verbatim"</a:t>
            </a:r>
          </a:p>
          <a:p>
            <a:r>
              <a:t>    },</a:t>
            </a:r>
          </a:p>
          <a:p>
            <a:r>
              <a:t>    {</a:t>
            </a:r>
          </a:p>
          <a:p>
            <a:r>
              <a:t>      "text": "指標名",</a:t>
            </a:r>
          </a:p>
          <a:p>
            <a:r>
              <a:t>      "refs": [</a:t>
            </a:r>
          </a:p>
          <a:p>
            <a:r>
              <a:t>        {</a:t>
            </a:r>
          </a:p>
          <a:p>
            <a:r>
              <a:t>          "source_id": "s017",</a:t>
            </a:r>
          </a:p>
          <a:p>
            <a:r>
              <a:t>          "quote": "指標名"</a:t>
            </a:r>
          </a:p>
          <a:p>
            <a:r>
              <a:t>        }</a:t>
            </a:r>
          </a:p>
          <a:p>
            <a:r>
              <a:t>      ],</a:t>
            </a:r>
          </a:p>
          <a:p>
            <a:r>
              <a:t>      "mode": "verbatim"</a:t>
            </a:r>
          </a:p>
          <a:p>
            <a:r>
              <a:t>    },</a:t>
            </a:r>
          </a:p>
          <a:p>
            <a:r>
              <a:t>    {</a:t>
            </a:r>
          </a:p>
          <a:p>
            <a:r>
              <a:t>      "value": 240.0,</a:t>
            </a:r>
          </a:p>
          <a:p>
            <a:r>
              <a:t>      "refs": [</a:t>
            </a:r>
          </a:p>
          <a:p>
            <a:r>
              <a:t>        {</a:t>
            </a:r>
          </a:p>
          <a:p>
            <a:r>
              <a:t>          "source_id": "s017",</a:t>
            </a:r>
          </a:p>
          <a:p>
            <a:r>
              <a:t>          "quote": "240"</a:t>
            </a:r>
          </a:p>
          <a:p>
            <a:r>
              <a:t>        }</a:t>
            </a:r>
          </a:p>
          <a:p>
            <a:r>
              <a:t>      ]</a:t>
            </a:r>
          </a:p>
          <a:p>
            <a:r>
              <a:t>    },</a:t>
            </a:r>
          </a:p>
          <a:p>
            <a:r>
              <a:t>    {</a:t>
            </a:r>
          </a:p>
          <a:p>
            <a:r>
              <a:t>      "value": 224.0,</a:t>
            </a:r>
          </a:p>
          <a:p>
            <a:r>
              <a:t>      "refs": [</a:t>
            </a:r>
          </a:p>
          <a:p>
            <a:r>
              <a:t>        {</a:t>
            </a:r>
          </a:p>
          <a:p>
            <a:r>
              <a:t>          "source_id": "s017",</a:t>
            </a:r>
          </a:p>
          <a:p>
            <a:r>
              <a:t>          "quote": "224"</a:t>
            </a:r>
          </a:p>
          <a:p>
            <a:r>
              <a:t>        }</a:t>
            </a:r>
          </a:p>
          <a:p>
            <a:r>
              <a:t>      ]</a:t>
            </a:r>
          </a:p>
          <a:p>
            <a:r>
              <a:t>    },</a:t>
            </a:r>
          </a:p>
          <a:p>
            <a:r>
              <a:t>    {</a:t>
            </a:r>
          </a:p>
          <a:p>
            <a:r>
              <a:t>      "value": 210.0,</a:t>
            </a:r>
          </a:p>
          <a:p>
            <a:r>
              <a:t>      "refs": [</a:t>
            </a:r>
          </a:p>
          <a:p>
            <a:r>
              <a:t>        {</a:t>
            </a:r>
          </a:p>
          <a:p>
            <a:r>
              <a:t>          "source_id": "s017",</a:t>
            </a:r>
          </a:p>
          <a:p>
            <a:r>
              <a:t>          "quote": "210"</a:t>
            </a:r>
          </a:p>
          <a:p>
            <a:r>
              <a:t>        }</a:t>
            </a:r>
          </a:p>
          <a:p>
            <a:r>
              <a:t>      ]</a:t>
            </a:r>
          </a:p>
          <a:p>
            <a:r>
              <a:t>    },</a:t>
            </a:r>
          </a:p>
          <a:p>
            <a:r>
              <a:t>    {</a:t>
            </a:r>
          </a:p>
          <a:p>
            <a:r>
              <a:t>      "value": 192.0,</a:t>
            </a:r>
          </a:p>
          <a:p>
            <a:r>
              <a:t>      "refs": [</a:t>
            </a:r>
          </a:p>
          <a:p>
            <a:r>
              <a:t>        {</a:t>
            </a:r>
          </a:p>
          <a:p>
            <a:r>
              <a:t>          "source_id": "s017",</a:t>
            </a:r>
          </a:p>
          <a:p>
            <a:r>
              <a:t>          "quote": "192"</a:t>
            </a:r>
          </a:p>
          <a:p>
            <a:r>
              <a:t>        }</a:t>
            </a:r>
          </a:p>
          <a:p>
            <a:r>
              <a:t>      ]</a:t>
            </a:r>
          </a:p>
          <a:p>
            <a:r>
              <a:t>    },</a:t>
            </a:r>
          </a:p>
          <a:p>
            <a:r>
              <a:t>    {</a:t>
            </a:r>
          </a:p>
          <a:p>
            <a:r>
              <a:t>      "value": 180.0,</a:t>
            </a:r>
          </a:p>
          <a:p>
            <a:r>
              <a:t>      "refs": [</a:t>
            </a:r>
          </a:p>
          <a:p>
            <a:r>
              <a:t>        {</a:t>
            </a:r>
          </a:p>
          <a:p>
            <a:r>
              <a:t>          "source_id": "s017",</a:t>
            </a:r>
          </a:p>
          <a:p>
            <a:r>
              <a:t>          "quote": "180"</a:t>
            </a:r>
          </a:p>
          <a:p>
            <a:r>
              <a:t>        }</a:t>
            </a:r>
          </a:p>
          <a:p>
            <a:r>
              <a:t>      ]</a:t>
            </a:r>
          </a:p>
          <a:p>
            <a:r>
              <a:t>    },</a:t>
            </a:r>
          </a:p>
          <a:p>
            <a:r>
              <a:t>    {</a:t>
            </a:r>
          </a:p>
          <a:p>
            <a:r>
              <a:t>      "value": 154.0,</a:t>
            </a:r>
          </a:p>
          <a:p>
            <a:r>
              <a:t>      "refs": [</a:t>
            </a:r>
          </a:p>
          <a:p>
            <a:r>
              <a:t>        {</a:t>
            </a:r>
          </a:p>
          <a:p>
            <a:r>
              <a:t>          "source_id": "s017",</a:t>
            </a:r>
          </a:p>
          <a:p>
            <a:r>
              <a:t>          "quote": "154"</a:t>
            </a:r>
          </a:p>
          <a:p>
            <a:r>
              <a:t>        }</a:t>
            </a:r>
          </a:p>
          <a:p>
            <a:r>
              <a:t>      ]</a:t>
            </a:r>
          </a:p>
          <a:p>
            <a:r>
              <a:t>    },</a:t>
            </a:r>
          </a:p>
          <a:p>
            <a:r>
              <a:t>    {</a:t>
            </a:r>
          </a:p>
          <a:p>
            <a:r>
              <a:t>      "value": 140.0,</a:t>
            </a:r>
          </a:p>
          <a:p>
            <a:r>
              <a:t>      "refs": [</a:t>
            </a:r>
          </a:p>
          <a:p>
            <a:r>
              <a:t>        {</a:t>
            </a:r>
          </a:p>
          <a:p>
            <a:r>
              <a:t>          "source_id": "s017",</a:t>
            </a:r>
          </a:p>
          <a:p>
            <a:r>
              <a:t>          "quote": "140"</a:t>
            </a:r>
          </a:p>
          <a:p>
            <a:r>
              <a:t>        }</a:t>
            </a:r>
          </a:p>
          <a:p>
            <a:r>
              <a:t>      ]</a:t>
            </a:r>
          </a:p>
          <a:p>
            <a:r>
              <a:t>    },</a:t>
            </a:r>
          </a:p>
          <a:p>
            <a:r>
              <a:t>    {</a:t>
            </a:r>
          </a:p>
          <a:p>
            <a:r>
              <a:t>      "value": 130.0,</a:t>
            </a:r>
          </a:p>
          <a:p>
            <a:r>
              <a:t>      "refs": [</a:t>
            </a:r>
          </a:p>
          <a:p>
            <a:r>
              <a:t>        {</a:t>
            </a:r>
          </a:p>
          <a:p>
            <a:r>
              <a:t>          "source_id": "s017",</a:t>
            </a:r>
          </a:p>
          <a:p>
            <a:r>
              <a:t>          "quote": "130"</a:t>
            </a:r>
          </a:p>
          <a:p>
            <a:r>
              <a:t>        }</a:t>
            </a:r>
          </a:p>
          <a:p>
            <a:r>
              <a:t>      ]</a:t>
            </a:r>
          </a:p>
          <a:p>
            <a:r>
              <a:t>    },</a:t>
            </a:r>
          </a:p>
          <a:p>
            <a:r>
              <a:t>    {</a:t>
            </a:r>
          </a:p>
          <a:p>
            <a:r>
              <a:t>      "value": 118.0,</a:t>
            </a:r>
          </a:p>
          <a:p>
            <a:r>
              <a:t>      "refs": [</a:t>
            </a:r>
          </a:p>
          <a:p>
            <a:r>
              <a:t>        {</a:t>
            </a:r>
          </a:p>
          <a:p>
            <a:r>
              <a:t>          "source_id": "s017",</a:t>
            </a:r>
          </a:p>
          <a:p>
            <a:r>
              <a:t>          "quote": "118"</a:t>
            </a:r>
          </a:p>
          <a:p>
            <a:r>
              <a:t>        }</a:t>
            </a:r>
          </a:p>
          <a:p>
            <a:r>
              <a:t>      ]</a:t>
            </a:r>
          </a:p>
          <a:p>
            <a:r>
              <a:t>    },</a:t>
            </a:r>
          </a:p>
          <a:p>
            <a:r>
              <a:t>    {</a:t>
            </a:r>
          </a:p>
          <a:p>
            <a:r>
              <a:t>      "value": 110.0,</a:t>
            </a:r>
          </a:p>
          <a:p>
            <a:r>
              <a:t>      "refs": [</a:t>
            </a:r>
          </a:p>
          <a:p>
            <a:r>
              <a:t>        {</a:t>
            </a:r>
          </a:p>
          <a:p>
            <a:r>
              <a:t>          "source_id": "s017",</a:t>
            </a:r>
          </a:p>
          <a:p>
            <a:r>
              <a:t>          "quote": "110"</a:t>
            </a:r>
          </a:p>
          <a:p>
            <a:r>
              <a:t>        }</a:t>
            </a:r>
          </a:p>
          <a:p>
            <a:r>
              <a:t>      ]</a:t>
            </a:r>
          </a:p>
          <a:p>
            <a:r>
              <a:t>    },</a:t>
            </a:r>
          </a:p>
          <a:p>
            <a:r>
              <a:t>    {</a:t>
            </a:r>
          </a:p>
          <a:p>
            <a:r>
              <a:t>      "value": 100.0,</a:t>
            </a:r>
          </a:p>
          <a:p>
            <a:r>
              <a:t>      "refs": [</a:t>
            </a:r>
          </a:p>
          <a:p>
            <a:r>
              <a:t>        {</a:t>
            </a:r>
          </a:p>
          <a:p>
            <a:r>
              <a:t>          "source_id": "s017",</a:t>
            </a:r>
          </a:p>
          <a:p>
            <a:r>
              <a:t>          "quote": "100"</a:t>
            </a:r>
          </a:p>
          <a:p>
            <a:r>
              <a:t>        }</a:t>
            </a:r>
          </a:p>
          <a:p>
            <a:r>
              <a:t>      ]</a:t>
            </a:r>
          </a:p>
          <a:p>
            <a:r>
              <a:t>    },</a:t>
            </a:r>
          </a:p>
          <a:p>
            <a:r>
              <a:t>    {</a:t>
            </a:r>
          </a:p>
          <a:p>
            <a:r>
              <a:t>      "value": 92.0,</a:t>
            </a:r>
          </a:p>
          <a:p>
            <a:r>
              <a:t>      "refs": [</a:t>
            </a:r>
          </a:p>
          <a:p>
            <a:r>
              <a:t>        {</a:t>
            </a:r>
          </a:p>
          <a:p>
            <a:r>
              <a:t>          "source_id": "s017",</a:t>
            </a:r>
          </a:p>
          <a:p>
            <a:r>
              <a:t>          "quote": "92"</a:t>
            </a:r>
          </a:p>
          <a:p>
            <a:r>
              <a:t>        }</a:t>
            </a:r>
          </a:p>
          <a:p>
            <a:r>
              <a:t>      ]</a:t>
            </a:r>
          </a:p>
          <a:p>
            <a:r>
              <a:t>    },</a:t>
            </a:r>
          </a:p>
          <a:p>
            <a:r>
              <a:t>    {</a:t>
            </a:r>
          </a:p>
          <a:p>
            <a:r>
              <a:t>      "value": 86.0,</a:t>
            </a:r>
          </a:p>
          <a:p>
            <a:r>
              <a:t>      "refs": [</a:t>
            </a:r>
          </a:p>
          <a:p>
            <a:r>
              <a:t>        {</a:t>
            </a:r>
          </a:p>
          <a:p>
            <a:r>
              <a:t>          "source_id": "s017",</a:t>
            </a:r>
          </a:p>
          <a:p>
            <a:r>
              <a:t>          "quote": "86"</a:t>
            </a:r>
          </a:p>
          <a:p>
            <a:r>
              <a:t>        }</a:t>
            </a:r>
          </a:p>
          <a:p>
            <a:r>
              <a:t>      ]</a:t>
            </a:r>
          </a:p>
          <a:p>
            <a:r>
              <a:t>    },</a:t>
            </a:r>
          </a:p>
          <a:p>
            <a:r>
              <a:t>    {</a:t>
            </a:r>
          </a:p>
          <a:p>
            <a:r>
              <a:t>      "value": 80.0,</a:t>
            </a:r>
          </a:p>
          <a:p>
            <a:r>
              <a:t>      "refs": [</a:t>
            </a:r>
          </a:p>
          <a:p>
            <a:r>
              <a:t>        {</a:t>
            </a:r>
          </a:p>
          <a:p>
            <a:r>
              <a:t>          "source_id": "s017",</a:t>
            </a:r>
          </a:p>
          <a:p>
            <a:r>
              <a:t>          "quote": "80"</a:t>
            </a:r>
          </a:p>
          <a:p>
            <a:r>
              <a:t>        }</a:t>
            </a:r>
          </a:p>
          <a:p>
            <a:r>
              <a:t>      ]</a:t>
            </a:r>
          </a:p>
          <a:p>
            <a:r>
              <a:t>    },</a:t>
            </a:r>
          </a:p>
          <a:p>
            <a:r>
              <a:t>    {</a:t>
            </a:r>
          </a:p>
          <a:p>
            <a:r>
              <a:t>      "value": 74.0,</a:t>
            </a:r>
          </a:p>
          <a:p>
            <a:r>
              <a:t>      "refs": [</a:t>
            </a:r>
          </a:p>
          <a:p>
            <a:r>
              <a:t>        {</a:t>
            </a:r>
          </a:p>
          <a:p>
            <a:r>
              <a:t>          "source_id": "s017",</a:t>
            </a:r>
          </a:p>
          <a:p>
            <a:r>
              <a:t>          "quote": "74"</a:t>
            </a:r>
          </a:p>
          <a:p>
            <a:r>
              <a:t>        }</a:t>
            </a:r>
          </a:p>
          <a:p>
            <a:r>
              <a:t>      ]</a:t>
            </a:r>
          </a:p>
          <a:p>
            <a:r>
              <a:t>    },</a:t>
            </a:r>
          </a:p>
          <a:p>
            <a:r>
              <a:t>    {</a:t>
            </a:r>
          </a:p>
          <a:p>
            <a:r>
              <a:t>      "value": 70.0,</a:t>
            </a:r>
          </a:p>
          <a:p>
            <a:r>
              <a:t>      "refs": [</a:t>
            </a:r>
          </a:p>
          <a:p>
            <a:r>
              <a:t>        {</a:t>
            </a:r>
          </a:p>
          <a:p>
            <a:r>
              <a:t>          "source_id": "s017",</a:t>
            </a:r>
          </a:p>
          <a:p>
            <a:r>
              <a:t>          "quote": "70"</a:t>
            </a:r>
          </a:p>
          <a:p>
            <a:r>
              <a:t>        }</a:t>
            </a:r>
          </a:p>
          <a:p>
            <a:r>
              <a:t>      ]</a:t>
            </a:r>
          </a:p>
          <a:p>
            <a:r>
              <a:t>    },</a:t>
            </a:r>
          </a:p>
          <a:p>
            <a:r>
              <a:t>    {</a:t>
            </a:r>
          </a:p>
          <a:p>
            <a:r>
              <a:t>      "value": 64.0,</a:t>
            </a:r>
          </a:p>
          <a:p>
            <a:r>
              <a:t>      "refs": [</a:t>
            </a:r>
          </a:p>
          <a:p>
            <a:r>
              <a:t>        {</a:t>
            </a:r>
          </a:p>
          <a:p>
            <a:r>
              <a:t>          "source_id": "s017",</a:t>
            </a:r>
          </a:p>
          <a:p>
            <a:r>
              <a:t>          "quote": "64"</a:t>
            </a:r>
          </a:p>
          <a:p>
            <a:r>
              <a:t>        }</a:t>
            </a:r>
          </a:p>
          <a:p>
            <a:r>
              <a:t>      ]</a:t>
            </a:r>
          </a:p>
          <a:p>
            <a:r>
              <a:t>    },</a:t>
            </a:r>
          </a:p>
          <a:p>
            <a:r>
              <a:t>    {</a:t>
            </a:r>
          </a:p>
          <a:p>
            <a:r>
              <a:t>      "value": 60.0,</a:t>
            </a:r>
          </a:p>
          <a:p>
            <a:r>
              <a:t>      "refs": [</a:t>
            </a:r>
          </a:p>
          <a:p>
            <a:r>
              <a:t>        {</a:t>
            </a:r>
          </a:p>
          <a:p>
            <a:r>
              <a:t>          "source_id": "s017",</a:t>
            </a:r>
          </a:p>
          <a:p>
            <a:r>
              <a:t>          "quote": "60"</a:t>
            </a:r>
          </a:p>
          <a:p>
            <a:r>
              <a:t>        }</a:t>
            </a:r>
          </a:p>
          <a:p>
            <a:r>
              <a:t>      ]</a:t>
            </a:r>
          </a:p>
          <a:p>
            <a:r>
              <a:t>    },</a:t>
            </a:r>
          </a:p>
          <a:p>
            <a:r>
              <a:t>    {</a:t>
            </a:r>
          </a:p>
          <a:p>
            <a:r>
              <a:t>      "value": 56.0,</a:t>
            </a:r>
          </a:p>
          <a:p>
            <a:r>
              <a:t>      "refs": [</a:t>
            </a:r>
          </a:p>
          <a:p>
            <a:r>
              <a:t>        {</a:t>
            </a:r>
          </a:p>
          <a:p>
            <a:r>
              <a:t>          "source_id": "s017",</a:t>
            </a:r>
          </a:p>
          <a:p>
            <a:r>
              <a:t>          "quote": "56"</a:t>
            </a:r>
          </a:p>
          <a:p>
            <a:r>
              <a:t>        }</a:t>
            </a:r>
          </a:p>
          <a:p>
            <a:r>
              <a:t>      ]</a:t>
            </a:r>
          </a:p>
          <a:p>
            <a:r>
              <a:t>    },</a:t>
            </a:r>
          </a:p>
          <a:p>
            <a:r>
              <a:t>    {</a:t>
            </a:r>
          </a:p>
          <a:p>
            <a:r>
              <a:t>      "value": 52.0,</a:t>
            </a:r>
          </a:p>
          <a:p>
            <a:r>
              <a:t>      "refs": [</a:t>
            </a:r>
          </a:p>
          <a:p>
            <a:r>
              <a:t>        {</a:t>
            </a:r>
          </a:p>
          <a:p>
            <a:r>
              <a:t>          "source_id": "s017",</a:t>
            </a:r>
          </a:p>
          <a:p>
            <a:r>
              <a:t>          "quote": "52"</a:t>
            </a:r>
          </a:p>
          <a:p>
            <a:r>
              <a:t>        }</a:t>
            </a:r>
          </a:p>
          <a:p>
            <a:r>
              <a:t>      ]</a:t>
            </a:r>
          </a:p>
          <a:p>
            <a:r>
              <a:t>    },</a:t>
            </a:r>
          </a:p>
          <a:p>
            <a:r>
              <a:t>    {</a:t>
            </a:r>
          </a:p>
          <a:p>
            <a:r>
              <a:t>      "value": 48.0,</a:t>
            </a:r>
          </a:p>
          <a:p>
            <a:r>
              <a:t>      "refs": [</a:t>
            </a:r>
          </a:p>
          <a:p>
            <a:r>
              <a:t>        {</a:t>
            </a:r>
          </a:p>
          <a:p>
            <a:r>
              <a:t>          "source_id": "s017",</a:t>
            </a:r>
          </a:p>
          <a:p>
            <a:r>
              <a:t>          "quote": "48"</a:t>
            </a:r>
          </a:p>
          <a:p>
            <a:r>
              <a:t>        }</a:t>
            </a:r>
          </a:p>
          <a:p>
            <a:r>
              <a:t>      ]</a:t>
            </a:r>
          </a:p>
          <a:p>
            <a:r>
              <a:t>    },</a:t>
            </a:r>
          </a:p>
          <a:p>
            <a:r>
              <a:t>    {</a:t>
            </a:r>
          </a:p>
          <a:p>
            <a:r>
              <a:t>      "value": 45.0,</a:t>
            </a:r>
          </a:p>
          <a:p>
            <a:r>
              <a:t>      "refs": [</a:t>
            </a:r>
          </a:p>
          <a:p>
            <a:r>
              <a:t>        {</a:t>
            </a:r>
          </a:p>
          <a:p>
            <a:r>
              <a:t>          "source_id": "s017",</a:t>
            </a:r>
          </a:p>
          <a:p>
            <a:r>
              <a:t>          "quote": "45"</a:t>
            </a:r>
          </a:p>
          <a:p>
            <a:r>
              <a:t>        }</a:t>
            </a:r>
          </a:p>
          <a:p>
            <a:r>
              <a:t>      ]</a:t>
            </a:r>
          </a:p>
          <a:p>
            <a:r>
              <a:t>    },</a:t>
            </a:r>
          </a:p>
          <a:p>
            <a:r>
              <a:t>    {</a:t>
            </a:r>
          </a:p>
          <a:p>
            <a:r>
              <a:t>      "value": 42.0,</a:t>
            </a:r>
          </a:p>
          <a:p>
            <a:r>
              <a:t>      "refs": [</a:t>
            </a:r>
          </a:p>
          <a:p>
            <a:r>
              <a:t>        {</a:t>
            </a:r>
          </a:p>
          <a:p>
            <a:r>
              <a:t>          "source_id": "s017",</a:t>
            </a:r>
          </a:p>
          <a:p>
            <a:r>
              <a:t>          "quote": "42"</a:t>
            </a:r>
          </a:p>
          <a:p>
            <a:r>
              <a:t>        }</a:t>
            </a:r>
          </a:p>
          <a:p>
            <a:r>
              <a:t>      ]</a:t>
            </a:r>
          </a:p>
          <a:p>
            <a:r>
              <a:t>    },</a:t>
            </a:r>
          </a:p>
          <a:p>
            <a:r>
              <a:t>    {</a:t>
            </a:r>
          </a:p>
          <a:p>
            <a:r>
              <a:t>      "value": 39.0,</a:t>
            </a:r>
          </a:p>
          <a:p>
            <a:r>
              <a:t>      "refs": [</a:t>
            </a:r>
          </a:p>
          <a:p>
            <a:r>
              <a:t>        {</a:t>
            </a:r>
          </a:p>
          <a:p>
            <a:r>
              <a:t>          "source_id": "s017",</a:t>
            </a:r>
          </a:p>
          <a:p>
            <a:r>
              <a:t>          "quote": "39"</a:t>
            </a:r>
          </a:p>
          <a:p>
            <a:r>
              <a:t>        }</a:t>
            </a:r>
          </a:p>
          <a:p>
            <a:r>
              <a:t>      ]</a:t>
            </a:r>
          </a:p>
          <a:p>
            <a:r>
              <a:t>    },</a:t>
            </a:r>
          </a:p>
          <a:p>
            <a:r>
              <a:t>    {</a:t>
            </a:r>
          </a:p>
          <a:p>
            <a:r>
              <a:t>      "value": 36.0,</a:t>
            </a:r>
          </a:p>
          <a:p>
            <a:r>
              <a:t>      "refs": [</a:t>
            </a:r>
          </a:p>
          <a:p>
            <a:r>
              <a:t>        {</a:t>
            </a:r>
          </a:p>
          <a:p>
            <a:r>
              <a:t>          "source_id": "s017",</a:t>
            </a:r>
          </a:p>
          <a:p>
            <a:r>
              <a:t>          "quote": "36"</a:t>
            </a:r>
          </a:p>
          <a:p>
            <a:r>
              <a:t>        }</a:t>
            </a:r>
          </a:p>
          <a:p>
            <a:r>
              <a:t>      ]</a:t>
            </a:r>
          </a:p>
          <a:p>
            <a:r>
              <a:t>    },</a:t>
            </a:r>
          </a:p>
          <a:p>
            <a:r>
              <a:t>    {</a:t>
            </a:r>
          </a:p>
          <a:p>
            <a:r>
              <a:t>      "value": 33.0,</a:t>
            </a:r>
          </a:p>
          <a:p>
            <a:r>
              <a:t>      "refs": [</a:t>
            </a:r>
          </a:p>
          <a:p>
            <a:r>
              <a:t>        {</a:t>
            </a:r>
          </a:p>
          <a:p>
            <a:r>
              <a:t>          "source_id": "s017",</a:t>
            </a:r>
          </a:p>
          <a:p>
            <a:r>
              <a:t>          "quote": "33"</a:t>
            </a:r>
          </a:p>
          <a:p>
            <a:r>
              <a:t>        }</a:t>
            </a:r>
          </a:p>
          <a:p>
            <a:r>
              <a:t>      ]</a:t>
            </a:r>
          </a:p>
          <a:p>
            <a:r>
              <a:t>    },</a:t>
            </a:r>
          </a:p>
          <a:p>
            <a:r>
              <a:t>    {</a:t>
            </a:r>
          </a:p>
          <a:p>
            <a:r>
              <a:t>      "value": 31.0,</a:t>
            </a:r>
          </a:p>
          <a:p>
            <a:r>
              <a:t>      "refs": [</a:t>
            </a:r>
          </a:p>
          <a:p>
            <a:r>
              <a:t>        {</a:t>
            </a:r>
          </a:p>
          <a:p>
            <a:r>
              <a:t>          "source_id": "s017",</a:t>
            </a:r>
          </a:p>
          <a:p>
            <a:r>
              <a:t>          "quote": "31"</a:t>
            </a:r>
          </a:p>
          <a:p>
            <a:r>
              <a:t>        }</a:t>
            </a:r>
          </a:p>
          <a:p>
            <a:r>
              <a:t>      ]</a:t>
            </a:r>
          </a:p>
          <a:p>
            <a:r>
              <a:t>    },</a:t>
            </a:r>
          </a:p>
          <a:p>
            <a:r>
              <a:t>    {</a:t>
            </a:r>
          </a:p>
          <a:p>
            <a:r>
              <a:t>      "value": 29.0,</a:t>
            </a:r>
          </a:p>
          <a:p>
            <a:r>
              <a:t>      "refs": [</a:t>
            </a:r>
          </a:p>
          <a:p>
            <a:r>
              <a:t>        {</a:t>
            </a:r>
          </a:p>
          <a:p>
            <a:r>
              <a:t>          "source_id": "s017",</a:t>
            </a:r>
          </a:p>
          <a:p>
            <a:r>
              <a:t>          "quote": "29"</a:t>
            </a:r>
          </a:p>
          <a:p>
            <a:r>
              <a:t>        }</a:t>
            </a:r>
          </a:p>
          <a:p>
            <a:r>
              <a:t>      ]</a:t>
            </a:r>
          </a:p>
          <a:p>
            <a:r>
              <a:t>    },</a:t>
            </a:r>
          </a:p>
          <a:p>
            <a:r>
              <a:t>    {</a:t>
            </a:r>
          </a:p>
          <a:p>
            <a:r>
              <a:t>      "value": 27.0,</a:t>
            </a:r>
          </a:p>
          <a:p>
            <a:r>
              <a:t>      "refs": [</a:t>
            </a:r>
          </a:p>
          <a:p>
            <a:r>
              <a:t>        {</a:t>
            </a:r>
          </a:p>
          <a:p>
            <a:r>
              <a:t>          "source_id": "s017",</a:t>
            </a:r>
          </a:p>
          <a:p>
            <a:r>
              <a:t>          "quote": "27"</a:t>
            </a:r>
          </a:p>
          <a:p>
            <a:r>
              <a:t>        }</a:t>
            </a:r>
          </a:p>
          <a:p>
            <a:r>
              <a:t>      ]</a:t>
            </a:r>
          </a:p>
          <a:p>
            <a:r>
              <a:t>    },</a:t>
            </a:r>
          </a:p>
          <a:p>
            <a:r>
              <a:t>    {</a:t>
            </a:r>
          </a:p>
          <a:p>
            <a:r>
              <a:t>      "value": 25.0,</a:t>
            </a:r>
          </a:p>
          <a:p>
            <a:r>
              <a:t>      "refs": [</a:t>
            </a:r>
          </a:p>
          <a:p>
            <a:r>
              <a:t>        {</a:t>
            </a:r>
          </a:p>
          <a:p>
            <a:r>
              <a:t>          "source_id": "s017",</a:t>
            </a:r>
          </a:p>
          <a:p>
            <a:r>
              <a:t>          "quote": "25"</a:t>
            </a:r>
          </a:p>
          <a:p>
            <a:r>
              <a:t>        }</a:t>
            </a:r>
          </a:p>
          <a:p>
            <a:r>
              <a:t>      ]</a:t>
            </a:r>
          </a:p>
          <a:p>
            <a:r>
              <a:t>    },</a:t>
            </a:r>
          </a:p>
          <a:p>
            <a:r>
              <a:t>    {</a:t>
            </a:r>
          </a:p>
          <a:p>
            <a:r>
              <a:t>      "value": 23.0,</a:t>
            </a:r>
          </a:p>
          <a:p>
            <a:r>
              <a:t>      "refs": [</a:t>
            </a:r>
          </a:p>
          <a:p>
            <a:r>
              <a:t>        {</a:t>
            </a:r>
          </a:p>
          <a:p>
            <a:r>
              <a:t>          "source_id": "s017",</a:t>
            </a:r>
          </a:p>
          <a:p>
            <a:r>
              <a:t>          "quote": "23"</a:t>
            </a:r>
          </a:p>
          <a:p>
            <a:r>
              <a:t>        }</a:t>
            </a:r>
          </a:p>
          <a:p>
            <a:r>
              <a:t>      ]</a:t>
            </a:r>
          </a:p>
          <a:p>
            <a:r>
              <a:t>    },</a:t>
            </a:r>
          </a:p>
          <a:p>
            <a:r>
              <a:t>    {</a:t>
            </a:r>
          </a:p>
          <a:p>
            <a:r>
              <a:t>      "value": 21.0,</a:t>
            </a:r>
          </a:p>
          <a:p>
            <a:r>
              <a:t>      "refs": [</a:t>
            </a:r>
          </a:p>
          <a:p>
            <a:r>
              <a:t>        {</a:t>
            </a:r>
          </a:p>
          <a:p>
            <a:r>
              <a:t>          "source_id": "s017",</a:t>
            </a:r>
          </a:p>
          <a:p>
            <a:r>
              <a:t>          "quote": "21"</a:t>
            </a:r>
          </a:p>
          <a:p>
            <a:r>
              <a:t>        }</a:t>
            </a:r>
          </a:p>
          <a:p>
            <a:r>
              <a:t>      ]</a:t>
            </a:r>
          </a:p>
          <a:p>
            <a:r>
              <a:t>    },</a:t>
            </a:r>
          </a:p>
          <a:p>
            <a:r>
              <a:t>    {</a:t>
            </a:r>
          </a:p>
          <a:p>
            <a:r>
              <a:t>      "value": 20.0,</a:t>
            </a:r>
          </a:p>
          <a:p>
            <a:r>
              <a:t>      "refs": [</a:t>
            </a:r>
          </a:p>
          <a:p>
            <a:r>
              <a:t>        {</a:t>
            </a:r>
          </a:p>
          <a:p>
            <a:r>
              <a:t>          "source_id": "s017",</a:t>
            </a:r>
          </a:p>
          <a:p>
            <a:r>
              <a:t>          "quote": "20"</a:t>
            </a:r>
          </a:p>
          <a:p>
            <a:r>
              <a:t>        }</a:t>
            </a:r>
          </a:p>
          <a:p>
            <a:r>
              <a:t>      ]</a:t>
            </a:r>
          </a:p>
          <a:p>
            <a:r>
              <a:t>    },</a:t>
            </a:r>
          </a:p>
          <a:p>
            <a:r>
              <a:t>    {</a:t>
            </a:r>
          </a:p>
          <a:p>
            <a:r>
              <a:t>      "value": 18.0,</a:t>
            </a:r>
          </a:p>
          <a:p>
            <a:r>
              <a:t>      "refs": [</a:t>
            </a:r>
          </a:p>
          <a:p>
            <a:r>
              <a:t>        {</a:t>
            </a:r>
          </a:p>
          <a:p>
            <a:r>
              <a:t>          "source_id": "s017",</a:t>
            </a:r>
          </a:p>
          <a:p>
            <a:r>
              <a:t>          "quote": "18"</a:t>
            </a:r>
          </a:p>
          <a:p>
            <a:r>
              <a:t>        }</a:t>
            </a:r>
          </a:p>
          <a:p>
            <a:r>
              <a:t>      ]</a:t>
            </a:r>
          </a:p>
          <a:p>
            <a:r>
              <a:t>    },</a:t>
            </a:r>
          </a:p>
          <a:p>
            <a:r>
              <a:t>    {</a:t>
            </a:r>
          </a:p>
          <a:p>
            <a:r>
              <a:t>      "value": 17.0,</a:t>
            </a:r>
          </a:p>
          <a:p>
            <a:r>
              <a:t>      "refs": [</a:t>
            </a:r>
          </a:p>
          <a:p>
            <a:r>
              <a:t>        {</a:t>
            </a:r>
          </a:p>
          <a:p>
            <a:r>
              <a:t>          "source_id": "s017",</a:t>
            </a:r>
          </a:p>
          <a:p>
            <a:r>
              <a:t>          "quote": "17"</a:t>
            </a:r>
          </a:p>
          <a:p>
            <a:r>
              <a:t>        }</a:t>
            </a:r>
          </a:p>
          <a:p>
            <a:r>
              <a:t>      ]</a:t>
            </a:r>
          </a:p>
          <a:p>
            <a:r>
              <a:t>    },</a:t>
            </a:r>
          </a:p>
          <a:p>
            <a:r>
              <a:t>    {</a:t>
            </a:r>
          </a:p>
          <a:p>
            <a:r>
              <a:t>      "value": 15.0,</a:t>
            </a:r>
          </a:p>
          <a:p>
            <a:r>
              <a:t>      "refs": [</a:t>
            </a:r>
          </a:p>
          <a:p>
            <a:r>
              <a:t>        {</a:t>
            </a:r>
          </a:p>
          <a:p>
            <a:r>
              <a:t>          "source_id": "s017",</a:t>
            </a:r>
          </a:p>
          <a:p>
            <a:r>
              <a:t>          "quote": "15"</a:t>
            </a:r>
          </a:p>
          <a:p>
            <a:r>
              <a:t>        }</a:t>
            </a:r>
          </a:p>
          <a:p>
            <a:r>
              <a:t>      ]</a:t>
            </a:r>
          </a:p>
          <a:p>
            <a:r>
              <a:t>    },</a:t>
            </a:r>
          </a:p>
          <a:p>
            <a:r>
              <a:t>    {</a:t>
            </a:r>
          </a:p>
          <a:p>
            <a:r>
              <a:t>      "value": 14.0,</a:t>
            </a:r>
          </a:p>
          <a:p>
            <a:r>
              <a:t>      "refs": [</a:t>
            </a:r>
          </a:p>
          <a:p>
            <a:r>
              <a:t>        {</a:t>
            </a:r>
          </a:p>
          <a:p>
            <a:r>
              <a:t>          "source_id": "s017",</a:t>
            </a:r>
          </a:p>
          <a:p>
            <a:r>
              <a:t>          "quote": "14"</a:t>
            </a:r>
          </a:p>
          <a:p>
            <a:r>
              <a:t>        }</a:t>
            </a:r>
          </a:p>
          <a:p>
            <a:r>
              <a:t>      ]</a:t>
            </a:r>
          </a:p>
          <a:p>
            <a:r>
              <a:t>    },</a:t>
            </a:r>
          </a:p>
          <a:p>
            <a:r>
              <a:t>    {</a:t>
            </a:r>
          </a:p>
          <a:p>
            <a:r>
              <a:t>      "value": 13.0,</a:t>
            </a:r>
          </a:p>
          <a:p>
            <a:r>
              <a:t>      "refs": [</a:t>
            </a:r>
          </a:p>
          <a:p>
            <a:r>
              <a:t>        {</a:t>
            </a:r>
          </a:p>
          <a:p>
            <a:r>
              <a:t>          "source_id": "s017",</a:t>
            </a:r>
          </a:p>
          <a:p>
            <a:r>
              <a:t>          "quote": "13"</a:t>
            </a:r>
          </a:p>
          <a:p>
            <a:r>
              <a:t>        }</a:t>
            </a:r>
          </a:p>
          <a:p>
            <a:r>
              <a:t>      ]</a:t>
            </a:r>
          </a:p>
          <a:p>
            <a:r>
              <a:t>    },</a:t>
            </a:r>
          </a:p>
          <a:p>
            <a:r>
              <a:t>    {</a:t>
            </a:r>
          </a:p>
          <a:p>
            <a:r>
              <a:t>      "value": 12.0,</a:t>
            </a:r>
          </a:p>
          <a:p>
            <a:r>
              <a:t>      "refs": [</a:t>
            </a:r>
          </a:p>
          <a:p>
            <a:r>
              <a:t>        {</a:t>
            </a:r>
          </a:p>
          <a:p>
            <a:r>
              <a:t>          "source_id": "s017",</a:t>
            </a:r>
          </a:p>
          <a:p>
            <a:r>
              <a:t>          "quote": "12"</a:t>
            </a:r>
          </a:p>
          <a:p>
            <a:r>
              <a:t>        }</a:t>
            </a:r>
          </a:p>
          <a:p>
            <a:r>
              <a:t>      ]</a:t>
            </a:r>
          </a:p>
          <a:p>
            <a:r>
              <a:t>    },</a:t>
            </a:r>
          </a:p>
          <a:p>
            <a:r>
              <a:t>    {</a:t>
            </a:r>
          </a:p>
          <a:p>
            <a:r>
              <a:t>      "value": 11.0,</a:t>
            </a:r>
          </a:p>
          <a:p>
            <a:r>
              <a:t>      "refs": [</a:t>
            </a:r>
          </a:p>
          <a:p>
            <a:r>
              <a:t>        {</a:t>
            </a:r>
          </a:p>
          <a:p>
            <a:r>
              <a:t>          "source_id": "s017",</a:t>
            </a:r>
          </a:p>
          <a:p>
            <a:r>
              <a:t>          "quote": "11"</a:t>
            </a:r>
          </a:p>
          <a:p>
            <a:r>
              <a:t>        }</a:t>
            </a:r>
          </a:p>
          <a:p>
            <a:r>
              <a:t>      ]</a:t>
            </a:r>
          </a:p>
          <a:p>
            <a:r>
              <a:t>    },</a:t>
            </a:r>
          </a:p>
          <a:p>
            <a:r>
              <a:t>    {</a:t>
            </a:r>
          </a:p>
          <a:p>
            <a:r>
              <a:t>      "value": 10.0,</a:t>
            </a:r>
          </a:p>
          <a:p>
            <a:r>
              <a:t>      "refs": [</a:t>
            </a:r>
          </a:p>
          <a:p>
            <a:r>
              <a:t>        {</a:t>
            </a:r>
          </a:p>
          <a:p>
            <a:r>
              <a:t>          "source_id": "s017",</a:t>
            </a:r>
          </a:p>
          <a:p>
            <a:r>
              <a:t>          "quote": "10"</a:t>
            </a:r>
          </a:p>
          <a:p>
            <a:r>
              <a:t>        }</a:t>
            </a:r>
          </a:p>
          <a:p>
            <a:r>
              <a:t>      ]</a:t>
            </a:r>
          </a:p>
          <a:p>
            <a:r>
              <a:t>    },</a:t>
            </a:r>
          </a:p>
          <a:p>
            <a:r>
              <a:t>    {</a:t>
            </a:r>
          </a:p>
          <a:p>
            <a:r>
              <a:t>      "value": 9.0,</a:t>
            </a:r>
          </a:p>
          <a:p>
            <a:r>
              <a:t>      "refs": [</a:t>
            </a:r>
          </a:p>
          <a:p>
            <a:r>
              <a:t>        {</a:t>
            </a:r>
          </a:p>
          <a:p>
            <a:r>
              <a:t>          "source_id": "s017",</a:t>
            </a:r>
          </a:p>
          <a:p>
            <a:r>
              <a:t>          "quote": "9"</a:t>
            </a:r>
          </a:p>
          <a:p>
            <a:r>
              <a:t>        }</a:t>
            </a:r>
          </a:p>
          <a:p>
            <a:r>
              <a:t>      ]</a:t>
            </a:r>
          </a:p>
          <a:p>
            <a:r>
              <a:t>    },</a:t>
            </a:r>
          </a:p>
          <a:p>
            <a:r>
              <a:t>    {</a:t>
            </a:r>
          </a:p>
          <a:p>
            <a:r>
              <a:t>      "value": 8.0,</a:t>
            </a:r>
          </a:p>
          <a:p>
            <a:r>
              <a:t>      "refs": [</a:t>
            </a:r>
          </a:p>
          <a:p>
            <a:r>
              <a:t>        {</a:t>
            </a:r>
          </a:p>
          <a:p>
            <a:r>
              <a:t>          "source_id": "s017",</a:t>
            </a:r>
          </a:p>
          <a:p>
            <a:r>
              <a:t>          "quote": "8"</a:t>
            </a:r>
          </a:p>
          <a:p>
            <a:r>
              <a:t>        }</a:t>
            </a:r>
          </a:p>
          <a:p>
            <a:r>
              <a:t>      ]</a:t>
            </a:r>
          </a:p>
          <a:p>
            <a:r>
              <a:t>    },</a:t>
            </a:r>
          </a:p>
          <a:p>
            <a:r>
              <a:t>    {</a:t>
            </a:r>
          </a:p>
          <a:p>
            <a:r>
              <a:t>      "value": 8.0,</a:t>
            </a:r>
          </a:p>
          <a:p>
            <a:r>
              <a:t>      "refs": [</a:t>
            </a:r>
          </a:p>
          <a:p>
            <a:r>
              <a:t>        {</a:t>
            </a:r>
          </a:p>
          <a:p>
            <a:r>
              <a:t>          "source_id": "s017",</a:t>
            </a:r>
          </a:p>
          <a:p>
            <a:r>
              <a:t>          "quote": "8"</a:t>
            </a:r>
          </a:p>
          <a:p>
            <a:r>
              <a:t>        }</a:t>
            </a:r>
          </a:p>
          <a:p>
            <a:r>
              <a:t>      ]</a:t>
            </a:r>
          </a:p>
          <a:p>
            <a:r>
              <a:t>    },</a:t>
            </a:r>
          </a:p>
          <a:p>
            <a:r>
              <a:t>    {</a:t>
            </a:r>
          </a:p>
          <a:p>
            <a:r>
              <a:t>      "value": 7.0,</a:t>
            </a:r>
          </a:p>
          <a:p>
            <a:r>
              <a:t>      "refs": [</a:t>
            </a:r>
          </a:p>
          <a:p>
            <a:r>
              <a:t>        {</a:t>
            </a:r>
          </a:p>
          <a:p>
            <a:r>
              <a:t>          "source_id": "s017",</a:t>
            </a:r>
          </a:p>
          <a:p>
            <a:r>
              <a:t>          "quote": "7"</a:t>
            </a:r>
          </a:p>
          <a:p>
            <a:r>
              <a:t>        }</a:t>
            </a:r>
          </a:p>
          <a:p>
            <a:r>
              <a:t>      ]</a:t>
            </a:r>
          </a:p>
          <a:p>
            <a:r>
              <a:t>    },</a:t>
            </a:r>
          </a:p>
          <a:p>
            <a:r>
              <a:t>    {</a:t>
            </a:r>
          </a:p>
          <a:p>
            <a:r>
              <a:t>      "value": 6.0,</a:t>
            </a:r>
          </a:p>
          <a:p>
            <a:r>
              <a:t>      "refs": [</a:t>
            </a:r>
          </a:p>
          <a:p>
            <a:r>
              <a:t>        {</a:t>
            </a:r>
          </a:p>
          <a:p>
            <a:r>
              <a:t>          "source_id": "s017",</a:t>
            </a:r>
          </a:p>
          <a:p>
            <a:r>
              <a:t>          "quote": "6"</a:t>
            </a:r>
          </a:p>
          <a:p>
            <a:r>
              <a:t>        }</a:t>
            </a:r>
          </a:p>
          <a:p>
            <a:r>
              <a:t>      ]</a:t>
            </a:r>
          </a:p>
          <a:p>
            <a:r>
              <a:t>    },</a:t>
            </a:r>
          </a:p>
          <a:p>
            <a:r>
              <a:t>    {</a:t>
            </a:r>
          </a:p>
          <a:p>
            <a:r>
              <a:t>      "value": 6.0,</a:t>
            </a:r>
          </a:p>
          <a:p>
            <a:r>
              <a:t>      "refs": [</a:t>
            </a:r>
          </a:p>
          <a:p>
            <a:r>
              <a:t>        {</a:t>
            </a:r>
          </a:p>
          <a:p>
            <a:r>
              <a:t>          "source_id": "s017",</a:t>
            </a:r>
          </a:p>
          <a:p>
            <a:r>
              <a:t>          "quote": "6"</a:t>
            </a:r>
          </a:p>
          <a:p>
            <a:r>
              <a:t>        }</a:t>
            </a:r>
          </a:p>
          <a:p>
            <a:r>
              <a:t>      ]</a:t>
            </a:r>
          </a:p>
          <a:p>
            <a:r>
              <a:t>    },</a:t>
            </a:r>
          </a:p>
          <a:p>
            <a:r>
              <a:t>    {</a:t>
            </a:r>
          </a:p>
          <a:p>
            <a:r>
              <a:t>      "value": 5.0,</a:t>
            </a:r>
          </a:p>
          <a:p>
            <a:r>
              <a:t>      "refs": [</a:t>
            </a:r>
          </a:p>
          <a:p>
            <a:r>
              <a:t>        {</a:t>
            </a:r>
          </a:p>
          <a:p>
            <a:r>
              <a:t>          "source_id": "s017",</a:t>
            </a:r>
          </a:p>
          <a:p>
            <a:r>
              <a:t>          "quote": "5"</a:t>
            </a:r>
          </a:p>
          <a:p>
            <a:r>
              <a:t>        }</a:t>
            </a:r>
          </a:p>
          <a:p>
            <a:r>
              <a:t>      ]</a:t>
            </a:r>
          </a:p>
          <a:p>
            <a:r>
              <a:t>    },</a:t>
            </a:r>
          </a:p>
          <a:p>
            <a:r>
              <a:t>    {</a:t>
            </a:r>
          </a:p>
          <a:p>
            <a:r>
              <a:t>      "value": 5.0,</a:t>
            </a:r>
          </a:p>
          <a:p>
            <a:r>
              <a:t>      "refs": [</a:t>
            </a:r>
          </a:p>
          <a:p>
            <a:r>
              <a:t>        {</a:t>
            </a:r>
          </a:p>
          <a:p>
            <a:r>
              <a:t>          "source_id": "s017",</a:t>
            </a:r>
          </a:p>
          <a:p>
            <a:r>
              <a:t>          "quote": "5"</a:t>
            </a:r>
          </a:p>
          <a:p>
            <a:r>
              <a:t>        }</a:t>
            </a:r>
          </a:p>
          <a:p>
            <a:r>
              <a:t>      ]</a:t>
            </a:r>
          </a:p>
          <a:p>
            <a:r>
              <a:t>    },</a:t>
            </a:r>
          </a:p>
          <a:p>
            <a:r>
              <a:t>    {</a:t>
            </a:r>
          </a:p>
          <a:p>
            <a:r>
              <a:t>      "value": 4.0,</a:t>
            </a:r>
          </a:p>
          <a:p>
            <a:r>
              <a:t>      "refs": [</a:t>
            </a:r>
          </a:p>
          <a:p>
            <a:r>
              <a:t>        {</a:t>
            </a:r>
          </a:p>
          <a:p>
            <a:r>
              <a:t>          "source_id": "s017",</a:t>
            </a:r>
          </a:p>
          <a:p>
            <a:r>
              <a:t>          "quote": "4"</a:t>
            </a:r>
          </a:p>
          <a:p>
            <a:r>
              <a:t>        }</a:t>
            </a:r>
          </a:p>
          <a:p>
            <a:r>
              <a:t>      ]</a:t>
            </a:r>
          </a:p>
          <a:p>
            <a:r>
              <a:t>    }</a:t>
            </a:r>
          </a:p>
          <a:p>
            <a:r>
              <a:t>  ],</a:t>
            </a:r>
          </a:p>
          <a:p>
            <a:r>
              <a:t>  "citations": {</a:t>
            </a:r>
          </a:p>
          <a:p>
            <a:r>
              <a:t>    "s017": "Public MIT sample: templates/freeform_parts_16x9.html section 17"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"56c95645ddd5fabf0b9600f5425ebe99a2072d0d0b4988560e57ed12434c5f40"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"slide018",</a:t>
            </a:r>
          </a:p>
          <a:p>
            <a:r>
              <a:t>  "origin": "catalog",</a:t>
            </a:r>
          </a:p>
          <a:p>
            <a:r>
              <a:t>  "layout_id": "scatter_annotated",</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"注記つき散布図",</a:t>
            </a:r>
          </a:p>
          <a:p>
            <a:r>
              <a:t>      "refs": [</a:t>
            </a:r>
          </a:p>
          <a:p>
            <a:r>
              <a:t>        {</a:t>
            </a:r>
          </a:p>
          <a:p>
            <a:r>
              <a:t>          "source_id": "s018",</a:t>
            </a:r>
          </a:p>
          <a:p>
            <a:r>
              <a:t>          "quote": "注記つき散布図"</a:t>
            </a:r>
          </a:p>
          <a:p>
            <a:r>
              <a:t>        }</a:t>
            </a:r>
          </a:p>
          <a:p>
            <a:r>
              <a:t>      ],</a:t>
            </a:r>
          </a:p>
          <a:p>
            <a:r>
              <a:t>      "mode": "verbatim"</a:t>
            </a:r>
          </a:p>
          <a:p>
            <a:r>
              <a:t>    },</a:t>
            </a:r>
          </a:p>
          <a:p>
            <a:r>
              <a:t>    {</a:t>
            </a:r>
          </a:p>
          <a:p>
            <a:r>
              <a:t>      "text": "出典：公開見本",</a:t>
            </a:r>
          </a:p>
          <a:p>
            <a:r>
              <a:t>      "refs": [</a:t>
            </a:r>
          </a:p>
          <a:p>
            <a:r>
              <a:t>        {</a:t>
            </a:r>
          </a:p>
          <a:p>
            <a:r>
              <a:t>          "source_id": "s018",</a:t>
            </a:r>
          </a:p>
          <a:p>
            <a:r>
              <a:t>          "quote": "出典：公開見本"</a:t>
            </a:r>
          </a:p>
          <a:p>
            <a:r>
              <a:t>        }</a:t>
            </a:r>
          </a:p>
          <a:p>
            <a:r>
              <a:t>      ],</a:t>
            </a:r>
          </a:p>
          <a:p>
            <a:r>
              <a:t>      "mode": "verbatim"</a:t>
            </a:r>
          </a:p>
          <a:p>
            <a:r>
              <a:t>    },</a:t>
            </a:r>
          </a:p>
          <a:p>
            <a:r>
              <a:t>    {</a:t>
            </a:r>
          </a:p>
          <a:p>
            <a:r>
              <a:t>      "text": "記載例1と記載例2の関係",</a:t>
            </a:r>
          </a:p>
          <a:p>
            <a:r>
              <a:t>      "refs": [</a:t>
            </a:r>
          </a:p>
          <a:p>
            <a:r>
              <a:t>        {</a:t>
            </a:r>
          </a:p>
          <a:p>
            <a:r>
              <a:t>          "source_id": "s018",</a:t>
            </a:r>
          </a:p>
          <a:p>
            <a:r>
              <a:t>          "quote": "記載例1と記載例2の関係"</a:t>
            </a:r>
          </a:p>
          <a:p>
            <a:r>
              <a:t>        }</a:t>
            </a:r>
          </a:p>
          <a:p>
            <a:r>
              <a:t>      ],</a:t>
            </a:r>
          </a:p>
          <a:p>
            <a:r>
              <a:t>      "mode": "verbatim"</a:t>
            </a:r>
          </a:p>
          <a:p>
            <a:r>
              <a:t>    },</a:t>
            </a:r>
          </a:p>
          <a:p>
            <a:r>
              <a:t>    {</a:t>
            </a:r>
          </a:p>
          <a:p>
            <a:r>
              <a:t>      "text": "単位、2026年",</a:t>
            </a:r>
          </a:p>
          <a:p>
            <a:r>
              <a:t>      "refs": [</a:t>
            </a:r>
          </a:p>
          <a:p>
            <a:r>
              <a:t>        {</a:t>
            </a:r>
          </a:p>
          <a:p>
            <a:r>
              <a:t>          "source_id": "s018",</a:t>
            </a:r>
          </a:p>
          <a:p>
            <a:r>
              <a:t>          "quote": "単位、2026年"</a:t>
            </a:r>
          </a:p>
          <a:p>
            <a:r>
              <a:t>        }</a:t>
            </a:r>
          </a:p>
          <a:p>
            <a:r>
              <a:t>      ],</a:t>
            </a:r>
          </a:p>
          <a:p>
            <a:r>
              <a:t>      "mode": "verbatim"</a:t>
            </a:r>
          </a:p>
          <a:p>
            <a:r>
              <a:t>    },</a:t>
            </a:r>
          </a:p>
          <a:p>
            <a:r>
              <a:t>    {</a:t>
            </a:r>
          </a:p>
          <a:p>
            <a:r>
              <a:t>      "text": "記載例13が高い",</a:t>
            </a:r>
          </a:p>
          <a:p>
            <a:r>
              <a:t>      "refs": [</a:t>
            </a:r>
          </a:p>
          <a:p>
            <a:r>
              <a:t>        {</a:t>
            </a:r>
          </a:p>
          <a:p>
            <a:r>
              <a:t>          "source_id": "s018",</a:t>
            </a:r>
          </a:p>
          <a:p>
            <a:r>
              <a:t>          "quote": "記載例13が高い"</a:t>
            </a:r>
          </a:p>
          <a:p>
            <a:r>
              <a:t>        }</a:t>
            </a:r>
          </a:p>
          <a:p>
            <a:r>
              <a:t>      ],</a:t>
            </a:r>
          </a:p>
          <a:p>
            <a:r>
              <a:t>      "mode": "verbatim"</a:t>
            </a:r>
          </a:p>
          <a:p>
            <a:r>
              <a:t>    },</a:t>
            </a:r>
          </a:p>
          <a:p>
            <a:r>
              <a:t>    {</a:t>
            </a:r>
          </a:p>
          <a:p>
            <a:r>
              <a:t>      "text": "記載例14が低い",</a:t>
            </a:r>
          </a:p>
          <a:p>
            <a:r>
              <a:t>      "refs": [</a:t>
            </a:r>
          </a:p>
          <a:p>
            <a:r>
              <a:t>        {</a:t>
            </a:r>
          </a:p>
          <a:p>
            <a:r>
              <a:t>          "source_id": "s018",</a:t>
            </a:r>
          </a:p>
          <a:p>
            <a:r>
              <a:t>          "quote": "記載例14が低い"</a:t>
            </a:r>
          </a:p>
          <a:p>
            <a:r>
              <a:t>        }</a:t>
            </a:r>
          </a:p>
          <a:p>
            <a:r>
              <a:t>      ],</a:t>
            </a:r>
          </a:p>
          <a:p>
            <a:r>
              <a:t>      "mode": "verbatim"</a:t>
            </a:r>
          </a:p>
          <a:p>
            <a:r>
              <a:t>    },</a:t>
            </a:r>
          </a:p>
          <a:p>
            <a:r>
              <a:t>    {</a:t>
            </a:r>
          </a:p>
          <a:p>
            <a:r>
              <a:t>      "text": "記載例15が大きい →",</a:t>
            </a:r>
          </a:p>
          <a:p>
            <a:r>
              <a:t>      "refs": [</a:t>
            </a:r>
          </a:p>
          <a:p>
            <a:r>
              <a:t>        {</a:t>
            </a:r>
          </a:p>
          <a:p>
            <a:r>
              <a:t>          "source_id": "s018",</a:t>
            </a:r>
          </a:p>
          <a:p>
            <a:r>
              <a:t>          "quote": "記載例15が大きい →"</a:t>
            </a:r>
          </a:p>
          <a:p>
            <a:r>
              <a:t>        }</a:t>
            </a:r>
          </a:p>
          <a:p>
            <a:r>
              <a:t>      ],</a:t>
            </a:r>
          </a:p>
          <a:p>
            <a:r>
              <a:t>      "mode": "verbatim"</a:t>
            </a:r>
          </a:p>
          <a:p>
            <a:r>
              <a:t>    },</a:t>
            </a:r>
          </a:p>
          <a:p>
            <a:r>
              <a:t>    {</a:t>
            </a:r>
          </a:p>
          <a:p>
            <a:r>
              <a:t>      "text": "項目5",</a:t>
            </a:r>
          </a:p>
          <a:p>
            <a:r>
              <a:t>      "refs": [</a:t>
            </a:r>
          </a:p>
          <a:p>
            <a:r>
              <a:t>        {</a:t>
            </a:r>
          </a:p>
          <a:p>
            <a:r>
              <a:t>          "source_id": "s018",</a:t>
            </a:r>
          </a:p>
          <a:p>
            <a:r>
              <a:t>          "quote": "項目5"</a:t>
            </a:r>
          </a:p>
          <a:p>
            <a:r>
              <a:t>        }</a:t>
            </a:r>
          </a:p>
          <a:p>
            <a:r>
              <a:t>      ],</a:t>
            </a:r>
          </a:p>
          <a:p>
            <a:r>
              <a:t>      "mode": "verbatim"</a:t>
            </a:r>
          </a:p>
          <a:p>
            <a:r>
              <a:t>    },</a:t>
            </a:r>
          </a:p>
          <a:p>
            <a:r>
              <a:t>    {</a:t>
            </a:r>
          </a:p>
          <a:p>
            <a:r>
              <a:t>      "text": "項目6",</a:t>
            </a:r>
          </a:p>
          <a:p>
            <a:r>
              <a:t>      "refs": [</a:t>
            </a:r>
          </a:p>
          <a:p>
            <a:r>
              <a:t>        {</a:t>
            </a:r>
          </a:p>
          <a:p>
            <a:r>
              <a:t>          "source_id": "s018",</a:t>
            </a:r>
          </a:p>
          <a:p>
            <a:r>
              <a:t>          "quote": "項目6"</a:t>
            </a:r>
          </a:p>
          <a:p>
            <a:r>
              <a:t>        }</a:t>
            </a:r>
          </a:p>
          <a:p>
            <a:r>
              <a:t>      ],</a:t>
            </a:r>
          </a:p>
          <a:p>
            <a:r>
              <a:t>      "mode": "verbatim"</a:t>
            </a:r>
          </a:p>
          <a:p>
            <a:r>
              <a:t>    },</a:t>
            </a:r>
          </a:p>
          <a:p>
            <a:r>
              <a:t>    {</a:t>
            </a:r>
          </a:p>
          <a:p>
            <a:r>
              <a:t>      "text": "項目7",</a:t>
            </a:r>
          </a:p>
          <a:p>
            <a:r>
              <a:t>      "refs": [</a:t>
            </a:r>
          </a:p>
          <a:p>
            <a:r>
              <a:t>        {</a:t>
            </a:r>
          </a:p>
          <a:p>
            <a:r>
              <a:t>          "source_id": "s018",</a:t>
            </a:r>
          </a:p>
          <a:p>
            <a:r>
              <a:t>          "quote": "項目7"</a:t>
            </a:r>
          </a:p>
          <a:p>
            <a:r>
              <a:t>        }</a:t>
            </a:r>
          </a:p>
          <a:p>
            <a:r>
              <a:t>      ],</a:t>
            </a:r>
          </a:p>
          <a:p>
            <a:r>
              <a:t>      "mode": "verbatim"</a:t>
            </a:r>
          </a:p>
          <a:p>
            <a:r>
              <a:t>    },</a:t>
            </a:r>
          </a:p>
          <a:p>
            <a:r>
              <a:t>    {</a:t>
            </a:r>
          </a:p>
          <a:p>
            <a:r>
              <a:t>      "text": "項目8",</a:t>
            </a:r>
          </a:p>
          <a:p>
            <a:r>
              <a:t>      "refs": [</a:t>
            </a:r>
          </a:p>
          <a:p>
            <a:r>
              <a:t>        {</a:t>
            </a:r>
          </a:p>
          <a:p>
            <a:r>
              <a:t>          "source_id": "s018",</a:t>
            </a:r>
          </a:p>
          <a:p>
            <a:r>
              <a:t>          "quote": "項目8"</a:t>
            </a:r>
          </a:p>
          <a:p>
            <a:r>
              <a:t>        }</a:t>
            </a:r>
          </a:p>
          <a:p>
            <a:r>
              <a:t>      ],</a:t>
            </a:r>
          </a:p>
          <a:p>
            <a:r>
              <a:t>      "mode": "verbatim"</a:t>
            </a:r>
          </a:p>
          <a:p>
            <a:r>
              <a:t>    },</a:t>
            </a:r>
          </a:p>
          <a:p>
            <a:r>
              <a:t>    {</a:t>
            </a:r>
          </a:p>
          <a:p>
            <a:r>
              <a:t>      "text": "項目9",</a:t>
            </a:r>
          </a:p>
          <a:p>
            <a:r>
              <a:t>      "refs": [</a:t>
            </a:r>
          </a:p>
          <a:p>
            <a:r>
              <a:t>        {</a:t>
            </a:r>
          </a:p>
          <a:p>
            <a:r>
              <a:t>          "source_id": "s018",</a:t>
            </a:r>
          </a:p>
          <a:p>
            <a:r>
              <a:t>          "quote": "項目9"</a:t>
            </a:r>
          </a:p>
          <a:p>
            <a:r>
              <a:t>        }</a:t>
            </a:r>
          </a:p>
          <a:p>
            <a:r>
              <a:t>      ],</a:t>
            </a:r>
          </a:p>
          <a:p>
            <a:r>
              <a:t>      "mode": "verbatim"</a:t>
            </a:r>
          </a:p>
          <a:p>
            <a:r>
              <a:t>    },</a:t>
            </a:r>
          </a:p>
          <a:p>
            <a:r>
              <a:t>    {</a:t>
            </a:r>
          </a:p>
          <a:p>
            <a:r>
              <a:t>      "text": "項目10",</a:t>
            </a:r>
          </a:p>
          <a:p>
            <a:r>
              <a:t>      "refs": [</a:t>
            </a:r>
          </a:p>
          <a:p>
            <a:r>
              <a:t>        {</a:t>
            </a:r>
          </a:p>
          <a:p>
            <a:r>
              <a:t>          "source_id": "s018",</a:t>
            </a:r>
          </a:p>
          <a:p>
            <a:r>
              <a:t>          "quote": "項目10"</a:t>
            </a:r>
          </a:p>
          <a:p>
            <a:r>
              <a:t>        }</a:t>
            </a:r>
          </a:p>
          <a:p>
            <a:r>
              <a:t>      ],</a:t>
            </a:r>
          </a:p>
          <a:p>
            <a:r>
              <a:t>      "mode": "verbatim"</a:t>
            </a:r>
          </a:p>
          <a:p>
            <a:r>
              <a:t>    },</a:t>
            </a:r>
          </a:p>
          <a:p>
            <a:r>
              <a:t>    {</a:t>
            </a:r>
          </a:p>
          <a:p>
            <a:r>
              <a:t>      "text": "項目11",</a:t>
            </a:r>
          </a:p>
          <a:p>
            <a:r>
              <a:t>      "refs": [</a:t>
            </a:r>
          </a:p>
          <a:p>
            <a:r>
              <a:t>        {</a:t>
            </a:r>
          </a:p>
          <a:p>
            <a:r>
              <a:t>          "source_id": "s018",</a:t>
            </a:r>
          </a:p>
          <a:p>
            <a:r>
              <a:t>          "quote": "項目11"</a:t>
            </a:r>
          </a:p>
          <a:p>
            <a:r>
              <a:t>        }</a:t>
            </a:r>
          </a:p>
          <a:p>
            <a:r>
              <a:t>      ],</a:t>
            </a:r>
          </a:p>
          <a:p>
            <a:r>
              <a:t>      "mode": "verbatim"</a:t>
            </a:r>
          </a:p>
          <a:p>
            <a:r>
              <a:t>    },</a:t>
            </a:r>
          </a:p>
          <a:p>
            <a:r>
              <a:t>    {</a:t>
            </a:r>
          </a:p>
          <a:p>
            <a:r>
              <a:t>      "text": "項目12",</a:t>
            </a:r>
          </a:p>
          <a:p>
            <a:r>
              <a:t>      "refs": [</a:t>
            </a:r>
          </a:p>
          <a:p>
            <a:r>
              <a:t>        {</a:t>
            </a:r>
          </a:p>
          <a:p>
            <a:r>
              <a:t>          "source_id": "s018",</a:t>
            </a:r>
          </a:p>
          <a:p>
            <a:r>
              <a:t>          "quote": "項目12"</a:t>
            </a:r>
          </a:p>
          <a:p>
            <a:r>
              <a:t>        }</a:t>
            </a:r>
          </a:p>
          <a:p>
            <a:r>
              <a:t>      ],</a:t>
            </a:r>
          </a:p>
          <a:p>
            <a:r>
              <a:t>      "mode": "verbatim"</a:t>
            </a:r>
          </a:p>
          <a:p>
            <a:r>
              <a:t>    },</a:t>
            </a:r>
          </a:p>
          <a:p>
            <a:r>
              <a:t>    {</a:t>
            </a:r>
          </a:p>
          <a:p>
            <a:r>
              <a:t>      "text": "Y",</a:t>
            </a:r>
          </a:p>
          <a:p>
            <a:r>
              <a:t>      "refs": [</a:t>
            </a:r>
          </a:p>
          <a:p>
            <a:r>
              <a:t>        {</a:t>
            </a:r>
          </a:p>
          <a:p>
            <a:r>
              <a:t>          "source_id": "s018",</a:t>
            </a:r>
          </a:p>
          <a:p>
            <a:r>
              <a:t>          "quote": "Y"</a:t>
            </a:r>
          </a:p>
          <a:p>
            <a:r>
              <a:t>        }</a:t>
            </a:r>
          </a:p>
          <a:p>
            <a:r>
              <a:t>      ],</a:t>
            </a:r>
          </a:p>
          <a:p>
            <a:r>
              <a:t>      "mode": "verbatim"</a:t>
            </a:r>
          </a:p>
          <a:p>
            <a:r>
              <a:t>    },</a:t>
            </a:r>
          </a:p>
          <a:p>
            <a:r>
              <a:t>    {</a:t>
            </a:r>
          </a:p>
          <a:p>
            <a:r>
              <a:t>      "value": 17.0,</a:t>
            </a:r>
          </a:p>
          <a:p>
            <a:r>
              <a:t>      "refs": [</a:t>
            </a:r>
          </a:p>
          <a:p>
            <a:r>
              <a:t>        {</a:t>
            </a:r>
          </a:p>
          <a:p>
            <a:r>
              <a:t>          "source_id": "s018",</a:t>
            </a:r>
          </a:p>
          <a:p>
            <a:r>
              <a:t>          "quote": "17"</a:t>
            </a:r>
          </a:p>
          <a:p>
            <a:r>
              <a:t>        }</a:t>
            </a:r>
          </a:p>
          <a:p>
            <a:r>
              <a:t>      ]</a:t>
            </a:r>
          </a:p>
          <a:p>
            <a:r>
              <a:t>    },</a:t>
            </a:r>
          </a:p>
          <a:p>
            <a:r>
              <a:t>    {</a:t>
            </a:r>
          </a:p>
          <a:p>
            <a:r>
              <a:t>      "value": 29.0,</a:t>
            </a:r>
          </a:p>
          <a:p>
            <a:r>
              <a:t>      "refs": [</a:t>
            </a:r>
          </a:p>
          <a:p>
            <a:r>
              <a:t>        {</a:t>
            </a:r>
          </a:p>
          <a:p>
            <a:r>
              <a:t>          "source_id": "s018",</a:t>
            </a:r>
          </a:p>
          <a:p>
            <a:r>
              <a:t>          "quote": "29"</a:t>
            </a:r>
          </a:p>
          <a:p>
            <a:r>
              <a:t>        }</a:t>
            </a:r>
          </a:p>
          <a:p>
            <a:r>
              <a:t>      ]</a:t>
            </a:r>
          </a:p>
          <a:p>
            <a:r>
              <a:t>    },</a:t>
            </a:r>
          </a:p>
          <a:p>
            <a:r>
              <a:t>    {</a:t>
            </a:r>
          </a:p>
          <a:p>
            <a:r>
              <a:t>      "value": 24.0,</a:t>
            </a:r>
          </a:p>
          <a:p>
            <a:r>
              <a:t>      "refs": [</a:t>
            </a:r>
          </a:p>
          <a:p>
            <a:r>
              <a:t>        {</a:t>
            </a:r>
          </a:p>
          <a:p>
            <a:r>
              <a:t>          "source_id": "s018",</a:t>
            </a:r>
          </a:p>
          <a:p>
            <a:r>
              <a:t>          "quote": "24"</a:t>
            </a:r>
          </a:p>
          <a:p>
            <a:r>
              <a:t>        }</a:t>
            </a:r>
          </a:p>
          <a:p>
            <a:r>
              <a:t>      ]</a:t>
            </a:r>
          </a:p>
          <a:p>
            <a:r>
              <a:t>    },</a:t>
            </a:r>
          </a:p>
          <a:p>
            <a:r>
              <a:t>    {</a:t>
            </a:r>
          </a:p>
          <a:p>
            <a:r>
              <a:t>      "value": 41.0,</a:t>
            </a:r>
          </a:p>
          <a:p>
            <a:r>
              <a:t>      "refs": [</a:t>
            </a:r>
          </a:p>
          <a:p>
            <a:r>
              <a:t>        {</a:t>
            </a:r>
          </a:p>
          <a:p>
            <a:r>
              <a:t>          "source_id": "s018",</a:t>
            </a:r>
          </a:p>
          <a:p>
            <a:r>
              <a:t>          "quote": "41"</a:t>
            </a:r>
          </a:p>
          <a:p>
            <a:r>
              <a:t>        }</a:t>
            </a:r>
          </a:p>
          <a:p>
            <a:r>
              <a:t>      ]</a:t>
            </a:r>
          </a:p>
          <a:p>
            <a:r>
              <a:t>    },</a:t>
            </a:r>
          </a:p>
          <a:p>
            <a:r>
              <a:t>    {</a:t>
            </a:r>
          </a:p>
          <a:p>
            <a:r>
              <a:t>      "value": 52.0,</a:t>
            </a:r>
          </a:p>
          <a:p>
            <a:r>
              <a:t>      "refs": [</a:t>
            </a:r>
          </a:p>
          <a:p>
            <a:r>
              <a:t>        {</a:t>
            </a:r>
          </a:p>
          <a:p>
            <a:r>
              <a:t>          "source_id": "s018",</a:t>
            </a:r>
          </a:p>
          <a:p>
            <a:r>
              <a:t>          "quote": "52"</a:t>
            </a:r>
          </a:p>
          <a:p>
            <a:r>
              <a:t>        }</a:t>
            </a:r>
          </a:p>
          <a:p>
            <a:r>
              <a:t>      ]</a:t>
            </a:r>
          </a:p>
          <a:p>
            <a:r>
              <a:t>    },</a:t>
            </a:r>
          </a:p>
          <a:p>
            <a:r>
              <a:t>    {</a:t>
            </a:r>
          </a:p>
          <a:p>
            <a:r>
              <a:t>      "value": 62.0,</a:t>
            </a:r>
          </a:p>
          <a:p>
            <a:r>
              <a:t>      "refs": [</a:t>
            </a:r>
          </a:p>
          <a:p>
            <a:r>
              <a:t>        {</a:t>
            </a:r>
          </a:p>
          <a:p>
            <a:r>
              <a:t>          "source_id": "s018",</a:t>
            </a:r>
          </a:p>
          <a:p>
            <a:r>
              <a:t>          "quote": "62"</a:t>
            </a:r>
          </a:p>
          <a:p>
            <a:r>
              <a:t>        }</a:t>
            </a:r>
          </a:p>
          <a:p>
            <a:r>
              <a:t>      ]</a:t>
            </a:r>
          </a:p>
          <a:p>
            <a:r>
              <a:t>    },</a:t>
            </a:r>
          </a:p>
          <a:p>
            <a:r>
              <a:t>    {</a:t>
            </a:r>
          </a:p>
          <a:p>
            <a:r>
              <a:t>      "value": 71.0,</a:t>
            </a:r>
          </a:p>
          <a:p>
            <a:r>
              <a:t>      "refs": [</a:t>
            </a:r>
          </a:p>
          <a:p>
            <a:r>
              <a:t>        {</a:t>
            </a:r>
          </a:p>
          <a:p>
            <a:r>
              <a:t>          "source_id": "s018",</a:t>
            </a:r>
          </a:p>
          <a:p>
            <a:r>
              <a:t>          "quote": "71"</a:t>
            </a:r>
          </a:p>
          <a:p>
            <a:r>
              <a:t>        }</a:t>
            </a:r>
          </a:p>
          <a:p>
            <a:r>
              <a:t>      ]</a:t>
            </a:r>
          </a:p>
          <a:p>
            <a:r>
              <a:t>    },</a:t>
            </a:r>
          </a:p>
          <a:p>
            <a:r>
              <a:t>    {</a:t>
            </a:r>
          </a:p>
          <a:p>
            <a:r>
              <a:t>      "value": 83.0,</a:t>
            </a:r>
          </a:p>
          <a:p>
            <a:r>
              <a:t>      "refs": [</a:t>
            </a:r>
          </a:p>
          <a:p>
            <a:r>
              <a:t>        {</a:t>
            </a:r>
          </a:p>
          <a:p>
            <a:r>
              <a:t>          "source_id": "s018",</a:t>
            </a:r>
          </a:p>
          <a:p>
            <a:r>
              <a:t>          "quote": "83"</a:t>
            </a:r>
          </a:p>
          <a:p>
            <a:r>
              <a:t>        }</a:t>
            </a:r>
          </a:p>
          <a:p>
            <a:r>
              <a:t>      ]</a:t>
            </a:r>
          </a:p>
          <a:p>
            <a:r>
              <a:t>    },</a:t>
            </a:r>
          </a:p>
          <a:p>
            <a:r>
              <a:t>    {</a:t>
            </a:r>
          </a:p>
          <a:p>
            <a:r>
              <a:t>      "value": 10.0,</a:t>
            </a:r>
          </a:p>
          <a:p>
            <a:r>
              <a:t>      "refs": [</a:t>
            </a:r>
          </a:p>
          <a:p>
            <a:r>
              <a:t>        {</a:t>
            </a:r>
          </a:p>
          <a:p>
            <a:r>
              <a:t>          "source_id": "s018",</a:t>
            </a:r>
          </a:p>
          <a:p>
            <a:r>
              <a:t>          "quote": "10"</a:t>
            </a:r>
          </a:p>
          <a:p>
            <a:r>
              <a:t>        }</a:t>
            </a:r>
          </a:p>
          <a:p>
            <a:r>
              <a:t>      ]</a:t>
            </a:r>
          </a:p>
          <a:p>
            <a:r>
              <a:t>    },</a:t>
            </a:r>
          </a:p>
          <a:p>
            <a:r>
              <a:t>    {</a:t>
            </a:r>
          </a:p>
          <a:p>
            <a:r>
              <a:t>      "value": 20.0,</a:t>
            </a:r>
          </a:p>
          <a:p>
            <a:r>
              <a:t>      "refs": [</a:t>
            </a:r>
          </a:p>
          <a:p>
            <a:r>
              <a:t>        {</a:t>
            </a:r>
          </a:p>
          <a:p>
            <a:r>
              <a:t>          "source_id": "s018",</a:t>
            </a:r>
          </a:p>
          <a:p>
            <a:r>
              <a:t>          "quote": "20"</a:t>
            </a:r>
          </a:p>
          <a:p>
            <a:r>
              <a:t>        }</a:t>
            </a:r>
          </a:p>
          <a:p>
            <a:r>
              <a:t>      ]</a:t>
            </a:r>
          </a:p>
          <a:p>
            <a:r>
              <a:t>    },</a:t>
            </a:r>
          </a:p>
          <a:p>
            <a:r>
              <a:t>    {</a:t>
            </a:r>
          </a:p>
          <a:p>
            <a:r>
              <a:t>      "value": 32.0,</a:t>
            </a:r>
          </a:p>
          <a:p>
            <a:r>
              <a:t>      "refs": [</a:t>
            </a:r>
          </a:p>
          <a:p>
            <a:r>
              <a:t>        {</a:t>
            </a:r>
          </a:p>
          <a:p>
            <a:r>
              <a:t>          "source_id": "s018",</a:t>
            </a:r>
          </a:p>
          <a:p>
            <a:r>
              <a:t>          "quote": "32"</a:t>
            </a:r>
          </a:p>
          <a:p>
            <a:r>
              <a:t>        }</a:t>
            </a:r>
          </a:p>
          <a:p>
            <a:r>
              <a:t>      ]</a:t>
            </a:r>
          </a:p>
          <a:p>
            <a:r>
              <a:t>    },</a:t>
            </a:r>
          </a:p>
          <a:p>
            <a:r>
              <a:t>    {</a:t>
            </a:r>
          </a:p>
          <a:p>
            <a:r>
              <a:t>      "value": 41.0,</a:t>
            </a:r>
          </a:p>
          <a:p>
            <a:r>
              <a:t>      "refs": [</a:t>
            </a:r>
          </a:p>
          <a:p>
            <a:r>
              <a:t>        {</a:t>
            </a:r>
          </a:p>
          <a:p>
            <a:r>
              <a:t>          "source_id": "s018",</a:t>
            </a:r>
          </a:p>
          <a:p>
            <a:r>
              <a:t>          "quote": "41"</a:t>
            </a:r>
          </a:p>
          <a:p>
            <a:r>
              <a:t>        }</a:t>
            </a:r>
          </a:p>
          <a:p>
            <a:r>
              <a:t>      ]</a:t>
            </a:r>
          </a:p>
          <a:p>
            <a:r>
              <a:t>    },</a:t>
            </a:r>
          </a:p>
          <a:p>
            <a:r>
              <a:t>    {</a:t>
            </a:r>
          </a:p>
          <a:p>
            <a:r>
              <a:t>      "value": 56.0,</a:t>
            </a:r>
          </a:p>
          <a:p>
            <a:r>
              <a:t>      "refs": [</a:t>
            </a:r>
          </a:p>
          <a:p>
            <a:r>
              <a:t>        {</a:t>
            </a:r>
          </a:p>
          <a:p>
            <a:r>
              <a:t>          "source_id": "s018",</a:t>
            </a:r>
          </a:p>
          <a:p>
            <a:r>
              <a:t>          "quote": "56"</a:t>
            </a:r>
          </a:p>
          <a:p>
            <a:r>
              <a:t>        }</a:t>
            </a:r>
          </a:p>
          <a:p>
            <a:r>
              <a:t>      ]</a:t>
            </a:r>
          </a:p>
          <a:p>
            <a:r>
              <a:t>    },</a:t>
            </a:r>
          </a:p>
          <a:p>
            <a:r>
              <a:t>    {</a:t>
            </a:r>
          </a:p>
          <a:p>
            <a:r>
              <a:t>      "value": 65.0,</a:t>
            </a:r>
          </a:p>
          <a:p>
            <a:r>
              <a:t>      "refs": [</a:t>
            </a:r>
          </a:p>
          <a:p>
            <a:r>
              <a:t>        {</a:t>
            </a:r>
          </a:p>
          <a:p>
            <a:r>
              <a:t>          "source_id": "s018",</a:t>
            </a:r>
          </a:p>
          <a:p>
            <a:r>
              <a:t>          "quote": "65"</a:t>
            </a:r>
          </a:p>
          <a:p>
            <a:r>
              <a:t>        }</a:t>
            </a:r>
          </a:p>
          <a:p>
            <a:r>
              <a:t>      ]</a:t>
            </a:r>
          </a:p>
          <a:p>
            <a:r>
              <a:t>    },</a:t>
            </a:r>
          </a:p>
          <a:p>
            <a:r>
              <a:t>    {</a:t>
            </a:r>
          </a:p>
          <a:p>
            <a:r>
              <a:t>      "value": 78.0,</a:t>
            </a:r>
          </a:p>
          <a:p>
            <a:r>
              <a:t>      "refs": [</a:t>
            </a:r>
          </a:p>
          <a:p>
            <a:r>
              <a:t>        {</a:t>
            </a:r>
          </a:p>
          <a:p>
            <a:r>
              <a:t>          "source_id": "s018",</a:t>
            </a:r>
          </a:p>
          <a:p>
            <a:r>
              <a:t>          "quote": "78"</a:t>
            </a:r>
          </a:p>
          <a:p>
            <a:r>
              <a:t>        }</a:t>
            </a:r>
          </a:p>
          <a:p>
            <a:r>
              <a:t>      ]</a:t>
            </a:r>
          </a:p>
          <a:p>
            <a:r>
              <a:t>    },</a:t>
            </a:r>
          </a:p>
          <a:p>
            <a:r>
              <a:t>    {</a:t>
            </a:r>
          </a:p>
          <a:p>
            <a:r>
              <a:t>      "value": 90.0,</a:t>
            </a:r>
          </a:p>
          <a:p>
            <a:r>
              <a:t>      "refs": [</a:t>
            </a:r>
          </a:p>
          <a:p>
            <a:r>
              <a:t>        {</a:t>
            </a:r>
          </a:p>
          <a:p>
            <a:r>
              <a:t>          "source_id": "s018",</a:t>
            </a:r>
          </a:p>
          <a:p>
            <a:r>
              <a:t>          "quote": "90"</a:t>
            </a:r>
          </a:p>
          <a:p>
            <a:r>
              <a:t>        }</a:t>
            </a:r>
          </a:p>
          <a:p>
            <a:r>
              <a:t>      ]</a:t>
            </a:r>
          </a:p>
          <a:p>
            <a:r>
              <a:t>    }</a:t>
            </a:r>
          </a:p>
          <a:p>
            <a:r>
              <a:t>  ],</a:t>
            </a:r>
          </a:p>
          <a:p>
            <a:r>
              <a:t>  "citations": {</a:t>
            </a:r>
          </a:p>
          <a:p>
            <a:r>
              <a:t>    "s018": "Public MIT sample: templates/freeform_parts_16x9.html section 18"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"d36e8ecde7c4c42eb6e198a5834dc957d8040b703dfd3616e458e7e73c1927af"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"slide019",</a:t>
            </a:r>
          </a:p>
          <a:p>
            <a:r>
              <a:t>  "origin": "catalog",</a:t>
            </a:r>
          </a:p>
          <a:p>
            <a:r>
              <a:t>  "layout_id": "pillars_foundation",</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"柱＋土台",</a:t>
            </a:r>
          </a:p>
          <a:p>
            <a:r>
              <a:t>      "refs": [</a:t>
            </a:r>
          </a:p>
          <a:p>
            <a:r>
              <a:t>        {</a:t>
            </a:r>
          </a:p>
          <a:p>
            <a:r>
              <a:t>          "source_id": "s019",</a:t>
            </a:r>
          </a:p>
          <a:p>
            <a:r>
              <a:t>          "quote": "柱＋土台"</a:t>
            </a:r>
          </a:p>
          <a:p>
            <a:r>
              <a:t>        }</a:t>
            </a:r>
          </a:p>
          <a:p>
            <a:r>
              <a:t>      ],</a:t>
            </a:r>
          </a:p>
          <a:p>
            <a:r>
              <a:t>      "mode": "verbatim"</a:t>
            </a:r>
          </a:p>
          <a:p>
            <a:r>
              <a:t>    },</a:t>
            </a:r>
          </a:p>
          <a:p>
            <a:r>
              <a:t>    {</a:t>
            </a:r>
          </a:p>
          <a:p>
            <a:r>
              <a:t>      "text": "出典：公開見本",</a:t>
            </a:r>
          </a:p>
          <a:p>
            <a:r>
              <a:t>      "refs": [</a:t>
            </a:r>
          </a:p>
          <a:p>
            <a:r>
              <a:t>        {</a:t>
            </a:r>
          </a:p>
          <a:p>
            <a:r>
              <a:t>          "source_id": "s019",</a:t>
            </a:r>
          </a:p>
          <a:p>
            <a:r>
              <a:t>          "quote": "出典：公開見本"</a:t>
            </a:r>
          </a:p>
          <a:p>
            <a:r>
              <a:t>        }</a:t>
            </a:r>
          </a:p>
          <a:p>
            <a:r>
              <a:t>      ],</a:t>
            </a:r>
          </a:p>
          <a:p>
            <a:r>
              <a:t>      "mode": "verbatim"</a:t>
            </a:r>
          </a:p>
          <a:p>
            <a:r>
              <a:t>    },</a:t>
            </a:r>
          </a:p>
          <a:p>
            <a:r>
              <a:t>    {</a:t>
            </a:r>
          </a:p>
          <a:p>
            <a:r>
              <a:t>      "text": "項目1\n記載例1",</a:t>
            </a:r>
          </a:p>
          <a:p>
            <a:r>
              <a:t>      "refs": [</a:t>
            </a:r>
          </a:p>
          <a:p>
            <a:r>
              <a:t>        {</a:t>
            </a:r>
          </a:p>
          <a:p>
            <a:r>
              <a:t>          "source_id": "s019",</a:t>
            </a:r>
          </a:p>
          <a:p>
            <a:r>
              <a:t>          "quote": "項目1\n記載例1"</a:t>
            </a:r>
          </a:p>
          <a:p>
            <a:r>
              <a:t>        }</a:t>
            </a:r>
          </a:p>
          <a:p>
            <a:r>
              <a:t>      ],</a:t>
            </a:r>
          </a:p>
          <a:p>
            <a:r>
              <a:t>      "mode": "verbatim"</a:t>
            </a:r>
          </a:p>
          <a:p>
            <a:r>
              <a:t>    },</a:t>
            </a:r>
          </a:p>
          <a:p>
            <a:r>
              <a:t>    {</a:t>
            </a:r>
          </a:p>
          <a:p>
            <a:r>
              <a:t>      "text": "項目2\n記載例2",</a:t>
            </a:r>
          </a:p>
          <a:p>
            <a:r>
              <a:t>      "refs": [</a:t>
            </a:r>
          </a:p>
          <a:p>
            <a:r>
              <a:t>        {</a:t>
            </a:r>
          </a:p>
          <a:p>
            <a:r>
              <a:t>          "source_id": "s019",</a:t>
            </a:r>
          </a:p>
          <a:p>
            <a:r>
              <a:t>          "quote": "項目2\n記載例2"</a:t>
            </a:r>
          </a:p>
          <a:p>
            <a:r>
              <a:t>        }</a:t>
            </a:r>
          </a:p>
          <a:p>
            <a:r>
              <a:t>      ],</a:t>
            </a:r>
          </a:p>
          <a:p>
            <a:r>
              <a:t>      "mode": "verbatim"</a:t>
            </a:r>
          </a:p>
          <a:p>
            <a:r>
              <a:t>    },</a:t>
            </a:r>
          </a:p>
          <a:p>
            <a:r>
              <a:t>    {</a:t>
            </a:r>
          </a:p>
          <a:p>
            <a:r>
              <a:t>      "text": "項目3\n記載例3",</a:t>
            </a:r>
          </a:p>
          <a:p>
            <a:r>
              <a:t>      "refs": [</a:t>
            </a:r>
          </a:p>
          <a:p>
            <a:r>
              <a:t>        {</a:t>
            </a:r>
          </a:p>
          <a:p>
            <a:r>
              <a:t>          "source_id": "s019",</a:t>
            </a:r>
          </a:p>
          <a:p>
            <a:r>
              <a:t>          "quote": "項目3\n記載例3"</a:t>
            </a:r>
          </a:p>
          <a:p>
            <a:r>
              <a:t>        }</a:t>
            </a:r>
          </a:p>
          <a:p>
            <a:r>
              <a:t>      ],</a:t>
            </a:r>
          </a:p>
          <a:p>
            <a:r>
              <a:t>      "mode": "verbatim"</a:t>
            </a:r>
          </a:p>
          <a:p>
            <a:r>
              <a:t>    },</a:t>
            </a:r>
          </a:p>
          <a:p>
            <a:r>
              <a:t>    {</a:t>
            </a:r>
          </a:p>
          <a:p>
            <a:r>
              <a:t>      "text": "項目4\n記載例4",</a:t>
            </a:r>
          </a:p>
          <a:p>
            <a:r>
              <a:t>      "refs": [</a:t>
            </a:r>
          </a:p>
          <a:p>
            <a:r>
              <a:t>        {</a:t>
            </a:r>
          </a:p>
          <a:p>
            <a:r>
              <a:t>          "source_id": "s019",</a:t>
            </a:r>
          </a:p>
          <a:p>
            <a:r>
              <a:t>          "quote": "項目4\n記載例4"</a:t>
            </a:r>
          </a:p>
          <a:p>
            <a:r>
              <a:t>        }</a:t>
            </a:r>
          </a:p>
          <a:p>
            <a:r>
              <a:t>      ],</a:t>
            </a:r>
          </a:p>
          <a:p>
            <a:r>
              <a:t>      "mode": "verbatim"</a:t>
            </a:r>
          </a:p>
          <a:p>
            <a:r>
              <a:t>    },</a:t>
            </a:r>
          </a:p>
          <a:p>
            <a:r>
              <a:t>    {</a:t>
            </a:r>
          </a:p>
          <a:p>
            <a:r>
              <a:t>      "text": "共通条件1 記載例5を全社で整えること",</a:t>
            </a:r>
          </a:p>
          <a:p>
            <a:r>
              <a:t>      "refs": [</a:t>
            </a:r>
          </a:p>
          <a:p>
            <a:r>
              <a:t>        {</a:t>
            </a:r>
          </a:p>
          <a:p>
            <a:r>
              <a:t>          "source_id": "s019",</a:t>
            </a:r>
          </a:p>
          <a:p>
            <a:r>
              <a:t>          "quote": "共通条件1 記載例5を全社で整えること"</a:t>
            </a:r>
          </a:p>
          <a:p>
            <a:r>
              <a:t>        }</a:t>
            </a:r>
          </a:p>
          <a:p>
            <a:r>
              <a:t>      ],</a:t>
            </a:r>
          </a:p>
          <a:p>
            <a:r>
              <a:t>      "mode": "verbatim"</a:t>
            </a:r>
          </a:p>
          <a:p>
            <a:r>
              <a:t>    },</a:t>
            </a:r>
          </a:p>
          <a:p>
            <a:r>
              <a:t>    {</a:t>
            </a:r>
          </a:p>
          <a:p>
            <a:r>
              <a:t>      "text": "共通条件2 記載例6を継続的に確保すること",</a:t>
            </a:r>
          </a:p>
          <a:p>
            <a:r>
              <a:t>      "refs": [</a:t>
            </a:r>
          </a:p>
          <a:p>
            <a:r>
              <a:t>        {</a:t>
            </a:r>
          </a:p>
          <a:p>
            <a:r>
              <a:t>          "source_id": "s019",</a:t>
            </a:r>
          </a:p>
          <a:p>
            <a:r>
              <a:t>          "quote": "共通条件2 記載例6を継続的に確保すること"</a:t>
            </a:r>
          </a:p>
          <a:p>
            <a:r>
              <a:t>        }</a:t>
            </a:r>
          </a:p>
          <a:p>
            <a:r>
              <a:t>      ],</a:t>
            </a:r>
          </a:p>
          <a:p>
            <a:r>
              <a:t>      "mode": "verbatim"</a:t>
            </a:r>
          </a:p>
          <a:p>
            <a:r>
              <a:t>    }</a:t>
            </a:r>
          </a:p>
          <a:p>
            <a:r>
              <a:t>  ],</a:t>
            </a:r>
          </a:p>
          <a:p>
            <a:r>
              <a:t>  "citations": {</a:t>
            </a:r>
          </a:p>
          <a:p>
            <a:r>
              <a:t>    "s019": "Public MIT sample: templates/freeform_parts_16x9.html section 19"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"877851eee5ebf9e1946012b52ea7f4c47f173e1ed3c33a87868fafc180321b44"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"slide020",</a:t>
            </a:r>
          </a:p>
          <a:p>
            <a:r>
              <a:t>  "origin": "catalog",</a:t>
            </a:r>
          </a:p>
          <a:p>
            <a:r>
              <a:t>  "layout_id": "opposing_chevrons",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"対向シェブロン",</a:t>
            </a:r>
          </a:p>
          <a:p>
            <a:r>
              <a:t>      "refs": [</a:t>
            </a:r>
          </a:p>
          <a:p>
            <a:r>
              <a:t>        {</a:t>
            </a:r>
          </a:p>
          <a:p>
            <a:r>
              <a:t>          "source_id": "s020",</a:t>
            </a:r>
          </a:p>
          <a:p>
            <a:r>
              <a:t>          "quote": "対向シェブロン"</a:t>
            </a:r>
          </a:p>
          <a:p>
            <a:r>
              <a:t>        }</a:t>
            </a:r>
          </a:p>
          <a:p>
            <a:r>
              <a:t>      ],</a:t>
            </a:r>
          </a:p>
          <a:p>
            <a:r>
              <a:t>      "mode": "verbatim"</a:t>
            </a:r>
          </a:p>
          <a:p>
            <a:r>
              <a:t>    },</a:t>
            </a:r>
          </a:p>
          <a:p>
            <a:r>
              <a:t>    {</a:t>
            </a:r>
          </a:p>
          <a:p>
            <a:r>
              <a:t>      "text": "出典：公開見本",</a:t>
            </a:r>
          </a:p>
          <a:p>
            <a:r>
              <a:t>      "refs": [</a:t>
            </a:r>
          </a:p>
          <a:p>
            <a:r>
              <a:t>        {</a:t>
            </a:r>
          </a:p>
          <a:p>
            <a:r>
              <a:t>          "source_id": "s020",</a:t>
            </a:r>
          </a:p>
          <a:p>
            <a:r>
              <a:t>          "quote": "出典：公開見本"</a:t>
            </a:r>
          </a:p>
          <a:p>
            <a:r>
              <a:t>        }</a:t>
            </a:r>
          </a:p>
          <a:p>
            <a:r>
              <a:t>      ],</a:t>
            </a:r>
          </a:p>
          <a:p>
            <a:r>
              <a:t>      "mode": "verbatim"</a:t>
            </a:r>
          </a:p>
          <a:p>
            <a:r>
              <a:t>    },</a:t>
            </a:r>
          </a:p>
          <a:p>
            <a:r>
              <a:t>    {</a:t>
            </a:r>
          </a:p>
          <a:p>
            <a:r>
              <a:t>      "text": "記載例1",</a:t>
            </a:r>
          </a:p>
          <a:p>
            <a:r>
              <a:t>      "refs": [</a:t>
            </a:r>
          </a:p>
          <a:p>
            <a:r>
              <a:t>        {</a:t>
            </a:r>
          </a:p>
          <a:p>
            <a:r>
              <a:t>          "source_id": "s020",</a:t>
            </a:r>
          </a:p>
          <a:p>
            <a:r>
              <a:t>          "quote": "記載例1"</a:t>
            </a:r>
          </a:p>
          <a:p>
            <a:r>
              <a:t>        }</a:t>
            </a:r>
          </a:p>
          <a:p>
            <a:r>
              <a:t>      ],</a:t>
            </a:r>
          </a:p>
          <a:p>
            <a:r>
              <a:t>      "mode": "verbatim"</a:t>
            </a:r>
          </a:p>
          <a:p>
            <a:r>
              <a:t>    },</a:t>
            </a:r>
          </a:p>
          <a:p>
            <a:r>
              <a:t>    {</a:t>
            </a:r>
          </a:p>
          <a:p>
            <a:r>
              <a:t>      "text": "記載例2",</a:t>
            </a:r>
          </a:p>
          <a:p>
            <a:r>
              <a:t>      "refs": [</a:t>
            </a:r>
          </a:p>
          <a:p>
            <a:r>
              <a:t>        {</a:t>
            </a:r>
          </a:p>
          <a:p>
            <a:r>
              <a:t>          "source_id": "s020",</a:t>
            </a:r>
          </a:p>
          <a:p>
            <a:r>
              <a:t>          "quote": "記載例2"</a:t>
            </a:r>
          </a:p>
          <a:p>
            <a:r>
              <a:t>        }</a:t>
            </a:r>
          </a:p>
          <a:p>
            <a:r>
              <a:t>      ],</a:t>
            </a:r>
          </a:p>
          <a:p>
            <a:r>
              <a:t>      "mode": "verbatim"</a:t>
            </a:r>
          </a:p>
          <a:p>
            <a:r>
              <a:t>    },</a:t>
            </a:r>
          </a:p>
          <a:p>
            <a:r>
              <a:t>    {</a:t>
            </a:r>
          </a:p>
          <a:p>
            <a:r>
              <a:t>      "text": "記載例3",</a:t>
            </a:r>
          </a:p>
          <a:p>
            <a:r>
              <a:t>      "refs": [</a:t>
            </a:r>
          </a:p>
          <a:p>
            <a:r>
              <a:t>        {</a:t>
            </a:r>
          </a:p>
          <a:p>
            <a:r>
              <a:t>          "source_id": "s020",</a:t>
            </a:r>
          </a:p>
          <a:p>
            <a:r>
              <a:t>          "quote": "記載例3"</a:t>
            </a:r>
          </a:p>
          <a:p>
            <a:r>
              <a:t>        }</a:t>
            </a:r>
          </a:p>
          <a:p>
            <a:r>
              <a:t>      ],</a:t>
            </a:r>
          </a:p>
          <a:p>
            <a:r>
              <a:t>      "mode": "verbatim"</a:t>
            </a:r>
          </a:p>
          <a:p>
            <a:r>
              <a:t>    },</a:t>
            </a:r>
          </a:p>
          <a:p>
            <a:r>
              <a:t>    {</a:t>
            </a:r>
          </a:p>
          <a:p>
            <a:r>
              <a:t>      "text": "記載例4",</a:t>
            </a:r>
          </a:p>
          <a:p>
            <a:r>
              <a:t>      "refs": [</a:t>
            </a:r>
          </a:p>
          <a:p>
            <a:r>
              <a:t>        {</a:t>
            </a:r>
          </a:p>
          <a:p>
            <a:r>
              <a:t>          "source_id": "s020",</a:t>
            </a:r>
          </a:p>
          <a:p>
            <a:r>
              <a:t>          "quote": "記載例4"</a:t>
            </a:r>
          </a:p>
          <a:p>
            <a:r>
              <a:t>        }</a:t>
            </a:r>
          </a:p>
          <a:p>
            <a:r>
              <a:t>      ],</a:t>
            </a:r>
          </a:p>
          <a:p>
            <a:r>
              <a:t>      "mode": "verbatim"</a:t>
            </a:r>
          </a:p>
          <a:p>
            <a:r>
              <a:t>    },</a:t>
            </a:r>
          </a:p>
          <a:p>
            <a:r>
              <a:t>    {</a:t>
            </a:r>
          </a:p>
          <a:p>
            <a:r>
              <a:t>      "text": "記載例5",</a:t>
            </a:r>
          </a:p>
          <a:p>
            <a:r>
              <a:t>      "refs": [</a:t>
            </a:r>
          </a:p>
          <a:p>
            <a:r>
              <a:t>        {</a:t>
            </a:r>
          </a:p>
          <a:p>
            <a:r>
              <a:t>          "source_id": "s020",</a:t>
            </a:r>
          </a:p>
          <a:p>
            <a:r>
              <a:t>          "quote": "記載例5"</a:t>
            </a:r>
          </a:p>
          <a:p>
            <a:r>
              <a:t>        }</a:t>
            </a:r>
          </a:p>
          <a:p>
            <a:r>
              <a:t>      ],</a:t>
            </a:r>
          </a:p>
          <a:p>
            <a:r>
              <a:t>      "mode": "verbatim"</a:t>
            </a:r>
          </a:p>
          <a:p>
            <a:r>
              <a:t>    },</a:t>
            </a:r>
          </a:p>
          <a:p>
            <a:r>
              <a:t>    {</a:t>
            </a:r>
          </a:p>
          <a:p>
            <a:r>
              <a:t>      "text": "記載例6",</a:t>
            </a:r>
          </a:p>
          <a:p>
            <a:r>
              <a:t>      "refs": [</a:t>
            </a:r>
          </a:p>
          <a:p>
            <a:r>
              <a:t>        {</a:t>
            </a:r>
          </a:p>
          <a:p>
            <a:r>
              <a:t>          "source_id": "s020",</a:t>
            </a:r>
          </a:p>
          <a:p>
            <a:r>
              <a:t>          "quote": "記載例6"</a:t>
            </a:r>
          </a:p>
          <a:p>
            <a:r>
              <a:t>        }</a:t>
            </a:r>
          </a:p>
          <a:p>
            <a:r>
              <a:t>      ],</a:t>
            </a:r>
          </a:p>
          <a:p>
            <a:r>
              <a:t>      "mode": "verbatim"</a:t>
            </a:r>
          </a:p>
          <a:p>
            <a:r>
              <a:t>    },</a:t>
            </a:r>
          </a:p>
          <a:p>
            <a:r>
              <a:t>    {</a:t>
            </a:r>
          </a:p>
          <a:p>
            <a:r>
              <a:t>      "text": "記載例7",</a:t>
            </a:r>
          </a:p>
          <a:p>
            <a:r>
              <a:t>      "refs": [</a:t>
            </a:r>
          </a:p>
          <a:p>
            <a:r>
              <a:t>        {</a:t>
            </a:r>
          </a:p>
          <a:p>
            <a:r>
              <a:t>          "source_id": "s020",</a:t>
            </a:r>
          </a:p>
          <a:p>
            <a:r>
              <a:t>          "quote": "記載例7"</a:t>
            </a:r>
          </a:p>
          <a:p>
            <a:r>
              <a:t>        }</a:t>
            </a:r>
          </a:p>
          <a:p>
            <a:r>
              <a:t>      ],</a:t>
            </a:r>
          </a:p>
          <a:p>
            <a:r>
              <a:t>      "mode": "verbatim"</a:t>
            </a:r>
          </a:p>
          <a:p>
            <a:r>
              <a:t>    },</a:t>
            </a:r>
          </a:p>
          <a:p>
            <a:r>
              <a:t>    {</a:t>
            </a:r>
          </a:p>
          <a:p>
            <a:r>
              <a:t>      "text": "記載例8",</a:t>
            </a:r>
          </a:p>
          <a:p>
            <a:r>
              <a:t>      "refs": [</a:t>
            </a:r>
          </a:p>
          <a:p>
            <a:r>
              <a:t>        {</a:t>
            </a:r>
          </a:p>
          <a:p>
            <a:r>
              <a:t>          "source_id": "s020",</a:t>
            </a:r>
          </a:p>
          <a:p>
            <a:r>
              <a:t>          "quote": "記載例8"</a:t>
            </a:r>
          </a:p>
          <a:p>
            <a:r>
              <a:t>        }</a:t>
            </a:r>
          </a:p>
          <a:p>
            <a:r>
              <a:t>      ],</a:t>
            </a:r>
          </a:p>
          <a:p>
            <a:r>
              <a:t>      "mode": "verbatim"</a:t>
            </a:r>
          </a:p>
          <a:p>
            <a:r>
              <a:t>    },</a:t>
            </a:r>
          </a:p>
          <a:p>
            <a:r>
              <a:t>    {</a:t>
            </a:r>
          </a:p>
          <a:p>
            <a:r>
              <a:t>      "text": "収益を\n拡大する",</a:t>
            </a:r>
          </a:p>
          <a:p>
            <a:r>
              <a:t>      "refs": [</a:t>
            </a:r>
          </a:p>
          <a:p>
            <a:r>
              <a:t>        {</a:t>
            </a:r>
          </a:p>
          <a:p>
            <a:r>
              <a:t>          "source_id": "s020",</a:t>
            </a:r>
          </a:p>
          <a:p>
            <a:r>
              <a:t>          "quote": "収益を\n拡大する"</a:t>
            </a:r>
          </a:p>
          <a:p>
            <a:r>
              <a:t>        }</a:t>
            </a:r>
          </a:p>
          <a:p>
            <a:r>
              <a:t>      ],</a:t>
            </a:r>
          </a:p>
          <a:p>
            <a:r>
              <a:t>      "mode": "verbatim"</a:t>
            </a:r>
          </a:p>
          <a:p>
            <a:r>
              <a:t>    },</a:t>
            </a:r>
          </a:p>
          <a:p>
            <a:r>
              <a:t>    {</a:t>
            </a:r>
          </a:p>
          <a:p>
            <a:r>
              <a:t>      "text": "損失を\n抑える",</a:t>
            </a:r>
          </a:p>
          <a:p>
            <a:r>
              <a:t>      "refs": [</a:t>
            </a:r>
          </a:p>
          <a:p>
            <a:r>
              <a:t>        {</a:t>
            </a:r>
          </a:p>
          <a:p>
            <a:r>
              <a:t>          "source_id": "s020",</a:t>
            </a:r>
          </a:p>
          <a:p>
            <a:r>
              <a:t>          "quote": "損失を\n抑える"</a:t>
            </a:r>
          </a:p>
          <a:p>
            <a:r>
              <a:t>        }</a:t>
            </a:r>
          </a:p>
          <a:p>
            <a:r>
              <a:t>      ],</a:t>
            </a:r>
          </a:p>
          <a:p>
            <a:r>
              <a:t>      "mode": "verbatim"</a:t>
            </a:r>
          </a:p>
          <a:p>
            <a:r>
              <a:t>    }</a:t>
            </a:r>
          </a:p>
          <a:p>
            <a:r>
              <a:t>  ],</a:t>
            </a:r>
          </a:p>
          <a:p>
            <a:r>
              <a:t>  "citations": {</a:t>
            </a:r>
          </a:p>
          <a:p>
            <a:r>
              <a:t>    "s020": "Public MIT sample: templates/freeform_parts_16x9.html section 20"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"8a9bbb1708de1ce2d40c86e5884d4081385fc70048f87e4a0de1559cab5c013f"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"slide021",</a:t>
            </a:r>
          </a:p>
          <a:p>
            <a:r>
              <a:t>  "origin": "catalog",</a:t>
            </a:r>
          </a:p>
          <a:p>
            <a:r>
              <a:t>  "layout_id": "evidence_clip_grid",</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"外部動向の根拠グリッド",</a:t>
            </a:r>
          </a:p>
          <a:p>
            <a:r>
              <a:t>      "refs": [</a:t>
            </a:r>
          </a:p>
          <a:p>
            <a:r>
              <a:t>        {</a:t>
            </a:r>
          </a:p>
          <a:p>
            <a:r>
              <a:t>          "source_id": "s021",</a:t>
            </a:r>
          </a:p>
          <a:p>
            <a:r>
              <a:t>          "quote": "外部動向の根拠グリッド"</a:t>
            </a:r>
          </a:p>
          <a:p>
            <a:r>
              <a:t>        }</a:t>
            </a:r>
          </a:p>
          <a:p>
            <a:r>
              <a:t>      ],</a:t>
            </a:r>
          </a:p>
          <a:p>
            <a:r>
              <a:t>      "mode": "verbatim"</a:t>
            </a:r>
          </a:p>
          <a:p>
            <a:r>
              <a:t>    },</a:t>
            </a:r>
          </a:p>
          <a:p>
            <a:r>
              <a:t>    {</a:t>
            </a:r>
          </a:p>
          <a:p>
            <a:r>
              <a:t>      "text": "出典：公開見本（2026年M月D日）、Source 2（2026年M月D日）",</a:t>
            </a:r>
          </a:p>
          <a:p>
            <a:r>
              <a:t>      "refs": [</a:t>
            </a:r>
          </a:p>
          <a:p>
            <a:r>
              <a:t>        {</a:t>
            </a:r>
          </a:p>
          <a:p>
            <a:r>
              <a:t>          "source_id": "s021",</a:t>
            </a:r>
          </a:p>
          <a:p>
            <a:r>
              <a:t>          "quote": "出典：公開見本（2026年M月D日）、Source 2（2026年M月D日）"</a:t>
            </a:r>
          </a:p>
          <a:p>
            <a:r>
              <a:t>        }</a:t>
            </a:r>
          </a:p>
          <a:p>
            <a:r>
              <a:t>      ],</a:t>
            </a:r>
          </a:p>
          <a:p>
            <a:r>
              <a:t>      "mode": "verbatim"</a:t>
            </a:r>
          </a:p>
          <a:p>
            <a:r>
              <a:t>    },</a:t>
            </a:r>
          </a:p>
          <a:p>
            <a:r>
              <a:t>    {</a:t>
            </a:r>
          </a:p>
          <a:p>
            <a:r>
              <a:t>      "text": "項目1分類",</a:t>
            </a:r>
          </a:p>
          <a:p>
            <a:r>
              <a:t>      "refs": [</a:t>
            </a:r>
          </a:p>
          <a:p>
            <a:r>
              <a:t>        {</a:t>
            </a:r>
          </a:p>
          <a:p>
            <a:r>
              <a:t>          "source_id": "s021",</a:t>
            </a:r>
          </a:p>
          <a:p>
            <a:r>
              <a:t>          "quote": "項目1分類"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"記載例1",</a:t>
            </a:r>
          </a:p>
          <a:p>
            <a:r>
              <a:t>      "refs": [</a:t>
            </a:r>
          </a:p>
          <a:p>
            <a:r>
              <a:t>        {</a:t>
            </a:r>
          </a:p>
          <a:p>
            <a:r>
              <a:t>          "source_id": "s021",</a:t>
            </a:r>
          </a:p>
          <a:p>
            <a:r>
              <a:t>          "quote": "記載例1"</a:t>
            </a:r>
          </a:p>
          <a:p>
            <a:r>
              <a:t>        }</a:t>
            </a:r>
          </a:p>
          <a:p>
            <a:r>
              <a:t>      ],</a:t>
            </a:r>
          </a:p>
          <a:p>
            <a:r>
              <a:t>      "mode": "verbatim"</a:t>
            </a:r>
          </a:p>
          <a:p>
            <a:r>
              <a:t>    },</a:t>
            </a:r>
          </a:p>
          <a:p>
            <a:r>
              <a:t>    {</a:t>
            </a:r>
          </a:p>
          <a:p>
            <a:r>
              <a:t>      "text": "記載例2",</a:t>
            </a:r>
          </a:p>
          <a:p>
            <a:r>
              <a:t>      "refs": [</a:t>
            </a:r>
          </a:p>
          <a:p>
            <a:r>
              <a:t>        {</a:t>
            </a:r>
          </a:p>
          <a:p>
            <a:r>
              <a:t>          "source_id": "s021",</a:t>
            </a:r>
          </a:p>
          <a:p>
            <a:r>
              <a:t>          "quote": "記載例2"</a:t>
            </a:r>
          </a:p>
          <a:p>
            <a:r>
              <a:t>        }</a:t>
            </a:r>
          </a:p>
          <a:p>
            <a:r>
              <a:t>      ],</a:t>
            </a:r>
          </a:p>
          <a:p>
            <a:r>
              <a:t>      "mode": "verbatim"</a:t>
            </a:r>
          </a:p>
          <a:p>
            <a:r>
              <a:t>    },</a:t>
            </a:r>
          </a:p>
          <a:p>
            <a:r>
              <a:t>    {</a:t>
            </a:r>
          </a:p>
          <a:p>
            <a:r>
              <a:t>      "text": "項目2分類",</a:t>
            </a:r>
          </a:p>
          <a:p>
            <a:r>
              <a:t>      "refs": [</a:t>
            </a:r>
          </a:p>
          <a:p>
            <a:r>
              <a:t>        {</a:t>
            </a:r>
          </a:p>
          <a:p>
            <a:r>
              <a:t>          "source_id": "s021",</a:t>
            </a:r>
          </a:p>
          <a:p>
            <a:r>
              <a:t>          "quote": "項目2分類"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"記載例3",</a:t>
            </a:r>
          </a:p>
          <a:p>
            <a:r>
              <a:t>      "refs": [</a:t>
            </a:r>
          </a:p>
          <a:p>
            <a:r>
              <a:t>        {</a:t>
            </a:r>
          </a:p>
          <a:p>
            <a:r>
              <a:t>          "source_id": "s021",</a:t>
            </a:r>
          </a:p>
          <a:p>
            <a:r>
              <a:t>          "quote": "記載例3"</a:t>
            </a:r>
          </a:p>
          <a:p>
            <a:r>
              <a:t>        }</a:t>
            </a:r>
          </a:p>
          <a:p>
            <a:r>
              <a:t>      ],</a:t>
            </a:r>
          </a:p>
          <a:p>
            <a:r>
              <a:t>      "mode": "verbatim"</a:t>
            </a:r>
          </a:p>
          <a:p>
            <a:r>
              <a:t>    },</a:t>
            </a:r>
          </a:p>
          <a:p>
            <a:r>
              <a:t>    {</a:t>
            </a:r>
          </a:p>
          <a:p>
            <a:r>
              <a:t>      "text": "記載例4",</a:t>
            </a:r>
          </a:p>
          <a:p>
            <a:r>
              <a:t>      "refs": [</a:t>
            </a:r>
          </a:p>
          <a:p>
            <a:r>
              <a:t>        {</a:t>
            </a:r>
          </a:p>
          <a:p>
            <a:r>
              <a:t>          "source_id": "s021",</a:t>
            </a:r>
          </a:p>
          <a:p>
            <a:r>
              <a:t>          "quote": "記載例4"</a:t>
            </a:r>
          </a:p>
          <a:p>
            <a:r>
              <a:t>        }</a:t>
            </a:r>
          </a:p>
          <a:p>
            <a:r>
              <a:t>      ],</a:t>
            </a:r>
          </a:p>
          <a:p>
            <a:r>
              <a:t>      "mode": "verbatim"</a:t>
            </a:r>
          </a:p>
          <a:p>
            <a:r>
              <a:t>    },</a:t>
            </a:r>
          </a:p>
          <a:p>
            <a:r>
              <a:t>    {</a:t>
            </a:r>
          </a:p>
          <a:p>
            <a:r>
              <a:t>      "text": "項目3分類",</a:t>
            </a:r>
          </a:p>
          <a:p>
            <a:r>
              <a:t>      "refs": [</a:t>
            </a:r>
          </a:p>
          <a:p>
            <a:r>
              <a:t>        {</a:t>
            </a:r>
          </a:p>
          <a:p>
            <a:r>
              <a:t>          "source_id": "s021",</a:t>
            </a:r>
          </a:p>
          <a:p>
            <a:r>
              <a:t>          "quote": "項目3分類"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"記載例5",</a:t>
            </a:r>
          </a:p>
          <a:p>
            <a:r>
              <a:t>      "refs": [</a:t>
            </a:r>
          </a:p>
          <a:p>
            <a:r>
              <a:t>        {</a:t>
            </a:r>
          </a:p>
          <a:p>
            <a:r>
              <a:t>          "source_id": "s021",</a:t>
            </a:r>
          </a:p>
          <a:p>
            <a:r>
              <a:t>          "quote": "記載例5"</a:t>
            </a:r>
          </a:p>
          <a:p>
            <a:r>
              <a:t>        }</a:t>
            </a:r>
          </a:p>
          <a:p>
            <a:r>
              <a:t>      ],</a:t>
            </a:r>
          </a:p>
          <a:p>
            <a:r>
              <a:t>      "mode": "verbatim"</a:t>
            </a:r>
          </a:p>
          <a:p>
            <a:r>
              <a:t>    },</a:t>
            </a:r>
          </a:p>
          <a:p>
            <a:r>
              <a:t>    {</a:t>
            </a:r>
          </a:p>
          <a:p>
            <a:r>
              <a:t>      "text": "記載例6",</a:t>
            </a:r>
          </a:p>
          <a:p>
            <a:r>
              <a:t>      "refs": [</a:t>
            </a:r>
          </a:p>
          <a:p>
            <a:r>
              <a:t>        {</a:t>
            </a:r>
          </a:p>
          <a:p>
            <a:r>
              <a:t>          "source_id": "s021",</a:t>
            </a:r>
          </a:p>
          <a:p>
            <a:r>
              <a:t>          "quote": "記載例6"</a:t>
            </a:r>
          </a:p>
          <a:p>
            <a:r>
              <a:t>        }</a:t>
            </a:r>
          </a:p>
          <a:p>
            <a:r>
              <a:t>      ],</a:t>
            </a:r>
          </a:p>
          <a:p>
            <a:r>
              <a:t>      "mode": "verbatim"</a:t>
            </a:r>
          </a:p>
          <a:p>
            <a:r>
              <a:t>    },</a:t>
            </a:r>
          </a:p>
          <a:p>
            <a:r>
              <a:t>    {</a:t>
            </a:r>
          </a:p>
          <a:p>
            <a:r>
              <a:t>      "text": "項目4分類",</a:t>
            </a:r>
          </a:p>
          <a:p>
            <a:r>
              <a:t>      "refs": [</a:t>
            </a:r>
          </a:p>
          <a:p>
            <a:r>
              <a:t>        {</a:t>
            </a:r>
          </a:p>
          <a:p>
            <a:r>
              <a:t>          "source_id": "s021",</a:t>
            </a:r>
          </a:p>
          <a:p>
            <a:r>
              <a:t>          "quote": "項目4分類"</a:t>
            </a:r>
          </a:p>
          <a:p>
            <a:r>
              <a:t>        }</a:t>
            </a:r>
          </a:p>
          <a:p>
            <a:r>
              <a:t>      ],</a:t>
            </a:r>
          </a:p>
          <a:p>
            <a:r>
              <a:t>      "mode": "verbatim"</a:t>
            </a:r>
          </a:p>
          <a:p>
            <a:r>
              <a:t>    },</a:t>
            </a:r>
          </a:p>
          <a:p>
            <a:r>
              <a:t>    {</a:t>
            </a:r>
          </a:p>
          <a:p>
            <a:r>
              <a:t>      "text": "2026年M月D日",</a:t>
            </a:r>
          </a:p>
          <a:p>
            <a:r>
              <a:t>      "refs": [</a:t>
            </a:r>
          </a:p>
          <a:p>
            <a:r>
              <a:t>        {</a:t>
            </a:r>
          </a:p>
          <a:p>
            <a:r>
              <a:t>          "source_id": "s021",</a:t>
            </a:r>
          </a:p>
          <a:p>
            <a:r>
              <a:t>          "quote": "2026年M月D日"</a:t>
            </a:r>
          </a:p>
          <a:p>
            <a:r>
              <a:t>        }</a:t>
            </a:r>
          </a:p>
          <a:p>
            <a:r>
              <a:t>      ],</a:t>
            </a:r>
          </a:p>
          <a:p>
            <a:r>
              <a:t>      "mode": "verbatim"</a:t>
            </a:r>
          </a:p>
          <a:p>
            <a:r>
              <a:t>    },</a:t>
            </a:r>
          </a:p>
          <a:p>
            <a:r>
              <a:t>    {</a:t>
            </a:r>
          </a:p>
          <a:p>
            <a:r>
              <a:t>      "text": "記載例7",</a:t>
            </a:r>
          </a:p>
          <a:p>
            <a:r>
              <a:t>      "refs": [</a:t>
            </a:r>
          </a:p>
          <a:p>
            <a:r>
              <a:t>        {</a:t>
            </a:r>
          </a:p>
          <a:p>
            <a:r>
              <a:t>          "source_id": "s021",</a:t>
            </a:r>
          </a:p>
          <a:p>
            <a:r>
              <a:t>          "quote": "記載例7"</a:t>
            </a:r>
          </a:p>
          <a:p>
            <a:r>
              <a:t>        }</a:t>
            </a:r>
          </a:p>
          <a:p>
            <a:r>
              <a:t>      ],</a:t>
            </a:r>
          </a:p>
          <a:p>
            <a:r>
              <a:t>      "mode": "verbatim"</a:t>
            </a:r>
          </a:p>
          <a:p>
            <a:r>
              <a:t>    },</a:t>
            </a:r>
          </a:p>
          <a:p>
            <a:r>
              <a:t>    {</a:t>
            </a:r>
          </a:p>
          <a:p>
            <a:r>
              <a:t>      "text": "記載例8",</a:t>
            </a:r>
          </a:p>
          <a:p>
            <a:r>
              <a:t>      "refs": [</a:t>
            </a:r>
          </a:p>
          <a:p>
            <a:r>
              <a:t>        {</a:t>
            </a:r>
          </a:p>
          <a:p>
            <a:r>
              <a:t>          "source_id": "s021",</a:t>
            </a:r>
          </a:p>
          <a:p>
            <a:r>
              <a:t>          "quote": "記載例8"</a:t>
            </a:r>
          </a:p>
          <a:p>
            <a:r>
              <a:t>        }</a:t>
            </a:r>
          </a:p>
          <a:p>
            <a:r>
              <a:t>      ],</a:t>
            </a:r>
          </a:p>
          <a:p>
            <a:r>
              <a:t>      "mode": "verbatim"</a:t>
            </a:r>
          </a:p>
          <a:p>
            <a:r>
              <a:t>    }</a:t>
            </a:r>
          </a:p>
          <a:p>
            <a:r>
              <a:t>  ],</a:t>
            </a:r>
          </a:p>
          <a:p>
            <a:r>
              <a:t>  "citations": {</a:t>
            </a:r>
          </a:p>
          <a:p>
            <a:r>
              <a:t>    "s021": "Public MIT sample: templates/freeform_parts_16x9.html section 21"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"549b7cf0120d644b4cc306378c0b9b17fd01719b311a082982d04494d3c3f772"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"slide022",</a:t>
            </a:r>
          </a:p>
          <a:p>
            <a:r>
              <a:t>  "origin": "catalog",</a:t>
            </a:r>
          </a:p>
          <a:p>
            <a:r>
              <a:t>  "layout_id": "proportional_circles",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"比例円の対比",</a:t>
            </a:r>
          </a:p>
          <a:p>
            <a:r>
              <a:t>      "refs": [</a:t>
            </a:r>
          </a:p>
          <a:p>
            <a:r>
              <a:t>        {</a:t>
            </a:r>
          </a:p>
          <a:p>
            <a:r>
              <a:t>          "source_id": "s022",</a:t>
            </a:r>
          </a:p>
          <a:p>
            <a:r>
              <a:t>          "quote": "比例円の対比"</a:t>
            </a:r>
          </a:p>
          <a:p>
            <a:r>
              <a:t>        }</a:t>
            </a:r>
          </a:p>
          <a:p>
            <a:r>
              <a:t>      ],</a:t>
            </a:r>
          </a:p>
          <a:p>
            <a:r>
              <a:t>      "mode": "verbatim"</a:t>
            </a:r>
          </a:p>
          <a:p>
            <a:r>
              <a:t>    },</a:t>
            </a:r>
          </a:p>
          <a:p>
            <a:r>
              <a:t>    {</a:t>
            </a:r>
          </a:p>
          <a:p>
            <a:r>
              <a:t>      "text": "出典：公開見本。円の面積は割合に比例",</a:t>
            </a:r>
          </a:p>
          <a:p>
            <a:r>
              <a:t>      "refs": [</a:t>
            </a:r>
          </a:p>
          <a:p>
            <a:r>
              <a:t>        {</a:t>
            </a:r>
          </a:p>
          <a:p>
            <a:r>
              <a:t>          "source_id": "s022",</a:t>
            </a:r>
          </a:p>
          <a:p>
            <a:r>
              <a:t>          "quote": "出典：公開見本。円の面積は割合に比例"</a:t>
            </a:r>
          </a:p>
          <a:p>
            <a:r>
              <a:t>        }</a:t>
            </a:r>
          </a:p>
          <a:p>
            <a:r>
              <a:t>      ],</a:t>
            </a:r>
          </a:p>
          <a:p>
            <a:r>
              <a:t>      "mode": "verbatim"</a:t>
            </a:r>
          </a:p>
          <a:p>
            <a:r>
              <a:t>    },</a:t>
            </a:r>
          </a:p>
          <a:p>
            <a:r>
              <a:t>    {</a:t>
            </a:r>
          </a:p>
          <a:p>
            <a:r>
              <a:t>      "text": "記載例1に占める割合",</a:t>
            </a:r>
          </a:p>
          <a:p>
            <a:r>
              <a:t>      "refs": [</a:t>
            </a:r>
          </a:p>
          <a:p>
            <a:r>
              <a:t>        {</a:t>
            </a:r>
          </a:p>
          <a:p>
            <a:r>
              <a:t>          "source_id": "s022",</a:t>
            </a:r>
          </a:p>
          <a:p>
            <a:r>
              <a:t>          "quote": "記載例1に占める割合"</a:t>
            </a:r>
          </a:p>
          <a:p>
            <a:r>
              <a:t>        }</a:t>
            </a:r>
          </a:p>
          <a:p>
            <a:r>
              <a:t>      ],</a:t>
            </a:r>
          </a:p>
          <a:p>
            <a:r>
              <a:t>      "mode": "verbatim"</a:t>
            </a:r>
          </a:p>
          <a:p>
            <a:r>
              <a:t>    },</a:t>
            </a:r>
          </a:p>
          <a:p>
            <a:r>
              <a:t>    {</a:t>
            </a:r>
          </a:p>
          <a:p>
            <a:r>
              <a:t>      "text": "％、2026年 / 2026年",</a:t>
            </a:r>
          </a:p>
          <a:p>
            <a:r>
              <a:t>      "refs": [</a:t>
            </a:r>
          </a:p>
          <a:p>
            <a:r>
              <a:t>        {</a:t>
            </a:r>
          </a:p>
          <a:p>
            <a:r>
              <a:t>          "source_id": "s022",</a:t>
            </a:r>
          </a:p>
          <a:p>
            <a:r>
              <a:t>          "quote": "％、2026年 / 2026年"</a:t>
            </a:r>
          </a:p>
          <a:p>
            <a:r>
              <a:t>        }</a:t>
            </a:r>
          </a:p>
          <a:p>
            <a:r>
              <a:t>      ],</a:t>
            </a:r>
          </a:p>
          <a:p>
            <a:r>
              <a:t>      "mode": "verbatim"</a:t>
            </a:r>
          </a:p>
          <a:p>
            <a:r>
              <a:t>    },</a:t>
            </a:r>
          </a:p>
          <a:p>
            <a:r>
              <a:t>    {</a:t>
            </a:r>
          </a:p>
          <a:p>
            <a:r>
              <a:t>      "text": "現在（2026年）",</a:t>
            </a:r>
          </a:p>
          <a:p>
            <a:r>
              <a:t>      "refs": [</a:t>
            </a:r>
          </a:p>
          <a:p>
            <a:r>
              <a:t>        {</a:t>
            </a:r>
          </a:p>
          <a:p>
            <a:r>
              <a:t>          "source_id": "s022",</a:t>
            </a:r>
          </a:p>
          <a:p>
            <a:r>
              <a:t>          "quote": "現在（2026年）"</a:t>
            </a:r>
          </a:p>
          <a:p>
            <a:r>
              <a:t>        }</a:t>
            </a:r>
          </a:p>
          <a:p>
            <a:r>
              <a:t>      ],</a:t>
            </a:r>
          </a:p>
          <a:p>
            <a:r>
              <a:t>      "mode": "verbatim"</a:t>
            </a:r>
          </a:p>
          <a:p>
            <a:r>
              <a:t>    },</a:t>
            </a:r>
          </a:p>
          <a:p>
            <a:r>
              <a:t>    {</a:t>
            </a:r>
          </a:p>
          <a:p>
            <a:r>
              <a:t>      "text": "記載例2が占める割合",</a:t>
            </a:r>
          </a:p>
          <a:p>
            <a:r>
              <a:t>      "refs": [</a:t>
            </a:r>
          </a:p>
          <a:p>
            <a:r>
              <a:t>        {</a:t>
            </a:r>
          </a:p>
          <a:p>
            <a:r>
              <a:t>          "source_id": "s022",</a:t>
            </a:r>
          </a:p>
          <a:p>
            <a:r>
              <a:t>          "quote": "記載例2が占める割合"</a:t>
            </a:r>
          </a:p>
          <a:p>
            <a:r>
              <a:t>        }</a:t>
            </a:r>
          </a:p>
          <a:p>
            <a:r>
              <a:t>      ],</a:t>
            </a:r>
          </a:p>
          <a:p>
            <a:r>
              <a:t>      "mode": "verbatim"</a:t>
            </a:r>
          </a:p>
          <a:p>
            <a:r>
              <a:t>    },</a:t>
            </a:r>
          </a:p>
          <a:p>
            <a:r>
              <a:t>    {</a:t>
            </a:r>
          </a:p>
          <a:p>
            <a:r>
              <a:t>      "text": "N年後（2026年）",</a:t>
            </a:r>
          </a:p>
          <a:p>
            <a:r>
              <a:t>      "refs": [</a:t>
            </a:r>
          </a:p>
          <a:p>
            <a:r>
              <a:t>        {</a:t>
            </a:r>
          </a:p>
          <a:p>
            <a:r>
              <a:t>          "source_id": "s022",</a:t>
            </a:r>
          </a:p>
          <a:p>
            <a:r>
              <a:t>          "quote": "N年後（2026年）"</a:t>
            </a:r>
          </a:p>
          <a:p>
            <a:r>
              <a:t>        }</a:t>
            </a:r>
          </a:p>
          <a:p>
            <a:r>
              <a:t>      ],</a:t>
            </a:r>
          </a:p>
          <a:p>
            <a:r>
              <a:t>      "mode": "verbatim"</a:t>
            </a:r>
          </a:p>
          <a:p>
            <a:r>
              <a:t>    },</a:t>
            </a:r>
          </a:p>
          <a:p>
            <a:r>
              <a:t>    {</a:t>
            </a:r>
          </a:p>
          <a:p>
            <a:r>
              <a:t>      "text": "記載例3が占める割合",</a:t>
            </a:r>
          </a:p>
          <a:p>
            <a:r>
              <a:t>      "refs": [</a:t>
            </a:r>
          </a:p>
          <a:p>
            <a:r>
              <a:t>        {</a:t>
            </a:r>
          </a:p>
          <a:p>
            <a:r>
              <a:t>          "source_id": "s022",</a:t>
            </a:r>
          </a:p>
          <a:p>
            <a:r>
              <a:t>          "quote": "記載例3が占める割合"</a:t>
            </a:r>
          </a:p>
          <a:p>
            <a:r>
              <a:t>        }</a:t>
            </a:r>
          </a:p>
          <a:p>
            <a:r>
              <a:t>      ],</a:t>
            </a:r>
          </a:p>
          <a:p>
            <a:r>
              <a:t>      "mode": "verbatim"</a:t>
            </a:r>
          </a:p>
          <a:p>
            <a:r>
              <a:t>    },</a:t>
            </a:r>
          </a:p>
          <a:p>
            <a:r>
              <a:t>    {</a:t>
            </a:r>
          </a:p>
          <a:p>
            <a:r>
              <a:t>      "value": 65.0,</a:t>
            </a:r>
          </a:p>
          <a:p>
            <a:r>
              <a:t>      "refs": [</a:t>
            </a:r>
          </a:p>
          <a:p>
            <a:r>
              <a:t>        {</a:t>
            </a:r>
          </a:p>
          <a:p>
            <a:r>
              <a:t>          "source_id": "s022",</a:t>
            </a:r>
          </a:p>
          <a:p>
            <a:r>
              <a:t>          "quote": "65"</a:t>
            </a:r>
          </a:p>
          <a:p>
            <a:r>
              <a:t>        }</a:t>
            </a:r>
          </a:p>
          <a:p>
            <a:r>
              <a:t>      ]</a:t>
            </a:r>
          </a:p>
          <a:p>
            <a:r>
              <a:t>    },</a:t>
            </a:r>
          </a:p>
          <a:p>
            <a:r>
              <a:t>    {</a:t>
            </a:r>
          </a:p>
          <a:p>
            <a:r>
              <a:t>      "value": 30.0,</a:t>
            </a:r>
          </a:p>
          <a:p>
            <a:r>
              <a:t>      "refs": [</a:t>
            </a:r>
          </a:p>
          <a:p>
            <a:r>
              <a:t>        {</a:t>
            </a:r>
          </a:p>
          <a:p>
            <a:r>
              <a:t>          "source_id": "s022",</a:t>
            </a:r>
          </a:p>
          <a:p>
            <a:r>
              <a:t>          "quote": "30"</a:t>
            </a:r>
          </a:p>
          <a:p>
            <a:r>
              <a:t>        }</a:t>
            </a:r>
          </a:p>
          <a:p>
            <a:r>
              <a:t>      ]</a:t>
            </a:r>
          </a:p>
          <a:p>
            <a:r>
              <a:t>    }</a:t>
            </a:r>
          </a:p>
          <a:p>
            <a:r>
              <a:t>  ],</a:t>
            </a:r>
          </a:p>
          <a:p>
            <a:r>
              <a:t>  "citations": {</a:t>
            </a:r>
          </a:p>
          <a:p>
            <a:r>
              <a:t>    "s022": "Public MIT sample: templates/freeform_parts_16x9.html section 22"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"f1f1d19e1b1350aa9a6bdc68002210de20c437c1bf31142b965fe1b7dd1f52ab"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"slide023",</a:t>
            </a:r>
          </a:p>
          <a:p>
            <a:r>
              <a:t>  "origin": "catalog",</a:t>
            </a:r>
          </a:p>
          <a:p>
            <a:r>
              <a:t>  "layout_id": "delta_bars_totals",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"増減の縦棒＋左右合計",</a:t>
            </a:r>
          </a:p>
          <a:p>
            <a:r>
              <a:t>      "refs": [</a:t>
            </a:r>
          </a:p>
          <a:p>
            <a:r>
              <a:t>        {</a:t>
            </a:r>
          </a:p>
          <a:p>
            <a:r>
              <a:t>          "source_id": "s023",</a:t>
            </a:r>
          </a:p>
          <a:p>
            <a:r>
              <a:t>          "quote": "増減の縦棒＋左右合計"</a:t>
            </a:r>
          </a:p>
          <a:p>
            <a:r>
              <a:t>        }</a:t>
            </a:r>
          </a:p>
          <a:p>
            <a:r>
              <a:t>      ],</a:t>
            </a:r>
          </a:p>
          <a:p>
            <a:r>
              <a:t>      "mode": "verbatim"</a:t>
            </a:r>
          </a:p>
          <a:p>
            <a:r>
              <a:t>    },</a:t>
            </a:r>
          </a:p>
          <a:p>
            <a:r>
              <a:t>    {</a:t>
            </a:r>
          </a:p>
          <a:p>
            <a:r>
              <a:t>      "text": "出典：公開見本",</a:t>
            </a:r>
          </a:p>
          <a:p>
            <a:r>
              <a:t>      "refs": [</a:t>
            </a:r>
          </a:p>
          <a:p>
            <a:r>
              <a:t>        {</a:t>
            </a:r>
          </a:p>
          <a:p>
            <a:r>
              <a:t>          "source_id": "s023",</a:t>
            </a:r>
          </a:p>
          <a:p>
            <a:r>
              <a:t>          "quote": "出典：公開見本"</a:t>
            </a:r>
          </a:p>
          <a:p>
            <a:r>
              <a:t>        }</a:t>
            </a:r>
          </a:p>
          <a:p>
            <a:r>
              <a:t>      ],</a:t>
            </a:r>
          </a:p>
          <a:p>
            <a:r>
              <a:t>      "mode": "verbatim"</a:t>
            </a:r>
          </a:p>
          <a:p>
            <a:r>
              <a:t>    },</a:t>
            </a:r>
          </a:p>
          <a:p>
            <a:r>
              <a:t>    {</a:t>
            </a:r>
          </a:p>
          <a:p>
            <a:r>
              <a:t>      "text": "指標名",</a:t>
            </a:r>
          </a:p>
          <a:p>
            <a:r>
              <a:t>      "refs": [</a:t>
            </a:r>
          </a:p>
          <a:p>
            <a:r>
              <a:t>        {</a:t>
            </a:r>
          </a:p>
          <a:p>
            <a:r>
              <a:t>          "source_id": "s023",</a:t>
            </a:r>
          </a:p>
          <a:p>
            <a:r>
              <a:t>          "quote": "指標名"</a:t>
            </a:r>
          </a:p>
          <a:p>
            <a:r>
              <a:t>        }</a:t>
            </a:r>
          </a:p>
          <a:p>
            <a:r>
              <a:t>      ],</a:t>
            </a:r>
          </a:p>
          <a:p>
            <a:r>
              <a:t>      "mode": "verbatim"</a:t>
            </a:r>
          </a:p>
          <a:p>
            <a:r>
              <a:t>    },</a:t>
            </a:r>
          </a:p>
          <a:p>
            <a:r>
              <a:t>    {</a:t>
            </a:r>
          </a:p>
          <a:p>
            <a:r>
              <a:t>      "text": "単位、2026〜2026年",</a:t>
            </a:r>
          </a:p>
          <a:p>
            <a:r>
              <a:t>      "refs": [</a:t>
            </a:r>
          </a:p>
          <a:p>
            <a:r>
              <a:t>        {</a:t>
            </a:r>
          </a:p>
          <a:p>
            <a:r>
              <a:t>          "source_id": "s023",</a:t>
            </a:r>
          </a:p>
          <a:p>
            <a:r>
              <a:t>          "quote": "単位、2026〜2026年"</a:t>
            </a:r>
          </a:p>
          <a:p>
            <a:r>
              <a:t>        }</a:t>
            </a:r>
          </a:p>
          <a:p>
            <a:r>
              <a:t>      ],</a:t>
            </a:r>
          </a:p>
          <a:p>
            <a:r>
              <a:t>      "mode": "verbatim"</a:t>
            </a:r>
          </a:p>
          <a:p>
            <a:r>
              <a:t>    },</a:t>
            </a:r>
          </a:p>
          <a:p>
            <a:r>
              <a:t>    {</a:t>
            </a:r>
          </a:p>
          <a:p>
            <a:r>
              <a:t>      "text": "項目2",</a:t>
            </a:r>
          </a:p>
          <a:p>
            <a:r>
              <a:t>      "refs": [</a:t>
            </a:r>
          </a:p>
          <a:p>
            <a:r>
              <a:t>        {</a:t>
            </a:r>
          </a:p>
          <a:p>
            <a:r>
              <a:t>          "source_id": "s023",</a:t>
            </a:r>
          </a:p>
          <a:p>
            <a:r>
              <a:t>          "quote": "項目2"</a:t>
            </a:r>
          </a:p>
          <a:p>
            <a:r>
              <a:t>        }</a:t>
            </a:r>
          </a:p>
          <a:p>
            <a:r>
              <a:t>      ],</a:t>
            </a:r>
          </a:p>
          <a:p>
            <a:r>
              <a:t>      "mode": "verbatim"</a:t>
            </a:r>
          </a:p>
          <a:p>
            <a:r>
              <a:t>    },</a:t>
            </a:r>
          </a:p>
          <a:p>
            <a:r>
              <a:t>    {</a:t>
            </a:r>
          </a:p>
          <a:p>
            <a:r>
              <a:t>      "text": "項目3",</a:t>
            </a:r>
          </a:p>
          <a:p>
            <a:r>
              <a:t>      "refs": [</a:t>
            </a:r>
          </a:p>
          <a:p>
            <a:r>
              <a:t>        {</a:t>
            </a:r>
          </a:p>
          <a:p>
            <a:r>
              <a:t>          "source_id": "s023",</a:t>
            </a:r>
          </a:p>
          <a:p>
            <a:r>
              <a:t>          "quote": "項目3"</a:t>
            </a:r>
          </a:p>
          <a:p>
            <a:r>
              <a:t>        }</a:t>
            </a:r>
          </a:p>
          <a:p>
            <a:r>
              <a:t>      ],</a:t>
            </a:r>
          </a:p>
          <a:p>
            <a:r>
              <a:t>      "mode": "verbatim"</a:t>
            </a:r>
          </a:p>
          <a:p>
            <a:r>
              <a:t>    },</a:t>
            </a:r>
          </a:p>
          <a:p>
            <a:r>
              <a:t>    {</a:t>
            </a:r>
          </a:p>
          <a:p>
            <a:r>
              <a:t>      "text": "項目4",</a:t>
            </a:r>
          </a:p>
          <a:p>
            <a:r>
              <a:t>      "refs": [</a:t>
            </a:r>
          </a:p>
          <a:p>
            <a:r>
              <a:t>        {</a:t>
            </a:r>
          </a:p>
          <a:p>
            <a:r>
              <a:t>          "source_id": "s023",</a:t>
            </a:r>
          </a:p>
          <a:p>
            <a:r>
              <a:t>          "quote": "項目4"</a:t>
            </a:r>
          </a:p>
          <a:p>
            <a:r>
              <a:t>        }</a:t>
            </a:r>
          </a:p>
          <a:p>
            <a:r>
              <a:t>      ],</a:t>
            </a:r>
          </a:p>
          <a:p>
            <a:r>
              <a:t>      "mode": "verbatim"</a:t>
            </a:r>
          </a:p>
          <a:p>
            <a:r>
              <a:t>    },</a:t>
            </a:r>
          </a:p>
          <a:p>
            <a:r>
              <a:t>    {</a:t>
            </a:r>
          </a:p>
          <a:p>
            <a:r>
              <a:t>      "text": "項目5",</a:t>
            </a:r>
          </a:p>
          <a:p>
            <a:r>
              <a:t>      "refs": [</a:t>
            </a:r>
          </a:p>
          <a:p>
            <a:r>
              <a:t>        {</a:t>
            </a:r>
          </a:p>
          <a:p>
            <a:r>
              <a:t>          "source_id": "s023",</a:t>
            </a:r>
          </a:p>
          <a:p>
            <a:r>
              <a:t>          "quote": "項目5"</a:t>
            </a:r>
          </a:p>
          <a:p>
            <a:r>
              <a:t>        }</a:t>
            </a:r>
          </a:p>
          <a:p>
            <a:r>
              <a:t>      ],</a:t>
            </a:r>
          </a:p>
          <a:p>
            <a:r>
              <a:t>      "mode": "verbatim"</a:t>
            </a:r>
          </a:p>
          <a:p>
            <a:r>
              <a:t>    },</a:t>
            </a:r>
          </a:p>
          <a:p>
            <a:r>
              <a:t>    {</a:t>
            </a:r>
          </a:p>
          <a:p>
            <a:r>
              <a:t>      "text": "項目6",</a:t>
            </a:r>
          </a:p>
          <a:p>
            <a:r>
              <a:t>      "refs": [</a:t>
            </a:r>
          </a:p>
          <a:p>
            <a:r>
              <a:t>        {</a:t>
            </a:r>
          </a:p>
          <a:p>
            <a:r>
              <a:t>          "source_id": "s023",</a:t>
            </a:r>
          </a:p>
          <a:p>
            <a:r>
              <a:t>          "quote": "項目6"</a:t>
            </a:r>
          </a:p>
          <a:p>
            <a:r>
              <a:t>        }</a:t>
            </a:r>
          </a:p>
          <a:p>
            <a:r>
              <a:t>      ],</a:t>
            </a:r>
          </a:p>
          <a:p>
            <a:r>
              <a:t>      "mode": "verbatim"</a:t>
            </a:r>
          </a:p>
          <a:p>
            <a:r>
              <a:t>    },</a:t>
            </a:r>
          </a:p>
          <a:p>
            <a:r>
              <a:t>    {</a:t>
            </a:r>
          </a:p>
          <a:p>
            <a:r>
              <a:t>      "text": "増える分",</a:t>
            </a:r>
          </a:p>
          <a:p>
            <a:r>
              <a:t>      "refs": [</a:t>
            </a:r>
          </a:p>
          <a:p>
            <a:r>
              <a:t>        {</a:t>
            </a:r>
          </a:p>
          <a:p>
            <a:r>
              <a:t>          "source_id": "s023",</a:t>
            </a:r>
          </a:p>
          <a:p>
            <a:r>
              <a:t>          "quote": "増える分"</a:t>
            </a:r>
          </a:p>
          <a:p>
            <a:r>
              <a:t>        }</a:t>
            </a:r>
          </a:p>
          <a:p>
            <a:r>
              <a:t>      ],</a:t>
            </a:r>
          </a:p>
          <a:p>
            <a:r>
              <a:t>      "mode": "verbatim"</a:t>
            </a:r>
          </a:p>
          <a:p>
            <a:r>
              <a:t>    },</a:t>
            </a:r>
          </a:p>
          <a:p>
            <a:r>
              <a:t>    {</a:t>
            </a:r>
          </a:p>
          <a:p>
            <a:r>
              <a:t>      "value": 90.0,</a:t>
            </a:r>
          </a:p>
          <a:p>
            <a:r>
              <a:t>      "refs": [</a:t>
            </a:r>
          </a:p>
          <a:p>
            <a:r>
              <a:t>        {</a:t>
            </a:r>
          </a:p>
          <a:p>
            <a:r>
              <a:t>          "source_id": "s023",</a:t>
            </a:r>
          </a:p>
          <a:p>
            <a:r>
              <a:t>          "quote": "90"</a:t>
            </a:r>
          </a:p>
          <a:p>
            <a:r>
              <a:t>        }</a:t>
            </a:r>
          </a:p>
          <a:p>
            <a:r>
              <a:t>      ]</a:t>
            </a:r>
          </a:p>
          <a:p>
            <a:r>
              <a:t>    },</a:t>
            </a:r>
          </a:p>
          <a:p>
            <a:r>
              <a:t>    {</a:t>
            </a:r>
          </a:p>
          <a:p>
            <a:r>
              <a:t>      "value": 68.0,</a:t>
            </a:r>
          </a:p>
          <a:p>
            <a:r>
              <a:t>      "refs": [</a:t>
            </a:r>
          </a:p>
          <a:p>
            <a:r>
              <a:t>        {</a:t>
            </a:r>
          </a:p>
          <a:p>
            <a:r>
              <a:t>          "source_id": "s023",</a:t>
            </a:r>
          </a:p>
          <a:p>
            <a:r>
              <a:t>          "quote": "68"</a:t>
            </a:r>
          </a:p>
          <a:p>
            <a:r>
              <a:t>        }</a:t>
            </a:r>
          </a:p>
          <a:p>
            <a:r>
              <a:t>      ]</a:t>
            </a:r>
          </a:p>
          <a:p>
            <a:r>
              <a:t>    },</a:t>
            </a:r>
          </a:p>
          <a:p>
            <a:r>
              <a:t>    {</a:t>
            </a:r>
          </a:p>
          <a:p>
            <a:r>
              <a:t>      "value": 32.0,</a:t>
            </a:r>
          </a:p>
          <a:p>
            <a:r>
              <a:t>      "refs": [</a:t>
            </a:r>
          </a:p>
          <a:p>
            <a:r>
              <a:t>        {</a:t>
            </a:r>
          </a:p>
          <a:p>
            <a:r>
              <a:t>          "source_id": "s023",</a:t>
            </a:r>
          </a:p>
          <a:p>
            <a:r>
              <a:t>          "quote": "32"</a:t>
            </a:r>
          </a:p>
          <a:p>
            <a:r>
              <a:t>        }</a:t>
            </a:r>
          </a:p>
          <a:p>
            <a:r>
              <a:t>      ]</a:t>
            </a:r>
          </a:p>
          <a:p>
            <a:r>
              <a:t>    },</a:t>
            </a:r>
          </a:p>
          <a:p>
            <a:r>
              <a:t>    {</a:t>
            </a:r>
          </a:p>
          <a:p>
            <a:r>
              <a:t>      "value": 10.0,</a:t>
            </a:r>
          </a:p>
          <a:p>
            <a:r>
              <a:t>      "refs": [</a:t>
            </a:r>
          </a:p>
          <a:p>
            <a:r>
              <a:t>        {</a:t>
            </a:r>
          </a:p>
          <a:p>
            <a:r>
              <a:t>          "source_id": "s023",</a:t>
            </a:r>
          </a:p>
          <a:p>
            <a:r>
              <a:t>          "quote": "10"</a:t>
            </a:r>
          </a:p>
          <a:p>
            <a:r>
              <a:t>        }</a:t>
            </a:r>
          </a:p>
          <a:p>
            <a:r>
              <a:t>      ]</a:t>
            </a:r>
          </a:p>
          <a:p>
            <a:r>
              <a:t>    },</a:t>
            </a:r>
          </a:p>
          <a:p>
            <a:r>
              <a:t>    {</a:t>
            </a:r>
          </a:p>
          <a:p>
            <a:r>
              <a:t>      "value": 52.0,</a:t>
            </a:r>
          </a:p>
          <a:p>
            <a:r>
              <a:t>      "refs": [</a:t>
            </a:r>
          </a:p>
          <a:p>
            <a:r>
              <a:t>        {</a:t>
            </a:r>
          </a:p>
          <a:p>
            <a:r>
              <a:t>          "source_id": "s023",</a:t>
            </a:r>
          </a:p>
          <a:p>
            <a:r>
              <a:t>          "quote": "52"</a:t>
            </a:r>
          </a:p>
          <a:p>
            <a:r>
              <a:t>        }</a:t>
            </a:r>
          </a:p>
          <a:p>
            <a:r>
              <a:t>      ]</a:t>
            </a:r>
          </a:p>
          <a:p>
            <a:r>
              <a:t>    },</a:t>
            </a:r>
          </a:p>
          <a:p>
            <a:r>
              <a:t>    {</a:t>
            </a:r>
          </a:p>
          <a:p>
            <a:r>
              <a:t>      "text": "減る分",</a:t>
            </a:r>
          </a:p>
          <a:p>
            <a:r>
              <a:t>      "refs": [</a:t>
            </a:r>
          </a:p>
          <a:p>
            <a:r>
              <a:t>        {</a:t>
            </a:r>
          </a:p>
          <a:p>
            <a:r>
              <a:t>          "source_id": "s023",</a:t>
            </a:r>
          </a:p>
          <a:p>
            <a:r>
              <a:t>          "quote": "減る分"</a:t>
            </a:r>
          </a:p>
          <a:p>
            <a:r>
              <a:t>        }</a:t>
            </a:r>
          </a:p>
          <a:p>
            <a:r>
              <a:t>      ],</a:t>
            </a:r>
          </a:p>
          <a:p>
            <a:r>
              <a:t>      "mode": "verbatim"</a:t>
            </a:r>
          </a:p>
          <a:p>
            <a:r>
              <a:t>    },</a:t>
            </a:r>
          </a:p>
          <a:p>
            <a:r>
              <a:t>    {</a:t>
            </a:r>
          </a:p>
          <a:p>
            <a:r>
              <a:t>      "value": -50.0,</a:t>
            </a:r>
          </a:p>
          <a:p>
            <a:r>
              <a:t>      "refs": [</a:t>
            </a:r>
          </a:p>
          <a:p>
            <a:r>
              <a:t>        {</a:t>
            </a:r>
          </a:p>
          <a:p>
            <a:r>
              <a:t>          "source_id": "s023",</a:t>
            </a:r>
          </a:p>
          <a:p>
            <a:r>
              <a:t>          "quote": "-50"</a:t>
            </a:r>
          </a:p>
          <a:p>
            <a:r>
              <a:t>        }</a:t>
            </a:r>
          </a:p>
          <a:p>
            <a:r>
              <a:t>      ]</a:t>
            </a:r>
          </a:p>
          <a:p>
            <a:r>
              <a:t>    },</a:t>
            </a:r>
          </a:p>
          <a:p>
            <a:r>
              <a:t>    {</a:t>
            </a:r>
          </a:p>
          <a:p>
            <a:r>
              <a:t>      "value": -88.0,</a:t>
            </a:r>
          </a:p>
          <a:p>
            <a:r>
              <a:t>      "refs": [</a:t>
            </a:r>
          </a:p>
          <a:p>
            <a:r>
              <a:t>        {</a:t>
            </a:r>
          </a:p>
          <a:p>
            <a:r>
              <a:t>          "source_id": "s023",</a:t>
            </a:r>
          </a:p>
          <a:p>
            <a:r>
              <a:t>          "quote": "-88"</a:t>
            </a:r>
          </a:p>
          <a:p>
            <a:r>
              <a:t>        }</a:t>
            </a:r>
          </a:p>
          <a:p>
            <a:r>
              <a:t>      ]</a:t>
            </a:r>
          </a:p>
          <a:p>
            <a:r>
              <a:t>    },</a:t>
            </a:r>
          </a:p>
          <a:p>
            <a:r>
              <a:t>    {</a:t>
            </a:r>
          </a:p>
          <a:p>
            <a:r>
              <a:t>      "value": -12.0,</a:t>
            </a:r>
          </a:p>
          <a:p>
            <a:r>
              <a:t>      "refs": [</a:t>
            </a:r>
          </a:p>
          <a:p>
            <a:r>
              <a:t>        {</a:t>
            </a:r>
          </a:p>
          <a:p>
            <a:r>
              <a:t>          "source_id": "s023",</a:t>
            </a:r>
          </a:p>
          <a:p>
            <a:r>
              <a:t>          "quote": "-12"</a:t>
            </a:r>
          </a:p>
          <a:p>
            <a:r>
              <a:t>        }</a:t>
            </a:r>
          </a:p>
          <a:p>
            <a:r>
              <a:t>      ]</a:t>
            </a:r>
          </a:p>
          <a:p>
            <a:r>
              <a:t>    },</a:t>
            </a:r>
          </a:p>
          <a:p>
            <a:r>
              <a:t>    {</a:t>
            </a:r>
          </a:p>
          <a:p>
            <a:r>
              <a:t>      "value": -43.0,</a:t>
            </a:r>
          </a:p>
          <a:p>
            <a:r>
              <a:t>      "refs": [</a:t>
            </a:r>
          </a:p>
          <a:p>
            <a:r>
              <a:t>        {</a:t>
            </a:r>
          </a:p>
          <a:p>
            <a:r>
              <a:t>          "source_id": "s023",</a:t>
            </a:r>
          </a:p>
          <a:p>
            <a:r>
              <a:t>          "quote": "-43"</a:t>
            </a:r>
          </a:p>
          <a:p>
            <a:r>
              <a:t>        }</a:t>
            </a:r>
          </a:p>
          <a:p>
            <a:r>
              <a:t>      ]</a:t>
            </a:r>
          </a:p>
          <a:p>
            <a:r>
              <a:t>    },</a:t>
            </a:r>
          </a:p>
          <a:p>
            <a:r>
              <a:t>    {</a:t>
            </a:r>
          </a:p>
          <a:p>
            <a:r>
              <a:t>      "value": -46.0,</a:t>
            </a:r>
          </a:p>
          <a:p>
            <a:r>
              <a:t>      "refs": [</a:t>
            </a:r>
          </a:p>
          <a:p>
            <a:r>
              <a:t>        {</a:t>
            </a:r>
          </a:p>
          <a:p>
            <a:r>
              <a:t>          "source_id": "s023",</a:t>
            </a:r>
          </a:p>
          <a:p>
            <a:r>
              <a:t>          "quote": "-46"</a:t>
            </a:r>
          </a:p>
          <a:p>
            <a:r>
              <a:t>        }</a:t>
            </a:r>
          </a:p>
          <a:p>
            <a:r>
              <a:t>      ]</a:t>
            </a:r>
          </a:p>
          <a:p>
            <a:r>
              <a:t>    }</a:t>
            </a:r>
          </a:p>
          <a:p>
            <a:r>
              <a:t>  ],</a:t>
            </a:r>
          </a:p>
          <a:p>
            <a:r>
              <a:t>  "citations": {</a:t>
            </a:r>
          </a:p>
          <a:p>
            <a:r>
              <a:t>    "s023": "Public MIT sample: templates/freeform_parts_16x9.html section 23"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"35287da3f879ecff9e3bd367a1c44f7ff65d7aa6394b9c2b7b0a09bad3938935"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"slide024",</a:t>
            </a:r>
          </a:p>
          <a:p>
            <a:r>
              <a:t>  "origin": "catalog",</a:t>
            </a:r>
          </a:p>
          <a:p>
            <a:r>
              <a:t>  "layout_id": "scenario_lines_cagr",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"シナリオ線＋成長率チップ",</a:t>
            </a:r>
          </a:p>
          <a:p>
            <a:r>
              <a:t>      "refs": [</a:t>
            </a:r>
          </a:p>
          <a:p>
            <a:r>
              <a:t>        {</a:t>
            </a:r>
          </a:p>
          <a:p>
            <a:r>
              <a:t>          "source_id": "s024",</a:t>
            </a:r>
          </a:p>
          <a:p>
            <a:r>
              <a:t>          "quote": "シナリオ線＋成長率チップ"</a:t>
            </a:r>
          </a:p>
          <a:p>
            <a:r>
              <a:t>        }</a:t>
            </a:r>
          </a:p>
          <a:p>
            <a:r>
              <a:t>      ],</a:t>
            </a:r>
          </a:p>
          <a:p>
            <a:r>
              <a:t>      "mode": "verbatim"</a:t>
            </a:r>
          </a:p>
          <a:p>
            <a:r>
              <a:t>    },</a:t>
            </a:r>
          </a:p>
          <a:p>
            <a:r>
              <a:t>    {</a:t>
            </a:r>
          </a:p>
          <a:p>
            <a:r>
              <a:t>      "text": "出典：公開見本",</a:t>
            </a:r>
          </a:p>
          <a:p>
            <a:r>
              <a:t>      "refs": [</a:t>
            </a:r>
          </a:p>
          <a:p>
            <a:r>
              <a:t>        {</a:t>
            </a:r>
          </a:p>
          <a:p>
            <a:r>
              <a:t>          "source_id": "s024",</a:t>
            </a:r>
          </a:p>
          <a:p>
            <a:r>
              <a:t>          "quote": "出典：公開見本"</a:t>
            </a:r>
          </a:p>
          <a:p>
            <a:r>
              <a:t>        }</a:t>
            </a:r>
          </a:p>
          <a:p>
            <a:r>
              <a:t>      ],</a:t>
            </a:r>
          </a:p>
          <a:p>
            <a:r>
              <a:t>      "mode": "verbatim"</a:t>
            </a:r>
          </a:p>
          <a:p>
            <a:r>
              <a:t>    },</a:t>
            </a:r>
          </a:p>
          <a:p>
            <a:r>
              <a:t>    {</a:t>
            </a:r>
          </a:p>
          <a:p>
            <a:r>
              <a:t>      "text": "指標名",</a:t>
            </a:r>
          </a:p>
          <a:p>
            <a:r>
              <a:t>      "refs": [</a:t>
            </a:r>
          </a:p>
          <a:p>
            <a:r>
              <a:t>        {</a:t>
            </a:r>
          </a:p>
          <a:p>
            <a:r>
              <a:t>          "source_id": "s024",</a:t>
            </a:r>
          </a:p>
          <a:p>
            <a:r>
              <a:t>          "quote": "指標名"</a:t>
            </a:r>
          </a:p>
          <a:p>
            <a:r>
              <a:t>        }</a:t>
            </a:r>
          </a:p>
          <a:p>
            <a:r>
              <a:t>      ],</a:t>
            </a:r>
          </a:p>
          <a:p>
            <a:r>
              <a:t>      "mode": "verbatim"</a:t>
            </a:r>
          </a:p>
          <a:p>
            <a:r>
              <a:t>    },</a:t>
            </a:r>
          </a:p>
          <a:p>
            <a:r>
              <a:t>    {</a:t>
            </a:r>
          </a:p>
          <a:p>
            <a:r>
              <a:t>      "text": "単位、2026〜2031年",</a:t>
            </a:r>
          </a:p>
          <a:p>
            <a:r>
              <a:t>      "refs": [</a:t>
            </a:r>
          </a:p>
          <a:p>
            <a:r>
              <a:t>        {</a:t>
            </a:r>
          </a:p>
          <a:p>
            <a:r>
              <a:t>          "source_id": "s024",</a:t>
            </a:r>
          </a:p>
          <a:p>
            <a:r>
              <a:t>          "quote": "単位、2026〜2031年"</a:t>
            </a:r>
          </a:p>
          <a:p>
            <a:r>
              <a:t>        }</a:t>
            </a:r>
          </a:p>
          <a:p>
            <a:r>
              <a:t>      ],</a:t>
            </a:r>
          </a:p>
          <a:p>
            <a:r>
              <a:t>      "mode": "verbatim"</a:t>
            </a:r>
          </a:p>
          <a:p>
            <a:r>
              <a:t>    },</a:t>
            </a:r>
          </a:p>
          <a:p>
            <a:r>
              <a:t>    {</a:t>
            </a:r>
          </a:p>
          <a:p>
            <a:r>
              <a:t>      "text": "2026",</a:t>
            </a:r>
          </a:p>
          <a:p>
            <a:r>
              <a:t>      "refs": [</a:t>
            </a:r>
          </a:p>
          <a:p>
            <a:r>
              <a:t>        {</a:t>
            </a:r>
          </a:p>
          <a:p>
            <a:r>
              <a:t>          "source_id": "s024",</a:t>
            </a:r>
          </a:p>
          <a:p>
            <a:r>
              <a:t>          "quote": "2026"</a:t>
            </a:r>
          </a:p>
          <a:p>
            <a:r>
              <a:t>        }</a:t>
            </a:r>
          </a:p>
          <a:p>
            <a:r>
              <a:t>      ],</a:t>
            </a:r>
          </a:p>
          <a:p>
            <a:r>
              <a:t>      "mode": "verbatim"</a:t>
            </a:r>
          </a:p>
          <a:p>
            <a:r>
              <a:t>    },</a:t>
            </a:r>
          </a:p>
          <a:p>
            <a:r>
              <a:t>    {</a:t>
            </a:r>
          </a:p>
          <a:p>
            <a:r>
              <a:t>      "text": "2027",</a:t>
            </a:r>
          </a:p>
          <a:p>
            <a:r>
              <a:t>      "refs": [</a:t>
            </a:r>
          </a:p>
          <a:p>
            <a:r>
              <a:t>        {</a:t>
            </a:r>
          </a:p>
          <a:p>
            <a:r>
              <a:t>          "source_id": "s024",</a:t>
            </a:r>
          </a:p>
          <a:p>
            <a:r>
              <a:t>          "quote": "2027"</a:t>
            </a:r>
          </a:p>
          <a:p>
            <a:r>
              <a:t>        }</a:t>
            </a:r>
          </a:p>
          <a:p>
            <a:r>
              <a:t>      ],</a:t>
            </a:r>
          </a:p>
          <a:p>
            <a:r>
              <a:t>      "mode": "verbatim"</a:t>
            </a:r>
          </a:p>
          <a:p>
            <a:r>
              <a:t>    },</a:t>
            </a:r>
          </a:p>
          <a:p>
            <a:r>
              <a:t>    {</a:t>
            </a:r>
          </a:p>
          <a:p>
            <a:r>
              <a:t>      "text": "2028",</a:t>
            </a:r>
          </a:p>
          <a:p>
            <a:r>
              <a:t>      "refs": [</a:t>
            </a:r>
          </a:p>
          <a:p>
            <a:r>
              <a:t>        {</a:t>
            </a:r>
          </a:p>
          <a:p>
            <a:r>
              <a:t>          "source_id": "s024",</a:t>
            </a:r>
          </a:p>
          <a:p>
            <a:r>
              <a:t>          "quote": "2028"</a:t>
            </a:r>
          </a:p>
          <a:p>
            <a:r>
              <a:t>        }</a:t>
            </a:r>
          </a:p>
          <a:p>
            <a:r>
              <a:t>      ],</a:t>
            </a:r>
          </a:p>
          <a:p>
            <a:r>
              <a:t>      "mode": "verbatim"</a:t>
            </a:r>
          </a:p>
          <a:p>
            <a:r>
              <a:t>    },</a:t>
            </a:r>
          </a:p>
          <a:p>
            <a:r>
              <a:t>    {</a:t>
            </a:r>
          </a:p>
          <a:p>
            <a:r>
              <a:t>      "text": "2029",</a:t>
            </a:r>
          </a:p>
          <a:p>
            <a:r>
              <a:t>      "refs": [</a:t>
            </a:r>
          </a:p>
          <a:p>
            <a:r>
              <a:t>        {</a:t>
            </a:r>
          </a:p>
          <a:p>
            <a:r>
              <a:t>          "source_id": "s024",</a:t>
            </a:r>
          </a:p>
          <a:p>
            <a:r>
              <a:t>          "quote": "2029"</a:t>
            </a:r>
          </a:p>
          <a:p>
            <a:r>
              <a:t>        }</a:t>
            </a:r>
          </a:p>
          <a:p>
            <a:r>
              <a:t>      ],</a:t>
            </a:r>
          </a:p>
          <a:p>
            <a:r>
              <a:t>      "mode": "verbatim"</a:t>
            </a:r>
          </a:p>
          <a:p>
            <a:r>
              <a:t>    },</a:t>
            </a:r>
          </a:p>
          <a:p>
            <a:r>
              <a:t>    {</a:t>
            </a:r>
          </a:p>
          <a:p>
            <a:r>
              <a:t>      "text": "2030",</a:t>
            </a:r>
          </a:p>
          <a:p>
            <a:r>
              <a:t>      "refs": [</a:t>
            </a:r>
          </a:p>
          <a:p>
            <a:r>
              <a:t>        {</a:t>
            </a:r>
          </a:p>
          <a:p>
            <a:r>
              <a:t>          "source_id": "s024",</a:t>
            </a:r>
          </a:p>
          <a:p>
            <a:r>
              <a:t>          "quote": "2030"</a:t>
            </a:r>
          </a:p>
          <a:p>
            <a:r>
              <a:t>        }</a:t>
            </a:r>
          </a:p>
          <a:p>
            <a:r>
              <a:t>      ],</a:t>
            </a:r>
          </a:p>
          <a:p>
            <a:r>
              <a:t>      "mode": "verbatim"</a:t>
            </a:r>
          </a:p>
          <a:p>
            <a:r>
              <a:t>    },</a:t>
            </a:r>
          </a:p>
          <a:p>
            <a:r>
              <a:t>    {</a:t>
            </a:r>
          </a:p>
          <a:p>
            <a:r>
              <a:t>      "text": "2031",</a:t>
            </a:r>
          </a:p>
          <a:p>
            <a:r>
              <a:t>      "refs": [</a:t>
            </a:r>
          </a:p>
          <a:p>
            <a:r>
              <a:t>        {</a:t>
            </a:r>
          </a:p>
          <a:p>
            <a:r>
              <a:t>          "source_id": "s024",</a:t>
            </a:r>
          </a:p>
          <a:p>
            <a:r>
              <a:t>          "quote": "2031"</a:t>
            </a:r>
          </a:p>
          <a:p>
            <a:r>
              <a:t>        }</a:t>
            </a:r>
          </a:p>
          <a:p>
            <a:r>
              <a:t>      ],</a:t>
            </a:r>
          </a:p>
          <a:p>
            <a:r>
              <a:t>      "mode": "verbatim"</a:t>
            </a:r>
          </a:p>
          <a:p>
            <a:r>
              <a:t>    },</a:t>
            </a:r>
          </a:p>
          <a:p>
            <a:r>
              <a:t>    {</a:t>
            </a:r>
          </a:p>
          <a:p>
            <a:r>
              <a:t>      "text": "上振れ",</a:t>
            </a:r>
          </a:p>
          <a:p>
            <a:r>
              <a:t>      "refs": [</a:t>
            </a:r>
          </a:p>
          <a:p>
            <a:r>
              <a:t>        {</a:t>
            </a:r>
          </a:p>
          <a:p>
            <a:r>
              <a:t>          "source_id": "s024",</a:t>
            </a:r>
          </a:p>
          <a:p>
            <a:r>
              <a:t>          "quote": "上振れ"</a:t>
            </a:r>
          </a:p>
          <a:p>
            <a:r>
              <a:t>        }</a:t>
            </a:r>
          </a:p>
          <a:p>
            <a:r>
              <a:t>      ],</a:t>
            </a:r>
          </a:p>
          <a:p>
            <a:r>
              <a:t>      "mode": "verbatim"</a:t>
            </a:r>
          </a:p>
          <a:p>
            <a:r>
              <a:t>    },</a:t>
            </a:r>
          </a:p>
          <a:p>
            <a:r>
              <a:t>    {</a:t>
            </a:r>
          </a:p>
          <a:p>
            <a:r>
              <a:t>      "value": 35.0,</a:t>
            </a:r>
          </a:p>
          <a:p>
            <a:r>
              <a:t>      "refs": [</a:t>
            </a:r>
          </a:p>
          <a:p>
            <a:r>
              <a:t>        {</a:t>
            </a:r>
          </a:p>
          <a:p>
            <a:r>
              <a:t>          "source_id": "s024",</a:t>
            </a:r>
          </a:p>
          <a:p>
            <a:r>
              <a:t>          "quote": "35"</a:t>
            </a:r>
          </a:p>
          <a:p>
            <a:r>
              <a:t>        }</a:t>
            </a:r>
          </a:p>
          <a:p>
            <a:r>
              <a:t>      ]</a:t>
            </a:r>
          </a:p>
          <a:p>
            <a:r>
              <a:t>    },</a:t>
            </a:r>
          </a:p>
          <a:p>
            <a:r>
              <a:t>    {</a:t>
            </a:r>
          </a:p>
          <a:p>
            <a:r>
              <a:t>      "value": 44.0,</a:t>
            </a:r>
          </a:p>
          <a:p>
            <a:r>
              <a:t>      "refs": [</a:t>
            </a:r>
          </a:p>
          <a:p>
            <a:r>
              <a:t>        {</a:t>
            </a:r>
          </a:p>
          <a:p>
            <a:r>
              <a:t>          "source_id": "s024",</a:t>
            </a:r>
          </a:p>
          <a:p>
            <a:r>
              <a:t>          "quote": "44"</a:t>
            </a:r>
          </a:p>
          <a:p>
            <a:r>
              <a:t>        }</a:t>
            </a:r>
          </a:p>
          <a:p>
            <a:r>
              <a:t>      ]</a:t>
            </a:r>
          </a:p>
          <a:p>
            <a:r>
              <a:t>    },</a:t>
            </a:r>
          </a:p>
          <a:p>
            <a:r>
              <a:t>    {</a:t>
            </a:r>
          </a:p>
          <a:p>
            <a:r>
              <a:t>      "value": 56.0,</a:t>
            </a:r>
          </a:p>
          <a:p>
            <a:r>
              <a:t>      "refs": [</a:t>
            </a:r>
          </a:p>
          <a:p>
            <a:r>
              <a:t>        {</a:t>
            </a:r>
          </a:p>
          <a:p>
            <a:r>
              <a:t>          "source_id": "s024",</a:t>
            </a:r>
          </a:p>
          <a:p>
            <a:r>
              <a:t>          "quote": "56"</a:t>
            </a:r>
          </a:p>
          <a:p>
            <a:r>
              <a:t>        }</a:t>
            </a:r>
          </a:p>
          <a:p>
            <a:r>
              <a:t>      ]</a:t>
            </a:r>
          </a:p>
          <a:p>
            <a:r>
              <a:t>    },</a:t>
            </a:r>
          </a:p>
          <a:p>
            <a:r>
              <a:t>    {</a:t>
            </a:r>
          </a:p>
          <a:p>
            <a:r>
              <a:t>      "value": 72.0,</a:t>
            </a:r>
          </a:p>
          <a:p>
            <a:r>
              <a:t>      "refs": [</a:t>
            </a:r>
          </a:p>
          <a:p>
            <a:r>
              <a:t>        {</a:t>
            </a:r>
          </a:p>
          <a:p>
            <a:r>
              <a:t>          "source_id": "s024",</a:t>
            </a:r>
          </a:p>
          <a:p>
            <a:r>
              <a:t>          "quote": "72"</a:t>
            </a:r>
          </a:p>
          <a:p>
            <a:r>
              <a:t>        }</a:t>
            </a:r>
          </a:p>
          <a:p>
            <a:r>
              <a:t>      ]</a:t>
            </a:r>
          </a:p>
          <a:p>
            <a:r>
              <a:t>    },</a:t>
            </a:r>
          </a:p>
          <a:p>
            <a:r>
              <a:t>    {</a:t>
            </a:r>
          </a:p>
          <a:p>
            <a:r>
              <a:t>      "value": 91.0,</a:t>
            </a:r>
          </a:p>
          <a:p>
            <a:r>
              <a:t>      "refs": [</a:t>
            </a:r>
          </a:p>
          <a:p>
            <a:r>
              <a:t>        {</a:t>
            </a:r>
          </a:p>
          <a:p>
            <a:r>
              <a:t>          "source_id": "s024",</a:t>
            </a:r>
          </a:p>
          <a:p>
            <a:r>
              <a:t>          "quote": "91"</a:t>
            </a:r>
          </a:p>
          <a:p>
            <a:r>
              <a:t>        }</a:t>
            </a:r>
          </a:p>
          <a:p>
            <a:r>
              <a:t>      ]</a:t>
            </a:r>
          </a:p>
          <a:p>
            <a:r>
              <a:t>    },</a:t>
            </a:r>
          </a:p>
          <a:p>
            <a:r>
              <a:t>    {</a:t>
            </a:r>
          </a:p>
          <a:p>
            <a:r>
              <a:t>      "value": 114.0,</a:t>
            </a:r>
          </a:p>
          <a:p>
            <a:r>
              <a:t>      "refs": [</a:t>
            </a:r>
          </a:p>
          <a:p>
            <a:r>
              <a:t>        {</a:t>
            </a:r>
          </a:p>
          <a:p>
            <a:r>
              <a:t>          "source_id": "s024",</a:t>
            </a:r>
          </a:p>
          <a:p>
            <a:r>
              <a:t>          "quote": "114"</a:t>
            </a:r>
          </a:p>
          <a:p>
            <a:r>
              <a:t>        }</a:t>
            </a:r>
          </a:p>
          <a:p>
            <a:r>
              <a:t>      ]</a:t>
            </a:r>
          </a:p>
          <a:p>
            <a:r>
              <a:t>    },</a:t>
            </a:r>
          </a:p>
          <a:p>
            <a:r>
              <a:t>    {</a:t>
            </a:r>
          </a:p>
          <a:p>
            <a:r>
              <a:t>      "text": "基準",</a:t>
            </a:r>
          </a:p>
          <a:p>
            <a:r>
              <a:t>      "refs": [</a:t>
            </a:r>
          </a:p>
          <a:p>
            <a:r>
              <a:t>        {</a:t>
            </a:r>
          </a:p>
          <a:p>
            <a:r>
              <a:t>          "source_id": "s024",</a:t>
            </a:r>
          </a:p>
          <a:p>
            <a:r>
              <a:t>          "quote": "基準"</a:t>
            </a:r>
          </a:p>
          <a:p>
            <a:r>
              <a:t>        }</a:t>
            </a:r>
          </a:p>
          <a:p>
            <a:r>
              <a:t>      ],</a:t>
            </a:r>
          </a:p>
          <a:p>
            <a:r>
              <a:t>      "mode": "verbatim"</a:t>
            </a:r>
          </a:p>
          <a:p>
            <a:r>
              <a:t>    },</a:t>
            </a:r>
          </a:p>
          <a:p>
            <a:r>
              <a:t>    {</a:t>
            </a:r>
          </a:p>
          <a:p>
            <a:r>
              <a:t>      "value": 35.0,</a:t>
            </a:r>
          </a:p>
          <a:p>
            <a:r>
              <a:t>      "refs": [</a:t>
            </a:r>
          </a:p>
          <a:p>
            <a:r>
              <a:t>        {</a:t>
            </a:r>
          </a:p>
          <a:p>
            <a:r>
              <a:t>          "source_id": "s024",</a:t>
            </a:r>
          </a:p>
          <a:p>
            <a:r>
              <a:t>          "quote": "35"</a:t>
            </a:r>
          </a:p>
          <a:p>
            <a:r>
              <a:t>        }</a:t>
            </a:r>
          </a:p>
          <a:p>
            <a:r>
              <a:t>      ]</a:t>
            </a:r>
          </a:p>
          <a:p>
            <a:r>
              <a:t>    },</a:t>
            </a:r>
          </a:p>
          <a:p>
            <a:r>
              <a:t>    {</a:t>
            </a:r>
          </a:p>
          <a:p>
            <a:r>
              <a:t>      "value": 43.0,</a:t>
            </a:r>
          </a:p>
          <a:p>
            <a:r>
              <a:t>      "refs": [</a:t>
            </a:r>
          </a:p>
          <a:p>
            <a:r>
              <a:t>        {</a:t>
            </a:r>
          </a:p>
          <a:p>
            <a:r>
              <a:t>          "source_id": "s024",</a:t>
            </a:r>
          </a:p>
          <a:p>
            <a:r>
              <a:t>          "quote": "43"</a:t>
            </a:r>
          </a:p>
          <a:p>
            <a:r>
              <a:t>        }</a:t>
            </a:r>
          </a:p>
          <a:p>
            <a:r>
              <a:t>      ]</a:t>
            </a:r>
          </a:p>
          <a:p>
            <a:r>
              <a:t>    },</a:t>
            </a:r>
          </a:p>
          <a:p>
            <a:r>
              <a:t>    {</a:t>
            </a:r>
          </a:p>
          <a:p>
            <a:r>
              <a:t>      "value": 53.0,</a:t>
            </a:r>
          </a:p>
          <a:p>
            <a:r>
              <a:t>      "refs": [</a:t>
            </a:r>
          </a:p>
          <a:p>
            <a:r>
              <a:t>        {</a:t>
            </a:r>
          </a:p>
          <a:p>
            <a:r>
              <a:t>          "source_id": "s024",</a:t>
            </a:r>
          </a:p>
          <a:p>
            <a:r>
              <a:t>          "quote": "53"</a:t>
            </a:r>
          </a:p>
          <a:p>
            <a:r>
              <a:t>        }</a:t>
            </a:r>
          </a:p>
          <a:p>
            <a:r>
              <a:t>      ]</a:t>
            </a:r>
          </a:p>
          <a:p>
            <a:r>
              <a:t>    },</a:t>
            </a:r>
          </a:p>
          <a:p>
            <a:r>
              <a:t>    {</a:t>
            </a:r>
          </a:p>
          <a:p>
            <a:r>
              <a:t>      "value": 65.0,</a:t>
            </a:r>
          </a:p>
          <a:p>
            <a:r>
              <a:t>      "refs": [</a:t>
            </a:r>
          </a:p>
          <a:p>
            <a:r>
              <a:t>        {</a:t>
            </a:r>
          </a:p>
          <a:p>
            <a:r>
              <a:t>          "source_id": "s024",</a:t>
            </a:r>
          </a:p>
          <a:p>
            <a:r>
              <a:t>          "quote": "65"</a:t>
            </a:r>
          </a:p>
          <a:p>
            <a:r>
              <a:t>        }</a:t>
            </a:r>
          </a:p>
          <a:p>
            <a:r>
              <a:t>      ]</a:t>
            </a:r>
          </a:p>
          <a:p>
            <a:r>
              <a:t>    },</a:t>
            </a:r>
          </a:p>
          <a:p>
            <a:r>
              <a:t>    {</a:t>
            </a:r>
          </a:p>
          <a:p>
            <a:r>
              <a:t>      "value": 80.0,</a:t>
            </a:r>
          </a:p>
          <a:p>
            <a:r>
              <a:t>      "refs": [</a:t>
            </a:r>
          </a:p>
          <a:p>
            <a:r>
              <a:t>        {</a:t>
            </a:r>
          </a:p>
          <a:p>
            <a:r>
              <a:t>          "source_id": "s024",</a:t>
            </a:r>
          </a:p>
          <a:p>
            <a:r>
              <a:t>          "quote": "80"</a:t>
            </a:r>
          </a:p>
          <a:p>
            <a:r>
              <a:t>        }</a:t>
            </a:r>
          </a:p>
          <a:p>
            <a:r>
              <a:t>      ]</a:t>
            </a:r>
          </a:p>
          <a:p>
            <a:r>
              <a:t>    },</a:t>
            </a:r>
          </a:p>
          <a:p>
            <a:r>
              <a:t>    {</a:t>
            </a:r>
          </a:p>
          <a:p>
            <a:r>
              <a:t>      "value": 96.0,</a:t>
            </a:r>
          </a:p>
          <a:p>
            <a:r>
              <a:t>      "refs": [</a:t>
            </a:r>
          </a:p>
          <a:p>
            <a:r>
              <a:t>        {</a:t>
            </a:r>
          </a:p>
          <a:p>
            <a:r>
              <a:t>          "source_id": "s024",</a:t>
            </a:r>
          </a:p>
          <a:p>
            <a:r>
              <a:t>          "quote": "96"</a:t>
            </a:r>
          </a:p>
          <a:p>
            <a:r>
              <a:t>        }</a:t>
            </a:r>
          </a:p>
          <a:p>
            <a:r>
              <a:t>      ]</a:t>
            </a:r>
          </a:p>
          <a:p>
            <a:r>
              <a:t>    },</a:t>
            </a:r>
          </a:p>
          <a:p>
            <a:r>
              <a:t>    {</a:t>
            </a:r>
          </a:p>
          <a:p>
            <a:r>
              <a:t>      "text": "下振れ",</a:t>
            </a:r>
          </a:p>
          <a:p>
            <a:r>
              <a:t>      "refs": [</a:t>
            </a:r>
          </a:p>
          <a:p>
            <a:r>
              <a:t>        {</a:t>
            </a:r>
          </a:p>
          <a:p>
            <a:r>
              <a:t>          "source_id": "s024",</a:t>
            </a:r>
          </a:p>
          <a:p>
            <a:r>
              <a:t>          "quote": "下振れ"</a:t>
            </a:r>
          </a:p>
          <a:p>
            <a:r>
              <a:t>        }</a:t>
            </a:r>
          </a:p>
          <a:p>
            <a:r>
              <a:t>      ],</a:t>
            </a:r>
          </a:p>
          <a:p>
            <a:r>
              <a:t>      "mode": "verbatim"</a:t>
            </a:r>
          </a:p>
          <a:p>
            <a:r>
              <a:t>    },</a:t>
            </a:r>
          </a:p>
          <a:p>
            <a:r>
              <a:t>    {</a:t>
            </a:r>
          </a:p>
          <a:p>
            <a:r>
              <a:t>      "value": 35.0,</a:t>
            </a:r>
          </a:p>
          <a:p>
            <a:r>
              <a:t>      "refs": [</a:t>
            </a:r>
          </a:p>
          <a:p>
            <a:r>
              <a:t>        {</a:t>
            </a:r>
          </a:p>
          <a:p>
            <a:r>
              <a:t>          "source_id": "s024",</a:t>
            </a:r>
          </a:p>
          <a:p>
            <a:r>
              <a:t>          "quote": "35"</a:t>
            </a:r>
          </a:p>
          <a:p>
            <a:r>
              <a:t>        }</a:t>
            </a:r>
          </a:p>
          <a:p>
            <a:r>
              <a:t>      ]</a:t>
            </a:r>
          </a:p>
          <a:p>
            <a:r>
              <a:t>    },</a:t>
            </a:r>
          </a:p>
          <a:p>
            <a:r>
              <a:t>    {</a:t>
            </a:r>
          </a:p>
          <a:p>
            <a:r>
              <a:t>      "value": 42.0,</a:t>
            </a:r>
          </a:p>
          <a:p>
            <a:r>
              <a:t>      "refs": [</a:t>
            </a:r>
          </a:p>
          <a:p>
            <a:r>
              <a:t>        {</a:t>
            </a:r>
          </a:p>
          <a:p>
            <a:r>
              <a:t>          "source_id": "s024",</a:t>
            </a:r>
          </a:p>
          <a:p>
            <a:r>
              <a:t>          "quote": "42"</a:t>
            </a:r>
          </a:p>
          <a:p>
            <a:r>
              <a:t>        }</a:t>
            </a:r>
          </a:p>
          <a:p>
            <a:r>
              <a:t>      ]</a:t>
            </a:r>
          </a:p>
          <a:p>
            <a:r>
              <a:t>    },</a:t>
            </a:r>
          </a:p>
          <a:p>
            <a:r>
              <a:t>    {</a:t>
            </a:r>
          </a:p>
          <a:p>
            <a:r>
              <a:t>      "value": 50.0,</a:t>
            </a:r>
          </a:p>
          <a:p>
            <a:r>
              <a:t>      "refs": [</a:t>
            </a:r>
          </a:p>
          <a:p>
            <a:r>
              <a:t>        {</a:t>
            </a:r>
          </a:p>
          <a:p>
            <a:r>
              <a:t>          "source_id": "s024",</a:t>
            </a:r>
          </a:p>
          <a:p>
            <a:r>
              <a:t>          "quote": "50"</a:t>
            </a:r>
          </a:p>
          <a:p>
            <a:r>
              <a:t>        }</a:t>
            </a:r>
          </a:p>
          <a:p>
            <a:r>
              <a:t>      ]</a:t>
            </a:r>
          </a:p>
          <a:p>
            <a:r>
              <a:t>    },</a:t>
            </a:r>
          </a:p>
          <a:p>
            <a:r>
              <a:t>    {</a:t>
            </a:r>
          </a:p>
          <a:p>
            <a:r>
              <a:t>      "value": 59.0,</a:t>
            </a:r>
          </a:p>
          <a:p>
            <a:r>
              <a:t>      "refs": [</a:t>
            </a:r>
          </a:p>
          <a:p>
            <a:r>
              <a:t>        {</a:t>
            </a:r>
          </a:p>
          <a:p>
            <a:r>
              <a:t>          "source_id": "s024",</a:t>
            </a:r>
          </a:p>
          <a:p>
            <a:r>
              <a:t>          "quote": "59"</a:t>
            </a:r>
          </a:p>
          <a:p>
            <a:r>
              <a:t>        }</a:t>
            </a:r>
          </a:p>
          <a:p>
            <a:r>
              <a:t>      ]</a:t>
            </a:r>
          </a:p>
          <a:p>
            <a:r>
              <a:t>    },</a:t>
            </a:r>
          </a:p>
          <a:p>
            <a:r>
              <a:t>    {</a:t>
            </a:r>
          </a:p>
          <a:p>
            <a:r>
              <a:t>      "value": 70.0,</a:t>
            </a:r>
          </a:p>
          <a:p>
            <a:r>
              <a:t>      "refs": [</a:t>
            </a:r>
          </a:p>
          <a:p>
            <a:r>
              <a:t>        {</a:t>
            </a:r>
          </a:p>
          <a:p>
            <a:r>
              <a:t>          "source_id": "s024",</a:t>
            </a:r>
          </a:p>
          <a:p>
            <a:r>
              <a:t>          "quote": "70"</a:t>
            </a:r>
          </a:p>
          <a:p>
            <a:r>
              <a:t>        }</a:t>
            </a:r>
          </a:p>
          <a:p>
            <a:r>
              <a:t>      ]</a:t>
            </a:r>
          </a:p>
          <a:p>
            <a:r>
              <a:t>    },</a:t>
            </a:r>
          </a:p>
          <a:p>
            <a:r>
              <a:t>    {</a:t>
            </a:r>
          </a:p>
          <a:p>
            <a:r>
              <a:t>      "value": 81.0,</a:t>
            </a:r>
          </a:p>
          <a:p>
            <a:r>
              <a:t>      "refs": [</a:t>
            </a:r>
          </a:p>
          <a:p>
            <a:r>
              <a:t>        {</a:t>
            </a:r>
          </a:p>
          <a:p>
            <a:r>
              <a:t>          "source_id": "s024",</a:t>
            </a:r>
          </a:p>
          <a:p>
            <a:r>
              <a:t>          "quote": "81"</a:t>
            </a:r>
          </a:p>
          <a:p>
            <a:r>
              <a:t>        }</a:t>
            </a:r>
          </a:p>
          <a:p>
            <a:r>
              <a:t>      ]</a:t>
            </a:r>
          </a:p>
          <a:p>
            <a:r>
              <a:t>    },</a:t>
            </a:r>
          </a:p>
          <a:p>
            <a:r>
              <a:t>    {</a:t>
            </a:r>
          </a:p>
          <a:p>
            <a:r>
              <a:t>      "value": 5.0,</a:t>
            </a:r>
          </a:p>
          <a:p>
            <a:r>
              <a:t>      "refs": [</a:t>
            </a:r>
          </a:p>
          <a:p>
            <a:r>
              <a:t>        {</a:t>
            </a:r>
          </a:p>
          <a:p>
            <a:r>
              <a:t>          "source_id": "s024",</a:t>
            </a:r>
          </a:p>
          <a:p>
            <a:r>
              <a:t>          "quote": "5"</a:t>
            </a:r>
          </a:p>
          <a:p>
            <a:r>
              <a:t>        }</a:t>
            </a:r>
          </a:p>
          <a:p>
            <a:r>
              <a:t>      ]</a:t>
            </a:r>
          </a:p>
          <a:p>
            <a:r>
              <a:t>    }</a:t>
            </a:r>
          </a:p>
          <a:p>
            <a:r>
              <a:t>  ],</a:t>
            </a:r>
          </a:p>
          <a:p>
            <a:r>
              <a:t>  "citations": {</a:t>
            </a:r>
          </a:p>
          <a:p>
            <a:r>
              <a:t>    "s024": "Public MIT sample: templates/freeform_parts_16x9.html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"4a181913166f5122988f15391fe6324503cc0f2143d77cf77d18805dd9bb71fd"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"slide025",</a:t>
            </a:r>
          </a:p>
          <a:p>
            <a:r>
              <a:t>  "origin": "catalog",</a:t>
            </a:r>
          </a:p>
          <a:p>
            <a:r>
              <a:t>  "layout_id": "research_basis",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"調査の土台",</a:t>
            </a:r>
          </a:p>
          <a:p>
            <a:r>
              <a:t>      "refs": [</a:t>
            </a:r>
          </a:p>
          <a:p>
            <a:r>
              <a:t>        {</a:t>
            </a:r>
          </a:p>
          <a:p>
            <a:r>
              <a:t>          "source_id": "s025",</a:t>
            </a:r>
          </a:p>
          <a:p>
            <a:r>
              <a:t>          "quote": "調査の土台"</a:t>
            </a:r>
          </a:p>
          <a:p>
            <a:r>
              <a:t>        }</a:t>
            </a:r>
          </a:p>
          <a:p>
            <a:r>
              <a:t>      ],</a:t>
            </a:r>
          </a:p>
          <a:p>
            <a:r>
              <a:t>      "mode": "verbatim"</a:t>
            </a:r>
          </a:p>
          <a:p>
            <a:r>
              <a:t>    },</a:t>
            </a:r>
          </a:p>
          <a:p>
            <a:r>
              <a:t>    {</a:t>
            </a:r>
          </a:p>
          <a:p>
            <a:r>
              <a:t>      "text": "出典：公開見本（調査期間 2026年M月〜M月）",</a:t>
            </a:r>
          </a:p>
          <a:p>
            <a:r>
              <a:t>      "refs": [</a:t>
            </a:r>
          </a:p>
          <a:p>
            <a:r>
              <a:t>        {</a:t>
            </a:r>
          </a:p>
          <a:p>
            <a:r>
              <a:t>          "source_id": "s025",</a:t>
            </a:r>
          </a:p>
          <a:p>
            <a:r>
              <a:t>          "quote": "出典：公開見本（調査期間 2026年M月〜M月）"</a:t>
            </a:r>
          </a:p>
          <a:p>
            <a:r>
              <a:t>        }</a:t>
            </a:r>
          </a:p>
          <a:p>
            <a:r>
              <a:t>      ],</a:t>
            </a:r>
          </a:p>
          <a:p>
            <a:r>
              <a:t>      "mode": "verbatim"</a:t>
            </a:r>
          </a:p>
          <a:p>
            <a:r>
              <a:t>    },</a:t>
            </a:r>
          </a:p>
          <a:p>
            <a:r>
              <a:t>    {</a:t>
            </a:r>
          </a:p>
          <a:p>
            <a:r>
              <a:t>      "text": "調べ方",</a:t>
            </a:r>
          </a:p>
          <a:p>
            <a:r>
              <a:t>      "refs": [</a:t>
            </a:r>
          </a:p>
          <a:p>
            <a:r>
              <a:t>        {</a:t>
            </a:r>
          </a:p>
          <a:p>
            <a:r>
              <a:t>          "source_id": "s025",</a:t>
            </a:r>
          </a:p>
          <a:p>
            <a:r>
              <a:t>          "quote": "調べ方"</a:t>
            </a:r>
          </a:p>
          <a:p>
            <a:r>
              <a:t>        }</a:t>
            </a:r>
          </a:p>
          <a:p>
            <a:r>
              <a:t>      ],</a:t>
            </a:r>
          </a:p>
          <a:p>
            <a:r>
              <a:t>      "mode": "verbatim"</a:t>
            </a:r>
          </a:p>
          <a:p>
            <a:r>
              <a:t>    },</a:t>
            </a:r>
          </a:p>
          <a:p>
            <a:r>
              <a:t>    {</a:t>
            </a:r>
          </a:p>
          <a:p>
            <a:r>
              <a:t>      "text": "記載例1\n記載例2\n記載例3",</a:t>
            </a:r>
          </a:p>
          <a:p>
            <a:r>
              <a:t>      "refs": [</a:t>
            </a:r>
          </a:p>
          <a:p>
            <a:r>
              <a:t>        {</a:t>
            </a:r>
          </a:p>
          <a:p>
            <a:r>
              <a:t>          "source_id": "s025",</a:t>
            </a:r>
          </a:p>
          <a:p>
            <a:r>
              <a:t>          "quote": "記載例1\n記載例2\n記載例3"</a:t>
            </a:r>
          </a:p>
          <a:p>
            <a:r>
              <a:t>        }</a:t>
            </a:r>
          </a:p>
          <a:p>
            <a:r>
              <a:t>      ],</a:t>
            </a:r>
          </a:p>
          <a:p>
            <a:r>
              <a:t>      "mode": "verbatim"</a:t>
            </a:r>
          </a:p>
          <a:p>
            <a:r>
              <a:t>    },</a:t>
            </a:r>
          </a:p>
          <a:p>
            <a:r>
              <a:t>    {</a:t>
            </a:r>
          </a:p>
          <a:p>
            <a:r>
              <a:t>      "text": "調べた対象",</a:t>
            </a:r>
          </a:p>
          <a:p>
            <a:r>
              <a:t>      "refs": [</a:t>
            </a:r>
          </a:p>
          <a:p>
            <a:r>
              <a:t>        {</a:t>
            </a:r>
          </a:p>
          <a:p>
            <a:r>
              <a:t>          "source_id": "s025",</a:t>
            </a:r>
          </a:p>
          <a:p>
            <a:r>
              <a:t>          "quote": "調べた対象"</a:t>
            </a:r>
          </a:p>
          <a:p>
            <a:r>
              <a:t>        }</a:t>
            </a:r>
          </a:p>
          <a:p>
            <a:r>
              <a:t>      ],</a:t>
            </a:r>
          </a:p>
          <a:p>
            <a:r>
              <a:t>      "mode": "verbatim"</a:t>
            </a:r>
          </a:p>
          <a:p>
            <a:r>
              <a:t>    },</a:t>
            </a:r>
          </a:p>
          <a:p>
            <a:r>
              <a:t>    {</a:t>
            </a:r>
          </a:p>
          <a:p>
            <a:r>
              <a:t>      "text": "項目1社",</a:t>
            </a:r>
          </a:p>
          <a:p>
            <a:r>
              <a:t>      "refs": [</a:t>
            </a:r>
          </a:p>
          <a:p>
            <a:r>
              <a:t>        {</a:t>
            </a:r>
          </a:p>
          <a:p>
            <a:r>
              <a:t>          "source_id": "s025",</a:t>
            </a:r>
          </a:p>
          <a:p>
            <a:r>
              <a:t>          "quote": "項目1社"</a:t>
            </a:r>
          </a:p>
          <a:p>
            <a:r>
              <a:t>        }</a:t>
            </a:r>
          </a:p>
          <a:p>
            <a:r>
              <a:t>      ],</a:t>
            </a:r>
          </a:p>
          <a:p>
            <a:r>
              <a:t>      "mode": "verbatim"</a:t>
            </a:r>
          </a:p>
          <a:p>
            <a:r>
              <a:t>    },</a:t>
            </a:r>
          </a:p>
          <a:p>
            <a:r>
              <a:t>    {</a:t>
            </a:r>
          </a:p>
          <a:p>
            <a:r>
              <a:t>      "text": "記載例4",</a:t>
            </a:r>
          </a:p>
          <a:p>
            <a:r>
              <a:t>      "refs": [</a:t>
            </a:r>
          </a:p>
          <a:p>
            <a:r>
              <a:t>        {</a:t>
            </a:r>
          </a:p>
          <a:p>
            <a:r>
              <a:t>          "source_id": "s025",</a:t>
            </a:r>
          </a:p>
          <a:p>
            <a:r>
              <a:t>          "quote": "記載例4"</a:t>
            </a:r>
          </a:p>
          <a:p>
            <a:r>
              <a:t>        }</a:t>
            </a:r>
          </a:p>
          <a:p>
            <a:r>
              <a:t>      ],</a:t>
            </a:r>
          </a:p>
          <a:p>
            <a:r>
              <a:t>      "mode": "verbatim"</a:t>
            </a:r>
          </a:p>
          <a:p>
            <a:r>
              <a:t>    },</a:t>
            </a:r>
          </a:p>
          <a:p>
            <a:r>
              <a:t>    {</a:t>
            </a:r>
          </a:p>
          <a:p>
            <a:r>
              <a:t>      "text": "項目2件",</a:t>
            </a:r>
          </a:p>
          <a:p>
            <a:r>
              <a:t>      "refs": [</a:t>
            </a:r>
          </a:p>
          <a:p>
            <a:r>
              <a:t>        {</a:t>
            </a:r>
          </a:p>
          <a:p>
            <a:r>
              <a:t>          "source_id": "s025",</a:t>
            </a:r>
          </a:p>
          <a:p>
            <a:r>
              <a:t>          "quote": "項目2件"</a:t>
            </a:r>
          </a:p>
          <a:p>
            <a:r>
              <a:t>        }</a:t>
            </a:r>
          </a:p>
          <a:p>
            <a:r>
              <a:t>      ],</a:t>
            </a:r>
          </a:p>
          <a:p>
            <a:r>
              <a:t>      "mode": "verbatim"</a:t>
            </a:r>
          </a:p>
          <a:p>
            <a:r>
              <a:t>    },</a:t>
            </a:r>
          </a:p>
          <a:p>
            <a:r>
              <a:t>    {</a:t>
            </a:r>
          </a:p>
          <a:p>
            <a:r>
              <a:t>      "text": "記載例5",</a:t>
            </a:r>
          </a:p>
          <a:p>
            <a:r>
              <a:t>      "refs": [</a:t>
            </a:r>
          </a:p>
          <a:p>
            <a:r>
              <a:t>        {</a:t>
            </a:r>
          </a:p>
          <a:p>
            <a:r>
              <a:t>          "source_id": "s025",</a:t>
            </a:r>
          </a:p>
          <a:p>
            <a:r>
              <a:t>          "quote": "記載例5"</a:t>
            </a:r>
          </a:p>
          <a:p>
            <a:r>
              <a:t>        }</a:t>
            </a:r>
          </a:p>
          <a:p>
            <a:r>
              <a:t>      ],</a:t>
            </a:r>
          </a:p>
          <a:p>
            <a:r>
              <a:t>      "mode": "verbatim"</a:t>
            </a:r>
          </a:p>
          <a:p>
            <a:r>
              <a:t>    },</a:t>
            </a:r>
          </a:p>
          <a:p>
            <a:r>
              <a:t>    {</a:t>
            </a:r>
          </a:p>
          <a:p>
            <a:r>
              <a:t>      "text": "Nか月",</a:t>
            </a:r>
          </a:p>
          <a:p>
            <a:r>
              <a:t>      "refs": [</a:t>
            </a:r>
          </a:p>
          <a:p>
            <a:r>
              <a:t>        {</a:t>
            </a:r>
          </a:p>
          <a:p>
            <a:r>
              <a:t>          "source_id": "s025",</a:t>
            </a:r>
          </a:p>
          <a:p>
            <a:r>
              <a:t>          "quote": "Nか月"</a:t>
            </a:r>
          </a:p>
          <a:p>
            <a:r>
              <a:t>        }</a:t>
            </a:r>
          </a:p>
          <a:p>
            <a:r>
              <a:t>      ],</a:t>
            </a:r>
          </a:p>
          <a:p>
            <a:r>
              <a:t>      "mode": "verbatim"</a:t>
            </a:r>
          </a:p>
          <a:p>
            <a:r>
              <a:t>    },</a:t>
            </a:r>
          </a:p>
          <a:p>
            <a:r>
              <a:t>    {</a:t>
            </a:r>
          </a:p>
          <a:p>
            <a:r>
              <a:t>      "text": "記載例6",</a:t>
            </a:r>
          </a:p>
          <a:p>
            <a:r>
              <a:t>      "refs": [</a:t>
            </a:r>
          </a:p>
          <a:p>
            <a:r>
              <a:t>        {</a:t>
            </a:r>
          </a:p>
          <a:p>
            <a:r>
              <a:t>          "source_id": "s025",</a:t>
            </a:r>
          </a:p>
          <a:p>
            <a:r>
              <a:t>          "quote": "記載例6"</a:t>
            </a:r>
          </a:p>
          <a:p>
            <a:r>
              <a:t>        }</a:t>
            </a:r>
          </a:p>
          <a:p>
            <a:r>
              <a:t>      ],</a:t>
            </a:r>
          </a:p>
          <a:p>
            <a:r>
              <a:t>      "mode": "verbatim"</a:t>
            </a:r>
          </a:p>
          <a:p>
            <a:r>
              <a:t>    }</a:t>
            </a:r>
          </a:p>
          <a:p>
            <a:r>
              <a:t>  ],</a:t>
            </a:r>
          </a:p>
          <a:p>
            <a:r>
              <a:t>  "citations": {</a:t>
            </a:r>
          </a:p>
          <a:p>
            <a:r>
              <a:t>    "s025": "Public MIT sample: templates/freeform_parts_16x9.html section 25"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"8efd359fa5477f35e9372bf3ae736800dbe8114b515a865e32c05a058ecee0b7"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"slide026",</a:t>
            </a:r>
          </a:p>
          <a:p>
            <a:r>
              <a:t>  "origin": "catalog",</a:t>
            </a:r>
          </a:p>
          <a:p>
            <a:r>
              <a:t>  "layout_id": "issue_action_columns",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"課題と打ち手の2カラム",</a:t>
            </a:r>
          </a:p>
          <a:p>
            <a:r>
              <a:t>      "refs": [</a:t>
            </a:r>
          </a:p>
          <a:p>
            <a:r>
              <a:t>        {</a:t>
            </a:r>
          </a:p>
          <a:p>
            <a:r>
              <a:t>          "source_id": "s026",</a:t>
            </a:r>
          </a:p>
          <a:p>
            <a:r>
              <a:t>          "quote": "課題と打ち手の2カラム"</a:t>
            </a:r>
          </a:p>
          <a:p>
            <a:r>
              <a:t>        }</a:t>
            </a:r>
          </a:p>
          <a:p>
            <a:r>
              <a:t>      ],</a:t>
            </a:r>
          </a:p>
          <a:p>
            <a:r>
              <a:t>      "mode": "verbatim"</a:t>
            </a:r>
          </a:p>
          <a:p>
            <a:r>
              <a:t>    },</a:t>
            </a:r>
          </a:p>
          <a:p>
            <a:r>
              <a:t>    {</a:t>
            </a:r>
          </a:p>
          <a:p>
            <a:r>
              <a:t>      "text": "出典：公開見本",</a:t>
            </a:r>
          </a:p>
          <a:p>
            <a:r>
              <a:t>      "refs": [</a:t>
            </a:r>
          </a:p>
          <a:p>
            <a:r>
              <a:t>        {</a:t>
            </a:r>
          </a:p>
          <a:p>
            <a:r>
              <a:t>          "source_id": "s026",</a:t>
            </a:r>
          </a:p>
          <a:p>
            <a:r>
              <a:t>          "quote": "出典：公開見本"</a:t>
            </a:r>
          </a:p>
          <a:p>
            <a:r>
              <a:t>        }</a:t>
            </a:r>
          </a:p>
          <a:p>
            <a:r>
              <a:t>      ],</a:t>
            </a:r>
          </a:p>
          <a:p>
            <a:r>
              <a:t>      "mode": "verbatim"</a:t>
            </a:r>
          </a:p>
          <a:p>
            <a:r>
              <a:t>    },</a:t>
            </a:r>
          </a:p>
          <a:p>
            <a:r>
              <a:t>    {</a:t>
            </a:r>
          </a:p>
          <a:p>
            <a:r>
              <a:t>      "text": "いま起きている課題",</a:t>
            </a:r>
          </a:p>
          <a:p>
            <a:r>
              <a:t>      "refs": [</a:t>
            </a:r>
          </a:p>
          <a:p>
            <a:r>
              <a:t>        {</a:t>
            </a:r>
          </a:p>
          <a:p>
            <a:r>
              <a:t>          "source_id": "s026",</a:t>
            </a:r>
          </a:p>
          <a:p>
            <a:r>
              <a:t>          "quote": "いま起きている課題"</a:t>
            </a:r>
          </a:p>
          <a:p>
            <a:r>
              <a:t>        }</a:t>
            </a:r>
          </a:p>
          <a:p>
            <a:r>
              <a:t>      ],</a:t>
            </a:r>
          </a:p>
          <a:p>
            <a:r>
              <a:t>      "mode": "verbatim"</a:t>
            </a:r>
          </a:p>
          <a:p>
            <a:r>
              <a:t>    },</a:t>
            </a:r>
          </a:p>
          <a:p>
            <a:r>
              <a:t>    {</a:t>
            </a:r>
          </a:p>
          <a:p>
            <a:r>
              <a:t>      "text": "項目1",</a:t>
            </a:r>
          </a:p>
          <a:p>
            <a:r>
              <a:t>      "refs": [</a:t>
            </a:r>
          </a:p>
          <a:p>
            <a:r>
              <a:t>        {</a:t>
            </a:r>
          </a:p>
          <a:p>
            <a:r>
              <a:t>          "source_id": "s026",</a:t>
            </a:r>
          </a:p>
          <a:p>
            <a:r>
              <a:t>          "quote": "項目1"</a:t>
            </a:r>
          </a:p>
          <a:p>
            <a:r>
              <a:t>        }</a:t>
            </a:r>
          </a:p>
          <a:p>
            <a:r>
              <a:t>      ],</a:t>
            </a:r>
          </a:p>
          <a:p>
            <a:r>
              <a:t>      "mode": "verbatim"</a:t>
            </a:r>
          </a:p>
          <a:p>
            <a:r>
              <a:t>    },</a:t>
            </a:r>
          </a:p>
          <a:p>
            <a:r>
              <a:t>    {</a:t>
            </a:r>
          </a:p>
          <a:p>
            <a:r>
              <a:t>      "text": "記載例1",</a:t>
            </a:r>
          </a:p>
          <a:p>
            <a:r>
              <a:t>      "refs": [</a:t>
            </a:r>
          </a:p>
          <a:p>
            <a:r>
              <a:t>        {</a:t>
            </a:r>
          </a:p>
          <a:p>
            <a:r>
              <a:t>          "source_id": "s026",</a:t>
            </a:r>
          </a:p>
          <a:p>
            <a:r>
              <a:t>          "quote": "記載例1"</a:t>
            </a:r>
          </a:p>
          <a:p>
            <a:r>
              <a:t>        }</a:t>
            </a:r>
          </a:p>
          <a:p>
            <a:r>
              <a:t>      ],</a:t>
            </a:r>
          </a:p>
          <a:p>
            <a:r>
              <a:t>      "mode": "verbatim"</a:t>
            </a:r>
          </a:p>
          <a:p>
            <a:r>
              <a:t>    },</a:t>
            </a:r>
          </a:p>
          <a:p>
            <a:r>
              <a:t>    {</a:t>
            </a:r>
          </a:p>
          <a:p>
            <a:r>
              <a:t>      "text": "項目2",</a:t>
            </a:r>
          </a:p>
          <a:p>
            <a:r>
              <a:t>      "refs": [</a:t>
            </a:r>
          </a:p>
          <a:p>
            <a:r>
              <a:t>        {</a:t>
            </a:r>
          </a:p>
          <a:p>
            <a:r>
              <a:t>          "source_id": "s026",</a:t>
            </a:r>
          </a:p>
          <a:p>
            <a:r>
              <a:t>          "quote": "項目2"</a:t>
            </a:r>
          </a:p>
          <a:p>
            <a:r>
              <a:t>        }</a:t>
            </a:r>
          </a:p>
          <a:p>
            <a:r>
              <a:t>      ],</a:t>
            </a:r>
          </a:p>
          <a:p>
            <a:r>
              <a:t>      "mode": "verbatim"</a:t>
            </a:r>
          </a:p>
          <a:p>
            <a:r>
              <a:t>    },</a:t>
            </a:r>
          </a:p>
          <a:p>
            <a:r>
              <a:t>    {</a:t>
            </a:r>
          </a:p>
          <a:p>
            <a:r>
              <a:t>      "text": "記載例2",</a:t>
            </a:r>
          </a:p>
          <a:p>
            <a:r>
              <a:t>      "refs": [</a:t>
            </a:r>
          </a:p>
          <a:p>
            <a:r>
              <a:t>        {</a:t>
            </a:r>
          </a:p>
          <a:p>
            <a:r>
              <a:t>          "source_id": "s026",</a:t>
            </a:r>
          </a:p>
          <a:p>
            <a:r>
              <a:t>          "quote": "記載例2"</a:t>
            </a:r>
          </a:p>
          <a:p>
            <a:r>
              <a:t>        }</a:t>
            </a:r>
          </a:p>
          <a:p>
            <a:r>
              <a:t>      ],</a:t>
            </a:r>
          </a:p>
          <a:p>
            <a:r>
              <a:t>      "mode": "verbatim"</a:t>
            </a:r>
          </a:p>
          <a:p>
            <a:r>
              <a:t>    },</a:t>
            </a:r>
          </a:p>
          <a:p>
            <a:r>
              <a:t>    {</a:t>
            </a:r>
          </a:p>
          <a:p>
            <a:r>
              <a:t>      "text": "項目3",</a:t>
            </a:r>
          </a:p>
          <a:p>
            <a:r>
              <a:t>      "refs": [</a:t>
            </a:r>
          </a:p>
          <a:p>
            <a:r>
              <a:t>        {</a:t>
            </a:r>
          </a:p>
          <a:p>
            <a:r>
              <a:t>          "source_id": "s026",</a:t>
            </a:r>
          </a:p>
          <a:p>
            <a:r>
              <a:t>          "quote": "項目3"</a:t>
            </a:r>
          </a:p>
          <a:p>
            <a:r>
              <a:t>        }</a:t>
            </a:r>
          </a:p>
          <a:p>
            <a:r>
              <a:t>      ],</a:t>
            </a:r>
          </a:p>
          <a:p>
            <a:r>
              <a:t>      "mode": "verbatim"</a:t>
            </a:r>
          </a:p>
          <a:p>
            <a:r>
              <a:t>    },</a:t>
            </a:r>
          </a:p>
          <a:p>
            <a:r>
              <a:t>    {</a:t>
            </a:r>
          </a:p>
          <a:p>
            <a:r>
              <a:t>      "text": "記載例3",</a:t>
            </a:r>
          </a:p>
          <a:p>
            <a:r>
              <a:t>      "refs": [</a:t>
            </a:r>
          </a:p>
          <a:p>
            <a:r>
              <a:t>        {</a:t>
            </a:r>
          </a:p>
          <a:p>
            <a:r>
              <a:t>          "source_id": "s026",</a:t>
            </a:r>
          </a:p>
          <a:p>
            <a:r>
              <a:t>          "quote": "記載例3"</a:t>
            </a:r>
          </a:p>
          <a:p>
            <a:r>
              <a:t>        }</a:t>
            </a:r>
          </a:p>
          <a:p>
            <a:r>
              <a:t>      ],</a:t>
            </a:r>
          </a:p>
          <a:p>
            <a:r>
              <a:t>      "mode": "verbatim"</a:t>
            </a:r>
          </a:p>
          <a:p>
            <a:r>
              <a:t>    },</a:t>
            </a:r>
          </a:p>
          <a:p>
            <a:r>
              <a:t>    {</a:t>
            </a:r>
          </a:p>
          <a:p>
            <a:r>
              <a:t>      "text": "これから打つ手",</a:t>
            </a:r>
          </a:p>
          <a:p>
            <a:r>
              <a:t>      "refs": [</a:t>
            </a:r>
          </a:p>
          <a:p>
            <a:r>
              <a:t>        {</a:t>
            </a:r>
          </a:p>
          <a:p>
            <a:r>
              <a:t>          "source_id": "s026",</a:t>
            </a:r>
          </a:p>
          <a:p>
            <a:r>
              <a:t>          "quote": "これから打つ手"</a:t>
            </a:r>
          </a:p>
          <a:p>
            <a:r>
              <a:t>        }</a:t>
            </a:r>
          </a:p>
          <a:p>
            <a:r>
              <a:t>      ],</a:t>
            </a:r>
          </a:p>
          <a:p>
            <a:r>
              <a:t>      "mode": "verbatim"</a:t>
            </a:r>
          </a:p>
          <a:p>
            <a:r>
              <a:t>    },</a:t>
            </a:r>
          </a:p>
          <a:p>
            <a:r>
              <a:t>    {</a:t>
            </a:r>
          </a:p>
          <a:p>
            <a:r>
              <a:t>      "text": "項目4",</a:t>
            </a:r>
          </a:p>
          <a:p>
            <a:r>
              <a:t>      "refs": [</a:t>
            </a:r>
          </a:p>
          <a:p>
            <a:r>
              <a:t>        {</a:t>
            </a:r>
          </a:p>
          <a:p>
            <a:r>
              <a:t>          "source_id": "s026",</a:t>
            </a:r>
          </a:p>
          <a:p>
            <a:r>
              <a:t>          "quote": "項目4"</a:t>
            </a:r>
          </a:p>
          <a:p>
            <a:r>
              <a:t>        }</a:t>
            </a:r>
          </a:p>
          <a:p>
            <a:r>
              <a:t>      ],</a:t>
            </a:r>
          </a:p>
          <a:p>
            <a:r>
              <a:t>      "mode": "verbatim"</a:t>
            </a:r>
          </a:p>
          <a:p>
            <a:r>
              <a:t>    },</a:t>
            </a:r>
          </a:p>
          <a:p>
            <a:r>
              <a:t>    {</a:t>
            </a:r>
          </a:p>
          <a:p>
            <a:r>
              <a:t>      "text": "記載例4",</a:t>
            </a:r>
          </a:p>
          <a:p>
            <a:r>
              <a:t>      "refs": [</a:t>
            </a:r>
          </a:p>
          <a:p>
            <a:r>
              <a:t>        {</a:t>
            </a:r>
          </a:p>
          <a:p>
            <a:r>
              <a:t>          "source_id": "s026",</a:t>
            </a:r>
          </a:p>
          <a:p>
            <a:r>
              <a:t>          "quote": "記載例4"</a:t>
            </a:r>
          </a:p>
          <a:p>
            <a:r>
              <a:t>        }</a:t>
            </a:r>
          </a:p>
          <a:p>
            <a:r>
              <a:t>      ],</a:t>
            </a:r>
          </a:p>
          <a:p>
            <a:r>
              <a:t>      "mode": "verbatim"</a:t>
            </a:r>
          </a:p>
          <a:p>
            <a:r>
              <a:t>    },</a:t>
            </a:r>
          </a:p>
          <a:p>
            <a:r>
              <a:t>    {</a:t>
            </a:r>
          </a:p>
          <a:p>
            <a:r>
              <a:t>      "text": "項目5",</a:t>
            </a:r>
          </a:p>
          <a:p>
            <a:r>
              <a:t>      "refs": [</a:t>
            </a:r>
          </a:p>
          <a:p>
            <a:r>
              <a:t>        {</a:t>
            </a:r>
          </a:p>
          <a:p>
            <a:r>
              <a:t>          "source_id": "s026",</a:t>
            </a:r>
          </a:p>
          <a:p>
            <a:r>
              <a:t>          "quote": "項目5"</a:t>
            </a:r>
          </a:p>
          <a:p>
            <a:r>
              <a:t>        }</a:t>
            </a:r>
          </a:p>
          <a:p>
            <a:r>
              <a:t>      ],</a:t>
            </a:r>
          </a:p>
          <a:p>
            <a:r>
              <a:t>      "mode": "verbatim"</a:t>
            </a:r>
          </a:p>
          <a:p>
            <a:r>
              <a:t>    },</a:t>
            </a:r>
          </a:p>
          <a:p>
            <a:r>
              <a:t>    {</a:t>
            </a:r>
          </a:p>
          <a:p>
            <a:r>
              <a:t>      "text": "記載例5",</a:t>
            </a:r>
          </a:p>
          <a:p>
            <a:r>
              <a:t>      "refs": [</a:t>
            </a:r>
          </a:p>
          <a:p>
            <a:r>
              <a:t>        {</a:t>
            </a:r>
          </a:p>
          <a:p>
            <a:r>
              <a:t>          "source_id": "s026",</a:t>
            </a:r>
          </a:p>
          <a:p>
            <a:r>
              <a:t>          "quote": "記載例5"</a:t>
            </a:r>
          </a:p>
          <a:p>
            <a:r>
              <a:t>        }</a:t>
            </a:r>
          </a:p>
          <a:p>
            <a:r>
              <a:t>      ],</a:t>
            </a:r>
          </a:p>
          <a:p>
            <a:r>
              <a:t>      "mode": "verbatim"</a:t>
            </a:r>
          </a:p>
          <a:p>
            <a:r>
              <a:t>    },</a:t>
            </a:r>
          </a:p>
          <a:p>
            <a:r>
              <a:t>    {</a:t>
            </a:r>
          </a:p>
          <a:p>
            <a:r>
              <a:t>      "text": "項目6",</a:t>
            </a:r>
          </a:p>
          <a:p>
            <a:r>
              <a:t>      "refs": [</a:t>
            </a:r>
          </a:p>
          <a:p>
            <a:r>
              <a:t>        {</a:t>
            </a:r>
          </a:p>
          <a:p>
            <a:r>
              <a:t>          "source_id": "s026",</a:t>
            </a:r>
          </a:p>
          <a:p>
            <a:r>
              <a:t>          "quote": "項目6"</a:t>
            </a:r>
          </a:p>
          <a:p>
            <a:r>
              <a:t>        }</a:t>
            </a:r>
          </a:p>
          <a:p>
            <a:r>
              <a:t>      ],</a:t>
            </a:r>
          </a:p>
          <a:p>
            <a:r>
              <a:t>      "mode": "verbatim"</a:t>
            </a:r>
          </a:p>
          <a:p>
            <a:r>
              <a:t>    },</a:t>
            </a:r>
          </a:p>
          <a:p>
            <a:r>
              <a:t>    {</a:t>
            </a:r>
          </a:p>
          <a:p>
            <a:r>
              <a:t>      "text": "記載例6",</a:t>
            </a:r>
          </a:p>
          <a:p>
            <a:r>
              <a:t>      "refs": [</a:t>
            </a:r>
          </a:p>
          <a:p>
            <a:r>
              <a:t>        {</a:t>
            </a:r>
          </a:p>
          <a:p>
            <a:r>
              <a:t>          "source_id": "s026",</a:t>
            </a:r>
          </a:p>
          <a:p>
            <a:r>
              <a:t>          "quote": "記載例6"</a:t>
            </a:r>
          </a:p>
          <a:p>
            <a:r>
              <a:t>        }</a:t>
            </a:r>
          </a:p>
          <a:p>
            <a:r>
              <a:t>      ],</a:t>
            </a:r>
          </a:p>
          <a:p>
            <a:r>
              <a:t>      "mode": "verbatim"</a:t>
            </a:r>
          </a:p>
          <a:p>
            <a:r>
              <a:t>    }</a:t>
            </a:r>
          </a:p>
          <a:p>
            <a:r>
              <a:t>  ],</a:t>
            </a:r>
          </a:p>
          <a:p>
            <a:r>
              <a:t>  "citations": {</a:t>
            </a:r>
          </a:p>
          <a:p>
            <a:r>
              <a:t>    "s026": "Public MIT sample: templates/freeform_parts_16x9.html section 26"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"e3a2ee6d32f02973c94a3c306b86c239a72688c93fbf852542da5e7589375646"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"slide027",</a:t>
            </a:r>
          </a:p>
          <a:p>
            <a:r>
              <a:t>  "origin": "catalog",</a:t>
            </a:r>
          </a:p>
          <a:p>
            <a:r>
              <a:t>  "layout_id": "agenda_separator",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"セパレーター（章扉＝アジェンダ再掲）",</a:t>
            </a:r>
          </a:p>
          <a:p>
            <a:r>
              <a:t>      "refs": [</a:t>
            </a:r>
          </a:p>
          <a:p>
            <a:r>
              <a:t>        {</a:t>
            </a:r>
          </a:p>
          <a:p>
            <a:r>
              <a:t>          "source_id": "s027",</a:t>
            </a:r>
          </a:p>
          <a:p>
            <a:r>
              <a:t>          "quote": "セパレーター（章扉＝アジェンダ再掲）"</a:t>
            </a:r>
          </a:p>
          <a:p>
            <a:r>
              <a:t>        }</a:t>
            </a:r>
          </a:p>
          <a:p>
            <a:r>
              <a:t>      ],</a:t>
            </a:r>
          </a:p>
          <a:p>
            <a:r>
              <a:t>      "mode": "verbatim"</a:t>
            </a:r>
          </a:p>
          <a:p>
            <a:r>
              <a:t>    },</a:t>
            </a:r>
          </a:p>
          <a:p>
            <a:r>
              <a:t>    {</a:t>
            </a:r>
          </a:p>
          <a:p>
            <a:r>
              <a:t>      "text": "01",</a:t>
            </a:r>
          </a:p>
          <a:p>
            <a:r>
              <a:t>      "refs": [</a:t>
            </a:r>
          </a:p>
          <a:p>
            <a:r>
              <a:t>        {</a:t>
            </a:r>
          </a:p>
          <a:p>
            <a:r>
              <a:t>          "source_id": "s027",</a:t>
            </a:r>
          </a:p>
          <a:p>
            <a:r>
              <a:t>          "quote": "01"</a:t>
            </a:r>
          </a:p>
          <a:p>
            <a:r>
              <a:t>        }</a:t>
            </a:r>
          </a:p>
          <a:p>
            <a:r>
              <a:t>      ],</a:t>
            </a:r>
          </a:p>
          <a:p>
            <a:r>
              <a:t>      "mode": "verbatim"</a:t>
            </a:r>
          </a:p>
          <a:p>
            <a:r>
              <a:t>    },</a:t>
            </a:r>
          </a:p>
          <a:p>
            <a:r>
              <a:t>    {</a:t>
            </a:r>
          </a:p>
          <a:p>
            <a:r>
              <a:t>      "text": "項目1",</a:t>
            </a:r>
          </a:p>
          <a:p>
            <a:r>
              <a:t>      "refs": [</a:t>
            </a:r>
          </a:p>
          <a:p>
            <a:r>
              <a:t>        {</a:t>
            </a:r>
          </a:p>
          <a:p>
            <a:r>
              <a:t>          "source_id": "s027",</a:t>
            </a:r>
          </a:p>
          <a:p>
            <a:r>
              <a:t>          "quote": "項目1"</a:t>
            </a:r>
          </a:p>
          <a:p>
            <a:r>
              <a:t>        }</a:t>
            </a:r>
          </a:p>
          <a:p>
            <a:r>
              <a:t>      ],</a:t>
            </a:r>
          </a:p>
          <a:p>
            <a:r>
              <a:t>      "mode": "verbatim"</a:t>
            </a:r>
          </a:p>
          <a:p>
            <a:r>
              <a:t>    },</a:t>
            </a:r>
          </a:p>
          <a:p>
            <a:r>
              <a:t>    {</a:t>
            </a:r>
          </a:p>
          <a:p>
            <a:r>
              <a:t>      "text": "P.4",</a:t>
            </a:r>
          </a:p>
          <a:p>
            <a:r>
              <a:t>      "refs": [</a:t>
            </a:r>
          </a:p>
          <a:p>
            <a:r>
              <a:t>        {</a:t>
            </a:r>
          </a:p>
          <a:p>
            <a:r>
              <a:t>          "source_id": "s027",</a:t>
            </a:r>
          </a:p>
          <a:p>
            <a:r>
              <a:t>          "quote": "P.4"</a:t>
            </a:r>
          </a:p>
          <a:p>
            <a:r>
              <a:t>        }</a:t>
            </a:r>
          </a:p>
          <a:p>
            <a:r>
              <a:t>      ],</a:t>
            </a:r>
          </a:p>
          <a:p>
            <a:r>
              <a:t>      "mode": "verbatim"</a:t>
            </a:r>
          </a:p>
          <a:p>
            <a:r>
              <a:t>    },</a:t>
            </a:r>
          </a:p>
          <a:p>
            <a:r>
              <a:t>    {</a:t>
            </a:r>
          </a:p>
          <a:p>
            <a:r>
              <a:t>      "text": "02",</a:t>
            </a:r>
          </a:p>
          <a:p>
            <a:r>
              <a:t>      "refs": [</a:t>
            </a:r>
          </a:p>
          <a:p>
            <a:r>
              <a:t>        {</a:t>
            </a:r>
          </a:p>
          <a:p>
            <a:r>
              <a:t>          "source_id": "s027",</a:t>
            </a:r>
          </a:p>
          <a:p>
            <a:r>
              <a:t>          "quote": "02"</a:t>
            </a:r>
          </a:p>
          <a:p>
            <a:r>
              <a:t>        }</a:t>
            </a:r>
          </a:p>
          <a:p>
            <a:r>
              <a:t>      ],</a:t>
            </a:r>
          </a:p>
          <a:p>
            <a:r>
              <a:t>      "mode": "verbatim"</a:t>
            </a:r>
          </a:p>
          <a:p>
            <a:r>
              <a:t>    },</a:t>
            </a:r>
          </a:p>
          <a:p>
            <a:r>
              <a:t>    {</a:t>
            </a:r>
          </a:p>
          <a:p>
            <a:r>
              <a:t>      "text": "項目2",</a:t>
            </a:r>
          </a:p>
          <a:p>
            <a:r>
              <a:t>      "refs": [</a:t>
            </a:r>
          </a:p>
          <a:p>
            <a:r>
              <a:t>        {</a:t>
            </a:r>
          </a:p>
          <a:p>
            <a:r>
              <a:t>          "source_id": "s027",</a:t>
            </a:r>
          </a:p>
          <a:p>
            <a:r>
              <a:t>          "quote": "項目2"</a:t>
            </a:r>
          </a:p>
          <a:p>
            <a:r>
              <a:t>        }</a:t>
            </a:r>
          </a:p>
          <a:p>
            <a:r>
              <a:t>      ],</a:t>
            </a:r>
          </a:p>
          <a:p>
            <a:r>
              <a:t>      "mode": "verbatim"</a:t>
            </a:r>
          </a:p>
          <a:p>
            <a:r>
              <a:t>    },</a:t>
            </a:r>
          </a:p>
          <a:p>
            <a:r>
              <a:t>    {</a:t>
            </a:r>
          </a:p>
          <a:p>
            <a:r>
              <a:t>      "text": "P.9",</a:t>
            </a:r>
          </a:p>
          <a:p>
            <a:r>
              <a:t>      "refs": [</a:t>
            </a:r>
          </a:p>
          <a:p>
            <a:r>
              <a:t>        {</a:t>
            </a:r>
          </a:p>
          <a:p>
            <a:r>
              <a:t>          "source_id": "s027",</a:t>
            </a:r>
          </a:p>
          <a:p>
            <a:r>
              <a:t>          "quote": "P.9"</a:t>
            </a:r>
          </a:p>
          <a:p>
            <a:r>
              <a:t>        }</a:t>
            </a:r>
          </a:p>
          <a:p>
            <a:r>
              <a:t>      ],</a:t>
            </a:r>
          </a:p>
          <a:p>
            <a:r>
              <a:t>      "mode": "verbatim"</a:t>
            </a:r>
          </a:p>
          <a:p>
            <a:r>
              <a:t>    },</a:t>
            </a:r>
          </a:p>
          <a:p>
            <a:r>
              <a:t>    {</a:t>
            </a:r>
          </a:p>
          <a:p>
            <a:r>
              <a:t>      "text": "03",</a:t>
            </a:r>
          </a:p>
          <a:p>
            <a:r>
              <a:t>      "refs": [</a:t>
            </a:r>
          </a:p>
          <a:p>
            <a:r>
              <a:t>        {</a:t>
            </a:r>
          </a:p>
          <a:p>
            <a:r>
              <a:t>          "source_id": "s027",</a:t>
            </a:r>
          </a:p>
          <a:p>
            <a:r>
              <a:t>          "quote": "03"</a:t>
            </a:r>
          </a:p>
          <a:p>
            <a:r>
              <a:t>        }</a:t>
            </a:r>
          </a:p>
          <a:p>
            <a:r>
              <a:t>      ],</a:t>
            </a:r>
          </a:p>
          <a:p>
            <a:r>
              <a:t>      "mode": "verbatim"</a:t>
            </a:r>
          </a:p>
          <a:p>
            <a:r>
              <a:t>    },</a:t>
            </a:r>
          </a:p>
          <a:p>
            <a:r>
              <a:t>    {</a:t>
            </a:r>
          </a:p>
          <a:p>
            <a:r>
              <a:t>      "text": "項目3",</a:t>
            </a:r>
          </a:p>
          <a:p>
            <a:r>
              <a:t>      "refs": [</a:t>
            </a:r>
          </a:p>
          <a:p>
            <a:r>
              <a:t>        {</a:t>
            </a:r>
          </a:p>
          <a:p>
            <a:r>
              <a:t>          "source_id": "s027",</a:t>
            </a:r>
          </a:p>
          <a:p>
            <a:r>
              <a:t>          "quote": "項目3"</a:t>
            </a:r>
          </a:p>
          <a:p>
            <a:r>
              <a:t>        }</a:t>
            </a:r>
          </a:p>
          <a:p>
            <a:r>
              <a:t>      ],</a:t>
            </a:r>
          </a:p>
          <a:p>
            <a:r>
              <a:t>      "mode": "verbatim"</a:t>
            </a:r>
          </a:p>
          <a:p>
            <a:r>
              <a:t>    },</a:t>
            </a:r>
          </a:p>
          <a:p>
            <a:r>
              <a:t>    {</a:t>
            </a:r>
          </a:p>
          <a:p>
            <a:r>
              <a:t>      "text": "P.15",</a:t>
            </a:r>
          </a:p>
          <a:p>
            <a:r>
              <a:t>      "refs": [</a:t>
            </a:r>
          </a:p>
          <a:p>
            <a:r>
              <a:t>        {</a:t>
            </a:r>
          </a:p>
          <a:p>
            <a:r>
              <a:t>          "source_id": "s027",</a:t>
            </a:r>
          </a:p>
          <a:p>
            <a:r>
              <a:t>          "quote": "P.15"</a:t>
            </a:r>
          </a:p>
          <a:p>
            <a:r>
              <a:t>        }</a:t>
            </a:r>
          </a:p>
          <a:p>
            <a:r>
              <a:t>      ],</a:t>
            </a:r>
          </a:p>
          <a:p>
            <a:r>
              <a:t>      "mode": "verbatim"</a:t>
            </a:r>
          </a:p>
          <a:p>
            <a:r>
              <a:t>    },</a:t>
            </a:r>
          </a:p>
          <a:p>
            <a:r>
              <a:t>    {</a:t>
            </a:r>
          </a:p>
          <a:p>
            <a:r>
              <a:t>      "text": "04",</a:t>
            </a:r>
          </a:p>
          <a:p>
            <a:r>
              <a:t>      "refs": [</a:t>
            </a:r>
          </a:p>
          <a:p>
            <a:r>
              <a:t>        {</a:t>
            </a:r>
          </a:p>
          <a:p>
            <a:r>
              <a:t>          "source_id": "s027",</a:t>
            </a:r>
          </a:p>
          <a:p>
            <a:r>
              <a:t>          "quote": "04"</a:t>
            </a:r>
          </a:p>
          <a:p>
            <a:r>
              <a:t>        }</a:t>
            </a:r>
          </a:p>
          <a:p>
            <a:r>
              <a:t>      ],</a:t>
            </a:r>
          </a:p>
          <a:p>
            <a:r>
              <a:t>      "mode": "verbatim"</a:t>
            </a:r>
          </a:p>
          <a:p>
            <a:r>
              <a:t>    },</a:t>
            </a:r>
          </a:p>
          <a:p>
            <a:r>
              <a:t>    {</a:t>
            </a:r>
          </a:p>
          <a:p>
            <a:r>
              <a:t>      "text": "項目4",</a:t>
            </a:r>
          </a:p>
          <a:p>
            <a:r>
              <a:t>      "refs": [</a:t>
            </a:r>
          </a:p>
          <a:p>
            <a:r>
              <a:t>        {</a:t>
            </a:r>
          </a:p>
          <a:p>
            <a:r>
              <a:t>          "source_id": "s027",</a:t>
            </a:r>
          </a:p>
          <a:p>
            <a:r>
              <a:t>          "quote": "項目4"</a:t>
            </a:r>
          </a:p>
          <a:p>
            <a:r>
              <a:t>        }</a:t>
            </a:r>
          </a:p>
          <a:p>
            <a:r>
              <a:t>      ],</a:t>
            </a:r>
          </a:p>
          <a:p>
            <a:r>
              <a:t>      "mode": "verbatim"</a:t>
            </a:r>
          </a:p>
          <a:p>
            <a:r>
              <a:t>    },</a:t>
            </a:r>
          </a:p>
          <a:p>
            <a:r>
              <a:t>    {</a:t>
            </a:r>
          </a:p>
          <a:p>
            <a:r>
              <a:t>      "text": "P.21",</a:t>
            </a:r>
          </a:p>
          <a:p>
            <a:r>
              <a:t>      "refs": [</a:t>
            </a:r>
          </a:p>
          <a:p>
            <a:r>
              <a:t>        {</a:t>
            </a:r>
          </a:p>
          <a:p>
            <a:r>
              <a:t>          "source_id": "s027",</a:t>
            </a:r>
          </a:p>
          <a:p>
            <a:r>
              <a:t>          "quote": "P.21"</a:t>
            </a:r>
          </a:p>
          <a:p>
            <a:r>
              <a:t>        }</a:t>
            </a:r>
          </a:p>
          <a:p>
            <a:r>
              <a:t>      ],</a:t>
            </a:r>
          </a:p>
          <a:p>
            <a:r>
              <a:t>      "mode": "verbatim"</a:t>
            </a:r>
          </a:p>
          <a:p>
            <a:r>
              <a:t>    }</a:t>
            </a:r>
          </a:p>
          <a:p>
            <a:r>
              <a:t>  ],</a:t>
            </a:r>
          </a:p>
          <a:p>
            <a:r>
              <a:t>  "citations": {</a:t>
            </a:r>
          </a:p>
          <a:p>
            <a:r>
              <a:t>    "s027": "Public MIT sample: templates/freeform_parts_16x9.html section 27"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"fd74a4c51a5b4208ccf52a50c7d9bc4b4dc6efa3ad8414c7cce6b850e9fb2a49"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"slide028",</a:t>
            </a:r>
          </a:p>
          <a:p>
            <a:r>
              <a:t>  "origin": "catalog",</a:t>
            </a:r>
          </a:p>
          <a:p>
            <a:r>
              <a:t>  "layout_id": "executive_summary",</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"エグゼクティブサマリー",</a:t>
            </a:r>
          </a:p>
          <a:p>
            <a:r>
              <a:t>      "refs": [</a:t>
            </a:r>
          </a:p>
          <a:p>
            <a:r>
              <a:t>        {</a:t>
            </a:r>
          </a:p>
          <a:p>
            <a:r>
              <a:t>          "source_id": "s028",</a:t>
            </a:r>
          </a:p>
          <a:p>
            <a:r>
              <a:t>          "quote": "エグゼクティブサマリー"</a:t>
            </a:r>
          </a:p>
          <a:p>
            <a:r>
              <a:t>        }</a:t>
            </a:r>
          </a:p>
          <a:p>
            <a:r>
              <a:t>      ],</a:t>
            </a:r>
          </a:p>
          <a:p>
            <a:r>
              <a:t>      "mode": "verbatim"</a:t>
            </a:r>
          </a:p>
          <a:p>
            <a:r>
              <a:t>    },</a:t>
            </a:r>
          </a:p>
          <a:p>
            <a:r>
              <a:t>    {</a:t>
            </a:r>
          </a:p>
          <a:p>
            <a:r>
              <a:t>      "text": "出典：公開見本",</a:t>
            </a:r>
          </a:p>
          <a:p>
            <a:r>
              <a:t>      "refs": [</a:t>
            </a:r>
          </a:p>
          <a:p>
            <a:r>
              <a:t>        {</a:t>
            </a:r>
          </a:p>
          <a:p>
            <a:r>
              <a:t>          "source_id": "s028",</a:t>
            </a:r>
          </a:p>
          <a:p>
            <a:r>
              <a:t>          "quote": "出典：公開見本"</a:t>
            </a:r>
          </a:p>
          <a:p>
            <a:r>
              <a:t>        }</a:t>
            </a:r>
          </a:p>
          <a:p>
            <a:r>
              <a:t>      ],</a:t>
            </a:r>
          </a:p>
          <a:p>
            <a:r>
              <a:t>      "mode": "verbatim"</a:t>
            </a:r>
          </a:p>
          <a:p>
            <a:r>
              <a:t>    },</a:t>
            </a:r>
          </a:p>
          <a:p>
            <a:r>
              <a:t>    {</a:t>
            </a:r>
          </a:p>
          <a:p>
            <a:r>
              <a:t>      "text": "見出し 2",</a:t>
            </a:r>
          </a:p>
          <a:p>
            <a:r>
              <a:t>      "refs": [</a:t>
            </a:r>
          </a:p>
          <a:p>
            <a:r>
              <a:t>        {</a:t>
            </a:r>
          </a:p>
          <a:p>
            <a:r>
              <a:t>          "source_id": "s028",</a:t>
            </a:r>
          </a:p>
          <a:p>
            <a:r>
              <a:t>          "quote": "見出し 2"</a:t>
            </a:r>
          </a:p>
          <a:p>
            <a:r>
              <a:t>        }</a:t>
            </a:r>
          </a:p>
          <a:p>
            <a:r>
              <a:t>      ],</a:t>
            </a:r>
          </a:p>
          <a:p>
            <a:r>
              <a:t>      "mode": "verbatim"</a:t>
            </a:r>
          </a:p>
          <a:p>
            <a:r>
              <a:t>    },</a:t>
            </a:r>
          </a:p>
          <a:p>
            <a:r>
              <a:t>    {</a:t>
            </a:r>
          </a:p>
          <a:p>
            <a:r>
              <a:t>      "text": "記載例1",</a:t>
            </a:r>
          </a:p>
          <a:p>
            <a:r>
              <a:t>      "refs": [</a:t>
            </a:r>
          </a:p>
          <a:p>
            <a:r>
              <a:t>        {</a:t>
            </a:r>
          </a:p>
          <a:p>
            <a:r>
              <a:t>          "source_id": "s028",</a:t>
            </a:r>
          </a:p>
          <a:p>
            <a:r>
              <a:t>          "quote": "記載例1"</a:t>
            </a:r>
          </a:p>
          <a:p>
            <a:r>
              <a:t>        }</a:t>
            </a:r>
          </a:p>
          <a:p>
            <a:r>
              <a:t>      ],</a:t>
            </a:r>
          </a:p>
          <a:p>
            <a:r>
              <a:t>      "mode": "verbatim"</a:t>
            </a:r>
          </a:p>
          <a:p>
            <a:r>
              <a:t>    },</a:t>
            </a:r>
          </a:p>
          <a:p>
            <a:r>
              <a:t>    {</a:t>
            </a:r>
          </a:p>
          <a:p>
            <a:r>
              <a:t>      "text": "見出し 3",</a:t>
            </a:r>
          </a:p>
          <a:p>
            <a:r>
              <a:t>      "refs": [</a:t>
            </a:r>
          </a:p>
          <a:p>
            <a:r>
              <a:t>        {</a:t>
            </a:r>
          </a:p>
          <a:p>
            <a:r>
              <a:t>          "source_id": "s028",</a:t>
            </a:r>
          </a:p>
          <a:p>
            <a:r>
              <a:t>          "quote": "見出し 3"</a:t>
            </a:r>
          </a:p>
          <a:p>
            <a:r>
              <a:t>        }</a:t>
            </a:r>
          </a:p>
          <a:p>
            <a:r>
              <a:t>      ],</a:t>
            </a:r>
          </a:p>
          <a:p>
            <a:r>
              <a:t>      "mode": "verbatim"</a:t>
            </a:r>
          </a:p>
          <a:p>
            <a:r>
              <a:t>    },</a:t>
            </a:r>
          </a:p>
          <a:p>
            <a:r>
              <a:t>    {</a:t>
            </a:r>
          </a:p>
          <a:p>
            <a:r>
              <a:t>      "text": "記載例2",</a:t>
            </a:r>
          </a:p>
          <a:p>
            <a:r>
              <a:t>      "refs": [</a:t>
            </a:r>
          </a:p>
          <a:p>
            <a:r>
              <a:t>        {</a:t>
            </a:r>
          </a:p>
          <a:p>
            <a:r>
              <a:t>          "source_id": "s028",</a:t>
            </a:r>
          </a:p>
          <a:p>
            <a:r>
              <a:t>          "quote": "記載例2"</a:t>
            </a:r>
          </a:p>
          <a:p>
            <a:r>
              <a:t>        }</a:t>
            </a:r>
          </a:p>
          <a:p>
            <a:r>
              <a:t>      ],</a:t>
            </a:r>
          </a:p>
          <a:p>
            <a:r>
              <a:t>      "mode": "verbatim"</a:t>
            </a:r>
          </a:p>
          <a:p>
            <a:r>
              <a:t>    },</a:t>
            </a:r>
          </a:p>
          <a:p>
            <a:r>
              <a:t>    {</a:t>
            </a:r>
          </a:p>
          <a:p>
            <a:r>
              <a:t>      "text": "見出し 4",</a:t>
            </a:r>
          </a:p>
          <a:p>
            <a:r>
              <a:t>      "refs": [</a:t>
            </a:r>
          </a:p>
          <a:p>
            <a:r>
              <a:t>        {</a:t>
            </a:r>
          </a:p>
          <a:p>
            <a:r>
              <a:t>          "source_id": "s028",</a:t>
            </a:r>
          </a:p>
          <a:p>
            <a:r>
              <a:t>          "quote": "見出し 4"</a:t>
            </a:r>
          </a:p>
          <a:p>
            <a:r>
              <a:t>        }</a:t>
            </a:r>
          </a:p>
          <a:p>
            <a:r>
              <a:t>      ],</a:t>
            </a:r>
          </a:p>
          <a:p>
            <a:r>
              <a:t>      "mode": "verbatim"</a:t>
            </a:r>
          </a:p>
          <a:p>
            <a:r>
              <a:t>    },</a:t>
            </a:r>
          </a:p>
          <a:p>
            <a:r>
              <a:t>    {</a:t>
            </a:r>
          </a:p>
          <a:p>
            <a:r>
              <a:t>      "text": "記載例3",</a:t>
            </a:r>
          </a:p>
          <a:p>
            <a:r>
              <a:t>      "refs": [</a:t>
            </a:r>
          </a:p>
          <a:p>
            <a:r>
              <a:t>        {</a:t>
            </a:r>
          </a:p>
          <a:p>
            <a:r>
              <a:t>          "source_id": "s028",</a:t>
            </a:r>
          </a:p>
          <a:p>
            <a:r>
              <a:t>          "quote": "記載例3"</a:t>
            </a:r>
          </a:p>
          <a:p>
            <a:r>
              <a:t>        }</a:t>
            </a:r>
          </a:p>
          <a:p>
            <a:r>
              <a:t>      ],</a:t>
            </a:r>
          </a:p>
          <a:p>
            <a:r>
              <a:t>      "mode": "verbatim"</a:t>
            </a:r>
          </a:p>
          <a:p>
            <a:r>
              <a:t>    }</a:t>
            </a:r>
          </a:p>
          <a:p>
            <a:r>
              <a:t>  ],</a:t>
            </a:r>
          </a:p>
          <a:p>
            <a:r>
              <a:t>  "citations": {</a:t>
            </a:r>
          </a:p>
          <a:p>
            <a:r>
              <a:t>    "s028": "Public MIT sample: templates/freeform_parts_more_16x9.html section 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"cb4c605be6d9e09596e5e91804f2fc6e6de4754c5931749f97e4d066faed1d6b"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"slide029",</a:t>
            </a:r>
          </a:p>
          <a:p>
            <a:r>
              <a:t>  "origin": "catalog",</a:t>
            </a:r>
          </a:p>
          <a:p>
            <a:r>
              <a:t>  "layout_id": "evidence_basis",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"調査の土台",</a:t>
            </a:r>
          </a:p>
          <a:p>
            <a:r>
              <a:t>      "refs": [</a:t>
            </a:r>
          </a:p>
          <a:p>
            <a:r>
              <a:t>        {</a:t>
            </a:r>
          </a:p>
          <a:p>
            <a:r>
              <a:t>          "source_id": "s029",</a:t>
            </a:r>
          </a:p>
          <a:p>
            <a:r>
              <a:t>          "quote": "調査の土台"</a:t>
            </a:r>
          </a:p>
          <a:p>
            <a:r>
              <a:t>        }</a:t>
            </a:r>
          </a:p>
          <a:p>
            <a:r>
              <a:t>      ],</a:t>
            </a:r>
          </a:p>
          <a:p>
            <a:r>
              <a:t>      "mode": "verbatim"</a:t>
            </a:r>
          </a:p>
          <a:p>
            <a:r>
              <a:t>    },</a:t>
            </a:r>
          </a:p>
          <a:p>
            <a:r>
              <a:t>    {</a:t>
            </a:r>
          </a:p>
          <a:p>
            <a:r>
              <a:t>      "text": "出典：公開見本",</a:t>
            </a:r>
          </a:p>
          <a:p>
            <a:r>
              <a:t>      "refs": [</a:t>
            </a:r>
          </a:p>
          <a:p>
            <a:r>
              <a:t>        {</a:t>
            </a:r>
          </a:p>
          <a:p>
            <a:r>
              <a:t>          "source_id": "s029",</a:t>
            </a:r>
          </a:p>
          <a:p>
            <a:r>
              <a:t>          "quote": "出典：公開見本"</a:t>
            </a:r>
          </a:p>
          <a:p>
            <a:r>
              <a:t>        }</a:t>
            </a:r>
          </a:p>
          <a:p>
            <a:r>
              <a:t>      ],</a:t>
            </a:r>
          </a:p>
          <a:p>
            <a:r>
              <a:t>      "mode": "verbatim"</a:t>
            </a:r>
          </a:p>
          <a:p>
            <a:r>
              <a:t>    },</a:t>
            </a:r>
          </a:p>
          <a:p>
            <a:r>
              <a:t>    {</a:t>
            </a:r>
          </a:p>
          <a:p>
            <a:r>
              <a:t>      "text": "指標名、単位、2026〜2026年",</a:t>
            </a:r>
          </a:p>
          <a:p>
            <a:r>
              <a:t>      "refs": [</a:t>
            </a:r>
          </a:p>
          <a:p>
            <a:r>
              <a:t>        {</a:t>
            </a:r>
          </a:p>
          <a:p>
            <a:r>
              <a:t>          "source_id": "s029",</a:t>
            </a:r>
          </a:p>
          <a:p>
            <a:r>
              <a:t>          "quote": "指標名、単位、2026〜2026年"</a:t>
            </a:r>
          </a:p>
          <a:p>
            <a:r>
              <a:t>        }</a:t>
            </a:r>
          </a:p>
          <a:p>
            <a:r>
              <a:t>      ],</a:t>
            </a:r>
          </a:p>
          <a:p>
            <a:r>
              <a:t>      "mode": "verbatim"</a:t>
            </a:r>
          </a:p>
          <a:p>
            <a:r>
              <a:t>    },</a:t>
            </a:r>
          </a:p>
          <a:p>
            <a:r>
              <a:t>    {</a:t>
            </a:r>
          </a:p>
          <a:p>
            <a:r>
              <a:t>      "text": "180+",</a:t>
            </a:r>
          </a:p>
          <a:p>
            <a:r>
              <a:t>      "refs": [</a:t>
            </a:r>
          </a:p>
          <a:p>
            <a:r>
              <a:t>        {</a:t>
            </a:r>
          </a:p>
          <a:p>
            <a:r>
              <a:t>          "source_id": "s029",</a:t>
            </a:r>
          </a:p>
          <a:p>
            <a:r>
              <a:t>          "quote": "180+"</a:t>
            </a:r>
          </a:p>
          <a:p>
            <a:r>
              <a:t>        }</a:t>
            </a:r>
          </a:p>
          <a:p>
            <a:r>
              <a:t>      ],</a:t>
            </a:r>
          </a:p>
          <a:p>
            <a:r>
              <a:t>      "mode": "verbatim"</a:t>
            </a:r>
          </a:p>
          <a:p>
            <a:r>
              <a:t>    },</a:t>
            </a:r>
          </a:p>
          <a:p>
            <a:r>
              <a:t>    {</a:t>
            </a:r>
          </a:p>
          <a:p>
            <a:r>
              <a:t>      "text": "記載例1",</a:t>
            </a:r>
          </a:p>
          <a:p>
            <a:r>
              <a:t>      "refs": [</a:t>
            </a:r>
          </a:p>
          <a:p>
            <a:r>
              <a:t>        {</a:t>
            </a:r>
          </a:p>
          <a:p>
            <a:r>
              <a:t>          "source_id": "s029",</a:t>
            </a:r>
          </a:p>
          <a:p>
            <a:r>
              <a:t>          "quote": "記載例1"</a:t>
            </a:r>
          </a:p>
          <a:p>
            <a:r>
              <a:t>        }</a:t>
            </a:r>
          </a:p>
          <a:p>
            <a:r>
              <a:t>      ],</a:t>
            </a:r>
          </a:p>
          <a:p>
            <a:r>
              <a:t>      "mode": "verbatim"</a:t>
            </a:r>
          </a:p>
          <a:p>
            <a:r>
              <a:t>    },</a:t>
            </a:r>
          </a:p>
          <a:p>
            <a:r>
              <a:t>    {</a:t>
            </a:r>
          </a:p>
          <a:p>
            <a:r>
              <a:t>      "text": "2.4M",</a:t>
            </a:r>
          </a:p>
          <a:p>
            <a:r>
              <a:t>      "refs": [</a:t>
            </a:r>
          </a:p>
          <a:p>
            <a:r>
              <a:t>        {</a:t>
            </a:r>
          </a:p>
          <a:p>
            <a:r>
              <a:t>          "source_id": "s029",</a:t>
            </a:r>
          </a:p>
          <a:p>
            <a:r>
              <a:t>          "quote": "2.4M"</a:t>
            </a:r>
          </a:p>
          <a:p>
            <a:r>
              <a:t>        }</a:t>
            </a:r>
          </a:p>
          <a:p>
            <a:r>
              <a:t>      ],</a:t>
            </a:r>
          </a:p>
          <a:p>
            <a:r>
              <a:t>      "mode": "verbatim"</a:t>
            </a:r>
          </a:p>
          <a:p>
            <a:r>
              <a:t>    },</a:t>
            </a:r>
          </a:p>
          <a:p>
            <a:r>
              <a:t>    {</a:t>
            </a:r>
          </a:p>
          <a:p>
            <a:r>
              <a:t>      "text": "記載例2",</a:t>
            </a:r>
          </a:p>
          <a:p>
            <a:r>
              <a:t>      "refs": [</a:t>
            </a:r>
          </a:p>
          <a:p>
            <a:r>
              <a:t>        {</a:t>
            </a:r>
          </a:p>
          <a:p>
            <a:r>
              <a:t>          "source_id": "s029",</a:t>
            </a:r>
          </a:p>
          <a:p>
            <a:r>
              <a:t>          "quote": "記載例2"</a:t>
            </a:r>
          </a:p>
          <a:p>
            <a:r>
              <a:t>        }</a:t>
            </a:r>
          </a:p>
          <a:p>
            <a:r>
              <a:t>      ],</a:t>
            </a:r>
          </a:p>
          <a:p>
            <a:r>
              <a:t>      "mode": "verbatim"</a:t>
            </a:r>
          </a:p>
          <a:p>
            <a:r>
              <a:t>    },</a:t>
            </a:r>
          </a:p>
          <a:p>
            <a:r>
              <a:t>    {</a:t>
            </a:r>
          </a:p>
          <a:p>
            <a:r>
              <a:t>      "text": "640",</a:t>
            </a:r>
          </a:p>
          <a:p>
            <a:r>
              <a:t>      "refs": [</a:t>
            </a:r>
          </a:p>
          <a:p>
            <a:r>
              <a:t>        {</a:t>
            </a:r>
          </a:p>
          <a:p>
            <a:r>
              <a:t>          "source_id": "s029",</a:t>
            </a:r>
          </a:p>
          <a:p>
            <a:r>
              <a:t>          "quote": "640"</a:t>
            </a:r>
          </a:p>
          <a:p>
            <a:r>
              <a:t>        }</a:t>
            </a:r>
          </a:p>
          <a:p>
            <a:r>
              <a:t>      ],</a:t>
            </a:r>
          </a:p>
          <a:p>
            <a:r>
              <a:t>      "mode": "verbatim"</a:t>
            </a:r>
          </a:p>
          <a:p>
            <a:r>
              <a:t>    },</a:t>
            </a:r>
          </a:p>
          <a:p>
            <a:r>
              <a:t>    {</a:t>
            </a:r>
          </a:p>
          <a:p>
            <a:r>
              <a:t>      "text": "記載例3",</a:t>
            </a:r>
          </a:p>
          <a:p>
            <a:r>
              <a:t>      "refs": [</a:t>
            </a:r>
          </a:p>
          <a:p>
            <a:r>
              <a:t>        {</a:t>
            </a:r>
          </a:p>
          <a:p>
            <a:r>
              <a:t>          "source_id": "s029",</a:t>
            </a:r>
          </a:p>
          <a:p>
            <a:r>
              <a:t>          "quote": "記載例3"</a:t>
            </a:r>
          </a:p>
          <a:p>
            <a:r>
              <a:t>        }</a:t>
            </a:r>
          </a:p>
          <a:p>
            <a:r>
              <a:t>      ],</a:t>
            </a:r>
          </a:p>
          <a:p>
            <a:r>
              <a:t>      "mode": "verbatim"</a:t>
            </a:r>
          </a:p>
          <a:p>
            <a:r>
              <a:t>    },</a:t>
            </a:r>
          </a:p>
          <a:p>
            <a:r>
              <a:t>    {</a:t>
            </a:r>
          </a:p>
          <a:p>
            <a:r>
              <a:t>      "text": "12",</a:t>
            </a:r>
          </a:p>
          <a:p>
            <a:r>
              <a:t>      "refs": [</a:t>
            </a:r>
          </a:p>
          <a:p>
            <a:r>
              <a:t>        {</a:t>
            </a:r>
          </a:p>
          <a:p>
            <a:r>
              <a:t>          "source_id": "s029",</a:t>
            </a:r>
          </a:p>
          <a:p>
            <a:r>
              <a:t>          "quote": "12"</a:t>
            </a:r>
          </a:p>
          <a:p>
            <a:r>
              <a:t>        }</a:t>
            </a:r>
          </a:p>
          <a:p>
            <a:r>
              <a:t>      ],</a:t>
            </a:r>
          </a:p>
          <a:p>
            <a:r>
              <a:t>      "mode": "verbatim"</a:t>
            </a:r>
          </a:p>
          <a:p>
            <a:r>
              <a:t>    },</a:t>
            </a:r>
          </a:p>
          <a:p>
            <a:r>
              <a:t>    {</a:t>
            </a:r>
          </a:p>
          <a:p>
            <a:r>
              <a:t>      "text": "記載例4",</a:t>
            </a:r>
          </a:p>
          <a:p>
            <a:r>
              <a:t>      "refs": [</a:t>
            </a:r>
          </a:p>
          <a:p>
            <a:r>
              <a:t>        {</a:t>
            </a:r>
          </a:p>
          <a:p>
            <a:r>
              <a:t>          "source_id": "s029",</a:t>
            </a:r>
          </a:p>
          <a:p>
            <a:r>
              <a:t>          "quote": "記載例4"</a:t>
            </a:r>
          </a:p>
          <a:p>
            <a:r>
              <a:t>        }</a:t>
            </a:r>
          </a:p>
          <a:p>
            <a:r>
              <a:t>      ],</a:t>
            </a:r>
          </a:p>
          <a:p>
            <a:r>
              <a:t>      "mode": "verbatim"</a:t>
            </a:r>
          </a:p>
          <a:p>
            <a:r>
              <a:t>    }</a:t>
            </a:r>
          </a:p>
          <a:p>
            <a:r>
              <a:t>  ],</a:t>
            </a:r>
          </a:p>
          <a:p>
            <a:r>
              <a:t>  "citations": {</a:t>
            </a:r>
          </a:p>
          <a:p>
            <a:r>
              <a:t>    "s029": "Public MIT sample: templates/freeform_parts_more_16x9.html section 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"e49061c2764c4c756167af9fcff50cdb0363e1445a6b91c985126f727cf20c96"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"slide030",</a:t>
            </a:r>
          </a:p>
          <a:p>
            <a:r>
              <a:t>  "origin": "catalog",</a:t>
            </a:r>
          </a:p>
          <a:p>
            <a:r>
              <a:t>  "layout_id": "big_stat_pair",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"大型数値の対比",</a:t>
            </a:r>
          </a:p>
          <a:p>
            <a:r>
              <a:t>      "refs": [</a:t>
            </a:r>
          </a:p>
          <a:p>
            <a:r>
              <a:t>        {</a:t>
            </a:r>
          </a:p>
          <a:p>
            <a:r>
              <a:t>          "source_id": "s030",</a:t>
            </a:r>
          </a:p>
          <a:p>
            <a:r>
              <a:t>          "quote": "大型数値の対比"</a:t>
            </a:r>
          </a:p>
          <a:p>
            <a:r>
              <a:t>        }</a:t>
            </a:r>
          </a:p>
          <a:p>
            <a:r>
              <a:t>      ],</a:t>
            </a:r>
          </a:p>
          <a:p>
            <a:r>
              <a:t>      "mode": "verbatim"</a:t>
            </a:r>
          </a:p>
          <a:p>
            <a:r>
              <a:t>    },</a:t>
            </a:r>
          </a:p>
          <a:p>
            <a:r>
              <a:t>    {</a:t>
            </a:r>
          </a:p>
          <a:p>
            <a:r>
              <a:t>      "text": "出典：公開見本",</a:t>
            </a:r>
          </a:p>
          <a:p>
            <a:r>
              <a:t>      "refs": [</a:t>
            </a:r>
          </a:p>
          <a:p>
            <a:r>
              <a:t>        {</a:t>
            </a:r>
          </a:p>
          <a:p>
            <a:r>
              <a:t>          "source_id": "s030",</a:t>
            </a:r>
          </a:p>
          <a:p>
            <a:r>
              <a:t>          "quote": "出典：公開見本"</a:t>
            </a:r>
          </a:p>
          <a:p>
            <a:r>
              <a:t>        }</a:t>
            </a:r>
          </a:p>
          <a:p>
            <a:r>
              <a:t>      ],</a:t>
            </a:r>
          </a:p>
          <a:p>
            <a:r>
              <a:t>      "mode": "verbatim"</a:t>
            </a:r>
          </a:p>
          <a:p>
            <a:r>
              <a:t>    },</a:t>
            </a:r>
          </a:p>
          <a:p>
            <a:r>
              <a:t>    {</a:t>
            </a:r>
          </a:p>
          <a:p>
            <a:r>
              <a:t>      "text": "指標名、単位、2026〜2026年",</a:t>
            </a:r>
          </a:p>
          <a:p>
            <a:r>
              <a:t>      "refs": [</a:t>
            </a:r>
          </a:p>
          <a:p>
            <a:r>
              <a:t>        {</a:t>
            </a:r>
          </a:p>
          <a:p>
            <a:r>
              <a:t>          "source_id": "s030",</a:t>
            </a:r>
          </a:p>
          <a:p>
            <a:r>
              <a:t>          "quote": "指標名、単位、2026〜2026年"</a:t>
            </a:r>
          </a:p>
          <a:p>
            <a:r>
              <a:t>        }</a:t>
            </a:r>
          </a:p>
          <a:p>
            <a:r>
              <a:t>      ],</a:t>
            </a:r>
          </a:p>
          <a:p>
            <a:r>
              <a:t>      "mode": "verbatim"</a:t>
            </a:r>
          </a:p>
          <a:p>
            <a:r>
              <a:t>    },</a:t>
            </a:r>
          </a:p>
          <a:p>
            <a:r>
              <a:t>    {</a:t>
            </a:r>
          </a:p>
          <a:p>
            <a:r>
              <a:t>      "text": "18%",</a:t>
            </a:r>
          </a:p>
          <a:p>
            <a:r>
              <a:t>      "refs": [</a:t>
            </a:r>
          </a:p>
          <a:p>
            <a:r>
              <a:t>        {</a:t>
            </a:r>
          </a:p>
          <a:p>
            <a:r>
              <a:t>          "source_id": "s030",</a:t>
            </a:r>
          </a:p>
          <a:p>
            <a:r>
              <a:t>          "quote": "18%"</a:t>
            </a:r>
          </a:p>
          <a:p>
            <a:r>
              <a:t>        }</a:t>
            </a:r>
          </a:p>
          <a:p>
            <a:r>
              <a:t>      ],</a:t>
            </a:r>
          </a:p>
          <a:p>
            <a:r>
              <a:t>      "mode": "verbatim"</a:t>
            </a:r>
          </a:p>
          <a:p>
            <a:r>
              <a:t>    },</a:t>
            </a:r>
          </a:p>
          <a:p>
            <a:r>
              <a:t>    {</a:t>
            </a:r>
          </a:p>
          <a:p>
            <a:r>
              <a:t>      "text": "項目1",</a:t>
            </a:r>
          </a:p>
          <a:p>
            <a:r>
              <a:t>      "refs": [</a:t>
            </a:r>
          </a:p>
          <a:p>
            <a:r>
              <a:t>        {</a:t>
            </a:r>
          </a:p>
          <a:p>
            <a:r>
              <a:t>          "source_id": "s030",</a:t>
            </a:r>
          </a:p>
          <a:p>
            <a:r>
              <a:t>          "quote": "項目1"</a:t>
            </a:r>
          </a:p>
          <a:p>
            <a:r>
              <a:t>        }</a:t>
            </a:r>
          </a:p>
          <a:p>
            <a:r>
              <a:t>      ],</a:t>
            </a:r>
          </a:p>
          <a:p>
            <a:r>
              <a:t>      "mode": "verbatim"</a:t>
            </a:r>
          </a:p>
          <a:p>
            <a:r>
              <a:t>    },</a:t>
            </a:r>
          </a:p>
          <a:p>
            <a:r>
              <a:t>    {</a:t>
            </a:r>
          </a:p>
          <a:p>
            <a:r>
              <a:t>      "text": "注：前提や注記を記載",</a:t>
            </a:r>
          </a:p>
          <a:p>
            <a:r>
              <a:t>      "refs": [</a:t>
            </a:r>
          </a:p>
          <a:p>
            <a:r>
              <a:t>        {</a:t>
            </a:r>
          </a:p>
          <a:p>
            <a:r>
              <a:t>          "source_id": "s030",</a:t>
            </a:r>
          </a:p>
          <a:p>
            <a:r>
              <a:t>          "quote": "注：前提や注記を記載"</a:t>
            </a:r>
          </a:p>
          <a:p>
            <a:r>
              <a:t>        }</a:t>
            </a:r>
          </a:p>
          <a:p>
            <a:r>
              <a:t>      ],</a:t>
            </a:r>
          </a:p>
          <a:p>
            <a:r>
              <a:t>      "mode": "verbatim"</a:t>
            </a:r>
          </a:p>
          <a:p>
            <a:r>
              <a:t>    },</a:t>
            </a:r>
          </a:p>
          <a:p>
            <a:r>
              <a:t>    {</a:t>
            </a:r>
          </a:p>
          <a:p>
            <a:r>
              <a:t>      "text": "7",</a:t>
            </a:r>
          </a:p>
          <a:p>
            <a:r>
              <a:t>      "refs": [</a:t>
            </a:r>
          </a:p>
          <a:p>
            <a:r>
              <a:t>        {</a:t>
            </a:r>
          </a:p>
          <a:p>
            <a:r>
              <a:t>          "source_id": "s030",</a:t>
            </a:r>
          </a:p>
          <a:p>
            <a:r>
              <a:t>          "quote": "7"</a:t>
            </a:r>
          </a:p>
          <a:p>
            <a:r>
              <a:t>        }</a:t>
            </a:r>
          </a:p>
          <a:p>
            <a:r>
              <a:t>      ],</a:t>
            </a:r>
          </a:p>
          <a:p>
            <a:r>
              <a:t>      "mode": "verbatim"</a:t>
            </a:r>
          </a:p>
          <a:p>
            <a:r>
              <a:t>    },</a:t>
            </a:r>
          </a:p>
          <a:p>
            <a:r>
              <a:t>    {</a:t>
            </a:r>
          </a:p>
          <a:p>
            <a:r>
              <a:t>      "text": "項目2",</a:t>
            </a:r>
          </a:p>
          <a:p>
            <a:r>
              <a:t>      "refs": [</a:t>
            </a:r>
          </a:p>
          <a:p>
            <a:r>
              <a:t>        {</a:t>
            </a:r>
          </a:p>
          <a:p>
            <a:r>
              <a:t>          "source_id": "s030",</a:t>
            </a:r>
          </a:p>
          <a:p>
            <a:r>
              <a:t>          "quote": "項目2"</a:t>
            </a:r>
          </a:p>
          <a:p>
            <a:r>
              <a:t>        }</a:t>
            </a:r>
          </a:p>
          <a:p>
            <a:r>
              <a:t>      ],</a:t>
            </a:r>
          </a:p>
          <a:p>
            <a:r>
              <a:t>      "mode": "verbatim"</a:t>
            </a:r>
          </a:p>
          <a:p>
            <a:r>
              <a:t>    },</a:t>
            </a:r>
          </a:p>
          <a:p>
            <a:r>
              <a:t>    {</a:t>
            </a:r>
          </a:p>
          <a:p>
            <a:r>
              <a:t>      "text": "注：前提や注記を記載",</a:t>
            </a:r>
          </a:p>
          <a:p>
            <a:r>
              <a:t>      "refs": [</a:t>
            </a:r>
          </a:p>
          <a:p>
            <a:r>
              <a:t>        {</a:t>
            </a:r>
          </a:p>
          <a:p>
            <a:r>
              <a:t>          "source_id": "s030",</a:t>
            </a:r>
          </a:p>
          <a:p>
            <a:r>
              <a:t>          "quote": "注：前提や注記を記載"</a:t>
            </a:r>
          </a:p>
          <a:p>
            <a:r>
              <a:t>        }</a:t>
            </a:r>
          </a:p>
          <a:p>
            <a:r>
              <a:t>      ],</a:t>
            </a:r>
          </a:p>
          <a:p>
            <a:r>
              <a:t>      "mode": "verbatim"</a:t>
            </a:r>
          </a:p>
          <a:p>
            <a:r>
              <a:t>    }</a:t>
            </a:r>
          </a:p>
          <a:p>
            <a:r>
              <a:t>  ],</a:t>
            </a:r>
          </a:p>
          <a:p>
            <a:r>
              <a:t>  "citations": {</a:t>
            </a:r>
          </a:p>
          <a:p>
            <a:r>
              <a:t>    "s030": "Public MIT sample: templates/freeform_parts_more_16x9.html section 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"6dfa296f139507743015b0a4339f042ed6e926252c422dba6affab49a974f799"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"slide031",</a:t>
            </a:r>
          </a:p>
          <a:p>
            <a:r>
              <a:t>  "origin": "catalog",</a:t>
            </a:r>
          </a:p>
          <a:p>
            <a:r>
              <a:t>  "layout_id": "kpi_dashboard",</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"KPI一覧",</a:t>
            </a:r>
          </a:p>
          <a:p>
            <a:r>
              <a:t>      "refs": [</a:t>
            </a:r>
          </a:p>
          <a:p>
            <a:r>
              <a:t>        {</a:t>
            </a:r>
          </a:p>
          <a:p>
            <a:r>
              <a:t>          "source_id": "s031",</a:t>
            </a:r>
          </a:p>
          <a:p>
            <a:r>
              <a:t>          "quote": "KPI一覧"</a:t>
            </a:r>
          </a:p>
          <a:p>
            <a:r>
              <a:t>        }</a:t>
            </a:r>
          </a:p>
          <a:p>
            <a:r>
              <a:t>      ],</a:t>
            </a:r>
          </a:p>
          <a:p>
            <a:r>
              <a:t>      "mode": "verbatim"</a:t>
            </a:r>
          </a:p>
          <a:p>
            <a:r>
              <a:t>    },</a:t>
            </a:r>
          </a:p>
          <a:p>
            <a:r>
              <a:t>    {</a:t>
            </a:r>
          </a:p>
          <a:p>
            <a:r>
              <a:t>      "text": "出典：公開見本",</a:t>
            </a:r>
          </a:p>
          <a:p>
            <a:r>
              <a:t>      "refs": [</a:t>
            </a:r>
          </a:p>
          <a:p>
            <a:r>
              <a:t>        {</a:t>
            </a:r>
          </a:p>
          <a:p>
            <a:r>
              <a:t>          "source_id": "s031",</a:t>
            </a:r>
          </a:p>
          <a:p>
            <a:r>
              <a:t>          "quote": "出典：公開見本"</a:t>
            </a:r>
          </a:p>
          <a:p>
            <a:r>
              <a:t>        }</a:t>
            </a:r>
          </a:p>
          <a:p>
            <a:r>
              <a:t>      ],</a:t>
            </a:r>
          </a:p>
          <a:p>
            <a:r>
              <a:t>      "mode": "verbatim"</a:t>
            </a:r>
          </a:p>
          <a:p>
            <a:r>
              <a:t>    },</a:t>
            </a:r>
          </a:p>
          <a:p>
            <a:r>
              <a:t>    {</a:t>
            </a:r>
          </a:p>
          <a:p>
            <a:r>
              <a:t>      "text": "項目1",</a:t>
            </a:r>
          </a:p>
          <a:p>
            <a:r>
              <a:t>      "refs": [</a:t>
            </a:r>
          </a:p>
          <a:p>
            <a:r>
              <a:t>        {</a:t>
            </a:r>
          </a:p>
          <a:p>
            <a:r>
              <a:t>          "source_id": "s031",</a:t>
            </a:r>
          </a:p>
          <a:p>
            <a:r>
              <a:t>          "quote": "項目1"</a:t>
            </a:r>
          </a:p>
          <a:p>
            <a:r>
              <a:t>        }</a:t>
            </a:r>
          </a:p>
          <a:p>
            <a:r>
              <a:t>      ],</a:t>
            </a:r>
          </a:p>
          <a:p>
            <a:r>
              <a:t>      "mode": "verbatim"</a:t>
            </a:r>
          </a:p>
          <a:p>
            <a:r>
              <a:t>    },</a:t>
            </a:r>
          </a:p>
          <a:p>
            <a:r>
              <a:t>    {</a:t>
            </a:r>
          </a:p>
          <a:p>
            <a:r>
              <a:t>      "text": "-18%",</a:t>
            </a:r>
          </a:p>
          <a:p>
            <a:r>
              <a:t>      "refs": [</a:t>
            </a:r>
          </a:p>
          <a:p>
            <a:r>
              <a:t>        {</a:t>
            </a:r>
          </a:p>
          <a:p>
            <a:r>
              <a:t>          "source_id": "s031",</a:t>
            </a:r>
          </a:p>
          <a:p>
            <a:r>
              <a:t>          "quote": "-18%"</a:t>
            </a:r>
          </a:p>
          <a:p>
            <a:r>
              <a:t>        }</a:t>
            </a:r>
          </a:p>
          <a:p>
            <a:r>
              <a:t>      ],</a:t>
            </a:r>
          </a:p>
          <a:p>
            <a:r>
              <a:t>      "mode": "verbatim"</a:t>
            </a:r>
          </a:p>
          <a:p>
            <a:r>
              <a:t>    },</a:t>
            </a:r>
          </a:p>
          <a:p>
            <a:r>
              <a:t>    {</a:t>
            </a:r>
          </a:p>
          <a:p>
            <a:r>
              <a:t>      "text": "記載例1",</a:t>
            </a:r>
          </a:p>
          <a:p>
            <a:r>
              <a:t>      "refs": [</a:t>
            </a:r>
          </a:p>
          <a:p>
            <a:r>
              <a:t>        {</a:t>
            </a:r>
          </a:p>
          <a:p>
            <a:r>
              <a:t>          "source_id": "s031",</a:t>
            </a:r>
          </a:p>
          <a:p>
            <a:r>
              <a:t>          "quote": "記載例1"</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"text": "項目2",</a:t>
            </a:r>
          </a:p>
          <a:p>
            <a:r>
              <a:t>      "refs": [</a:t>
            </a:r>
          </a:p>
          <a:p>
            <a:r>
              <a:t>        {</a:t>
            </a:r>
          </a:p>
          <a:p>
            <a:r>
              <a:t>          "source_id": "s031",</a:t>
            </a:r>
          </a:p>
          <a:p>
            <a:r>
              <a:t>          "quote": "項目2"</a:t>
            </a:r>
          </a:p>
          <a:p>
            <a:r>
              <a:t>        }</a:t>
            </a:r>
          </a:p>
          <a:p>
            <a:r>
              <a:t>      ],</a:t>
            </a:r>
          </a:p>
          <a:p>
            <a:r>
              <a:t>      "mode": "verbatim"</a:t>
            </a:r>
          </a:p>
          <a:p>
            <a:r>
              <a:t>    },</a:t>
            </a:r>
          </a:p>
          <a:p>
            <a:r>
              <a:t>    {</a:t>
            </a:r>
          </a:p>
          <a:p>
            <a:r>
              <a:t>      "text": "0 days",</a:t>
            </a:r>
          </a:p>
          <a:p>
            <a:r>
              <a:t>      "refs": [</a:t>
            </a:r>
          </a:p>
          <a:p>
            <a:r>
              <a:t>        {</a:t>
            </a:r>
          </a:p>
          <a:p>
            <a:r>
              <a:t>          "source_id": "s031",</a:t>
            </a:r>
          </a:p>
          <a:p>
            <a:r>
              <a:t>          "quote": "0 days"</a:t>
            </a:r>
          </a:p>
          <a:p>
            <a:r>
              <a:t>        }</a:t>
            </a:r>
          </a:p>
          <a:p>
            <a:r>
              <a:t>      ],</a:t>
            </a:r>
          </a:p>
          <a:p>
            <a:r>
              <a:t>      "mode": "verbatim"</a:t>
            </a:r>
          </a:p>
          <a:p>
            <a:r>
              <a:t>    },</a:t>
            </a:r>
          </a:p>
          <a:p>
            <a:r>
              <a:t>    {</a:t>
            </a:r>
          </a:p>
          <a:p>
            <a:r>
              <a:t>      "text": "記載例2",</a:t>
            </a:r>
          </a:p>
          <a:p>
            <a:r>
              <a:t>      "refs": [</a:t>
            </a:r>
          </a:p>
          <a:p>
            <a:r>
              <a:t>        {</a:t>
            </a:r>
          </a:p>
          <a:p>
            <a:r>
              <a:t>          "source_id": "s031",</a:t>
            </a:r>
          </a:p>
          <a:p>
            <a:r>
              <a:t>          "quote": "記載例2"</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"text": "項目3",</a:t>
            </a:r>
          </a:p>
          <a:p>
            <a:r>
              <a:t>      "refs": [</a:t>
            </a:r>
          </a:p>
          <a:p>
            <a:r>
              <a:t>        {</a:t>
            </a:r>
          </a:p>
          <a:p>
            <a:r>
              <a:t>          "source_id": "s031",</a:t>
            </a:r>
          </a:p>
          <a:p>
            <a:r>
              <a:t>          "quote": "項目3"</a:t>
            </a:r>
          </a:p>
          <a:p>
            <a:r>
              <a:t>        }</a:t>
            </a:r>
          </a:p>
          <a:p>
            <a:r>
              <a:t>      ],</a:t>
            </a:r>
          </a:p>
          <a:p>
            <a:r>
              <a:t>      "mode": "verbatim"</a:t>
            </a:r>
          </a:p>
          <a:p>
            <a:r>
              <a:t>    },</a:t>
            </a:r>
          </a:p>
          <a:p>
            <a:r>
              <a:t>    {</a:t>
            </a:r>
          </a:p>
          <a:p>
            <a:r>
              <a:t>      "text": "2 / 4",</a:t>
            </a:r>
          </a:p>
          <a:p>
            <a:r>
              <a:t>      "refs": [</a:t>
            </a:r>
          </a:p>
          <a:p>
            <a:r>
              <a:t>        {</a:t>
            </a:r>
          </a:p>
          <a:p>
            <a:r>
              <a:t>          "source_id": "s031",</a:t>
            </a:r>
          </a:p>
          <a:p>
            <a:r>
              <a:t>          "quote": "2 / 4"</a:t>
            </a:r>
          </a:p>
          <a:p>
            <a:r>
              <a:t>        }</a:t>
            </a:r>
          </a:p>
          <a:p>
            <a:r>
              <a:t>      ],</a:t>
            </a:r>
          </a:p>
          <a:p>
            <a:r>
              <a:t>      "mode": "verbatim"</a:t>
            </a:r>
          </a:p>
          <a:p>
            <a:r>
              <a:t>    },</a:t>
            </a:r>
          </a:p>
          <a:p>
            <a:r>
              <a:t>    {</a:t>
            </a:r>
          </a:p>
          <a:p>
            <a:r>
              <a:t>      "text": "記載例3",</a:t>
            </a:r>
          </a:p>
          <a:p>
            <a:r>
              <a:t>      "refs": [</a:t>
            </a:r>
          </a:p>
          <a:p>
            <a:r>
              <a:t>        {</a:t>
            </a:r>
          </a:p>
          <a:p>
            <a:r>
              <a:t>          "source_id": "s031",</a:t>
            </a:r>
          </a:p>
          <a:p>
            <a:r>
              <a:t>          "quote": "記載例3"</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"text": "項目4",</a:t>
            </a:r>
          </a:p>
          <a:p>
            <a:r>
              <a:t>      "refs": [</a:t>
            </a:r>
          </a:p>
          <a:p>
            <a:r>
              <a:t>        {</a:t>
            </a:r>
          </a:p>
          <a:p>
            <a:r>
              <a:t>          "source_id": "s031",</a:t>
            </a:r>
          </a:p>
          <a:p>
            <a:r>
              <a:t>          "quote": "項目4"</a:t>
            </a:r>
          </a:p>
          <a:p>
            <a:r>
              <a:t>        }</a:t>
            </a:r>
          </a:p>
          <a:p>
            <a:r>
              <a:t>      ],</a:t>
            </a:r>
          </a:p>
          <a:p>
            <a:r>
              <a:t>      "mode": "verbatim"</a:t>
            </a:r>
          </a:p>
          <a:p>
            <a:r>
              <a:t>    },</a:t>
            </a:r>
          </a:p>
          <a:p>
            <a:r>
              <a:t>    {</a:t>
            </a:r>
          </a:p>
          <a:p>
            <a:r>
              <a:t>      "text": "$6M",</a:t>
            </a:r>
          </a:p>
          <a:p>
            <a:r>
              <a:t>      "refs": [</a:t>
            </a:r>
          </a:p>
          <a:p>
            <a:r>
              <a:t>        {</a:t>
            </a:r>
          </a:p>
          <a:p>
            <a:r>
              <a:t>          "source_id": "s031",</a:t>
            </a:r>
          </a:p>
          <a:p>
            <a:r>
              <a:t>          "quote": "$6M"</a:t>
            </a:r>
          </a:p>
          <a:p>
            <a:r>
              <a:t>        }</a:t>
            </a:r>
          </a:p>
          <a:p>
            <a:r>
              <a:t>      ],</a:t>
            </a:r>
          </a:p>
          <a:p>
            <a:r>
              <a:t>      "mode": "verbatim"</a:t>
            </a:r>
          </a:p>
          <a:p>
            <a:r>
              <a:t>    },</a:t>
            </a:r>
          </a:p>
          <a:p>
            <a:r>
              <a:t>    {</a:t>
            </a:r>
          </a:p>
          <a:p>
            <a:r>
              <a:t>      "text": "記載例4",</a:t>
            </a:r>
          </a:p>
          <a:p>
            <a:r>
              <a:t>      "refs": [</a:t>
            </a:r>
          </a:p>
          <a:p>
            <a:r>
              <a:t>        {</a:t>
            </a:r>
          </a:p>
          <a:p>
            <a:r>
              <a:t>          "source_id": "s031",</a:t>
            </a:r>
          </a:p>
          <a:p>
            <a:r>
              <a:t>          "quote": "記載例4"</a:t>
            </a:r>
          </a:p>
          <a:p>
            <a:r>
              <a:t>        }</a:t>
            </a:r>
          </a:p>
          <a:p>
            <a:r>
              <a:t>      ],</a:t>
            </a:r>
          </a:p>
          <a:p>
            <a:r>
              <a:t>      "mode": "verbatim"</a:t>
            </a:r>
          </a:p>
          <a:p>
            <a:r>
              <a:t>    },</a:t>
            </a:r>
          </a:p>
          <a:p>
            <a:r>
              <a:t>    {</a:t>
            </a:r>
          </a:p>
          <a:p>
            <a:r>
              <a:t>      "text": "注：前提や注記を記載",</a:t>
            </a:r>
          </a:p>
          <a:p>
            <a:r>
              <a:t>      "refs": [</a:t>
            </a:r>
          </a:p>
          <a:p>
            <a:r>
              <a:t>        {</a:t>
            </a:r>
          </a:p>
          <a:p>
            <a:r>
              <a:t>          "source_id": "s031",</a:t>
            </a:r>
          </a:p>
          <a:p>
            <a:r>
              <a:t>          "quote": "注：前提や注記を記載"</a:t>
            </a:r>
          </a:p>
          <a:p>
            <a:r>
              <a:t>        }</a:t>
            </a:r>
          </a:p>
          <a:p>
            <a:r>
              <a:t>      ],</a:t>
            </a:r>
          </a:p>
          <a:p>
            <a:r>
              <a:t>      "mode": "verbatim"</a:t>
            </a:r>
          </a:p>
          <a:p>
            <a:r>
              <a:t>    }</a:t>
            </a:r>
          </a:p>
          <a:p>
            <a:r>
              <a:t>  ],</a:t>
            </a:r>
          </a:p>
          <a:p>
            <a:r>
              <a:t>  "citations": {</a:t>
            </a:r>
          </a:p>
          <a:p>
            <a:r>
              <a:t>    "s031": "Public MIT sample: templates/freeform_parts_more_16x9.html section 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"a49b917eae5d13defca3cae2ba6b9aba72fc6db483a26917238873d666337edf"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"slide032",</a:t>
            </a:r>
          </a:p>
          <a:p>
            <a:r>
              <a:t>  "origin": "catalog",</a:t>
            </a:r>
          </a:p>
          <a:p>
            <a:r>
              <a:t>  "layout_id": "chart_insight",</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"単一チャート＋含意",</a:t>
            </a:r>
          </a:p>
          <a:p>
            <a:r>
              <a:t>      "refs": [</a:t>
            </a:r>
          </a:p>
          <a:p>
            <a:r>
              <a:t>        {</a:t>
            </a:r>
          </a:p>
          <a:p>
            <a:r>
              <a:t>          "source_id": "s032",</a:t>
            </a:r>
          </a:p>
          <a:p>
            <a:r>
              <a:t>          "quote": "単一チャート＋含意"</a:t>
            </a:r>
          </a:p>
          <a:p>
            <a:r>
              <a:t>        }</a:t>
            </a:r>
          </a:p>
          <a:p>
            <a:r>
              <a:t>      ],</a:t>
            </a:r>
          </a:p>
          <a:p>
            <a:r>
              <a:t>      "mode": "verbatim"</a:t>
            </a:r>
          </a:p>
          <a:p>
            <a:r>
              <a:t>    },</a:t>
            </a:r>
          </a:p>
          <a:p>
            <a:r>
              <a:t>    {</a:t>
            </a:r>
          </a:p>
          <a:p>
            <a:r>
              <a:t>      "text": "注：前提・注記を記載 出典：公開見本",</a:t>
            </a:r>
          </a:p>
          <a:p>
            <a:r>
              <a:t>      "refs": [</a:t>
            </a:r>
          </a:p>
          <a:p>
            <a:r>
              <a:t>        {</a:t>
            </a:r>
          </a:p>
          <a:p>
            <a:r>
              <a:t>          "source_id": "s032",</a:t>
            </a:r>
          </a:p>
          <a:p>
            <a:r>
              <a:t>          "quote": "注：前提・注記を記載 出典：公開見本"</a:t>
            </a:r>
          </a:p>
          <a:p>
            <a:r>
              <a:t>        }</a:t>
            </a:r>
          </a:p>
          <a:p>
            <a:r>
              <a:t>      ],</a:t>
            </a:r>
          </a:p>
          <a:p>
            <a:r>
              <a:t>      "mode": "verbatim"</a:t>
            </a:r>
          </a:p>
          <a:p>
            <a:r>
              <a:t>    },</a:t>
            </a:r>
          </a:p>
          <a:p>
            <a:r>
              <a:t>    {</a:t>
            </a:r>
          </a:p>
          <a:p>
            <a:r>
              <a:t>      "text": "指標名、単位",</a:t>
            </a:r>
          </a:p>
          <a:p>
            <a:r>
              <a:t>      "refs": [</a:t>
            </a:r>
          </a:p>
          <a:p>
            <a:r>
              <a:t>        {</a:t>
            </a:r>
          </a:p>
          <a:p>
            <a:r>
              <a:t>          "source_id": "s032",</a:t>
            </a:r>
          </a:p>
          <a:p>
            <a:r>
              <a:t>          "quote": "指標名、単位"</a:t>
            </a:r>
          </a:p>
          <a:p>
            <a:r>
              <a:t>        }</a:t>
            </a:r>
          </a:p>
          <a:p>
            <a:r>
              <a:t>      ],</a:t>
            </a:r>
          </a:p>
          <a:p>
            <a:r>
              <a:t>      "mode": "verbatim"</a:t>
            </a:r>
          </a:p>
          <a:p>
            <a:r>
              <a:t>    },</a:t>
            </a:r>
          </a:p>
          <a:p>
            <a:r>
              <a:t>    {</a:t>
            </a:r>
          </a:p>
          <a:p>
            <a:r>
              <a:t>      "text": "見出し 2",</a:t>
            </a:r>
          </a:p>
          <a:p>
            <a:r>
              <a:t>      "refs": [</a:t>
            </a:r>
          </a:p>
          <a:p>
            <a:r>
              <a:t>        {</a:t>
            </a:r>
          </a:p>
          <a:p>
            <a:r>
              <a:t>          "source_id": "s032",</a:t>
            </a:r>
          </a:p>
          <a:p>
            <a:r>
              <a:t>          "quote": "見出し 2"</a:t>
            </a:r>
          </a:p>
          <a:p>
            <a:r>
              <a:t>        }</a:t>
            </a:r>
          </a:p>
          <a:p>
            <a:r>
              <a:t>      ],</a:t>
            </a:r>
          </a:p>
          <a:p>
            <a:r>
              <a:t>      "mode": "verbatim"</a:t>
            </a:r>
          </a:p>
          <a:p>
            <a:r>
              <a:t>    },</a:t>
            </a:r>
          </a:p>
          <a:p>
            <a:r>
              <a:t>    {</a:t>
            </a:r>
          </a:p>
          <a:p>
            <a:r>
              <a:t>      "text": "記載例1",</a:t>
            </a:r>
          </a:p>
          <a:p>
            <a:r>
              <a:t>      "refs": [</a:t>
            </a:r>
          </a:p>
          <a:p>
            <a:r>
              <a:t>        {</a:t>
            </a:r>
          </a:p>
          <a:p>
            <a:r>
              <a:t>          "source_id": "s032",</a:t>
            </a:r>
          </a:p>
          <a:p>
            <a:r>
              <a:t>          "quote": "記載例1"</a:t>
            </a:r>
          </a:p>
          <a:p>
            <a:r>
              <a:t>        }</a:t>
            </a:r>
          </a:p>
          <a:p>
            <a:r>
              <a:t>      ],</a:t>
            </a:r>
          </a:p>
          <a:p>
            <a:r>
              <a:t>      "mode": "verbatim"</a:t>
            </a:r>
          </a:p>
          <a:p>
            <a:r>
              <a:t>    },</a:t>
            </a:r>
          </a:p>
          <a:p>
            <a:r>
              <a:t>    {</a:t>
            </a:r>
          </a:p>
          <a:p>
            <a:r>
              <a:t>      "text": "項目1",</a:t>
            </a:r>
          </a:p>
          <a:p>
            <a:r>
              <a:t>      "refs": [</a:t>
            </a:r>
          </a:p>
          <a:p>
            <a:r>
              <a:t>        {</a:t>
            </a:r>
          </a:p>
          <a:p>
            <a:r>
              <a:t>          "source_id": "s032",</a:t>
            </a:r>
          </a:p>
          <a:p>
            <a:r>
              <a:t>          "quote": "項目1"</a:t>
            </a:r>
          </a:p>
          <a:p>
            <a:r>
              <a:t>        }</a:t>
            </a:r>
          </a:p>
          <a:p>
            <a:r>
              <a:t>      ],</a:t>
            </a:r>
          </a:p>
          <a:p>
            <a:r>
              <a:t>      "mode": "verbatim"</a:t>
            </a:r>
          </a:p>
          <a:p>
            <a:r>
              <a:t>    },</a:t>
            </a:r>
          </a:p>
          <a:p>
            <a:r>
              <a:t>    {</a:t>
            </a:r>
          </a:p>
          <a:p>
            <a:r>
              <a:t>      "text": "項目2",</a:t>
            </a:r>
          </a:p>
          <a:p>
            <a:r>
              <a:t>      "refs": [</a:t>
            </a:r>
          </a:p>
          <a:p>
            <a:r>
              <a:t>        {</a:t>
            </a:r>
          </a:p>
          <a:p>
            <a:r>
              <a:t>          "source_id": "s032",</a:t>
            </a:r>
          </a:p>
          <a:p>
            <a:r>
              <a:t>          "quote": "項目2"</a:t>
            </a:r>
          </a:p>
          <a:p>
            <a:r>
              <a:t>        }</a:t>
            </a:r>
          </a:p>
          <a:p>
            <a:r>
              <a:t>      ],</a:t>
            </a:r>
          </a:p>
          <a:p>
            <a:r>
              <a:t>      "mode": "verbatim"</a:t>
            </a:r>
          </a:p>
          <a:p>
            <a:r>
              <a:t>    },</a:t>
            </a:r>
          </a:p>
          <a:p>
            <a:r>
              <a:t>    {</a:t>
            </a:r>
          </a:p>
          <a:p>
            <a:r>
              <a:t>      "text": "項目3",</a:t>
            </a:r>
          </a:p>
          <a:p>
            <a:r>
              <a:t>      "refs": [</a:t>
            </a:r>
          </a:p>
          <a:p>
            <a:r>
              <a:t>        {</a:t>
            </a:r>
          </a:p>
          <a:p>
            <a:r>
              <a:t>          "source_id": "s032",</a:t>
            </a:r>
          </a:p>
          <a:p>
            <a:r>
              <a:t>          "quote": "項目3"</a:t>
            </a:r>
          </a:p>
          <a:p>
            <a:r>
              <a:t>        }</a:t>
            </a:r>
          </a:p>
          <a:p>
            <a:r>
              <a:t>      ],</a:t>
            </a:r>
          </a:p>
          <a:p>
            <a:r>
              <a:t>      "mode": "verbatim"</a:t>
            </a:r>
          </a:p>
          <a:p>
            <a:r>
              <a:t>    },</a:t>
            </a:r>
          </a:p>
          <a:p>
            <a:r>
              <a:t>    {</a:t>
            </a:r>
          </a:p>
          <a:p>
            <a:r>
              <a:t>      "text": "項目4",</a:t>
            </a:r>
          </a:p>
          <a:p>
            <a:r>
              <a:t>      "refs": [</a:t>
            </a:r>
          </a:p>
          <a:p>
            <a:r>
              <a:t>        {</a:t>
            </a:r>
          </a:p>
          <a:p>
            <a:r>
              <a:t>          "source_id": "s032",</a:t>
            </a:r>
          </a:p>
          <a:p>
            <a:r>
              <a:t>          "quote": "項目4"</a:t>
            </a:r>
          </a:p>
          <a:p>
            <a:r>
              <a:t>        }</a:t>
            </a:r>
          </a:p>
          <a:p>
            <a:r>
              <a:t>      ],</a:t>
            </a:r>
          </a:p>
          <a:p>
            <a:r>
              <a:t>      "mode": "verbatim"</a:t>
            </a:r>
          </a:p>
          <a:p>
            <a:r>
              <a:t>    },</a:t>
            </a:r>
          </a:p>
          <a:p>
            <a:r>
              <a:t>    {</a:t>
            </a:r>
          </a:p>
          <a:p>
            <a:r>
              <a:t>      "text": "指標",</a:t>
            </a:r>
          </a:p>
          <a:p>
            <a:r>
              <a:t>      "refs": [</a:t>
            </a:r>
          </a:p>
          <a:p>
            <a:r>
              <a:t>        {</a:t>
            </a:r>
          </a:p>
          <a:p>
            <a:r>
              <a:t>          "source_id": "s032",</a:t>
            </a:r>
          </a:p>
          <a:p>
            <a:r>
              <a:t>          "quote": "指標"</a:t>
            </a:r>
          </a:p>
          <a:p>
            <a:r>
              <a:t>        }</a:t>
            </a:r>
          </a:p>
          <a:p>
            <a:r>
              <a:t>      ],</a:t>
            </a:r>
          </a:p>
          <a:p>
            <a:r>
              <a:t>      "mode": "verbatim"</a:t>
            </a:r>
          </a:p>
          <a:p>
            <a:r>
              <a:t>    },</a:t>
            </a:r>
          </a:p>
          <a:p>
            <a:r>
              <a:t>    {</a:t>
            </a:r>
          </a:p>
          <a:p>
            <a:r>
              <a:t>      "value": 32.0,</a:t>
            </a:r>
          </a:p>
          <a:p>
            <a:r>
              <a:t>      "refs": [</a:t>
            </a:r>
          </a:p>
          <a:p>
            <a:r>
              <a:t>        {</a:t>
            </a:r>
          </a:p>
          <a:p>
            <a:r>
              <a:t>          "source_id": "s032",</a:t>
            </a:r>
          </a:p>
          <a:p>
            <a:r>
              <a:t>          "quote": "32"</a:t>
            </a:r>
          </a:p>
          <a:p>
            <a:r>
              <a:t>        }</a:t>
            </a:r>
          </a:p>
          <a:p>
            <a:r>
              <a:t>      ]</a:t>
            </a:r>
          </a:p>
          <a:p>
            <a:r>
              <a:t>    },</a:t>
            </a:r>
          </a:p>
          <a:p>
            <a:r>
              <a:t>    {</a:t>
            </a:r>
          </a:p>
          <a:p>
            <a:r>
              <a:t>      "value": 41.0,</a:t>
            </a:r>
          </a:p>
          <a:p>
            <a:r>
              <a:t>      "refs": [</a:t>
            </a:r>
          </a:p>
          <a:p>
            <a:r>
              <a:t>        {</a:t>
            </a:r>
          </a:p>
          <a:p>
            <a:r>
              <a:t>          "source_id": "s032",</a:t>
            </a:r>
          </a:p>
          <a:p>
            <a:r>
              <a:t>          "quote": "41"</a:t>
            </a:r>
          </a:p>
          <a:p>
            <a:r>
              <a:t>        }</a:t>
            </a:r>
          </a:p>
          <a:p>
            <a:r>
              <a:t>      ]</a:t>
            </a:r>
          </a:p>
          <a:p>
            <a:r>
              <a:t>    },</a:t>
            </a:r>
          </a:p>
          <a:p>
            <a:r>
              <a:t>    {</a:t>
            </a:r>
          </a:p>
          <a:p>
            <a:r>
              <a:t>      "value": 49.0,</a:t>
            </a:r>
          </a:p>
          <a:p>
            <a:r>
              <a:t>      "refs": [</a:t>
            </a:r>
          </a:p>
          <a:p>
            <a:r>
              <a:t>        {</a:t>
            </a:r>
          </a:p>
          <a:p>
            <a:r>
              <a:t>          "source_id": "s032",</a:t>
            </a:r>
          </a:p>
          <a:p>
            <a:r>
              <a:t>          "quote": "49"</a:t>
            </a:r>
          </a:p>
          <a:p>
            <a:r>
              <a:t>        }</a:t>
            </a:r>
          </a:p>
          <a:p>
            <a:r>
              <a:t>      ]</a:t>
            </a:r>
          </a:p>
          <a:p>
            <a:r>
              <a:t>    },</a:t>
            </a:r>
          </a:p>
          <a:p>
            <a:r>
              <a:t>    {</a:t>
            </a:r>
          </a:p>
          <a:p>
            <a:r>
              <a:t>      "value": 58.0,</a:t>
            </a:r>
          </a:p>
          <a:p>
            <a:r>
              <a:t>      "refs": [</a:t>
            </a:r>
          </a:p>
          <a:p>
            <a:r>
              <a:t>        {</a:t>
            </a:r>
          </a:p>
          <a:p>
            <a:r>
              <a:t>          "source_id": "s032",</a:t>
            </a:r>
          </a:p>
          <a:p>
            <a:r>
              <a:t>          "quote": "58"</a:t>
            </a:r>
          </a:p>
          <a:p>
            <a:r>
              <a:t>        }</a:t>
            </a:r>
          </a:p>
          <a:p>
            <a:r>
              <a:t>      ]</a:t>
            </a:r>
          </a:p>
          <a:p>
            <a:r>
              <a:t>    }</a:t>
            </a:r>
          </a:p>
          <a:p>
            <a:r>
              <a:t>  ],</a:t>
            </a:r>
          </a:p>
          <a:p>
            <a:r>
              <a:t>  "citations": {</a:t>
            </a:r>
          </a:p>
          <a:p>
            <a:r>
              <a:t>    "s032": "Public MIT sample: templates/freeform_parts_more_16x9.html section 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"fdfa721d34bbff4e176b9c780a3b24226e6c976de84583ae3ac9bf5733945955"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"slide033",</a:t>
            </a:r>
          </a:p>
          <a:p>
            <a:r>
              <a:t>  "origin": "catalog",</a:t>
            </a:r>
          </a:p>
          <a:p>
            <a:r>
              <a:t>  "layout_id": "stacked_bar",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"積み上げ棒",</a:t>
            </a:r>
          </a:p>
          <a:p>
            <a:r>
              <a:t>      "refs": [</a:t>
            </a:r>
          </a:p>
          <a:p>
            <a:r>
              <a:t>        {</a:t>
            </a:r>
          </a:p>
          <a:p>
            <a:r>
              <a:t>          "source_id": "s033",</a:t>
            </a:r>
          </a:p>
          <a:p>
            <a:r>
              <a:t>          "quote": "積み上げ棒"</a:t>
            </a:r>
          </a:p>
          <a:p>
            <a:r>
              <a:t>        }</a:t>
            </a:r>
          </a:p>
          <a:p>
            <a:r>
              <a:t>      ],</a:t>
            </a:r>
          </a:p>
          <a:p>
            <a:r>
              <a:t>      "mode": "verbatim"</a:t>
            </a:r>
          </a:p>
          <a:p>
            <a:r>
              <a:t>    },</a:t>
            </a:r>
          </a:p>
          <a:p>
            <a:r>
              <a:t>    {</a:t>
            </a:r>
          </a:p>
          <a:p>
            <a:r>
              <a:t>      "text": "出典：公開見本",</a:t>
            </a:r>
          </a:p>
          <a:p>
            <a:r>
              <a:t>      "refs": [</a:t>
            </a:r>
          </a:p>
          <a:p>
            <a:r>
              <a:t>        {</a:t>
            </a:r>
          </a:p>
          <a:p>
            <a:r>
              <a:t>          "source_id": "s033",</a:t>
            </a:r>
          </a:p>
          <a:p>
            <a:r>
              <a:t>          "quote": "出典：公開見本"</a:t>
            </a:r>
          </a:p>
          <a:p>
            <a:r>
              <a:t>        }</a:t>
            </a:r>
          </a:p>
          <a:p>
            <a:r>
              <a:t>      ],</a:t>
            </a:r>
          </a:p>
          <a:p>
            <a:r>
              <a:t>      "mode": "verbatim"</a:t>
            </a:r>
          </a:p>
          <a:p>
            <a:r>
              <a:t>    },</a:t>
            </a:r>
          </a:p>
          <a:p>
            <a:r>
              <a:t>    {</a:t>
            </a:r>
          </a:p>
          <a:p>
            <a:r>
              <a:t>      "text": "指標名、単位",</a:t>
            </a:r>
          </a:p>
          <a:p>
            <a:r>
              <a:t>      "refs": [</a:t>
            </a:r>
          </a:p>
          <a:p>
            <a:r>
              <a:t>        {</a:t>
            </a:r>
          </a:p>
          <a:p>
            <a:r>
              <a:t>          "source_id": "s033",</a:t>
            </a:r>
          </a:p>
          <a:p>
            <a:r>
              <a:t>          "quote": "指標名、単位"</a:t>
            </a:r>
          </a:p>
          <a:p>
            <a:r>
              <a:t>        }</a:t>
            </a:r>
          </a:p>
          <a:p>
            <a:r>
              <a:t>      ],</a:t>
            </a:r>
          </a:p>
          <a:p>
            <a:r>
              <a:t>      "mode": "verbatim"</a:t>
            </a:r>
          </a:p>
          <a:p>
            <a:r>
              <a:t>    },</a:t>
            </a:r>
          </a:p>
          <a:p>
            <a:r>
              <a:t>    {</a:t>
            </a:r>
          </a:p>
          <a:p>
            <a:r>
              <a:t>      "text": "項目4",</a:t>
            </a:r>
          </a:p>
          <a:p>
            <a:r>
              <a:t>      "refs": [</a:t>
            </a:r>
          </a:p>
          <a:p>
            <a:r>
              <a:t>        {</a:t>
            </a:r>
          </a:p>
          <a:p>
            <a:r>
              <a:t>          "source_id": "s033",</a:t>
            </a:r>
          </a:p>
          <a:p>
            <a:r>
              <a:t>          "quote": "項目4"</a:t>
            </a:r>
          </a:p>
          <a:p>
            <a:r>
              <a:t>        }</a:t>
            </a:r>
          </a:p>
          <a:p>
            <a:r>
              <a:t>      ],</a:t>
            </a:r>
          </a:p>
          <a:p>
            <a:r>
              <a:t>      "mode": "verbatim"</a:t>
            </a:r>
          </a:p>
          <a:p>
            <a:r>
              <a:t>    },</a:t>
            </a:r>
          </a:p>
          <a:p>
            <a:r>
              <a:t>    {</a:t>
            </a:r>
          </a:p>
          <a:p>
            <a:r>
              <a:t>      "text": "項目5",</a:t>
            </a:r>
          </a:p>
          <a:p>
            <a:r>
              <a:t>      "refs": [</a:t>
            </a:r>
          </a:p>
          <a:p>
            <a:r>
              <a:t>        {</a:t>
            </a:r>
          </a:p>
          <a:p>
            <a:r>
              <a:t>          "source_id": "s033",</a:t>
            </a:r>
          </a:p>
          <a:p>
            <a:r>
              <a:t>          "quote": "項目5"</a:t>
            </a:r>
          </a:p>
          <a:p>
            <a:r>
              <a:t>        }</a:t>
            </a:r>
          </a:p>
          <a:p>
            <a:r>
              <a:t>      ],</a:t>
            </a:r>
          </a:p>
          <a:p>
            <a:r>
              <a:t>      "mode": "verbatim"</a:t>
            </a:r>
          </a:p>
          <a:p>
            <a:r>
              <a:t>    },</a:t>
            </a:r>
          </a:p>
          <a:p>
            <a:r>
              <a:t>    {</a:t>
            </a:r>
          </a:p>
          <a:p>
            <a:r>
              <a:t>      "text": "項目6",</a:t>
            </a:r>
          </a:p>
          <a:p>
            <a:r>
              <a:t>      "refs": [</a:t>
            </a:r>
          </a:p>
          <a:p>
            <a:r>
              <a:t>        {</a:t>
            </a:r>
          </a:p>
          <a:p>
            <a:r>
              <a:t>          "source_id": "s033",</a:t>
            </a:r>
          </a:p>
          <a:p>
            <a:r>
              <a:t>          "quote": "項目6"</a:t>
            </a:r>
          </a:p>
          <a:p>
            <a:r>
              <a:t>        }</a:t>
            </a:r>
          </a:p>
          <a:p>
            <a:r>
              <a:t>      ],</a:t>
            </a:r>
          </a:p>
          <a:p>
            <a:r>
              <a:t>      "mode": "verbatim"</a:t>
            </a:r>
          </a:p>
          <a:p>
            <a:r>
              <a:t>    },</a:t>
            </a:r>
          </a:p>
          <a:p>
            <a:r>
              <a:t>    {</a:t>
            </a:r>
          </a:p>
          <a:p>
            <a:r>
              <a:t>      "text": "項目1",</a:t>
            </a:r>
          </a:p>
          <a:p>
            <a:r>
              <a:t>      "refs": [</a:t>
            </a:r>
          </a:p>
          <a:p>
            <a:r>
              <a:t>        {</a:t>
            </a:r>
          </a:p>
          <a:p>
            <a:r>
              <a:t>          "source_id": "s033",</a:t>
            </a:r>
          </a:p>
          <a:p>
            <a:r>
              <a:t>          "quote": "項目1"</a:t>
            </a:r>
          </a:p>
          <a:p>
            <a:r>
              <a:t>        }</a:t>
            </a:r>
          </a:p>
          <a:p>
            <a:r>
              <a:t>      ],</a:t>
            </a:r>
          </a:p>
          <a:p>
            <a:r>
              <a:t>      "mode": "verbatim"</a:t>
            </a:r>
          </a:p>
          <a:p>
            <a:r>
              <a:t>    },</a:t>
            </a:r>
          </a:p>
          <a:p>
            <a:r>
              <a:t>    {</a:t>
            </a:r>
          </a:p>
          <a:p>
            <a:r>
              <a:t>      "value": 40.0,</a:t>
            </a:r>
          </a:p>
          <a:p>
            <a:r>
              <a:t>      "refs": [</a:t>
            </a:r>
          </a:p>
          <a:p>
            <a:r>
              <a:t>        {</a:t>
            </a:r>
          </a:p>
          <a:p>
            <a:r>
              <a:t>          "source_id": "s033",</a:t>
            </a:r>
          </a:p>
          <a:p>
            <a:r>
              <a:t>          "quote": "40"</a:t>
            </a:r>
          </a:p>
          <a:p>
            <a:r>
              <a:t>        }</a:t>
            </a:r>
          </a:p>
          <a:p>
            <a:r>
              <a:t>      ]</a:t>
            </a:r>
          </a:p>
          <a:p>
            <a:r>
              <a:t>    },</a:t>
            </a:r>
          </a:p>
          <a:p>
            <a:r>
              <a:t>    {</a:t>
            </a:r>
          </a:p>
          <a:p>
            <a:r>
              <a:t>      "value": 55.0,</a:t>
            </a:r>
          </a:p>
          <a:p>
            <a:r>
              <a:t>      "refs": [</a:t>
            </a:r>
          </a:p>
          <a:p>
            <a:r>
              <a:t>        {</a:t>
            </a:r>
          </a:p>
          <a:p>
            <a:r>
              <a:t>          "source_id": "s033",</a:t>
            </a:r>
          </a:p>
          <a:p>
            <a:r>
              <a:t>          "quote": "55"</a:t>
            </a:r>
          </a:p>
          <a:p>
            <a:r>
              <a:t>        }</a:t>
            </a:r>
          </a:p>
          <a:p>
            <a:r>
              <a:t>      ]</a:t>
            </a:r>
          </a:p>
          <a:p>
            <a:r>
              <a:t>    },</a:t>
            </a:r>
          </a:p>
          <a:p>
            <a:r>
              <a:t>    {</a:t>
            </a:r>
          </a:p>
          <a:p>
            <a:r>
              <a:t>      "value": 72.0,</a:t>
            </a:r>
          </a:p>
          <a:p>
            <a:r>
              <a:t>      "refs": [</a:t>
            </a:r>
          </a:p>
          <a:p>
            <a:r>
              <a:t>        {</a:t>
            </a:r>
          </a:p>
          <a:p>
            <a:r>
              <a:t>          "source_id": "s033",</a:t>
            </a:r>
          </a:p>
          <a:p>
            <a:r>
              <a:t>          "quote": "72"</a:t>
            </a:r>
          </a:p>
          <a:p>
            <a:r>
              <a:t>        }</a:t>
            </a:r>
          </a:p>
          <a:p>
            <a:r>
              <a:t>      ]</a:t>
            </a:r>
          </a:p>
          <a:p>
            <a:r>
              <a:t>    },</a:t>
            </a:r>
          </a:p>
          <a:p>
            <a:r>
              <a:t>    {</a:t>
            </a:r>
          </a:p>
          <a:p>
            <a:r>
              <a:t>      "text": "項目2",</a:t>
            </a:r>
          </a:p>
          <a:p>
            <a:r>
              <a:t>      "refs": [</a:t>
            </a:r>
          </a:p>
          <a:p>
            <a:r>
              <a:t>        {</a:t>
            </a:r>
          </a:p>
          <a:p>
            <a:r>
              <a:t>          "source_id": "s033",</a:t>
            </a:r>
          </a:p>
          <a:p>
            <a:r>
              <a:t>          "quote": "項目2"</a:t>
            </a:r>
          </a:p>
          <a:p>
            <a:r>
              <a:t>        }</a:t>
            </a:r>
          </a:p>
          <a:p>
            <a:r>
              <a:t>      ],</a:t>
            </a:r>
          </a:p>
          <a:p>
            <a:r>
              <a:t>      "mode": "verbatim"</a:t>
            </a:r>
          </a:p>
          <a:p>
            <a:r>
              <a:t>    },</a:t>
            </a:r>
          </a:p>
          <a:p>
            <a:r>
              <a:t>    {</a:t>
            </a:r>
          </a:p>
          <a:p>
            <a:r>
              <a:t>      "value": 30.0,</a:t>
            </a:r>
          </a:p>
          <a:p>
            <a:r>
              <a:t>      "refs": [</a:t>
            </a:r>
          </a:p>
          <a:p>
            <a:r>
              <a:t>        {</a:t>
            </a:r>
          </a:p>
          <a:p>
            <a:r>
              <a:t>          "source_id": "s033",</a:t>
            </a:r>
          </a:p>
          <a:p>
            <a:r>
              <a:t>          "quote": "30"</a:t>
            </a:r>
          </a:p>
          <a:p>
            <a:r>
              <a:t>        }</a:t>
            </a:r>
          </a:p>
          <a:p>
            <a:r>
              <a:t>      ]</a:t>
            </a:r>
          </a:p>
          <a:p>
            <a:r>
              <a:t>    },</a:t>
            </a:r>
          </a:p>
          <a:p>
            <a:r>
              <a:t>    {</a:t>
            </a:r>
          </a:p>
          <a:p>
            <a:r>
              <a:t>      "value": 32.0,</a:t>
            </a:r>
          </a:p>
          <a:p>
            <a:r>
              <a:t>      "refs": [</a:t>
            </a:r>
          </a:p>
          <a:p>
            <a:r>
              <a:t>        {</a:t>
            </a:r>
          </a:p>
          <a:p>
            <a:r>
              <a:t>          "source_id": "s033",</a:t>
            </a:r>
          </a:p>
          <a:p>
            <a:r>
              <a:t>          "quote": "32"</a:t>
            </a:r>
          </a:p>
          <a:p>
            <a:r>
              <a:t>        }</a:t>
            </a:r>
          </a:p>
          <a:p>
            <a:r>
              <a:t>      ]</a:t>
            </a:r>
          </a:p>
          <a:p>
            <a:r>
              <a:t>    },</a:t>
            </a:r>
          </a:p>
          <a:p>
            <a:r>
              <a:t>    {</a:t>
            </a:r>
          </a:p>
          <a:p>
            <a:r>
              <a:t>      "value": 33.0,</a:t>
            </a:r>
          </a:p>
          <a:p>
            <a:r>
              <a:t>      "refs": [</a:t>
            </a:r>
          </a:p>
          <a:p>
            <a:r>
              <a:t>        {</a:t>
            </a:r>
          </a:p>
          <a:p>
            <a:r>
              <a:t>          "source_id": "s033",</a:t>
            </a:r>
          </a:p>
          <a:p>
            <a:r>
              <a:t>          "quote": "33"</a:t>
            </a:r>
          </a:p>
          <a:p>
            <a:r>
              <a:t>        }</a:t>
            </a:r>
          </a:p>
          <a:p>
            <a:r>
              <a:t>      ]</a:t>
            </a:r>
          </a:p>
          <a:p>
            <a:r>
              <a:t>    },</a:t>
            </a:r>
          </a:p>
          <a:p>
            <a:r>
              <a:t>    {</a:t>
            </a:r>
          </a:p>
          <a:p>
            <a:r>
              <a:t>      "text": "項目3",</a:t>
            </a:r>
          </a:p>
          <a:p>
            <a:r>
              <a:t>      "refs": [</a:t>
            </a:r>
          </a:p>
          <a:p>
            <a:r>
              <a:t>        {</a:t>
            </a:r>
          </a:p>
          <a:p>
            <a:r>
              <a:t>          "source_id": "s033",</a:t>
            </a:r>
          </a:p>
          <a:p>
            <a:r>
              <a:t>          "quote": "項目3"</a:t>
            </a:r>
          </a:p>
          <a:p>
            <a:r>
              <a:t>        }</a:t>
            </a:r>
          </a:p>
          <a:p>
            <a:r>
              <a:t>      ],</a:t>
            </a:r>
          </a:p>
          <a:p>
            <a:r>
              <a:t>      "mode": "verbatim"</a:t>
            </a:r>
          </a:p>
          <a:p>
            <a:r>
              <a:t>    },</a:t>
            </a:r>
          </a:p>
          <a:p>
            <a:r>
              <a:t>    {</a:t>
            </a:r>
          </a:p>
          <a:p>
            <a:r>
              <a:t>      "value": 20.0,</a:t>
            </a:r>
          </a:p>
          <a:p>
            <a:r>
              <a:t>      "refs": [</a:t>
            </a:r>
          </a:p>
          <a:p>
            <a:r>
              <a:t>        {</a:t>
            </a:r>
          </a:p>
          <a:p>
            <a:r>
              <a:t>          "source_id": "s033",</a:t>
            </a:r>
          </a:p>
          <a:p>
            <a:r>
              <a:t>          "quote": "20"</a:t>
            </a:r>
          </a:p>
          <a:p>
            <a:r>
              <a:t>        }</a:t>
            </a:r>
          </a:p>
          <a:p>
            <a:r>
              <a:t>      ]</a:t>
            </a:r>
          </a:p>
          <a:p>
            <a:r>
              <a:t>    },</a:t>
            </a:r>
          </a:p>
          <a:p>
            <a:r>
              <a:t>    {</a:t>
            </a:r>
          </a:p>
          <a:p>
            <a:r>
              <a:t>      "value": 22.0,</a:t>
            </a:r>
          </a:p>
          <a:p>
            <a:r>
              <a:t>      "refs": [</a:t>
            </a:r>
          </a:p>
          <a:p>
            <a:r>
              <a:t>        {</a:t>
            </a:r>
          </a:p>
          <a:p>
            <a:r>
              <a:t>          "source_id": "s033",</a:t>
            </a:r>
          </a:p>
          <a:p>
            <a:r>
              <a:t>          "quote": "22"</a:t>
            </a:r>
          </a:p>
          <a:p>
            <a:r>
              <a:t>        }</a:t>
            </a:r>
          </a:p>
          <a:p>
            <a:r>
              <a:t>      ]</a:t>
            </a:r>
          </a:p>
          <a:p>
            <a:r>
              <a:t>    },</a:t>
            </a:r>
          </a:p>
          <a:p>
            <a:r>
              <a:t>    {</a:t>
            </a:r>
          </a:p>
          <a:p>
            <a:r>
              <a:t>      "value": 24.0,</a:t>
            </a:r>
          </a:p>
          <a:p>
            <a:r>
              <a:t>      "refs": [</a:t>
            </a:r>
          </a:p>
          <a:p>
            <a:r>
              <a:t>        {</a:t>
            </a:r>
          </a:p>
          <a:p>
            <a:r>
              <a:t>          "source_id": "s033",</a:t>
            </a:r>
          </a:p>
          <a:p>
            <a:r>
              <a:t>          "quote": "24"</a:t>
            </a:r>
          </a:p>
          <a:p>
            <a:r>
              <a:t>        }</a:t>
            </a:r>
          </a:p>
          <a:p>
            <a:r>
              <a:t>      ]</a:t>
            </a:r>
          </a:p>
          <a:p>
            <a:r>
              <a:t>    }</a:t>
            </a:r>
          </a:p>
          <a:p>
            <a:r>
              <a:t>  ],</a:t>
            </a:r>
          </a:p>
          <a:p>
            <a:r>
              <a:t>  "citations": {</a:t>
            </a:r>
          </a:p>
          <a:p>
            <a:r>
              <a:t>    "s033": "Public MIT sample: templates/freeform_parts_more_16x9.html section 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"b7dbf2aa3770dbf861d29191fc3ef8ff7144ab2f2d113f3ca0e856329d622f0c"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"slide034",</a:t>
            </a:r>
          </a:p>
          <a:p>
            <a:r>
              <a:t>  "origin": "catalog",</a:t>
            </a:r>
          </a:p>
          <a:p>
            <a:r>
              <a:t>  "layout_id": "waterfall",</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"寄与度ブリッジ",</a:t>
            </a:r>
          </a:p>
          <a:p>
            <a:r>
              <a:t>      "refs": [</a:t>
            </a:r>
          </a:p>
          <a:p>
            <a:r>
              <a:t>        {</a:t>
            </a:r>
          </a:p>
          <a:p>
            <a:r>
              <a:t>          "source_id": "s034",</a:t>
            </a:r>
          </a:p>
          <a:p>
            <a:r>
              <a:t>          "quote": "寄与度ブリッジ"</a:t>
            </a:r>
          </a:p>
          <a:p>
            <a:r>
              <a:t>        }</a:t>
            </a:r>
          </a:p>
          <a:p>
            <a:r>
              <a:t>      ],</a:t>
            </a:r>
          </a:p>
          <a:p>
            <a:r>
              <a:t>      "mode": "verbatim"</a:t>
            </a:r>
          </a:p>
          <a:p>
            <a:r>
              <a:t>    },</a:t>
            </a:r>
          </a:p>
          <a:p>
            <a:r>
              <a:t>    {</a:t>
            </a:r>
          </a:p>
          <a:p>
            <a:r>
              <a:t>      "text": "注：前提・注記を記載 出典：公開見本",</a:t>
            </a:r>
          </a:p>
          <a:p>
            <a:r>
              <a:t>      "refs": [</a:t>
            </a:r>
          </a:p>
          <a:p>
            <a:r>
              <a:t>        {</a:t>
            </a:r>
          </a:p>
          <a:p>
            <a:r>
              <a:t>          "source_id": "s034",</a:t>
            </a:r>
          </a:p>
          <a:p>
            <a:r>
              <a:t>          "quote": "注：前提・注記を記載 出典：公開見本"</a:t>
            </a:r>
          </a:p>
          <a:p>
            <a:r>
              <a:t>        }</a:t>
            </a:r>
          </a:p>
          <a:p>
            <a:r>
              <a:t>      ],</a:t>
            </a:r>
          </a:p>
          <a:p>
            <a:r>
              <a:t>      "mode": "verbatim"</a:t>
            </a:r>
          </a:p>
          <a:p>
            <a:r>
              <a:t>    },</a:t>
            </a:r>
          </a:p>
          <a:p>
            <a:r>
              <a:t>    {</a:t>
            </a:r>
          </a:p>
          <a:p>
            <a:r>
              <a:t>      "text": "指標名、単位",</a:t>
            </a:r>
          </a:p>
          <a:p>
            <a:r>
              <a:t>      "refs": [</a:t>
            </a:r>
          </a:p>
          <a:p>
            <a:r>
              <a:t>        {</a:t>
            </a:r>
          </a:p>
          <a:p>
            <a:r>
              <a:t>          "source_id": "s034",</a:t>
            </a:r>
          </a:p>
          <a:p>
            <a:r>
              <a:t>          "quote": "指標名、単位"</a:t>
            </a:r>
          </a:p>
          <a:p>
            <a:r>
              <a:t>        }</a:t>
            </a:r>
          </a:p>
          <a:p>
            <a:r>
              <a:t>      ],</a:t>
            </a:r>
          </a:p>
          <a:p>
            <a:r>
              <a:t>      "mode": "verbatim"</a:t>
            </a:r>
          </a:p>
          <a:p>
            <a:r>
              <a:t>    },</a:t>
            </a:r>
          </a:p>
          <a:p>
            <a:r>
              <a:t>    {</a:t>
            </a:r>
          </a:p>
          <a:p>
            <a:r>
              <a:t>      "text": "項目1",</a:t>
            </a:r>
          </a:p>
          <a:p>
            <a:r>
              <a:t>      "refs": [</a:t>
            </a:r>
          </a:p>
          <a:p>
            <a:r>
              <a:t>        {</a:t>
            </a:r>
          </a:p>
          <a:p>
            <a:r>
              <a:t>          "source_id": "s034",</a:t>
            </a:r>
          </a:p>
          <a:p>
            <a:r>
              <a:t>          "quote": "項目1"</a:t>
            </a:r>
          </a:p>
          <a:p>
            <a:r>
              <a:t>        }</a:t>
            </a:r>
          </a:p>
          <a:p>
            <a:r>
              <a:t>      ],</a:t>
            </a:r>
          </a:p>
          <a:p>
            <a:r>
              <a:t>      "mode": "verbatim"</a:t>
            </a:r>
          </a:p>
          <a:p>
            <a:r>
              <a:t>    },</a:t>
            </a:r>
          </a:p>
          <a:p>
            <a:r>
              <a:t>    {</a:t>
            </a:r>
          </a:p>
          <a:p>
            <a:r>
              <a:t>      "text": "項目2",</a:t>
            </a:r>
          </a:p>
          <a:p>
            <a:r>
              <a:t>      "refs": [</a:t>
            </a:r>
          </a:p>
          <a:p>
            <a:r>
              <a:t>        {</a:t>
            </a:r>
          </a:p>
          <a:p>
            <a:r>
              <a:t>          "source_id": "s034",</a:t>
            </a:r>
          </a:p>
          <a:p>
            <a:r>
              <a:t>          "quote": "項目2"</a:t>
            </a:r>
          </a:p>
          <a:p>
            <a:r>
              <a:t>        }</a:t>
            </a:r>
          </a:p>
          <a:p>
            <a:r>
              <a:t>      ],</a:t>
            </a:r>
          </a:p>
          <a:p>
            <a:r>
              <a:t>      "mode": "verbatim"</a:t>
            </a:r>
          </a:p>
          <a:p>
            <a:r>
              <a:t>    },</a:t>
            </a:r>
          </a:p>
          <a:p>
            <a:r>
              <a:t>    {</a:t>
            </a:r>
          </a:p>
          <a:p>
            <a:r>
              <a:t>      "text": "項目3",</a:t>
            </a:r>
          </a:p>
          <a:p>
            <a:r>
              <a:t>      "refs": [</a:t>
            </a:r>
          </a:p>
          <a:p>
            <a:r>
              <a:t>        {</a:t>
            </a:r>
          </a:p>
          <a:p>
            <a:r>
              <a:t>          "source_id": "s034",</a:t>
            </a:r>
          </a:p>
          <a:p>
            <a:r>
              <a:t>          "quote": "項目3"</a:t>
            </a:r>
          </a:p>
          <a:p>
            <a:r>
              <a:t>        }</a:t>
            </a:r>
          </a:p>
          <a:p>
            <a:r>
              <a:t>      ],</a:t>
            </a:r>
          </a:p>
          <a:p>
            <a:r>
              <a:t>      "mode": "verbatim"</a:t>
            </a:r>
          </a:p>
          <a:p>
            <a:r>
              <a:t>    },</a:t>
            </a:r>
          </a:p>
          <a:p>
            <a:r>
              <a:t>    {</a:t>
            </a:r>
          </a:p>
          <a:p>
            <a:r>
              <a:t>      "text": "項目4",</a:t>
            </a:r>
          </a:p>
          <a:p>
            <a:r>
              <a:t>      "refs": [</a:t>
            </a:r>
          </a:p>
          <a:p>
            <a:r>
              <a:t>        {</a:t>
            </a:r>
          </a:p>
          <a:p>
            <a:r>
              <a:t>          "source_id": "s034",</a:t>
            </a:r>
          </a:p>
          <a:p>
            <a:r>
              <a:t>          "quote": "項目4"</a:t>
            </a:r>
          </a:p>
          <a:p>
            <a:r>
              <a:t>        }</a:t>
            </a:r>
          </a:p>
          <a:p>
            <a:r>
              <a:t>      ],</a:t>
            </a:r>
          </a:p>
          <a:p>
            <a:r>
              <a:t>      "mode": "verbatim"</a:t>
            </a:r>
          </a:p>
          <a:p>
            <a:r>
              <a:t>    },</a:t>
            </a:r>
          </a:p>
          <a:p>
            <a:r>
              <a:t>    {</a:t>
            </a:r>
          </a:p>
          <a:p>
            <a:r>
              <a:t>      "text": "項目5",</a:t>
            </a:r>
          </a:p>
          <a:p>
            <a:r>
              <a:t>      "refs": [</a:t>
            </a:r>
          </a:p>
          <a:p>
            <a:r>
              <a:t>        {</a:t>
            </a:r>
          </a:p>
          <a:p>
            <a:r>
              <a:t>          "source_id": "s034",</a:t>
            </a:r>
          </a:p>
          <a:p>
            <a:r>
              <a:t>          "quote": "項目5"</a:t>
            </a:r>
          </a:p>
          <a:p>
            <a:r>
              <a:t>        }</a:t>
            </a:r>
          </a:p>
          <a:p>
            <a:r>
              <a:t>      ],</a:t>
            </a:r>
          </a:p>
          <a:p>
            <a:r>
              <a:t>      "mode": "verbatim"</a:t>
            </a:r>
          </a:p>
          <a:p>
            <a:r>
              <a:t>    },</a:t>
            </a:r>
          </a:p>
          <a:p>
            <a:r>
              <a:t>    {</a:t>
            </a:r>
          </a:p>
          <a:p>
            <a:r>
              <a:t>      "text": "項目6",</a:t>
            </a:r>
          </a:p>
          <a:p>
            <a:r>
              <a:t>      "refs": [</a:t>
            </a:r>
          </a:p>
          <a:p>
            <a:r>
              <a:t>        {</a:t>
            </a:r>
          </a:p>
          <a:p>
            <a:r>
              <a:t>          "source_id": "s034",</a:t>
            </a:r>
          </a:p>
          <a:p>
            <a:r>
              <a:t>          "quote": "項目6"</a:t>
            </a:r>
          </a:p>
          <a:p>
            <a:r>
              <a:t>        }</a:t>
            </a:r>
          </a:p>
          <a:p>
            <a:r>
              <a:t>      ],</a:t>
            </a:r>
          </a:p>
          <a:p>
            <a:r>
              <a:t>      "mode": "verbatim"</a:t>
            </a:r>
          </a:p>
          <a:p>
            <a:r>
              <a:t>    },</a:t>
            </a:r>
          </a:p>
          <a:p>
            <a:r>
              <a:t>    {</a:t>
            </a:r>
          </a:p>
          <a:p>
            <a:r>
              <a:t>      "text": "見出し 2",</a:t>
            </a:r>
          </a:p>
          <a:p>
            <a:r>
              <a:t>      "refs": [</a:t>
            </a:r>
          </a:p>
          <a:p>
            <a:r>
              <a:t>        {</a:t>
            </a:r>
          </a:p>
          <a:p>
            <a:r>
              <a:t>          "source_id": "s034",</a:t>
            </a:r>
          </a:p>
          <a:p>
            <a:r>
              <a:t>          "quote": "見出し 2"</a:t>
            </a:r>
          </a:p>
          <a:p>
            <a:r>
              <a:t>        }</a:t>
            </a:r>
          </a:p>
          <a:p>
            <a:r>
              <a:t>      ],</a:t>
            </a:r>
          </a:p>
          <a:p>
            <a:r>
              <a:t>      "mode": "verbatim"</a:t>
            </a:r>
          </a:p>
          <a:p>
            <a:r>
              <a:t>    },</a:t>
            </a:r>
          </a:p>
          <a:p>
            <a:r>
              <a:t>    {</a:t>
            </a:r>
          </a:p>
          <a:p>
            <a:r>
              <a:t>      "text": "記載例1",</a:t>
            </a:r>
          </a:p>
          <a:p>
            <a:r>
              <a:t>      "refs": [</a:t>
            </a:r>
          </a:p>
          <a:p>
            <a:r>
              <a:t>        {</a:t>
            </a:r>
          </a:p>
          <a:p>
            <a:r>
              <a:t>          "source_id": "s034",</a:t>
            </a:r>
          </a:p>
          <a:p>
            <a:r>
              <a:t>          "quote": "記載例1"</a:t>
            </a:r>
          </a:p>
          <a:p>
            <a:r>
              <a:t>        }</a:t>
            </a:r>
          </a:p>
          <a:p>
            <a:r>
              <a:t>      ],</a:t>
            </a:r>
          </a:p>
          <a:p>
            <a:r>
              <a:t>      "mode": "verbatim"</a:t>
            </a:r>
          </a:p>
          <a:p>
            <a:r>
              <a:t>    },</a:t>
            </a:r>
          </a:p>
          <a:p>
            <a:r>
              <a:t>    {</a:t>
            </a:r>
          </a:p>
          <a:p>
            <a:r>
              <a:t>      "value": 100.0,</a:t>
            </a:r>
          </a:p>
          <a:p>
            <a:r>
              <a:t>      "refs": [</a:t>
            </a:r>
          </a:p>
          <a:p>
            <a:r>
              <a:t>        {</a:t>
            </a:r>
          </a:p>
          <a:p>
            <a:r>
              <a:t>          "source_id": "s034",</a:t>
            </a:r>
          </a:p>
          <a:p>
            <a:r>
              <a:t>          "quote": "100"</a:t>
            </a:r>
          </a:p>
          <a:p>
            <a:r>
              <a:t>        }</a:t>
            </a:r>
          </a:p>
          <a:p>
            <a:r>
              <a:t>      ]</a:t>
            </a:r>
          </a:p>
          <a:p>
            <a:r>
              <a:t>    },</a:t>
            </a:r>
          </a:p>
          <a:p>
            <a:r>
              <a:t>    {</a:t>
            </a:r>
          </a:p>
          <a:p>
            <a:r>
              <a:t>      "value": 18.0,</a:t>
            </a:r>
          </a:p>
          <a:p>
            <a:r>
              <a:t>      "refs": [</a:t>
            </a:r>
          </a:p>
          <a:p>
            <a:r>
              <a:t>        {</a:t>
            </a:r>
          </a:p>
          <a:p>
            <a:r>
              <a:t>          "source_id": "s034",</a:t>
            </a:r>
          </a:p>
          <a:p>
            <a:r>
              <a:t>          "quote": "18"</a:t>
            </a:r>
          </a:p>
          <a:p>
            <a:r>
              <a:t>        }</a:t>
            </a:r>
          </a:p>
          <a:p>
            <a:r>
              <a:t>      ]</a:t>
            </a:r>
          </a:p>
          <a:p>
            <a:r>
              <a:t>    },</a:t>
            </a:r>
          </a:p>
          <a:p>
            <a:r>
              <a:t>    {</a:t>
            </a:r>
          </a:p>
          <a:p>
            <a:r>
              <a:t>      "value": 24.0,</a:t>
            </a:r>
          </a:p>
          <a:p>
            <a:r>
              <a:t>      "refs": [</a:t>
            </a:r>
          </a:p>
          <a:p>
            <a:r>
              <a:t>        {</a:t>
            </a:r>
          </a:p>
          <a:p>
            <a:r>
              <a:t>          "source_id": "s034",</a:t>
            </a:r>
          </a:p>
          <a:p>
            <a:r>
              <a:t>          "quote": "24"</a:t>
            </a:r>
          </a:p>
          <a:p>
            <a:r>
              <a:t>        }</a:t>
            </a:r>
          </a:p>
          <a:p>
            <a:r>
              <a:t>      ]</a:t>
            </a:r>
          </a:p>
          <a:p>
            <a:r>
              <a:t>    },</a:t>
            </a:r>
          </a:p>
          <a:p>
            <a:r>
              <a:t>    {</a:t>
            </a:r>
          </a:p>
          <a:p>
            <a:r>
              <a:t>      "value": -9.0,</a:t>
            </a:r>
          </a:p>
          <a:p>
            <a:r>
              <a:t>      "refs": [</a:t>
            </a:r>
          </a:p>
          <a:p>
            <a:r>
              <a:t>        {</a:t>
            </a:r>
          </a:p>
          <a:p>
            <a:r>
              <a:t>          "source_id": "s034",</a:t>
            </a:r>
          </a:p>
          <a:p>
            <a:r>
              <a:t>          "quote": "-9"</a:t>
            </a:r>
          </a:p>
          <a:p>
            <a:r>
              <a:t>        }</a:t>
            </a:r>
          </a:p>
          <a:p>
            <a:r>
              <a:t>      ]</a:t>
            </a:r>
          </a:p>
          <a:p>
            <a:r>
              <a:t>    },</a:t>
            </a:r>
          </a:p>
          <a:p>
            <a:r>
              <a:t>    {</a:t>
            </a:r>
          </a:p>
          <a:p>
            <a:r>
              <a:t>      "value": 7.0,</a:t>
            </a:r>
          </a:p>
          <a:p>
            <a:r>
              <a:t>      "refs": [</a:t>
            </a:r>
          </a:p>
          <a:p>
            <a:r>
              <a:t>        {</a:t>
            </a:r>
          </a:p>
          <a:p>
            <a:r>
              <a:t>          "source_id": "s034",</a:t>
            </a:r>
          </a:p>
          <a:p>
            <a:r>
              <a:t>          "quote": "7"</a:t>
            </a:r>
          </a:p>
          <a:p>
            <a:r>
              <a:t>        }</a:t>
            </a:r>
          </a:p>
          <a:p>
            <a:r>
              <a:t>      ]</a:t>
            </a:r>
          </a:p>
          <a:p>
            <a:r>
              <a:t>    },</a:t>
            </a:r>
          </a:p>
          <a:p>
            <a:r>
              <a:t>    {</a:t>
            </a:r>
          </a:p>
          <a:p>
            <a:r>
              <a:t>      "value": 140.0,</a:t>
            </a:r>
          </a:p>
          <a:p>
            <a:r>
              <a:t>      "refs": [</a:t>
            </a:r>
          </a:p>
          <a:p>
            <a:r>
              <a:t>        {</a:t>
            </a:r>
          </a:p>
          <a:p>
            <a:r>
              <a:t>          "source_id": "s034",</a:t>
            </a:r>
          </a:p>
          <a:p>
            <a:r>
              <a:t>          "quote": "140"</a:t>
            </a:r>
          </a:p>
          <a:p>
            <a:r>
              <a:t>        }</a:t>
            </a:r>
          </a:p>
          <a:p>
            <a:r>
              <a:t>      ]</a:t>
            </a:r>
          </a:p>
          <a:p>
            <a:r>
              <a:t>    }</a:t>
            </a:r>
          </a:p>
          <a:p>
            <a:r>
              <a:t>  ],</a:t>
            </a:r>
          </a:p>
          <a:p>
            <a:r>
              <a:t>  "citations": {</a:t>
            </a:r>
          </a:p>
          <a:p>
            <a:r>
              <a:t>    "s034": "Public MIT sample: templates/freeform_parts_more_16x9.html section 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"6b0375f6f986f9fe6599765a671e9a558c675274e056dfe05b264e37d313c4b0"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"slide035",</a:t>
            </a:r>
          </a:p>
          <a:p>
            <a:r>
              <a:t>  "origin": "catalog",</a:t>
            </a:r>
          </a:p>
          <a:p>
            <a:r>
              <a:t>  "layout_id": "true_waterfall",</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"増減ブリッジ（厳密）",</a:t>
            </a:r>
          </a:p>
          <a:p>
            <a:r>
              <a:t>      "refs": [</a:t>
            </a:r>
          </a:p>
          <a:p>
            <a:r>
              <a:t>        {</a:t>
            </a:r>
          </a:p>
          <a:p>
            <a:r>
              <a:t>          "source_id": "s035",</a:t>
            </a:r>
          </a:p>
          <a:p>
            <a:r>
              <a:t>          "quote": "増減ブリッジ（厳密）"</a:t>
            </a:r>
          </a:p>
          <a:p>
            <a:r>
              <a:t>        }</a:t>
            </a:r>
          </a:p>
          <a:p>
            <a:r>
              <a:t>      ],</a:t>
            </a:r>
          </a:p>
          <a:p>
            <a:r>
              <a:t>      "mode": "verbatim"</a:t>
            </a:r>
          </a:p>
          <a:p>
            <a:r>
              <a:t>    },</a:t>
            </a:r>
          </a:p>
          <a:p>
            <a:r>
              <a:t>    {</a:t>
            </a:r>
          </a:p>
          <a:p>
            <a:r>
              <a:t>      "text": "出典：公開見本",</a:t>
            </a:r>
          </a:p>
          <a:p>
            <a:r>
              <a:t>      "refs": [</a:t>
            </a:r>
          </a:p>
          <a:p>
            <a:r>
              <a:t>        {</a:t>
            </a:r>
          </a:p>
          <a:p>
            <a:r>
              <a:t>          "source_id": "s035",</a:t>
            </a:r>
          </a:p>
          <a:p>
            <a:r>
              <a:t>          "quote": "出典：公開見本"</a:t>
            </a:r>
          </a:p>
          <a:p>
            <a:r>
              <a:t>        }</a:t>
            </a:r>
          </a:p>
          <a:p>
            <a:r>
              <a:t>      ],</a:t>
            </a:r>
          </a:p>
          <a:p>
            <a:r>
              <a:t>      "mode": "verbatim"</a:t>
            </a:r>
          </a:p>
          <a:p>
            <a:r>
              <a:t>    },</a:t>
            </a:r>
          </a:p>
          <a:p>
            <a:r>
              <a:t>    {</a:t>
            </a:r>
          </a:p>
          <a:p>
            <a:r>
              <a:t>      "text": "指標名、単位",</a:t>
            </a:r>
          </a:p>
          <a:p>
            <a:r>
              <a:t>      "refs": [</a:t>
            </a:r>
          </a:p>
          <a:p>
            <a:r>
              <a:t>        {</a:t>
            </a:r>
          </a:p>
          <a:p>
            <a:r>
              <a:t>          "source_id": "s035",</a:t>
            </a:r>
          </a:p>
          <a:p>
            <a:r>
              <a:t>          "quote": "指標名、単位"</a:t>
            </a:r>
          </a:p>
          <a:p>
            <a:r>
              <a:t>        }</a:t>
            </a:r>
          </a:p>
          <a:p>
            <a:r>
              <a:t>      ],</a:t>
            </a:r>
          </a:p>
          <a:p>
            <a:r>
              <a:t>      "mode": "verbatim"</a:t>
            </a:r>
          </a:p>
          <a:p>
            <a:r>
              <a:t>    },</a:t>
            </a:r>
          </a:p>
          <a:p>
            <a:r>
              <a:t>    {</a:t>
            </a:r>
          </a:p>
          <a:p>
            <a:r>
              <a:t>      "text": "項目1",</a:t>
            </a:r>
          </a:p>
          <a:p>
            <a:r>
              <a:t>      "refs": [</a:t>
            </a:r>
          </a:p>
          <a:p>
            <a:r>
              <a:t>        {</a:t>
            </a:r>
          </a:p>
          <a:p>
            <a:r>
              <a:t>          "source_id": "s035",</a:t>
            </a:r>
          </a:p>
          <a:p>
            <a:r>
              <a:t>          "quote": "項目1"</a:t>
            </a:r>
          </a:p>
          <a:p>
            <a:r>
              <a:t>        }</a:t>
            </a:r>
          </a:p>
          <a:p>
            <a:r>
              <a:t>      ],</a:t>
            </a:r>
          </a:p>
          <a:p>
            <a:r>
              <a:t>      "mode": "verbatim"</a:t>
            </a:r>
          </a:p>
          <a:p>
            <a:r>
              <a:t>    },</a:t>
            </a:r>
          </a:p>
          <a:p>
            <a:r>
              <a:t>    {</a:t>
            </a:r>
          </a:p>
          <a:p>
            <a:r>
              <a:t>      "text": "項目2",</a:t>
            </a:r>
          </a:p>
          <a:p>
            <a:r>
              <a:t>      "refs": [</a:t>
            </a:r>
          </a:p>
          <a:p>
            <a:r>
              <a:t>        {</a:t>
            </a:r>
          </a:p>
          <a:p>
            <a:r>
              <a:t>          "source_id": "s035",</a:t>
            </a:r>
          </a:p>
          <a:p>
            <a:r>
              <a:t>          "quote": "項目2"</a:t>
            </a:r>
          </a:p>
          <a:p>
            <a:r>
              <a:t>        }</a:t>
            </a:r>
          </a:p>
          <a:p>
            <a:r>
              <a:t>      ],</a:t>
            </a:r>
          </a:p>
          <a:p>
            <a:r>
              <a:t>      "mode": "verbatim"</a:t>
            </a:r>
          </a:p>
          <a:p>
            <a:r>
              <a:t>    },</a:t>
            </a:r>
          </a:p>
          <a:p>
            <a:r>
              <a:t>    {</a:t>
            </a:r>
          </a:p>
          <a:p>
            <a:r>
              <a:t>      "text": "項目3",</a:t>
            </a:r>
          </a:p>
          <a:p>
            <a:r>
              <a:t>      "refs": [</a:t>
            </a:r>
          </a:p>
          <a:p>
            <a:r>
              <a:t>        {</a:t>
            </a:r>
          </a:p>
          <a:p>
            <a:r>
              <a:t>          "source_id": "s035",</a:t>
            </a:r>
          </a:p>
          <a:p>
            <a:r>
              <a:t>          "quote": "項目3"</a:t>
            </a:r>
          </a:p>
          <a:p>
            <a:r>
              <a:t>        }</a:t>
            </a:r>
          </a:p>
          <a:p>
            <a:r>
              <a:t>      ],</a:t>
            </a:r>
          </a:p>
          <a:p>
            <a:r>
              <a:t>      "mode": "verbatim"</a:t>
            </a:r>
          </a:p>
          <a:p>
            <a:r>
              <a:t>    },</a:t>
            </a:r>
          </a:p>
          <a:p>
            <a:r>
              <a:t>    {</a:t>
            </a:r>
          </a:p>
          <a:p>
            <a:r>
              <a:t>      "text": "項目4",</a:t>
            </a:r>
          </a:p>
          <a:p>
            <a:r>
              <a:t>      "refs": [</a:t>
            </a:r>
          </a:p>
          <a:p>
            <a:r>
              <a:t>        {</a:t>
            </a:r>
          </a:p>
          <a:p>
            <a:r>
              <a:t>          "source_id": "s035",</a:t>
            </a:r>
          </a:p>
          <a:p>
            <a:r>
              <a:t>          "quote": "項目4"</a:t>
            </a:r>
          </a:p>
          <a:p>
            <a:r>
              <a:t>        }</a:t>
            </a:r>
          </a:p>
          <a:p>
            <a:r>
              <a:t>      ],</a:t>
            </a:r>
          </a:p>
          <a:p>
            <a:r>
              <a:t>      "mode": "verbatim"</a:t>
            </a:r>
          </a:p>
          <a:p>
            <a:r>
              <a:t>    },</a:t>
            </a:r>
          </a:p>
          <a:p>
            <a:r>
              <a:t>    {</a:t>
            </a:r>
          </a:p>
          <a:p>
            <a:r>
              <a:t>      "text": "項目5",</a:t>
            </a:r>
          </a:p>
          <a:p>
            <a:r>
              <a:t>      "refs": [</a:t>
            </a:r>
          </a:p>
          <a:p>
            <a:r>
              <a:t>        {</a:t>
            </a:r>
          </a:p>
          <a:p>
            <a:r>
              <a:t>          "source_id": "s035",</a:t>
            </a:r>
          </a:p>
          <a:p>
            <a:r>
              <a:t>          "quote": "項目5"</a:t>
            </a:r>
          </a:p>
          <a:p>
            <a:r>
              <a:t>        }</a:t>
            </a:r>
          </a:p>
          <a:p>
            <a:r>
              <a:t>      ],</a:t>
            </a:r>
          </a:p>
          <a:p>
            <a:r>
              <a:t>      "mode": "verbatim"</a:t>
            </a:r>
          </a:p>
          <a:p>
            <a:r>
              <a:t>    },</a:t>
            </a:r>
          </a:p>
          <a:p>
            <a:r>
              <a:t>    {</a:t>
            </a:r>
          </a:p>
          <a:p>
            <a:r>
              <a:t>      "value": 11.0,</a:t>
            </a:r>
          </a:p>
          <a:p>
            <a:r>
              <a:t>      "refs": [</a:t>
            </a:r>
          </a:p>
          <a:p>
            <a:r>
              <a:t>        {</a:t>
            </a:r>
          </a:p>
          <a:p>
            <a:r>
              <a:t>          "source_id": "s035",</a:t>
            </a:r>
          </a:p>
          <a:p>
            <a:r>
              <a:t>          "quote": "11"</a:t>
            </a:r>
          </a:p>
          <a:p>
            <a:r>
              <a:t>        }</a:t>
            </a:r>
          </a:p>
          <a:p>
            <a:r>
              <a:t>      ]</a:t>
            </a:r>
          </a:p>
          <a:p>
            <a:r>
              <a:t>    },</a:t>
            </a:r>
          </a:p>
          <a:p>
            <a:r>
              <a:t>    {</a:t>
            </a:r>
          </a:p>
          <a:p>
            <a:r>
              <a:t>      "value": -3.0,</a:t>
            </a:r>
          </a:p>
          <a:p>
            <a:r>
              <a:t>      "refs": [</a:t>
            </a:r>
          </a:p>
          <a:p>
            <a:r>
              <a:t>        {</a:t>
            </a:r>
          </a:p>
          <a:p>
            <a:r>
              <a:t>          "source_id": "s035",</a:t>
            </a:r>
          </a:p>
          <a:p>
            <a:r>
              <a:t>          "quote": "-3"</a:t>
            </a:r>
          </a:p>
          <a:p>
            <a:r>
              <a:t>        }</a:t>
            </a:r>
          </a:p>
          <a:p>
            <a:r>
              <a:t>      ]</a:t>
            </a:r>
          </a:p>
          <a:p>
            <a:r>
              <a:t>    },</a:t>
            </a:r>
          </a:p>
          <a:p>
            <a:r>
              <a:t>    {</a:t>
            </a:r>
          </a:p>
          <a:p>
            <a:r>
              <a:t>      "value": 4.0,</a:t>
            </a:r>
          </a:p>
          <a:p>
            <a:r>
              <a:t>      "refs": [</a:t>
            </a:r>
          </a:p>
          <a:p>
            <a:r>
              <a:t>        {</a:t>
            </a:r>
          </a:p>
          <a:p>
            <a:r>
              <a:t>          "source_id": "s035",</a:t>
            </a:r>
          </a:p>
          <a:p>
            <a:r>
              <a:t>          "quote": "4"</a:t>
            </a:r>
          </a:p>
          <a:p>
            <a:r>
              <a:t>        }</a:t>
            </a:r>
          </a:p>
          <a:p>
            <a:r>
              <a:t>      ]</a:t>
            </a:r>
          </a:p>
          <a:p>
            <a:r>
              <a:t>    },</a:t>
            </a:r>
          </a:p>
          <a:p>
            <a:r>
              <a:t>    {</a:t>
            </a:r>
          </a:p>
          <a:p>
            <a:r>
              <a:t>      "value": 3.0,</a:t>
            </a:r>
          </a:p>
          <a:p>
            <a:r>
              <a:t>      "refs": [</a:t>
            </a:r>
          </a:p>
          <a:p>
            <a:r>
              <a:t>        {</a:t>
            </a:r>
          </a:p>
          <a:p>
            <a:r>
              <a:t>          "source_id": "s035",</a:t>
            </a:r>
          </a:p>
          <a:p>
            <a:r>
              <a:t>          "quote": "3"</a:t>
            </a:r>
          </a:p>
          <a:p>
            <a:r>
              <a:t>        }</a:t>
            </a:r>
          </a:p>
          <a:p>
            <a:r>
              <a:t>      ]</a:t>
            </a:r>
          </a:p>
          <a:p>
            <a:r>
              <a:t>    },</a:t>
            </a:r>
          </a:p>
          <a:p>
            <a:r>
              <a:t>    {</a:t>
            </a:r>
          </a:p>
          <a:p>
            <a:r>
              <a:t>      "value": 15.0,</a:t>
            </a:r>
          </a:p>
          <a:p>
            <a:r>
              <a:t>      "refs": [</a:t>
            </a:r>
          </a:p>
          <a:p>
            <a:r>
              <a:t>        {</a:t>
            </a:r>
          </a:p>
          <a:p>
            <a:r>
              <a:t>          "source_id": "s035",</a:t>
            </a:r>
          </a:p>
          <a:p>
            <a:r>
              <a:t>          "quote": "15"</a:t>
            </a:r>
          </a:p>
          <a:p>
            <a:r>
              <a:t>        }</a:t>
            </a:r>
          </a:p>
          <a:p>
            <a:r>
              <a:t>      ]</a:t>
            </a:r>
          </a:p>
          <a:p>
            <a:r>
              <a:t>    }</a:t>
            </a:r>
          </a:p>
          <a:p>
            <a:r>
              <a:t>  ],</a:t>
            </a:r>
          </a:p>
          <a:p>
            <a:r>
              <a:t>  "citations": {</a:t>
            </a:r>
          </a:p>
          <a:p>
            <a:r>
              <a:t>    "s035":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"slide036",</a:t>
            </a:r>
          </a:p>
          <a:p>
            <a:r>
              <a:t>  "origin": "catalog",</a:t>
            </a:r>
          </a:p>
          <a:p>
            <a:r>
              <a:t>  "layout_id": "small_multiples",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"小図の並列比較",</a:t>
            </a:r>
          </a:p>
          <a:p>
            <a:r>
              <a:t>      "refs": [</a:t>
            </a:r>
          </a:p>
          <a:p>
            <a:r>
              <a:t>        {</a:t>
            </a:r>
          </a:p>
          <a:p>
            <a:r>
              <a:t>          "source_id": "s036",</a:t>
            </a:r>
          </a:p>
          <a:p>
            <a:r>
              <a:t>          "quote": "小図の並列比較"</a:t>
            </a:r>
          </a:p>
          <a:p>
            <a:r>
              <a:t>        }</a:t>
            </a:r>
          </a:p>
          <a:p>
            <a:r>
              <a:t>      ],</a:t>
            </a:r>
          </a:p>
          <a:p>
            <a:r>
              <a:t>      "mode": "verbatim"</a:t>
            </a:r>
          </a:p>
          <a:p>
            <a:r>
              <a:t>    },</a:t>
            </a:r>
          </a:p>
          <a:p>
            <a:r>
              <a:t>    {</a:t>
            </a:r>
          </a:p>
          <a:p>
            <a:r>
              <a:t>      "text": "出典：公開見本",</a:t>
            </a:r>
          </a:p>
          <a:p>
            <a:r>
              <a:t>      "refs": [</a:t>
            </a:r>
          </a:p>
          <a:p>
            <a:r>
              <a:t>        {</a:t>
            </a:r>
          </a:p>
          <a:p>
            <a:r>
              <a:t>          "source_id": "s036",</a:t>
            </a:r>
          </a:p>
          <a:p>
            <a:r>
              <a:t>          "quote": "出典：公開見本"</a:t>
            </a:r>
          </a:p>
          <a:p>
            <a:r>
              <a:t>        }</a:t>
            </a:r>
          </a:p>
          <a:p>
            <a:r>
              <a:t>      ],</a:t>
            </a:r>
          </a:p>
          <a:p>
            <a:r>
              <a:t>      "mode": "verbatim"</a:t>
            </a:r>
          </a:p>
          <a:p>
            <a:r>
              <a:t>    },</a:t>
            </a:r>
          </a:p>
          <a:p>
            <a:r>
              <a:t>    {</a:t>
            </a:r>
          </a:p>
          <a:p>
            <a:r>
              <a:t>      "text": "項目1",</a:t>
            </a:r>
          </a:p>
          <a:p>
            <a:r>
              <a:t>      "refs": [</a:t>
            </a:r>
          </a:p>
          <a:p>
            <a:r>
              <a:t>        {</a:t>
            </a:r>
          </a:p>
          <a:p>
            <a:r>
              <a:t>          "source_id": "s036",</a:t>
            </a:r>
          </a:p>
          <a:p>
            <a:r>
              <a:t>          "quote": "項目1"</a:t>
            </a:r>
          </a:p>
          <a:p>
            <a:r>
              <a:t>        }</a:t>
            </a:r>
          </a:p>
          <a:p>
            <a:r>
              <a:t>      ],</a:t>
            </a:r>
          </a:p>
          <a:p>
            <a:r>
              <a:t>      "mode": "verbatim"</a:t>
            </a:r>
          </a:p>
          <a:p>
            <a:r>
              <a:t>    },</a:t>
            </a:r>
          </a:p>
          <a:p>
            <a:r>
              <a:t>    {</a:t>
            </a:r>
          </a:p>
          <a:p>
            <a:r>
              <a:t>      "text": "項目5",</a:t>
            </a:r>
          </a:p>
          <a:p>
            <a:r>
              <a:t>      "refs": [</a:t>
            </a:r>
          </a:p>
          <a:p>
            <a:r>
              <a:t>        {</a:t>
            </a:r>
          </a:p>
          <a:p>
            <a:r>
              <a:t>          "source_id": "s036",</a:t>
            </a:r>
          </a:p>
          <a:p>
            <a:r>
              <a:t>          "quote": "項目5"</a:t>
            </a:r>
          </a:p>
          <a:p>
            <a:r>
              <a:t>        }</a:t>
            </a:r>
          </a:p>
          <a:p>
            <a:r>
              <a:t>      ],</a:t>
            </a:r>
          </a:p>
          <a:p>
            <a:r>
              <a:t>      "mode": "verbatim"</a:t>
            </a:r>
          </a:p>
          <a:p>
            <a:r>
              <a:t>    },</a:t>
            </a:r>
          </a:p>
          <a:p>
            <a:r>
              <a:t>    {</a:t>
            </a:r>
          </a:p>
          <a:p>
            <a:r>
              <a:t>      "text": "項目9",</a:t>
            </a:r>
          </a:p>
          <a:p>
            <a:r>
              <a:t>      "refs": [</a:t>
            </a:r>
          </a:p>
          <a:p>
            <a:r>
              <a:t>        {</a:t>
            </a:r>
          </a:p>
          <a:p>
            <a:r>
              <a:t>          "source_id": "s036",</a:t>
            </a:r>
          </a:p>
          <a:p>
            <a:r>
              <a:t>          "quote": "項目9"</a:t>
            </a:r>
          </a:p>
          <a:p>
            <a:r>
              <a:t>        }</a:t>
            </a:r>
          </a:p>
          <a:p>
            <a:r>
              <a:t>      ],</a:t>
            </a:r>
          </a:p>
          <a:p>
            <a:r>
              <a:t>      "mode": "verbatim"</a:t>
            </a:r>
          </a:p>
          <a:p>
            <a:r>
              <a:t>    },</a:t>
            </a:r>
          </a:p>
          <a:p>
            <a:r>
              <a:t>    {</a:t>
            </a:r>
          </a:p>
          <a:p>
            <a:r>
              <a:t>      "text": "項目13",</a:t>
            </a:r>
          </a:p>
          <a:p>
            <a:r>
              <a:t>      "refs": [</a:t>
            </a:r>
          </a:p>
          <a:p>
            <a:r>
              <a:t>        {</a:t>
            </a:r>
          </a:p>
          <a:p>
            <a:r>
              <a:t>          "source_id": "s036",</a:t>
            </a:r>
          </a:p>
          <a:p>
            <a:r>
              <a:t>          "quote": "項目13"</a:t>
            </a:r>
          </a:p>
          <a:p>
            <a:r>
              <a:t>        }</a:t>
            </a:r>
          </a:p>
          <a:p>
            <a:r>
              <a:t>      ],</a:t>
            </a:r>
          </a:p>
          <a:p>
            <a:r>
              <a:t>      "mode": "verbatim"</a:t>
            </a:r>
          </a:p>
          <a:p>
            <a:r>
              <a:t>    },</a:t>
            </a:r>
          </a:p>
          <a:p>
            <a:r>
              <a:t>    {</a:t>
            </a:r>
          </a:p>
          <a:p>
            <a:r>
              <a:t>      "text": "項目2",</a:t>
            </a:r>
          </a:p>
          <a:p>
            <a:r>
              <a:t>      "refs": [</a:t>
            </a:r>
          </a:p>
          <a:p>
            <a:r>
              <a:t>        {</a:t>
            </a:r>
          </a:p>
          <a:p>
            <a:r>
              <a:t>          "source_id": "s036",</a:t>
            </a:r>
          </a:p>
          <a:p>
            <a:r>
              <a:t>          "quote": "項目2"</a:t>
            </a:r>
          </a:p>
          <a:p>
            <a:r>
              <a:t>        }</a:t>
            </a:r>
          </a:p>
          <a:p>
            <a:r>
              <a:t>      ],</a:t>
            </a:r>
          </a:p>
          <a:p>
            <a:r>
              <a:t>      "mode": "verbatim"</a:t>
            </a:r>
          </a:p>
          <a:p>
            <a:r>
              <a:t>    },</a:t>
            </a:r>
          </a:p>
          <a:p>
            <a:r>
              <a:t>    {</a:t>
            </a:r>
          </a:p>
          <a:p>
            <a:r>
              <a:t>      "text": "項目3",</a:t>
            </a:r>
          </a:p>
          <a:p>
            <a:r>
              <a:t>      "refs": [</a:t>
            </a:r>
          </a:p>
          <a:p>
            <a:r>
              <a:t>        {</a:t>
            </a:r>
          </a:p>
          <a:p>
            <a:r>
              <a:t>          "source_id": "s036",</a:t>
            </a:r>
          </a:p>
          <a:p>
            <a:r>
              <a:t>          "quote": "項目3"</a:t>
            </a:r>
          </a:p>
          <a:p>
            <a:r>
              <a:t>        }</a:t>
            </a:r>
          </a:p>
          <a:p>
            <a:r>
              <a:t>      ],</a:t>
            </a:r>
          </a:p>
          <a:p>
            <a:r>
              <a:t>      "mode": "verbatim"</a:t>
            </a:r>
          </a:p>
          <a:p>
            <a:r>
              <a:t>    },</a:t>
            </a:r>
          </a:p>
          <a:p>
            <a:r>
              <a:t>    {</a:t>
            </a:r>
          </a:p>
          <a:p>
            <a:r>
              <a:t>      "text": "項目4",</a:t>
            </a:r>
          </a:p>
          <a:p>
            <a:r>
              <a:t>      "refs": [</a:t>
            </a:r>
          </a:p>
          <a:p>
            <a:r>
              <a:t>        {</a:t>
            </a:r>
          </a:p>
          <a:p>
            <a:r>
              <a:t>          "source_id": "s036",</a:t>
            </a:r>
          </a:p>
          <a:p>
            <a:r>
              <a:t>          "quote": "項目4"</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20.0,</a:t>
            </a:r>
          </a:p>
          <a:p>
            <a:r>
              <a:t>      "refs": [</a:t>
            </a:r>
          </a:p>
          <a:p>
            <a:r>
              <a:t>        {</a:t>
            </a:r>
          </a:p>
          <a:p>
            <a:r>
              <a:t>          "source_id": "s036",</a:t>
            </a:r>
          </a:p>
          <a:p>
            <a:r>
              <a:t>          "quote": "20"</a:t>
            </a:r>
          </a:p>
          <a:p>
            <a:r>
              <a:t>        }</a:t>
            </a:r>
          </a:p>
          <a:p>
            <a:r>
              <a:t>      ]</a:t>
            </a:r>
          </a:p>
          <a:p>
            <a:r>
              <a:t>    },</a:t>
            </a:r>
          </a:p>
          <a:p>
            <a:r>
              <a:t>    {</a:t>
            </a:r>
          </a:p>
          <a:p>
            <a:r>
              <a:t>      "value": 35.0,</a:t>
            </a:r>
          </a:p>
          <a:p>
            <a:r>
              <a:t>      "refs": [</a:t>
            </a:r>
          </a:p>
          <a:p>
            <a:r>
              <a:t>        {</a:t>
            </a:r>
          </a:p>
          <a:p>
            <a:r>
              <a:t>          "source_id": "s036",</a:t>
            </a:r>
          </a:p>
          <a:p>
            <a:r>
              <a:t>          "quote": "35"</a:t>
            </a:r>
          </a:p>
          <a:p>
            <a:r>
              <a:t>        }</a:t>
            </a:r>
          </a:p>
          <a:p>
            <a:r>
              <a:t>      ]</a:t>
            </a:r>
          </a:p>
          <a:p>
            <a:r>
              <a:t>    },</a:t>
            </a:r>
          </a:p>
          <a:p>
            <a:r>
              <a:t>    {</a:t>
            </a:r>
          </a:p>
          <a:p>
            <a:r>
              <a:t>      "value": 58.0,</a:t>
            </a:r>
          </a:p>
          <a:p>
            <a:r>
              <a:t>      "refs": [</a:t>
            </a:r>
          </a:p>
          <a:p>
            <a:r>
              <a:t>        {</a:t>
            </a:r>
          </a:p>
          <a:p>
            <a:r>
              <a:t>          "source_id": "s036",</a:t>
            </a:r>
          </a:p>
          <a:p>
            <a:r>
              <a:t>          "quote": "58"</a:t>
            </a:r>
          </a:p>
          <a:p>
            <a:r>
              <a:t>        }</a:t>
            </a:r>
          </a:p>
          <a:p>
            <a:r>
              <a:t>      ]</a:t>
            </a:r>
          </a:p>
          <a:p>
            <a:r>
              <a:t>    },</a:t>
            </a:r>
          </a:p>
          <a:p>
            <a:r>
              <a:t>    {</a:t>
            </a:r>
          </a:p>
          <a:p>
            <a:r>
              <a:t>      "text": "項目6",</a:t>
            </a:r>
          </a:p>
          <a:p>
            <a:r>
              <a:t>      "refs": [</a:t>
            </a:r>
          </a:p>
          <a:p>
            <a:r>
              <a:t>        {</a:t>
            </a:r>
          </a:p>
          <a:p>
            <a:r>
              <a:t>          "source_id": "s036",</a:t>
            </a:r>
          </a:p>
          <a:p>
            <a:r>
              <a:t>          "quote": "項目6"</a:t>
            </a:r>
          </a:p>
          <a:p>
            <a:r>
              <a:t>        }</a:t>
            </a:r>
          </a:p>
          <a:p>
            <a:r>
              <a:t>      ],</a:t>
            </a:r>
          </a:p>
          <a:p>
            <a:r>
              <a:t>      "mode": "verbatim"</a:t>
            </a:r>
          </a:p>
          <a:p>
            <a:r>
              <a:t>    },</a:t>
            </a:r>
          </a:p>
          <a:p>
            <a:r>
              <a:t>    {</a:t>
            </a:r>
          </a:p>
          <a:p>
            <a:r>
              <a:t>      "text": "項目7",</a:t>
            </a:r>
          </a:p>
          <a:p>
            <a:r>
              <a:t>      "refs": [</a:t>
            </a:r>
          </a:p>
          <a:p>
            <a:r>
              <a:t>        {</a:t>
            </a:r>
          </a:p>
          <a:p>
            <a:r>
              <a:t>          "source_id": "s036",</a:t>
            </a:r>
          </a:p>
          <a:p>
            <a:r>
              <a:t>          "quote": "項目7"</a:t>
            </a:r>
          </a:p>
          <a:p>
            <a:r>
              <a:t>        }</a:t>
            </a:r>
          </a:p>
          <a:p>
            <a:r>
              <a:t>      ],</a:t>
            </a:r>
          </a:p>
          <a:p>
            <a:r>
              <a:t>      "mode": "verbatim"</a:t>
            </a:r>
          </a:p>
          <a:p>
            <a:r>
              <a:t>    },</a:t>
            </a:r>
          </a:p>
          <a:p>
            <a:r>
              <a:t>    {</a:t>
            </a:r>
          </a:p>
          <a:p>
            <a:r>
              <a:t>      "text": "項目8",</a:t>
            </a:r>
          </a:p>
          <a:p>
            <a:r>
              <a:t>      "refs": [</a:t>
            </a:r>
          </a:p>
          <a:p>
            <a:r>
              <a:t>        {</a:t>
            </a:r>
          </a:p>
          <a:p>
            <a:r>
              <a:t>          "source_id": "s036",</a:t>
            </a:r>
          </a:p>
          <a:p>
            <a:r>
              <a:t>          "quote": "項目8"</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15.0,</a:t>
            </a:r>
          </a:p>
          <a:p>
            <a:r>
              <a:t>      "refs": [</a:t>
            </a:r>
          </a:p>
          <a:p>
            <a:r>
              <a:t>        {</a:t>
            </a:r>
          </a:p>
          <a:p>
            <a:r>
              <a:t>          "source_id": "s036",</a:t>
            </a:r>
          </a:p>
          <a:p>
            <a:r>
              <a:t>          "quote": "15"</a:t>
            </a:r>
          </a:p>
          <a:p>
            <a:r>
              <a:t>        }</a:t>
            </a:r>
          </a:p>
          <a:p>
            <a:r>
              <a:t>      ]</a:t>
            </a:r>
          </a:p>
          <a:p>
            <a:r>
              <a:t>    },</a:t>
            </a:r>
          </a:p>
          <a:p>
            <a:r>
              <a:t>    {</a:t>
            </a:r>
          </a:p>
          <a:p>
            <a:r>
              <a:t>      "value": 28.0,</a:t>
            </a:r>
          </a:p>
          <a:p>
            <a:r>
              <a:t>      "refs": [</a:t>
            </a:r>
          </a:p>
          <a:p>
            <a:r>
              <a:t>        {</a:t>
            </a:r>
          </a:p>
          <a:p>
            <a:r>
              <a:t>          "source_id": "s036",</a:t>
            </a:r>
          </a:p>
          <a:p>
            <a:r>
              <a:t>          "quote": "28"</a:t>
            </a:r>
          </a:p>
          <a:p>
            <a:r>
              <a:t>        }</a:t>
            </a:r>
          </a:p>
          <a:p>
            <a:r>
              <a:t>      ]</a:t>
            </a:r>
          </a:p>
          <a:p>
            <a:r>
              <a:t>    },</a:t>
            </a:r>
          </a:p>
          <a:p>
            <a:r>
              <a:t>    {</a:t>
            </a:r>
          </a:p>
          <a:p>
            <a:r>
              <a:t>      "value": 44.0,</a:t>
            </a:r>
          </a:p>
          <a:p>
            <a:r>
              <a:t>      "refs": [</a:t>
            </a:r>
          </a:p>
          <a:p>
            <a:r>
              <a:t>        {</a:t>
            </a:r>
          </a:p>
          <a:p>
            <a:r>
              <a:t>          "source_id": "s036",</a:t>
            </a:r>
          </a:p>
          <a:p>
            <a:r>
              <a:t>          "quote": "44"</a:t>
            </a:r>
          </a:p>
          <a:p>
            <a:r>
              <a:t>        }</a:t>
            </a:r>
          </a:p>
          <a:p>
            <a:r>
              <a:t>      ]</a:t>
            </a:r>
          </a:p>
          <a:p>
            <a:r>
              <a:t>    },</a:t>
            </a:r>
          </a:p>
          <a:p>
            <a:r>
              <a:t>    {</a:t>
            </a:r>
          </a:p>
          <a:p>
            <a:r>
              <a:t>      "text": "項目10",</a:t>
            </a:r>
          </a:p>
          <a:p>
            <a:r>
              <a:t>      "refs": [</a:t>
            </a:r>
          </a:p>
          <a:p>
            <a:r>
              <a:t>        {</a:t>
            </a:r>
          </a:p>
          <a:p>
            <a:r>
              <a:t>          "source_id": "s036",</a:t>
            </a:r>
          </a:p>
          <a:p>
            <a:r>
              <a:t>          "quote": "項目10"</a:t>
            </a:r>
          </a:p>
          <a:p>
            <a:r>
              <a:t>        }</a:t>
            </a:r>
          </a:p>
          <a:p>
            <a:r>
              <a:t>      ],</a:t>
            </a:r>
          </a:p>
          <a:p>
            <a:r>
              <a:t>      "mode": "verbatim"</a:t>
            </a:r>
          </a:p>
          <a:p>
            <a:r>
              <a:t>    },</a:t>
            </a:r>
          </a:p>
          <a:p>
            <a:r>
              <a:t>    {</a:t>
            </a:r>
          </a:p>
          <a:p>
            <a:r>
              <a:t>      "text": "項目11",</a:t>
            </a:r>
          </a:p>
          <a:p>
            <a:r>
              <a:t>      "refs": [</a:t>
            </a:r>
          </a:p>
          <a:p>
            <a:r>
              <a:t>        {</a:t>
            </a:r>
          </a:p>
          <a:p>
            <a:r>
              <a:t>          "source_id": "s036",</a:t>
            </a:r>
          </a:p>
          <a:p>
            <a:r>
              <a:t>          "quote": "項目11"</a:t>
            </a:r>
          </a:p>
          <a:p>
            <a:r>
              <a:t>        }</a:t>
            </a:r>
          </a:p>
          <a:p>
            <a:r>
              <a:t>      ],</a:t>
            </a:r>
          </a:p>
          <a:p>
            <a:r>
              <a:t>      "mode": "verbatim"</a:t>
            </a:r>
          </a:p>
          <a:p>
            <a:r>
              <a:t>    },</a:t>
            </a:r>
          </a:p>
          <a:p>
            <a:r>
              <a:t>    {</a:t>
            </a:r>
          </a:p>
          <a:p>
            <a:r>
              <a:t>      "text": "項目12",</a:t>
            </a:r>
          </a:p>
          <a:p>
            <a:r>
              <a:t>      "refs": [</a:t>
            </a:r>
          </a:p>
          <a:p>
            <a:r>
              <a:t>        {</a:t>
            </a:r>
          </a:p>
          <a:p>
            <a:r>
              <a:t>          "source_id": "s036",</a:t>
            </a:r>
          </a:p>
          <a:p>
            <a:r>
              <a:t>          "quote": "項目12"</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8.0,</a:t>
            </a:r>
          </a:p>
          <a:p>
            <a:r>
              <a:t>      "refs": [</a:t>
            </a:r>
          </a:p>
          <a:p>
            <a:r>
              <a:t>        {</a:t>
            </a:r>
          </a:p>
          <a:p>
            <a:r>
              <a:t>          "source_id": "s036",</a:t>
            </a:r>
          </a:p>
          <a:p>
            <a:r>
              <a:t>          "quote": "8"</a:t>
            </a:r>
          </a:p>
          <a:p>
            <a:r>
              <a:t>        }</a:t>
            </a:r>
          </a:p>
          <a:p>
            <a:r>
              <a:t>      ]</a:t>
            </a:r>
          </a:p>
          <a:p>
            <a:r>
              <a:t>    },</a:t>
            </a:r>
          </a:p>
          <a:p>
            <a:r>
              <a:t>    {</a:t>
            </a:r>
          </a:p>
          <a:p>
            <a:r>
              <a:t>      "value": 14.0,</a:t>
            </a:r>
          </a:p>
          <a:p>
            <a:r>
              <a:t>      "refs": [</a:t>
            </a:r>
          </a:p>
          <a:p>
            <a:r>
              <a:t>        {</a:t>
            </a:r>
          </a:p>
          <a:p>
            <a:r>
              <a:t>          "source_id": "s036",</a:t>
            </a:r>
          </a:p>
          <a:p>
            <a:r>
              <a:t>          "quote": "14"</a:t>
            </a:r>
          </a:p>
          <a:p>
            <a:r>
              <a:t>        }</a:t>
            </a:r>
          </a:p>
          <a:p>
            <a:r>
              <a:t>      ]</a:t>
            </a:r>
          </a:p>
          <a:p>
            <a:r>
              <a:t>    },</a:t>
            </a:r>
          </a:p>
          <a:p>
            <a:r>
              <a:t>    {</a:t>
            </a:r>
          </a:p>
          <a:p>
            <a:r>
              <a:t>      "value": 23.0,</a:t>
            </a:r>
          </a:p>
          <a:p>
            <a:r>
              <a:t>      "refs": [</a:t>
            </a:r>
          </a:p>
          <a:p>
            <a:r>
              <a:t>        {</a:t>
            </a:r>
          </a:p>
          <a:p>
            <a:r>
              <a:t>          "source_id": "s036",</a:t>
            </a:r>
          </a:p>
          <a:p>
            <a:r>
              <a:t>          "quote": "23"</a:t>
            </a:r>
          </a:p>
          <a:p>
            <a:r>
              <a:t>        }</a:t>
            </a:r>
          </a:p>
          <a:p>
            <a:r>
              <a:t>      ]</a:t>
            </a:r>
          </a:p>
          <a:p>
            <a:r>
              <a:t>    },</a:t>
            </a:r>
          </a:p>
          <a:p>
            <a:r>
              <a:t>    {</a:t>
            </a:r>
          </a:p>
          <a:p>
            <a:r>
              <a:t>      "text": "項目14",</a:t>
            </a:r>
          </a:p>
          <a:p>
            <a:r>
              <a:t>      "refs": [</a:t>
            </a:r>
          </a:p>
          <a:p>
            <a:r>
              <a:t>        {</a:t>
            </a:r>
          </a:p>
          <a:p>
            <a:r>
              <a:t>          "source_id": "s036",</a:t>
            </a:r>
          </a:p>
          <a:p>
            <a:r>
              <a:t>          "quote": "項目14"</a:t>
            </a:r>
          </a:p>
          <a:p>
            <a:r>
              <a:t>        }</a:t>
            </a:r>
          </a:p>
          <a:p>
            <a:r>
              <a:t>      ],</a:t>
            </a:r>
          </a:p>
          <a:p>
            <a:r>
              <a:t>      "mode": "verbatim"</a:t>
            </a:r>
          </a:p>
          <a:p>
            <a:r>
              <a:t>    },</a:t>
            </a:r>
          </a:p>
          <a:p>
            <a:r>
              <a:t>    {</a:t>
            </a:r>
          </a:p>
          <a:p>
            <a:r>
              <a:t>      "text": "項目15",</a:t>
            </a:r>
          </a:p>
          <a:p>
            <a:r>
              <a:t>      "refs": [</a:t>
            </a:r>
          </a:p>
          <a:p>
            <a:r>
              <a:t>        {</a:t>
            </a:r>
          </a:p>
          <a:p>
            <a:r>
              <a:t>          "source_id": "s036",</a:t>
            </a:r>
          </a:p>
          <a:p>
            <a:r>
              <a:t>          "quote": "項目15"</a:t>
            </a:r>
          </a:p>
          <a:p>
            <a:r>
              <a:t>        }</a:t>
            </a:r>
          </a:p>
          <a:p>
            <a:r>
              <a:t>      ],</a:t>
            </a:r>
          </a:p>
          <a:p>
            <a:r>
              <a:t>      "mode": "verbatim"</a:t>
            </a:r>
          </a:p>
          <a:p>
            <a:r>
              <a:t>    },</a:t>
            </a:r>
          </a:p>
          <a:p>
            <a:r>
              <a:t>    {</a:t>
            </a:r>
          </a:p>
          <a:p>
            <a:r>
              <a:t>      "text": "項目16",</a:t>
            </a:r>
          </a:p>
          <a:p>
            <a:r>
              <a:t>      "refs": [</a:t>
            </a:r>
          </a:p>
          <a:p>
            <a:r>
              <a:t>        {</a:t>
            </a:r>
          </a:p>
          <a:p>
            <a:r>
              <a:t>          "source_id": "s036",</a:t>
            </a:r>
          </a:p>
          <a:p>
            <a:r>
              <a:t>          "quote": "項目16"</a:t>
            </a:r>
          </a:p>
          <a:p>
            <a:r>
              <a:t>        }</a:t>
            </a:r>
          </a:p>
          <a:p>
            <a:r>
              <a:t>      ],</a:t>
            </a:r>
          </a:p>
          <a:p>
            <a:r>
              <a:t>      "mode": "verbatim"</a:t>
            </a:r>
          </a:p>
          <a:p>
            <a:r>
              <a:t>    },</a:t>
            </a:r>
          </a:p>
          <a:p>
            <a:r>
              <a:t>    {</a:t>
            </a:r>
          </a:p>
          <a:p>
            <a:r>
              <a:t>      "text": "指標",</a:t>
            </a:r>
          </a:p>
          <a:p>
            <a:r>
              <a:t>      "refs": [</a:t>
            </a:r>
          </a:p>
          <a:p>
            <a:r>
              <a:t>        {</a:t>
            </a:r>
          </a:p>
          <a:p>
            <a:r>
              <a:t>          "source_id": "s036",</a:t>
            </a:r>
          </a:p>
          <a:p>
            <a:r>
              <a:t>          "quote": "指標"</a:t>
            </a:r>
          </a:p>
          <a:p>
            <a:r>
              <a:t>        }</a:t>
            </a:r>
          </a:p>
          <a:p>
            <a:r>
              <a:t>      ],</a:t>
            </a:r>
          </a:p>
          <a:p>
            <a:r>
              <a:t>      "mode": "verbatim"</a:t>
            </a:r>
          </a:p>
          <a:p>
            <a:r>
              <a:t>    },</a:t>
            </a:r>
          </a:p>
          <a:p>
            <a:r>
              <a:t>    {</a:t>
            </a:r>
          </a:p>
          <a:p>
            <a:r>
              <a:t>      "value": 12.0,</a:t>
            </a:r>
          </a:p>
          <a:p>
            <a:r>
              <a:t>      "refs": [</a:t>
            </a:r>
          </a:p>
          <a:p>
            <a:r>
              <a:t>        {</a:t>
            </a:r>
          </a:p>
          <a:p>
            <a:r>
              <a:t>          "source_id": "s036",</a:t>
            </a:r>
          </a:p>
          <a:p>
            <a:r>
              <a:t>          "quote": "12"</a:t>
            </a:r>
          </a:p>
          <a:p>
            <a:r>
              <a:t>        }</a:t>
            </a:r>
          </a:p>
          <a:p>
            <a:r>
              <a:t>      ]</a:t>
            </a:r>
          </a:p>
          <a:p>
            <a:r>
              <a:t>    },</a:t>
            </a:r>
          </a:p>
          <a:p>
            <a:r>
              <a:t>    {</a:t>
            </a:r>
          </a:p>
          <a:p>
            <a:r>
              <a:t>      "value": 22.0,</a:t>
            </a:r>
          </a:p>
          <a:p>
            <a:r>
              <a:t>      "refs": [</a:t>
            </a:r>
          </a:p>
          <a:p>
            <a:r>
              <a:t>        {</a:t>
            </a:r>
          </a:p>
          <a:p>
            <a:r>
              <a:t>          "source_id": "s036",</a:t>
            </a:r>
          </a:p>
          <a:p>
            <a:r>
              <a:t>          "quote": "22"</a:t>
            </a:r>
          </a:p>
          <a:p>
            <a:r>
              <a:t>        }</a:t>
            </a:r>
          </a:p>
          <a:p>
            <a:r>
              <a:t>      ]</a:t>
            </a:r>
          </a:p>
          <a:p>
            <a:r>
              <a:t>    },</a:t>
            </a:r>
          </a:p>
          <a:p>
            <a:r>
              <a:t>    {</a:t>
            </a:r>
          </a:p>
          <a:p>
            <a:r>
              <a:t>      "value": 37.0,</a:t>
            </a:r>
          </a:p>
          <a:p>
            <a:r>
              <a:t>      "refs": [</a:t>
            </a:r>
          </a:p>
          <a:p>
            <a:r>
              <a:t>        {</a:t>
            </a:r>
          </a:p>
          <a:p>
            <a:r>
              <a:t>          "source_id": "s036",</a:t>
            </a:r>
          </a:p>
          <a:p>
            <a:r>
              <a:t>          "quote": "37"</a:t>
            </a:r>
          </a:p>
          <a:p>
            <a:r>
              <a:t>        }</a:t>
            </a:r>
          </a:p>
          <a:p>
            <a:r>
              <a:t>      ]</a:t>
            </a:r>
          </a:p>
          <a:p>
            <a:r>
              <a:t>    }</a:t>
            </a:r>
          </a:p>
          <a:p>
            <a:r>
              <a:t>  ],</a:t>
            </a:r>
          </a:p>
          <a:p>
            <a:r>
              <a:t>  "citations": {</a:t>
            </a:r>
          </a:p>
          <a:p>
            <a:r>
              <a:t>    "s036": "Public MIT sample: templates/freeform_parts_more_16x9.html section 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"c07fe65b47f6281223412729b0d5f18d1dc892e2769573e2139dd281f0a9c5ca"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"slide037",</a:t>
            </a:r>
          </a:p>
          <a:p>
            <a:r>
              <a:t>  "origin": "catalog",</a:t>
            </a:r>
          </a:p>
          <a:p>
            <a:r>
              <a:t>  "layout_id": "comparison_table",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"選択肢の比較表",</a:t>
            </a:r>
          </a:p>
          <a:p>
            <a:r>
              <a:t>      "refs": [</a:t>
            </a:r>
          </a:p>
          <a:p>
            <a:r>
              <a:t>        {</a:t>
            </a:r>
          </a:p>
          <a:p>
            <a:r>
              <a:t>          "source_id": "s037",</a:t>
            </a:r>
          </a:p>
          <a:p>
            <a:r>
              <a:t>          "quote": "選択肢の比較表"</a:t>
            </a:r>
          </a:p>
          <a:p>
            <a:r>
              <a:t>        }</a:t>
            </a:r>
          </a:p>
          <a:p>
            <a:r>
              <a:t>      ],</a:t>
            </a:r>
          </a:p>
          <a:p>
            <a:r>
              <a:t>      "mode": "verbatim"</a:t>
            </a:r>
          </a:p>
          <a:p>
            <a:r>
              <a:t>    },</a:t>
            </a:r>
          </a:p>
          <a:p>
            <a:r>
              <a:t>    {</a:t>
            </a:r>
          </a:p>
          <a:p>
            <a:r>
              <a:t>      "text": "出典：公開見本",</a:t>
            </a:r>
          </a:p>
          <a:p>
            <a:r>
              <a:t>      "refs": [</a:t>
            </a:r>
          </a:p>
          <a:p>
            <a:r>
              <a:t>        {</a:t>
            </a:r>
          </a:p>
          <a:p>
            <a:r>
              <a:t>          "source_id": "s037",</a:t>
            </a:r>
          </a:p>
          <a:p>
            <a:r>
              <a:t>          "quote": "出典：公開見本"</a:t>
            </a:r>
          </a:p>
          <a:p>
            <a:r>
              <a:t>        }</a:t>
            </a:r>
          </a:p>
          <a:p>
            <a:r>
              <a:t>      ],</a:t>
            </a:r>
          </a:p>
          <a:p>
            <a:r>
              <a:t>      "mode": "verbatim"</a:t>
            </a:r>
          </a:p>
          <a:p>
            <a:r>
              <a:t>    },</a:t>
            </a:r>
          </a:p>
          <a:p>
            <a:r>
              <a:t>    {</a:t>
            </a:r>
          </a:p>
          <a:p>
            <a:r>
              <a:t>      "text": "評価軸",</a:t>
            </a:r>
          </a:p>
          <a:p>
            <a:r>
              <a:t>      "refs": [</a:t>
            </a:r>
          </a:p>
          <a:p>
            <a:r>
              <a:t>        {</a:t>
            </a:r>
          </a:p>
          <a:p>
            <a:r>
              <a:t>          "source_id": "s037",</a:t>
            </a:r>
          </a:p>
          <a:p>
            <a:r>
              <a:t>          "quote": "評価軸"</a:t>
            </a:r>
          </a:p>
          <a:p>
            <a:r>
              <a:t>        }</a:t>
            </a:r>
          </a:p>
          <a:p>
            <a:r>
              <a:t>      ],</a:t>
            </a:r>
          </a:p>
          <a:p>
            <a:r>
              <a:t>      "mode": "verbatim"</a:t>
            </a:r>
          </a:p>
          <a:p>
            <a:r>
              <a:t>    },</a:t>
            </a:r>
          </a:p>
          <a:p>
            <a:r>
              <a:t>    {</a:t>
            </a:r>
          </a:p>
          <a:p>
            <a:r>
              <a:t>      "text": "自社",</a:t>
            </a:r>
          </a:p>
          <a:p>
            <a:r>
              <a:t>      "refs": [</a:t>
            </a:r>
          </a:p>
          <a:p>
            <a:r>
              <a:t>        {</a:t>
            </a:r>
          </a:p>
          <a:p>
            <a:r>
              <a:t>          "source_id": "s037",</a:t>
            </a:r>
          </a:p>
          <a:p>
            <a:r>
              <a:t>          "quote": "自社"</a:t>
            </a:r>
          </a:p>
          <a:p>
            <a:r>
              <a:t>        }</a:t>
            </a:r>
          </a:p>
          <a:p>
            <a:r>
              <a:t>      ],</a:t>
            </a:r>
          </a:p>
          <a:p>
            <a:r>
              <a:t>      "mode": "verbatim"</a:t>
            </a:r>
          </a:p>
          <a:p>
            <a:r>
              <a:t>    },</a:t>
            </a:r>
          </a:p>
          <a:p>
            <a:r>
              <a:t>    {</a:t>
            </a:r>
          </a:p>
          <a:p>
            <a:r>
              <a:t>      "text": "競合",</a:t>
            </a:r>
          </a:p>
          <a:p>
            <a:r>
              <a:t>      "refs": [</a:t>
            </a:r>
          </a:p>
          <a:p>
            <a:r>
              <a:t>        {</a:t>
            </a:r>
          </a:p>
          <a:p>
            <a:r>
              <a:t>          "source_id": "s037",</a:t>
            </a:r>
          </a:p>
          <a:p>
            <a:r>
              <a:t>          "quote": "競合"</a:t>
            </a:r>
          </a:p>
          <a:p>
            <a:r>
              <a:t>        }</a:t>
            </a:r>
          </a:p>
          <a:p>
            <a:r>
              <a:t>      ],</a:t>
            </a:r>
          </a:p>
          <a:p>
            <a:r>
              <a:t>      "mode": "verbatim"</a:t>
            </a:r>
          </a:p>
          <a:p>
            <a:r>
              <a:t>    },</a:t>
            </a:r>
          </a:p>
          <a:p>
            <a:r>
              <a:t>    {</a:t>
            </a:r>
          </a:p>
          <a:p>
            <a:r>
              <a:t>      "text": "含意",</a:t>
            </a:r>
          </a:p>
          <a:p>
            <a:r>
              <a:t>      "refs": [</a:t>
            </a:r>
          </a:p>
          <a:p>
            <a:r>
              <a:t>        {</a:t>
            </a:r>
          </a:p>
          <a:p>
            <a:r>
              <a:t>          "source_id": "s037",</a:t>
            </a:r>
          </a:p>
          <a:p>
            <a:r>
              <a:t>          "quote": "含意"</a:t>
            </a:r>
          </a:p>
          <a:p>
            <a:r>
              <a:t>        }</a:t>
            </a:r>
          </a:p>
          <a:p>
            <a:r>
              <a:t>      ],</a:t>
            </a:r>
          </a:p>
          <a:p>
            <a:r>
              <a:t>      "mode": "verbatim"</a:t>
            </a:r>
          </a:p>
          <a:p>
            <a:r>
              <a:t>    },</a:t>
            </a:r>
          </a:p>
          <a:p>
            <a:r>
              <a:t>    {</a:t>
            </a:r>
          </a:p>
          <a:p>
            <a:r>
              <a:t>      "text": "項目1",</a:t>
            </a:r>
          </a:p>
          <a:p>
            <a:r>
              <a:t>      "refs": [</a:t>
            </a:r>
          </a:p>
          <a:p>
            <a:r>
              <a:t>        {</a:t>
            </a:r>
          </a:p>
          <a:p>
            <a:r>
              <a:t>          "source_id": "s037",</a:t>
            </a:r>
          </a:p>
          <a:p>
            <a:r>
              <a:t>          "quote": "項目1"</a:t>
            </a:r>
          </a:p>
          <a:p>
            <a:r>
              <a:t>        }</a:t>
            </a:r>
          </a:p>
          <a:p>
            <a:r>
              <a:t>      ],</a:t>
            </a:r>
          </a:p>
          <a:p>
            <a:r>
              <a:t>      "mode": "verbatim"</a:t>
            </a:r>
          </a:p>
          <a:p>
            <a:r>
              <a:t>    },</a:t>
            </a:r>
          </a:p>
          <a:p>
            <a:r>
              <a:t>    {</a:t>
            </a:r>
          </a:p>
          <a:p>
            <a:r>
              <a:t>      "text": "項目2",</a:t>
            </a:r>
          </a:p>
          <a:p>
            <a:r>
              <a:t>      "refs": [</a:t>
            </a:r>
          </a:p>
          <a:p>
            <a:r>
              <a:t>        {</a:t>
            </a:r>
          </a:p>
          <a:p>
            <a:r>
              <a:t>          "source_id": "s037",</a:t>
            </a:r>
          </a:p>
          <a:p>
            <a:r>
              <a:t>          "quote": "項目2"</a:t>
            </a:r>
          </a:p>
          <a:p>
            <a:r>
              <a:t>        }</a:t>
            </a:r>
          </a:p>
          <a:p>
            <a:r>
              <a:t>      ],</a:t>
            </a:r>
          </a:p>
          <a:p>
            <a:r>
              <a:t>      "mode": "verbatim"</a:t>
            </a:r>
          </a:p>
          <a:p>
            <a:r>
              <a:t>    },</a:t>
            </a:r>
          </a:p>
          <a:p>
            <a:r>
              <a:t>    {</a:t>
            </a:r>
          </a:p>
          <a:p>
            <a:r>
              <a:t>      "text": "項目3",</a:t>
            </a:r>
          </a:p>
          <a:p>
            <a:r>
              <a:t>      "refs": [</a:t>
            </a:r>
          </a:p>
          <a:p>
            <a:r>
              <a:t>        {</a:t>
            </a:r>
          </a:p>
          <a:p>
            <a:r>
              <a:t>          "source_id": "s037",</a:t>
            </a:r>
          </a:p>
          <a:p>
            <a:r>
              <a:t>          "quote": "項目3"</a:t>
            </a:r>
          </a:p>
          <a:p>
            <a:r>
              <a:t>        }</a:t>
            </a:r>
          </a:p>
          <a:p>
            <a:r>
              <a:t>      ],</a:t>
            </a:r>
          </a:p>
          <a:p>
            <a:r>
              <a:t>      "mode": "verbatim"</a:t>
            </a:r>
          </a:p>
          <a:p>
            <a:r>
              <a:t>    },</a:t>
            </a:r>
          </a:p>
          <a:p>
            <a:r>
              <a:t>    {</a:t>
            </a:r>
          </a:p>
          <a:p>
            <a:r>
              <a:t>      "text": "記載例1\n記載例2",</a:t>
            </a:r>
          </a:p>
          <a:p>
            <a:r>
              <a:t>      "refs": [</a:t>
            </a:r>
          </a:p>
          <a:p>
            <a:r>
              <a:t>        {</a:t>
            </a:r>
          </a:p>
          <a:p>
            <a:r>
              <a:t>          "source_id": "s037",</a:t>
            </a:r>
          </a:p>
          <a:p>
            <a:r>
              <a:t>          "quote": "記載例1\n記載例2"</a:t>
            </a:r>
          </a:p>
          <a:p>
            <a:r>
              <a:t>        }</a:t>
            </a:r>
          </a:p>
          <a:p>
            <a:r>
              <a:t>      ],</a:t>
            </a:r>
          </a:p>
          <a:p>
            <a:r>
              <a:t>      "mode": "verbatim"</a:t>
            </a:r>
          </a:p>
          <a:p>
            <a:r>
              <a:t>    },</a:t>
            </a:r>
          </a:p>
          <a:p>
            <a:r>
              <a:t>    {</a:t>
            </a:r>
          </a:p>
          <a:p>
            <a:r>
              <a:t>      "text": "項目4",</a:t>
            </a:r>
          </a:p>
          <a:p>
            <a:r>
              <a:t>      "refs": [</a:t>
            </a:r>
          </a:p>
          <a:p>
            <a:r>
              <a:t>        {</a:t>
            </a:r>
          </a:p>
          <a:p>
            <a:r>
              <a:t>          "source_id": "s037",</a:t>
            </a:r>
          </a:p>
          <a:p>
            <a:r>
              <a:t>          "quote": "項目4"</a:t>
            </a:r>
          </a:p>
          <a:p>
            <a:r>
              <a:t>        }</a:t>
            </a:r>
          </a:p>
          <a:p>
            <a:r>
              <a:t>      ],</a:t>
            </a:r>
          </a:p>
          <a:p>
            <a:r>
              <a:t>      "mode": "verbatim"</a:t>
            </a:r>
          </a:p>
          <a:p>
            <a:r>
              <a:t>    },</a:t>
            </a:r>
          </a:p>
          <a:p>
            <a:r>
              <a:t>    {</a:t>
            </a:r>
          </a:p>
          <a:p>
            <a:r>
              <a:t>      "text": "項目5",</a:t>
            </a:r>
          </a:p>
          <a:p>
            <a:r>
              <a:t>      "refs": [</a:t>
            </a:r>
          </a:p>
          <a:p>
            <a:r>
              <a:t>        {</a:t>
            </a:r>
          </a:p>
          <a:p>
            <a:r>
              <a:t>          "source_id": "s037",</a:t>
            </a:r>
          </a:p>
          <a:p>
            <a:r>
              <a:t>          "quote": "項目5"</a:t>
            </a:r>
          </a:p>
          <a:p>
            <a:r>
              <a:t>        }</a:t>
            </a:r>
          </a:p>
          <a:p>
            <a:r>
              <a:t>      ],</a:t>
            </a:r>
          </a:p>
          <a:p>
            <a:r>
              <a:t>      "mode": "verbatim"</a:t>
            </a:r>
          </a:p>
          <a:p>
            <a:r>
              <a:t>    },</a:t>
            </a:r>
          </a:p>
          <a:p>
            <a:r>
              <a:t>    {</a:t>
            </a:r>
          </a:p>
          <a:p>
            <a:r>
              <a:t>      "text": "項目6",</a:t>
            </a:r>
          </a:p>
          <a:p>
            <a:r>
              <a:t>      "refs": [</a:t>
            </a:r>
          </a:p>
          <a:p>
            <a:r>
              <a:t>        {</a:t>
            </a:r>
          </a:p>
          <a:p>
            <a:r>
              <a:t>          "source_id": "s037",</a:t>
            </a:r>
          </a:p>
          <a:p>
            <a:r>
              <a:t>          "quote": "項目6"</a:t>
            </a:r>
          </a:p>
          <a:p>
            <a:r>
              <a:t>        }</a:t>
            </a:r>
          </a:p>
          <a:p>
            <a:r>
              <a:t>      ],</a:t>
            </a:r>
          </a:p>
          <a:p>
            <a:r>
              <a:t>      "mode": "verbatim"</a:t>
            </a:r>
          </a:p>
          <a:p>
            <a:r>
              <a:t>    },</a:t>
            </a:r>
          </a:p>
          <a:p>
            <a:r>
              <a:t>    {</a:t>
            </a:r>
          </a:p>
          <a:p>
            <a:r>
              <a:t>      "text": "記載例3\n記載例4",</a:t>
            </a:r>
          </a:p>
          <a:p>
            <a:r>
              <a:t>      "refs": [</a:t>
            </a:r>
          </a:p>
          <a:p>
            <a:r>
              <a:t>        {</a:t>
            </a:r>
          </a:p>
          <a:p>
            <a:r>
              <a:t>          "source_id": "s037",</a:t>
            </a:r>
          </a:p>
          <a:p>
            <a:r>
              <a:t>          "quote": "記載例3\n記載例4"</a:t>
            </a:r>
          </a:p>
          <a:p>
            <a:r>
              <a:t>        }</a:t>
            </a:r>
          </a:p>
          <a:p>
            <a:r>
              <a:t>      ],</a:t>
            </a:r>
          </a:p>
          <a:p>
            <a:r>
              <a:t>      "mode": "verbatim"</a:t>
            </a:r>
          </a:p>
          <a:p>
            <a:r>
              <a:t>    },</a:t>
            </a:r>
          </a:p>
          <a:p>
            <a:r>
              <a:t>    {</a:t>
            </a:r>
          </a:p>
          <a:p>
            <a:r>
              <a:t>      "text": "項目7",</a:t>
            </a:r>
          </a:p>
          <a:p>
            <a:r>
              <a:t>      "refs": [</a:t>
            </a:r>
          </a:p>
          <a:p>
            <a:r>
              <a:t>        {</a:t>
            </a:r>
          </a:p>
          <a:p>
            <a:r>
              <a:t>          "source_id": "s037",</a:t>
            </a:r>
          </a:p>
          <a:p>
            <a:r>
              <a:t>          "quote": "項目7"</a:t>
            </a:r>
          </a:p>
          <a:p>
            <a:r>
              <a:t>        }</a:t>
            </a:r>
          </a:p>
          <a:p>
            <a:r>
              <a:t>      ],</a:t>
            </a:r>
          </a:p>
          <a:p>
            <a:r>
              <a:t>      "mode": "verbatim"</a:t>
            </a:r>
          </a:p>
          <a:p>
            <a:r>
              <a:t>    },</a:t>
            </a:r>
          </a:p>
          <a:p>
            <a:r>
              <a:t>    {</a:t>
            </a:r>
          </a:p>
          <a:p>
            <a:r>
              <a:t>      "text": "項目8",</a:t>
            </a:r>
          </a:p>
          <a:p>
            <a:r>
              <a:t>      "refs": [</a:t>
            </a:r>
          </a:p>
          <a:p>
            <a:r>
              <a:t>        {</a:t>
            </a:r>
          </a:p>
          <a:p>
            <a:r>
              <a:t>          "source_id": "s037",</a:t>
            </a:r>
          </a:p>
          <a:p>
            <a:r>
              <a:t>          "quote": "項目8"</a:t>
            </a:r>
          </a:p>
          <a:p>
            <a:r>
              <a:t>        }</a:t>
            </a:r>
          </a:p>
          <a:p>
            <a:r>
              <a:t>      ],</a:t>
            </a:r>
          </a:p>
          <a:p>
            <a:r>
              <a:t>      "mode": "verbatim"</a:t>
            </a:r>
          </a:p>
          <a:p>
            <a:r>
              <a:t>    },</a:t>
            </a:r>
          </a:p>
          <a:p>
            <a:r>
              <a:t>    {</a:t>
            </a:r>
          </a:p>
          <a:p>
            <a:r>
              <a:t>      "text": "項目9",</a:t>
            </a:r>
          </a:p>
          <a:p>
            <a:r>
              <a:t>      "refs": [</a:t>
            </a:r>
          </a:p>
          <a:p>
            <a:r>
              <a:t>        {</a:t>
            </a:r>
          </a:p>
          <a:p>
            <a:r>
              <a:t>          "source_id": "s037",</a:t>
            </a:r>
          </a:p>
          <a:p>
            <a:r>
              <a:t>          "quote": "項目9"</a:t>
            </a:r>
          </a:p>
          <a:p>
            <a:r>
              <a:t>        }</a:t>
            </a:r>
          </a:p>
          <a:p>
            <a:r>
              <a:t>      ],</a:t>
            </a:r>
          </a:p>
          <a:p>
            <a:r>
              <a:t>      "mode": "verbatim"</a:t>
            </a:r>
          </a:p>
          <a:p>
            <a:r>
              <a:t>    },</a:t>
            </a:r>
          </a:p>
          <a:p>
            <a:r>
              <a:t>    {</a:t>
            </a:r>
          </a:p>
          <a:p>
            <a:r>
              <a:t>      "text": "記載例5\n記載例6",</a:t>
            </a:r>
          </a:p>
          <a:p>
            <a:r>
              <a:t>      "refs": [</a:t>
            </a:r>
          </a:p>
          <a:p>
            <a:r>
              <a:t>        {</a:t>
            </a:r>
          </a:p>
          <a:p>
            <a:r>
              <a:t>          "source_id": "s037",</a:t>
            </a:r>
          </a:p>
          <a:p>
            <a:r>
              <a:t>          "quote": "記載例5\n記載例6"</a:t>
            </a:r>
          </a:p>
          <a:p>
            <a:r>
              <a:t>        }</a:t>
            </a:r>
          </a:p>
          <a:p>
            <a:r>
              <a:t>      ],</a:t>
            </a:r>
          </a:p>
          <a:p>
            <a:r>
              <a:t>      "mode": "verbatim"</a:t>
            </a:r>
          </a:p>
          <a:p>
            <a:r>
              <a:t>    }</a:t>
            </a:r>
          </a:p>
          <a:p>
            <a:r>
              <a:t>  ],</a:t>
            </a:r>
          </a:p>
          <a:p>
            <a:r>
              <a:t>  "citations": {</a:t>
            </a:r>
          </a:p>
          <a:p>
            <a:r>
              <a:t>    "s037": "Public MIT sample: templates/freeform_parts_more_16x9.html section 10"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"6a8bf830aeb7963c6375baf5ca0eb66fd3579545238bc5d88899af05e572b8c6"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"slide038",</a:t>
            </a:r>
          </a:p>
          <a:p>
            <a:r>
              <a:t>  "origin": "catalog",</a:t>
            </a:r>
          </a:p>
          <a:p>
            <a:r>
              <a:t>  "layout_id": "scenario_table",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"シナリオ比較表",</a:t>
            </a:r>
          </a:p>
          <a:p>
            <a:r>
              <a:t>      "refs": [</a:t>
            </a:r>
          </a:p>
          <a:p>
            <a:r>
              <a:t>        {</a:t>
            </a:r>
          </a:p>
          <a:p>
            <a:r>
              <a:t>          "source_id": "s038",</a:t>
            </a:r>
          </a:p>
          <a:p>
            <a:r>
              <a:t>          "quote": "シナリオ比較表"</a:t>
            </a:r>
          </a:p>
          <a:p>
            <a:r>
              <a:t>        }</a:t>
            </a:r>
          </a:p>
          <a:p>
            <a:r>
              <a:t>      ],</a:t>
            </a:r>
          </a:p>
          <a:p>
            <a:r>
              <a:t>      "mode": "verbatim"</a:t>
            </a:r>
          </a:p>
          <a:p>
            <a:r>
              <a:t>    },</a:t>
            </a:r>
          </a:p>
          <a:p>
            <a:r>
              <a:t>    {</a:t>
            </a:r>
          </a:p>
          <a:p>
            <a:r>
              <a:t>      "text": "注：前提・注記を記載 出典：公開見本",</a:t>
            </a:r>
          </a:p>
          <a:p>
            <a:r>
              <a:t>      "refs": [</a:t>
            </a:r>
          </a:p>
          <a:p>
            <a:r>
              <a:t>        {</a:t>
            </a:r>
          </a:p>
          <a:p>
            <a:r>
              <a:t>          "source_id": "s038",</a:t>
            </a:r>
          </a:p>
          <a:p>
            <a:r>
              <a:t>          "quote": "注：前提・注記を記載 出典：公開見本"</a:t>
            </a:r>
          </a:p>
          <a:p>
            <a:r>
              <a:t>        }</a:t>
            </a:r>
          </a:p>
          <a:p>
            <a:r>
              <a:t>      ],</a:t>
            </a:r>
          </a:p>
          <a:p>
            <a:r>
              <a:t>      "mode": "verbatim"</a:t>
            </a:r>
          </a:p>
          <a:p>
            <a:r>
              <a:t>    },</a:t>
            </a:r>
          </a:p>
          <a:p>
            <a:r>
              <a:t>    {</a:t>
            </a:r>
          </a:p>
          <a:p>
            <a:r>
              <a:t>      "text": "シナリオ",</a:t>
            </a:r>
          </a:p>
          <a:p>
            <a:r>
              <a:t>      "refs": [</a:t>
            </a:r>
          </a:p>
          <a:p>
            <a:r>
              <a:t>        {</a:t>
            </a:r>
          </a:p>
          <a:p>
            <a:r>
              <a:t>          "source_id": "s038",</a:t>
            </a:r>
          </a:p>
          <a:p>
            <a:r>
              <a:t>          "quote": "シナリオ"</a:t>
            </a:r>
          </a:p>
          <a:p>
            <a:r>
              <a:t>        }</a:t>
            </a:r>
          </a:p>
          <a:p>
            <a:r>
              <a:t>      ],</a:t>
            </a:r>
          </a:p>
          <a:p>
            <a:r>
              <a:t>      "mode": "verbatim"</a:t>
            </a:r>
          </a:p>
          <a:p>
            <a:r>
              <a:t>    },</a:t>
            </a:r>
          </a:p>
          <a:p>
            <a:r>
              <a:t>    {</a:t>
            </a:r>
          </a:p>
          <a:p>
            <a:r>
              <a:t>      "text": "結果",</a:t>
            </a:r>
          </a:p>
          <a:p>
            <a:r>
              <a:t>      "refs": [</a:t>
            </a:r>
          </a:p>
          <a:p>
            <a:r>
              <a:t>        {</a:t>
            </a:r>
          </a:p>
          <a:p>
            <a:r>
              <a:t>          "source_id": "s038",</a:t>
            </a:r>
          </a:p>
          <a:p>
            <a:r>
              <a:t>          "quote": "結果"</a:t>
            </a:r>
          </a:p>
          <a:p>
            <a:r>
              <a:t>        }</a:t>
            </a:r>
          </a:p>
          <a:p>
            <a:r>
              <a:t>      ],</a:t>
            </a:r>
          </a:p>
          <a:p>
            <a:r>
              <a:t>      "mode": "verbatim"</a:t>
            </a:r>
          </a:p>
          <a:p>
            <a:r>
              <a:t>    },</a:t>
            </a:r>
          </a:p>
          <a:p>
            <a:r>
              <a:t>    {</a:t>
            </a:r>
          </a:p>
          <a:p>
            <a:r>
              <a:t>      "text": "前提",</a:t>
            </a:r>
          </a:p>
          <a:p>
            <a:r>
              <a:t>      "refs": [</a:t>
            </a:r>
          </a:p>
          <a:p>
            <a:r>
              <a:t>        {</a:t>
            </a:r>
          </a:p>
          <a:p>
            <a:r>
              <a:t>          "source_id": "s038",</a:t>
            </a:r>
          </a:p>
          <a:p>
            <a:r>
              <a:t>          "quote": "前提"</a:t>
            </a:r>
          </a:p>
          <a:p>
            <a:r>
              <a:t>        }</a:t>
            </a:r>
          </a:p>
          <a:p>
            <a:r>
              <a:t>      ],</a:t>
            </a:r>
          </a:p>
          <a:p>
            <a:r>
              <a:t>      "mode": "verbatim"</a:t>
            </a:r>
          </a:p>
          <a:p>
            <a:r>
              <a:t>    },</a:t>
            </a:r>
          </a:p>
          <a:p>
            <a:r>
              <a:t>    {</a:t>
            </a:r>
          </a:p>
          <a:p>
            <a:r>
              <a:t>      "text": "経営への含意",</a:t>
            </a:r>
          </a:p>
          <a:p>
            <a:r>
              <a:t>      "refs": [</a:t>
            </a:r>
          </a:p>
          <a:p>
            <a:r>
              <a:t>        {</a:t>
            </a:r>
          </a:p>
          <a:p>
            <a:r>
              <a:t>          "source_id": "s038",</a:t>
            </a:r>
          </a:p>
          <a:p>
            <a:r>
              <a:t>          "quote": "経営への含意"</a:t>
            </a:r>
          </a:p>
          <a:p>
            <a:r>
              <a:t>        }</a:t>
            </a:r>
          </a:p>
          <a:p>
            <a:r>
              <a:t>      ],</a:t>
            </a:r>
          </a:p>
          <a:p>
            <a:r>
              <a:t>      "mode": "verbatim"</a:t>
            </a:r>
          </a:p>
          <a:p>
            <a:r>
              <a:t>    },</a:t>
            </a:r>
          </a:p>
          <a:p>
            <a:r>
              <a:t>    {</a:t>
            </a:r>
          </a:p>
          <a:p>
            <a:r>
              <a:t>      "text": "項目1",</a:t>
            </a:r>
          </a:p>
          <a:p>
            <a:r>
              <a:t>      "refs": [</a:t>
            </a:r>
          </a:p>
          <a:p>
            <a:r>
              <a:t>        {</a:t>
            </a:r>
          </a:p>
          <a:p>
            <a:r>
              <a:t>          "source_id": "s038",</a:t>
            </a:r>
          </a:p>
          <a:p>
            <a:r>
              <a:t>          "quote": "項目1"</a:t>
            </a:r>
          </a:p>
          <a:p>
            <a:r>
              <a:t>        }</a:t>
            </a:r>
          </a:p>
          <a:p>
            <a:r>
              <a:t>      ],</a:t>
            </a:r>
          </a:p>
          <a:p>
            <a:r>
              <a:t>      "mode": "verbatim"</a:t>
            </a:r>
          </a:p>
          <a:p>
            <a:r>
              <a:t>    },</a:t>
            </a:r>
          </a:p>
          <a:p>
            <a:r>
              <a:t>    {</a:t>
            </a:r>
          </a:p>
          <a:p>
            <a:r>
              <a:t>      "text": "記載例1",</a:t>
            </a:r>
          </a:p>
          <a:p>
            <a:r>
              <a:t>      "refs": [</a:t>
            </a:r>
          </a:p>
          <a:p>
            <a:r>
              <a:t>        {</a:t>
            </a:r>
          </a:p>
          <a:p>
            <a:r>
              <a:t>          "source_id": "s038",</a:t>
            </a:r>
          </a:p>
          <a:p>
            <a:r>
              <a:t>          "quote": "記載例1"</a:t>
            </a:r>
          </a:p>
          <a:p>
            <a:r>
              <a:t>        }</a:t>
            </a:r>
          </a:p>
          <a:p>
            <a:r>
              <a:t>      ],</a:t>
            </a:r>
          </a:p>
          <a:p>
            <a:r>
              <a:t>      "mode": "verbatim"</a:t>
            </a:r>
          </a:p>
          <a:p>
            <a:r>
              <a:t>    },</a:t>
            </a:r>
          </a:p>
          <a:p>
            <a:r>
              <a:t>    {</a:t>
            </a:r>
          </a:p>
          <a:p>
            <a:r>
              <a:t>      "text": "前提1-1：TextをTextと置く\n前提1-2：Textは変わらないとする",</a:t>
            </a:r>
          </a:p>
          <a:p>
            <a:r>
              <a:t>      "refs": [</a:t>
            </a:r>
          </a:p>
          <a:p>
            <a:r>
              <a:t>        {</a:t>
            </a:r>
          </a:p>
          <a:p>
            <a:r>
              <a:t>          "source_id": "s038",</a:t>
            </a:r>
          </a:p>
          <a:p>
            <a:r>
              <a:t>          "quote": "前提1-1：TextをTextと置く\n前提1-2：Textは変わらないとする"</a:t>
            </a:r>
          </a:p>
          <a:p>
            <a:r>
              <a:t>        }</a:t>
            </a:r>
          </a:p>
          <a:p>
            <a:r>
              <a:t>      ],</a:t>
            </a:r>
          </a:p>
          <a:p>
            <a:r>
              <a:t>      "mode": "verbatim"</a:t>
            </a:r>
          </a:p>
          <a:p>
            <a:r>
              <a:t>    },</a:t>
            </a:r>
          </a:p>
          <a:p>
            <a:r>
              <a:t>    {</a:t>
            </a:r>
          </a:p>
          <a:p>
            <a:r>
              <a:t>      "text": "記載例1を記載例2まで積み増す\n記載例3の判断をN月に前倒す",</a:t>
            </a:r>
          </a:p>
          <a:p>
            <a:r>
              <a:t>      "refs": [</a:t>
            </a:r>
          </a:p>
          <a:p>
            <a:r>
              <a:t>        {</a:t>
            </a:r>
          </a:p>
          <a:p>
            <a:r>
              <a:t>          "source_id": "s038",</a:t>
            </a:r>
          </a:p>
          <a:p>
            <a:r>
              <a:t>          "quote": "記載例1を記載例2まで積み増す\n記載例3の判断をN月に前倒す"</a:t>
            </a:r>
          </a:p>
          <a:p>
            <a:r>
              <a:t>        }</a:t>
            </a:r>
          </a:p>
          <a:p>
            <a:r>
              <a:t>      ],</a:t>
            </a:r>
          </a:p>
          <a:p>
            <a:r>
              <a:t>      "mode": "verbatim"</a:t>
            </a:r>
          </a:p>
          <a:p>
            <a:r>
              <a:t>    },</a:t>
            </a:r>
          </a:p>
          <a:p>
            <a:r>
              <a:t>    {</a:t>
            </a:r>
          </a:p>
          <a:p>
            <a:r>
              <a:t>      "text": "項目2",</a:t>
            </a:r>
          </a:p>
          <a:p>
            <a:r>
              <a:t>      "refs": [</a:t>
            </a:r>
          </a:p>
          <a:p>
            <a:r>
              <a:t>        {</a:t>
            </a:r>
          </a:p>
          <a:p>
            <a:r>
              <a:t>          "source_id": "s038",</a:t>
            </a:r>
          </a:p>
          <a:p>
            <a:r>
              <a:t>          "quote": "項目2"</a:t>
            </a:r>
          </a:p>
          <a:p>
            <a:r>
              <a:t>        }</a:t>
            </a:r>
          </a:p>
          <a:p>
            <a:r>
              <a:t>      ],</a:t>
            </a:r>
          </a:p>
          <a:p>
            <a:r>
              <a:t>      "mode": "verbatim"</a:t>
            </a:r>
          </a:p>
          <a:p>
            <a:r>
              <a:t>    },</a:t>
            </a:r>
          </a:p>
          <a:p>
            <a:r>
              <a:t>    {</a:t>
            </a:r>
          </a:p>
          <a:p>
            <a:r>
              <a:t>      "text": "記載例4",</a:t>
            </a:r>
          </a:p>
          <a:p>
            <a:r>
              <a:t>      "refs": [</a:t>
            </a:r>
          </a:p>
          <a:p>
            <a:r>
              <a:t>        {</a:t>
            </a:r>
          </a:p>
          <a:p>
            <a:r>
              <a:t>          "source_id": "s038",</a:t>
            </a:r>
          </a:p>
          <a:p>
            <a:r>
              <a:t>          "quote": "記載例4"</a:t>
            </a:r>
          </a:p>
          <a:p>
            <a:r>
              <a:t>        }</a:t>
            </a:r>
          </a:p>
          <a:p>
            <a:r>
              <a:t>      ],</a:t>
            </a:r>
          </a:p>
          <a:p>
            <a:r>
              <a:t>      "mode": "verbatim"</a:t>
            </a:r>
          </a:p>
          <a:p>
            <a:r>
              <a:t>    },</a:t>
            </a:r>
          </a:p>
          <a:p>
            <a:r>
              <a:t>    {</a:t>
            </a:r>
          </a:p>
          <a:p>
            <a:r>
              <a:t>      "text": "前提2-1：TextをTextと置く\n前提2-2：Textは変わらないとする",</a:t>
            </a:r>
          </a:p>
          <a:p>
            <a:r>
              <a:t>      "refs": [</a:t>
            </a:r>
          </a:p>
          <a:p>
            <a:r>
              <a:t>        {</a:t>
            </a:r>
          </a:p>
          <a:p>
            <a:r>
              <a:t>          "source_id": "s038",</a:t>
            </a:r>
          </a:p>
          <a:p>
            <a:r>
              <a:t>          "quote": "前提2-1：TextをTextと置く\n前提2-2：Textは変わらないとする"</a:t>
            </a:r>
          </a:p>
          <a:p>
            <a:r>
              <a:t>        }</a:t>
            </a:r>
          </a:p>
          <a:p>
            <a:r>
              <a:t>      ],</a:t>
            </a:r>
          </a:p>
          <a:p>
            <a:r>
              <a:t>      "mode": "verbatim"</a:t>
            </a:r>
          </a:p>
          <a:p>
            <a:r>
              <a:t>    },</a:t>
            </a:r>
          </a:p>
          <a:p>
            <a:r>
              <a:t>    {</a:t>
            </a:r>
          </a:p>
          <a:p>
            <a:r>
              <a:t>      "text": "記載例4を記載例5まで積み増す\n記載例6の判断をN月に前倒す",</a:t>
            </a:r>
          </a:p>
          <a:p>
            <a:r>
              <a:t>      "refs": [</a:t>
            </a:r>
          </a:p>
          <a:p>
            <a:r>
              <a:t>        {</a:t>
            </a:r>
          </a:p>
          <a:p>
            <a:r>
              <a:t>          "source_id": "s038",</a:t>
            </a:r>
          </a:p>
          <a:p>
            <a:r>
              <a:t>          "quote": "記載例4を記載例5まで積み増す\n記載例6の判断をN月に前倒す"</a:t>
            </a:r>
          </a:p>
          <a:p>
            <a:r>
              <a:t>        }</a:t>
            </a:r>
          </a:p>
          <a:p>
            <a:r>
              <a:t>      ],</a:t>
            </a:r>
          </a:p>
          <a:p>
            <a:r>
              <a:t>      "mode": "verbatim"</a:t>
            </a:r>
          </a:p>
          <a:p>
            <a:r>
              <a:t>    },</a:t>
            </a:r>
          </a:p>
          <a:p>
            <a:r>
              <a:t>    {</a:t>
            </a:r>
          </a:p>
          <a:p>
            <a:r>
              <a:t>      "text": "項目3",</a:t>
            </a:r>
          </a:p>
          <a:p>
            <a:r>
              <a:t>      "refs": [</a:t>
            </a:r>
          </a:p>
          <a:p>
            <a:r>
              <a:t>        {</a:t>
            </a:r>
          </a:p>
          <a:p>
            <a:r>
              <a:t>          "source_id": "s038",</a:t>
            </a:r>
          </a:p>
          <a:p>
            <a:r>
              <a:t>          "quote": "項目3"</a:t>
            </a:r>
          </a:p>
          <a:p>
            <a:r>
              <a:t>        }</a:t>
            </a:r>
          </a:p>
          <a:p>
            <a:r>
              <a:t>      ],</a:t>
            </a:r>
          </a:p>
          <a:p>
            <a:r>
              <a:t>      "mode": "verbatim"</a:t>
            </a:r>
          </a:p>
          <a:p>
            <a:r>
              <a:t>    },</a:t>
            </a:r>
          </a:p>
          <a:p>
            <a:r>
              <a:t>    {</a:t>
            </a:r>
          </a:p>
          <a:p>
            <a:r>
              <a:t>      "text": "記載例7",</a:t>
            </a:r>
          </a:p>
          <a:p>
            <a:r>
              <a:t>      "refs": [</a:t>
            </a:r>
          </a:p>
          <a:p>
            <a:r>
              <a:t>        {</a:t>
            </a:r>
          </a:p>
          <a:p>
            <a:r>
              <a:t>          "source_id": "s038",</a:t>
            </a:r>
          </a:p>
          <a:p>
            <a:r>
              <a:t>          "quote": "記載例7"</a:t>
            </a:r>
          </a:p>
          <a:p>
            <a:r>
              <a:t>        }</a:t>
            </a:r>
          </a:p>
          <a:p>
            <a:r>
              <a:t>      ],</a:t>
            </a:r>
          </a:p>
          <a:p>
            <a:r>
              <a:t>      "mode": "verbatim"</a:t>
            </a:r>
          </a:p>
          <a:p>
            <a:r>
              <a:t>    },</a:t>
            </a:r>
          </a:p>
          <a:p>
            <a:r>
              <a:t>    {</a:t>
            </a:r>
          </a:p>
          <a:p>
            <a:r>
              <a:t>      "text": "前提3-1：TextをTextと置く\n前提3-2：Textは変わらないとする",</a:t>
            </a:r>
          </a:p>
          <a:p>
            <a:r>
              <a:t>      "refs": [</a:t>
            </a:r>
          </a:p>
          <a:p>
            <a:r>
              <a:t>        {</a:t>
            </a:r>
          </a:p>
          <a:p>
            <a:r>
              <a:t>          "source_id": "s038",</a:t>
            </a:r>
          </a:p>
          <a:p>
            <a:r>
              <a:t>          "quote": "前提3-1：TextをTextと置く\n前提3-2：Textは変わらないとする"</a:t>
            </a:r>
          </a:p>
          <a:p>
            <a:r>
              <a:t>        }</a:t>
            </a:r>
          </a:p>
          <a:p>
            <a:r>
              <a:t>      ],</a:t>
            </a:r>
          </a:p>
          <a:p>
            <a:r>
              <a:t>      "mode": "verbatim"</a:t>
            </a:r>
          </a:p>
          <a:p>
            <a:r>
              <a:t>    },</a:t>
            </a:r>
          </a:p>
          <a:p>
            <a:r>
              <a:t>    {</a:t>
            </a:r>
          </a:p>
          <a:p>
            <a:r>
              <a:t>      "text": "記載例7を記載例8まで積み増す\n記載例9の判断をN月に前倒す",</a:t>
            </a:r>
          </a:p>
          <a:p>
            <a:r>
              <a:t>      "refs": [</a:t>
            </a:r>
          </a:p>
          <a:p>
            <a:r>
              <a:t>        {</a:t>
            </a:r>
          </a:p>
          <a:p>
            <a:r>
              <a:t>          "source_id": "s038",</a:t>
            </a:r>
          </a:p>
          <a:p>
            <a:r>
              <a:t>          "quote": "記載例7を記載例8まで積み増す\n記載例9の判断をN月に前倒す"</a:t>
            </a:r>
          </a:p>
          <a:p>
            <a:r>
              <a:t>        }</a:t>
            </a:r>
          </a:p>
          <a:p>
            <a:r>
              <a:t>      ],</a:t>
            </a:r>
          </a:p>
          <a:p>
            <a:r>
              <a:t>      "mode": "verbatim"</a:t>
            </a:r>
          </a:p>
          <a:p>
            <a:r>
              <a:t>    }</a:t>
            </a:r>
          </a:p>
          <a:p>
            <a:r>
              <a:t>  ],</a:t>
            </a:r>
          </a:p>
          <a:p>
            <a:r>
              <a:t>  "citations": {</a:t>
            </a:r>
          </a:p>
          <a:p>
            <a:r>
              <a:t>    "s038": "Public MIT sample: templates/freeform_parts_more_16x9.html section 11"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"5694c1628a98813eee3b6f59cd72612a98aab35d30359b725241bde445a0926a"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"slide039",</a:t>
            </a:r>
          </a:p>
          <a:p>
            <a:r>
              <a:t>  "origin": "catalog",</a:t>
            </a:r>
          </a:p>
          <a:p>
            <a:r>
              <a:t>  "layout_id": "risk_table",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"リスク一覧表",</a:t>
            </a:r>
          </a:p>
          <a:p>
            <a:r>
              <a:t>      "refs": [</a:t>
            </a:r>
          </a:p>
          <a:p>
            <a:r>
              <a:t>        {</a:t>
            </a:r>
          </a:p>
          <a:p>
            <a:r>
              <a:t>          "source_id": "s039",</a:t>
            </a:r>
          </a:p>
          <a:p>
            <a:r>
              <a:t>          "quote": "リスク一覧表"</a:t>
            </a:r>
          </a:p>
          <a:p>
            <a:r>
              <a:t>        }</a:t>
            </a:r>
          </a:p>
          <a:p>
            <a:r>
              <a:t>      ],</a:t>
            </a:r>
          </a:p>
          <a:p>
            <a:r>
              <a:t>      "mode": "verbatim"</a:t>
            </a:r>
          </a:p>
          <a:p>
            <a:r>
              <a:t>    },</a:t>
            </a:r>
          </a:p>
          <a:p>
            <a:r>
              <a:t>    {</a:t>
            </a:r>
          </a:p>
          <a:p>
            <a:r>
              <a:t>      "text": "出典：公開見本",</a:t>
            </a:r>
          </a:p>
          <a:p>
            <a:r>
              <a:t>      "refs": [</a:t>
            </a:r>
          </a:p>
          <a:p>
            <a:r>
              <a:t>        {</a:t>
            </a:r>
          </a:p>
          <a:p>
            <a:r>
              <a:t>          "source_id": "s039",</a:t>
            </a:r>
          </a:p>
          <a:p>
            <a:r>
              <a:t>          "quote": "出典：公開見本"</a:t>
            </a:r>
          </a:p>
          <a:p>
            <a:r>
              <a:t>        }</a:t>
            </a:r>
          </a:p>
          <a:p>
            <a:r>
              <a:t>      ],</a:t>
            </a:r>
          </a:p>
          <a:p>
            <a:r>
              <a:t>      "mode": "verbatim"</a:t>
            </a:r>
          </a:p>
          <a:p>
            <a:r>
              <a:t>    },</a:t>
            </a:r>
          </a:p>
          <a:p>
            <a:r>
              <a:t>    {</a:t>
            </a:r>
          </a:p>
          <a:p>
            <a:r>
              <a:t>      "text": "リスク",</a:t>
            </a:r>
          </a:p>
          <a:p>
            <a:r>
              <a:t>      "refs": [</a:t>
            </a:r>
          </a:p>
          <a:p>
            <a:r>
              <a:t>        {</a:t>
            </a:r>
          </a:p>
          <a:p>
            <a:r>
              <a:t>          "source_id": "s039",</a:t>
            </a:r>
          </a:p>
          <a:p>
            <a:r>
              <a:t>          "quote": "リスク"</a:t>
            </a:r>
          </a:p>
          <a:p>
            <a:r>
              <a:t>        }</a:t>
            </a:r>
          </a:p>
          <a:p>
            <a:r>
              <a:t>      ],</a:t>
            </a:r>
          </a:p>
          <a:p>
            <a:r>
              <a:t>      "mode": "verbatim"</a:t>
            </a:r>
          </a:p>
          <a:p>
            <a:r>
              <a:t>    },</a:t>
            </a:r>
          </a:p>
          <a:p>
            <a:r>
              <a:t>    {</a:t>
            </a:r>
          </a:p>
          <a:p>
            <a:r>
              <a:t>      "text": "兆候",</a:t>
            </a:r>
          </a:p>
          <a:p>
            <a:r>
              <a:t>      "refs": [</a:t>
            </a:r>
          </a:p>
          <a:p>
            <a:r>
              <a:t>        {</a:t>
            </a:r>
          </a:p>
          <a:p>
            <a:r>
              <a:t>          "source_id": "s039",</a:t>
            </a:r>
          </a:p>
          <a:p>
            <a:r>
              <a:t>          "quote": "兆候"</a:t>
            </a:r>
          </a:p>
          <a:p>
            <a:r>
              <a:t>        }</a:t>
            </a:r>
          </a:p>
          <a:p>
            <a:r>
              <a:t>      ],</a:t>
            </a:r>
          </a:p>
          <a:p>
            <a:r>
              <a:t>      "mode": "verbatim"</a:t>
            </a:r>
          </a:p>
          <a:p>
            <a:r>
              <a:t>    },</a:t>
            </a:r>
          </a:p>
          <a:p>
            <a:r>
              <a:t>    {</a:t>
            </a:r>
          </a:p>
          <a:p>
            <a:r>
              <a:t>      "text": "対応策",</a:t>
            </a:r>
          </a:p>
          <a:p>
            <a:r>
              <a:t>      "refs": [</a:t>
            </a:r>
          </a:p>
          <a:p>
            <a:r>
              <a:t>        {</a:t>
            </a:r>
          </a:p>
          <a:p>
            <a:r>
              <a:t>          "source_id": "s039",</a:t>
            </a:r>
          </a:p>
          <a:p>
            <a:r>
              <a:t>          "quote": "対応策"</a:t>
            </a:r>
          </a:p>
          <a:p>
            <a:r>
              <a:t>        }</a:t>
            </a:r>
          </a:p>
          <a:p>
            <a:r>
              <a:t>      ],</a:t>
            </a:r>
          </a:p>
          <a:p>
            <a:r>
              <a:t>      "mode": "verbatim"</a:t>
            </a:r>
          </a:p>
          <a:p>
            <a:r>
              <a:t>    },</a:t>
            </a:r>
          </a:p>
          <a:p>
            <a:r>
              <a:t>    {</a:t>
            </a:r>
          </a:p>
          <a:p>
            <a:r>
              <a:t>      "text": "担当",</a:t>
            </a:r>
          </a:p>
          <a:p>
            <a:r>
              <a:t>      "refs": [</a:t>
            </a:r>
          </a:p>
          <a:p>
            <a:r>
              <a:t>        {</a:t>
            </a:r>
          </a:p>
          <a:p>
            <a:r>
              <a:t>          "source_id": "s039",</a:t>
            </a:r>
          </a:p>
          <a:p>
            <a:r>
              <a:t>          "quote": "担当"</a:t>
            </a:r>
          </a:p>
          <a:p>
            <a:r>
              <a:t>        }</a:t>
            </a:r>
          </a:p>
          <a:p>
            <a:r>
              <a:t>      ],</a:t>
            </a:r>
          </a:p>
          <a:p>
            <a:r>
              <a:t>      "mode": "verbatim"</a:t>
            </a:r>
          </a:p>
          <a:p>
            <a:r>
              <a:t>    },</a:t>
            </a:r>
          </a:p>
          <a:p>
            <a:r>
              <a:t>    {</a:t>
            </a:r>
          </a:p>
          <a:p>
            <a:r>
              <a:t>      "text": "記載例1",</a:t>
            </a:r>
          </a:p>
          <a:p>
            <a:r>
              <a:t>      "refs": [</a:t>
            </a:r>
          </a:p>
          <a:p>
            <a:r>
              <a:t>        {</a:t>
            </a:r>
          </a:p>
          <a:p>
            <a:r>
              <a:t>          "source_id": "s039",</a:t>
            </a:r>
          </a:p>
          <a:p>
            <a:r>
              <a:t>          "quote": "記載例1"</a:t>
            </a:r>
          </a:p>
          <a:p>
            <a:r>
              <a:t>        }</a:t>
            </a:r>
          </a:p>
          <a:p>
            <a:r>
              <a:t>      ],</a:t>
            </a:r>
          </a:p>
          <a:p>
            <a:r>
              <a:t>      "mode": "verbatim"</a:t>
            </a:r>
          </a:p>
          <a:p>
            <a:r>
              <a:t>    },</a:t>
            </a:r>
          </a:p>
          <a:p>
            <a:r>
              <a:t>    {</a:t>
            </a:r>
          </a:p>
          <a:p>
            <a:r>
              <a:t>      "text": "記載例1がNを下回る\n記載例2のNがNか月続く",</a:t>
            </a:r>
          </a:p>
          <a:p>
            <a:r>
              <a:t>      "refs": [</a:t>
            </a:r>
          </a:p>
          <a:p>
            <a:r>
              <a:t>        {</a:t>
            </a:r>
          </a:p>
          <a:p>
            <a:r>
              <a:t>          "source_id": "s039",</a:t>
            </a:r>
          </a:p>
          <a:p>
            <a:r>
              <a:t>          "quote": "記載例1がNを下回る\n記載例2のNがNか月続く"</a:t>
            </a:r>
          </a:p>
          <a:p>
            <a:r>
              <a:t>        }</a:t>
            </a:r>
          </a:p>
          <a:p>
            <a:r>
              <a:t>      ],</a:t>
            </a:r>
          </a:p>
          <a:p>
            <a:r>
              <a:t>      "mode": "verbatim"</a:t>
            </a:r>
          </a:p>
          <a:p>
            <a:r>
              <a:t>    },</a:t>
            </a:r>
          </a:p>
          <a:p>
            <a:r>
              <a:t>    {</a:t>
            </a:r>
          </a:p>
          <a:p>
            <a:r>
              <a:t>      "text": "記載例3を先に確保する\n記載例4の代替案を用意する",</a:t>
            </a:r>
          </a:p>
          <a:p>
            <a:r>
              <a:t>      "refs": [</a:t>
            </a:r>
          </a:p>
          <a:p>
            <a:r>
              <a:t>        {</a:t>
            </a:r>
          </a:p>
          <a:p>
            <a:r>
              <a:t>          "source_id": "s039",</a:t>
            </a:r>
          </a:p>
          <a:p>
            <a:r>
              <a:t>          "quote": "記載例3を先に確保する\n記載例4の代替案を用意する"</a:t>
            </a:r>
          </a:p>
          <a:p>
            <a:r>
              <a:t>        }</a:t>
            </a:r>
          </a:p>
          <a:p>
            <a:r>
              <a:t>      ],</a:t>
            </a:r>
          </a:p>
          <a:p>
            <a:r>
              <a:t>      "mode": "verbatim"</a:t>
            </a:r>
          </a:p>
          <a:p>
            <a:r>
              <a:t>    },</a:t>
            </a:r>
          </a:p>
          <a:p>
            <a:r>
              <a:t>    {</a:t>
            </a:r>
          </a:p>
          <a:p>
            <a:r>
              <a:t>      "text": "項目1",</a:t>
            </a:r>
          </a:p>
          <a:p>
            <a:r>
              <a:t>      "refs": [</a:t>
            </a:r>
          </a:p>
          <a:p>
            <a:r>
              <a:t>        {</a:t>
            </a:r>
          </a:p>
          <a:p>
            <a:r>
              <a:t>          "source_id": "s039",</a:t>
            </a:r>
          </a:p>
          <a:p>
            <a:r>
              <a:t>          "quote": "項目1"</a:t>
            </a:r>
          </a:p>
          <a:p>
            <a:r>
              <a:t>        }</a:t>
            </a:r>
          </a:p>
          <a:p>
            <a:r>
              <a:t>      ],</a:t>
            </a:r>
          </a:p>
          <a:p>
            <a:r>
              <a:t>      "mode": "verbatim"</a:t>
            </a:r>
          </a:p>
          <a:p>
            <a:r>
              <a:t>    },</a:t>
            </a:r>
          </a:p>
          <a:p>
            <a:r>
              <a:t>    {</a:t>
            </a:r>
          </a:p>
          <a:p>
            <a:r>
              <a:t>      "text": "記載例4",</a:t>
            </a:r>
          </a:p>
          <a:p>
            <a:r>
              <a:t>      "refs": [</a:t>
            </a:r>
          </a:p>
          <a:p>
            <a:r>
              <a:t>        {</a:t>
            </a:r>
          </a:p>
          <a:p>
            <a:r>
              <a:t>          "source_id": "s039",</a:t>
            </a:r>
          </a:p>
          <a:p>
            <a:r>
              <a:t>          "quote": "記載例4"</a:t>
            </a:r>
          </a:p>
          <a:p>
            <a:r>
              <a:t>        }</a:t>
            </a:r>
          </a:p>
          <a:p>
            <a:r>
              <a:t>      ],</a:t>
            </a:r>
          </a:p>
          <a:p>
            <a:r>
              <a:t>      "mode": "verbatim"</a:t>
            </a:r>
          </a:p>
          <a:p>
            <a:r>
              <a:t>    },</a:t>
            </a:r>
          </a:p>
          <a:p>
            <a:r>
              <a:t>    {</a:t>
            </a:r>
          </a:p>
          <a:p>
            <a:r>
              <a:t>      "text": "記載例5がNを下回る\n記載例6のNがNか月続く",</a:t>
            </a:r>
          </a:p>
          <a:p>
            <a:r>
              <a:t>      "refs": [</a:t>
            </a:r>
          </a:p>
          <a:p>
            <a:r>
              <a:t>        {</a:t>
            </a:r>
          </a:p>
          <a:p>
            <a:r>
              <a:t>          "source_id": "s039",</a:t>
            </a:r>
          </a:p>
          <a:p>
            <a:r>
              <a:t>          "quote": "記載例5がNを下回る\n記載例6のNがNか月続く"</a:t>
            </a:r>
          </a:p>
          <a:p>
            <a:r>
              <a:t>        }</a:t>
            </a:r>
          </a:p>
          <a:p>
            <a:r>
              <a:t>      ],</a:t>
            </a:r>
          </a:p>
          <a:p>
            <a:r>
              <a:t>      "mode": "verbatim"</a:t>
            </a:r>
          </a:p>
          <a:p>
            <a:r>
              <a:t>    },</a:t>
            </a:r>
          </a:p>
          <a:p>
            <a:r>
              <a:t>    {</a:t>
            </a:r>
          </a:p>
          <a:p>
            <a:r>
              <a:t>      "text": "記載例7を先に確保する\n記載例8の代替案を用意する",</a:t>
            </a:r>
          </a:p>
          <a:p>
            <a:r>
              <a:t>      "refs": [</a:t>
            </a:r>
          </a:p>
          <a:p>
            <a:r>
              <a:t>        {</a:t>
            </a:r>
          </a:p>
          <a:p>
            <a:r>
              <a:t>          "source_id": "s039",</a:t>
            </a:r>
          </a:p>
          <a:p>
            <a:r>
              <a:t>          "quote": "記載例7を先に確保する\n記載例8の代替案を用意する"</a:t>
            </a:r>
          </a:p>
          <a:p>
            <a:r>
              <a:t>        }</a:t>
            </a:r>
          </a:p>
          <a:p>
            <a:r>
              <a:t>      ],</a:t>
            </a:r>
          </a:p>
          <a:p>
            <a:r>
              <a:t>      "mode": "verbatim"</a:t>
            </a:r>
          </a:p>
          <a:p>
            <a:r>
              <a:t>    },</a:t>
            </a:r>
          </a:p>
          <a:p>
            <a:r>
              <a:t>    {</a:t>
            </a:r>
          </a:p>
          <a:p>
            <a:r>
              <a:t>      "text": "項目2",</a:t>
            </a:r>
          </a:p>
          <a:p>
            <a:r>
              <a:t>      "refs": [</a:t>
            </a:r>
          </a:p>
          <a:p>
            <a:r>
              <a:t>        {</a:t>
            </a:r>
          </a:p>
          <a:p>
            <a:r>
              <a:t>          "source_id": "s039",</a:t>
            </a:r>
          </a:p>
          <a:p>
            <a:r>
              <a:t>          "quote": "項目2"</a:t>
            </a:r>
          </a:p>
          <a:p>
            <a:r>
              <a:t>        }</a:t>
            </a:r>
          </a:p>
          <a:p>
            <a:r>
              <a:t>      ],</a:t>
            </a:r>
          </a:p>
          <a:p>
            <a:r>
              <a:t>      "mode": "verbatim"</a:t>
            </a:r>
          </a:p>
          <a:p>
            <a:r>
              <a:t>    },</a:t>
            </a:r>
          </a:p>
          <a:p>
            <a:r>
              <a:t>    {</a:t>
            </a:r>
          </a:p>
          <a:p>
            <a:r>
              <a:t>      "text": "記載例7",</a:t>
            </a:r>
          </a:p>
          <a:p>
            <a:r>
              <a:t>      "refs": [</a:t>
            </a:r>
          </a:p>
          <a:p>
            <a:r>
              <a:t>        {</a:t>
            </a:r>
          </a:p>
          <a:p>
            <a:r>
              <a:t>          "source_id": "s039",</a:t>
            </a:r>
          </a:p>
          <a:p>
            <a:r>
              <a:t>          "quote": "記載例7"</a:t>
            </a:r>
          </a:p>
          <a:p>
            <a:r>
              <a:t>        }</a:t>
            </a:r>
          </a:p>
          <a:p>
            <a:r>
              <a:t>      ],</a:t>
            </a:r>
          </a:p>
          <a:p>
            <a:r>
              <a:t>      "mode": "verbatim"</a:t>
            </a:r>
          </a:p>
          <a:p>
            <a:r>
              <a:t>    },</a:t>
            </a:r>
          </a:p>
          <a:p>
            <a:r>
              <a:t>    {</a:t>
            </a:r>
          </a:p>
          <a:p>
            <a:r>
              <a:t>      "text": "記載例9がNを下回る\n記載例10のNがNか月続く",</a:t>
            </a:r>
          </a:p>
          <a:p>
            <a:r>
              <a:t>      "refs": [</a:t>
            </a:r>
          </a:p>
          <a:p>
            <a:r>
              <a:t>        {</a:t>
            </a:r>
          </a:p>
          <a:p>
            <a:r>
              <a:t>          "source_id": "s039",</a:t>
            </a:r>
          </a:p>
          <a:p>
            <a:r>
              <a:t>          "quote": "記載例9がNを下回る\n記載例10のNがNか月続く"</a:t>
            </a:r>
          </a:p>
          <a:p>
            <a:r>
              <a:t>        }</a:t>
            </a:r>
          </a:p>
          <a:p>
            <a:r>
              <a:t>      ],</a:t>
            </a:r>
          </a:p>
          <a:p>
            <a:r>
              <a:t>      "mode": "verbatim"</a:t>
            </a:r>
          </a:p>
          <a:p>
            <a:r>
              <a:t>    },</a:t>
            </a:r>
          </a:p>
          <a:p>
            <a:r>
              <a:t>    {</a:t>
            </a:r>
          </a:p>
          <a:p>
            <a:r>
              <a:t>      "text": "記載例11を先に確保する\n記載例12の代替案を用意する",</a:t>
            </a:r>
          </a:p>
          <a:p>
            <a:r>
              <a:t>      "refs": [</a:t>
            </a:r>
          </a:p>
          <a:p>
            <a:r>
              <a:t>        {</a:t>
            </a:r>
          </a:p>
          <a:p>
            <a:r>
              <a:t>          "source_id": "s039",</a:t>
            </a:r>
          </a:p>
          <a:p>
            <a:r>
              <a:t>          "quote": "記載例11を先に確保する\n記載例12の代替案を用意する"</a:t>
            </a:r>
          </a:p>
          <a:p>
            <a:r>
              <a:t>        }</a:t>
            </a:r>
          </a:p>
          <a:p>
            <a:r>
              <a:t>      ],</a:t>
            </a:r>
          </a:p>
          <a:p>
            <a:r>
              <a:t>      "mode": "verbatim"</a:t>
            </a:r>
          </a:p>
          <a:p>
            <a:r>
              <a:t>    },</a:t>
            </a:r>
          </a:p>
          <a:p>
            <a:r>
              <a:t>    {</a:t>
            </a:r>
          </a:p>
          <a:p>
            <a:r>
              <a:t>      "text": "項目3",</a:t>
            </a:r>
          </a:p>
          <a:p>
            <a:r>
              <a:t>      "refs": [</a:t>
            </a:r>
          </a:p>
          <a:p>
            <a:r>
              <a:t>        {</a:t>
            </a:r>
          </a:p>
          <a:p>
            <a:r>
              <a:t>          "source_id": "s039",</a:t>
            </a:r>
          </a:p>
          <a:p>
            <a:r>
              <a:t>          "quote": "項目3"</a:t>
            </a:r>
          </a:p>
          <a:p>
            <a:r>
              <a:t>        }</a:t>
            </a:r>
          </a:p>
          <a:p>
            <a:r>
              <a:t>      ],</a:t>
            </a:r>
          </a:p>
          <a:p>
            <a:r>
              <a:t>      "mode": "verbatim"</a:t>
            </a:r>
          </a:p>
          <a:p>
            <a:r>
              <a:t>    }</a:t>
            </a:r>
          </a:p>
          <a:p>
            <a:r>
              <a:t>  ],</a:t>
            </a:r>
          </a:p>
          <a:p>
            <a:r>
              <a:t>  "citations": {</a:t>
            </a:r>
          </a:p>
          <a:p>
            <a:r>
              <a:t>    "s039": "Public MIT sample: templates/freeform_parts_more_16x9.html section 12"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"38919de3eae68be6100e484fc20d687d25f7df6a96b4cccc1e477ef01cc7c1a8"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"slide040",</a:t>
            </a:r>
          </a:p>
          <a:p>
            <a:r>
              <a:t>  "origin": "catalog",</a:t>
            </a:r>
          </a:p>
          <a:p>
            <a:r>
              <a:t>  "layout_id": "horizontal_axis_table",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"横軸評価表",</a:t>
            </a:r>
          </a:p>
          <a:p>
            <a:r>
              <a:t>      "refs": [</a:t>
            </a:r>
          </a:p>
          <a:p>
            <a:r>
              <a:t>        {</a:t>
            </a:r>
          </a:p>
          <a:p>
            <a:r>
              <a:t>          "source_id": "s040",</a:t>
            </a:r>
          </a:p>
          <a:p>
            <a:r>
              <a:t>          "quote": "横軸評価表"</a:t>
            </a:r>
          </a:p>
          <a:p>
            <a:r>
              <a:t>        }</a:t>
            </a:r>
          </a:p>
          <a:p>
            <a:r>
              <a:t>      ],</a:t>
            </a:r>
          </a:p>
          <a:p>
            <a:r>
              <a:t>      "mode": "verbatim"</a:t>
            </a:r>
          </a:p>
          <a:p>
            <a:r>
              <a:t>    },</a:t>
            </a:r>
          </a:p>
          <a:p>
            <a:r>
              <a:t>    {</a:t>
            </a:r>
          </a:p>
          <a:p>
            <a:r>
              <a:t>      "text": "出典：公開見本",</a:t>
            </a:r>
          </a:p>
          <a:p>
            <a:r>
              <a:t>      "refs": [</a:t>
            </a:r>
          </a:p>
          <a:p>
            <a:r>
              <a:t>        {</a:t>
            </a:r>
          </a:p>
          <a:p>
            <a:r>
              <a:t>          "source_id": "s040",</a:t>
            </a:r>
          </a:p>
          <a:p>
            <a:r>
              <a:t>          "quote": "出典：公開見本"</a:t>
            </a:r>
          </a:p>
          <a:p>
            <a:r>
              <a:t>        }</a:t>
            </a:r>
          </a:p>
          <a:p>
            <a:r>
              <a:t>      ],</a:t>
            </a:r>
          </a:p>
          <a:p>
            <a:r>
              <a:t>      "mode": "verbatim"</a:t>
            </a:r>
          </a:p>
          <a:p>
            <a:r>
              <a:t>    },</a:t>
            </a:r>
          </a:p>
          <a:p>
            <a:r>
              <a:t>    {</a:t>
            </a:r>
          </a:p>
          <a:p>
            <a:r>
              <a:t>      "text": "●  網掛けの行＝記載例1（この行だけ立てている理由を1行で）",</a:t>
            </a:r>
          </a:p>
          <a:p>
            <a:r>
              <a:t>      "refs": [</a:t>
            </a:r>
          </a:p>
          <a:p>
            <a:r>
              <a:t>        {</a:t>
            </a:r>
          </a:p>
          <a:p>
            <a:r>
              <a:t>          "source_id": "s040",</a:t>
            </a:r>
          </a:p>
          <a:p>
            <a:r>
              <a:t>          "quote": "●  網掛けの行＝記載例1（この行だけ立てている理由を1行で）"</a:t>
            </a:r>
          </a:p>
          <a:p>
            <a:r>
              <a:t>        }</a:t>
            </a:r>
          </a:p>
          <a:p>
            <a:r>
              <a:t>      ],</a:t>
            </a:r>
          </a:p>
          <a:p>
            <a:r>
              <a:t>      "mode": "verbatim"</a:t>
            </a:r>
          </a:p>
          <a:p>
            <a:r>
              <a:t>    },</a:t>
            </a:r>
          </a:p>
          <a:p>
            <a:r>
              <a:t>    {</a:t>
            </a:r>
          </a:p>
          <a:p>
            <a:r>
              <a:t>      "text": "列見出し1",</a:t>
            </a:r>
          </a:p>
          <a:p>
            <a:r>
              <a:t>      "refs": [</a:t>
            </a:r>
          </a:p>
          <a:p>
            <a:r>
              <a:t>        {</a:t>
            </a:r>
          </a:p>
          <a:p>
            <a:r>
              <a:t>          "source_id": "s040",</a:t>
            </a:r>
          </a:p>
          <a:p>
            <a:r>
              <a:t>          "quote": "列見出し1"</a:t>
            </a:r>
          </a:p>
          <a:p>
            <a:r>
              <a:t>        }</a:t>
            </a:r>
          </a:p>
          <a:p>
            <a:r>
              <a:t>      ],</a:t>
            </a:r>
          </a:p>
          <a:p>
            <a:r>
              <a:t>      "mode": "verbatim"</a:t>
            </a:r>
          </a:p>
          <a:p>
            <a:r>
              <a:t>    },</a:t>
            </a:r>
          </a:p>
          <a:p>
            <a:r>
              <a:t>    {</a:t>
            </a:r>
          </a:p>
          <a:p>
            <a:r>
              <a:t>      "text": "列見出し2",</a:t>
            </a:r>
          </a:p>
          <a:p>
            <a:r>
              <a:t>      "refs": [</a:t>
            </a:r>
          </a:p>
          <a:p>
            <a:r>
              <a:t>        {</a:t>
            </a:r>
          </a:p>
          <a:p>
            <a:r>
              <a:t>          "source_id": "s040",</a:t>
            </a:r>
          </a:p>
          <a:p>
            <a:r>
              <a:t>          "quote": "列見出し2"</a:t>
            </a:r>
          </a:p>
          <a:p>
            <a:r>
              <a:t>        }</a:t>
            </a:r>
          </a:p>
          <a:p>
            <a:r>
              <a:t>      ],</a:t>
            </a:r>
          </a:p>
          <a:p>
            <a:r>
              <a:t>      "mode": "verbatim"</a:t>
            </a:r>
          </a:p>
          <a:p>
            <a:r>
              <a:t>    },</a:t>
            </a:r>
          </a:p>
          <a:p>
            <a:r>
              <a:t>    {</a:t>
            </a:r>
          </a:p>
          <a:p>
            <a:r>
              <a:t>      "text": "列見出し3",</a:t>
            </a:r>
          </a:p>
          <a:p>
            <a:r>
              <a:t>      "refs": [</a:t>
            </a:r>
          </a:p>
          <a:p>
            <a:r>
              <a:t>        {</a:t>
            </a:r>
          </a:p>
          <a:p>
            <a:r>
              <a:t>          "source_id": "s040",</a:t>
            </a:r>
          </a:p>
          <a:p>
            <a:r>
              <a:t>          "quote": "列見出し3"</a:t>
            </a:r>
          </a:p>
          <a:p>
            <a:r>
              <a:t>        }</a:t>
            </a:r>
          </a:p>
          <a:p>
            <a:r>
              <a:t>      ],</a:t>
            </a:r>
          </a:p>
          <a:p>
            <a:r>
              <a:t>      "mode": "verbatim"</a:t>
            </a:r>
          </a:p>
          <a:p>
            <a:r>
              <a:t>    },</a:t>
            </a:r>
          </a:p>
          <a:p>
            <a:r>
              <a:t>    {</a:t>
            </a:r>
          </a:p>
          <a:p>
            <a:r>
              <a:t>      "text": "列見出し4",</a:t>
            </a:r>
          </a:p>
          <a:p>
            <a:r>
              <a:t>      "refs": [</a:t>
            </a:r>
          </a:p>
          <a:p>
            <a:r>
              <a:t>        {</a:t>
            </a:r>
          </a:p>
          <a:p>
            <a:r>
              <a:t>          "source_id": "s040",</a:t>
            </a:r>
          </a:p>
          <a:p>
            <a:r>
              <a:t>          "quote": "列見出し4"</a:t>
            </a:r>
          </a:p>
          <a:p>
            <a:r>
              <a:t>        }</a:t>
            </a:r>
          </a:p>
          <a:p>
            <a:r>
              <a:t>      ],</a:t>
            </a:r>
          </a:p>
          <a:p>
            <a:r>
              <a:t>      "mode": "verbatim"</a:t>
            </a:r>
          </a:p>
          <a:p>
            <a:r>
              <a:t>    },</a:t>
            </a:r>
          </a:p>
          <a:p>
            <a:r>
              <a:t>    {</a:t>
            </a:r>
          </a:p>
          <a:p>
            <a:r>
              <a:t>      "text": "列見出し5",</a:t>
            </a:r>
          </a:p>
          <a:p>
            <a:r>
              <a:t>      "refs": [</a:t>
            </a:r>
          </a:p>
          <a:p>
            <a:r>
              <a:t>        {</a:t>
            </a:r>
          </a:p>
          <a:p>
            <a:r>
              <a:t>          "source_id": "s040",</a:t>
            </a:r>
          </a:p>
          <a:p>
            <a:r>
              <a:t>          "quote": "列見出し5"</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"text": "値",</a:t>
            </a:r>
          </a:p>
          <a:p>
            <a:r>
              <a:t>      "refs": [</a:t>
            </a:r>
          </a:p>
          <a:p>
            <a:r>
              <a:t>        {</a:t>
            </a:r>
          </a:p>
          <a:p>
            <a:r>
              <a:t>          "source_id": "s040",</a:t>
            </a:r>
          </a:p>
          <a:p>
            <a:r>
              <a:t>          "quote": "値"</a:t>
            </a:r>
          </a:p>
          <a:p>
            <a:r>
              <a:t>        }</a:t>
            </a:r>
          </a:p>
          <a:p>
            <a:r>
              <a:t>      ],</a:t>
            </a:r>
          </a:p>
          <a:p>
            <a:r>
              <a:t>      "mode": "verbatim"</a:t>
            </a:r>
          </a:p>
          <a:p>
            <a:r>
              <a:t>    }</a:t>
            </a:r>
          </a:p>
          <a:p>
            <a:r>
              <a:t>  ],</a:t>
            </a:r>
          </a:p>
          <a:p>
            <a:r>
              <a:t>  "citations": {</a:t>
            </a:r>
          </a:p>
          <a:p>
            <a:r>
              <a:t>    "s040": "Public MIT sample: templates/freeform_parts_more_16x9.html section 13"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"3b76aceef847ce0ca0934ae179b77167c9b3c196e38c971f702263bc2e6753e4"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"slide041",</a:t>
            </a:r>
          </a:p>
          <a:p>
            <a:r>
              <a:t>  "origin": "catalog",</a:t>
            </a:r>
          </a:p>
          <a:p>
            <a:r>
              <a:t>  "layout_id": "heatmap_table",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"ヒートマップ表",</a:t>
            </a:r>
          </a:p>
          <a:p>
            <a:r>
              <a:t>      "refs": [</a:t>
            </a:r>
          </a:p>
          <a:p>
            <a:r>
              <a:t>        {</a:t>
            </a:r>
          </a:p>
          <a:p>
            <a:r>
              <a:t>          "source_id": "s041",</a:t>
            </a:r>
          </a:p>
          <a:p>
            <a:r>
              <a:t>          "quote": "ヒートマップ表"</a:t>
            </a:r>
          </a:p>
          <a:p>
            <a:r>
              <a:t>        }</a:t>
            </a:r>
          </a:p>
          <a:p>
            <a:r>
              <a:t>      ],</a:t>
            </a:r>
          </a:p>
          <a:p>
            <a:r>
              <a:t>      "mode": "verbatim"</a:t>
            </a:r>
          </a:p>
          <a:p>
            <a:r>
              <a:t>    },</a:t>
            </a:r>
          </a:p>
          <a:p>
            <a:r>
              <a:t>    {</a:t>
            </a:r>
          </a:p>
          <a:p>
            <a:r>
              <a:t>      "text": "出典：公開見本",</a:t>
            </a:r>
          </a:p>
          <a:p>
            <a:r>
              <a:t>      "refs": [</a:t>
            </a:r>
          </a:p>
          <a:p>
            <a:r>
              <a:t>        {</a:t>
            </a:r>
          </a:p>
          <a:p>
            <a:r>
              <a:t>          "source_id": "s041",</a:t>
            </a:r>
          </a:p>
          <a:p>
            <a:r>
              <a:t>          "quote": "出典：公開見本"</a:t>
            </a:r>
          </a:p>
          <a:p>
            <a:r>
              <a:t>        }</a:t>
            </a:r>
          </a:p>
          <a:p>
            <a:r>
              <a:t>      ],</a:t>
            </a:r>
          </a:p>
          <a:p>
            <a:r>
              <a:t>      "mode": "verbatim"</a:t>
            </a:r>
          </a:p>
          <a:p>
            <a:r>
              <a:t>    },</a:t>
            </a:r>
          </a:p>
          <a:p>
            <a:r>
              <a:t>    {</a:t>
            </a:r>
          </a:p>
          <a:p>
            <a:r>
              <a:t>      "text": "行の軸名",</a:t>
            </a:r>
          </a:p>
          <a:p>
            <a:r>
              <a:t>      "refs": [</a:t>
            </a:r>
          </a:p>
          <a:p>
            <a:r>
              <a:t>        {</a:t>
            </a:r>
          </a:p>
          <a:p>
            <a:r>
              <a:t>          "source_id": "s041",</a:t>
            </a:r>
          </a:p>
          <a:p>
            <a:r>
              <a:t>          "quote": "行の軸名"</a:t>
            </a:r>
          </a:p>
          <a:p>
            <a:r>
              <a:t>        }</a:t>
            </a:r>
          </a:p>
          <a:p>
            <a:r>
              <a:t>      ],</a:t>
            </a:r>
          </a:p>
          <a:p>
            <a:r>
              <a:t>      "mode": "verbatim"</a:t>
            </a:r>
          </a:p>
          <a:p>
            <a:r>
              <a:t>    },</a:t>
            </a:r>
          </a:p>
          <a:p>
            <a:r>
              <a:t>    {</a:t>
            </a:r>
          </a:p>
          <a:p>
            <a:r>
              <a:t>      "text": "列見出し1",</a:t>
            </a:r>
          </a:p>
          <a:p>
            <a:r>
              <a:t>      "refs": [</a:t>
            </a:r>
          </a:p>
          <a:p>
            <a:r>
              <a:t>        {</a:t>
            </a:r>
          </a:p>
          <a:p>
            <a:r>
              <a:t>          "source_id": "s041",</a:t>
            </a:r>
          </a:p>
          <a:p>
            <a:r>
              <a:t>          "quote": "列見出し1"</a:t>
            </a:r>
          </a:p>
          <a:p>
            <a:r>
              <a:t>        }</a:t>
            </a:r>
          </a:p>
          <a:p>
            <a:r>
              <a:t>      ],</a:t>
            </a:r>
          </a:p>
          <a:p>
            <a:r>
              <a:t>      "mode": "verbatim"</a:t>
            </a:r>
          </a:p>
          <a:p>
            <a:r>
              <a:t>    },</a:t>
            </a:r>
          </a:p>
          <a:p>
            <a:r>
              <a:t>    {</a:t>
            </a:r>
          </a:p>
          <a:p>
            <a:r>
              <a:t>      "text": "列見出し2",</a:t>
            </a:r>
          </a:p>
          <a:p>
            <a:r>
              <a:t>      "refs": [</a:t>
            </a:r>
          </a:p>
          <a:p>
            <a:r>
              <a:t>        {</a:t>
            </a:r>
          </a:p>
          <a:p>
            <a:r>
              <a:t>          "source_id": "s041",</a:t>
            </a:r>
          </a:p>
          <a:p>
            <a:r>
              <a:t>          "quote": "列見出し2"</a:t>
            </a:r>
          </a:p>
          <a:p>
            <a:r>
              <a:t>        }</a:t>
            </a:r>
          </a:p>
          <a:p>
            <a:r>
              <a:t>      ],</a:t>
            </a:r>
          </a:p>
          <a:p>
            <a:r>
              <a:t>      "mode": "verbatim"</a:t>
            </a:r>
          </a:p>
          <a:p>
            <a:r>
              <a:t>    },</a:t>
            </a:r>
          </a:p>
          <a:p>
            <a:r>
              <a:t>    {</a:t>
            </a:r>
          </a:p>
          <a:p>
            <a:r>
              <a:t>      "text": "列見出し3",</a:t>
            </a:r>
          </a:p>
          <a:p>
            <a:r>
              <a:t>      "refs": [</a:t>
            </a:r>
          </a:p>
          <a:p>
            <a:r>
              <a:t>        {</a:t>
            </a:r>
          </a:p>
          <a:p>
            <a:r>
              <a:t>          "source_id": "s041",</a:t>
            </a:r>
          </a:p>
          <a:p>
            <a:r>
              <a:t>          "quote": "列見出し3"</a:t>
            </a:r>
          </a:p>
          <a:p>
            <a:r>
              <a:t>        }</a:t>
            </a:r>
          </a:p>
          <a:p>
            <a:r>
              <a:t>      ],</a:t>
            </a:r>
          </a:p>
          <a:p>
            <a:r>
              <a:t>      "mode": "verbatim"</a:t>
            </a:r>
          </a:p>
          <a:p>
            <a:r>
              <a:t>    },</a:t>
            </a:r>
          </a:p>
          <a:p>
            <a:r>
              <a:t>    {</a:t>
            </a:r>
          </a:p>
          <a:p>
            <a:r>
              <a:t>      "text": "列見出し4",</a:t>
            </a:r>
          </a:p>
          <a:p>
            <a:r>
              <a:t>      "refs": [</a:t>
            </a:r>
          </a:p>
          <a:p>
            <a:r>
              <a:t>        {</a:t>
            </a:r>
          </a:p>
          <a:p>
            <a:r>
              <a:t>          "source_id": "s041",</a:t>
            </a:r>
          </a:p>
          <a:p>
            <a:r>
              <a:t>          "quote": "列見出し4"</a:t>
            </a:r>
          </a:p>
          <a:p>
            <a:r>
              <a:t>        }</a:t>
            </a:r>
          </a:p>
          <a:p>
            <a:r>
              <a:t>      ],</a:t>
            </a:r>
          </a:p>
          <a:p>
            <a:r>
              <a:t>      "mode": "verbatim"</a:t>
            </a:r>
          </a:p>
          <a:p>
            <a:r>
              <a:t>    },</a:t>
            </a:r>
          </a:p>
          <a:p>
            <a:r>
              <a:t>    {</a:t>
            </a:r>
          </a:p>
          <a:p>
            <a:r>
              <a:t>      "text": "行見出し1",</a:t>
            </a:r>
          </a:p>
          <a:p>
            <a:r>
              <a:t>      "refs": [</a:t>
            </a:r>
          </a:p>
          <a:p>
            <a:r>
              <a:t>        {</a:t>
            </a:r>
          </a:p>
          <a:p>
            <a:r>
              <a:t>          "source_id": "s041",</a:t>
            </a:r>
          </a:p>
          <a:p>
            <a:r>
              <a:t>          "quote": "行見出し1"</a:t>
            </a:r>
          </a:p>
          <a:p>
            <a:r>
              <a:t>        }</a:t>
            </a:r>
          </a:p>
          <a:p>
            <a:r>
              <a:t>      ],</a:t>
            </a:r>
          </a:p>
          <a:p>
            <a:r>
              <a:t>      "mode": "verbatim"</a:t>
            </a:r>
          </a:p>
          <a:p>
            <a:r>
              <a:t>    },</a:t>
            </a:r>
          </a:p>
          <a:p>
            <a:r>
              <a:t>    {</a:t>
            </a:r>
          </a:p>
          <a:p>
            <a:r>
              <a:t>      "text": "行見出し2",</a:t>
            </a:r>
          </a:p>
          <a:p>
            <a:r>
              <a:t>      "refs": [</a:t>
            </a:r>
          </a:p>
          <a:p>
            <a:r>
              <a:t>        {</a:t>
            </a:r>
          </a:p>
          <a:p>
            <a:r>
              <a:t>          "source_id": "s041",</a:t>
            </a:r>
          </a:p>
          <a:p>
            <a:r>
              <a:t>          "quote": "行見出し2"</a:t>
            </a:r>
          </a:p>
          <a:p>
            <a:r>
              <a:t>        }</a:t>
            </a:r>
          </a:p>
          <a:p>
            <a:r>
              <a:t>      ],</a:t>
            </a:r>
          </a:p>
          <a:p>
            <a:r>
              <a:t>      "mode": "verbatim"</a:t>
            </a:r>
          </a:p>
          <a:p>
            <a:r>
              <a:t>    },</a:t>
            </a:r>
          </a:p>
          <a:p>
            <a:r>
              <a:t>    {</a:t>
            </a:r>
          </a:p>
          <a:p>
            <a:r>
              <a:t>      "text": "行見出し3",</a:t>
            </a:r>
          </a:p>
          <a:p>
            <a:r>
              <a:t>      "refs": [</a:t>
            </a:r>
          </a:p>
          <a:p>
            <a:r>
              <a:t>        {</a:t>
            </a:r>
          </a:p>
          <a:p>
            <a:r>
              <a:t>          "source_id": "s041",</a:t>
            </a:r>
          </a:p>
          <a:p>
            <a:r>
              <a:t>          "quote": "行見出し3"</a:t>
            </a:r>
          </a:p>
          <a:p>
            <a:r>
              <a:t>        }</a:t>
            </a:r>
          </a:p>
          <a:p>
            <a:r>
              <a:t>      ],</a:t>
            </a:r>
          </a:p>
          <a:p>
            <a:r>
              <a:t>      "mode": "verbatim"</a:t>
            </a:r>
          </a:p>
          <a:p>
            <a:r>
              <a:t>    },</a:t>
            </a:r>
          </a:p>
          <a:p>
            <a:r>
              <a:t>    {</a:t>
            </a:r>
          </a:p>
          <a:p>
            <a:r>
              <a:t>      "text": "行見出し4",</a:t>
            </a:r>
          </a:p>
          <a:p>
            <a:r>
              <a:t>      "refs": [</a:t>
            </a:r>
          </a:p>
          <a:p>
            <a:r>
              <a:t>        {</a:t>
            </a:r>
          </a:p>
          <a:p>
            <a:r>
              <a:t>          "source_id": "s041",</a:t>
            </a:r>
          </a:p>
          <a:p>
            <a:r>
              <a:t>          "quote": "行見出し4"</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"なし",</a:t>
            </a:r>
          </a:p>
          <a:p>
            <a:r>
              <a:t>      "refs": [</a:t>
            </a:r>
          </a:p>
          <a:p>
            <a:r>
              <a:t>        {</a:t>
            </a:r>
          </a:p>
          <a:p>
            <a:r>
              <a:t>          "source_id": "s041",</a:t>
            </a:r>
          </a:p>
          <a:p>
            <a:r>
              <a:t>          "quote": "なし"</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"高",</a:t>
            </a:r>
          </a:p>
          <a:p>
            <a:r>
              <a:t>      "refs": [</a:t>
            </a:r>
          </a:p>
          <a:p>
            <a:r>
              <a:t>        {</a:t>
            </a:r>
          </a:p>
          <a:p>
            <a:r>
              <a:t>          "source_id": "s041",</a:t>
            </a:r>
          </a:p>
          <a:p>
            <a:r>
              <a:t>          "quote": "高"</a:t>
            </a:r>
          </a:p>
          <a:p>
            <a:r>
              <a:t>        }</a:t>
            </a:r>
          </a:p>
          <a:p>
            <a:r>
              <a:t>      ],</a:t>
            </a:r>
          </a:p>
          <a:p>
            <a:r>
              <a:t>      "mode": "verbatim"</a:t>
            </a:r>
          </a:p>
          <a:p>
            <a:r>
              <a:t>    },</a:t>
            </a:r>
          </a:p>
          <a:p>
            <a:r>
              <a:t>    {</a:t>
            </a:r>
          </a:p>
          <a:p>
            <a:r>
              <a:t>      "text": "中",</a:t>
            </a:r>
          </a:p>
          <a:p>
            <a:r>
              <a:t>      "refs": [</a:t>
            </a:r>
          </a:p>
          <a:p>
            <a:r>
              <a:t>        {</a:t>
            </a:r>
          </a:p>
          <a:p>
            <a:r>
              <a:t>          "source_id": "s041",</a:t>
            </a:r>
          </a:p>
          <a:p>
            <a:r>
              <a:t>          "quote": "中"</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"text": "なし",</a:t>
            </a:r>
          </a:p>
          <a:p>
            <a:r>
              <a:t>      "refs": [</a:t>
            </a:r>
          </a:p>
          <a:p>
            <a:r>
              <a:t>        {</a:t>
            </a:r>
          </a:p>
          <a:p>
            <a:r>
              <a:t>          "source_id": "s041",</a:t>
            </a:r>
          </a:p>
          <a:p>
            <a:r>
              <a:t>          "quote": "なし"</a:t>
            </a:r>
          </a:p>
          <a:p>
            <a:r>
              <a:t>        }</a:t>
            </a:r>
          </a:p>
          <a:p>
            <a:r>
              <a:t>      ],</a:t>
            </a:r>
          </a:p>
          <a:p>
            <a:r>
              <a:t>      "mode": "verbatim"</a:t>
            </a:r>
          </a:p>
          <a:p>
            <a:r>
              <a:t>    },</a:t>
            </a:r>
          </a:p>
          <a:p>
            <a:r>
              <a:t>    {</a:t>
            </a:r>
          </a:p>
          <a:p>
            <a:r>
              <a:t>      "text": "低",</a:t>
            </a:r>
          </a:p>
          <a:p>
            <a:r>
              <a:t>      "refs": [</a:t>
            </a:r>
          </a:p>
          <a:p>
            <a:r>
              <a:t>        {</a:t>
            </a:r>
          </a:p>
          <a:p>
            <a:r>
              <a:t>          "source_id": "s041",</a:t>
            </a:r>
          </a:p>
          <a:p>
            <a:r>
              <a:t>          "quote": "低"</a:t>
            </a:r>
          </a:p>
          <a:p>
            <a:r>
              <a:t>        }</a:t>
            </a:r>
          </a:p>
          <a:p>
            <a:r>
              <a:t>      ],</a:t>
            </a:r>
          </a:p>
          <a:p>
            <a:r>
              <a:t>      "mode": "verbatim"</a:t>
            </a:r>
          </a:p>
          <a:p>
            <a:r>
              <a:t>    }</a:t>
            </a:r>
          </a:p>
          <a:p>
            <a:r>
              <a:t>  ],</a:t>
            </a:r>
          </a:p>
          <a:p>
            <a:r>
              <a:t>  "citations": {</a:t>
            </a:r>
          </a:p>
          <a:p>
            <a:r>
              <a:t>    "s041": "Public MIT sample: templates/freeform_parts_more_16x9.html section 14"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"dabb68e9a760c00669da37d400b5fbdc2dbfe5391084983c823255928c67fa5d"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"slide042",</a:t>
            </a:r>
          </a:p>
          <a:p>
            <a:r>
              <a:t>  "origin": "catalog",</a:t>
            </a:r>
          </a:p>
          <a:p>
            <a:r>
              <a:t>  "layout_id": "matrix_2x2",</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"2×2マトリクス",</a:t>
            </a:r>
          </a:p>
          <a:p>
            <a:r>
              <a:t>      "refs": [</a:t>
            </a:r>
          </a:p>
          <a:p>
            <a:r>
              <a:t>        {</a:t>
            </a:r>
          </a:p>
          <a:p>
            <a:r>
              <a:t>          "source_id": "s042",</a:t>
            </a:r>
          </a:p>
          <a:p>
            <a:r>
              <a:t>          "quote": "2×2マトリクス"</a:t>
            </a:r>
          </a:p>
          <a:p>
            <a:r>
              <a:t>        }</a:t>
            </a:r>
          </a:p>
          <a:p>
            <a:r>
              <a:t>      ],</a:t>
            </a:r>
          </a:p>
          <a:p>
            <a:r>
              <a:t>      "mode": "verbatim"</a:t>
            </a:r>
          </a:p>
          <a:p>
            <a:r>
              <a:t>    },</a:t>
            </a:r>
          </a:p>
          <a:p>
            <a:r>
              <a:t>    {</a:t>
            </a:r>
          </a:p>
          <a:p>
            <a:r>
              <a:t>      "text": "出典：公開見本",</a:t>
            </a:r>
          </a:p>
          <a:p>
            <a:r>
              <a:t>      "refs": [</a:t>
            </a:r>
          </a:p>
          <a:p>
            <a:r>
              <a:t>        {</a:t>
            </a:r>
          </a:p>
          <a:p>
            <a:r>
              <a:t>          "source_id": "s042",</a:t>
            </a:r>
          </a:p>
          <a:p>
            <a:r>
              <a:t>          "quote": "出典：公開見本"</a:t>
            </a:r>
          </a:p>
          <a:p>
            <a:r>
              <a:t>        }</a:t>
            </a:r>
          </a:p>
          <a:p>
            <a:r>
              <a:t>      ],</a:t>
            </a:r>
          </a:p>
          <a:p>
            <a:r>
              <a:t>      "mode": "verbatim"</a:t>
            </a:r>
          </a:p>
          <a:p>
            <a:r>
              <a:t>    },</a:t>
            </a:r>
          </a:p>
          <a:p>
            <a:r>
              <a:t>    {</a:t>
            </a:r>
          </a:p>
          <a:p>
            <a:r>
              <a:t>      "text": "縦軸名（上ほど高い）",</a:t>
            </a:r>
          </a:p>
          <a:p>
            <a:r>
              <a:t>      "refs": [</a:t>
            </a:r>
          </a:p>
          <a:p>
            <a:r>
              <a:t>        {</a:t>
            </a:r>
          </a:p>
          <a:p>
            <a:r>
              <a:t>          "source_id": "s042",</a:t>
            </a:r>
          </a:p>
          <a:p>
            <a:r>
              <a:t>          "quote": "縦軸名（上ほど高い）"</a:t>
            </a:r>
          </a:p>
          <a:p>
            <a:r>
              <a:t>        }</a:t>
            </a:r>
          </a:p>
          <a:p>
            <a:r>
              <a:t>      ],</a:t>
            </a:r>
          </a:p>
          <a:p>
            <a:r>
              <a:t>      "mode": "verbatim"</a:t>
            </a:r>
          </a:p>
          <a:p>
            <a:r>
              <a:t>    },</a:t>
            </a:r>
          </a:p>
          <a:p>
            <a:r>
              <a:t>    {</a:t>
            </a:r>
          </a:p>
          <a:p>
            <a:r>
              <a:t>      "text": "横軸名（右ほど高い）",</a:t>
            </a:r>
          </a:p>
          <a:p>
            <a:r>
              <a:t>      "refs": [</a:t>
            </a:r>
          </a:p>
          <a:p>
            <a:r>
              <a:t>        {</a:t>
            </a:r>
          </a:p>
          <a:p>
            <a:r>
              <a:t>          "source_id": "s042",</a:t>
            </a:r>
          </a:p>
          <a:p>
            <a:r>
              <a:t>          "quote": "横軸名（右ほど高い）"</a:t>
            </a:r>
          </a:p>
          <a:p>
            <a:r>
              <a:t>        }</a:t>
            </a:r>
          </a:p>
          <a:p>
            <a:r>
              <a:t>      ],</a:t>
            </a:r>
          </a:p>
          <a:p>
            <a:r>
              <a:t>      "mode": "verbatim"</a:t>
            </a:r>
          </a:p>
          <a:p>
            <a:r>
              <a:t>    },</a:t>
            </a:r>
          </a:p>
          <a:p>
            <a:r>
              <a:t>    {</a:t>
            </a:r>
          </a:p>
          <a:p>
            <a:r>
              <a:t>      "text": "施策1",</a:t>
            </a:r>
          </a:p>
          <a:p>
            <a:r>
              <a:t>      "refs": [</a:t>
            </a:r>
          </a:p>
          <a:p>
            <a:r>
              <a:t>        {</a:t>
            </a:r>
          </a:p>
          <a:p>
            <a:r>
              <a:t>          "source_id": "s042",</a:t>
            </a:r>
          </a:p>
          <a:p>
            <a:r>
              <a:t>          "quote": "施策1"</a:t>
            </a:r>
          </a:p>
          <a:p>
            <a:r>
              <a:t>        }</a:t>
            </a:r>
          </a:p>
          <a:p>
            <a:r>
              <a:t>      ],</a:t>
            </a:r>
          </a:p>
          <a:p>
            <a:r>
              <a:t>      "mode": "verbatim"</a:t>
            </a:r>
          </a:p>
          <a:p>
            <a:r>
              <a:t>    },</a:t>
            </a:r>
          </a:p>
          <a:p>
            <a:r>
              <a:t>    {</a:t>
            </a:r>
          </a:p>
          <a:p>
            <a:r>
              <a:t>      "text": "施策2",</a:t>
            </a:r>
          </a:p>
          <a:p>
            <a:r>
              <a:t>      "refs": [</a:t>
            </a:r>
          </a:p>
          <a:p>
            <a:r>
              <a:t>        {</a:t>
            </a:r>
          </a:p>
          <a:p>
            <a:r>
              <a:t>          "source_id": "s042",</a:t>
            </a:r>
          </a:p>
          <a:p>
            <a:r>
              <a:t>          "quote": "施策2"</a:t>
            </a:r>
          </a:p>
          <a:p>
            <a:r>
              <a:t>        }</a:t>
            </a:r>
          </a:p>
          <a:p>
            <a:r>
              <a:t>      ],</a:t>
            </a:r>
          </a:p>
          <a:p>
            <a:r>
              <a:t>      "mode": "verbatim"</a:t>
            </a:r>
          </a:p>
          <a:p>
            <a:r>
              <a:t>    },</a:t>
            </a:r>
          </a:p>
          <a:p>
            <a:r>
              <a:t>    {</a:t>
            </a:r>
          </a:p>
          <a:p>
            <a:r>
              <a:t>      "text": "施策3",</a:t>
            </a:r>
          </a:p>
          <a:p>
            <a:r>
              <a:t>      "refs": [</a:t>
            </a:r>
          </a:p>
          <a:p>
            <a:r>
              <a:t>        {</a:t>
            </a:r>
          </a:p>
          <a:p>
            <a:r>
              <a:t>          "source_id": "s042",</a:t>
            </a:r>
          </a:p>
          <a:p>
            <a:r>
              <a:t>          "quote": "施策3"</a:t>
            </a:r>
          </a:p>
          <a:p>
            <a:r>
              <a:t>        }</a:t>
            </a:r>
          </a:p>
          <a:p>
            <a:r>
              <a:t>      ],</a:t>
            </a:r>
          </a:p>
          <a:p>
            <a:r>
              <a:t>      "mode": "verbatim"</a:t>
            </a:r>
          </a:p>
          <a:p>
            <a:r>
              <a:t>    },</a:t>
            </a:r>
          </a:p>
          <a:p>
            <a:r>
              <a:t>    {</a:t>
            </a:r>
          </a:p>
          <a:p>
            <a:r>
              <a:t>      "text": "施策4",</a:t>
            </a:r>
          </a:p>
          <a:p>
            <a:r>
              <a:t>      "refs": [</a:t>
            </a:r>
          </a:p>
          <a:p>
            <a:r>
              <a:t>        {</a:t>
            </a:r>
          </a:p>
          <a:p>
            <a:r>
              <a:t>          "source_id": "s042",</a:t>
            </a:r>
          </a:p>
          <a:p>
            <a:r>
              <a:t>          "quote": "施策4"</a:t>
            </a:r>
          </a:p>
          <a:p>
            <a:r>
              <a:t>        }</a:t>
            </a:r>
          </a:p>
          <a:p>
            <a:r>
              <a:t>      ],</a:t>
            </a:r>
          </a:p>
          <a:p>
            <a:r>
              <a:t>      "mode": "verbatim"</a:t>
            </a:r>
          </a:p>
          <a:p>
            <a:r>
              <a:t>    },</a:t>
            </a:r>
          </a:p>
          <a:p>
            <a:r>
              <a:t>    {</a:t>
            </a:r>
          </a:p>
          <a:p>
            <a:r>
              <a:t>      "text": "施策5",</a:t>
            </a:r>
          </a:p>
          <a:p>
            <a:r>
              <a:t>      "refs": [</a:t>
            </a:r>
          </a:p>
          <a:p>
            <a:r>
              <a:t>        {</a:t>
            </a:r>
          </a:p>
          <a:p>
            <a:r>
              <a:t>          "source_id": "s042",</a:t>
            </a:r>
          </a:p>
          <a:p>
            <a:r>
              <a:t>          "quote": "施策5"</a:t>
            </a:r>
          </a:p>
          <a:p>
            <a:r>
              <a:t>        }</a:t>
            </a:r>
          </a:p>
          <a:p>
            <a:r>
              <a:t>      ],</a:t>
            </a:r>
          </a:p>
          <a:p>
            <a:r>
              <a:t>      "mode": "verbatim"</a:t>
            </a:r>
          </a:p>
          <a:p>
            <a:r>
              <a:t>    },</a:t>
            </a:r>
          </a:p>
          <a:p>
            <a:r>
              <a:t>    {</a:t>
            </a:r>
          </a:p>
          <a:p>
            <a:r>
              <a:t>      "text": "見出し 2",</a:t>
            </a:r>
          </a:p>
          <a:p>
            <a:r>
              <a:t>      "refs": [</a:t>
            </a:r>
          </a:p>
          <a:p>
            <a:r>
              <a:t>        {</a:t>
            </a:r>
          </a:p>
          <a:p>
            <a:r>
              <a:t>          "source_id": "s042",</a:t>
            </a:r>
          </a:p>
          <a:p>
            <a:r>
              <a:t>          "quote": "見出し 2"</a:t>
            </a:r>
          </a:p>
          <a:p>
            <a:r>
              <a:t>        }</a:t>
            </a:r>
          </a:p>
          <a:p>
            <a:r>
              <a:t>      ],</a:t>
            </a:r>
          </a:p>
          <a:p>
            <a:r>
              <a:t>      "mode": "verbatim"</a:t>
            </a:r>
          </a:p>
          <a:p>
            <a:r>
              <a:t>    },</a:t>
            </a:r>
          </a:p>
          <a:p>
            <a:r>
              <a:t>    {</a:t>
            </a:r>
          </a:p>
          <a:p>
            <a:r>
              <a:t>      "text": "記載例1",</a:t>
            </a:r>
          </a:p>
          <a:p>
            <a:r>
              <a:t>      "refs": [</a:t>
            </a:r>
          </a:p>
          <a:p>
            <a:r>
              <a:t>        {</a:t>
            </a:r>
          </a:p>
          <a:p>
            <a:r>
              <a:t>          "source_id": "s042",</a:t>
            </a:r>
          </a:p>
          <a:p>
            <a:r>
              <a:t>          "quote": "記載例1"</a:t>
            </a:r>
          </a:p>
          <a:p>
            <a:r>
              <a:t>        }</a:t>
            </a:r>
          </a:p>
          <a:p>
            <a:r>
              <a:t>      ],</a:t>
            </a:r>
          </a:p>
          <a:p>
            <a:r>
              <a:t>      "mode": "verbatim"</a:t>
            </a:r>
          </a:p>
          <a:p>
            <a:r>
              <a:t>    },</a:t>
            </a:r>
          </a:p>
          <a:p>
            <a:r>
              <a:t>    {</a:t>
            </a:r>
          </a:p>
          <a:p>
            <a:r>
              <a:t>      "text": "記載例2",</a:t>
            </a:r>
          </a:p>
          <a:p>
            <a:r>
              <a:t>      "refs": [</a:t>
            </a:r>
          </a:p>
          <a:p>
            <a:r>
              <a:t>        {</a:t>
            </a:r>
          </a:p>
          <a:p>
            <a:r>
              <a:t>          "source_id": "s042",</a:t>
            </a:r>
          </a:p>
          <a:p>
            <a:r>
              <a:t>          "quote": "記載例2"</a:t>
            </a:r>
          </a:p>
          <a:p>
            <a:r>
              <a:t>        }</a:t>
            </a:r>
          </a:p>
          <a:p>
            <a:r>
              <a:t>      ],</a:t>
            </a:r>
          </a:p>
          <a:p>
            <a:r>
              <a:t>      "mode": "verbatim"</a:t>
            </a:r>
          </a:p>
          <a:p>
            <a:r>
              <a:t>    }</a:t>
            </a:r>
          </a:p>
          <a:p>
            <a:r>
              <a:t>  ],</a:t>
            </a:r>
          </a:p>
          <a:p>
            <a:r>
              <a:t>  "citations": {</a:t>
            </a:r>
          </a:p>
          <a:p>
            <a:r>
              <a:t>    "s042": "Public MIT sample: templates/freeform_parts_more_16x9.html section 15"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"fb9c3ec422df6d9c45d6655b5f1cfdfe31dccc09dec4774a543a84d70935a975"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"slide043",</a:t>
            </a:r>
          </a:p>
          <a:p>
            <a:r>
              <a:t>  "origin": "catalog",</a:t>
            </a:r>
          </a:p>
          <a:p>
            <a:r>
              <a:t>  "layout_id": "process_matrix",</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"プロセス×観点の行列",</a:t>
            </a:r>
          </a:p>
          <a:p>
            <a:r>
              <a:t>      "refs": [</a:t>
            </a:r>
          </a:p>
          <a:p>
            <a:r>
              <a:t>        {</a:t>
            </a:r>
          </a:p>
          <a:p>
            <a:r>
              <a:t>          "source_id": "s043",</a:t>
            </a:r>
          </a:p>
          <a:p>
            <a:r>
              <a:t>          "quote": "プロセス×観点の行列"</a:t>
            </a:r>
          </a:p>
          <a:p>
            <a:r>
              <a:t>        }</a:t>
            </a:r>
          </a:p>
          <a:p>
            <a:r>
              <a:t>      ],</a:t>
            </a:r>
          </a:p>
          <a:p>
            <a:r>
              <a:t>      "mode": "verbatim"</a:t>
            </a:r>
          </a:p>
          <a:p>
            <a:r>
              <a:t>    },</a:t>
            </a:r>
          </a:p>
          <a:p>
            <a:r>
              <a:t>    {</a:t>
            </a:r>
          </a:p>
          <a:p>
            <a:r>
              <a:t>      "text": "出典：公開見本",</a:t>
            </a:r>
          </a:p>
          <a:p>
            <a:r>
              <a:t>      "refs": [</a:t>
            </a:r>
          </a:p>
          <a:p>
            <a:r>
              <a:t>        {</a:t>
            </a:r>
          </a:p>
          <a:p>
            <a:r>
              <a:t>          "source_id": "s043",</a:t>
            </a:r>
          </a:p>
          <a:p>
            <a:r>
              <a:t>          "quote": "出典：公開見本"</a:t>
            </a:r>
          </a:p>
          <a:p>
            <a:r>
              <a:t>        }</a:t>
            </a:r>
          </a:p>
          <a:p>
            <a:r>
              <a:t>      ],</a:t>
            </a:r>
          </a:p>
          <a:p>
            <a:r>
              <a:t>      "mode": "verbatim"</a:t>
            </a:r>
          </a:p>
          <a:p>
            <a:r>
              <a:t>    },</a:t>
            </a:r>
          </a:p>
          <a:p>
            <a:r>
              <a:t>    {</a:t>
            </a:r>
          </a:p>
          <a:p>
            <a:r>
              <a:t>      "text": "行の軸名",</a:t>
            </a:r>
          </a:p>
          <a:p>
            <a:r>
              <a:t>      "refs": [</a:t>
            </a:r>
          </a:p>
          <a:p>
            <a:r>
              <a:t>        {</a:t>
            </a:r>
          </a:p>
          <a:p>
            <a:r>
              <a:t>          "source_id": "s043",</a:t>
            </a:r>
          </a:p>
          <a:p>
            <a:r>
              <a:t>          "quote": "行の軸名"</a:t>
            </a:r>
          </a:p>
          <a:p>
            <a:r>
              <a:t>        }</a:t>
            </a:r>
          </a:p>
          <a:p>
            <a:r>
              <a:t>      ],</a:t>
            </a:r>
          </a:p>
          <a:p>
            <a:r>
              <a:t>      "mode": "verbatim"</a:t>
            </a:r>
          </a:p>
          <a:p>
            <a:r>
              <a:t>    },</a:t>
            </a:r>
          </a:p>
          <a:p>
            <a:r>
              <a:t>    {</a:t>
            </a:r>
          </a:p>
          <a:p>
            <a:r>
              <a:t>      "text": "列見出し1",</a:t>
            </a:r>
          </a:p>
          <a:p>
            <a:r>
              <a:t>      "refs": [</a:t>
            </a:r>
          </a:p>
          <a:p>
            <a:r>
              <a:t>        {</a:t>
            </a:r>
          </a:p>
          <a:p>
            <a:r>
              <a:t>          "source_id": "s043",</a:t>
            </a:r>
          </a:p>
          <a:p>
            <a:r>
              <a:t>          "quote": "列見出し1"</a:t>
            </a:r>
          </a:p>
          <a:p>
            <a:r>
              <a:t>        }</a:t>
            </a:r>
          </a:p>
          <a:p>
            <a:r>
              <a:t>      ],</a:t>
            </a:r>
          </a:p>
          <a:p>
            <a:r>
              <a:t>      "mode": "verbatim"</a:t>
            </a:r>
          </a:p>
          <a:p>
            <a:r>
              <a:t>    },</a:t>
            </a:r>
          </a:p>
          <a:p>
            <a:r>
              <a:t>    {</a:t>
            </a:r>
          </a:p>
          <a:p>
            <a:r>
              <a:t>      "text": "列見出し2",</a:t>
            </a:r>
          </a:p>
          <a:p>
            <a:r>
              <a:t>      "refs": [</a:t>
            </a:r>
          </a:p>
          <a:p>
            <a:r>
              <a:t>        {</a:t>
            </a:r>
          </a:p>
          <a:p>
            <a:r>
              <a:t>          "source_id": "s043",</a:t>
            </a:r>
          </a:p>
          <a:p>
            <a:r>
              <a:t>          "quote": "列見出し2"</a:t>
            </a:r>
          </a:p>
          <a:p>
            <a:r>
              <a:t>        }</a:t>
            </a:r>
          </a:p>
          <a:p>
            <a:r>
              <a:t>      ],</a:t>
            </a:r>
          </a:p>
          <a:p>
            <a:r>
              <a:t>      "mode": "verbatim"</a:t>
            </a:r>
          </a:p>
          <a:p>
            <a:r>
              <a:t>    },</a:t>
            </a:r>
          </a:p>
          <a:p>
            <a:r>
              <a:t>    {</a:t>
            </a:r>
          </a:p>
          <a:p>
            <a:r>
              <a:t>      "text": "列見出し3",</a:t>
            </a:r>
          </a:p>
          <a:p>
            <a:r>
              <a:t>      "refs": [</a:t>
            </a:r>
          </a:p>
          <a:p>
            <a:r>
              <a:t>        {</a:t>
            </a:r>
          </a:p>
          <a:p>
            <a:r>
              <a:t>          "source_id": "s043",</a:t>
            </a:r>
          </a:p>
          <a:p>
            <a:r>
              <a:t>          "quote": "列見出し3"</a:t>
            </a:r>
          </a:p>
          <a:p>
            <a:r>
              <a:t>        }</a:t>
            </a:r>
          </a:p>
          <a:p>
            <a:r>
              <a:t>      ],</a:t>
            </a:r>
          </a:p>
          <a:p>
            <a:r>
              <a:t>      "mode": "verbatim"</a:t>
            </a:r>
          </a:p>
          <a:p>
            <a:r>
              <a:t>    },</a:t>
            </a:r>
          </a:p>
          <a:p>
            <a:r>
              <a:t>    {</a:t>
            </a:r>
          </a:p>
          <a:p>
            <a:r>
              <a:t>      "text": "行見出し1",</a:t>
            </a:r>
          </a:p>
          <a:p>
            <a:r>
              <a:t>      "refs": [</a:t>
            </a:r>
          </a:p>
          <a:p>
            <a:r>
              <a:t>        {</a:t>
            </a:r>
          </a:p>
          <a:p>
            <a:r>
              <a:t>          "source_id": "s043",</a:t>
            </a:r>
          </a:p>
          <a:p>
            <a:r>
              <a:t>          "quote": "行見出し1"</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"行見出し2",</a:t>
            </a:r>
          </a:p>
          <a:p>
            <a:r>
              <a:t>      "refs": [</a:t>
            </a:r>
          </a:p>
          <a:p>
            <a:r>
              <a:t>        {</a:t>
            </a:r>
          </a:p>
          <a:p>
            <a:r>
              <a:t>          "source_id": "s043",</a:t>
            </a:r>
          </a:p>
          <a:p>
            <a:r>
              <a:t>          "quote": "行見出し2"</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"行見出し3",</a:t>
            </a:r>
          </a:p>
          <a:p>
            <a:r>
              <a:t>      "refs": [</a:t>
            </a:r>
          </a:p>
          <a:p>
            <a:r>
              <a:t>        {</a:t>
            </a:r>
          </a:p>
          <a:p>
            <a:r>
              <a:t>          "source_id": "s043",</a:t>
            </a:r>
          </a:p>
          <a:p>
            <a:r>
              <a:t>          "quote": "行見出し3"</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"text": "値",</a:t>
            </a:r>
          </a:p>
          <a:p>
            <a:r>
              <a:t>      "refs": [</a:t>
            </a:r>
          </a:p>
          <a:p>
            <a:r>
              <a:t>        {</a:t>
            </a:r>
          </a:p>
          <a:p>
            <a:r>
              <a:t>          "source_id": "s043",</a:t>
            </a:r>
          </a:p>
          <a:p>
            <a:r>
              <a:t>          "quote": "値"</a:t>
            </a:r>
          </a:p>
          <a:p>
            <a:r>
              <a:t>        }</a:t>
            </a:r>
          </a:p>
          <a:p>
            <a:r>
              <a:t>      ],</a:t>
            </a:r>
          </a:p>
          <a:p>
            <a:r>
              <a:t>      "mode": "verbatim"</a:t>
            </a:r>
          </a:p>
          <a:p>
            <a:r>
              <a:t>    }</a:t>
            </a:r>
          </a:p>
          <a:p>
            <a:r>
              <a:t>  ],</a:t>
            </a:r>
          </a:p>
          <a:p>
            <a:r>
              <a:t>  "citations": {</a:t>
            </a:r>
          </a:p>
          <a:p>
            <a:r>
              <a:t>    "s043": "Public MIT sample: templates/freeform_parts_more_16x9.html section 16"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"72558d24570a614bea6d90ee1045928b8ce53b23a93cb33942a2193ad589a3b3"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"slide044",</a:t>
            </a:r>
          </a:p>
          <a:p>
            <a:r>
              <a:t>  "origin": "catalog",</a:t>
            </a:r>
          </a:p>
          <a:p>
            <a:r>
              <a:t>  "layout_id": "nested_row_matrix",</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"入れ子行の行列",</a:t>
            </a:r>
          </a:p>
          <a:p>
            <a:r>
              <a:t>      "refs": [</a:t>
            </a:r>
          </a:p>
          <a:p>
            <a:r>
              <a:t>        {</a:t>
            </a:r>
          </a:p>
          <a:p>
            <a:r>
              <a:t>          "source_id": "s044",</a:t>
            </a:r>
          </a:p>
          <a:p>
            <a:r>
              <a:t>          "quote": "入れ子行の行列"</a:t>
            </a:r>
          </a:p>
          <a:p>
            <a:r>
              <a:t>        }</a:t>
            </a:r>
          </a:p>
          <a:p>
            <a:r>
              <a:t>      ],</a:t>
            </a:r>
          </a:p>
          <a:p>
            <a:r>
              <a:t>      "mode": "verbatim"</a:t>
            </a:r>
          </a:p>
          <a:p>
            <a:r>
              <a:t>    },</a:t>
            </a:r>
          </a:p>
          <a:p>
            <a:r>
              <a:t>    {</a:t>
            </a:r>
          </a:p>
          <a:p>
            <a:r>
              <a:t>      "text": "出典：公開見本",</a:t>
            </a:r>
          </a:p>
          <a:p>
            <a:r>
              <a:t>      "refs": [</a:t>
            </a:r>
          </a:p>
          <a:p>
            <a:r>
              <a:t>        {</a:t>
            </a:r>
          </a:p>
          <a:p>
            <a:r>
              <a:t>          "source_id": "s044",</a:t>
            </a:r>
          </a:p>
          <a:p>
            <a:r>
              <a:t>          "quote": "出典：公開見本"</a:t>
            </a:r>
          </a:p>
          <a:p>
            <a:r>
              <a:t>        }</a:t>
            </a:r>
          </a:p>
          <a:p>
            <a:r>
              <a:t>      ],</a:t>
            </a:r>
          </a:p>
          <a:p>
            <a:r>
              <a:t>      "mode": "verbatim"</a:t>
            </a:r>
          </a:p>
          <a:p>
            <a:r>
              <a:t>    },</a:t>
            </a:r>
          </a:p>
          <a:p>
            <a:r>
              <a:t>    {</a:t>
            </a:r>
          </a:p>
          <a:p>
            <a:r>
              <a:t>      "text": "大分類",</a:t>
            </a:r>
          </a:p>
          <a:p>
            <a:r>
              <a:t>      "refs": [</a:t>
            </a:r>
          </a:p>
          <a:p>
            <a:r>
              <a:t>        {</a:t>
            </a:r>
          </a:p>
          <a:p>
            <a:r>
              <a:t>          "source_id": "s044",</a:t>
            </a:r>
          </a:p>
          <a:p>
            <a:r>
              <a:t>          "quote": "大分類"</a:t>
            </a:r>
          </a:p>
          <a:p>
            <a:r>
              <a:t>        }</a:t>
            </a:r>
          </a:p>
          <a:p>
            <a:r>
              <a:t>      ],</a:t>
            </a:r>
          </a:p>
          <a:p>
            <a:r>
              <a:t>      "mode": "verbatim"</a:t>
            </a:r>
          </a:p>
          <a:p>
            <a:r>
              <a:t>    },</a:t>
            </a:r>
          </a:p>
          <a:p>
            <a:r>
              <a:t>    {</a:t>
            </a:r>
          </a:p>
          <a:p>
            <a:r>
              <a:t>      "text": "小分類",</a:t>
            </a:r>
          </a:p>
          <a:p>
            <a:r>
              <a:t>      "refs": [</a:t>
            </a:r>
          </a:p>
          <a:p>
            <a:r>
              <a:t>        {</a:t>
            </a:r>
          </a:p>
          <a:p>
            <a:r>
              <a:t>          "source_id": "s044",</a:t>
            </a:r>
          </a:p>
          <a:p>
            <a:r>
              <a:t>          "quote": "小分類"</a:t>
            </a:r>
          </a:p>
          <a:p>
            <a:r>
              <a:t>        }</a:t>
            </a:r>
          </a:p>
          <a:p>
            <a:r>
              <a:t>      ],</a:t>
            </a:r>
          </a:p>
          <a:p>
            <a:r>
              <a:t>      "mode": "verbatim"</a:t>
            </a:r>
          </a:p>
          <a:p>
            <a:r>
              <a:t>    },</a:t>
            </a:r>
          </a:p>
          <a:p>
            <a:r>
              <a:t>    {</a:t>
            </a:r>
          </a:p>
          <a:p>
            <a:r>
              <a:t>      "text": "内容",</a:t>
            </a:r>
          </a:p>
          <a:p>
            <a:r>
              <a:t>      "refs": [</a:t>
            </a:r>
          </a:p>
          <a:p>
            <a:r>
              <a:t>        {</a:t>
            </a:r>
          </a:p>
          <a:p>
            <a:r>
              <a:t>          "source_id": "s044",</a:t>
            </a:r>
          </a:p>
          <a:p>
            <a:r>
              <a:t>          "quote": "内容"</a:t>
            </a:r>
          </a:p>
          <a:p>
            <a:r>
              <a:t>        }</a:t>
            </a:r>
          </a:p>
          <a:p>
            <a:r>
              <a:t>      ],</a:t>
            </a:r>
          </a:p>
          <a:p>
            <a:r>
              <a:t>      "mode": "verbatim"</a:t>
            </a:r>
          </a:p>
          <a:p>
            <a:r>
              <a:t>    },</a:t>
            </a:r>
          </a:p>
          <a:p>
            <a:r>
              <a:t>    {</a:t>
            </a:r>
          </a:p>
          <a:p>
            <a:r>
              <a:t>      "text": "項目1",</a:t>
            </a:r>
          </a:p>
          <a:p>
            <a:r>
              <a:t>      "refs": [</a:t>
            </a:r>
          </a:p>
          <a:p>
            <a:r>
              <a:t>        {</a:t>
            </a:r>
          </a:p>
          <a:p>
            <a:r>
              <a:t>          "source_id": "s044",</a:t>
            </a:r>
          </a:p>
          <a:p>
            <a:r>
              <a:t>          "quote": "項目1"</a:t>
            </a:r>
          </a:p>
          <a:p>
            <a:r>
              <a:t>        }</a:t>
            </a:r>
          </a:p>
          <a:p>
            <a:r>
              <a:t>      ],</a:t>
            </a:r>
          </a:p>
          <a:p>
            <a:r>
              <a:t>      "mode": "verbatim"</a:t>
            </a:r>
          </a:p>
          <a:p>
            <a:r>
              <a:t>    },</a:t>
            </a:r>
          </a:p>
          <a:p>
            <a:r>
              <a:t>    {</a:t>
            </a:r>
          </a:p>
          <a:p>
            <a:r>
              <a:t>      "text": "項目2",</a:t>
            </a:r>
          </a:p>
          <a:p>
            <a:r>
              <a:t>      "refs": [</a:t>
            </a:r>
          </a:p>
          <a:p>
            <a:r>
              <a:t>        {</a:t>
            </a:r>
          </a:p>
          <a:p>
            <a:r>
              <a:t>          "source_id": "s044",</a:t>
            </a:r>
          </a:p>
          <a:p>
            <a:r>
              <a:t>          "quote": "項目2"</a:t>
            </a:r>
          </a:p>
          <a:p>
            <a:r>
              <a:t>        }</a:t>
            </a:r>
          </a:p>
          <a:p>
            <a:r>
              <a:t>      ],</a:t>
            </a:r>
          </a:p>
          <a:p>
            <a:r>
              <a:t>      "mode": "verbatim"</a:t>
            </a:r>
          </a:p>
          <a:p>
            <a:r>
              <a:t>    },</a:t>
            </a:r>
          </a:p>
          <a:p>
            <a:r>
              <a:t>    {</a:t>
            </a:r>
          </a:p>
          <a:p>
            <a:r>
              <a:t>      "text": "記載例1\n記載例2",</a:t>
            </a:r>
          </a:p>
          <a:p>
            <a:r>
              <a:t>      "refs": [</a:t>
            </a:r>
          </a:p>
          <a:p>
            <a:r>
              <a:t>        {</a:t>
            </a:r>
          </a:p>
          <a:p>
            <a:r>
              <a:t>          "source_id": "s044",</a:t>
            </a:r>
          </a:p>
          <a:p>
            <a:r>
              <a:t>          "quote": "記載例1\n記載例2"</a:t>
            </a:r>
          </a:p>
          <a:p>
            <a:r>
              <a:t>        }</a:t>
            </a:r>
          </a:p>
          <a:p>
            <a:r>
              <a:t>      ],</a:t>
            </a:r>
          </a:p>
          <a:p>
            <a:r>
              <a:t>      "mode": "verbatim"</a:t>
            </a:r>
          </a:p>
          <a:p>
            <a:r>
              <a:t>    },</a:t>
            </a:r>
          </a:p>
          <a:p>
            <a:r>
              <a:t>    {</a:t>
            </a:r>
          </a:p>
          <a:p>
            <a:r>
              <a:t>      "text": "項目3",</a:t>
            </a:r>
          </a:p>
          <a:p>
            <a:r>
              <a:t>      "refs": [</a:t>
            </a:r>
          </a:p>
          <a:p>
            <a:r>
              <a:t>        {</a:t>
            </a:r>
          </a:p>
          <a:p>
            <a:r>
              <a:t>          "source_id": "s044",</a:t>
            </a:r>
          </a:p>
          <a:p>
            <a:r>
              <a:t>          "quote": "項目3"</a:t>
            </a:r>
          </a:p>
          <a:p>
            <a:r>
              <a:t>        }</a:t>
            </a:r>
          </a:p>
          <a:p>
            <a:r>
              <a:t>      ],</a:t>
            </a:r>
          </a:p>
          <a:p>
            <a:r>
              <a:t>      "mode": "verbatim"</a:t>
            </a:r>
          </a:p>
          <a:p>
            <a:r>
              <a:t>    },</a:t>
            </a:r>
          </a:p>
          <a:p>
            <a:r>
              <a:t>    {</a:t>
            </a:r>
          </a:p>
          <a:p>
            <a:r>
              <a:t>      "text": "記載例3\n記載例4",</a:t>
            </a:r>
          </a:p>
          <a:p>
            <a:r>
              <a:t>      "refs": [</a:t>
            </a:r>
          </a:p>
          <a:p>
            <a:r>
              <a:t>        {</a:t>
            </a:r>
          </a:p>
          <a:p>
            <a:r>
              <a:t>          "source_id": "s044",</a:t>
            </a:r>
          </a:p>
          <a:p>
            <a:r>
              <a:t>          "quote": "記載例3\n記載例4"</a:t>
            </a:r>
          </a:p>
          <a:p>
            <a:r>
              <a:t>        }</a:t>
            </a:r>
          </a:p>
          <a:p>
            <a:r>
              <a:t>      ],</a:t>
            </a:r>
          </a:p>
          <a:p>
            <a:r>
              <a:t>      "mode": "verbatim"</a:t>
            </a:r>
          </a:p>
          <a:p>
            <a:r>
              <a:t>    },</a:t>
            </a:r>
          </a:p>
          <a:p>
            <a:r>
              <a:t>    {</a:t>
            </a:r>
          </a:p>
          <a:p>
            <a:r>
              <a:t>      "text": "項目4",</a:t>
            </a:r>
          </a:p>
          <a:p>
            <a:r>
              <a:t>      "refs": [</a:t>
            </a:r>
          </a:p>
          <a:p>
            <a:r>
              <a:t>        {</a:t>
            </a:r>
          </a:p>
          <a:p>
            <a:r>
              <a:t>          "source_id": "s044",</a:t>
            </a:r>
          </a:p>
          <a:p>
            <a:r>
              <a:t>          "quote": "項目4"</a:t>
            </a:r>
          </a:p>
          <a:p>
            <a:r>
              <a:t>        }</a:t>
            </a:r>
          </a:p>
          <a:p>
            <a:r>
              <a:t>      ],</a:t>
            </a:r>
          </a:p>
          <a:p>
            <a:r>
              <a:t>      "mode": "verbatim"</a:t>
            </a:r>
          </a:p>
          <a:p>
            <a:r>
              <a:t>    },</a:t>
            </a:r>
          </a:p>
          <a:p>
            <a:r>
              <a:t>    {</a:t>
            </a:r>
          </a:p>
          <a:p>
            <a:r>
              <a:t>      "text": "記載例5\n記載例6",</a:t>
            </a:r>
          </a:p>
          <a:p>
            <a:r>
              <a:t>      "refs": [</a:t>
            </a:r>
          </a:p>
          <a:p>
            <a:r>
              <a:t>        {</a:t>
            </a:r>
          </a:p>
          <a:p>
            <a:r>
              <a:t>          "source_id": "s044",</a:t>
            </a:r>
          </a:p>
          <a:p>
            <a:r>
              <a:t>          "quote": "記載例5\n記載例6"</a:t>
            </a:r>
          </a:p>
          <a:p>
            <a:r>
              <a:t>        }</a:t>
            </a:r>
          </a:p>
          <a:p>
            <a:r>
              <a:t>      ],</a:t>
            </a:r>
          </a:p>
          <a:p>
            <a:r>
              <a:t>      "mode": "verbatim"</a:t>
            </a:r>
          </a:p>
          <a:p>
            <a:r>
              <a:t>    },</a:t>
            </a:r>
          </a:p>
          <a:p>
            <a:r>
              <a:t>    {</a:t>
            </a:r>
          </a:p>
          <a:p>
            <a:r>
              <a:t>      "text": "項目5",</a:t>
            </a:r>
          </a:p>
          <a:p>
            <a:r>
              <a:t>      "refs": [</a:t>
            </a:r>
          </a:p>
          <a:p>
            <a:r>
              <a:t>        {</a:t>
            </a:r>
          </a:p>
          <a:p>
            <a:r>
              <a:t>          "source_id": "s044",</a:t>
            </a:r>
          </a:p>
          <a:p>
            <a:r>
              <a:t>          "quote": "項目5"</a:t>
            </a:r>
          </a:p>
          <a:p>
            <a:r>
              <a:t>        }</a:t>
            </a:r>
          </a:p>
          <a:p>
            <a:r>
              <a:t>      ],</a:t>
            </a:r>
          </a:p>
          <a:p>
            <a:r>
              <a:t>      "mode": "verbatim"</a:t>
            </a:r>
          </a:p>
          <a:p>
            <a:r>
              <a:t>    },</a:t>
            </a:r>
          </a:p>
          <a:p>
            <a:r>
              <a:t>    {</a:t>
            </a:r>
          </a:p>
          <a:p>
            <a:r>
              <a:t>      "text": "項目6",</a:t>
            </a:r>
          </a:p>
          <a:p>
            <a:r>
              <a:t>      "refs": [</a:t>
            </a:r>
          </a:p>
          <a:p>
            <a:r>
              <a:t>        {</a:t>
            </a:r>
          </a:p>
          <a:p>
            <a:r>
              <a:t>          "source_id": "s044",</a:t>
            </a:r>
          </a:p>
          <a:p>
            <a:r>
              <a:t>          "quote": "項目6"</a:t>
            </a:r>
          </a:p>
          <a:p>
            <a:r>
              <a:t>        }</a:t>
            </a:r>
          </a:p>
          <a:p>
            <a:r>
              <a:t>      ],</a:t>
            </a:r>
          </a:p>
          <a:p>
            <a:r>
              <a:t>      "mode": "verbatim"</a:t>
            </a:r>
          </a:p>
          <a:p>
            <a:r>
              <a:t>    },</a:t>
            </a:r>
          </a:p>
          <a:p>
            <a:r>
              <a:t>    {</a:t>
            </a:r>
          </a:p>
          <a:p>
            <a:r>
              <a:t>      "text": "記載例7",</a:t>
            </a:r>
          </a:p>
          <a:p>
            <a:r>
              <a:t>      "refs": [</a:t>
            </a:r>
          </a:p>
          <a:p>
            <a:r>
              <a:t>        {</a:t>
            </a:r>
          </a:p>
          <a:p>
            <a:r>
              <a:t>          "source_id": "s044",</a:t>
            </a:r>
          </a:p>
          <a:p>
            <a:r>
              <a:t>          "quote": "記載例7"</a:t>
            </a:r>
          </a:p>
          <a:p>
            <a:r>
              <a:t>        }</a:t>
            </a:r>
          </a:p>
          <a:p>
            <a:r>
              <a:t>      ],</a:t>
            </a:r>
          </a:p>
          <a:p>
            <a:r>
              <a:t>      "mode": "verbatim"</a:t>
            </a:r>
          </a:p>
          <a:p>
            <a:r>
              <a:t>    },</a:t>
            </a:r>
          </a:p>
          <a:p>
            <a:r>
              <a:t>    {</a:t>
            </a:r>
          </a:p>
          <a:p>
            <a:r>
              <a:t>      "text": "項目7",</a:t>
            </a:r>
          </a:p>
          <a:p>
            <a:r>
              <a:t>      "refs": [</a:t>
            </a:r>
          </a:p>
          <a:p>
            <a:r>
              <a:t>        {</a:t>
            </a:r>
          </a:p>
          <a:p>
            <a:r>
              <a:t>          "source_id": "s044",</a:t>
            </a:r>
          </a:p>
          <a:p>
            <a:r>
              <a:t>          "quote": "項目7"</a:t>
            </a:r>
          </a:p>
          <a:p>
            <a:r>
              <a:t>        }</a:t>
            </a:r>
          </a:p>
          <a:p>
            <a:r>
              <a:t>      ],</a:t>
            </a:r>
          </a:p>
          <a:p>
            <a:r>
              <a:t>      "mode": "verbatim"</a:t>
            </a:r>
          </a:p>
          <a:p>
            <a:r>
              <a:t>    },</a:t>
            </a:r>
          </a:p>
          <a:p>
            <a:r>
              <a:t>    {</a:t>
            </a:r>
          </a:p>
          <a:p>
            <a:r>
              <a:t>      "text": "記載例8",</a:t>
            </a:r>
          </a:p>
          <a:p>
            <a:r>
              <a:t>      "refs": [</a:t>
            </a:r>
          </a:p>
          <a:p>
            <a:r>
              <a:t>        {</a:t>
            </a:r>
          </a:p>
          <a:p>
            <a:r>
              <a:t>          "source_id": "s044",</a:t>
            </a:r>
          </a:p>
          <a:p>
            <a:r>
              <a:t>          "quote": "記載例8"</a:t>
            </a:r>
          </a:p>
          <a:p>
            <a:r>
              <a:t>        }</a:t>
            </a:r>
          </a:p>
          <a:p>
            <a:r>
              <a:t>      ],</a:t>
            </a:r>
          </a:p>
          <a:p>
            <a:r>
              <a:t>      "mode": "verbatim"</a:t>
            </a:r>
          </a:p>
          <a:p>
            <a:r>
              <a:t>    }</a:t>
            </a:r>
          </a:p>
          <a:p>
            <a:r>
              <a:t>  ],</a:t>
            </a:r>
          </a:p>
          <a:p>
            <a:r>
              <a:t>  "citations": {</a:t>
            </a:r>
          </a:p>
          <a:p>
            <a:r>
              <a:t>    "s044": "Public MIT sample: templates/freeform_parts_more_16x9.html section 17"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"44dd0af430d3277c5e16f47569298cb202c90126843812ce470df6bccf5e17e0"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"slide045",</a:t>
            </a:r>
          </a:p>
          <a:p>
            <a:r>
              <a:t>  "origin": "catalog",</a:t>
            </a:r>
          </a:p>
          <a:p>
            <a:r>
              <a:t>  "layout_id": "timeline_matrix",</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"時系列マトリクス",</a:t>
            </a:r>
          </a:p>
          <a:p>
            <a:r>
              <a:t>      "refs": [</a:t>
            </a:r>
          </a:p>
          <a:p>
            <a:r>
              <a:t>        {</a:t>
            </a:r>
          </a:p>
          <a:p>
            <a:r>
              <a:t>          "source_id": "s045",</a:t>
            </a:r>
          </a:p>
          <a:p>
            <a:r>
              <a:t>          "quote": "時系列マトリクス"</a:t>
            </a:r>
          </a:p>
          <a:p>
            <a:r>
              <a:t>        }</a:t>
            </a:r>
          </a:p>
          <a:p>
            <a:r>
              <a:t>      ],</a:t>
            </a:r>
          </a:p>
          <a:p>
            <a:r>
              <a:t>      "mode": "verbatim"</a:t>
            </a:r>
          </a:p>
          <a:p>
            <a:r>
              <a:t>    },</a:t>
            </a:r>
          </a:p>
          <a:p>
            <a:r>
              <a:t>    {</a:t>
            </a:r>
          </a:p>
          <a:p>
            <a:r>
              <a:t>      "text": "出典：公開見本",</a:t>
            </a:r>
          </a:p>
          <a:p>
            <a:r>
              <a:t>      "refs": [</a:t>
            </a:r>
          </a:p>
          <a:p>
            <a:r>
              <a:t>        {</a:t>
            </a:r>
          </a:p>
          <a:p>
            <a:r>
              <a:t>          "source_id": "s045",</a:t>
            </a:r>
          </a:p>
          <a:p>
            <a:r>
              <a:t>          "quote": "出典：公開見本"</a:t>
            </a:r>
          </a:p>
          <a:p>
            <a:r>
              <a:t>        }</a:t>
            </a:r>
          </a:p>
          <a:p>
            <a:r>
              <a:t>      ],</a:t>
            </a:r>
          </a:p>
          <a:p>
            <a:r>
              <a:t>      "mode": "verbatim"</a:t>
            </a:r>
          </a:p>
          <a:p>
            <a:r>
              <a:t>    },</a:t>
            </a:r>
          </a:p>
          <a:p>
            <a:r>
              <a:t>    {</a:t>
            </a:r>
          </a:p>
          <a:p>
            <a:r>
              <a:t>      "text": "段階",</a:t>
            </a:r>
          </a:p>
          <a:p>
            <a:r>
              <a:t>      "refs": [</a:t>
            </a:r>
          </a:p>
          <a:p>
            <a:r>
              <a:t>        {</a:t>
            </a:r>
          </a:p>
          <a:p>
            <a:r>
              <a:t>          "source_id": "s045",</a:t>
            </a:r>
          </a:p>
          <a:p>
            <a:r>
              <a:t>          "quote": "段階"</a:t>
            </a:r>
          </a:p>
          <a:p>
            <a:r>
              <a:t>        }</a:t>
            </a:r>
          </a:p>
          <a:p>
            <a:r>
              <a:t>      ],</a:t>
            </a:r>
          </a:p>
          <a:p>
            <a:r>
              <a:t>      "mode": "verbatim"</a:t>
            </a:r>
          </a:p>
          <a:p>
            <a:r>
              <a:t>    },</a:t>
            </a:r>
          </a:p>
          <a:p>
            <a:r>
              <a:t>    {</a:t>
            </a:r>
          </a:p>
          <a:p>
            <a:r>
              <a:t>      "text": "列見出し1",</a:t>
            </a:r>
          </a:p>
          <a:p>
            <a:r>
              <a:t>      "refs": [</a:t>
            </a:r>
          </a:p>
          <a:p>
            <a:r>
              <a:t>        {</a:t>
            </a:r>
          </a:p>
          <a:p>
            <a:r>
              <a:t>          "source_id": "s045",</a:t>
            </a:r>
          </a:p>
          <a:p>
            <a:r>
              <a:t>          "quote": "列見出し1"</a:t>
            </a:r>
          </a:p>
          <a:p>
            <a:r>
              <a:t>        }</a:t>
            </a:r>
          </a:p>
          <a:p>
            <a:r>
              <a:t>      ],</a:t>
            </a:r>
          </a:p>
          <a:p>
            <a:r>
              <a:t>      "mode": "verbatim"</a:t>
            </a:r>
          </a:p>
          <a:p>
            <a:r>
              <a:t>    },</a:t>
            </a:r>
          </a:p>
          <a:p>
            <a:r>
              <a:t>    {</a:t>
            </a:r>
          </a:p>
          <a:p>
            <a:r>
              <a:t>      "text": "列見出し2",</a:t>
            </a:r>
          </a:p>
          <a:p>
            <a:r>
              <a:t>      "refs": [</a:t>
            </a:r>
          </a:p>
          <a:p>
            <a:r>
              <a:t>        {</a:t>
            </a:r>
          </a:p>
          <a:p>
            <a:r>
              <a:t>          "source_id": "s045",</a:t>
            </a:r>
          </a:p>
          <a:p>
            <a:r>
              <a:t>          "quote": "列見出し2"</a:t>
            </a:r>
          </a:p>
          <a:p>
            <a:r>
              <a:t>        }</a:t>
            </a:r>
          </a:p>
          <a:p>
            <a:r>
              <a:t>      ],</a:t>
            </a:r>
          </a:p>
          <a:p>
            <a:r>
              <a:t>      "mode": "verbatim"</a:t>
            </a:r>
          </a:p>
          <a:p>
            <a:r>
              <a:t>    },</a:t>
            </a:r>
          </a:p>
          <a:p>
            <a:r>
              <a:t>    {</a:t>
            </a:r>
          </a:p>
          <a:p>
            <a:r>
              <a:t>      "text": "列見出し3",</a:t>
            </a:r>
          </a:p>
          <a:p>
            <a:r>
              <a:t>      "refs": [</a:t>
            </a:r>
          </a:p>
          <a:p>
            <a:r>
              <a:t>        {</a:t>
            </a:r>
          </a:p>
          <a:p>
            <a:r>
              <a:t>          "source_id": "s045",</a:t>
            </a:r>
          </a:p>
          <a:p>
            <a:r>
              <a:t>          "quote": "列見出し3"</a:t>
            </a:r>
          </a:p>
          <a:p>
            <a:r>
              <a:t>        }</a:t>
            </a:r>
          </a:p>
          <a:p>
            <a:r>
              <a:t>      ],</a:t>
            </a:r>
          </a:p>
          <a:p>
            <a:r>
              <a:t>      "mode": "verbatim"</a:t>
            </a:r>
          </a:p>
          <a:p>
            <a:r>
              <a:t>    },</a:t>
            </a:r>
          </a:p>
          <a:p>
            <a:r>
              <a:t>    {</a:t>
            </a:r>
          </a:p>
          <a:p>
            <a:r>
              <a:t>      "text": "期間1",</a:t>
            </a:r>
          </a:p>
          <a:p>
            <a:r>
              <a:t>      "refs": [</a:t>
            </a:r>
          </a:p>
          <a:p>
            <a:r>
              <a:t>        {</a:t>
            </a:r>
          </a:p>
          <a:p>
            <a:r>
              <a:t>          "source_id": "s045",</a:t>
            </a:r>
          </a:p>
          <a:p>
            <a:r>
              <a:t>          "quote": "期間1"</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"期間2",</a:t>
            </a:r>
          </a:p>
          <a:p>
            <a:r>
              <a:t>      "refs": [</a:t>
            </a:r>
          </a:p>
          <a:p>
            <a:r>
              <a:t>        {</a:t>
            </a:r>
          </a:p>
          <a:p>
            <a:r>
              <a:t>          "source_id": "s045",</a:t>
            </a:r>
          </a:p>
          <a:p>
            <a:r>
              <a:t>          "quote": "期間2"</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"期間3",</a:t>
            </a:r>
          </a:p>
          <a:p>
            <a:r>
              <a:t>      "refs": [</a:t>
            </a:r>
          </a:p>
          <a:p>
            <a:r>
              <a:t>        {</a:t>
            </a:r>
          </a:p>
          <a:p>
            <a:r>
              <a:t>          "source_id": "s045",</a:t>
            </a:r>
          </a:p>
          <a:p>
            <a:r>
              <a:t>          "quote": "期間3"</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"text": "値",</a:t>
            </a:r>
          </a:p>
          <a:p>
            <a:r>
              <a:t>      "refs": [</a:t>
            </a:r>
          </a:p>
          <a:p>
            <a:r>
              <a:t>        {</a:t>
            </a:r>
          </a:p>
          <a:p>
            <a:r>
              <a:t>          "source_id": "s045",</a:t>
            </a:r>
          </a:p>
          <a:p>
            <a:r>
              <a:t>          "quote": "値"</a:t>
            </a:r>
          </a:p>
          <a:p>
            <a:r>
              <a:t>        }</a:t>
            </a:r>
          </a:p>
          <a:p>
            <a:r>
              <a:t>      ],</a:t>
            </a:r>
          </a:p>
          <a:p>
            <a:r>
              <a:t>      "mode": "verbatim"</a:t>
            </a:r>
          </a:p>
          <a:p>
            <a:r>
              <a:t>    }</a:t>
            </a:r>
          </a:p>
          <a:p>
            <a:r>
              <a:t>  ],</a:t>
            </a:r>
          </a:p>
          <a:p>
            <a:r>
              <a:t>  "citations": {</a:t>
            </a:r>
          </a:p>
          <a:p>
            <a:r>
              <a:t>    "s045": "Public MIT sample: templates/freeform_parts_more_16x9.html section 18"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"2613d2e61b45d095b0d5f08eacefd088c7dec1c9225ead30b4d4a9ca506cb7c9"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"slide046",</a:t>
            </a:r>
          </a:p>
          <a:p>
            <a:r>
              <a:t>  "origin": "catalog",</a:t>
            </a:r>
          </a:p>
          <a:p>
            <a:r>
              <a:t>  "layout_id": "theme_card_grid",</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"テーマカード",</a:t>
            </a:r>
          </a:p>
          <a:p>
            <a:r>
              <a:t>      "refs": [</a:t>
            </a:r>
          </a:p>
          <a:p>
            <a:r>
              <a:t>        {</a:t>
            </a:r>
          </a:p>
          <a:p>
            <a:r>
              <a:t>          "source_id": "s046",</a:t>
            </a:r>
          </a:p>
          <a:p>
            <a:r>
              <a:t>          "quote": "テーマカード"</a:t>
            </a:r>
          </a:p>
          <a:p>
            <a:r>
              <a:t>        }</a:t>
            </a:r>
          </a:p>
          <a:p>
            <a:r>
              <a:t>      ],</a:t>
            </a:r>
          </a:p>
          <a:p>
            <a:r>
              <a:t>      "mode": "verbatim"</a:t>
            </a:r>
          </a:p>
          <a:p>
            <a:r>
              <a:t>    },</a:t>
            </a:r>
          </a:p>
          <a:p>
            <a:r>
              <a:t>    {</a:t>
            </a:r>
          </a:p>
          <a:p>
            <a:r>
              <a:t>      "text": "出典：公開見本",</a:t>
            </a:r>
          </a:p>
          <a:p>
            <a:r>
              <a:t>      "refs": [</a:t>
            </a:r>
          </a:p>
          <a:p>
            <a:r>
              <a:t>        {</a:t>
            </a:r>
          </a:p>
          <a:p>
            <a:r>
              <a:t>          "source_id": "s046",</a:t>
            </a:r>
          </a:p>
          <a:p>
            <a:r>
              <a:t>          "quote": "出典：公開見本"</a:t>
            </a:r>
          </a:p>
          <a:p>
            <a:r>
              <a:t>        }</a:t>
            </a:r>
          </a:p>
          <a:p>
            <a:r>
              <a:t>      ],</a:t>
            </a:r>
          </a:p>
          <a:p>
            <a:r>
              <a:t>      "mode": "verbatim"</a:t>
            </a:r>
          </a:p>
          <a:p>
            <a:r>
              <a:t>    },</a:t>
            </a:r>
          </a:p>
          <a:p>
            <a:r>
              <a:t>    {</a:t>
            </a:r>
          </a:p>
          <a:p>
            <a:r>
              <a:t>      "text": "指標名、単位、2026〜2026年",</a:t>
            </a:r>
          </a:p>
          <a:p>
            <a:r>
              <a:t>      "refs": [</a:t>
            </a:r>
          </a:p>
          <a:p>
            <a:r>
              <a:t>        {</a:t>
            </a:r>
          </a:p>
          <a:p>
            <a:r>
              <a:t>          "source_id": "s046",</a:t>
            </a:r>
          </a:p>
          <a:p>
            <a:r>
              <a:t>          "quote": "指標名、単位、2026〜2026年"</a:t>
            </a:r>
          </a:p>
          <a:p>
            <a:r>
              <a:t>        }</a:t>
            </a:r>
          </a:p>
          <a:p>
            <a:r>
              <a:t>      ],</a:t>
            </a:r>
          </a:p>
          <a:p>
            <a:r>
              <a:t>      "mode": "verbatim"</a:t>
            </a:r>
          </a:p>
          <a:p>
            <a:r>
              <a:t>    },</a:t>
            </a:r>
          </a:p>
          <a:p>
            <a:r>
              <a:t>    {</a:t>
            </a:r>
          </a:p>
          <a:p>
            <a:r>
              <a:t>      "text": "項目1",</a:t>
            </a:r>
          </a:p>
          <a:p>
            <a:r>
              <a:t>      "refs": [</a:t>
            </a:r>
          </a:p>
          <a:p>
            <a:r>
              <a:t>        {</a:t>
            </a:r>
          </a:p>
          <a:p>
            <a:r>
              <a:t>          "source_id": "s046",</a:t>
            </a:r>
          </a:p>
          <a:p>
            <a:r>
              <a:t>          "quote": "項目1"</a:t>
            </a:r>
          </a:p>
          <a:p>
            <a:r>
              <a:t>        }</a:t>
            </a:r>
          </a:p>
          <a:p>
            <a:r>
              <a:t>      ],</a:t>
            </a:r>
          </a:p>
          <a:p>
            <a:r>
              <a:t>      "mode": "verbatim"</a:t>
            </a:r>
          </a:p>
          <a:p>
            <a:r>
              <a:t>    },</a:t>
            </a:r>
          </a:p>
          <a:p>
            <a:r>
              <a:t>    {</a:t>
            </a:r>
          </a:p>
          <a:p>
            <a:r>
              <a:t>      "text": "見出し 2",</a:t>
            </a:r>
          </a:p>
          <a:p>
            <a:r>
              <a:t>      "refs": [</a:t>
            </a:r>
          </a:p>
          <a:p>
            <a:r>
              <a:t>        {</a:t>
            </a:r>
          </a:p>
          <a:p>
            <a:r>
              <a:t>          "source_id": "s046",</a:t>
            </a:r>
          </a:p>
          <a:p>
            <a:r>
              <a:t>          "quote": "見出し 2"</a:t>
            </a:r>
          </a:p>
          <a:p>
            <a:r>
              <a:t>        }</a:t>
            </a:r>
          </a:p>
          <a:p>
            <a:r>
              <a:t>      ],</a:t>
            </a:r>
          </a:p>
          <a:p>
            <a:r>
              <a:t>      "mode": "verbatim"</a:t>
            </a:r>
          </a:p>
          <a:p>
            <a:r>
              <a:t>    },</a:t>
            </a:r>
          </a:p>
          <a:p>
            <a:r>
              <a:t>    {</a:t>
            </a:r>
          </a:p>
          <a:p>
            <a:r>
              <a:t>      "text": "記載例1",</a:t>
            </a:r>
          </a:p>
          <a:p>
            <a:r>
              <a:t>      "refs": [</a:t>
            </a:r>
          </a:p>
          <a:p>
            <a:r>
              <a:t>        {</a:t>
            </a:r>
          </a:p>
          <a:p>
            <a:r>
              <a:t>          "source_id": "s046",</a:t>
            </a:r>
          </a:p>
          <a:p>
            <a:r>
              <a:t>          "quote": "記載例1"</a:t>
            </a:r>
          </a:p>
          <a:p>
            <a:r>
              <a:t>        }</a:t>
            </a:r>
          </a:p>
          <a:p>
            <a:r>
              <a:t>      ],</a:t>
            </a:r>
          </a:p>
          <a:p>
            <a:r>
              <a:t>      "mode": "verbatim"</a:t>
            </a:r>
          </a:p>
          <a:p>
            <a:r>
              <a:t>    },</a:t>
            </a:r>
          </a:p>
          <a:p>
            <a:r>
              <a:t>    {</a:t>
            </a:r>
          </a:p>
          <a:p>
            <a:r>
              <a:t>      "text": "3.4x",</a:t>
            </a:r>
          </a:p>
          <a:p>
            <a:r>
              <a:t>      "refs": [</a:t>
            </a:r>
          </a:p>
          <a:p>
            <a:r>
              <a:t>        {</a:t>
            </a:r>
          </a:p>
          <a:p>
            <a:r>
              <a:t>          "source_id": "s046",</a:t>
            </a:r>
          </a:p>
          <a:p>
            <a:r>
              <a:t>          "quote": "3.4x"</a:t>
            </a:r>
          </a:p>
          <a:p>
            <a:r>
              <a:t>        }</a:t>
            </a:r>
          </a:p>
          <a:p>
            <a:r>
              <a:t>      ],</a:t>
            </a:r>
          </a:p>
          <a:p>
            <a:r>
              <a:t>      "mode": "verbatim"</a:t>
            </a:r>
          </a:p>
          <a:p>
            <a:r>
              <a:t>    },</a:t>
            </a:r>
          </a:p>
          <a:p>
            <a:r>
              <a:t>    {</a:t>
            </a:r>
          </a:p>
          <a:p>
            <a:r>
              <a:t>      "text": "項目2",</a:t>
            </a:r>
          </a:p>
          <a:p>
            <a:r>
              <a:t>      "refs": [</a:t>
            </a:r>
          </a:p>
          <a:p>
            <a:r>
              <a:t>        {</a:t>
            </a:r>
          </a:p>
          <a:p>
            <a:r>
              <a:t>          "source_id": "s046",</a:t>
            </a:r>
          </a:p>
          <a:p>
            <a:r>
              <a:t>          "quote": "項目2"</a:t>
            </a:r>
          </a:p>
          <a:p>
            <a:r>
              <a:t>        }</a:t>
            </a:r>
          </a:p>
          <a:p>
            <a:r>
              <a:t>      ],</a:t>
            </a:r>
          </a:p>
          <a:p>
            <a:r>
              <a:t>      "mode": "verbatim"</a:t>
            </a:r>
          </a:p>
          <a:p>
            <a:r>
              <a:t>    },</a:t>
            </a:r>
          </a:p>
          <a:p>
            <a:r>
              <a:t>    {</a:t>
            </a:r>
          </a:p>
          <a:p>
            <a:r>
              <a:t>      "text": "見出し 3",</a:t>
            </a:r>
          </a:p>
          <a:p>
            <a:r>
              <a:t>      "refs": [</a:t>
            </a:r>
          </a:p>
          <a:p>
            <a:r>
              <a:t>        {</a:t>
            </a:r>
          </a:p>
          <a:p>
            <a:r>
              <a:t>          "source_id": "s046",</a:t>
            </a:r>
          </a:p>
          <a:p>
            <a:r>
              <a:t>          "quote": "見出し 3"</a:t>
            </a:r>
          </a:p>
          <a:p>
            <a:r>
              <a:t>        }</a:t>
            </a:r>
          </a:p>
          <a:p>
            <a:r>
              <a:t>      ],</a:t>
            </a:r>
          </a:p>
          <a:p>
            <a:r>
              <a:t>      "mode": "verbatim"</a:t>
            </a:r>
          </a:p>
          <a:p>
            <a:r>
              <a:t>    },</a:t>
            </a:r>
          </a:p>
          <a:p>
            <a:r>
              <a:t>    {</a:t>
            </a:r>
          </a:p>
          <a:p>
            <a:r>
              <a:t>      "text": "記載例2",</a:t>
            </a:r>
          </a:p>
          <a:p>
            <a:r>
              <a:t>      "refs": [</a:t>
            </a:r>
          </a:p>
          <a:p>
            <a:r>
              <a:t>        {</a:t>
            </a:r>
          </a:p>
          <a:p>
            <a:r>
              <a:t>          "source_id": "s046",</a:t>
            </a:r>
          </a:p>
          <a:p>
            <a:r>
              <a:t>          "quote": "記載例2"</a:t>
            </a:r>
          </a:p>
          <a:p>
            <a:r>
              <a:t>        }</a:t>
            </a:r>
          </a:p>
          <a:p>
            <a:r>
              <a:t>      ],</a:t>
            </a:r>
          </a:p>
          <a:p>
            <a:r>
              <a:t>      "mode": "verbatim"</a:t>
            </a:r>
          </a:p>
          <a:p>
            <a:r>
              <a:t>    },</a:t>
            </a:r>
          </a:p>
          <a:p>
            <a:r>
              <a:t>    {</a:t>
            </a:r>
          </a:p>
          <a:p>
            <a:r>
              <a:t>      "text": "+22%",</a:t>
            </a:r>
          </a:p>
          <a:p>
            <a:r>
              <a:t>      "refs": [</a:t>
            </a:r>
          </a:p>
          <a:p>
            <a:r>
              <a:t>        {</a:t>
            </a:r>
          </a:p>
          <a:p>
            <a:r>
              <a:t>          "source_id": "s046",</a:t>
            </a:r>
          </a:p>
          <a:p>
            <a:r>
              <a:t>          "quote": "+22%"</a:t>
            </a:r>
          </a:p>
          <a:p>
            <a:r>
              <a:t>        }</a:t>
            </a:r>
          </a:p>
          <a:p>
            <a:r>
              <a:t>      ],</a:t>
            </a:r>
          </a:p>
          <a:p>
            <a:r>
              <a:t>      "mode": "verbatim"</a:t>
            </a:r>
          </a:p>
          <a:p>
            <a:r>
              <a:t>    },</a:t>
            </a:r>
          </a:p>
          <a:p>
            <a:r>
              <a:t>    {</a:t>
            </a:r>
          </a:p>
          <a:p>
            <a:r>
              <a:t>      "text": "項目3",</a:t>
            </a:r>
          </a:p>
          <a:p>
            <a:r>
              <a:t>      "refs": [</a:t>
            </a:r>
          </a:p>
          <a:p>
            <a:r>
              <a:t>        {</a:t>
            </a:r>
          </a:p>
          <a:p>
            <a:r>
              <a:t>          "source_id": "s046",</a:t>
            </a:r>
          </a:p>
          <a:p>
            <a:r>
              <a:t>          "quote": "項目3"</a:t>
            </a:r>
          </a:p>
          <a:p>
            <a:r>
              <a:t>        }</a:t>
            </a:r>
          </a:p>
          <a:p>
            <a:r>
              <a:t>      ],</a:t>
            </a:r>
          </a:p>
          <a:p>
            <a:r>
              <a:t>      "mode": "verbatim"</a:t>
            </a:r>
          </a:p>
          <a:p>
            <a:r>
              <a:t>    },</a:t>
            </a:r>
          </a:p>
          <a:p>
            <a:r>
              <a:t>    {</a:t>
            </a:r>
          </a:p>
          <a:p>
            <a:r>
              <a:t>      "text": "見出し 4",</a:t>
            </a:r>
          </a:p>
          <a:p>
            <a:r>
              <a:t>      "refs": [</a:t>
            </a:r>
          </a:p>
          <a:p>
            <a:r>
              <a:t>        {</a:t>
            </a:r>
          </a:p>
          <a:p>
            <a:r>
              <a:t>          "source_id": "s046",</a:t>
            </a:r>
          </a:p>
          <a:p>
            <a:r>
              <a:t>          "quote": "見出し 4"</a:t>
            </a:r>
          </a:p>
          <a:p>
            <a:r>
              <a:t>        }</a:t>
            </a:r>
          </a:p>
          <a:p>
            <a:r>
              <a:t>      ],</a:t>
            </a:r>
          </a:p>
          <a:p>
            <a:r>
              <a:t>      "mode": "verbatim"</a:t>
            </a:r>
          </a:p>
          <a:p>
            <a:r>
              <a:t>    },</a:t>
            </a:r>
          </a:p>
          <a:p>
            <a:r>
              <a:t>    {</a:t>
            </a:r>
          </a:p>
          <a:p>
            <a:r>
              <a:t>      "text": "記載例3",</a:t>
            </a:r>
          </a:p>
          <a:p>
            <a:r>
              <a:t>      "refs": [</a:t>
            </a:r>
          </a:p>
          <a:p>
            <a:r>
              <a:t>        {</a:t>
            </a:r>
          </a:p>
          <a:p>
            <a:r>
              <a:t>          "source_id": "s046",</a:t>
            </a:r>
          </a:p>
          <a:p>
            <a:r>
              <a:t>          "quote": "記載例3"</a:t>
            </a:r>
          </a:p>
          <a:p>
            <a:r>
              <a:t>        }</a:t>
            </a:r>
          </a:p>
          <a:p>
            <a:r>
              <a:t>      ],</a:t>
            </a:r>
          </a:p>
          <a:p>
            <a:r>
              <a:t>      "mode": "verbatim"</a:t>
            </a:r>
          </a:p>
          <a:p>
            <a:r>
              <a:t>    },</a:t>
            </a:r>
          </a:p>
          <a:p>
            <a:r>
              <a:t>    {</a:t>
            </a:r>
          </a:p>
          <a:p>
            <a:r>
              <a:t>      "text": "-41%",</a:t>
            </a:r>
          </a:p>
          <a:p>
            <a:r>
              <a:t>      "refs": [</a:t>
            </a:r>
          </a:p>
          <a:p>
            <a:r>
              <a:t>        {</a:t>
            </a:r>
          </a:p>
          <a:p>
            <a:r>
              <a:t>          "source_id": "s046",</a:t>
            </a:r>
          </a:p>
          <a:p>
            <a:r>
              <a:t>          "quote": "-41%"</a:t>
            </a:r>
          </a:p>
          <a:p>
            <a:r>
              <a:t>        }</a:t>
            </a:r>
          </a:p>
          <a:p>
            <a:r>
              <a:t>      ],</a:t>
            </a:r>
          </a:p>
          <a:p>
            <a:r>
              <a:t>      "mode": "verbatim"</a:t>
            </a:r>
          </a:p>
          <a:p>
            <a:r>
              <a:t>    },</a:t>
            </a:r>
          </a:p>
          <a:p>
            <a:r>
              <a:t>    {</a:t>
            </a:r>
          </a:p>
          <a:p>
            <a:r>
              <a:t>      "text": "項目4",</a:t>
            </a:r>
          </a:p>
          <a:p>
            <a:r>
              <a:t>      "refs": [</a:t>
            </a:r>
          </a:p>
          <a:p>
            <a:r>
              <a:t>        {</a:t>
            </a:r>
          </a:p>
          <a:p>
            <a:r>
              <a:t>          "source_id": "s046",</a:t>
            </a:r>
          </a:p>
          <a:p>
            <a:r>
              <a:t>          "quote": "項目4"</a:t>
            </a:r>
          </a:p>
          <a:p>
            <a:r>
              <a:t>        }</a:t>
            </a:r>
          </a:p>
          <a:p>
            <a:r>
              <a:t>      ],</a:t>
            </a:r>
          </a:p>
          <a:p>
            <a:r>
              <a:t>      "mode": "verbatim"</a:t>
            </a:r>
          </a:p>
          <a:p>
            <a:r>
              <a:t>    },</a:t>
            </a:r>
          </a:p>
          <a:p>
            <a:r>
              <a:t>    {</a:t>
            </a:r>
          </a:p>
          <a:p>
            <a:r>
              <a:t>      "text": "見出し 5",</a:t>
            </a:r>
          </a:p>
          <a:p>
            <a:r>
              <a:t>      "refs": [</a:t>
            </a:r>
          </a:p>
          <a:p>
            <a:r>
              <a:t>        {</a:t>
            </a:r>
          </a:p>
          <a:p>
            <a:r>
              <a:t>          "source_id": "s046",</a:t>
            </a:r>
          </a:p>
          <a:p>
            <a:r>
              <a:t>          "quote": "見出し 5"</a:t>
            </a:r>
          </a:p>
          <a:p>
            <a:r>
              <a:t>        }</a:t>
            </a:r>
          </a:p>
          <a:p>
            <a:r>
              <a:t>      ],</a:t>
            </a:r>
          </a:p>
          <a:p>
            <a:r>
              <a:t>      "mode": "verbatim"</a:t>
            </a:r>
          </a:p>
          <a:p>
            <a:r>
              <a:t>    },</a:t>
            </a:r>
          </a:p>
          <a:p>
            <a:r>
              <a:t>    {</a:t>
            </a:r>
          </a:p>
          <a:p>
            <a:r>
              <a:t>      "text": "記載例4",</a:t>
            </a:r>
          </a:p>
          <a:p>
            <a:r>
              <a:t>      "refs": [</a:t>
            </a:r>
          </a:p>
          <a:p>
            <a:r>
              <a:t>        {</a:t>
            </a:r>
          </a:p>
          <a:p>
            <a:r>
              <a:t>          "source_id": "s046",</a:t>
            </a:r>
          </a:p>
          <a:p>
            <a:r>
              <a:t>          "quote": "記載例4"</a:t>
            </a:r>
          </a:p>
          <a:p>
            <a:r>
              <a:t>        }</a:t>
            </a:r>
          </a:p>
          <a:p>
            <a:r>
              <a:t>      ],</a:t>
            </a:r>
          </a:p>
          <a:p>
            <a:r>
              <a:t>      "mode": "verbatim"</a:t>
            </a:r>
          </a:p>
          <a:p>
            <a:r>
              <a:t>    },</a:t>
            </a:r>
          </a:p>
          <a:p>
            <a:r>
              <a:t>    {</a:t>
            </a:r>
          </a:p>
          <a:p>
            <a:r>
              <a:t>      "text": "92%",</a:t>
            </a:r>
          </a:p>
          <a:p>
            <a:r>
              <a:t>      "refs": [</a:t>
            </a:r>
          </a:p>
          <a:p>
            <a:r>
              <a:t>        {</a:t>
            </a:r>
          </a:p>
          <a:p>
            <a:r>
              <a:t>          "source_id": "s046",</a:t>
            </a:r>
          </a:p>
          <a:p>
            <a:r>
              <a:t>          "quote": "92%"</a:t>
            </a:r>
          </a:p>
          <a:p>
            <a:r>
              <a:t>        }</a:t>
            </a:r>
          </a:p>
          <a:p>
            <a:r>
              <a:t>      ],</a:t>
            </a:r>
          </a:p>
          <a:p>
            <a:r>
              <a:t>      "mode": "verbatim"</a:t>
            </a:r>
          </a:p>
          <a:p>
            <a:r>
              <a:t>    }</a:t>
            </a:r>
          </a:p>
          <a:p>
            <a:r>
              <a:t>  ],</a:t>
            </a:r>
          </a:p>
          <a:p>
            <a:r>
              <a:t>  "citations": {</a:t>
            </a:r>
          </a:p>
          <a:p>
            <a:r>
              <a:t>    "s046": "Public MIT sample: templates/freeform_parts_more_16x9.html section 19"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"f6468f3648075ec5fcf3e4d3b85a54827fba7201d02115e32a15abef65ed4b89"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"slide047",</a:t>
            </a:r>
          </a:p>
          <a:p>
            <a:r>
              <a:t>  "origin": "catalog",</a:t>
            </a:r>
          </a:p>
          <a:p>
            <a:r>
              <a:t>  "layout_id": "recommendation_pillars",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"提言の柱",</a:t>
            </a:r>
          </a:p>
          <a:p>
            <a:r>
              <a:t>      "refs": [</a:t>
            </a:r>
          </a:p>
          <a:p>
            <a:r>
              <a:t>        {</a:t>
            </a:r>
          </a:p>
          <a:p>
            <a:r>
              <a:t>          "source_id": "s047",</a:t>
            </a:r>
          </a:p>
          <a:p>
            <a:r>
              <a:t>          "quote": "提言の柱"</a:t>
            </a:r>
          </a:p>
          <a:p>
            <a:r>
              <a:t>        }</a:t>
            </a:r>
          </a:p>
          <a:p>
            <a:r>
              <a:t>      ],</a:t>
            </a:r>
          </a:p>
          <a:p>
            <a:r>
              <a:t>      "mode": "verbatim"</a:t>
            </a:r>
          </a:p>
          <a:p>
            <a:r>
              <a:t>    },</a:t>
            </a:r>
          </a:p>
          <a:p>
            <a:r>
              <a:t>    {</a:t>
            </a:r>
          </a:p>
          <a:p>
            <a:r>
              <a:t>      "text": "出典：公開見本",</a:t>
            </a:r>
          </a:p>
          <a:p>
            <a:r>
              <a:t>      "refs": [</a:t>
            </a:r>
          </a:p>
          <a:p>
            <a:r>
              <a:t>        {</a:t>
            </a:r>
          </a:p>
          <a:p>
            <a:r>
              <a:t>          "source_id": "s047",</a:t>
            </a:r>
          </a:p>
          <a:p>
            <a:r>
              <a:t>          "quote": "出典：公開見本"</a:t>
            </a:r>
          </a:p>
          <a:p>
            <a:r>
              <a:t>        }</a:t>
            </a:r>
          </a:p>
          <a:p>
            <a:r>
              <a:t>      ],</a:t>
            </a:r>
          </a:p>
          <a:p>
            <a:r>
              <a:t>      "mode": "verbatim"</a:t>
            </a:r>
          </a:p>
          <a:p>
            <a:r>
              <a:t>    },</a:t>
            </a:r>
          </a:p>
          <a:p>
            <a:r>
              <a:t>    {</a:t>
            </a:r>
          </a:p>
          <a:p>
            <a:r>
              <a:t>      "text": "1",</a:t>
            </a:r>
          </a:p>
          <a:p>
            <a:r>
              <a:t>      "refs": [</a:t>
            </a:r>
          </a:p>
          <a:p>
            <a:r>
              <a:t>        {</a:t>
            </a:r>
          </a:p>
          <a:p>
            <a:r>
              <a:t>          "source_id": "s047",</a:t>
            </a:r>
          </a:p>
          <a:p>
            <a:r>
              <a:t>          "quote": "1"</a:t>
            </a:r>
          </a:p>
          <a:p>
            <a:r>
              <a:t>        }</a:t>
            </a:r>
          </a:p>
          <a:p>
            <a:r>
              <a:t>      ],</a:t>
            </a:r>
          </a:p>
          <a:p>
            <a:r>
              <a:t>      "mode": "verbatim"</a:t>
            </a:r>
          </a:p>
          <a:p>
            <a:r>
              <a:t>    },</a:t>
            </a:r>
          </a:p>
          <a:p>
            <a:r>
              <a:t>    {</a:t>
            </a:r>
          </a:p>
          <a:p>
            <a:r>
              <a:t>      "text": "見出し 2",</a:t>
            </a:r>
          </a:p>
          <a:p>
            <a:r>
              <a:t>      "refs": [</a:t>
            </a:r>
          </a:p>
          <a:p>
            <a:r>
              <a:t>        {</a:t>
            </a:r>
          </a:p>
          <a:p>
            <a:r>
              <a:t>          "source_id": "s047",</a:t>
            </a:r>
          </a:p>
          <a:p>
            <a:r>
              <a:t>          "quote": "見出し 2"</a:t>
            </a:r>
          </a:p>
          <a:p>
            <a:r>
              <a:t>        }</a:t>
            </a:r>
          </a:p>
          <a:p>
            <a:r>
              <a:t>      ],</a:t>
            </a:r>
          </a:p>
          <a:p>
            <a:r>
              <a:t>      "mode": "verbatim"</a:t>
            </a:r>
          </a:p>
          <a:p>
            <a:r>
              <a:t>    },</a:t>
            </a:r>
          </a:p>
          <a:p>
            <a:r>
              <a:t>    {</a:t>
            </a:r>
          </a:p>
          <a:p>
            <a:r>
              <a:t>      "text": "記載例1",</a:t>
            </a:r>
          </a:p>
          <a:p>
            <a:r>
              <a:t>      "refs": [</a:t>
            </a:r>
          </a:p>
          <a:p>
            <a:r>
              <a:t>        {</a:t>
            </a:r>
          </a:p>
          <a:p>
            <a:r>
              <a:t>          "source_id": "s047",</a:t>
            </a:r>
          </a:p>
          <a:p>
            <a:r>
              <a:t>          "quote": "記載例1"</a:t>
            </a:r>
          </a:p>
          <a:p>
            <a:r>
              <a:t>        }</a:t>
            </a:r>
          </a:p>
          <a:p>
            <a:r>
              <a:t>      ],</a:t>
            </a:r>
          </a:p>
          <a:p>
            <a:r>
              <a:t>      "mode": "verbatim"</a:t>
            </a:r>
          </a:p>
          <a:p>
            <a:r>
              <a:t>    },</a:t>
            </a:r>
          </a:p>
          <a:p>
            <a:r>
              <a:t>    {</a:t>
            </a:r>
          </a:p>
          <a:p>
            <a:r>
              <a:t>      "text": "記載例2\n記載例3",</a:t>
            </a:r>
          </a:p>
          <a:p>
            <a:r>
              <a:t>      "refs": [</a:t>
            </a:r>
          </a:p>
          <a:p>
            <a:r>
              <a:t>        {</a:t>
            </a:r>
          </a:p>
          <a:p>
            <a:r>
              <a:t>          "source_id": "s047",</a:t>
            </a:r>
          </a:p>
          <a:p>
            <a:r>
              <a:t>          "quote": "記載例2\n記載例3"</a:t>
            </a:r>
          </a:p>
          <a:p>
            <a:r>
              <a:t>        }</a:t>
            </a:r>
          </a:p>
          <a:p>
            <a:r>
              <a:t>      ],</a:t>
            </a:r>
          </a:p>
          <a:p>
            <a:r>
              <a:t>      "mode": "verbatim"</a:t>
            </a:r>
          </a:p>
          <a:p>
            <a:r>
              <a:t>    },</a:t>
            </a:r>
          </a:p>
          <a:p>
            <a:r>
              <a:t>    {</a:t>
            </a:r>
          </a:p>
          <a:p>
            <a:r>
              <a:t>      "text": "2",</a:t>
            </a:r>
          </a:p>
          <a:p>
            <a:r>
              <a:t>      "refs": [</a:t>
            </a:r>
          </a:p>
          <a:p>
            <a:r>
              <a:t>        {</a:t>
            </a:r>
          </a:p>
          <a:p>
            <a:r>
              <a:t>          "source_id": "s047",</a:t>
            </a:r>
          </a:p>
          <a:p>
            <a:r>
              <a:t>          "quote": "2"</a:t>
            </a:r>
          </a:p>
          <a:p>
            <a:r>
              <a:t>        }</a:t>
            </a:r>
          </a:p>
          <a:p>
            <a:r>
              <a:t>      ],</a:t>
            </a:r>
          </a:p>
          <a:p>
            <a:r>
              <a:t>      "mode": "verbatim"</a:t>
            </a:r>
          </a:p>
          <a:p>
            <a:r>
              <a:t>    },</a:t>
            </a:r>
          </a:p>
          <a:p>
            <a:r>
              <a:t>    {</a:t>
            </a:r>
          </a:p>
          <a:p>
            <a:r>
              <a:t>      "text": "見出し 3",</a:t>
            </a:r>
          </a:p>
          <a:p>
            <a:r>
              <a:t>      "refs": [</a:t>
            </a:r>
          </a:p>
          <a:p>
            <a:r>
              <a:t>        {</a:t>
            </a:r>
          </a:p>
          <a:p>
            <a:r>
              <a:t>          "source_id": "s047",</a:t>
            </a:r>
          </a:p>
          <a:p>
            <a:r>
              <a:t>          "quote": "見出し 3"</a:t>
            </a:r>
          </a:p>
          <a:p>
            <a:r>
              <a:t>        }</a:t>
            </a:r>
          </a:p>
          <a:p>
            <a:r>
              <a:t>      ],</a:t>
            </a:r>
          </a:p>
          <a:p>
            <a:r>
              <a:t>      "mode": "verbatim"</a:t>
            </a:r>
          </a:p>
          <a:p>
            <a:r>
              <a:t>    },</a:t>
            </a:r>
          </a:p>
          <a:p>
            <a:r>
              <a:t>    {</a:t>
            </a:r>
          </a:p>
          <a:p>
            <a:r>
              <a:t>      "text": "記載例4",</a:t>
            </a:r>
          </a:p>
          <a:p>
            <a:r>
              <a:t>      "refs": [</a:t>
            </a:r>
          </a:p>
          <a:p>
            <a:r>
              <a:t>        {</a:t>
            </a:r>
          </a:p>
          <a:p>
            <a:r>
              <a:t>          "source_id": "s047",</a:t>
            </a:r>
          </a:p>
          <a:p>
            <a:r>
              <a:t>          "quote": "記載例4"</a:t>
            </a:r>
          </a:p>
          <a:p>
            <a:r>
              <a:t>        }</a:t>
            </a:r>
          </a:p>
          <a:p>
            <a:r>
              <a:t>      ],</a:t>
            </a:r>
          </a:p>
          <a:p>
            <a:r>
              <a:t>      "mode": "verbatim"</a:t>
            </a:r>
          </a:p>
          <a:p>
            <a:r>
              <a:t>    },</a:t>
            </a:r>
          </a:p>
          <a:p>
            <a:r>
              <a:t>    {</a:t>
            </a:r>
          </a:p>
          <a:p>
            <a:r>
              <a:t>      "text": "記載例5\n記載例6",</a:t>
            </a:r>
          </a:p>
          <a:p>
            <a:r>
              <a:t>      "refs": [</a:t>
            </a:r>
          </a:p>
          <a:p>
            <a:r>
              <a:t>        {</a:t>
            </a:r>
          </a:p>
          <a:p>
            <a:r>
              <a:t>          "source_id": "s047",</a:t>
            </a:r>
          </a:p>
          <a:p>
            <a:r>
              <a:t>          "quote": "記載例5\n記載例6"</a:t>
            </a:r>
          </a:p>
          <a:p>
            <a:r>
              <a:t>        }</a:t>
            </a:r>
          </a:p>
          <a:p>
            <a:r>
              <a:t>      ],</a:t>
            </a:r>
          </a:p>
          <a:p>
            <a:r>
              <a:t>      "mode": "verbatim"</a:t>
            </a:r>
          </a:p>
          <a:p>
            <a:r>
              <a:t>    },</a:t>
            </a:r>
          </a:p>
          <a:p>
            <a:r>
              <a:t>    {</a:t>
            </a:r>
          </a:p>
          <a:p>
            <a:r>
              <a:t>      "text": "3",</a:t>
            </a:r>
          </a:p>
          <a:p>
            <a:r>
              <a:t>      "refs": [</a:t>
            </a:r>
          </a:p>
          <a:p>
            <a:r>
              <a:t>        {</a:t>
            </a:r>
          </a:p>
          <a:p>
            <a:r>
              <a:t>          "source_id": "s047",</a:t>
            </a:r>
          </a:p>
          <a:p>
            <a:r>
              <a:t>          "quote": "3"</a:t>
            </a:r>
          </a:p>
          <a:p>
            <a:r>
              <a:t>        }</a:t>
            </a:r>
          </a:p>
          <a:p>
            <a:r>
              <a:t>      ],</a:t>
            </a:r>
          </a:p>
          <a:p>
            <a:r>
              <a:t>      "mode": "verbatim"</a:t>
            </a:r>
          </a:p>
          <a:p>
            <a:r>
              <a:t>    },</a:t>
            </a:r>
          </a:p>
          <a:p>
            <a:r>
              <a:t>    {</a:t>
            </a:r>
          </a:p>
          <a:p>
            <a:r>
              <a:t>      "text": "見出し 4",</a:t>
            </a:r>
          </a:p>
          <a:p>
            <a:r>
              <a:t>      "refs": [</a:t>
            </a:r>
          </a:p>
          <a:p>
            <a:r>
              <a:t>        {</a:t>
            </a:r>
          </a:p>
          <a:p>
            <a:r>
              <a:t>          "source_id": "s047",</a:t>
            </a:r>
          </a:p>
          <a:p>
            <a:r>
              <a:t>          "quote": "見出し 4"</a:t>
            </a:r>
          </a:p>
          <a:p>
            <a:r>
              <a:t>        }</a:t>
            </a:r>
          </a:p>
          <a:p>
            <a:r>
              <a:t>      ],</a:t>
            </a:r>
          </a:p>
          <a:p>
            <a:r>
              <a:t>      "mode": "verbatim"</a:t>
            </a:r>
          </a:p>
          <a:p>
            <a:r>
              <a:t>    },</a:t>
            </a:r>
          </a:p>
          <a:p>
            <a:r>
              <a:t>    {</a:t>
            </a:r>
          </a:p>
          <a:p>
            <a:r>
              <a:t>      "text": "記載例7",</a:t>
            </a:r>
          </a:p>
          <a:p>
            <a:r>
              <a:t>      "refs": [</a:t>
            </a:r>
          </a:p>
          <a:p>
            <a:r>
              <a:t>        {</a:t>
            </a:r>
          </a:p>
          <a:p>
            <a:r>
              <a:t>          "source_id": "s047",</a:t>
            </a:r>
          </a:p>
          <a:p>
            <a:r>
              <a:t>          "quote": "記載例7"</a:t>
            </a:r>
          </a:p>
          <a:p>
            <a:r>
              <a:t>        }</a:t>
            </a:r>
          </a:p>
          <a:p>
            <a:r>
              <a:t>      ],</a:t>
            </a:r>
          </a:p>
          <a:p>
            <a:r>
              <a:t>      "mode": "verbatim"</a:t>
            </a:r>
          </a:p>
          <a:p>
            <a:r>
              <a:t>    },</a:t>
            </a:r>
          </a:p>
          <a:p>
            <a:r>
              <a:t>    {</a:t>
            </a:r>
          </a:p>
          <a:p>
            <a:r>
              <a:t>      "text": "記載例8\n記載例9",</a:t>
            </a:r>
          </a:p>
          <a:p>
            <a:r>
              <a:t>      "refs": [</a:t>
            </a:r>
          </a:p>
          <a:p>
            <a:r>
              <a:t>        {</a:t>
            </a:r>
          </a:p>
          <a:p>
            <a:r>
              <a:t>          "source_id": "s047",</a:t>
            </a:r>
          </a:p>
          <a:p>
            <a:r>
              <a:t>          "quote": "記載例8\n記載例9"</a:t>
            </a:r>
          </a:p>
          <a:p>
            <a:r>
              <a:t>        }</a:t>
            </a:r>
          </a:p>
          <a:p>
            <a:r>
              <a:t>      ],</a:t>
            </a:r>
          </a:p>
          <a:p>
            <a:r>
              <a:t>      "mode": "verbatim"</a:t>
            </a:r>
          </a:p>
          <a:p>
            <a:r>
              <a:t>    }</a:t>
            </a:r>
          </a:p>
          <a:p>
            <a:r>
              <a:t>  ],</a:t>
            </a:r>
          </a:p>
          <a:p>
            <a:r>
              <a:t>  "citations": {</a:t>
            </a:r>
          </a:p>
          <a:p>
            <a:r>
              <a:t>    "s047": "Public MIT sample: templates/freeform_parts_more_16x9.html section 20"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"b337f2b0aaea4c6e23ff80dbe0c5f6f71f4d3c54b2655ad26bc018ce3912ee40"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"slide048",</a:t>
            </a:r>
          </a:p>
          <a:p>
            <a:r>
              <a:t>  "origin": "catalog",</a:t>
            </a:r>
          </a:p>
          <a:p>
            <a:r>
              <a:t>  "layout_id": "numbered_imperatives",</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"番号つき打ち手",</a:t>
            </a:r>
          </a:p>
          <a:p>
            <a:r>
              <a:t>      "refs": [</a:t>
            </a:r>
          </a:p>
          <a:p>
            <a:r>
              <a:t>        {</a:t>
            </a:r>
          </a:p>
          <a:p>
            <a:r>
              <a:t>          "source_id": "s048",</a:t>
            </a:r>
          </a:p>
          <a:p>
            <a:r>
              <a:t>          "quote": "番号つき打ち手"</a:t>
            </a:r>
          </a:p>
          <a:p>
            <a:r>
              <a:t>        }</a:t>
            </a:r>
          </a:p>
          <a:p>
            <a:r>
              <a:t>      ],</a:t>
            </a:r>
          </a:p>
          <a:p>
            <a:r>
              <a:t>      "mode": "verbatim"</a:t>
            </a:r>
          </a:p>
          <a:p>
            <a:r>
              <a:t>    },</a:t>
            </a:r>
          </a:p>
          <a:p>
            <a:r>
              <a:t>    {</a:t>
            </a:r>
          </a:p>
          <a:p>
            <a:r>
              <a:t>      "text": "出典：公開見本",</a:t>
            </a:r>
          </a:p>
          <a:p>
            <a:r>
              <a:t>      "refs": [</a:t>
            </a:r>
          </a:p>
          <a:p>
            <a:r>
              <a:t>        {</a:t>
            </a:r>
          </a:p>
          <a:p>
            <a:r>
              <a:t>          "source_id": "s048",</a:t>
            </a:r>
          </a:p>
          <a:p>
            <a:r>
              <a:t>          "quote": "出典：公開見本"</a:t>
            </a:r>
          </a:p>
          <a:p>
            <a:r>
              <a:t>        }</a:t>
            </a:r>
          </a:p>
          <a:p>
            <a:r>
              <a:t>      ],</a:t>
            </a:r>
          </a:p>
          <a:p>
            <a:r>
              <a:t>      "mode": "verbatim"</a:t>
            </a:r>
          </a:p>
          <a:p>
            <a:r>
              <a:t>    },</a:t>
            </a:r>
          </a:p>
          <a:p>
            <a:r>
              <a:t>    {</a:t>
            </a:r>
          </a:p>
          <a:p>
            <a:r>
              <a:t>      "text": "指標名、単位、2026〜2026年",</a:t>
            </a:r>
          </a:p>
          <a:p>
            <a:r>
              <a:t>      "refs": [</a:t>
            </a:r>
          </a:p>
          <a:p>
            <a:r>
              <a:t>        {</a:t>
            </a:r>
          </a:p>
          <a:p>
            <a:r>
              <a:t>          "source_id": "s048",</a:t>
            </a:r>
          </a:p>
          <a:p>
            <a:r>
              <a:t>          "quote": "指標名、単位、2026〜2026年"</a:t>
            </a:r>
          </a:p>
          <a:p>
            <a:r>
              <a:t>        }</a:t>
            </a:r>
          </a:p>
          <a:p>
            <a:r>
              <a:t>      ],</a:t>
            </a:r>
          </a:p>
          <a:p>
            <a:r>
              <a:t>      "mode": "verbatim"</a:t>
            </a:r>
          </a:p>
          <a:p>
            <a:r>
              <a:t>    },</a:t>
            </a:r>
          </a:p>
          <a:p>
            <a:r>
              <a:t>    {</a:t>
            </a:r>
          </a:p>
          <a:p>
            <a:r>
              <a:t>      "text": "1",</a:t>
            </a:r>
          </a:p>
          <a:p>
            <a:r>
              <a:t>      "refs": [</a:t>
            </a:r>
          </a:p>
          <a:p>
            <a:r>
              <a:t>        {</a:t>
            </a:r>
          </a:p>
          <a:p>
            <a:r>
              <a:t>          "source_id": "s048",</a:t>
            </a:r>
          </a:p>
          <a:p>
            <a:r>
              <a:t>          "quote": "1"</a:t>
            </a:r>
          </a:p>
          <a:p>
            <a:r>
              <a:t>        }</a:t>
            </a:r>
          </a:p>
          <a:p>
            <a:r>
              <a:t>      ],</a:t>
            </a:r>
          </a:p>
          <a:p>
            <a:r>
              <a:t>      "mode": "verbatim"</a:t>
            </a:r>
          </a:p>
          <a:p>
            <a:r>
              <a:t>    },</a:t>
            </a:r>
          </a:p>
          <a:p>
            <a:r>
              <a:t>    {</a:t>
            </a:r>
          </a:p>
          <a:p>
            <a:r>
              <a:t>      "text": "見出し 2",</a:t>
            </a:r>
          </a:p>
          <a:p>
            <a:r>
              <a:t>      "refs": [</a:t>
            </a:r>
          </a:p>
          <a:p>
            <a:r>
              <a:t>        {</a:t>
            </a:r>
          </a:p>
          <a:p>
            <a:r>
              <a:t>          "source_id": "s048",</a:t>
            </a:r>
          </a:p>
          <a:p>
            <a:r>
              <a:t>          "quote": "見出し 2"</a:t>
            </a:r>
          </a:p>
          <a:p>
            <a:r>
              <a:t>        }</a:t>
            </a:r>
          </a:p>
          <a:p>
            <a:r>
              <a:t>      ],</a:t>
            </a:r>
          </a:p>
          <a:p>
            <a:r>
              <a:t>      "mode": "verbatim"</a:t>
            </a:r>
          </a:p>
          <a:p>
            <a:r>
              <a:t>    },</a:t>
            </a:r>
          </a:p>
          <a:p>
            <a:r>
              <a:t>    {</a:t>
            </a:r>
          </a:p>
          <a:p>
            <a:r>
              <a:t>      "text": "記載例1",</a:t>
            </a:r>
          </a:p>
          <a:p>
            <a:r>
              <a:t>      "refs": [</a:t>
            </a:r>
          </a:p>
          <a:p>
            <a:r>
              <a:t>        {</a:t>
            </a:r>
          </a:p>
          <a:p>
            <a:r>
              <a:t>          "source_id": "s048",</a:t>
            </a:r>
          </a:p>
          <a:p>
            <a:r>
              <a:t>          "quote": "記載例1"</a:t>
            </a:r>
          </a:p>
          <a:p>
            <a:r>
              <a:t>        }</a:t>
            </a:r>
          </a:p>
          <a:p>
            <a:r>
              <a:t>      ],</a:t>
            </a:r>
          </a:p>
          <a:p>
            <a:r>
              <a:t>      "mode": "verbatim"</a:t>
            </a:r>
          </a:p>
          <a:p>
            <a:r>
              <a:t>    },</a:t>
            </a:r>
          </a:p>
          <a:p>
            <a:r>
              <a:t>    {</a:t>
            </a:r>
          </a:p>
          <a:p>
            <a:r>
              <a:t>      "text": "2",</a:t>
            </a:r>
          </a:p>
          <a:p>
            <a:r>
              <a:t>      "refs": [</a:t>
            </a:r>
          </a:p>
          <a:p>
            <a:r>
              <a:t>        {</a:t>
            </a:r>
          </a:p>
          <a:p>
            <a:r>
              <a:t>          "source_id": "s048",</a:t>
            </a:r>
          </a:p>
          <a:p>
            <a:r>
              <a:t>          "quote": "2"</a:t>
            </a:r>
          </a:p>
          <a:p>
            <a:r>
              <a:t>        }</a:t>
            </a:r>
          </a:p>
          <a:p>
            <a:r>
              <a:t>      ],</a:t>
            </a:r>
          </a:p>
          <a:p>
            <a:r>
              <a:t>      "mode": "verbatim"</a:t>
            </a:r>
          </a:p>
          <a:p>
            <a:r>
              <a:t>    },</a:t>
            </a:r>
          </a:p>
          <a:p>
            <a:r>
              <a:t>    {</a:t>
            </a:r>
          </a:p>
          <a:p>
            <a:r>
              <a:t>      "text": "見出し 3",</a:t>
            </a:r>
          </a:p>
          <a:p>
            <a:r>
              <a:t>      "refs": [</a:t>
            </a:r>
          </a:p>
          <a:p>
            <a:r>
              <a:t>        {</a:t>
            </a:r>
          </a:p>
          <a:p>
            <a:r>
              <a:t>          "source_id": "s048",</a:t>
            </a:r>
          </a:p>
          <a:p>
            <a:r>
              <a:t>          "quote": "見出し 3"</a:t>
            </a:r>
          </a:p>
          <a:p>
            <a:r>
              <a:t>        }</a:t>
            </a:r>
          </a:p>
          <a:p>
            <a:r>
              <a:t>      ],</a:t>
            </a:r>
          </a:p>
          <a:p>
            <a:r>
              <a:t>      "mode": "verbatim"</a:t>
            </a:r>
          </a:p>
          <a:p>
            <a:r>
              <a:t>    },</a:t>
            </a:r>
          </a:p>
          <a:p>
            <a:r>
              <a:t>    {</a:t>
            </a:r>
          </a:p>
          <a:p>
            <a:r>
              <a:t>      "text": "記載例2",</a:t>
            </a:r>
          </a:p>
          <a:p>
            <a:r>
              <a:t>      "refs": [</a:t>
            </a:r>
          </a:p>
          <a:p>
            <a:r>
              <a:t>        {</a:t>
            </a:r>
          </a:p>
          <a:p>
            <a:r>
              <a:t>          "source_id": "s048",</a:t>
            </a:r>
          </a:p>
          <a:p>
            <a:r>
              <a:t>          "quote": "記載例2"</a:t>
            </a:r>
          </a:p>
          <a:p>
            <a:r>
              <a:t>        }</a:t>
            </a:r>
          </a:p>
          <a:p>
            <a:r>
              <a:t>      ],</a:t>
            </a:r>
          </a:p>
          <a:p>
            <a:r>
              <a:t>      "mode": "verbatim"</a:t>
            </a:r>
          </a:p>
          <a:p>
            <a:r>
              <a:t>    },</a:t>
            </a:r>
          </a:p>
          <a:p>
            <a:r>
              <a:t>    {</a:t>
            </a:r>
          </a:p>
          <a:p>
            <a:r>
              <a:t>      "text": "3",</a:t>
            </a:r>
          </a:p>
          <a:p>
            <a:r>
              <a:t>      "refs": [</a:t>
            </a:r>
          </a:p>
          <a:p>
            <a:r>
              <a:t>        {</a:t>
            </a:r>
          </a:p>
          <a:p>
            <a:r>
              <a:t>          "source_id": "s048",</a:t>
            </a:r>
          </a:p>
          <a:p>
            <a:r>
              <a:t>          "quote": "3"</a:t>
            </a:r>
          </a:p>
          <a:p>
            <a:r>
              <a:t>        }</a:t>
            </a:r>
          </a:p>
          <a:p>
            <a:r>
              <a:t>      ],</a:t>
            </a:r>
          </a:p>
          <a:p>
            <a:r>
              <a:t>      "mode": "verbatim"</a:t>
            </a:r>
          </a:p>
          <a:p>
            <a:r>
              <a:t>    },</a:t>
            </a:r>
          </a:p>
          <a:p>
            <a:r>
              <a:t>    {</a:t>
            </a:r>
          </a:p>
          <a:p>
            <a:r>
              <a:t>      "text": "見出し 4",</a:t>
            </a:r>
          </a:p>
          <a:p>
            <a:r>
              <a:t>      "refs": [</a:t>
            </a:r>
          </a:p>
          <a:p>
            <a:r>
              <a:t>        {</a:t>
            </a:r>
          </a:p>
          <a:p>
            <a:r>
              <a:t>          "source_id": "s048",</a:t>
            </a:r>
          </a:p>
          <a:p>
            <a:r>
              <a:t>          "quote": "見出し 4"</a:t>
            </a:r>
          </a:p>
          <a:p>
            <a:r>
              <a:t>        }</a:t>
            </a:r>
          </a:p>
          <a:p>
            <a:r>
              <a:t>      ],</a:t>
            </a:r>
          </a:p>
          <a:p>
            <a:r>
              <a:t>      "mode": "verbatim"</a:t>
            </a:r>
          </a:p>
          <a:p>
            <a:r>
              <a:t>    },</a:t>
            </a:r>
          </a:p>
          <a:p>
            <a:r>
              <a:t>    {</a:t>
            </a:r>
          </a:p>
          <a:p>
            <a:r>
              <a:t>      "text": "記載例3",</a:t>
            </a:r>
          </a:p>
          <a:p>
            <a:r>
              <a:t>      "refs": [</a:t>
            </a:r>
          </a:p>
          <a:p>
            <a:r>
              <a:t>        {</a:t>
            </a:r>
          </a:p>
          <a:p>
            <a:r>
              <a:t>          "source_id": "s048",</a:t>
            </a:r>
          </a:p>
          <a:p>
            <a:r>
              <a:t>          "quote": "記載例3"</a:t>
            </a:r>
          </a:p>
          <a:p>
            <a:r>
              <a:t>        }</a:t>
            </a:r>
          </a:p>
          <a:p>
            <a:r>
              <a:t>      ],</a:t>
            </a:r>
          </a:p>
          <a:p>
            <a:r>
              <a:t>      "mode": "verbatim"</a:t>
            </a:r>
          </a:p>
          <a:p>
            <a:r>
              <a:t>    },</a:t>
            </a:r>
          </a:p>
          <a:p>
            <a:r>
              <a:t>    {</a:t>
            </a:r>
          </a:p>
          <a:p>
            <a:r>
              <a:t>      "text": "4",</a:t>
            </a:r>
          </a:p>
          <a:p>
            <a:r>
              <a:t>      "refs": [</a:t>
            </a:r>
          </a:p>
          <a:p>
            <a:r>
              <a:t>        {</a:t>
            </a:r>
          </a:p>
          <a:p>
            <a:r>
              <a:t>          "source_id": "s048",</a:t>
            </a:r>
          </a:p>
          <a:p>
            <a:r>
              <a:t>          "quote": "4"</a:t>
            </a:r>
          </a:p>
          <a:p>
            <a:r>
              <a:t>        }</a:t>
            </a:r>
          </a:p>
          <a:p>
            <a:r>
              <a:t>      ],</a:t>
            </a:r>
          </a:p>
          <a:p>
            <a:r>
              <a:t>      "mode": "verbatim"</a:t>
            </a:r>
          </a:p>
          <a:p>
            <a:r>
              <a:t>    },</a:t>
            </a:r>
          </a:p>
          <a:p>
            <a:r>
              <a:t>    {</a:t>
            </a:r>
          </a:p>
          <a:p>
            <a:r>
              <a:t>      "text": "見出し 5",</a:t>
            </a:r>
          </a:p>
          <a:p>
            <a:r>
              <a:t>      "refs": [</a:t>
            </a:r>
          </a:p>
          <a:p>
            <a:r>
              <a:t>        {</a:t>
            </a:r>
          </a:p>
          <a:p>
            <a:r>
              <a:t>          "source_id": "s048",</a:t>
            </a:r>
          </a:p>
          <a:p>
            <a:r>
              <a:t>          "quote": "見出し 5"</a:t>
            </a:r>
          </a:p>
          <a:p>
            <a:r>
              <a:t>        }</a:t>
            </a:r>
          </a:p>
          <a:p>
            <a:r>
              <a:t>      ],</a:t>
            </a:r>
          </a:p>
          <a:p>
            <a:r>
              <a:t>      "mode": "verbatim"</a:t>
            </a:r>
          </a:p>
          <a:p>
            <a:r>
              <a:t>    },</a:t>
            </a:r>
          </a:p>
          <a:p>
            <a:r>
              <a:t>    {</a:t>
            </a:r>
          </a:p>
          <a:p>
            <a:r>
              <a:t>      "text": "記載例4",</a:t>
            </a:r>
          </a:p>
          <a:p>
            <a:r>
              <a:t>      "refs": [</a:t>
            </a:r>
          </a:p>
          <a:p>
            <a:r>
              <a:t>        {</a:t>
            </a:r>
          </a:p>
          <a:p>
            <a:r>
              <a:t>          "source_id": "s048",</a:t>
            </a:r>
          </a:p>
          <a:p>
            <a:r>
              <a:t>          "quote": "記載例4"</a:t>
            </a:r>
          </a:p>
          <a:p>
            <a:r>
              <a:t>        }</a:t>
            </a:r>
          </a:p>
          <a:p>
            <a:r>
              <a:t>      ],</a:t>
            </a:r>
          </a:p>
          <a:p>
            <a:r>
              <a:t>      "mode": "verbatim"</a:t>
            </a:r>
          </a:p>
          <a:p>
            <a:r>
              <a:t>    },</a:t>
            </a:r>
          </a:p>
          <a:p>
            <a:r>
              <a:t>    {</a:t>
            </a:r>
          </a:p>
          <a:p>
            <a:r>
              <a:t>      "text": "5",</a:t>
            </a:r>
          </a:p>
          <a:p>
            <a:r>
              <a:t>      "refs": [</a:t>
            </a:r>
          </a:p>
          <a:p>
            <a:r>
              <a:t>        {</a:t>
            </a:r>
          </a:p>
          <a:p>
            <a:r>
              <a:t>          "source_id": "s048",</a:t>
            </a:r>
          </a:p>
          <a:p>
            <a:r>
              <a:t>          "quote": "5"</a:t>
            </a:r>
          </a:p>
          <a:p>
            <a:r>
              <a:t>        }</a:t>
            </a:r>
          </a:p>
          <a:p>
            <a:r>
              <a:t>      ],</a:t>
            </a:r>
          </a:p>
          <a:p>
            <a:r>
              <a:t>      "mode": "verbatim"</a:t>
            </a:r>
          </a:p>
          <a:p>
            <a:r>
              <a:t>    },</a:t>
            </a:r>
          </a:p>
          <a:p>
            <a:r>
              <a:t>    {</a:t>
            </a:r>
          </a:p>
          <a:p>
            <a:r>
              <a:t>      "text": "見出し 6",</a:t>
            </a:r>
          </a:p>
          <a:p>
            <a:r>
              <a:t>      "refs": [</a:t>
            </a:r>
          </a:p>
          <a:p>
            <a:r>
              <a:t>        {</a:t>
            </a:r>
          </a:p>
          <a:p>
            <a:r>
              <a:t>          "source_id": "s048",</a:t>
            </a:r>
          </a:p>
          <a:p>
            <a:r>
              <a:t>          "quote": "見出し 6"</a:t>
            </a:r>
          </a:p>
          <a:p>
            <a:r>
              <a:t>        }</a:t>
            </a:r>
          </a:p>
          <a:p>
            <a:r>
              <a:t>      ],</a:t>
            </a:r>
          </a:p>
          <a:p>
            <a:r>
              <a:t>      "mode": "verbatim"</a:t>
            </a:r>
          </a:p>
          <a:p>
            <a:r>
              <a:t>    },</a:t>
            </a:r>
          </a:p>
          <a:p>
            <a:r>
              <a:t>    {</a:t>
            </a:r>
          </a:p>
          <a:p>
            <a:r>
              <a:t>      "text": "記載例5",</a:t>
            </a:r>
          </a:p>
          <a:p>
            <a:r>
              <a:t>      "refs": [</a:t>
            </a:r>
          </a:p>
          <a:p>
            <a:r>
              <a:t>        {</a:t>
            </a:r>
          </a:p>
          <a:p>
            <a:r>
              <a:t>          "source_id": "s048",</a:t>
            </a:r>
          </a:p>
          <a:p>
            <a:r>
              <a:t>          "quote": "記載例5"</a:t>
            </a:r>
          </a:p>
          <a:p>
            <a:r>
              <a:t>        }</a:t>
            </a:r>
          </a:p>
          <a:p>
            <a:r>
              <a:t>      ],</a:t>
            </a:r>
          </a:p>
          <a:p>
            <a:r>
              <a:t>      "mode": "verbatim"</a:t>
            </a:r>
          </a:p>
          <a:p>
            <a:r>
              <a:t>    }</a:t>
            </a:r>
          </a:p>
          <a:p>
            <a:r>
              <a:t>  ],</a:t>
            </a:r>
          </a:p>
          <a:p>
            <a:r>
              <a:t>  "citations": {</a:t>
            </a:r>
          </a:p>
          <a:p>
            <a:r>
              <a:t>    "s048": "Public MIT sample: templates/freeform_parts_more_16x9.html section 21"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"e0c2fcce3fba4f3658a112a3146105bec1d4f36b5f4352f4d89aeb2e44f1549a"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"slide049",</a:t>
            </a:r>
          </a:p>
          <a:p>
            <a:r>
              <a:t>  "origin": "catalog",</a:t>
            </a:r>
          </a:p>
          <a:p>
            <a:r>
              <a:t>  "layout_id": "scr",</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"Situation・Complication・Resolution",</a:t>
            </a:r>
          </a:p>
          <a:p>
            <a:r>
              <a:t>      "refs": [</a:t>
            </a:r>
          </a:p>
          <a:p>
            <a:r>
              <a:t>        {</a:t>
            </a:r>
          </a:p>
          <a:p>
            <a:r>
              <a:t>          "source_id": "s049",</a:t>
            </a:r>
          </a:p>
          <a:p>
            <a:r>
              <a:t>          "quote": "Situation・Complication・Resolution"</a:t>
            </a:r>
          </a:p>
          <a:p>
            <a:r>
              <a:t>        }</a:t>
            </a:r>
          </a:p>
          <a:p>
            <a:r>
              <a:t>      ],</a:t>
            </a:r>
          </a:p>
          <a:p>
            <a:r>
              <a:t>      "mode": "verbatim"</a:t>
            </a:r>
          </a:p>
          <a:p>
            <a:r>
              <a:t>    },</a:t>
            </a:r>
          </a:p>
          <a:p>
            <a:r>
              <a:t>    {</a:t>
            </a:r>
          </a:p>
          <a:p>
            <a:r>
              <a:t>      "text": "出典：公開見本",</a:t>
            </a:r>
          </a:p>
          <a:p>
            <a:r>
              <a:t>      "refs": [</a:t>
            </a:r>
          </a:p>
          <a:p>
            <a:r>
              <a:t>        {</a:t>
            </a:r>
          </a:p>
          <a:p>
            <a:r>
              <a:t>          "source_id": "s049",</a:t>
            </a:r>
          </a:p>
          <a:p>
            <a:r>
              <a:t>          "quote": "出典：公開見本"</a:t>
            </a:r>
          </a:p>
          <a:p>
            <a:r>
              <a:t>        }</a:t>
            </a:r>
          </a:p>
          <a:p>
            <a:r>
              <a:t>      ],</a:t>
            </a:r>
          </a:p>
          <a:p>
            <a:r>
              <a:t>      "mode": "verbatim"</a:t>
            </a:r>
          </a:p>
          <a:p>
            <a:r>
              <a:t>    },</a:t>
            </a:r>
          </a:p>
          <a:p>
            <a:r>
              <a:t>    {</a:t>
            </a:r>
          </a:p>
          <a:p>
            <a:r>
              <a:t>      "text": "Situation",</a:t>
            </a:r>
          </a:p>
          <a:p>
            <a:r>
              <a:t>      "refs": [</a:t>
            </a:r>
          </a:p>
          <a:p>
            <a:r>
              <a:t>        {</a:t>
            </a:r>
          </a:p>
          <a:p>
            <a:r>
              <a:t>          "source_id": "s049",</a:t>
            </a:r>
          </a:p>
          <a:p>
            <a:r>
              <a:t>          "quote": "Situation"</a:t>
            </a:r>
          </a:p>
          <a:p>
            <a:r>
              <a:t>        }</a:t>
            </a:r>
          </a:p>
          <a:p>
            <a:r>
              <a:t>      ],</a:t>
            </a:r>
          </a:p>
          <a:p>
            <a:r>
              <a:t>      "mode": "verbatim"</a:t>
            </a:r>
          </a:p>
          <a:p>
            <a:r>
              <a:t>    },</a:t>
            </a:r>
          </a:p>
          <a:p>
            <a:r>
              <a:t>    {</a:t>
            </a:r>
          </a:p>
          <a:p>
            <a:r>
              <a:t>      "text": "記載例1",</a:t>
            </a:r>
          </a:p>
          <a:p>
            <a:r>
              <a:t>      "refs": [</a:t>
            </a:r>
          </a:p>
          <a:p>
            <a:r>
              <a:t>        {</a:t>
            </a:r>
          </a:p>
          <a:p>
            <a:r>
              <a:t>          "source_id": "s049",</a:t>
            </a:r>
          </a:p>
          <a:p>
            <a:r>
              <a:t>          "quote": "記載例1"</a:t>
            </a:r>
          </a:p>
          <a:p>
            <a:r>
              <a:t>        }</a:t>
            </a:r>
          </a:p>
          <a:p>
            <a:r>
              <a:t>      ],</a:t>
            </a:r>
          </a:p>
          <a:p>
            <a:r>
              <a:t>      "mode": "verbatim"</a:t>
            </a:r>
          </a:p>
          <a:p>
            <a:r>
              <a:t>    },</a:t>
            </a:r>
          </a:p>
          <a:p>
            <a:r>
              <a:t>    {</a:t>
            </a:r>
          </a:p>
          <a:p>
            <a:r>
              <a:t>      "text": "記載例2",</a:t>
            </a:r>
          </a:p>
          <a:p>
            <a:r>
              <a:t>      "refs": [</a:t>
            </a:r>
          </a:p>
          <a:p>
            <a:r>
              <a:t>        {</a:t>
            </a:r>
          </a:p>
          <a:p>
            <a:r>
              <a:t>          "source_id": "s049",</a:t>
            </a:r>
          </a:p>
          <a:p>
            <a:r>
              <a:t>          "quote": "記載例2"</a:t>
            </a:r>
          </a:p>
          <a:p>
            <a:r>
              <a:t>        }</a:t>
            </a:r>
          </a:p>
          <a:p>
            <a:r>
              <a:t>      ],</a:t>
            </a:r>
          </a:p>
          <a:p>
            <a:r>
              <a:t>      "mode": "verbatim"</a:t>
            </a:r>
          </a:p>
          <a:p>
            <a:r>
              <a:t>    },</a:t>
            </a:r>
          </a:p>
          <a:p>
            <a:r>
              <a:t>    {</a:t>
            </a:r>
          </a:p>
          <a:p>
            <a:r>
              <a:t>      "text": "注：前提や注記を記載",</a:t>
            </a:r>
          </a:p>
          <a:p>
            <a:r>
              <a:t>      "refs": [</a:t>
            </a:r>
          </a:p>
          <a:p>
            <a:r>
              <a:t>        {</a:t>
            </a:r>
          </a:p>
          <a:p>
            <a:r>
              <a:t>          "source_id": "s049",</a:t>
            </a:r>
          </a:p>
          <a:p>
            <a:r>
              <a:t>          "quote": "注：前提や注記を記載"</a:t>
            </a:r>
          </a:p>
          <a:p>
            <a:r>
              <a:t>        }</a:t>
            </a:r>
          </a:p>
          <a:p>
            <a:r>
              <a:t>      ],</a:t>
            </a:r>
          </a:p>
          <a:p>
            <a:r>
              <a:t>      "mode": "verbatim"</a:t>
            </a:r>
          </a:p>
          <a:p>
            <a:r>
              <a:t>    },</a:t>
            </a:r>
          </a:p>
          <a:p>
            <a:r>
              <a:t>    {</a:t>
            </a:r>
          </a:p>
          <a:p>
            <a:r>
              <a:t>      "text": "Complication",</a:t>
            </a:r>
          </a:p>
          <a:p>
            <a:r>
              <a:t>      "refs": [</a:t>
            </a:r>
          </a:p>
          <a:p>
            <a:r>
              <a:t>        {</a:t>
            </a:r>
          </a:p>
          <a:p>
            <a:r>
              <a:t>          "source_id": "s049",</a:t>
            </a:r>
          </a:p>
          <a:p>
            <a:r>
              <a:t>          "quote": "Complication"</a:t>
            </a:r>
          </a:p>
          <a:p>
            <a:r>
              <a:t>        }</a:t>
            </a:r>
          </a:p>
          <a:p>
            <a:r>
              <a:t>      ],</a:t>
            </a:r>
          </a:p>
          <a:p>
            <a:r>
              <a:t>      "mode": "verbatim"</a:t>
            </a:r>
          </a:p>
          <a:p>
            <a:r>
              <a:t>    },</a:t>
            </a:r>
          </a:p>
          <a:p>
            <a:r>
              <a:t>    {</a:t>
            </a:r>
          </a:p>
          <a:p>
            <a:r>
              <a:t>      "text": "記載例3",</a:t>
            </a:r>
          </a:p>
          <a:p>
            <a:r>
              <a:t>      "refs": [</a:t>
            </a:r>
          </a:p>
          <a:p>
            <a:r>
              <a:t>        {</a:t>
            </a:r>
          </a:p>
          <a:p>
            <a:r>
              <a:t>          "source_id": "s049",</a:t>
            </a:r>
          </a:p>
          <a:p>
            <a:r>
              <a:t>          "quote": "記載例3"</a:t>
            </a:r>
          </a:p>
          <a:p>
            <a:r>
              <a:t>        }</a:t>
            </a:r>
          </a:p>
          <a:p>
            <a:r>
              <a:t>      ],</a:t>
            </a:r>
          </a:p>
          <a:p>
            <a:r>
              <a:t>      "mode": "verbatim"</a:t>
            </a:r>
          </a:p>
          <a:p>
            <a:r>
              <a:t>    },</a:t>
            </a:r>
          </a:p>
          <a:p>
            <a:r>
              <a:t>    {</a:t>
            </a:r>
          </a:p>
          <a:p>
            <a:r>
              <a:t>      "text": "記載例4",</a:t>
            </a:r>
          </a:p>
          <a:p>
            <a:r>
              <a:t>      "refs": [</a:t>
            </a:r>
          </a:p>
          <a:p>
            <a:r>
              <a:t>        {</a:t>
            </a:r>
          </a:p>
          <a:p>
            <a:r>
              <a:t>          "source_id": "s049",</a:t>
            </a:r>
          </a:p>
          <a:p>
            <a:r>
              <a:t>          "quote": "記載例4"</a:t>
            </a:r>
          </a:p>
          <a:p>
            <a:r>
              <a:t>        }</a:t>
            </a:r>
          </a:p>
          <a:p>
            <a:r>
              <a:t>      ],</a:t>
            </a:r>
          </a:p>
          <a:p>
            <a:r>
              <a:t>      "mode": "verbatim"</a:t>
            </a:r>
          </a:p>
          <a:p>
            <a:r>
              <a:t>    },</a:t>
            </a:r>
          </a:p>
          <a:p>
            <a:r>
              <a:t>    {</a:t>
            </a:r>
          </a:p>
          <a:p>
            <a:r>
              <a:t>      "text": "注：前提や注記を記載",</a:t>
            </a:r>
          </a:p>
          <a:p>
            <a:r>
              <a:t>      "refs": [</a:t>
            </a:r>
          </a:p>
          <a:p>
            <a:r>
              <a:t>        {</a:t>
            </a:r>
          </a:p>
          <a:p>
            <a:r>
              <a:t>          "source_id": "s049",</a:t>
            </a:r>
          </a:p>
          <a:p>
            <a:r>
              <a:t>          "quote": "注：前提や注記を記載"</a:t>
            </a:r>
          </a:p>
          <a:p>
            <a:r>
              <a:t>        }</a:t>
            </a:r>
          </a:p>
          <a:p>
            <a:r>
              <a:t>      ],</a:t>
            </a:r>
          </a:p>
          <a:p>
            <a:r>
              <a:t>      "mode": "verbatim"</a:t>
            </a:r>
          </a:p>
          <a:p>
            <a:r>
              <a:t>    },</a:t>
            </a:r>
          </a:p>
          <a:p>
            <a:r>
              <a:t>    {</a:t>
            </a:r>
          </a:p>
          <a:p>
            <a:r>
              <a:t>      "text": "Resolution",</a:t>
            </a:r>
          </a:p>
          <a:p>
            <a:r>
              <a:t>      "refs": [</a:t>
            </a:r>
          </a:p>
          <a:p>
            <a:r>
              <a:t>        {</a:t>
            </a:r>
          </a:p>
          <a:p>
            <a:r>
              <a:t>          "source_id": "s049",</a:t>
            </a:r>
          </a:p>
          <a:p>
            <a:r>
              <a:t>          "quote": "Resolution"</a:t>
            </a:r>
          </a:p>
          <a:p>
            <a:r>
              <a:t>        }</a:t>
            </a:r>
          </a:p>
          <a:p>
            <a:r>
              <a:t>      ],</a:t>
            </a:r>
          </a:p>
          <a:p>
            <a:r>
              <a:t>      "mode": "verbatim"</a:t>
            </a:r>
          </a:p>
          <a:p>
            <a:r>
              <a:t>    },</a:t>
            </a:r>
          </a:p>
          <a:p>
            <a:r>
              <a:t>    {</a:t>
            </a:r>
          </a:p>
          <a:p>
            <a:r>
              <a:t>      "text": "記載例5",</a:t>
            </a:r>
          </a:p>
          <a:p>
            <a:r>
              <a:t>      "refs": [</a:t>
            </a:r>
          </a:p>
          <a:p>
            <a:r>
              <a:t>        {</a:t>
            </a:r>
          </a:p>
          <a:p>
            <a:r>
              <a:t>          "source_id": "s049",</a:t>
            </a:r>
          </a:p>
          <a:p>
            <a:r>
              <a:t>          "quote": "記載例5"</a:t>
            </a:r>
          </a:p>
          <a:p>
            <a:r>
              <a:t>        }</a:t>
            </a:r>
          </a:p>
          <a:p>
            <a:r>
              <a:t>      ],</a:t>
            </a:r>
          </a:p>
          <a:p>
            <a:r>
              <a:t>      "mode": "verbatim"</a:t>
            </a:r>
          </a:p>
          <a:p>
            <a:r>
              <a:t>    },</a:t>
            </a:r>
          </a:p>
          <a:p>
            <a:r>
              <a:t>    {</a:t>
            </a:r>
          </a:p>
          <a:p>
            <a:r>
              <a:t>      "text": "記載例6",</a:t>
            </a:r>
          </a:p>
          <a:p>
            <a:r>
              <a:t>      "refs": [</a:t>
            </a:r>
          </a:p>
          <a:p>
            <a:r>
              <a:t>        {</a:t>
            </a:r>
          </a:p>
          <a:p>
            <a:r>
              <a:t>          "source_id": "s049",</a:t>
            </a:r>
          </a:p>
          <a:p>
            <a:r>
              <a:t>          "quote": "記載例6"</a:t>
            </a:r>
          </a:p>
          <a:p>
            <a:r>
              <a:t>        }</a:t>
            </a:r>
          </a:p>
          <a:p>
            <a:r>
              <a:t>      ],</a:t>
            </a:r>
          </a:p>
          <a:p>
            <a:r>
              <a:t>      "mode": "verbatim"</a:t>
            </a:r>
          </a:p>
          <a:p>
            <a:r>
              <a:t>    },</a:t>
            </a:r>
          </a:p>
          <a:p>
            <a:r>
              <a:t>    {</a:t>
            </a:r>
          </a:p>
          <a:p>
            <a:r>
              <a:t>      "text": "注：前提や注記を記載",</a:t>
            </a:r>
          </a:p>
          <a:p>
            <a:r>
              <a:t>      "refs": [</a:t>
            </a:r>
          </a:p>
          <a:p>
            <a:r>
              <a:t>        {</a:t>
            </a:r>
          </a:p>
          <a:p>
            <a:r>
              <a:t>          "source_id": "s049",</a:t>
            </a:r>
          </a:p>
          <a:p>
            <a:r>
              <a:t>          "quote": "注：前提や注記を記載"</a:t>
            </a:r>
          </a:p>
          <a:p>
            <a:r>
              <a:t>        }</a:t>
            </a:r>
          </a:p>
          <a:p>
            <a:r>
              <a:t>      ],</a:t>
            </a:r>
          </a:p>
          <a:p>
            <a:r>
              <a:t>      "mode": "verbatim"</a:t>
            </a:r>
          </a:p>
          <a:p>
            <a:r>
              <a:t>    }</a:t>
            </a:r>
          </a:p>
          <a:p>
            <a:r>
              <a:t>  ],</a:t>
            </a:r>
          </a:p>
          <a:p>
            <a:r>
              <a:t>  "citations": {</a:t>
            </a:r>
          </a:p>
          <a:p>
            <a:r>
              <a:t>    "s049": "Public MIT sample: templates/freeform_parts_more_16x9.html section 22"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"8850eea2b96e10890e1ab3d0394d48b911afa31b6eae6e9d39872799c927dc00"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"slide050",</a:t>
            </a:r>
          </a:p>
          <a:p>
            <a:r>
              <a:t>  "origin": "catalog",</a:t>
            </a:r>
          </a:p>
          <a:p>
            <a:r>
              <a:t>  "layout_id": "issue_to_solution_map",</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"課題と打ち手の対応",</a:t>
            </a:r>
          </a:p>
          <a:p>
            <a:r>
              <a:t>      "refs": [</a:t>
            </a:r>
          </a:p>
          <a:p>
            <a:r>
              <a:t>        {</a:t>
            </a:r>
          </a:p>
          <a:p>
            <a:r>
              <a:t>          "source_id": "s050",</a:t>
            </a:r>
          </a:p>
          <a:p>
            <a:r>
              <a:t>          "quote": "課題と打ち手の対応"</a:t>
            </a:r>
          </a:p>
          <a:p>
            <a:r>
              <a:t>        }</a:t>
            </a:r>
          </a:p>
          <a:p>
            <a:r>
              <a:t>      ],</a:t>
            </a:r>
          </a:p>
          <a:p>
            <a:r>
              <a:t>      "mode": "verbatim"</a:t>
            </a:r>
          </a:p>
          <a:p>
            <a:r>
              <a:t>    },</a:t>
            </a:r>
          </a:p>
          <a:p>
            <a:r>
              <a:t>    {</a:t>
            </a:r>
          </a:p>
          <a:p>
            <a:r>
              <a:t>      "text": "出典：公開見本",</a:t>
            </a:r>
          </a:p>
          <a:p>
            <a:r>
              <a:t>      "refs": [</a:t>
            </a:r>
          </a:p>
          <a:p>
            <a:r>
              <a:t>        {</a:t>
            </a:r>
          </a:p>
          <a:p>
            <a:r>
              <a:t>          "source_id": "s050",</a:t>
            </a:r>
          </a:p>
          <a:p>
            <a:r>
              <a:t>          "quote": "出典：公開見本"</a:t>
            </a:r>
          </a:p>
          <a:p>
            <a:r>
              <a:t>        }</a:t>
            </a:r>
          </a:p>
          <a:p>
            <a:r>
              <a:t>      ],</a:t>
            </a:r>
          </a:p>
          <a:p>
            <a:r>
              <a:t>      "mode": "verbatim"</a:t>
            </a:r>
          </a:p>
          <a:p>
            <a:r>
              <a:t>    },</a:t>
            </a:r>
          </a:p>
          <a:p>
            <a:r>
              <a:t>    {</a:t>
            </a:r>
          </a:p>
          <a:p>
            <a:r>
              <a:t>      "text": "課題",</a:t>
            </a:r>
          </a:p>
          <a:p>
            <a:r>
              <a:t>      "refs": [</a:t>
            </a:r>
          </a:p>
          <a:p>
            <a:r>
              <a:t>        {</a:t>
            </a:r>
          </a:p>
          <a:p>
            <a:r>
              <a:t>          "source_id": "s050",</a:t>
            </a:r>
          </a:p>
          <a:p>
            <a:r>
              <a:t>          "quote": "課題"</a:t>
            </a:r>
          </a:p>
          <a:p>
            <a:r>
              <a:t>        }</a:t>
            </a:r>
          </a:p>
          <a:p>
            <a:r>
              <a:t>      ],</a:t>
            </a:r>
          </a:p>
          <a:p>
            <a:r>
              <a:t>      "mode": "verbatim"</a:t>
            </a:r>
          </a:p>
          <a:p>
            <a:r>
              <a:t>    },</a:t>
            </a:r>
          </a:p>
          <a:p>
            <a:r>
              <a:t>    {</a:t>
            </a:r>
          </a:p>
          <a:p>
            <a:r>
              <a:t>      "text": "打ち手",</a:t>
            </a:r>
          </a:p>
          <a:p>
            <a:r>
              <a:t>      "refs": [</a:t>
            </a:r>
          </a:p>
          <a:p>
            <a:r>
              <a:t>        {</a:t>
            </a:r>
          </a:p>
          <a:p>
            <a:r>
              <a:t>          "source_id": "s050",</a:t>
            </a:r>
          </a:p>
          <a:p>
            <a:r>
              <a:t>          "quote": "打ち手"</a:t>
            </a:r>
          </a:p>
          <a:p>
            <a:r>
              <a:t>        }</a:t>
            </a:r>
          </a:p>
          <a:p>
            <a:r>
              <a:t>      ],</a:t>
            </a:r>
          </a:p>
          <a:p>
            <a:r>
              <a:t>      "mode": "verbatim"</a:t>
            </a:r>
          </a:p>
          <a:p>
            <a:r>
              <a:t>    },</a:t>
            </a:r>
          </a:p>
          <a:p>
            <a:r>
              <a:t>    {</a:t>
            </a:r>
          </a:p>
          <a:p>
            <a:r>
              <a:t>      "text": "記載例1",</a:t>
            </a:r>
          </a:p>
          <a:p>
            <a:r>
              <a:t>      "refs": [</a:t>
            </a:r>
          </a:p>
          <a:p>
            <a:r>
              <a:t>        {</a:t>
            </a:r>
          </a:p>
          <a:p>
            <a:r>
              <a:t>          "source_id": "s050",</a:t>
            </a:r>
          </a:p>
          <a:p>
            <a:r>
              <a:t>          "quote": "記載例1"</a:t>
            </a:r>
          </a:p>
          <a:p>
            <a:r>
              <a:t>        }</a:t>
            </a:r>
          </a:p>
          <a:p>
            <a:r>
              <a:t>      ],</a:t>
            </a:r>
          </a:p>
          <a:p>
            <a:r>
              <a:t>      "mode": "verbatim"</a:t>
            </a:r>
          </a:p>
          <a:p>
            <a:r>
              <a:t>    },</a:t>
            </a:r>
          </a:p>
          <a:p>
            <a:r>
              <a:t>    {</a:t>
            </a:r>
          </a:p>
          <a:p>
            <a:r>
              <a:t>      "text": "記載例2",</a:t>
            </a:r>
          </a:p>
          <a:p>
            <a:r>
              <a:t>      "refs": [</a:t>
            </a:r>
          </a:p>
          <a:p>
            <a:r>
              <a:t>        {</a:t>
            </a:r>
          </a:p>
          <a:p>
            <a:r>
              <a:t>          "source_id": "s050",</a:t>
            </a:r>
          </a:p>
          <a:p>
            <a:r>
              <a:t>          "quote": "記載例2"</a:t>
            </a:r>
          </a:p>
          <a:p>
            <a:r>
              <a:t>        }</a:t>
            </a:r>
          </a:p>
          <a:p>
            <a:r>
              <a:t>      ],</a:t>
            </a:r>
          </a:p>
          <a:p>
            <a:r>
              <a:t>      "mode": "verbatim"</a:t>
            </a:r>
          </a:p>
          <a:p>
            <a:r>
              <a:t>    },</a:t>
            </a:r>
          </a:p>
          <a:p>
            <a:r>
              <a:t>    {</a:t>
            </a:r>
          </a:p>
          <a:p>
            <a:r>
              <a:t>      "text": "記載例3",</a:t>
            </a:r>
          </a:p>
          <a:p>
            <a:r>
              <a:t>      "refs": [</a:t>
            </a:r>
          </a:p>
          <a:p>
            <a:r>
              <a:t>        {</a:t>
            </a:r>
          </a:p>
          <a:p>
            <a:r>
              <a:t>          "source_id": "s050",</a:t>
            </a:r>
          </a:p>
          <a:p>
            <a:r>
              <a:t>          "quote": "記載例3"</a:t>
            </a:r>
          </a:p>
          <a:p>
            <a:r>
              <a:t>        }</a:t>
            </a:r>
          </a:p>
          <a:p>
            <a:r>
              <a:t>      ],</a:t>
            </a:r>
          </a:p>
          <a:p>
            <a:r>
              <a:t>      "mode": "verbatim"</a:t>
            </a:r>
          </a:p>
          <a:p>
            <a:r>
              <a:t>    },</a:t>
            </a:r>
          </a:p>
          <a:p>
            <a:r>
              <a:t>    {</a:t>
            </a:r>
          </a:p>
          <a:p>
            <a:r>
              <a:t>      "text": "記載例4",</a:t>
            </a:r>
          </a:p>
          <a:p>
            <a:r>
              <a:t>      "refs": [</a:t>
            </a:r>
          </a:p>
          <a:p>
            <a:r>
              <a:t>        {</a:t>
            </a:r>
          </a:p>
          <a:p>
            <a:r>
              <a:t>          "source_id": "s050",</a:t>
            </a:r>
          </a:p>
          <a:p>
            <a:r>
              <a:t>          "quote": "記載例4"</a:t>
            </a:r>
          </a:p>
          <a:p>
            <a:r>
              <a:t>        }</a:t>
            </a:r>
          </a:p>
          <a:p>
            <a:r>
              <a:t>      ],</a:t>
            </a:r>
          </a:p>
          <a:p>
            <a:r>
              <a:t>      "mode": "verbatim"</a:t>
            </a:r>
          </a:p>
          <a:p>
            <a:r>
              <a:t>    },</a:t>
            </a:r>
          </a:p>
          <a:p>
            <a:r>
              <a:t>    {</a:t>
            </a:r>
          </a:p>
          <a:p>
            <a:r>
              <a:t>      "text": "記載例5",</a:t>
            </a:r>
          </a:p>
          <a:p>
            <a:r>
              <a:t>      "refs": [</a:t>
            </a:r>
          </a:p>
          <a:p>
            <a:r>
              <a:t>        {</a:t>
            </a:r>
          </a:p>
          <a:p>
            <a:r>
              <a:t>          "source_id": "s050",</a:t>
            </a:r>
          </a:p>
          <a:p>
            <a:r>
              <a:t>          "quote": "記載例5"</a:t>
            </a:r>
          </a:p>
          <a:p>
            <a:r>
              <a:t>        }</a:t>
            </a:r>
          </a:p>
          <a:p>
            <a:r>
              <a:t>      ],</a:t>
            </a:r>
          </a:p>
          <a:p>
            <a:r>
              <a:t>      "mode": "verbatim"</a:t>
            </a:r>
          </a:p>
          <a:p>
            <a:r>
              <a:t>    },</a:t>
            </a:r>
          </a:p>
          <a:p>
            <a:r>
              <a:t>    {</a:t>
            </a:r>
          </a:p>
          <a:p>
            <a:r>
              <a:t>      "text": "記載例6",</a:t>
            </a:r>
          </a:p>
          <a:p>
            <a:r>
              <a:t>      "refs": [</a:t>
            </a:r>
          </a:p>
          <a:p>
            <a:r>
              <a:t>        {</a:t>
            </a:r>
          </a:p>
          <a:p>
            <a:r>
              <a:t>          "source_id": "s050",</a:t>
            </a:r>
          </a:p>
          <a:p>
            <a:r>
              <a:t>          "quote": "記載例6"</a:t>
            </a:r>
          </a:p>
          <a:p>
            <a:r>
              <a:t>        }</a:t>
            </a:r>
          </a:p>
          <a:p>
            <a:r>
              <a:t>      ],</a:t>
            </a:r>
          </a:p>
          <a:p>
            <a:r>
              <a:t>      "mode": "verbatim"</a:t>
            </a:r>
          </a:p>
          <a:p>
            <a:r>
              <a:t>    },</a:t>
            </a:r>
          </a:p>
          <a:p>
            <a:r>
              <a:t>    {</a:t>
            </a:r>
          </a:p>
          <a:p>
            <a:r>
              <a:t>      "text": "記載例7",</a:t>
            </a:r>
          </a:p>
          <a:p>
            <a:r>
              <a:t>      "refs": [</a:t>
            </a:r>
          </a:p>
          <a:p>
            <a:r>
              <a:t>        {</a:t>
            </a:r>
          </a:p>
          <a:p>
            <a:r>
              <a:t>          "source_id": "s050",</a:t>
            </a:r>
          </a:p>
          <a:p>
            <a:r>
              <a:t>          "quote": "記載例7"</a:t>
            </a:r>
          </a:p>
          <a:p>
            <a:r>
              <a:t>        }</a:t>
            </a:r>
          </a:p>
          <a:p>
            <a:r>
              <a:t>      ],</a:t>
            </a:r>
          </a:p>
          <a:p>
            <a:r>
              <a:t>      "mode": "verbatim"</a:t>
            </a:r>
          </a:p>
          <a:p>
            <a:r>
              <a:t>    },</a:t>
            </a:r>
          </a:p>
          <a:p>
            <a:r>
              <a:t>    {</a:t>
            </a:r>
          </a:p>
          <a:p>
            <a:r>
              <a:t>      "text": "記載例8",</a:t>
            </a:r>
          </a:p>
          <a:p>
            <a:r>
              <a:t>      "refs": [</a:t>
            </a:r>
          </a:p>
          <a:p>
            <a:r>
              <a:t>        {</a:t>
            </a:r>
          </a:p>
          <a:p>
            <a:r>
              <a:t>          "source_id": "s050",</a:t>
            </a:r>
          </a:p>
          <a:p>
            <a:r>
              <a:t>          "quote": "記載例8"</a:t>
            </a:r>
          </a:p>
          <a:p>
            <a:r>
              <a:t>        }</a:t>
            </a:r>
          </a:p>
          <a:p>
            <a:r>
              <a:t>      ],</a:t>
            </a:r>
          </a:p>
          <a:p>
            <a:r>
              <a:t>      "mode": "verbatim"</a:t>
            </a:r>
          </a:p>
          <a:p>
            <a:r>
              <a:t>    },</a:t>
            </a:r>
          </a:p>
          <a:p>
            <a:r>
              <a:t>    {</a:t>
            </a:r>
          </a:p>
          <a:p>
            <a:r>
              <a:t>      "text": "記載例9",</a:t>
            </a:r>
          </a:p>
          <a:p>
            <a:r>
              <a:t>      "refs": [</a:t>
            </a:r>
          </a:p>
          <a:p>
            <a:r>
              <a:t>        {</a:t>
            </a:r>
          </a:p>
          <a:p>
            <a:r>
              <a:t>          "source_id": "s050",</a:t>
            </a:r>
          </a:p>
          <a:p>
            <a:r>
              <a:t>          "quote": "記載例9"</a:t>
            </a:r>
          </a:p>
          <a:p>
            <a:r>
              <a:t>        }</a:t>
            </a:r>
          </a:p>
          <a:p>
            <a:r>
              <a:t>      ],</a:t>
            </a:r>
          </a:p>
          <a:p>
            <a:r>
              <a:t>      "mode": "verbatim"</a:t>
            </a:r>
          </a:p>
          <a:p>
            <a:r>
              <a:t>    }</a:t>
            </a:r>
          </a:p>
          <a:p>
            <a:r>
              <a:t>  ],</a:t>
            </a:r>
          </a:p>
          <a:p>
            <a:r>
              <a:t>  "citations": {</a:t>
            </a:r>
          </a:p>
          <a:p>
            <a:r>
              <a:t>    "s050": "Public MIT sample: templates/freeform_parts_more_16x9.html section 23"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"894e243364b0d6561e6718c865b26e5393e3227b9baa874baf2745419537714d"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"slide051",</a:t>
            </a:r>
          </a:p>
          <a:p>
            <a:r>
              <a:t>  "origin": "catalog",</a:t>
            </a:r>
          </a:p>
          <a:p>
            <a:r>
              <a:t>  "layout_id": "issue_cause_solution",</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"課題→原因→解決",</a:t>
            </a:r>
          </a:p>
          <a:p>
            <a:r>
              <a:t>      "refs": [</a:t>
            </a:r>
          </a:p>
          <a:p>
            <a:r>
              <a:t>        {</a:t>
            </a:r>
          </a:p>
          <a:p>
            <a:r>
              <a:t>          "source_id": "s051",</a:t>
            </a:r>
          </a:p>
          <a:p>
            <a:r>
              <a:t>          "quote": "課題→原因→解決"</a:t>
            </a:r>
          </a:p>
          <a:p>
            <a:r>
              <a:t>        }</a:t>
            </a:r>
          </a:p>
          <a:p>
            <a:r>
              <a:t>      ],</a:t>
            </a:r>
          </a:p>
          <a:p>
            <a:r>
              <a:t>      "mode": "verbatim"</a:t>
            </a:r>
          </a:p>
          <a:p>
            <a:r>
              <a:t>    },</a:t>
            </a:r>
          </a:p>
          <a:p>
            <a:r>
              <a:t>    {</a:t>
            </a:r>
          </a:p>
          <a:p>
            <a:r>
              <a:t>      "text": "出典：公開見本",</a:t>
            </a:r>
          </a:p>
          <a:p>
            <a:r>
              <a:t>      "refs": [</a:t>
            </a:r>
          </a:p>
          <a:p>
            <a:r>
              <a:t>        {</a:t>
            </a:r>
          </a:p>
          <a:p>
            <a:r>
              <a:t>          "source_id": "s051",</a:t>
            </a:r>
          </a:p>
          <a:p>
            <a:r>
              <a:t>          "quote": "出典：公開見本"</a:t>
            </a:r>
          </a:p>
          <a:p>
            <a:r>
              <a:t>        }</a:t>
            </a:r>
          </a:p>
          <a:p>
            <a:r>
              <a:t>      ],</a:t>
            </a:r>
          </a:p>
          <a:p>
            <a:r>
              <a:t>      "mode": "verbatim"</a:t>
            </a:r>
          </a:p>
          <a:p>
            <a:r>
              <a:t>    },</a:t>
            </a:r>
          </a:p>
          <a:p>
            <a:r>
              <a:t>    {</a:t>
            </a:r>
          </a:p>
          <a:p>
            <a:r>
              <a:t>      "text": "項目1",</a:t>
            </a:r>
          </a:p>
          <a:p>
            <a:r>
              <a:t>      "refs": [</a:t>
            </a:r>
          </a:p>
          <a:p>
            <a:r>
              <a:t>        {</a:t>
            </a:r>
          </a:p>
          <a:p>
            <a:r>
              <a:t>          "source_id": "s051",</a:t>
            </a:r>
          </a:p>
          <a:p>
            <a:r>
              <a:t>          "quote": "項目1"</a:t>
            </a:r>
          </a:p>
          <a:p>
            <a:r>
              <a:t>        }</a:t>
            </a:r>
          </a:p>
          <a:p>
            <a:r>
              <a:t>      ],</a:t>
            </a:r>
          </a:p>
          <a:p>
            <a:r>
              <a:t>      "mode": "verbatim"</a:t>
            </a:r>
          </a:p>
          <a:p>
            <a:r>
              <a:t>    },</a:t>
            </a:r>
          </a:p>
          <a:p>
            <a:r>
              <a:t>    {</a:t>
            </a:r>
          </a:p>
          <a:p>
            <a:r>
              <a:t>      "text": "記載例1",</a:t>
            </a:r>
          </a:p>
          <a:p>
            <a:r>
              <a:t>      "refs": [</a:t>
            </a:r>
          </a:p>
          <a:p>
            <a:r>
              <a:t>        {</a:t>
            </a:r>
          </a:p>
          <a:p>
            <a:r>
              <a:t>          "source_id": "s051",</a:t>
            </a:r>
          </a:p>
          <a:p>
            <a:r>
              <a:t>          "quote": "記載例1"</a:t>
            </a:r>
          </a:p>
          <a:p>
            <a:r>
              <a:t>        }</a:t>
            </a:r>
          </a:p>
          <a:p>
            <a:r>
              <a:t>      ],</a:t>
            </a:r>
          </a:p>
          <a:p>
            <a:r>
              <a:t>      "mode": "verbatim"</a:t>
            </a:r>
          </a:p>
          <a:p>
            <a:r>
              <a:t>    },</a:t>
            </a:r>
          </a:p>
          <a:p>
            <a:r>
              <a:t>    {</a:t>
            </a:r>
          </a:p>
          <a:p>
            <a:r>
              <a:t>      "text": "記載例2",</a:t>
            </a:r>
          </a:p>
          <a:p>
            <a:r>
              <a:t>      "refs": [</a:t>
            </a:r>
          </a:p>
          <a:p>
            <a:r>
              <a:t>        {</a:t>
            </a:r>
          </a:p>
          <a:p>
            <a:r>
              <a:t>          "source_id": "s051",</a:t>
            </a:r>
          </a:p>
          <a:p>
            <a:r>
              <a:t>          "quote": "記載例2"</a:t>
            </a:r>
          </a:p>
          <a:p>
            <a:r>
              <a:t>        }</a:t>
            </a:r>
          </a:p>
          <a:p>
            <a:r>
              <a:t>      ],</a:t>
            </a:r>
          </a:p>
          <a:p>
            <a:r>
              <a:t>      "mode": "verbatim"</a:t>
            </a:r>
          </a:p>
          <a:p>
            <a:r>
              <a:t>    },</a:t>
            </a:r>
          </a:p>
          <a:p>
            <a:r>
              <a:t>    {</a:t>
            </a:r>
          </a:p>
          <a:p>
            <a:r>
              <a:t>      "text": "項目2",</a:t>
            </a:r>
          </a:p>
          <a:p>
            <a:r>
              <a:t>      "refs": [</a:t>
            </a:r>
          </a:p>
          <a:p>
            <a:r>
              <a:t>        {</a:t>
            </a:r>
          </a:p>
          <a:p>
            <a:r>
              <a:t>          "source_id": "s051",</a:t>
            </a:r>
          </a:p>
          <a:p>
            <a:r>
              <a:t>          "quote": "項目2"</a:t>
            </a:r>
          </a:p>
          <a:p>
            <a:r>
              <a:t>        }</a:t>
            </a:r>
          </a:p>
          <a:p>
            <a:r>
              <a:t>      ],</a:t>
            </a:r>
          </a:p>
          <a:p>
            <a:r>
              <a:t>      "mode": "verbatim"</a:t>
            </a:r>
          </a:p>
          <a:p>
            <a:r>
              <a:t>    },</a:t>
            </a:r>
          </a:p>
          <a:p>
            <a:r>
              <a:t>    {</a:t>
            </a:r>
          </a:p>
          <a:p>
            <a:r>
              <a:t>      "text": "記載例3",</a:t>
            </a:r>
          </a:p>
          <a:p>
            <a:r>
              <a:t>      "refs": [</a:t>
            </a:r>
          </a:p>
          <a:p>
            <a:r>
              <a:t>        {</a:t>
            </a:r>
          </a:p>
          <a:p>
            <a:r>
              <a:t>          "source_id": "s051",</a:t>
            </a:r>
          </a:p>
          <a:p>
            <a:r>
              <a:t>          "quote": "記載例3"</a:t>
            </a:r>
          </a:p>
          <a:p>
            <a:r>
              <a:t>        }</a:t>
            </a:r>
          </a:p>
          <a:p>
            <a:r>
              <a:t>      ],</a:t>
            </a:r>
          </a:p>
          <a:p>
            <a:r>
              <a:t>      "mode": "verbatim"</a:t>
            </a:r>
          </a:p>
          <a:p>
            <a:r>
              <a:t>    },</a:t>
            </a:r>
          </a:p>
          <a:p>
            <a:r>
              <a:t>    {</a:t>
            </a:r>
          </a:p>
          <a:p>
            <a:r>
              <a:t>      "text": "記載例4",</a:t>
            </a:r>
          </a:p>
          <a:p>
            <a:r>
              <a:t>      "refs": [</a:t>
            </a:r>
          </a:p>
          <a:p>
            <a:r>
              <a:t>        {</a:t>
            </a:r>
          </a:p>
          <a:p>
            <a:r>
              <a:t>          "source_id": "s051",</a:t>
            </a:r>
          </a:p>
          <a:p>
            <a:r>
              <a:t>          "quote": "記載例4"</a:t>
            </a:r>
          </a:p>
          <a:p>
            <a:r>
              <a:t>        }</a:t>
            </a:r>
          </a:p>
          <a:p>
            <a:r>
              <a:t>      ],</a:t>
            </a:r>
          </a:p>
          <a:p>
            <a:r>
              <a:t>      "mode": "verbatim"</a:t>
            </a:r>
          </a:p>
          <a:p>
            <a:r>
              <a:t>    },</a:t>
            </a:r>
          </a:p>
          <a:p>
            <a:r>
              <a:t>    {</a:t>
            </a:r>
          </a:p>
          <a:p>
            <a:r>
              <a:t>      "text": "項目3",</a:t>
            </a:r>
          </a:p>
          <a:p>
            <a:r>
              <a:t>      "refs": [</a:t>
            </a:r>
          </a:p>
          <a:p>
            <a:r>
              <a:t>        {</a:t>
            </a:r>
          </a:p>
          <a:p>
            <a:r>
              <a:t>          "source_id": "s051",</a:t>
            </a:r>
          </a:p>
          <a:p>
            <a:r>
              <a:t>          "quote": "項目3"</a:t>
            </a:r>
          </a:p>
          <a:p>
            <a:r>
              <a:t>        }</a:t>
            </a:r>
          </a:p>
          <a:p>
            <a:r>
              <a:t>      ],</a:t>
            </a:r>
          </a:p>
          <a:p>
            <a:r>
              <a:t>      "mode": "verbatim"</a:t>
            </a:r>
          </a:p>
          <a:p>
            <a:r>
              <a:t>    },</a:t>
            </a:r>
          </a:p>
          <a:p>
            <a:r>
              <a:t>    {</a:t>
            </a:r>
          </a:p>
          <a:p>
            <a:r>
              <a:t>      "text": "記載例5",</a:t>
            </a:r>
          </a:p>
          <a:p>
            <a:r>
              <a:t>      "refs": [</a:t>
            </a:r>
          </a:p>
          <a:p>
            <a:r>
              <a:t>        {</a:t>
            </a:r>
          </a:p>
          <a:p>
            <a:r>
              <a:t>          "source_id": "s051",</a:t>
            </a:r>
          </a:p>
          <a:p>
            <a:r>
              <a:t>          "quote": "記載例5"</a:t>
            </a:r>
          </a:p>
          <a:p>
            <a:r>
              <a:t>        }</a:t>
            </a:r>
          </a:p>
          <a:p>
            <a:r>
              <a:t>      ],</a:t>
            </a:r>
          </a:p>
          <a:p>
            <a:r>
              <a:t>      "mode": "verbatim"</a:t>
            </a:r>
          </a:p>
          <a:p>
            <a:r>
              <a:t>    },</a:t>
            </a:r>
          </a:p>
          <a:p>
            <a:r>
              <a:t>    {</a:t>
            </a:r>
          </a:p>
          <a:p>
            <a:r>
              <a:t>      "text": "記載例6",</a:t>
            </a:r>
          </a:p>
          <a:p>
            <a:r>
              <a:t>      "refs": [</a:t>
            </a:r>
          </a:p>
          <a:p>
            <a:r>
              <a:t>        {</a:t>
            </a:r>
          </a:p>
          <a:p>
            <a:r>
              <a:t>          "source_id": "s051",</a:t>
            </a:r>
          </a:p>
          <a:p>
            <a:r>
              <a:t>          "quote": "記載例6"</a:t>
            </a:r>
          </a:p>
          <a:p>
            <a:r>
              <a:t>        }</a:t>
            </a:r>
          </a:p>
          <a:p>
            <a:r>
              <a:t>      ],</a:t>
            </a:r>
          </a:p>
          <a:p>
            <a:r>
              <a:t>      "mode": "verbatim"</a:t>
            </a:r>
          </a:p>
          <a:p>
            <a:r>
              <a:t>    }</a:t>
            </a:r>
          </a:p>
          <a:p>
            <a:r>
              <a:t>  ],</a:t>
            </a:r>
          </a:p>
          <a:p>
            <a:r>
              <a:t>  "citations": {</a:t>
            </a:r>
          </a:p>
          <a:p>
            <a:r>
              <a:t>    "s051": "Public MIT sample: templates/freeform_parts_more_16x9.html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"ab03d673c0e8cae23e0537f77f11b8f4dc69540b40e3435c213fbd4071340b1d"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"slide052",</a:t>
            </a:r>
          </a:p>
          <a:p>
            <a:r>
              <a:t>  "origin": "catalog",</a:t>
            </a:r>
          </a:p>
          <a:p>
            <a:r>
              <a:t>  "layout_id": "issue_tree",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"イシューツリー",</a:t>
            </a:r>
          </a:p>
          <a:p>
            <a:r>
              <a:t>      "refs": [</a:t>
            </a:r>
          </a:p>
          <a:p>
            <a:r>
              <a:t>        {</a:t>
            </a:r>
          </a:p>
          <a:p>
            <a:r>
              <a:t>          "source_id": "s052",</a:t>
            </a:r>
          </a:p>
          <a:p>
            <a:r>
              <a:t>          "quote": "イシューツリー"</a:t>
            </a:r>
          </a:p>
          <a:p>
            <a:r>
              <a:t>        }</a:t>
            </a:r>
          </a:p>
          <a:p>
            <a:r>
              <a:t>      ],</a:t>
            </a:r>
          </a:p>
          <a:p>
            <a:r>
              <a:t>      "mode": "verbatim"</a:t>
            </a:r>
          </a:p>
          <a:p>
            <a:r>
              <a:t>    },</a:t>
            </a:r>
          </a:p>
          <a:p>
            <a:r>
              <a:t>    {</a:t>
            </a:r>
          </a:p>
          <a:p>
            <a:r>
              <a:t>      "text": "出典：公開見本",</a:t>
            </a:r>
          </a:p>
          <a:p>
            <a:r>
              <a:t>      "refs": [</a:t>
            </a:r>
          </a:p>
          <a:p>
            <a:r>
              <a:t>        {</a:t>
            </a:r>
          </a:p>
          <a:p>
            <a:r>
              <a:t>          "source_id": "s052",</a:t>
            </a:r>
          </a:p>
          <a:p>
            <a:r>
              <a:t>          "quote": "出典：公開見本"</a:t>
            </a:r>
          </a:p>
          <a:p>
            <a:r>
              <a:t>        }</a:t>
            </a:r>
          </a:p>
          <a:p>
            <a:r>
              <a:t>      ],</a:t>
            </a:r>
          </a:p>
          <a:p>
            <a:r>
              <a:t>      "mode": "verbatim"</a:t>
            </a:r>
          </a:p>
          <a:p>
            <a:r>
              <a:t>    },</a:t>
            </a:r>
          </a:p>
          <a:p>
            <a:r>
              <a:t>    {</a:t>
            </a:r>
          </a:p>
          <a:p>
            <a:r>
              <a:t>      "text": "分解したいイシュー",</a:t>
            </a:r>
          </a:p>
          <a:p>
            <a:r>
              <a:t>      "refs": [</a:t>
            </a:r>
          </a:p>
          <a:p>
            <a:r>
              <a:t>        {</a:t>
            </a:r>
          </a:p>
          <a:p>
            <a:r>
              <a:t>          "source_id": "s052",</a:t>
            </a:r>
          </a:p>
          <a:p>
            <a:r>
              <a:t>          "quote": "分解したいイシュー"</a:t>
            </a:r>
          </a:p>
          <a:p>
            <a:r>
              <a:t>        }</a:t>
            </a:r>
          </a:p>
          <a:p>
            <a:r>
              <a:t>      ],</a:t>
            </a:r>
          </a:p>
          <a:p>
            <a:r>
              <a:t>      "mode": "verbatim"</a:t>
            </a:r>
          </a:p>
          <a:p>
            <a:r>
              <a:t>    },</a:t>
            </a:r>
          </a:p>
          <a:p>
            <a:r>
              <a:t>    {</a:t>
            </a:r>
          </a:p>
          <a:p>
            <a:r>
              <a:t>      "text": "サブイシュー1",</a:t>
            </a:r>
          </a:p>
          <a:p>
            <a:r>
              <a:t>      "refs": [</a:t>
            </a:r>
          </a:p>
          <a:p>
            <a:r>
              <a:t>        {</a:t>
            </a:r>
          </a:p>
          <a:p>
            <a:r>
              <a:t>          "source_id": "s052",</a:t>
            </a:r>
          </a:p>
          <a:p>
            <a:r>
              <a:t>          "quote": "サブイシュー1"</a:t>
            </a:r>
          </a:p>
          <a:p>
            <a:r>
              <a:t>        }</a:t>
            </a:r>
          </a:p>
          <a:p>
            <a:r>
              <a:t>      ],</a:t>
            </a:r>
          </a:p>
          <a:p>
            <a:r>
              <a:t>      "mode": "verbatim"</a:t>
            </a:r>
          </a:p>
          <a:p>
            <a:r>
              <a:t>    },</a:t>
            </a:r>
          </a:p>
          <a:p>
            <a:r>
              <a:t>    {</a:t>
            </a:r>
          </a:p>
          <a:p>
            <a:r>
              <a:t>      "text": "論点1-1",</a:t>
            </a:r>
          </a:p>
          <a:p>
            <a:r>
              <a:t>      "refs": [</a:t>
            </a:r>
          </a:p>
          <a:p>
            <a:r>
              <a:t>        {</a:t>
            </a:r>
          </a:p>
          <a:p>
            <a:r>
              <a:t>          "source_id": "s052",</a:t>
            </a:r>
          </a:p>
          <a:p>
            <a:r>
              <a:t>          "quote": "論点1-1"</a:t>
            </a:r>
          </a:p>
          <a:p>
            <a:r>
              <a:t>        }</a:t>
            </a:r>
          </a:p>
          <a:p>
            <a:r>
              <a:t>      ],</a:t>
            </a:r>
          </a:p>
          <a:p>
            <a:r>
              <a:t>      "mode": "verbatim"</a:t>
            </a:r>
          </a:p>
          <a:p>
            <a:r>
              <a:t>    },</a:t>
            </a:r>
          </a:p>
          <a:p>
            <a:r>
              <a:t>    {</a:t>
            </a:r>
          </a:p>
          <a:p>
            <a:r>
              <a:t>      "text": "論点1-2",</a:t>
            </a:r>
          </a:p>
          <a:p>
            <a:r>
              <a:t>      "refs": [</a:t>
            </a:r>
          </a:p>
          <a:p>
            <a:r>
              <a:t>        {</a:t>
            </a:r>
          </a:p>
          <a:p>
            <a:r>
              <a:t>          "source_id": "s052",</a:t>
            </a:r>
          </a:p>
          <a:p>
            <a:r>
              <a:t>          "quote": "論点1-2"</a:t>
            </a:r>
          </a:p>
          <a:p>
            <a:r>
              <a:t>        }</a:t>
            </a:r>
          </a:p>
          <a:p>
            <a:r>
              <a:t>      ],</a:t>
            </a:r>
          </a:p>
          <a:p>
            <a:r>
              <a:t>      "mode": "verbatim"</a:t>
            </a:r>
          </a:p>
          <a:p>
            <a:r>
              <a:t>    },</a:t>
            </a:r>
          </a:p>
          <a:p>
            <a:r>
              <a:t>    {</a:t>
            </a:r>
          </a:p>
          <a:p>
            <a:r>
              <a:t>      "text": "サブイシュー2",</a:t>
            </a:r>
          </a:p>
          <a:p>
            <a:r>
              <a:t>      "refs": [</a:t>
            </a:r>
          </a:p>
          <a:p>
            <a:r>
              <a:t>        {</a:t>
            </a:r>
          </a:p>
          <a:p>
            <a:r>
              <a:t>          "source_id": "s052",</a:t>
            </a:r>
          </a:p>
          <a:p>
            <a:r>
              <a:t>          "quote": "サブイシュー2"</a:t>
            </a:r>
          </a:p>
          <a:p>
            <a:r>
              <a:t>        }</a:t>
            </a:r>
          </a:p>
          <a:p>
            <a:r>
              <a:t>      ],</a:t>
            </a:r>
          </a:p>
          <a:p>
            <a:r>
              <a:t>      "mode": "verbatim"</a:t>
            </a:r>
          </a:p>
          <a:p>
            <a:r>
              <a:t>    },</a:t>
            </a:r>
          </a:p>
          <a:p>
            <a:r>
              <a:t>    {</a:t>
            </a:r>
          </a:p>
          <a:p>
            <a:r>
              <a:t>      "text": "論点2-1",</a:t>
            </a:r>
          </a:p>
          <a:p>
            <a:r>
              <a:t>      "refs": [</a:t>
            </a:r>
          </a:p>
          <a:p>
            <a:r>
              <a:t>        {</a:t>
            </a:r>
          </a:p>
          <a:p>
            <a:r>
              <a:t>          "source_id": "s052",</a:t>
            </a:r>
          </a:p>
          <a:p>
            <a:r>
              <a:t>          "quote": "論点2-1"</a:t>
            </a:r>
          </a:p>
          <a:p>
            <a:r>
              <a:t>        }</a:t>
            </a:r>
          </a:p>
          <a:p>
            <a:r>
              <a:t>      ],</a:t>
            </a:r>
          </a:p>
          <a:p>
            <a:r>
              <a:t>      "mode": "verbatim"</a:t>
            </a:r>
          </a:p>
          <a:p>
            <a:r>
              <a:t>    },</a:t>
            </a:r>
          </a:p>
          <a:p>
            <a:r>
              <a:t>    {</a:t>
            </a:r>
          </a:p>
          <a:p>
            <a:r>
              <a:t>      "text": "論点2-2",</a:t>
            </a:r>
          </a:p>
          <a:p>
            <a:r>
              <a:t>      "refs": [</a:t>
            </a:r>
          </a:p>
          <a:p>
            <a:r>
              <a:t>        {</a:t>
            </a:r>
          </a:p>
          <a:p>
            <a:r>
              <a:t>          "source_id": "s052",</a:t>
            </a:r>
          </a:p>
          <a:p>
            <a:r>
              <a:t>          "quote": "論点2-2"</a:t>
            </a:r>
          </a:p>
          <a:p>
            <a:r>
              <a:t>        }</a:t>
            </a:r>
          </a:p>
          <a:p>
            <a:r>
              <a:t>      ],</a:t>
            </a:r>
          </a:p>
          <a:p>
            <a:r>
              <a:t>      "mode": "verbatim"</a:t>
            </a:r>
          </a:p>
          <a:p>
            <a:r>
              <a:t>    },</a:t>
            </a:r>
          </a:p>
          <a:p>
            <a:r>
              <a:t>    {</a:t>
            </a:r>
          </a:p>
          <a:p>
            <a:r>
              <a:t>      "text": "サブイシュー3",</a:t>
            </a:r>
          </a:p>
          <a:p>
            <a:r>
              <a:t>      "refs": [</a:t>
            </a:r>
          </a:p>
          <a:p>
            <a:r>
              <a:t>        {</a:t>
            </a:r>
          </a:p>
          <a:p>
            <a:r>
              <a:t>          "source_id": "s052",</a:t>
            </a:r>
          </a:p>
          <a:p>
            <a:r>
              <a:t>          "quote": "サブイシュー3"</a:t>
            </a:r>
          </a:p>
          <a:p>
            <a:r>
              <a:t>        }</a:t>
            </a:r>
          </a:p>
          <a:p>
            <a:r>
              <a:t>      ],</a:t>
            </a:r>
          </a:p>
          <a:p>
            <a:r>
              <a:t>      "mode": "verbatim"</a:t>
            </a:r>
          </a:p>
          <a:p>
            <a:r>
              <a:t>    },</a:t>
            </a:r>
          </a:p>
          <a:p>
            <a:r>
              <a:t>    {</a:t>
            </a:r>
          </a:p>
          <a:p>
            <a:r>
              <a:t>      "text": "論点3-1",</a:t>
            </a:r>
          </a:p>
          <a:p>
            <a:r>
              <a:t>      "refs": [</a:t>
            </a:r>
          </a:p>
          <a:p>
            <a:r>
              <a:t>        {</a:t>
            </a:r>
          </a:p>
          <a:p>
            <a:r>
              <a:t>          "source_id": "s052",</a:t>
            </a:r>
          </a:p>
          <a:p>
            <a:r>
              <a:t>          "quote": "論点3-1"</a:t>
            </a:r>
          </a:p>
          <a:p>
            <a:r>
              <a:t>        }</a:t>
            </a:r>
          </a:p>
          <a:p>
            <a:r>
              <a:t>      ],</a:t>
            </a:r>
          </a:p>
          <a:p>
            <a:r>
              <a:t>      "mode": "verbatim"</a:t>
            </a:r>
          </a:p>
          <a:p>
            <a:r>
              <a:t>    },</a:t>
            </a:r>
          </a:p>
          <a:p>
            <a:r>
              <a:t>    {</a:t>
            </a:r>
          </a:p>
          <a:p>
            <a:r>
              <a:t>      "text": "論点3-2",</a:t>
            </a:r>
          </a:p>
          <a:p>
            <a:r>
              <a:t>      "refs": [</a:t>
            </a:r>
          </a:p>
          <a:p>
            <a:r>
              <a:t>        {</a:t>
            </a:r>
          </a:p>
          <a:p>
            <a:r>
              <a:t>          "source_id": "s052",</a:t>
            </a:r>
          </a:p>
          <a:p>
            <a:r>
              <a:t>          "quote": "論点3-2"</a:t>
            </a:r>
          </a:p>
          <a:p>
            <a:r>
              <a:t>        }</a:t>
            </a:r>
          </a:p>
          <a:p>
            <a:r>
              <a:t>      ],</a:t>
            </a:r>
          </a:p>
          <a:p>
            <a:r>
              <a:t>      "mode": "verbatim"</a:t>
            </a:r>
          </a:p>
          <a:p>
            <a:r>
              <a:t>    }</a:t>
            </a:r>
          </a:p>
          <a:p>
            <a:r>
              <a:t>  ],</a:t>
            </a:r>
          </a:p>
          <a:p>
            <a:r>
              <a:t>  "citations": {</a:t>
            </a:r>
          </a:p>
          <a:p>
            <a:r>
              <a:t>    "s052": "Public MIT sample: templates/freeform_parts_more_16x9.html section 25"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"97046c494b9631f2fec2d3f8ddcb4f6125c43aa79822ed2b0f830c1de9839662"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"slide053",</a:t>
            </a:r>
          </a:p>
          <a:p>
            <a:r>
              <a:t>  "origin": "catalog",</a:t>
            </a:r>
          </a:p>
          <a:p>
            <a:r>
              <a:t>  "layout_id": "current_target_state",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"現状と目指す姿",</a:t>
            </a:r>
          </a:p>
          <a:p>
            <a:r>
              <a:t>      "refs": [</a:t>
            </a:r>
          </a:p>
          <a:p>
            <a:r>
              <a:t>        {</a:t>
            </a:r>
          </a:p>
          <a:p>
            <a:r>
              <a:t>          "source_id": "s053",</a:t>
            </a:r>
          </a:p>
          <a:p>
            <a:r>
              <a:t>          "quote": "現状と目指す姿"</a:t>
            </a:r>
          </a:p>
          <a:p>
            <a:r>
              <a:t>        }</a:t>
            </a:r>
          </a:p>
          <a:p>
            <a:r>
              <a:t>      ],</a:t>
            </a:r>
          </a:p>
          <a:p>
            <a:r>
              <a:t>      "mode": "verbatim"</a:t>
            </a:r>
          </a:p>
          <a:p>
            <a:r>
              <a:t>    },</a:t>
            </a:r>
          </a:p>
          <a:p>
            <a:r>
              <a:t>    {</a:t>
            </a:r>
          </a:p>
          <a:p>
            <a:r>
              <a:t>      "text": "出典：公開見本",</a:t>
            </a:r>
          </a:p>
          <a:p>
            <a:r>
              <a:t>      "refs": [</a:t>
            </a:r>
          </a:p>
          <a:p>
            <a:r>
              <a:t>        {</a:t>
            </a:r>
          </a:p>
          <a:p>
            <a:r>
              <a:t>          "source_id": "s053",</a:t>
            </a:r>
          </a:p>
          <a:p>
            <a:r>
              <a:t>          "quote": "出典：公開見本"</a:t>
            </a:r>
          </a:p>
          <a:p>
            <a:r>
              <a:t>        }</a:t>
            </a:r>
          </a:p>
          <a:p>
            <a:r>
              <a:t>      ],</a:t>
            </a:r>
          </a:p>
          <a:p>
            <a:r>
              <a:t>      "mode": "verbatim"</a:t>
            </a:r>
          </a:p>
          <a:p>
            <a:r>
              <a:t>    },</a:t>
            </a:r>
          </a:p>
          <a:p>
            <a:r>
              <a:t>    {</a:t>
            </a:r>
          </a:p>
          <a:p>
            <a:r>
              <a:t>      "text": "項目1",</a:t>
            </a:r>
          </a:p>
          <a:p>
            <a:r>
              <a:t>      "refs": [</a:t>
            </a:r>
          </a:p>
          <a:p>
            <a:r>
              <a:t>        {</a:t>
            </a:r>
          </a:p>
          <a:p>
            <a:r>
              <a:t>          "source_id": "s053",</a:t>
            </a:r>
          </a:p>
          <a:p>
            <a:r>
              <a:t>          "quote": "項目1"</a:t>
            </a:r>
          </a:p>
          <a:p>
            <a:r>
              <a:t>        }</a:t>
            </a:r>
          </a:p>
          <a:p>
            <a:r>
              <a:t>      ],</a:t>
            </a:r>
          </a:p>
          <a:p>
            <a:r>
              <a:t>      "mode": "verbatim"</a:t>
            </a:r>
          </a:p>
          <a:p>
            <a:r>
              <a:t>    },</a:t>
            </a:r>
          </a:p>
          <a:p>
            <a:r>
              <a:t>    {</a:t>
            </a:r>
          </a:p>
          <a:p>
            <a:r>
              <a:t>      "text": "記載例1",</a:t>
            </a:r>
          </a:p>
          <a:p>
            <a:r>
              <a:t>      "refs": [</a:t>
            </a:r>
          </a:p>
          <a:p>
            <a:r>
              <a:t>        {</a:t>
            </a:r>
          </a:p>
          <a:p>
            <a:r>
              <a:t>          "source_id": "s053",</a:t>
            </a:r>
          </a:p>
          <a:p>
            <a:r>
              <a:t>          "quote": "記載例1"</a:t>
            </a:r>
          </a:p>
          <a:p>
            <a:r>
              <a:t>        }</a:t>
            </a:r>
          </a:p>
          <a:p>
            <a:r>
              <a:t>      ],</a:t>
            </a:r>
          </a:p>
          <a:p>
            <a:r>
              <a:t>      "mode": "verbatim"</a:t>
            </a:r>
          </a:p>
          <a:p>
            <a:r>
              <a:t>    },</a:t>
            </a:r>
          </a:p>
          <a:p>
            <a:r>
              <a:t>    {</a:t>
            </a:r>
          </a:p>
          <a:p>
            <a:r>
              <a:t>      "text": "記載例2\n記載例3\n記載例4",</a:t>
            </a:r>
          </a:p>
          <a:p>
            <a:r>
              <a:t>      "refs": [</a:t>
            </a:r>
          </a:p>
          <a:p>
            <a:r>
              <a:t>        {</a:t>
            </a:r>
          </a:p>
          <a:p>
            <a:r>
              <a:t>          "source_id": "s053",</a:t>
            </a:r>
          </a:p>
          <a:p>
            <a:r>
              <a:t>          "quote": "記載例2\n記載例3\n記載例4"</a:t>
            </a:r>
          </a:p>
          <a:p>
            <a:r>
              <a:t>        }</a:t>
            </a:r>
          </a:p>
          <a:p>
            <a:r>
              <a:t>      ],</a:t>
            </a:r>
          </a:p>
          <a:p>
            <a:r>
              <a:t>      "mode": "verbatim"</a:t>
            </a:r>
          </a:p>
          <a:p>
            <a:r>
              <a:t>    },</a:t>
            </a:r>
          </a:p>
          <a:p>
            <a:r>
              <a:t>    {</a:t>
            </a:r>
          </a:p>
          <a:p>
            <a:r>
              <a:t>      "text": "項目2",</a:t>
            </a:r>
          </a:p>
          <a:p>
            <a:r>
              <a:t>      "refs": [</a:t>
            </a:r>
          </a:p>
          <a:p>
            <a:r>
              <a:t>        {</a:t>
            </a:r>
          </a:p>
          <a:p>
            <a:r>
              <a:t>          "source_id": "s053",</a:t>
            </a:r>
          </a:p>
          <a:p>
            <a:r>
              <a:t>          "quote": "項目2"</a:t>
            </a:r>
          </a:p>
          <a:p>
            <a:r>
              <a:t>        }</a:t>
            </a:r>
          </a:p>
          <a:p>
            <a:r>
              <a:t>      ],</a:t>
            </a:r>
          </a:p>
          <a:p>
            <a:r>
              <a:t>      "mode": "verbatim"</a:t>
            </a:r>
          </a:p>
          <a:p>
            <a:r>
              <a:t>    },</a:t>
            </a:r>
          </a:p>
          <a:p>
            <a:r>
              <a:t>    {</a:t>
            </a:r>
          </a:p>
          <a:p>
            <a:r>
              <a:t>      "text": "記載例5",</a:t>
            </a:r>
          </a:p>
          <a:p>
            <a:r>
              <a:t>      "refs": [</a:t>
            </a:r>
          </a:p>
          <a:p>
            <a:r>
              <a:t>        {</a:t>
            </a:r>
          </a:p>
          <a:p>
            <a:r>
              <a:t>          "source_id": "s053",</a:t>
            </a:r>
          </a:p>
          <a:p>
            <a:r>
              <a:t>          "quote": "記載例5"</a:t>
            </a:r>
          </a:p>
          <a:p>
            <a:r>
              <a:t>        }</a:t>
            </a:r>
          </a:p>
          <a:p>
            <a:r>
              <a:t>      ],</a:t>
            </a:r>
          </a:p>
          <a:p>
            <a:r>
              <a:t>      "mode": "verbatim"</a:t>
            </a:r>
          </a:p>
          <a:p>
            <a:r>
              <a:t>    },</a:t>
            </a:r>
          </a:p>
          <a:p>
            <a:r>
              <a:t>    {</a:t>
            </a:r>
          </a:p>
          <a:p>
            <a:r>
              <a:t>      "text": "記載例6\n記載例7\n記載例8",</a:t>
            </a:r>
          </a:p>
          <a:p>
            <a:r>
              <a:t>      "refs": [</a:t>
            </a:r>
          </a:p>
          <a:p>
            <a:r>
              <a:t>        {</a:t>
            </a:r>
          </a:p>
          <a:p>
            <a:r>
              <a:t>          "source_id": "s053",</a:t>
            </a:r>
          </a:p>
          <a:p>
            <a:r>
              <a:t>          "quote": "記載例6\n記載例7\n記載例8"</a:t>
            </a:r>
          </a:p>
          <a:p>
            <a:r>
              <a:t>        }</a:t>
            </a:r>
          </a:p>
          <a:p>
            <a:r>
              <a:t>      ],</a:t>
            </a:r>
          </a:p>
          <a:p>
            <a:r>
              <a:t>      "mode": "verbatim"</a:t>
            </a:r>
          </a:p>
          <a:p>
            <a:r>
              <a:t>    },</a:t>
            </a:r>
          </a:p>
          <a:p>
            <a:r>
              <a:t>    {</a:t>
            </a:r>
          </a:p>
          <a:p>
            <a:r>
              <a:t>      "text": "›",</a:t>
            </a:r>
          </a:p>
          <a:p>
            <a:r>
              <a:t>      "refs": [</a:t>
            </a:r>
          </a:p>
          <a:p>
            <a:r>
              <a:t>        {</a:t>
            </a:r>
          </a:p>
          <a:p>
            <a:r>
              <a:t>          "source_id": "s053",</a:t>
            </a:r>
          </a:p>
          <a:p>
            <a:r>
              <a:t>          "quote": "›"</a:t>
            </a:r>
          </a:p>
          <a:p>
            <a:r>
              <a:t>        }</a:t>
            </a:r>
          </a:p>
          <a:p>
            <a:r>
              <a:t>      ],</a:t>
            </a:r>
          </a:p>
          <a:p>
            <a:r>
              <a:t>      "mode": "verbatim"</a:t>
            </a:r>
          </a:p>
          <a:p>
            <a:r>
              <a:t>    }</a:t>
            </a:r>
          </a:p>
          <a:p>
            <a:r>
              <a:t>  ],</a:t>
            </a:r>
          </a:p>
          <a:p>
            <a:r>
              <a:t>  "citations": {</a:t>
            </a:r>
          </a:p>
          <a:p>
            <a:r>
              <a:t>    "s053": "Public MIT sample: templates/freeform_parts_more_16x9.html section 26"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"1e916e944c9298878377156999e132c9931b4c19c7e22320a68a36283f6f68f2"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"slide054",</a:t>
            </a:r>
          </a:p>
          <a:p>
            <a:r>
              <a:t>  "origin": "catalog",</a:t>
            </a:r>
          </a:p>
          <a:p>
            <a:r>
              <a:t>  "layout_id": "calc_flow",</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"計算ロジックの流れ",</a:t>
            </a:r>
          </a:p>
          <a:p>
            <a:r>
              <a:t>      "refs": [</a:t>
            </a:r>
          </a:p>
          <a:p>
            <a:r>
              <a:t>        {</a:t>
            </a:r>
          </a:p>
          <a:p>
            <a:r>
              <a:t>          "source_id": "s054",</a:t>
            </a:r>
          </a:p>
          <a:p>
            <a:r>
              <a:t>          "quote": "計算ロジックの流れ"</a:t>
            </a:r>
          </a:p>
          <a:p>
            <a:r>
              <a:t>        }</a:t>
            </a:r>
          </a:p>
          <a:p>
            <a:r>
              <a:t>      ],</a:t>
            </a:r>
          </a:p>
          <a:p>
            <a:r>
              <a:t>      "mode": "verbatim"</a:t>
            </a:r>
          </a:p>
          <a:p>
            <a:r>
              <a:t>    },</a:t>
            </a:r>
          </a:p>
          <a:p>
            <a:r>
              <a:t>    {</a:t>
            </a:r>
          </a:p>
          <a:p>
            <a:r>
              <a:t>      "text": "出典：公開見本",</a:t>
            </a:r>
          </a:p>
          <a:p>
            <a:r>
              <a:t>      "refs": [</a:t>
            </a:r>
          </a:p>
          <a:p>
            <a:r>
              <a:t>        {</a:t>
            </a:r>
          </a:p>
          <a:p>
            <a:r>
              <a:t>          "source_id": "s054",</a:t>
            </a:r>
          </a:p>
          <a:p>
            <a:r>
              <a:t>          "quote": "出典：公開見本"</a:t>
            </a:r>
          </a:p>
          <a:p>
            <a:r>
              <a:t>        }</a:t>
            </a:r>
          </a:p>
          <a:p>
            <a:r>
              <a:t>      ],</a:t>
            </a:r>
          </a:p>
          <a:p>
            <a:r>
              <a:t>      "mode": "verbatim"</a:t>
            </a:r>
          </a:p>
          <a:p>
            <a:r>
              <a:t>    },</a:t>
            </a:r>
          </a:p>
          <a:p>
            <a:r>
              <a:t>    {</a:t>
            </a:r>
          </a:p>
          <a:p>
            <a:r>
              <a:t>      "text": "指標名、単位",</a:t>
            </a:r>
          </a:p>
          <a:p>
            <a:r>
              <a:t>      "refs": [</a:t>
            </a:r>
          </a:p>
          <a:p>
            <a:r>
              <a:t>        {</a:t>
            </a:r>
          </a:p>
          <a:p>
            <a:r>
              <a:t>          "source_id": "s054",</a:t>
            </a:r>
          </a:p>
          <a:p>
            <a:r>
              <a:t>          "quote": "指標名、単位"</a:t>
            </a:r>
          </a:p>
          <a:p>
            <a:r>
              <a:t>        }</a:t>
            </a:r>
          </a:p>
          <a:p>
            <a:r>
              <a:t>      ],</a:t>
            </a:r>
          </a:p>
          <a:p>
            <a:r>
              <a:t>      "mode": "verbatim"</a:t>
            </a:r>
          </a:p>
          <a:p>
            <a:r>
              <a:t>    },</a:t>
            </a:r>
          </a:p>
          <a:p>
            <a:r>
              <a:t>    {</a:t>
            </a:r>
          </a:p>
          <a:p>
            <a:r>
              <a:t>      "text": "項目3",</a:t>
            </a:r>
          </a:p>
          <a:p>
            <a:r>
              <a:t>      "refs": [</a:t>
            </a:r>
          </a:p>
          <a:p>
            <a:r>
              <a:t>        {</a:t>
            </a:r>
          </a:p>
          <a:p>
            <a:r>
              <a:t>          "source_id": "s054",</a:t>
            </a:r>
          </a:p>
          <a:p>
            <a:r>
              <a:t>          "quote": "項目3"</a:t>
            </a:r>
          </a:p>
          <a:p>
            <a:r>
              <a:t>        }</a:t>
            </a:r>
          </a:p>
          <a:p>
            <a:r>
              <a:t>      ],</a:t>
            </a:r>
          </a:p>
          <a:p>
            <a:r>
              <a:t>      "mode": "verbatim"</a:t>
            </a:r>
          </a:p>
          <a:p>
            <a:r>
              <a:t>    },</a:t>
            </a:r>
          </a:p>
          <a:p>
            <a:r>
              <a:t>    {</a:t>
            </a:r>
          </a:p>
          <a:p>
            <a:r>
              <a:t>      "text": "項目4",</a:t>
            </a:r>
          </a:p>
          <a:p>
            <a:r>
              <a:t>      "refs": [</a:t>
            </a:r>
          </a:p>
          <a:p>
            <a:r>
              <a:t>        {</a:t>
            </a:r>
          </a:p>
          <a:p>
            <a:r>
              <a:t>          "source_id": "s054",</a:t>
            </a:r>
          </a:p>
          <a:p>
            <a:r>
              <a:t>          "quote": "項目4"</a:t>
            </a:r>
          </a:p>
          <a:p>
            <a:r>
              <a:t>        }</a:t>
            </a:r>
          </a:p>
          <a:p>
            <a:r>
              <a:t>      ],</a:t>
            </a:r>
          </a:p>
          <a:p>
            <a:r>
              <a:t>      "mode": "verbatim"</a:t>
            </a:r>
          </a:p>
          <a:p>
            <a:r>
              <a:t>    },</a:t>
            </a:r>
          </a:p>
          <a:p>
            <a:r>
              <a:t>    {</a:t>
            </a:r>
          </a:p>
          <a:p>
            <a:r>
              <a:t>      "text": "項目5",</a:t>
            </a:r>
          </a:p>
          <a:p>
            <a:r>
              <a:t>      "refs": [</a:t>
            </a:r>
          </a:p>
          <a:p>
            <a:r>
              <a:t>        {</a:t>
            </a:r>
          </a:p>
          <a:p>
            <a:r>
              <a:t>          "source_id": "s054",</a:t>
            </a:r>
          </a:p>
          <a:p>
            <a:r>
              <a:t>          "quote": "項目5"</a:t>
            </a:r>
          </a:p>
          <a:p>
            <a:r>
              <a:t>        }</a:t>
            </a:r>
          </a:p>
          <a:p>
            <a:r>
              <a:t>      ],</a:t>
            </a:r>
          </a:p>
          <a:p>
            <a:r>
              <a:t>      "mode": "verbatim"</a:t>
            </a:r>
          </a:p>
          <a:p>
            <a:r>
              <a:t>    },</a:t>
            </a:r>
          </a:p>
          <a:p>
            <a:r>
              <a:t>    {</a:t>
            </a:r>
          </a:p>
          <a:p>
            <a:r>
              <a:t>      "text": "項目6",</a:t>
            </a:r>
          </a:p>
          <a:p>
            <a:r>
              <a:t>      "refs": [</a:t>
            </a:r>
          </a:p>
          <a:p>
            <a:r>
              <a:t>        {</a:t>
            </a:r>
          </a:p>
          <a:p>
            <a:r>
              <a:t>          "source_id": "s054",</a:t>
            </a:r>
          </a:p>
          <a:p>
            <a:r>
              <a:t>          "quote": "項目6"</a:t>
            </a:r>
          </a:p>
          <a:p>
            <a:r>
              <a:t>        }</a:t>
            </a:r>
          </a:p>
          <a:p>
            <a:r>
              <a:t>      ],</a:t>
            </a:r>
          </a:p>
          <a:p>
            <a:r>
              <a:t>      "mode": "verbatim"</a:t>
            </a:r>
          </a:p>
          <a:p>
            <a:r>
              <a:t>    },</a:t>
            </a:r>
          </a:p>
          <a:p>
            <a:r>
              <a:t>    {</a:t>
            </a:r>
          </a:p>
          <a:p>
            <a:r>
              <a:t>      "text": "項目7",</a:t>
            </a:r>
          </a:p>
          <a:p>
            <a:r>
              <a:t>      "refs": [</a:t>
            </a:r>
          </a:p>
          <a:p>
            <a:r>
              <a:t>        {</a:t>
            </a:r>
          </a:p>
          <a:p>
            <a:r>
              <a:t>          "source_id": "s054",</a:t>
            </a:r>
          </a:p>
          <a:p>
            <a:r>
              <a:t>          "quote": "項目7"</a:t>
            </a:r>
          </a:p>
          <a:p>
            <a:r>
              <a:t>        }</a:t>
            </a:r>
          </a:p>
          <a:p>
            <a:r>
              <a:t>      ],</a:t>
            </a:r>
          </a:p>
          <a:p>
            <a:r>
              <a:t>      "mode": "verbatim"</a:t>
            </a:r>
          </a:p>
          <a:p>
            <a:r>
              <a:t>    },</a:t>
            </a:r>
          </a:p>
          <a:p>
            <a:r>
              <a:t>    {</a:t>
            </a:r>
          </a:p>
          <a:p>
            <a:r>
              <a:t>      "text": "項目8",</a:t>
            </a:r>
          </a:p>
          <a:p>
            <a:r>
              <a:t>      "refs": [</a:t>
            </a:r>
          </a:p>
          <a:p>
            <a:r>
              <a:t>        {</a:t>
            </a:r>
          </a:p>
          <a:p>
            <a:r>
              <a:t>          "source_id": "s054",</a:t>
            </a:r>
          </a:p>
          <a:p>
            <a:r>
              <a:t>          "quote": "項目8"</a:t>
            </a:r>
          </a:p>
          <a:p>
            <a:r>
              <a:t>        }</a:t>
            </a:r>
          </a:p>
          <a:p>
            <a:r>
              <a:t>      ],</a:t>
            </a:r>
          </a:p>
          <a:p>
            <a:r>
              <a:t>      "mode": "verbatim"</a:t>
            </a:r>
          </a:p>
          <a:p>
            <a:r>
              <a:t>    },</a:t>
            </a:r>
          </a:p>
          <a:p>
            <a:r>
              <a:t>    {</a:t>
            </a:r>
          </a:p>
          <a:p>
            <a:r>
              <a:t>      "text": "項目9",</a:t>
            </a:r>
          </a:p>
          <a:p>
            <a:r>
              <a:t>      "refs": [</a:t>
            </a:r>
          </a:p>
          <a:p>
            <a:r>
              <a:t>        {</a:t>
            </a:r>
          </a:p>
          <a:p>
            <a:r>
              <a:t>          "source_id": "s054",</a:t>
            </a:r>
          </a:p>
          <a:p>
            <a:r>
              <a:t>          "quote": "項目9"</a:t>
            </a:r>
          </a:p>
          <a:p>
            <a:r>
              <a:t>        }</a:t>
            </a:r>
          </a:p>
          <a:p>
            <a:r>
              <a:t>      ],</a:t>
            </a:r>
          </a:p>
          <a:p>
            <a:r>
              <a:t>      "mode": "verbatim"</a:t>
            </a:r>
          </a:p>
          <a:p>
            <a:r>
              <a:t>    },</a:t>
            </a:r>
          </a:p>
          <a:p>
            <a:r>
              <a:t>    {</a:t>
            </a:r>
          </a:p>
          <a:p>
            <a:r>
              <a:t>      "text": "項目10",</a:t>
            </a:r>
          </a:p>
          <a:p>
            <a:r>
              <a:t>      "refs": [</a:t>
            </a:r>
          </a:p>
          <a:p>
            <a:r>
              <a:t>        {</a:t>
            </a:r>
          </a:p>
          <a:p>
            <a:r>
              <a:t>          "source_id": "s054",</a:t>
            </a:r>
          </a:p>
          <a:p>
            <a:r>
              <a:t>          "quote": "項目10"</a:t>
            </a:r>
          </a:p>
          <a:p>
            <a:r>
              <a:t>        }</a:t>
            </a:r>
          </a:p>
          <a:p>
            <a:r>
              <a:t>      ],</a:t>
            </a:r>
          </a:p>
          <a:p>
            <a:r>
              <a:t>      "mode": "verbatim"</a:t>
            </a:r>
          </a:p>
          <a:p>
            <a:r>
              <a:t>    },</a:t>
            </a:r>
          </a:p>
          <a:p>
            <a:r>
              <a:t>    {</a:t>
            </a:r>
          </a:p>
          <a:p>
            <a:r>
              <a:t>      "text": "項目11",</a:t>
            </a:r>
          </a:p>
          <a:p>
            <a:r>
              <a:t>      "refs": [</a:t>
            </a:r>
          </a:p>
          <a:p>
            <a:r>
              <a:t>        {</a:t>
            </a:r>
          </a:p>
          <a:p>
            <a:r>
              <a:t>          "source_id": "s054",</a:t>
            </a:r>
          </a:p>
          <a:p>
            <a:r>
              <a:t>          "quote": "項目11"</a:t>
            </a:r>
          </a:p>
          <a:p>
            <a:r>
              <a:t>        }</a:t>
            </a:r>
          </a:p>
          <a:p>
            <a:r>
              <a:t>      ],</a:t>
            </a:r>
          </a:p>
          <a:p>
            <a:r>
              <a:t>      "mode": "verbatim"</a:t>
            </a:r>
          </a:p>
          <a:p>
            <a:r>
              <a:t>    },</a:t>
            </a:r>
          </a:p>
          <a:p>
            <a:r>
              <a:t>    {</a:t>
            </a:r>
          </a:p>
          <a:p>
            <a:r>
              <a:t>      "text": "項目12",</a:t>
            </a:r>
          </a:p>
          <a:p>
            <a:r>
              <a:t>      "refs": [</a:t>
            </a:r>
          </a:p>
          <a:p>
            <a:r>
              <a:t>        {</a:t>
            </a:r>
          </a:p>
          <a:p>
            <a:r>
              <a:t>          "source_id": "s054",</a:t>
            </a:r>
          </a:p>
          <a:p>
            <a:r>
              <a:t>          "quote": "項目12"</a:t>
            </a:r>
          </a:p>
          <a:p>
            <a:r>
              <a:t>        }</a:t>
            </a:r>
          </a:p>
          <a:p>
            <a:r>
              <a:t>      ],</a:t>
            </a:r>
          </a:p>
          <a:p>
            <a:r>
              <a:t>      "mode": "verbatim"</a:t>
            </a:r>
          </a:p>
          <a:p>
            <a:r>
              <a:t>    },</a:t>
            </a:r>
          </a:p>
          <a:p>
            <a:r>
              <a:t>    {</a:t>
            </a:r>
          </a:p>
          <a:p>
            <a:r>
              <a:t>      "text": "項目15",</a:t>
            </a:r>
          </a:p>
          <a:p>
            <a:r>
              <a:t>      "refs": [</a:t>
            </a:r>
          </a:p>
          <a:p>
            <a:r>
              <a:t>        {</a:t>
            </a:r>
          </a:p>
          <a:p>
            <a:r>
              <a:t>          "source_id": "s054",</a:t>
            </a:r>
          </a:p>
          <a:p>
            <a:r>
              <a:t>          "quote": "項目15"</a:t>
            </a:r>
          </a:p>
          <a:p>
            <a:r>
              <a:t>        }</a:t>
            </a:r>
          </a:p>
          <a:p>
            <a:r>
              <a:t>      ],</a:t>
            </a:r>
          </a:p>
          <a:p>
            <a:r>
              <a:t>      "mode": "verbatim"</a:t>
            </a:r>
          </a:p>
          <a:p>
            <a:r>
              <a:t>    },</a:t>
            </a:r>
          </a:p>
          <a:p>
            <a:r>
              <a:t>    {</a:t>
            </a:r>
          </a:p>
          <a:p>
            <a:r>
              <a:t>      "text": "項目18",</a:t>
            </a:r>
          </a:p>
          <a:p>
            <a:r>
              <a:t>      "refs": [</a:t>
            </a:r>
          </a:p>
          <a:p>
            <a:r>
              <a:t>        {</a:t>
            </a:r>
          </a:p>
          <a:p>
            <a:r>
              <a:t>          "source_id": "s054",</a:t>
            </a:r>
          </a:p>
          <a:p>
            <a:r>
              <a:t>          "quote": "項目18"</a:t>
            </a:r>
          </a:p>
          <a:p>
            <a:r>
              <a:t>        }</a:t>
            </a:r>
          </a:p>
          <a:p>
            <a:r>
              <a:t>      ],</a:t>
            </a:r>
          </a:p>
          <a:p>
            <a:r>
              <a:t>      "mode": "verbatim"</a:t>
            </a:r>
          </a:p>
          <a:p>
            <a:r>
              <a:t>    },</a:t>
            </a:r>
          </a:p>
          <a:p>
            <a:r>
              <a:t>    {</a:t>
            </a:r>
          </a:p>
          <a:p>
            <a:r>
              <a:t>      "text": "項目1",</a:t>
            </a:r>
          </a:p>
          <a:p>
            <a:r>
              <a:t>      "refs": [</a:t>
            </a:r>
          </a:p>
          <a:p>
            <a:r>
              <a:t>        {</a:t>
            </a:r>
          </a:p>
          <a:p>
            <a:r>
              <a:t>          "source_id": "s054",</a:t>
            </a:r>
          </a:p>
          <a:p>
            <a:r>
              <a:t>          "quote": "項目1"</a:t>
            </a:r>
          </a:p>
          <a:p>
            <a:r>
              <a:t>        }</a:t>
            </a:r>
          </a:p>
          <a:p>
            <a:r>
              <a:t>      ],</a:t>
            </a:r>
          </a:p>
          <a:p>
            <a:r>
              <a:t>      "mode": "verbatim"</a:t>
            </a:r>
          </a:p>
          <a:p>
            <a:r>
              <a:t>    },</a:t>
            </a:r>
          </a:p>
          <a:p>
            <a:r>
              <a:t>    {</a:t>
            </a:r>
          </a:p>
          <a:p>
            <a:r>
              <a:t>      "text": "項目2",</a:t>
            </a:r>
          </a:p>
          <a:p>
            <a:r>
              <a:t>      "refs": [</a:t>
            </a:r>
          </a:p>
          <a:p>
            <a:r>
              <a:t>        {</a:t>
            </a:r>
          </a:p>
          <a:p>
            <a:r>
              <a:t>          "source_id": "s054",</a:t>
            </a:r>
          </a:p>
          <a:p>
            <a:r>
              <a:t>          "quote": "項目2"</a:t>
            </a:r>
          </a:p>
          <a:p>
            <a:r>
              <a:t>        }</a:t>
            </a:r>
          </a:p>
          <a:p>
            <a:r>
              <a:t>      ],</a:t>
            </a:r>
          </a:p>
          <a:p>
            <a:r>
              <a:t>      "mode": "verbatim"</a:t>
            </a:r>
          </a:p>
          <a:p>
            <a:r>
              <a:t>    },</a:t>
            </a:r>
          </a:p>
          <a:p>
            <a:r>
              <a:t>    {</a:t>
            </a:r>
          </a:p>
          <a:p>
            <a:r>
              <a:t>      "value": 1.0,</a:t>
            </a:r>
          </a:p>
          <a:p>
            <a:r>
              <a:t>      "refs": [</a:t>
            </a:r>
          </a:p>
          <a:p>
            <a:r>
              <a:t>        {</a:t>
            </a:r>
          </a:p>
          <a:p>
            <a:r>
              <a:t>          "source_id": "s054",</a:t>
            </a:r>
          </a:p>
          <a:p>
            <a:r>
              <a:t>          "quote": "1"</a:t>
            </a:r>
          </a:p>
          <a:p>
            <a:r>
              <a:t>        }</a:t>
            </a:r>
          </a:p>
          <a:p>
            <a:r>
              <a:t>      ]</a:t>
            </a:r>
          </a:p>
          <a:p>
            <a:r>
              <a:t>    },</a:t>
            </a:r>
          </a:p>
          <a:p>
            <a:r>
              <a:t>    {</a:t>
            </a:r>
          </a:p>
          <a:p>
            <a:r>
              <a:t>      "value": 3.0,</a:t>
            </a:r>
          </a:p>
          <a:p>
            <a:r>
              <a:t>      "refs": [</a:t>
            </a:r>
          </a:p>
          <a:p>
            <a:r>
              <a:t>        {</a:t>
            </a:r>
          </a:p>
          <a:p>
            <a:r>
              <a:t>          "source_id": "s054",</a:t>
            </a:r>
          </a:p>
          <a:p>
            <a:r>
              <a:t>          "quote": "3"</a:t>
            </a:r>
          </a:p>
          <a:p>
            <a:r>
              <a:t>        }</a:t>
            </a:r>
          </a:p>
          <a:p>
            <a:r>
              <a:t>      ]</a:t>
            </a:r>
          </a:p>
          <a:p>
            <a:r>
              <a:t>    },</a:t>
            </a:r>
          </a:p>
          <a:p>
            <a:r>
              <a:t>    {</a:t>
            </a:r>
          </a:p>
          <a:p>
            <a:r>
              <a:t>      "value": 6.0,</a:t>
            </a:r>
          </a:p>
          <a:p>
            <a:r>
              <a:t>      "refs": [</a:t>
            </a:r>
          </a:p>
          <a:p>
            <a:r>
              <a:t>        {</a:t>
            </a:r>
          </a:p>
          <a:p>
            <a:r>
              <a:t>          "source_id": "s054",</a:t>
            </a:r>
          </a:p>
          <a:p>
            <a:r>
              <a:t>          "quote": "6"</a:t>
            </a:r>
          </a:p>
          <a:p>
            <a:r>
              <a:t>        }</a:t>
            </a:r>
          </a:p>
          <a:p>
            <a:r>
              <a:t>      ]</a:t>
            </a:r>
          </a:p>
          <a:p>
            <a:r>
              <a:t>    },</a:t>
            </a:r>
          </a:p>
          <a:p>
            <a:r>
              <a:t>    {</a:t>
            </a:r>
          </a:p>
          <a:p>
            <a:r>
              <a:t>      "value": 2.0,</a:t>
            </a:r>
          </a:p>
          <a:p>
            <a:r>
              <a:t>      "refs": [</a:t>
            </a:r>
          </a:p>
          <a:p>
            <a:r>
              <a:t>        {</a:t>
            </a:r>
          </a:p>
          <a:p>
            <a:r>
              <a:t>          "source_id": "s054",</a:t>
            </a:r>
          </a:p>
          <a:p>
            <a:r>
              <a:t>          "quote": "2"</a:t>
            </a:r>
          </a:p>
          <a:p>
            <a:r>
              <a:t>        }</a:t>
            </a:r>
          </a:p>
          <a:p>
            <a:r>
              <a:t>      ]</a:t>
            </a:r>
          </a:p>
          <a:p>
            <a:r>
              <a:t>    },</a:t>
            </a:r>
          </a:p>
          <a:p>
            <a:r>
              <a:t>    {</a:t>
            </a:r>
          </a:p>
          <a:p>
            <a:r>
              <a:t>      "value": 2.0,</a:t>
            </a:r>
          </a:p>
          <a:p>
            <a:r>
              <a:t>      "refs": [</a:t>
            </a:r>
          </a:p>
          <a:p>
            <a:r>
              <a:t>        {</a:t>
            </a:r>
          </a:p>
          <a:p>
            <a:r>
              <a:t>          "source_id": "s054",</a:t>
            </a:r>
          </a:p>
          <a:p>
            <a:r>
              <a:t>          "quote": "2"</a:t>
            </a:r>
          </a:p>
          <a:p>
            <a:r>
              <a:t>        }</a:t>
            </a:r>
          </a:p>
          <a:p>
            <a:r>
              <a:t>      ]</a:t>
            </a:r>
          </a:p>
          <a:p>
            <a:r>
              <a:t>    },</a:t>
            </a:r>
          </a:p>
          <a:p>
            <a:r>
              <a:t>    {</a:t>
            </a:r>
          </a:p>
          <a:p>
            <a:r>
              <a:t>      "value": 2.0,</a:t>
            </a:r>
          </a:p>
          <a:p>
            <a:r>
              <a:t>      "refs": [</a:t>
            </a:r>
          </a:p>
          <a:p>
            <a:r>
              <a:t>        {</a:t>
            </a:r>
          </a:p>
          <a:p>
            <a:r>
              <a:t>          "source_id": "s054",</a:t>
            </a:r>
          </a:p>
          <a:p>
            <a:r>
              <a:t>          "quote": "2"</a:t>
            </a:r>
          </a:p>
          <a:p>
            <a:r>
              <a:t>        }</a:t>
            </a:r>
          </a:p>
          <a:p>
            <a:r>
              <a:t>      ]</a:t>
            </a:r>
          </a:p>
          <a:p>
            <a:r>
              <a:t>    },</a:t>
            </a:r>
          </a:p>
          <a:p>
            <a:r>
              <a:t>    {</a:t>
            </a:r>
          </a:p>
          <a:p>
            <a:r>
              <a:t>      "value": 1.5,</a:t>
            </a:r>
          </a:p>
          <a:p>
            <a:r>
              <a:t>      "refs": [</a:t>
            </a:r>
          </a:p>
          <a:p>
            <a:r>
              <a:t>        {</a:t>
            </a:r>
          </a:p>
          <a:p>
            <a:r>
              <a:t>          "source_id": "s054",</a:t>
            </a:r>
          </a:p>
          <a:p>
            <a:r>
              <a:t>          "quote": "1.5"</a:t>
            </a:r>
          </a:p>
          <a:p>
            <a:r>
              <a:t>        }</a:t>
            </a:r>
          </a:p>
          <a:p>
            <a:r>
              <a:t>      ]</a:t>
            </a:r>
          </a:p>
          <a:p>
            <a:r>
              <a:t>    },</a:t>
            </a:r>
          </a:p>
          <a:p>
            <a:r>
              <a:t>    {</a:t>
            </a:r>
          </a:p>
          <a:p>
            <a:r>
              <a:t>      "value": 4.5,</a:t>
            </a:r>
          </a:p>
          <a:p>
            <a:r>
              <a:t>      "refs": [</a:t>
            </a:r>
          </a:p>
          <a:p>
            <a:r>
              <a:t>        {</a:t>
            </a:r>
          </a:p>
          <a:p>
            <a:r>
              <a:t>          "source_id": "s054",</a:t>
            </a:r>
          </a:p>
          <a:p>
            <a:r>
              <a:t>          "quote": "4.5"</a:t>
            </a:r>
          </a:p>
          <a:p>
            <a:r>
              <a:t>        }</a:t>
            </a:r>
          </a:p>
          <a:p>
            <a:r>
              <a:t>      ]</a:t>
            </a:r>
          </a:p>
          <a:p>
            <a:r>
              <a:t>    },</a:t>
            </a:r>
          </a:p>
          <a:p>
            <a:r>
              <a:t>    {</a:t>
            </a:r>
          </a:p>
          <a:p>
            <a:r>
              <a:t>      "value": 9.0,</a:t>
            </a:r>
          </a:p>
          <a:p>
            <a:r>
              <a:t>      "refs": [</a:t>
            </a:r>
          </a:p>
          <a:p>
            <a:r>
              <a:t>        {</a:t>
            </a:r>
          </a:p>
          <a:p>
            <a:r>
              <a:t>          "source_id": "s054",</a:t>
            </a:r>
          </a:p>
          <a:p>
            <a:r>
              <a:t>          "quote": "9"</a:t>
            </a:r>
          </a:p>
          <a:p>
            <a:r>
              <a:t>        }</a:t>
            </a:r>
          </a:p>
          <a:p>
            <a:r>
              <a:t>      ]</a:t>
            </a:r>
          </a:p>
          <a:p>
            <a:r>
              <a:t>    },</a:t>
            </a:r>
          </a:p>
          <a:p>
            <a:r>
              <a:t>    {</a:t>
            </a:r>
          </a:p>
          <a:p>
            <a:r>
              <a:t>      "value": 0.5,</a:t>
            </a:r>
          </a:p>
          <a:p>
            <a:r>
              <a:t>      "refs": [</a:t>
            </a:r>
          </a:p>
          <a:p>
            <a:r>
              <a:t>        {</a:t>
            </a:r>
          </a:p>
          <a:p>
            <a:r>
              <a:t>          "source_id": "s054",</a:t>
            </a:r>
          </a:p>
          <a:p>
            <a:r>
              <a:t>          "quote": "0.5"</a:t>
            </a:r>
          </a:p>
          <a:p>
            <a:r>
              <a:t>        }</a:t>
            </a:r>
          </a:p>
          <a:p>
            <a:r>
              <a:t>      ]</a:t>
            </a:r>
          </a:p>
          <a:p>
            <a:r>
              <a:t>    },</a:t>
            </a:r>
          </a:p>
          <a:p>
            <a:r>
              <a:t>    {</a:t>
            </a:r>
          </a:p>
          <a:p>
            <a:r>
              <a:t>      "value": 1.5,</a:t>
            </a:r>
          </a:p>
          <a:p>
            <a:r>
              <a:t>      "refs": [</a:t>
            </a:r>
          </a:p>
          <a:p>
            <a:r>
              <a:t>        {</a:t>
            </a:r>
          </a:p>
          <a:p>
            <a:r>
              <a:t>          "source_id": "s054",</a:t>
            </a:r>
          </a:p>
          <a:p>
            <a:r>
              <a:t>          "quote": "1.5"</a:t>
            </a:r>
          </a:p>
          <a:p>
            <a:r>
              <a:t>        }</a:t>
            </a:r>
          </a:p>
          <a:p>
            <a:r>
              <a:t>      ]</a:t>
            </a:r>
          </a:p>
          <a:p>
            <a:r>
              <a:t>    },</a:t>
            </a:r>
          </a:p>
          <a:p>
            <a:r>
              <a:t>    {</a:t>
            </a:r>
          </a:p>
          <a:p>
            <a:r>
              <a:t>      "value": 3.0,</a:t>
            </a:r>
          </a:p>
          <a:p>
            <a:r>
              <a:t>      "refs": [</a:t>
            </a:r>
          </a:p>
          <a:p>
            <a:r>
              <a:t>        {</a:t>
            </a:r>
          </a:p>
          <a:p>
            <a:r>
              <a:t>          "source_id": "s054",</a:t>
            </a:r>
          </a:p>
          <a:p>
            <a:r>
              <a:t>          "quote": "3"</a:t>
            </a:r>
          </a:p>
          <a:p>
            <a:r>
              <a:t>        }</a:t>
            </a:r>
          </a:p>
          <a:p>
            <a:r>
              <a:t>      ]</a:t>
            </a:r>
          </a:p>
          <a:p>
            <a:r>
              <a:t>    }</a:t>
            </a:r>
          </a:p>
          <a:p>
            <a:r>
              <a:t>  ],</a:t>
            </a:r>
          </a:p>
          <a:p>
            <a:r>
              <a:t>  "citations": {</a:t>
            </a:r>
          </a:p>
          <a:p>
            <a:r>
              <a:t>    "s054": "Public MIT sample: templates/freeform_parts_more_16x9.html section 27"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"68a4b05a47fb6041c470dabdbab168bfea0c6bcb87c9f1317c502249d7a25490"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"slide055",</a:t>
            </a:r>
          </a:p>
          <a:p>
            <a:r>
              <a:t>  "origin": "catalog",</a:t>
            </a:r>
          </a:p>
          <a:p>
            <a:r>
              <a:t>  "layout_id": "process_flow",</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"プロセスの段階",</a:t>
            </a:r>
          </a:p>
          <a:p>
            <a:r>
              <a:t>      "refs": [</a:t>
            </a:r>
          </a:p>
          <a:p>
            <a:r>
              <a:t>        {</a:t>
            </a:r>
          </a:p>
          <a:p>
            <a:r>
              <a:t>          "source_id": "s055",</a:t>
            </a:r>
          </a:p>
          <a:p>
            <a:r>
              <a:t>          "quote": "プロセスの段階"</a:t>
            </a:r>
          </a:p>
          <a:p>
            <a:r>
              <a:t>        }</a:t>
            </a:r>
          </a:p>
          <a:p>
            <a:r>
              <a:t>      ],</a:t>
            </a:r>
          </a:p>
          <a:p>
            <a:r>
              <a:t>      "mode": "verbatim"</a:t>
            </a:r>
          </a:p>
          <a:p>
            <a:r>
              <a:t>    },</a:t>
            </a:r>
          </a:p>
          <a:p>
            <a:r>
              <a:t>    {</a:t>
            </a:r>
          </a:p>
          <a:p>
            <a:r>
              <a:t>      "text": "出典：公開見本",</a:t>
            </a:r>
          </a:p>
          <a:p>
            <a:r>
              <a:t>      "refs": [</a:t>
            </a:r>
          </a:p>
          <a:p>
            <a:r>
              <a:t>        {</a:t>
            </a:r>
          </a:p>
          <a:p>
            <a:r>
              <a:t>          "source_id": "s055",</a:t>
            </a:r>
          </a:p>
          <a:p>
            <a:r>
              <a:t>          "quote": "出典：公開見本"</a:t>
            </a:r>
          </a:p>
          <a:p>
            <a:r>
              <a:t>        }</a:t>
            </a:r>
          </a:p>
          <a:p>
            <a:r>
              <a:t>      ],</a:t>
            </a:r>
          </a:p>
          <a:p>
            <a:r>
              <a:t>      "mode": "verbatim"</a:t>
            </a:r>
          </a:p>
          <a:p>
            <a:r>
              <a:t>    },</a:t>
            </a:r>
          </a:p>
          <a:p>
            <a:r>
              <a:t>    {</a:t>
            </a:r>
          </a:p>
          <a:p>
            <a:r>
              <a:t>      "text": "1",</a:t>
            </a:r>
          </a:p>
          <a:p>
            <a:r>
              <a:t>      "refs": [</a:t>
            </a:r>
          </a:p>
          <a:p>
            <a:r>
              <a:t>        {</a:t>
            </a:r>
          </a:p>
          <a:p>
            <a:r>
              <a:t>          "source_id": "s055",</a:t>
            </a:r>
          </a:p>
          <a:p>
            <a:r>
              <a:t>          "quote": "1"</a:t>
            </a:r>
          </a:p>
          <a:p>
            <a:r>
              <a:t>        }</a:t>
            </a:r>
          </a:p>
          <a:p>
            <a:r>
              <a:t>      ],</a:t>
            </a:r>
          </a:p>
          <a:p>
            <a:r>
              <a:t>      "mode": "verbatim"</a:t>
            </a:r>
          </a:p>
          <a:p>
            <a:r>
              <a:t>    },</a:t>
            </a:r>
          </a:p>
          <a:p>
            <a:r>
              <a:t>    {</a:t>
            </a:r>
          </a:p>
          <a:p>
            <a:r>
              <a:t>      "text": "見出し 2",</a:t>
            </a:r>
          </a:p>
          <a:p>
            <a:r>
              <a:t>      "refs": [</a:t>
            </a:r>
          </a:p>
          <a:p>
            <a:r>
              <a:t>        {</a:t>
            </a:r>
          </a:p>
          <a:p>
            <a:r>
              <a:t>          "source_id": "s055",</a:t>
            </a:r>
          </a:p>
          <a:p>
            <a:r>
              <a:t>          "quote": "見出し 2"</a:t>
            </a:r>
          </a:p>
          <a:p>
            <a:r>
              <a:t>        }</a:t>
            </a:r>
          </a:p>
          <a:p>
            <a:r>
              <a:t>      ],</a:t>
            </a:r>
          </a:p>
          <a:p>
            <a:r>
              <a:t>      "mode": "verbatim"</a:t>
            </a:r>
          </a:p>
          <a:p>
            <a:r>
              <a:t>    },</a:t>
            </a:r>
          </a:p>
          <a:p>
            <a:r>
              <a:t>    {</a:t>
            </a:r>
          </a:p>
          <a:p>
            <a:r>
              <a:t>      "text": "記載例1",</a:t>
            </a:r>
          </a:p>
          <a:p>
            <a:r>
              <a:t>      "refs": [</a:t>
            </a:r>
          </a:p>
          <a:p>
            <a:r>
              <a:t>        {</a:t>
            </a:r>
          </a:p>
          <a:p>
            <a:r>
              <a:t>          "source_id": "s055",</a:t>
            </a:r>
          </a:p>
          <a:p>
            <a:r>
              <a:t>          "quote": "記載例1"</a:t>
            </a:r>
          </a:p>
          <a:p>
            <a:r>
              <a:t>        }</a:t>
            </a:r>
          </a:p>
          <a:p>
            <a:r>
              <a:t>      ],</a:t>
            </a:r>
          </a:p>
          <a:p>
            <a:r>
              <a:t>      "mode": "verbatim"</a:t>
            </a:r>
          </a:p>
          <a:p>
            <a:r>
              <a:t>    },</a:t>
            </a:r>
          </a:p>
          <a:p>
            <a:r>
              <a:t>    {</a:t>
            </a:r>
          </a:p>
          <a:p>
            <a:r>
              <a:t>      "text": "›",</a:t>
            </a:r>
          </a:p>
          <a:p>
            <a:r>
              <a:t>      "refs": [</a:t>
            </a:r>
          </a:p>
          <a:p>
            <a:r>
              <a:t>        {</a:t>
            </a:r>
          </a:p>
          <a:p>
            <a:r>
              <a:t>          "source_id": "s055",</a:t>
            </a:r>
          </a:p>
          <a:p>
            <a:r>
              <a:t>          "quote": "›"</a:t>
            </a:r>
          </a:p>
          <a:p>
            <a:r>
              <a:t>        }</a:t>
            </a:r>
          </a:p>
          <a:p>
            <a:r>
              <a:t>      ],</a:t>
            </a:r>
          </a:p>
          <a:p>
            <a:r>
              <a:t>      "mode": "verbatim"</a:t>
            </a:r>
          </a:p>
          <a:p>
            <a:r>
              <a:t>    },</a:t>
            </a:r>
          </a:p>
          <a:p>
            <a:r>
              <a:t>    {</a:t>
            </a:r>
          </a:p>
          <a:p>
            <a:r>
              <a:t>      "text": "2",</a:t>
            </a:r>
          </a:p>
          <a:p>
            <a:r>
              <a:t>      "refs": [</a:t>
            </a:r>
          </a:p>
          <a:p>
            <a:r>
              <a:t>        {</a:t>
            </a:r>
          </a:p>
          <a:p>
            <a:r>
              <a:t>          "source_id": "s055",</a:t>
            </a:r>
          </a:p>
          <a:p>
            <a:r>
              <a:t>          "quote": "2"</a:t>
            </a:r>
          </a:p>
          <a:p>
            <a:r>
              <a:t>        }</a:t>
            </a:r>
          </a:p>
          <a:p>
            <a:r>
              <a:t>      ],</a:t>
            </a:r>
          </a:p>
          <a:p>
            <a:r>
              <a:t>      "mode": "verbatim"</a:t>
            </a:r>
          </a:p>
          <a:p>
            <a:r>
              <a:t>    },</a:t>
            </a:r>
          </a:p>
          <a:p>
            <a:r>
              <a:t>    {</a:t>
            </a:r>
          </a:p>
          <a:p>
            <a:r>
              <a:t>      "text": "見出し 3",</a:t>
            </a:r>
          </a:p>
          <a:p>
            <a:r>
              <a:t>      "refs": [</a:t>
            </a:r>
          </a:p>
          <a:p>
            <a:r>
              <a:t>        {</a:t>
            </a:r>
          </a:p>
          <a:p>
            <a:r>
              <a:t>          "source_id": "s055",</a:t>
            </a:r>
          </a:p>
          <a:p>
            <a:r>
              <a:t>          "quote": "見出し 3"</a:t>
            </a:r>
          </a:p>
          <a:p>
            <a:r>
              <a:t>        }</a:t>
            </a:r>
          </a:p>
          <a:p>
            <a:r>
              <a:t>      ],</a:t>
            </a:r>
          </a:p>
          <a:p>
            <a:r>
              <a:t>      "mode": "verbatim"</a:t>
            </a:r>
          </a:p>
          <a:p>
            <a:r>
              <a:t>    },</a:t>
            </a:r>
          </a:p>
          <a:p>
            <a:r>
              <a:t>    {</a:t>
            </a:r>
          </a:p>
          <a:p>
            <a:r>
              <a:t>      "text": "記載例2",</a:t>
            </a:r>
          </a:p>
          <a:p>
            <a:r>
              <a:t>      "refs": [</a:t>
            </a:r>
          </a:p>
          <a:p>
            <a:r>
              <a:t>        {</a:t>
            </a:r>
          </a:p>
          <a:p>
            <a:r>
              <a:t>          "source_id": "s055",</a:t>
            </a:r>
          </a:p>
          <a:p>
            <a:r>
              <a:t>          "quote": "記載例2"</a:t>
            </a:r>
          </a:p>
          <a:p>
            <a:r>
              <a:t>        }</a:t>
            </a:r>
          </a:p>
          <a:p>
            <a:r>
              <a:t>      ],</a:t>
            </a:r>
          </a:p>
          <a:p>
            <a:r>
              <a:t>      "mode": "verbatim"</a:t>
            </a:r>
          </a:p>
          <a:p>
            <a:r>
              <a:t>    },</a:t>
            </a:r>
          </a:p>
          <a:p>
            <a:r>
              <a:t>    {</a:t>
            </a:r>
          </a:p>
          <a:p>
            <a:r>
              <a:t>      "text": "›",</a:t>
            </a:r>
          </a:p>
          <a:p>
            <a:r>
              <a:t>      "refs": [</a:t>
            </a:r>
          </a:p>
          <a:p>
            <a:r>
              <a:t>        {</a:t>
            </a:r>
          </a:p>
          <a:p>
            <a:r>
              <a:t>          "source_id": "s055",</a:t>
            </a:r>
          </a:p>
          <a:p>
            <a:r>
              <a:t>          "quote": "›"</a:t>
            </a:r>
          </a:p>
          <a:p>
            <a:r>
              <a:t>        }</a:t>
            </a:r>
          </a:p>
          <a:p>
            <a:r>
              <a:t>      ],</a:t>
            </a:r>
          </a:p>
          <a:p>
            <a:r>
              <a:t>      "mode": "verbatim"</a:t>
            </a:r>
          </a:p>
          <a:p>
            <a:r>
              <a:t>    },</a:t>
            </a:r>
          </a:p>
          <a:p>
            <a:r>
              <a:t>    {</a:t>
            </a:r>
          </a:p>
          <a:p>
            <a:r>
              <a:t>      "text": "3",</a:t>
            </a:r>
          </a:p>
          <a:p>
            <a:r>
              <a:t>      "refs": [</a:t>
            </a:r>
          </a:p>
          <a:p>
            <a:r>
              <a:t>        {</a:t>
            </a:r>
          </a:p>
          <a:p>
            <a:r>
              <a:t>          "source_id": "s055",</a:t>
            </a:r>
          </a:p>
          <a:p>
            <a:r>
              <a:t>          "quote": "3"</a:t>
            </a:r>
          </a:p>
          <a:p>
            <a:r>
              <a:t>        }</a:t>
            </a:r>
          </a:p>
          <a:p>
            <a:r>
              <a:t>      ],</a:t>
            </a:r>
          </a:p>
          <a:p>
            <a:r>
              <a:t>      "mode": "verbatim"</a:t>
            </a:r>
          </a:p>
          <a:p>
            <a:r>
              <a:t>    },</a:t>
            </a:r>
          </a:p>
          <a:p>
            <a:r>
              <a:t>    {</a:t>
            </a:r>
          </a:p>
          <a:p>
            <a:r>
              <a:t>      "text": "見出し 4",</a:t>
            </a:r>
          </a:p>
          <a:p>
            <a:r>
              <a:t>      "refs": [</a:t>
            </a:r>
          </a:p>
          <a:p>
            <a:r>
              <a:t>        {</a:t>
            </a:r>
          </a:p>
          <a:p>
            <a:r>
              <a:t>          "source_id": "s055",</a:t>
            </a:r>
          </a:p>
          <a:p>
            <a:r>
              <a:t>          "quote": "見出し 4"</a:t>
            </a:r>
          </a:p>
          <a:p>
            <a:r>
              <a:t>        }</a:t>
            </a:r>
          </a:p>
          <a:p>
            <a:r>
              <a:t>      ],</a:t>
            </a:r>
          </a:p>
          <a:p>
            <a:r>
              <a:t>      "mode": "verbatim"</a:t>
            </a:r>
          </a:p>
          <a:p>
            <a:r>
              <a:t>    },</a:t>
            </a:r>
          </a:p>
          <a:p>
            <a:r>
              <a:t>    {</a:t>
            </a:r>
          </a:p>
          <a:p>
            <a:r>
              <a:t>      "text": "記載例3",</a:t>
            </a:r>
          </a:p>
          <a:p>
            <a:r>
              <a:t>      "refs": [</a:t>
            </a:r>
          </a:p>
          <a:p>
            <a:r>
              <a:t>        {</a:t>
            </a:r>
          </a:p>
          <a:p>
            <a:r>
              <a:t>          "source_id": "s055",</a:t>
            </a:r>
          </a:p>
          <a:p>
            <a:r>
              <a:t>          "quote": "記載例3"</a:t>
            </a:r>
          </a:p>
          <a:p>
            <a:r>
              <a:t>        }</a:t>
            </a:r>
          </a:p>
          <a:p>
            <a:r>
              <a:t>      ],</a:t>
            </a:r>
          </a:p>
          <a:p>
            <a:r>
              <a:t>      "mode": "verbatim"</a:t>
            </a:r>
          </a:p>
          <a:p>
            <a:r>
              <a:t>    },</a:t>
            </a:r>
          </a:p>
          <a:p>
            <a:r>
              <a:t>    {</a:t>
            </a:r>
          </a:p>
          <a:p>
            <a:r>
              <a:t>      "text": "›",</a:t>
            </a:r>
          </a:p>
          <a:p>
            <a:r>
              <a:t>      "refs": [</a:t>
            </a:r>
          </a:p>
          <a:p>
            <a:r>
              <a:t>        {</a:t>
            </a:r>
          </a:p>
          <a:p>
            <a:r>
              <a:t>          "source_id": "s055",</a:t>
            </a:r>
          </a:p>
          <a:p>
            <a:r>
              <a:t>          "quote": "›"</a:t>
            </a:r>
          </a:p>
          <a:p>
            <a:r>
              <a:t>        }</a:t>
            </a:r>
          </a:p>
          <a:p>
            <a:r>
              <a:t>      ],</a:t>
            </a:r>
          </a:p>
          <a:p>
            <a:r>
              <a:t>      "mode": "verbatim"</a:t>
            </a:r>
          </a:p>
          <a:p>
            <a:r>
              <a:t>    },</a:t>
            </a:r>
          </a:p>
          <a:p>
            <a:r>
              <a:t>    {</a:t>
            </a:r>
          </a:p>
          <a:p>
            <a:r>
              <a:t>      "text": "4",</a:t>
            </a:r>
          </a:p>
          <a:p>
            <a:r>
              <a:t>      "refs": [</a:t>
            </a:r>
          </a:p>
          <a:p>
            <a:r>
              <a:t>        {</a:t>
            </a:r>
          </a:p>
          <a:p>
            <a:r>
              <a:t>          "source_id": "s055",</a:t>
            </a:r>
          </a:p>
          <a:p>
            <a:r>
              <a:t>          "quote": "4"</a:t>
            </a:r>
          </a:p>
          <a:p>
            <a:r>
              <a:t>        }</a:t>
            </a:r>
          </a:p>
          <a:p>
            <a:r>
              <a:t>      ],</a:t>
            </a:r>
          </a:p>
          <a:p>
            <a:r>
              <a:t>      "mode": "verbatim"</a:t>
            </a:r>
          </a:p>
          <a:p>
            <a:r>
              <a:t>    },</a:t>
            </a:r>
          </a:p>
          <a:p>
            <a:r>
              <a:t>    {</a:t>
            </a:r>
          </a:p>
          <a:p>
            <a:r>
              <a:t>      "text": "見出し 5",</a:t>
            </a:r>
          </a:p>
          <a:p>
            <a:r>
              <a:t>      "refs": [</a:t>
            </a:r>
          </a:p>
          <a:p>
            <a:r>
              <a:t>        {</a:t>
            </a:r>
          </a:p>
          <a:p>
            <a:r>
              <a:t>          "source_id": "s055",</a:t>
            </a:r>
          </a:p>
          <a:p>
            <a:r>
              <a:t>          "quote": "見出し 5"</a:t>
            </a:r>
          </a:p>
          <a:p>
            <a:r>
              <a:t>        }</a:t>
            </a:r>
          </a:p>
          <a:p>
            <a:r>
              <a:t>      ],</a:t>
            </a:r>
          </a:p>
          <a:p>
            <a:r>
              <a:t>      "mode": "verbatim"</a:t>
            </a:r>
          </a:p>
          <a:p>
            <a:r>
              <a:t>    },</a:t>
            </a:r>
          </a:p>
          <a:p>
            <a:r>
              <a:t>    {</a:t>
            </a:r>
          </a:p>
          <a:p>
            <a:r>
              <a:t>      "text": "記載例4",</a:t>
            </a:r>
          </a:p>
          <a:p>
            <a:r>
              <a:t>      "refs": [</a:t>
            </a:r>
          </a:p>
          <a:p>
            <a:r>
              <a:t>        {</a:t>
            </a:r>
          </a:p>
          <a:p>
            <a:r>
              <a:t>          "source_id": "s055",</a:t>
            </a:r>
          </a:p>
          <a:p>
            <a:r>
              <a:t>          "quote": "記載例4"</a:t>
            </a:r>
          </a:p>
          <a:p>
            <a:r>
              <a:t>        }</a:t>
            </a:r>
          </a:p>
          <a:p>
            <a:r>
              <a:t>      ],</a:t>
            </a:r>
          </a:p>
          <a:p>
            <a:r>
              <a:t>      "mode": "verbatim"</a:t>
            </a:r>
          </a:p>
          <a:p>
            <a:r>
              <a:t>    }</a:t>
            </a:r>
          </a:p>
          <a:p>
            <a:r>
              <a:t>  ],</a:t>
            </a:r>
          </a:p>
          <a:p>
            <a:r>
              <a:t>  "citations": {</a:t>
            </a:r>
          </a:p>
          <a:p>
            <a:r>
              <a:t>    "s055": "Public MIT sample: templates/freeform_parts_more_16x9.html section 28"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"0d768e5fd3e65580728fb4d58f8e14b7e5be62d8531164949d9c5c5d6fd06084"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"slide056",</a:t>
            </a:r>
          </a:p>
          <a:p>
            <a:r>
              <a:t>  "origin": "catalog",</a:t>
            </a:r>
          </a:p>
          <a:p>
            <a:r>
              <a:t>  "layout_id": "cycle",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"循環サイクル",</a:t>
            </a:r>
          </a:p>
          <a:p>
            <a:r>
              <a:t>      "refs": [</a:t>
            </a:r>
          </a:p>
          <a:p>
            <a:r>
              <a:t>        {</a:t>
            </a:r>
          </a:p>
          <a:p>
            <a:r>
              <a:t>          "source_id": "s056",</a:t>
            </a:r>
          </a:p>
          <a:p>
            <a:r>
              <a:t>          "quote": "循環サイクル"</a:t>
            </a:r>
          </a:p>
          <a:p>
            <a:r>
              <a:t>        }</a:t>
            </a:r>
          </a:p>
          <a:p>
            <a:r>
              <a:t>      ],</a:t>
            </a:r>
          </a:p>
          <a:p>
            <a:r>
              <a:t>      "mode": "verbatim"</a:t>
            </a:r>
          </a:p>
          <a:p>
            <a:r>
              <a:t>    },</a:t>
            </a:r>
          </a:p>
          <a:p>
            <a:r>
              <a:t>    {</a:t>
            </a:r>
          </a:p>
          <a:p>
            <a:r>
              <a:t>      "text": "出典：公開見本",</a:t>
            </a:r>
          </a:p>
          <a:p>
            <a:r>
              <a:t>      "refs": [</a:t>
            </a:r>
          </a:p>
          <a:p>
            <a:r>
              <a:t>        {</a:t>
            </a:r>
          </a:p>
          <a:p>
            <a:r>
              <a:t>          "source_id": "s056",</a:t>
            </a:r>
          </a:p>
          <a:p>
            <a:r>
              <a:t>          "quote": "出典：公開見本"</a:t>
            </a:r>
          </a:p>
          <a:p>
            <a:r>
              <a:t>        }</a:t>
            </a:r>
          </a:p>
          <a:p>
            <a:r>
              <a:t>      ],</a:t>
            </a:r>
          </a:p>
          <a:p>
            <a:r>
              <a:t>      "mode": "verbatim"</a:t>
            </a:r>
          </a:p>
          <a:p>
            <a:r>
              <a:t>    },</a:t>
            </a:r>
          </a:p>
          <a:p>
            <a:r>
              <a:t>    {</a:t>
            </a:r>
          </a:p>
          <a:p>
            <a:r>
              <a:t>      "text": "1",</a:t>
            </a:r>
          </a:p>
          <a:p>
            <a:r>
              <a:t>      "refs": [</a:t>
            </a:r>
          </a:p>
          <a:p>
            <a:r>
              <a:t>        {</a:t>
            </a:r>
          </a:p>
          <a:p>
            <a:r>
              <a:t>          "source_id": "s056",</a:t>
            </a:r>
          </a:p>
          <a:p>
            <a:r>
              <a:t>          "quote": "1"</a:t>
            </a:r>
          </a:p>
          <a:p>
            <a:r>
              <a:t>        }</a:t>
            </a:r>
          </a:p>
          <a:p>
            <a:r>
              <a:t>      ],</a:t>
            </a:r>
          </a:p>
          <a:p>
            <a:r>
              <a:t>      "mode": "verbatim"</a:t>
            </a:r>
          </a:p>
          <a:p>
            <a:r>
              <a:t>    },</a:t>
            </a:r>
          </a:p>
          <a:p>
            <a:r>
              <a:t>    {</a:t>
            </a:r>
          </a:p>
          <a:p>
            <a:r>
              <a:t>      "text": "見出し 2",</a:t>
            </a:r>
          </a:p>
          <a:p>
            <a:r>
              <a:t>      "refs": [</a:t>
            </a:r>
          </a:p>
          <a:p>
            <a:r>
              <a:t>        {</a:t>
            </a:r>
          </a:p>
          <a:p>
            <a:r>
              <a:t>          "source_id": "s056",</a:t>
            </a:r>
          </a:p>
          <a:p>
            <a:r>
              <a:t>          "quote": "見出し 2"</a:t>
            </a:r>
          </a:p>
          <a:p>
            <a:r>
              <a:t>        }</a:t>
            </a:r>
          </a:p>
          <a:p>
            <a:r>
              <a:t>      ],</a:t>
            </a:r>
          </a:p>
          <a:p>
            <a:r>
              <a:t>      "mode": "verbatim"</a:t>
            </a:r>
          </a:p>
          <a:p>
            <a:r>
              <a:t>    },</a:t>
            </a:r>
          </a:p>
          <a:p>
            <a:r>
              <a:t>    {</a:t>
            </a:r>
          </a:p>
          <a:p>
            <a:r>
              <a:t>      "text": "記載例1",</a:t>
            </a:r>
          </a:p>
          <a:p>
            <a:r>
              <a:t>      "refs": [</a:t>
            </a:r>
          </a:p>
          <a:p>
            <a:r>
              <a:t>        {</a:t>
            </a:r>
          </a:p>
          <a:p>
            <a:r>
              <a:t>          "source_id": "s056",</a:t>
            </a:r>
          </a:p>
          <a:p>
            <a:r>
              <a:t>          "quote": "記載例1"</a:t>
            </a:r>
          </a:p>
          <a:p>
            <a:r>
              <a:t>        }</a:t>
            </a:r>
          </a:p>
          <a:p>
            <a:r>
              <a:t>      ],</a:t>
            </a:r>
          </a:p>
          <a:p>
            <a:r>
              <a:t>      "mode": "verbatim"</a:t>
            </a:r>
          </a:p>
          <a:p>
            <a:r>
              <a:t>    },</a:t>
            </a:r>
          </a:p>
          <a:p>
            <a:r>
              <a:t>    {</a:t>
            </a:r>
          </a:p>
          <a:p>
            <a:r>
              <a:t>      "text": "2",</a:t>
            </a:r>
          </a:p>
          <a:p>
            <a:r>
              <a:t>      "refs": [</a:t>
            </a:r>
          </a:p>
          <a:p>
            <a:r>
              <a:t>        {</a:t>
            </a:r>
          </a:p>
          <a:p>
            <a:r>
              <a:t>          "source_id": "s056",</a:t>
            </a:r>
          </a:p>
          <a:p>
            <a:r>
              <a:t>          "quote": "2"</a:t>
            </a:r>
          </a:p>
          <a:p>
            <a:r>
              <a:t>        }</a:t>
            </a:r>
          </a:p>
          <a:p>
            <a:r>
              <a:t>      ],</a:t>
            </a:r>
          </a:p>
          <a:p>
            <a:r>
              <a:t>      "mode": "verbatim"</a:t>
            </a:r>
          </a:p>
          <a:p>
            <a:r>
              <a:t>    },</a:t>
            </a:r>
          </a:p>
          <a:p>
            <a:r>
              <a:t>    {</a:t>
            </a:r>
          </a:p>
          <a:p>
            <a:r>
              <a:t>      "text": "見出し 3",</a:t>
            </a:r>
          </a:p>
          <a:p>
            <a:r>
              <a:t>      "refs": [</a:t>
            </a:r>
          </a:p>
          <a:p>
            <a:r>
              <a:t>        {</a:t>
            </a:r>
          </a:p>
          <a:p>
            <a:r>
              <a:t>          "source_id": "s056",</a:t>
            </a:r>
          </a:p>
          <a:p>
            <a:r>
              <a:t>          "quote": "見出し 3"</a:t>
            </a:r>
          </a:p>
          <a:p>
            <a:r>
              <a:t>        }</a:t>
            </a:r>
          </a:p>
          <a:p>
            <a:r>
              <a:t>      ],</a:t>
            </a:r>
          </a:p>
          <a:p>
            <a:r>
              <a:t>      "mode": "verbatim"</a:t>
            </a:r>
          </a:p>
          <a:p>
            <a:r>
              <a:t>    },</a:t>
            </a:r>
          </a:p>
          <a:p>
            <a:r>
              <a:t>    {</a:t>
            </a:r>
          </a:p>
          <a:p>
            <a:r>
              <a:t>      "text": "記載例2",</a:t>
            </a:r>
          </a:p>
          <a:p>
            <a:r>
              <a:t>      "refs": [</a:t>
            </a:r>
          </a:p>
          <a:p>
            <a:r>
              <a:t>        {</a:t>
            </a:r>
          </a:p>
          <a:p>
            <a:r>
              <a:t>          "source_id": "s056",</a:t>
            </a:r>
          </a:p>
          <a:p>
            <a:r>
              <a:t>          "quote": "記載例2"</a:t>
            </a:r>
          </a:p>
          <a:p>
            <a:r>
              <a:t>        }</a:t>
            </a:r>
          </a:p>
          <a:p>
            <a:r>
              <a:t>      ],</a:t>
            </a:r>
          </a:p>
          <a:p>
            <a:r>
              <a:t>      "mode": "verbatim"</a:t>
            </a:r>
          </a:p>
          <a:p>
            <a:r>
              <a:t>    },</a:t>
            </a:r>
          </a:p>
          <a:p>
            <a:r>
              <a:t>    {</a:t>
            </a:r>
          </a:p>
          <a:p>
            <a:r>
              <a:t>      "text": "3",</a:t>
            </a:r>
          </a:p>
          <a:p>
            <a:r>
              <a:t>      "refs": [</a:t>
            </a:r>
          </a:p>
          <a:p>
            <a:r>
              <a:t>        {</a:t>
            </a:r>
          </a:p>
          <a:p>
            <a:r>
              <a:t>          "source_id": "s056",</a:t>
            </a:r>
          </a:p>
          <a:p>
            <a:r>
              <a:t>          "quote": "3"</a:t>
            </a:r>
          </a:p>
          <a:p>
            <a:r>
              <a:t>        }</a:t>
            </a:r>
          </a:p>
          <a:p>
            <a:r>
              <a:t>      ],</a:t>
            </a:r>
          </a:p>
          <a:p>
            <a:r>
              <a:t>      "mode": "verbatim"</a:t>
            </a:r>
          </a:p>
          <a:p>
            <a:r>
              <a:t>    },</a:t>
            </a:r>
          </a:p>
          <a:p>
            <a:r>
              <a:t>    {</a:t>
            </a:r>
          </a:p>
          <a:p>
            <a:r>
              <a:t>      "text": "見出し 4",</a:t>
            </a:r>
          </a:p>
          <a:p>
            <a:r>
              <a:t>      "refs": [</a:t>
            </a:r>
          </a:p>
          <a:p>
            <a:r>
              <a:t>        {</a:t>
            </a:r>
          </a:p>
          <a:p>
            <a:r>
              <a:t>          "source_id": "s056",</a:t>
            </a:r>
          </a:p>
          <a:p>
            <a:r>
              <a:t>          "quote": "見出し 4"</a:t>
            </a:r>
          </a:p>
          <a:p>
            <a:r>
              <a:t>        }</a:t>
            </a:r>
          </a:p>
          <a:p>
            <a:r>
              <a:t>      ],</a:t>
            </a:r>
          </a:p>
          <a:p>
            <a:r>
              <a:t>      "mode": "verbatim"</a:t>
            </a:r>
          </a:p>
          <a:p>
            <a:r>
              <a:t>    },</a:t>
            </a:r>
          </a:p>
          <a:p>
            <a:r>
              <a:t>    {</a:t>
            </a:r>
          </a:p>
          <a:p>
            <a:r>
              <a:t>      "text": "記載例3",</a:t>
            </a:r>
          </a:p>
          <a:p>
            <a:r>
              <a:t>      "refs": [</a:t>
            </a:r>
          </a:p>
          <a:p>
            <a:r>
              <a:t>        {</a:t>
            </a:r>
          </a:p>
          <a:p>
            <a:r>
              <a:t>          "source_id": "s056",</a:t>
            </a:r>
          </a:p>
          <a:p>
            <a:r>
              <a:t>          "quote": "記載例3"</a:t>
            </a:r>
          </a:p>
          <a:p>
            <a:r>
              <a:t>        }</a:t>
            </a:r>
          </a:p>
          <a:p>
            <a:r>
              <a:t>      ],</a:t>
            </a:r>
          </a:p>
          <a:p>
            <a:r>
              <a:t>      "mode": "verbatim"</a:t>
            </a:r>
          </a:p>
          <a:p>
            <a:r>
              <a:t>    },</a:t>
            </a:r>
          </a:p>
          <a:p>
            <a:r>
              <a:t>    {</a:t>
            </a:r>
          </a:p>
          <a:p>
            <a:r>
              <a:t>      "text": "4",</a:t>
            </a:r>
          </a:p>
          <a:p>
            <a:r>
              <a:t>      "refs": [</a:t>
            </a:r>
          </a:p>
          <a:p>
            <a:r>
              <a:t>        {</a:t>
            </a:r>
          </a:p>
          <a:p>
            <a:r>
              <a:t>          "source_id": "s056",</a:t>
            </a:r>
          </a:p>
          <a:p>
            <a:r>
              <a:t>          "quote": "4"</a:t>
            </a:r>
          </a:p>
          <a:p>
            <a:r>
              <a:t>        }</a:t>
            </a:r>
          </a:p>
          <a:p>
            <a:r>
              <a:t>      ],</a:t>
            </a:r>
          </a:p>
          <a:p>
            <a:r>
              <a:t>      "mode": "verbatim"</a:t>
            </a:r>
          </a:p>
          <a:p>
            <a:r>
              <a:t>    },</a:t>
            </a:r>
          </a:p>
          <a:p>
            <a:r>
              <a:t>    {</a:t>
            </a:r>
          </a:p>
          <a:p>
            <a:r>
              <a:t>      "text": "見出し 5",</a:t>
            </a:r>
          </a:p>
          <a:p>
            <a:r>
              <a:t>      "refs": [</a:t>
            </a:r>
          </a:p>
          <a:p>
            <a:r>
              <a:t>        {</a:t>
            </a:r>
          </a:p>
          <a:p>
            <a:r>
              <a:t>          "source_id": "s056",</a:t>
            </a:r>
          </a:p>
          <a:p>
            <a:r>
              <a:t>          "quote": "見出し 5"</a:t>
            </a:r>
          </a:p>
          <a:p>
            <a:r>
              <a:t>        }</a:t>
            </a:r>
          </a:p>
          <a:p>
            <a:r>
              <a:t>      ],</a:t>
            </a:r>
          </a:p>
          <a:p>
            <a:r>
              <a:t>      "mode": "verbatim"</a:t>
            </a:r>
          </a:p>
          <a:p>
            <a:r>
              <a:t>    },</a:t>
            </a:r>
          </a:p>
          <a:p>
            <a:r>
              <a:t>    {</a:t>
            </a:r>
          </a:p>
          <a:p>
            <a:r>
              <a:t>      "text": "記載例4",</a:t>
            </a:r>
          </a:p>
          <a:p>
            <a:r>
              <a:t>      "refs": [</a:t>
            </a:r>
          </a:p>
          <a:p>
            <a:r>
              <a:t>        {</a:t>
            </a:r>
          </a:p>
          <a:p>
            <a:r>
              <a:t>          "source_id": "s056",</a:t>
            </a:r>
          </a:p>
          <a:p>
            <a:r>
              <a:t>          "quote": "記載例4"</a:t>
            </a:r>
          </a:p>
          <a:p>
            <a:r>
              <a:t>        }</a:t>
            </a:r>
          </a:p>
          <a:p>
            <a:r>
              <a:t>      ],</a:t>
            </a:r>
          </a:p>
          <a:p>
            <a:r>
              <a:t>      "mode": "verbatim"</a:t>
            </a:r>
          </a:p>
          <a:p>
            <a:r>
              <a:t>    },</a:t>
            </a:r>
          </a:p>
          <a:p>
            <a:r>
              <a:t>    {</a:t>
            </a:r>
          </a:p>
          <a:p>
            <a:r>
              <a:t>      "text": "5",</a:t>
            </a:r>
          </a:p>
          <a:p>
            <a:r>
              <a:t>      "refs": [</a:t>
            </a:r>
          </a:p>
          <a:p>
            <a:r>
              <a:t>        {</a:t>
            </a:r>
          </a:p>
          <a:p>
            <a:r>
              <a:t>          "source_id": "s056",</a:t>
            </a:r>
          </a:p>
          <a:p>
            <a:r>
              <a:t>          "quote": "5"</a:t>
            </a:r>
          </a:p>
          <a:p>
            <a:r>
              <a:t>        }</a:t>
            </a:r>
          </a:p>
          <a:p>
            <a:r>
              <a:t>      ],</a:t>
            </a:r>
          </a:p>
          <a:p>
            <a:r>
              <a:t>      "mode": "verbatim"</a:t>
            </a:r>
          </a:p>
          <a:p>
            <a:r>
              <a:t>    },</a:t>
            </a:r>
          </a:p>
          <a:p>
            <a:r>
              <a:t>    {</a:t>
            </a:r>
          </a:p>
          <a:p>
            <a:r>
              <a:t>      "text": "見出し 6",</a:t>
            </a:r>
          </a:p>
          <a:p>
            <a:r>
              <a:t>      "refs": [</a:t>
            </a:r>
          </a:p>
          <a:p>
            <a:r>
              <a:t>        {</a:t>
            </a:r>
          </a:p>
          <a:p>
            <a:r>
              <a:t>          "source_id": "s056",</a:t>
            </a:r>
          </a:p>
          <a:p>
            <a:r>
              <a:t>          "quote": "見出し 6"</a:t>
            </a:r>
          </a:p>
          <a:p>
            <a:r>
              <a:t>        }</a:t>
            </a:r>
          </a:p>
          <a:p>
            <a:r>
              <a:t>      ],</a:t>
            </a:r>
          </a:p>
          <a:p>
            <a:r>
              <a:t>      "mode": "verbatim"</a:t>
            </a:r>
          </a:p>
          <a:p>
            <a:r>
              <a:t>    },</a:t>
            </a:r>
          </a:p>
          <a:p>
            <a:r>
              <a:t>    {</a:t>
            </a:r>
          </a:p>
          <a:p>
            <a:r>
              <a:t>      "text": "記載例5",</a:t>
            </a:r>
          </a:p>
          <a:p>
            <a:r>
              <a:t>      "refs": [</a:t>
            </a:r>
          </a:p>
          <a:p>
            <a:r>
              <a:t>        {</a:t>
            </a:r>
          </a:p>
          <a:p>
            <a:r>
              <a:t>          "source_id": "s056",</a:t>
            </a:r>
          </a:p>
          <a:p>
            <a:r>
              <a:t>          "quote": "記載例5"</a:t>
            </a:r>
          </a:p>
          <a:p>
            <a:r>
              <a:t>        }</a:t>
            </a:r>
          </a:p>
          <a:p>
            <a:r>
              <a:t>      ],</a:t>
            </a:r>
          </a:p>
          <a:p>
            <a:r>
              <a:t>      "mode": "verbatim"</a:t>
            </a:r>
          </a:p>
          <a:p>
            <a:r>
              <a:t>    }</a:t>
            </a:r>
          </a:p>
          <a:p>
            <a:r>
              <a:t>  ],</a:t>
            </a:r>
          </a:p>
          <a:p>
            <a:r>
              <a:t>  "citations": {</a:t>
            </a:r>
          </a:p>
          <a:p>
            <a:r>
              <a:t>    "s056": "Public MIT sample: templates/freeform_parts_more_16x9.html section 29"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"74af576588cc023a67d2c888055455055a5acb7161e895b49a69fc7a48ee05d7"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"slide057",</a:t>
            </a:r>
          </a:p>
          <a:p>
            <a:r>
              <a:t>  "origin": "catalog",</a:t>
            </a:r>
          </a:p>
          <a:p>
            <a:r>
              <a:t>  "layout_id": "chevron_rail",</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"矢羽の段階（全体像の見出し）",</a:t>
            </a:r>
          </a:p>
          <a:p>
            <a:r>
              <a:t>      "refs": [</a:t>
            </a:r>
          </a:p>
          <a:p>
            <a:r>
              <a:t>        {</a:t>
            </a:r>
          </a:p>
          <a:p>
            <a:r>
              <a:t>          "source_id": "s057",</a:t>
            </a:r>
          </a:p>
          <a:p>
            <a:r>
              <a:t>          "quote": "矢羽の段階（全体像の見出し）"</a:t>
            </a:r>
          </a:p>
          <a:p>
            <a:r>
              <a:t>        }</a:t>
            </a:r>
          </a:p>
          <a:p>
            <a:r>
              <a:t>      ],</a:t>
            </a:r>
          </a:p>
          <a:p>
            <a:r>
              <a:t>      "mode": "verbatim"</a:t>
            </a:r>
          </a:p>
          <a:p>
            <a:r>
              <a:t>    },</a:t>
            </a:r>
          </a:p>
          <a:p>
            <a:r>
              <a:t>    {</a:t>
            </a:r>
          </a:p>
          <a:p>
            <a:r>
              <a:t>      "text": "出典：公開見本",</a:t>
            </a:r>
          </a:p>
          <a:p>
            <a:r>
              <a:t>      "refs": [</a:t>
            </a:r>
          </a:p>
          <a:p>
            <a:r>
              <a:t>        {</a:t>
            </a:r>
          </a:p>
          <a:p>
            <a:r>
              <a:t>          "source_id": "s057",</a:t>
            </a:r>
          </a:p>
          <a:p>
            <a:r>
              <a:t>          "quote": "出典：公開見本"</a:t>
            </a:r>
          </a:p>
          <a:p>
            <a:r>
              <a:t>        }</a:t>
            </a:r>
          </a:p>
          <a:p>
            <a:r>
              <a:t>      ],</a:t>
            </a:r>
          </a:p>
          <a:p>
            <a:r>
              <a:t>      "mode": "verbatim"</a:t>
            </a:r>
          </a:p>
          <a:p>
            <a:r>
              <a:t>    },</a:t>
            </a:r>
          </a:p>
          <a:p>
            <a:r>
              <a:t>    {</a:t>
            </a:r>
          </a:p>
          <a:p>
            <a:r>
              <a:t>      "text": "1",</a:t>
            </a:r>
          </a:p>
          <a:p>
            <a:r>
              <a:t>      "refs": [</a:t>
            </a:r>
          </a:p>
          <a:p>
            <a:r>
              <a:t>        {</a:t>
            </a:r>
          </a:p>
          <a:p>
            <a:r>
              <a:t>          "source_id": "s057",</a:t>
            </a:r>
          </a:p>
          <a:p>
            <a:r>
              <a:t>          "quote": "1"</a:t>
            </a:r>
          </a:p>
          <a:p>
            <a:r>
              <a:t>        }</a:t>
            </a:r>
          </a:p>
          <a:p>
            <a:r>
              <a:t>      ],</a:t>
            </a:r>
          </a:p>
          <a:p>
            <a:r>
              <a:t>      "mode": "verbatim"</a:t>
            </a:r>
          </a:p>
          <a:p>
            <a:r>
              <a:t>    },</a:t>
            </a:r>
          </a:p>
          <a:p>
            <a:r>
              <a:t>    {</a:t>
            </a:r>
          </a:p>
          <a:p>
            <a:r>
              <a:t>      "text": "見出し 2",</a:t>
            </a:r>
          </a:p>
          <a:p>
            <a:r>
              <a:t>      "refs": [</a:t>
            </a:r>
          </a:p>
          <a:p>
            <a:r>
              <a:t>        {</a:t>
            </a:r>
          </a:p>
          <a:p>
            <a:r>
              <a:t>          "source_id": "s057",</a:t>
            </a:r>
          </a:p>
          <a:p>
            <a:r>
              <a:t>          "quote": "見出し 2"</a:t>
            </a:r>
          </a:p>
          <a:p>
            <a:r>
              <a:t>        }</a:t>
            </a:r>
          </a:p>
          <a:p>
            <a:r>
              <a:t>      ],</a:t>
            </a:r>
          </a:p>
          <a:p>
            <a:r>
              <a:t>      "mode": "verbatim"</a:t>
            </a:r>
          </a:p>
          <a:p>
            <a:r>
              <a:t>    },</a:t>
            </a:r>
          </a:p>
          <a:p>
            <a:r>
              <a:t>    {</a:t>
            </a:r>
          </a:p>
          <a:p>
            <a:r>
              <a:t>      "text": "記載例1",</a:t>
            </a:r>
          </a:p>
          <a:p>
            <a:r>
              <a:t>      "refs": [</a:t>
            </a:r>
          </a:p>
          <a:p>
            <a:r>
              <a:t>        {</a:t>
            </a:r>
          </a:p>
          <a:p>
            <a:r>
              <a:t>          "source_id": "s057",</a:t>
            </a:r>
          </a:p>
          <a:p>
            <a:r>
              <a:t>          "quote": "記載例1"</a:t>
            </a:r>
          </a:p>
          <a:p>
            <a:r>
              <a:t>        }</a:t>
            </a:r>
          </a:p>
          <a:p>
            <a:r>
              <a:t>      ],</a:t>
            </a:r>
          </a:p>
          <a:p>
            <a:r>
              <a:t>      "mode": "verbatim"</a:t>
            </a:r>
          </a:p>
          <a:p>
            <a:r>
              <a:t>    },</a:t>
            </a:r>
          </a:p>
          <a:p>
            <a:r>
              <a:t>    {</a:t>
            </a:r>
          </a:p>
          <a:p>
            <a:r>
              <a:t>      "text": "2",</a:t>
            </a:r>
          </a:p>
          <a:p>
            <a:r>
              <a:t>      "refs": [</a:t>
            </a:r>
          </a:p>
          <a:p>
            <a:r>
              <a:t>        {</a:t>
            </a:r>
          </a:p>
          <a:p>
            <a:r>
              <a:t>          "source_id": "s057",</a:t>
            </a:r>
          </a:p>
          <a:p>
            <a:r>
              <a:t>          "quote": "2"</a:t>
            </a:r>
          </a:p>
          <a:p>
            <a:r>
              <a:t>        }</a:t>
            </a:r>
          </a:p>
          <a:p>
            <a:r>
              <a:t>      ],</a:t>
            </a:r>
          </a:p>
          <a:p>
            <a:r>
              <a:t>      "mode": "verbatim"</a:t>
            </a:r>
          </a:p>
          <a:p>
            <a:r>
              <a:t>    },</a:t>
            </a:r>
          </a:p>
          <a:p>
            <a:r>
              <a:t>    {</a:t>
            </a:r>
          </a:p>
          <a:p>
            <a:r>
              <a:t>      "text": "見出し 3",</a:t>
            </a:r>
          </a:p>
          <a:p>
            <a:r>
              <a:t>      "refs": [</a:t>
            </a:r>
          </a:p>
          <a:p>
            <a:r>
              <a:t>        {</a:t>
            </a:r>
          </a:p>
          <a:p>
            <a:r>
              <a:t>          "source_id": "s057",</a:t>
            </a:r>
          </a:p>
          <a:p>
            <a:r>
              <a:t>          "quote": "見出し 3"</a:t>
            </a:r>
          </a:p>
          <a:p>
            <a:r>
              <a:t>        }</a:t>
            </a:r>
          </a:p>
          <a:p>
            <a:r>
              <a:t>      ],</a:t>
            </a:r>
          </a:p>
          <a:p>
            <a:r>
              <a:t>      "mode": "verbatim"</a:t>
            </a:r>
          </a:p>
          <a:p>
            <a:r>
              <a:t>    },</a:t>
            </a:r>
          </a:p>
          <a:p>
            <a:r>
              <a:t>    {</a:t>
            </a:r>
          </a:p>
          <a:p>
            <a:r>
              <a:t>      "text": "記載例2",</a:t>
            </a:r>
          </a:p>
          <a:p>
            <a:r>
              <a:t>      "refs": [</a:t>
            </a:r>
          </a:p>
          <a:p>
            <a:r>
              <a:t>        {</a:t>
            </a:r>
          </a:p>
          <a:p>
            <a:r>
              <a:t>          "source_id": "s057",</a:t>
            </a:r>
          </a:p>
          <a:p>
            <a:r>
              <a:t>          "quote": "記載例2"</a:t>
            </a:r>
          </a:p>
          <a:p>
            <a:r>
              <a:t>        }</a:t>
            </a:r>
          </a:p>
          <a:p>
            <a:r>
              <a:t>      ],</a:t>
            </a:r>
          </a:p>
          <a:p>
            <a:r>
              <a:t>      "mode": "verbatim"</a:t>
            </a:r>
          </a:p>
          <a:p>
            <a:r>
              <a:t>    },</a:t>
            </a:r>
          </a:p>
          <a:p>
            <a:r>
              <a:t>    {</a:t>
            </a:r>
          </a:p>
          <a:p>
            <a:r>
              <a:t>      "text": "3",</a:t>
            </a:r>
          </a:p>
          <a:p>
            <a:r>
              <a:t>      "refs": [</a:t>
            </a:r>
          </a:p>
          <a:p>
            <a:r>
              <a:t>        {</a:t>
            </a:r>
          </a:p>
          <a:p>
            <a:r>
              <a:t>          "source_id": "s057",</a:t>
            </a:r>
          </a:p>
          <a:p>
            <a:r>
              <a:t>          "quote": "3"</a:t>
            </a:r>
          </a:p>
          <a:p>
            <a:r>
              <a:t>        }</a:t>
            </a:r>
          </a:p>
          <a:p>
            <a:r>
              <a:t>      ],</a:t>
            </a:r>
          </a:p>
          <a:p>
            <a:r>
              <a:t>      "mode": "verbatim"</a:t>
            </a:r>
          </a:p>
          <a:p>
            <a:r>
              <a:t>    },</a:t>
            </a:r>
          </a:p>
          <a:p>
            <a:r>
              <a:t>    {</a:t>
            </a:r>
          </a:p>
          <a:p>
            <a:r>
              <a:t>      "text": "見出し 4",</a:t>
            </a:r>
          </a:p>
          <a:p>
            <a:r>
              <a:t>      "refs": [</a:t>
            </a:r>
          </a:p>
          <a:p>
            <a:r>
              <a:t>        {</a:t>
            </a:r>
          </a:p>
          <a:p>
            <a:r>
              <a:t>          "source_id": "s057",</a:t>
            </a:r>
          </a:p>
          <a:p>
            <a:r>
              <a:t>          "quote": "見出し 4"</a:t>
            </a:r>
          </a:p>
          <a:p>
            <a:r>
              <a:t>        }</a:t>
            </a:r>
          </a:p>
          <a:p>
            <a:r>
              <a:t>      ],</a:t>
            </a:r>
          </a:p>
          <a:p>
            <a:r>
              <a:t>      "mode": "verbatim"</a:t>
            </a:r>
          </a:p>
          <a:p>
            <a:r>
              <a:t>    },</a:t>
            </a:r>
          </a:p>
          <a:p>
            <a:r>
              <a:t>    {</a:t>
            </a:r>
          </a:p>
          <a:p>
            <a:r>
              <a:t>      "text": "記載例3",</a:t>
            </a:r>
          </a:p>
          <a:p>
            <a:r>
              <a:t>      "refs": [</a:t>
            </a:r>
          </a:p>
          <a:p>
            <a:r>
              <a:t>        {</a:t>
            </a:r>
          </a:p>
          <a:p>
            <a:r>
              <a:t>          "source_id": "s057",</a:t>
            </a:r>
          </a:p>
          <a:p>
            <a:r>
              <a:t>          "quote": "記載例3"</a:t>
            </a:r>
          </a:p>
          <a:p>
            <a:r>
              <a:t>        }</a:t>
            </a:r>
          </a:p>
          <a:p>
            <a:r>
              <a:t>      ],</a:t>
            </a:r>
          </a:p>
          <a:p>
            <a:r>
              <a:t>      "mode": "verbatim"</a:t>
            </a:r>
          </a:p>
          <a:p>
            <a:r>
              <a:t>    },</a:t>
            </a:r>
          </a:p>
          <a:p>
            <a:r>
              <a:t>    {</a:t>
            </a:r>
          </a:p>
          <a:p>
            <a:r>
              <a:t>      "text": "4",</a:t>
            </a:r>
          </a:p>
          <a:p>
            <a:r>
              <a:t>      "refs": [</a:t>
            </a:r>
          </a:p>
          <a:p>
            <a:r>
              <a:t>        {</a:t>
            </a:r>
          </a:p>
          <a:p>
            <a:r>
              <a:t>          "source_id": "s057",</a:t>
            </a:r>
          </a:p>
          <a:p>
            <a:r>
              <a:t>          "quote": "4"</a:t>
            </a:r>
          </a:p>
          <a:p>
            <a:r>
              <a:t>        }</a:t>
            </a:r>
          </a:p>
          <a:p>
            <a:r>
              <a:t>      ],</a:t>
            </a:r>
          </a:p>
          <a:p>
            <a:r>
              <a:t>      "mode": "verbatim"</a:t>
            </a:r>
          </a:p>
          <a:p>
            <a:r>
              <a:t>    },</a:t>
            </a:r>
          </a:p>
          <a:p>
            <a:r>
              <a:t>    {</a:t>
            </a:r>
          </a:p>
          <a:p>
            <a:r>
              <a:t>      "text": "見出し 5",</a:t>
            </a:r>
          </a:p>
          <a:p>
            <a:r>
              <a:t>      "refs": [</a:t>
            </a:r>
          </a:p>
          <a:p>
            <a:r>
              <a:t>        {</a:t>
            </a:r>
          </a:p>
          <a:p>
            <a:r>
              <a:t>          "source_id": "s057",</a:t>
            </a:r>
          </a:p>
          <a:p>
            <a:r>
              <a:t>          "quote": "見出し 5"</a:t>
            </a:r>
          </a:p>
          <a:p>
            <a:r>
              <a:t>        }</a:t>
            </a:r>
          </a:p>
          <a:p>
            <a:r>
              <a:t>      ],</a:t>
            </a:r>
          </a:p>
          <a:p>
            <a:r>
              <a:t>      "mode": "verbatim"</a:t>
            </a:r>
          </a:p>
          <a:p>
            <a:r>
              <a:t>    },</a:t>
            </a:r>
          </a:p>
          <a:p>
            <a:r>
              <a:t>    {</a:t>
            </a:r>
          </a:p>
          <a:p>
            <a:r>
              <a:t>      "text": "記載例4",</a:t>
            </a:r>
          </a:p>
          <a:p>
            <a:r>
              <a:t>      "refs": [</a:t>
            </a:r>
          </a:p>
          <a:p>
            <a:r>
              <a:t>        {</a:t>
            </a:r>
          </a:p>
          <a:p>
            <a:r>
              <a:t>          "source_id": "s057",</a:t>
            </a:r>
          </a:p>
          <a:p>
            <a:r>
              <a:t>          "quote": "記載例4"</a:t>
            </a:r>
          </a:p>
          <a:p>
            <a:r>
              <a:t>        }</a:t>
            </a:r>
          </a:p>
          <a:p>
            <a:r>
              <a:t>      ],</a:t>
            </a:r>
          </a:p>
          <a:p>
            <a:r>
              <a:t>      "mode": "verbatim"</a:t>
            </a:r>
          </a:p>
          <a:p>
            <a:r>
              <a:t>    },</a:t>
            </a:r>
          </a:p>
          <a:p>
            <a:r>
              <a:t>    {</a:t>
            </a:r>
          </a:p>
          <a:p>
            <a:r>
              <a:t>      "text": "5",</a:t>
            </a:r>
          </a:p>
          <a:p>
            <a:r>
              <a:t>      "refs": [</a:t>
            </a:r>
          </a:p>
          <a:p>
            <a:r>
              <a:t>        {</a:t>
            </a:r>
          </a:p>
          <a:p>
            <a:r>
              <a:t>          "source_id": "s057",</a:t>
            </a:r>
          </a:p>
          <a:p>
            <a:r>
              <a:t>          "quote": "5"</a:t>
            </a:r>
          </a:p>
          <a:p>
            <a:r>
              <a:t>        }</a:t>
            </a:r>
          </a:p>
          <a:p>
            <a:r>
              <a:t>      ],</a:t>
            </a:r>
          </a:p>
          <a:p>
            <a:r>
              <a:t>      "mode": "verbatim"</a:t>
            </a:r>
          </a:p>
          <a:p>
            <a:r>
              <a:t>    },</a:t>
            </a:r>
          </a:p>
          <a:p>
            <a:r>
              <a:t>    {</a:t>
            </a:r>
          </a:p>
          <a:p>
            <a:r>
              <a:t>      "text": "見出し 6",</a:t>
            </a:r>
          </a:p>
          <a:p>
            <a:r>
              <a:t>      "refs": [</a:t>
            </a:r>
          </a:p>
          <a:p>
            <a:r>
              <a:t>        {</a:t>
            </a:r>
          </a:p>
          <a:p>
            <a:r>
              <a:t>          "source_id": "s057",</a:t>
            </a:r>
          </a:p>
          <a:p>
            <a:r>
              <a:t>          "quote": "見出し 6"</a:t>
            </a:r>
          </a:p>
          <a:p>
            <a:r>
              <a:t>        }</a:t>
            </a:r>
          </a:p>
          <a:p>
            <a:r>
              <a:t>      ],</a:t>
            </a:r>
          </a:p>
          <a:p>
            <a:r>
              <a:t>      "mode": "verbatim"</a:t>
            </a:r>
          </a:p>
          <a:p>
            <a:r>
              <a:t>    },</a:t>
            </a:r>
          </a:p>
          <a:p>
            <a:r>
              <a:t>    {</a:t>
            </a:r>
          </a:p>
          <a:p>
            <a:r>
              <a:t>      "text": "記載例5",</a:t>
            </a:r>
          </a:p>
          <a:p>
            <a:r>
              <a:t>      "refs": [</a:t>
            </a:r>
          </a:p>
          <a:p>
            <a:r>
              <a:t>        {</a:t>
            </a:r>
          </a:p>
          <a:p>
            <a:r>
              <a:t>          "source_id": "s057",</a:t>
            </a:r>
          </a:p>
          <a:p>
            <a:r>
              <a:t>          "quote": "記載例5"</a:t>
            </a:r>
          </a:p>
          <a:p>
            <a:r>
              <a:t>        }</a:t>
            </a:r>
          </a:p>
          <a:p>
            <a:r>
              <a:t>      ],</a:t>
            </a:r>
          </a:p>
          <a:p>
            <a:r>
              <a:t>      "mode": "verbatim"</a:t>
            </a:r>
          </a:p>
          <a:p>
            <a:r>
              <a:t>    }</a:t>
            </a:r>
          </a:p>
          <a:p>
            <a:r>
              <a:t>  ],</a:t>
            </a:r>
          </a:p>
          <a:p>
            <a:r>
              <a:t>  "citations": {</a:t>
            </a:r>
          </a:p>
          <a:p>
            <a:r>
              <a:t>    "s057": "Public MIT sample: templates/freeform_parts_more_16x9.html section 30"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"e42da66d99a5d18d3862b9ca6cf7222b64a24566ba67a427558243a5ede1315d"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"slide058",</a:t>
            </a:r>
          </a:p>
          <a:p>
            <a:r>
              <a:t>  "origin": "catalog",</a:t>
            </a:r>
          </a:p>
          <a:p>
            <a:r>
              <a:t>  "layout_id": "chevron_value_chain",</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"バリューチェーン",</a:t>
            </a:r>
          </a:p>
          <a:p>
            <a:r>
              <a:t>      "refs": [</a:t>
            </a:r>
          </a:p>
          <a:p>
            <a:r>
              <a:t>        {</a:t>
            </a:r>
          </a:p>
          <a:p>
            <a:r>
              <a:t>          "source_id": "s058",</a:t>
            </a:r>
          </a:p>
          <a:p>
            <a:r>
              <a:t>          "quote": "バリューチェーン"</a:t>
            </a:r>
          </a:p>
          <a:p>
            <a:r>
              <a:t>        }</a:t>
            </a:r>
          </a:p>
          <a:p>
            <a:r>
              <a:t>      ],</a:t>
            </a:r>
          </a:p>
          <a:p>
            <a:r>
              <a:t>      "mode": "verbatim"</a:t>
            </a:r>
          </a:p>
          <a:p>
            <a:r>
              <a:t>    },</a:t>
            </a:r>
          </a:p>
          <a:p>
            <a:r>
              <a:t>    {</a:t>
            </a:r>
          </a:p>
          <a:p>
            <a:r>
              <a:t>      "text": "出典：公開見本",</a:t>
            </a:r>
          </a:p>
          <a:p>
            <a:r>
              <a:t>      "refs": [</a:t>
            </a:r>
          </a:p>
          <a:p>
            <a:r>
              <a:t>        {</a:t>
            </a:r>
          </a:p>
          <a:p>
            <a:r>
              <a:t>          "source_id": "s058",</a:t>
            </a:r>
          </a:p>
          <a:p>
            <a:r>
              <a:t>          "quote": "出典：公開見本"</a:t>
            </a:r>
          </a:p>
          <a:p>
            <a:r>
              <a:t>        }</a:t>
            </a:r>
          </a:p>
          <a:p>
            <a:r>
              <a:t>      ],</a:t>
            </a:r>
          </a:p>
          <a:p>
            <a:r>
              <a:t>      "mode": "verbatim"</a:t>
            </a:r>
          </a:p>
          <a:p>
            <a:r>
              <a:t>    },</a:t>
            </a:r>
          </a:p>
          <a:p>
            <a:r>
              <a:t>    {</a:t>
            </a:r>
          </a:p>
          <a:p>
            <a:r>
              <a:t>      "text": "項目1",</a:t>
            </a:r>
          </a:p>
          <a:p>
            <a:r>
              <a:t>      "refs": [</a:t>
            </a:r>
          </a:p>
          <a:p>
            <a:r>
              <a:t>        {</a:t>
            </a:r>
          </a:p>
          <a:p>
            <a:r>
              <a:t>          "source_id": "s058",</a:t>
            </a:r>
          </a:p>
          <a:p>
            <a:r>
              <a:t>          "quote": "項目1"</a:t>
            </a:r>
          </a:p>
          <a:p>
            <a:r>
              <a:t>        }</a:t>
            </a:r>
          </a:p>
          <a:p>
            <a:r>
              <a:t>      ],</a:t>
            </a:r>
          </a:p>
          <a:p>
            <a:r>
              <a:t>      "mode": "verbatim"</a:t>
            </a:r>
          </a:p>
          <a:p>
            <a:r>
              <a:t>    },</a:t>
            </a:r>
          </a:p>
          <a:p>
            <a:r>
              <a:t>    {</a:t>
            </a:r>
          </a:p>
          <a:p>
            <a:r>
              <a:t>      "text": "項目2",</a:t>
            </a:r>
          </a:p>
          <a:p>
            <a:r>
              <a:t>      "refs": [</a:t>
            </a:r>
          </a:p>
          <a:p>
            <a:r>
              <a:t>        {</a:t>
            </a:r>
          </a:p>
          <a:p>
            <a:r>
              <a:t>          "source_id": "s058",</a:t>
            </a:r>
          </a:p>
          <a:p>
            <a:r>
              <a:t>          "quote": "項目2"</a:t>
            </a:r>
          </a:p>
          <a:p>
            <a:r>
              <a:t>        }</a:t>
            </a:r>
          </a:p>
          <a:p>
            <a:r>
              <a:t>      ],</a:t>
            </a:r>
          </a:p>
          <a:p>
            <a:r>
              <a:t>      "mode": "verbatim"</a:t>
            </a:r>
          </a:p>
          <a:p>
            <a:r>
              <a:t>    },</a:t>
            </a:r>
          </a:p>
          <a:p>
            <a:r>
              <a:t>    {</a:t>
            </a:r>
          </a:p>
          <a:p>
            <a:r>
              <a:t>      "text": "項目3",</a:t>
            </a:r>
          </a:p>
          <a:p>
            <a:r>
              <a:t>      "refs": [</a:t>
            </a:r>
          </a:p>
          <a:p>
            <a:r>
              <a:t>        {</a:t>
            </a:r>
          </a:p>
          <a:p>
            <a:r>
              <a:t>          "source_id": "s058",</a:t>
            </a:r>
          </a:p>
          <a:p>
            <a:r>
              <a:t>          "quote": "項目3"</a:t>
            </a:r>
          </a:p>
          <a:p>
            <a:r>
              <a:t>        }</a:t>
            </a:r>
          </a:p>
          <a:p>
            <a:r>
              <a:t>      ],</a:t>
            </a:r>
          </a:p>
          <a:p>
            <a:r>
              <a:t>      "mode": "verbatim"</a:t>
            </a:r>
          </a:p>
          <a:p>
            <a:r>
              <a:t>    },</a:t>
            </a:r>
          </a:p>
          <a:p>
            <a:r>
              <a:t>    {</a:t>
            </a:r>
          </a:p>
          <a:p>
            <a:r>
              <a:t>      "text": "項目4",</a:t>
            </a:r>
          </a:p>
          <a:p>
            <a:r>
              <a:t>      "refs": [</a:t>
            </a:r>
          </a:p>
          <a:p>
            <a:r>
              <a:t>        {</a:t>
            </a:r>
          </a:p>
          <a:p>
            <a:r>
              <a:t>          "source_id": "s058",</a:t>
            </a:r>
          </a:p>
          <a:p>
            <a:r>
              <a:t>          "quote": "項目4"</a:t>
            </a:r>
          </a:p>
          <a:p>
            <a:r>
              <a:t>        }</a:t>
            </a:r>
          </a:p>
          <a:p>
            <a:r>
              <a:t>      ],</a:t>
            </a:r>
          </a:p>
          <a:p>
            <a:r>
              <a:t>      "mode": "verbatim"</a:t>
            </a:r>
          </a:p>
          <a:p>
            <a:r>
              <a:t>    },</a:t>
            </a:r>
          </a:p>
          <a:p>
            <a:r>
              <a:t>    {</a:t>
            </a:r>
          </a:p>
          <a:p>
            <a:r>
              <a:t>      "text": "項目5",</a:t>
            </a:r>
          </a:p>
          <a:p>
            <a:r>
              <a:t>      "refs": [</a:t>
            </a:r>
          </a:p>
          <a:p>
            <a:r>
              <a:t>        {</a:t>
            </a:r>
          </a:p>
          <a:p>
            <a:r>
              <a:t>          "source_id": "s058",</a:t>
            </a:r>
          </a:p>
          <a:p>
            <a:r>
              <a:t>          "quote": "項目5"</a:t>
            </a:r>
          </a:p>
          <a:p>
            <a:r>
              <a:t>        }</a:t>
            </a:r>
          </a:p>
          <a:p>
            <a:r>
              <a:t>      ],</a:t>
            </a:r>
          </a:p>
          <a:p>
            <a:r>
              <a:t>      "mode": "verbatim"</a:t>
            </a:r>
          </a:p>
          <a:p>
            <a:r>
              <a:t>    },</a:t>
            </a:r>
          </a:p>
          <a:p>
            <a:r>
              <a:t>    {</a:t>
            </a:r>
          </a:p>
          <a:p>
            <a:r>
              <a:t>      "text": "項目6",</a:t>
            </a:r>
          </a:p>
          <a:p>
            <a:r>
              <a:t>      "refs": [</a:t>
            </a:r>
          </a:p>
          <a:p>
            <a:r>
              <a:t>        {</a:t>
            </a:r>
          </a:p>
          <a:p>
            <a:r>
              <a:t>          "source_id": "s058",</a:t>
            </a:r>
          </a:p>
          <a:p>
            <a:r>
              <a:t>          "quote": "項目6"</a:t>
            </a:r>
          </a:p>
          <a:p>
            <a:r>
              <a:t>        }</a:t>
            </a:r>
          </a:p>
          <a:p>
            <a:r>
              <a:t>      ],</a:t>
            </a:r>
          </a:p>
          <a:p>
            <a:r>
              <a:t>      "mode": "verbatim"</a:t>
            </a:r>
          </a:p>
          <a:p>
            <a:r>
              <a:t>    },</a:t>
            </a:r>
          </a:p>
          <a:p>
            <a:r>
              <a:t>    {</a:t>
            </a:r>
          </a:p>
          <a:p>
            <a:r>
              <a:t>      "text": "項目7",</a:t>
            </a:r>
          </a:p>
          <a:p>
            <a:r>
              <a:t>      "refs": [</a:t>
            </a:r>
          </a:p>
          <a:p>
            <a:r>
              <a:t>        {</a:t>
            </a:r>
          </a:p>
          <a:p>
            <a:r>
              <a:t>          "source_id": "s058",</a:t>
            </a:r>
          </a:p>
          <a:p>
            <a:r>
              <a:t>          "quote": "項目7"</a:t>
            </a:r>
          </a:p>
          <a:p>
            <a:r>
              <a:t>        }</a:t>
            </a:r>
          </a:p>
          <a:p>
            <a:r>
              <a:t>      ],</a:t>
            </a:r>
          </a:p>
          <a:p>
            <a:r>
              <a:t>      "mode": "verbatim"</a:t>
            </a:r>
          </a:p>
          <a:p>
            <a:r>
              <a:t>    },</a:t>
            </a:r>
          </a:p>
          <a:p>
            <a:r>
              <a:t>    {</a:t>
            </a:r>
          </a:p>
          <a:p>
            <a:r>
              <a:t>      "text": "項目8",</a:t>
            </a:r>
          </a:p>
          <a:p>
            <a:r>
              <a:t>      "refs": [</a:t>
            </a:r>
          </a:p>
          <a:p>
            <a:r>
              <a:t>        {</a:t>
            </a:r>
          </a:p>
          <a:p>
            <a:r>
              <a:t>          "source_id": "s058",</a:t>
            </a:r>
          </a:p>
          <a:p>
            <a:r>
              <a:t>          "quote": "項目8"</a:t>
            </a:r>
          </a:p>
          <a:p>
            <a:r>
              <a:t>        }</a:t>
            </a:r>
          </a:p>
          <a:p>
            <a:r>
              <a:t>      ],</a:t>
            </a:r>
          </a:p>
          <a:p>
            <a:r>
              <a:t>      "mode": "verbatim"</a:t>
            </a:r>
          </a:p>
          <a:p>
            <a:r>
              <a:t>    },</a:t>
            </a:r>
          </a:p>
          <a:p>
            <a:r>
              <a:t>    {</a:t>
            </a:r>
          </a:p>
          <a:p>
            <a:r>
              <a:t>      "text": "記載例1",</a:t>
            </a:r>
          </a:p>
          <a:p>
            <a:r>
              <a:t>      "refs": [</a:t>
            </a:r>
          </a:p>
          <a:p>
            <a:r>
              <a:t>        {</a:t>
            </a:r>
          </a:p>
          <a:p>
            <a:r>
              <a:t>          "source_id": "s058",</a:t>
            </a:r>
          </a:p>
          <a:p>
            <a:r>
              <a:t>          "quote": "記載例1"</a:t>
            </a:r>
          </a:p>
          <a:p>
            <a:r>
              <a:t>        }</a:t>
            </a:r>
          </a:p>
          <a:p>
            <a:r>
              <a:t>      ],</a:t>
            </a:r>
          </a:p>
          <a:p>
            <a:r>
              <a:t>      "mode": "verbatim"</a:t>
            </a:r>
          </a:p>
          <a:p>
            <a:r>
              <a:t>    },</a:t>
            </a:r>
          </a:p>
          <a:p>
            <a:r>
              <a:t>    {</a:t>
            </a:r>
          </a:p>
          <a:p>
            <a:r>
              <a:t>      "text": "記載例2",</a:t>
            </a:r>
          </a:p>
          <a:p>
            <a:r>
              <a:t>      "refs": [</a:t>
            </a:r>
          </a:p>
          <a:p>
            <a:r>
              <a:t>        {</a:t>
            </a:r>
          </a:p>
          <a:p>
            <a:r>
              <a:t>          "source_id": "s058",</a:t>
            </a:r>
          </a:p>
          <a:p>
            <a:r>
              <a:t>          "quote": "記載例2"</a:t>
            </a:r>
          </a:p>
          <a:p>
            <a:r>
              <a:t>        }</a:t>
            </a:r>
          </a:p>
          <a:p>
            <a:r>
              <a:t>      ],</a:t>
            </a:r>
          </a:p>
          <a:p>
            <a:r>
              <a:t>      "mode": "verbatim"</a:t>
            </a:r>
          </a:p>
          <a:p>
            <a:r>
              <a:t>    },</a:t>
            </a:r>
          </a:p>
          <a:p>
            <a:r>
              <a:t>    {</a:t>
            </a:r>
          </a:p>
          <a:p>
            <a:r>
              <a:t>      "text": "記載例3",</a:t>
            </a:r>
          </a:p>
          <a:p>
            <a:r>
              <a:t>      "refs": [</a:t>
            </a:r>
          </a:p>
          <a:p>
            <a:r>
              <a:t>        {</a:t>
            </a:r>
          </a:p>
          <a:p>
            <a:r>
              <a:t>          "source_id": "s058",</a:t>
            </a:r>
          </a:p>
          <a:p>
            <a:r>
              <a:t>          "quote": "記載例3"</a:t>
            </a:r>
          </a:p>
          <a:p>
            <a:r>
              <a:t>        }</a:t>
            </a:r>
          </a:p>
          <a:p>
            <a:r>
              <a:t>      ],</a:t>
            </a:r>
          </a:p>
          <a:p>
            <a:r>
              <a:t>      "mode": "verbatim"</a:t>
            </a:r>
          </a:p>
          <a:p>
            <a:r>
              <a:t>    },</a:t>
            </a:r>
          </a:p>
          <a:p>
            <a:r>
              <a:t>    {</a:t>
            </a:r>
          </a:p>
          <a:p>
            <a:r>
              <a:t>      "text": "記載例4",</a:t>
            </a:r>
          </a:p>
          <a:p>
            <a:r>
              <a:t>      "refs": [</a:t>
            </a:r>
          </a:p>
          <a:p>
            <a:r>
              <a:t>        {</a:t>
            </a:r>
          </a:p>
          <a:p>
            <a:r>
              <a:t>          "source_id": "s058",</a:t>
            </a:r>
          </a:p>
          <a:p>
            <a:r>
              <a:t>          "quote": "記載例4"</a:t>
            </a:r>
          </a:p>
          <a:p>
            <a:r>
              <a:t>        }</a:t>
            </a:r>
          </a:p>
          <a:p>
            <a:r>
              <a:t>      ],</a:t>
            </a:r>
          </a:p>
          <a:p>
            <a:r>
              <a:t>      "mode": "verbatim"</a:t>
            </a:r>
          </a:p>
          <a:p>
            <a:r>
              <a:t>    },</a:t>
            </a:r>
          </a:p>
          <a:p>
            <a:r>
              <a:t>    {</a:t>
            </a:r>
          </a:p>
          <a:p>
            <a:r>
              <a:t>      "text": "記載例5",</a:t>
            </a:r>
          </a:p>
          <a:p>
            <a:r>
              <a:t>      "refs": [</a:t>
            </a:r>
          </a:p>
          <a:p>
            <a:r>
              <a:t>        {</a:t>
            </a:r>
          </a:p>
          <a:p>
            <a:r>
              <a:t>          "source_id": "s058",</a:t>
            </a:r>
          </a:p>
          <a:p>
            <a:r>
              <a:t>          "quote": "記載例5"</a:t>
            </a:r>
          </a:p>
          <a:p>
            <a:r>
              <a:t>        }</a:t>
            </a:r>
          </a:p>
          <a:p>
            <a:r>
              <a:t>      ],</a:t>
            </a:r>
          </a:p>
          <a:p>
            <a:r>
              <a:t>      "mode": "verbatim"</a:t>
            </a:r>
          </a:p>
          <a:p>
            <a:r>
              <a:t>    },</a:t>
            </a:r>
          </a:p>
          <a:p>
            <a:r>
              <a:t>    {</a:t>
            </a:r>
          </a:p>
          <a:p>
            <a:r>
              <a:t>      "text": "記載例6",</a:t>
            </a:r>
          </a:p>
          <a:p>
            <a:r>
              <a:t>      "refs": [</a:t>
            </a:r>
          </a:p>
          <a:p>
            <a:r>
              <a:t>        {</a:t>
            </a:r>
          </a:p>
          <a:p>
            <a:r>
              <a:t>          "source_id": "s058",</a:t>
            </a:r>
          </a:p>
          <a:p>
            <a:r>
              <a:t>          "quote": "記載例6"</a:t>
            </a:r>
          </a:p>
          <a:p>
            <a:r>
              <a:t>        }</a:t>
            </a:r>
          </a:p>
          <a:p>
            <a:r>
              <a:t>      ],</a:t>
            </a:r>
          </a:p>
          <a:p>
            <a:r>
              <a:t>      "mode": "verbatim"</a:t>
            </a:r>
          </a:p>
          <a:p>
            <a:r>
              <a:t>    },</a:t>
            </a:r>
          </a:p>
          <a:p>
            <a:r>
              <a:t>    {</a:t>
            </a:r>
          </a:p>
          <a:p>
            <a:r>
              <a:t>      "text": "記載例7",</a:t>
            </a:r>
          </a:p>
          <a:p>
            <a:r>
              <a:t>      "refs": [</a:t>
            </a:r>
          </a:p>
          <a:p>
            <a:r>
              <a:t>        {</a:t>
            </a:r>
          </a:p>
          <a:p>
            <a:r>
              <a:t>          "source_id": "s058",</a:t>
            </a:r>
          </a:p>
          <a:p>
            <a:r>
              <a:t>          "quote": "記載例7"</a:t>
            </a:r>
          </a:p>
          <a:p>
            <a:r>
              <a:t>        }</a:t>
            </a:r>
          </a:p>
          <a:p>
            <a:r>
              <a:t>      ],</a:t>
            </a:r>
          </a:p>
          <a:p>
            <a:r>
              <a:t>      "mode": "verbatim"</a:t>
            </a:r>
          </a:p>
          <a:p>
            <a:r>
              <a:t>    },</a:t>
            </a:r>
          </a:p>
          <a:p>
            <a:r>
              <a:t>    {</a:t>
            </a:r>
          </a:p>
          <a:p>
            <a:r>
              <a:t>      "text": "項目9",</a:t>
            </a:r>
          </a:p>
          <a:p>
            <a:r>
              <a:t>      "refs": [</a:t>
            </a:r>
          </a:p>
          <a:p>
            <a:r>
              <a:t>        {</a:t>
            </a:r>
          </a:p>
          <a:p>
            <a:r>
              <a:t>          "source_id": "s058",</a:t>
            </a:r>
          </a:p>
          <a:p>
            <a:r>
              <a:t>          "quote": "項目9"</a:t>
            </a:r>
          </a:p>
          <a:p>
            <a:r>
              <a:t>        }</a:t>
            </a:r>
          </a:p>
          <a:p>
            <a:r>
              <a:t>      ],</a:t>
            </a:r>
          </a:p>
          <a:p>
            <a:r>
              <a:t>      "mode": "verbatim"</a:t>
            </a:r>
          </a:p>
          <a:p>
            <a:r>
              <a:t>    },</a:t>
            </a:r>
          </a:p>
          <a:p>
            <a:r>
              <a:t>    {</a:t>
            </a:r>
          </a:p>
          <a:p>
            <a:r>
              <a:t>      "text": "項目10",</a:t>
            </a:r>
          </a:p>
          <a:p>
            <a:r>
              <a:t>      "refs": [</a:t>
            </a:r>
          </a:p>
          <a:p>
            <a:r>
              <a:t>        {</a:t>
            </a:r>
          </a:p>
          <a:p>
            <a:r>
              <a:t>          "source_id": "s058",</a:t>
            </a:r>
          </a:p>
          <a:p>
            <a:r>
              <a:t>          "quote": "項目10"</a:t>
            </a:r>
          </a:p>
          <a:p>
            <a:r>
              <a:t>        }</a:t>
            </a:r>
          </a:p>
          <a:p>
            <a:r>
              <a:t>      ],</a:t>
            </a:r>
          </a:p>
          <a:p>
            <a:r>
              <a:t>      "mode": "verbatim"</a:t>
            </a:r>
          </a:p>
          <a:p>
            <a:r>
              <a:t>    },</a:t>
            </a:r>
          </a:p>
          <a:p>
            <a:r>
              <a:t>    {</a:t>
            </a:r>
          </a:p>
          <a:p>
            <a:r>
              <a:t>      "text": "項目11",</a:t>
            </a:r>
          </a:p>
          <a:p>
            <a:r>
              <a:t>      "refs": [</a:t>
            </a:r>
          </a:p>
          <a:p>
            <a:r>
              <a:t>        {</a:t>
            </a:r>
          </a:p>
          <a:p>
            <a:r>
              <a:t>          "source_id": "s058",</a:t>
            </a:r>
          </a:p>
          <a:p>
            <a:r>
              <a:t>          "quote": "項目11"</a:t>
            </a:r>
          </a:p>
          <a:p>
            <a:r>
              <a:t>        }</a:t>
            </a:r>
          </a:p>
          <a:p>
            <a:r>
              <a:t>      ],</a:t>
            </a:r>
          </a:p>
          <a:p>
            <a:r>
              <a:t>      "mode": "verbatim"</a:t>
            </a:r>
          </a:p>
          <a:p>
            <a:r>
              <a:t>    },</a:t>
            </a:r>
          </a:p>
          <a:p>
            <a:r>
              <a:t>    {</a:t>
            </a:r>
          </a:p>
          <a:p>
            <a:r>
              <a:t>      "text": "項目12",</a:t>
            </a:r>
          </a:p>
          <a:p>
            <a:r>
              <a:t>      "refs": [</a:t>
            </a:r>
          </a:p>
          <a:p>
            <a:r>
              <a:t>        {</a:t>
            </a:r>
          </a:p>
          <a:p>
            <a:r>
              <a:t>          "source_id": "s058",</a:t>
            </a:r>
          </a:p>
          <a:p>
            <a:r>
              <a:t>          "quote": "項目12"</a:t>
            </a:r>
          </a:p>
          <a:p>
            <a:r>
              <a:t>        }</a:t>
            </a:r>
          </a:p>
          <a:p>
            <a:r>
              <a:t>      ],</a:t>
            </a:r>
          </a:p>
          <a:p>
            <a:r>
              <a:t>      "mode": "verbatim"</a:t>
            </a:r>
          </a:p>
          <a:p>
            <a:r>
              <a:t>    },</a:t>
            </a:r>
          </a:p>
          <a:p>
            <a:r>
              <a:t>    {</a:t>
            </a:r>
          </a:p>
          <a:p>
            <a:r>
              <a:t>      "text": "項目13",</a:t>
            </a:r>
          </a:p>
          <a:p>
            <a:r>
              <a:t>      "refs": [</a:t>
            </a:r>
          </a:p>
          <a:p>
            <a:r>
              <a:t>        {</a:t>
            </a:r>
          </a:p>
          <a:p>
            <a:r>
              <a:t>          "source_id": "s058",</a:t>
            </a:r>
          </a:p>
          <a:p>
            <a:r>
              <a:t>          "quote": "項目13"</a:t>
            </a:r>
          </a:p>
          <a:p>
            <a:r>
              <a:t>        }</a:t>
            </a:r>
          </a:p>
          <a:p>
            <a:r>
              <a:t>      ],</a:t>
            </a:r>
          </a:p>
          <a:p>
            <a:r>
              <a:t>      "mode": "verbatim"</a:t>
            </a:r>
          </a:p>
          <a:p>
            <a:r>
              <a:t>    },</a:t>
            </a:r>
          </a:p>
          <a:p>
            <a:r>
              <a:t>    {</a:t>
            </a:r>
          </a:p>
          <a:p>
            <a:r>
              <a:t>      "text": "項目14",</a:t>
            </a:r>
          </a:p>
          <a:p>
            <a:r>
              <a:t>      "refs": [</a:t>
            </a:r>
          </a:p>
          <a:p>
            <a:r>
              <a:t>        {</a:t>
            </a:r>
          </a:p>
          <a:p>
            <a:r>
              <a:t>          "source_id": "s058",</a:t>
            </a:r>
          </a:p>
          <a:p>
            <a:r>
              <a:t>          "quote": "項目14"</a:t>
            </a:r>
          </a:p>
          <a:p>
            <a:r>
              <a:t>        }</a:t>
            </a:r>
          </a:p>
          <a:p>
            <a:r>
              <a:t>      ],</a:t>
            </a:r>
          </a:p>
          <a:p>
            <a:r>
              <a:t>      "mode": "verbatim"</a:t>
            </a:r>
          </a:p>
          <a:p>
            <a:r>
              <a:t>    },</a:t>
            </a:r>
          </a:p>
          <a:p>
            <a:r>
              <a:t>    {</a:t>
            </a:r>
          </a:p>
          <a:p>
            <a:r>
              <a:t>      "text": "項目15",</a:t>
            </a:r>
          </a:p>
          <a:p>
            <a:r>
              <a:t>      "refs": [</a:t>
            </a:r>
          </a:p>
          <a:p>
            <a:r>
              <a:t>        {</a:t>
            </a:r>
          </a:p>
          <a:p>
            <a:r>
              <a:t>          "source_id": "s058",</a:t>
            </a:r>
          </a:p>
          <a:p>
            <a:r>
              <a:t>          "quote": "項目15"</a:t>
            </a:r>
          </a:p>
          <a:p>
            <a:r>
              <a:t>        }</a:t>
            </a:r>
          </a:p>
          <a:p>
            <a:r>
              <a:t>      ],</a:t>
            </a:r>
          </a:p>
          <a:p>
            <a:r>
              <a:t>      "mode": "verbatim"</a:t>
            </a:r>
          </a:p>
          <a:p>
            <a:r>
              <a:t>    },</a:t>
            </a:r>
          </a:p>
          <a:p>
            <a:r>
              <a:t>    {</a:t>
            </a:r>
          </a:p>
          <a:p>
            <a:r>
              <a:t>      "text": "項目16",</a:t>
            </a:r>
          </a:p>
          <a:p>
            <a:r>
              <a:t>      "refs": [</a:t>
            </a:r>
          </a:p>
          <a:p>
            <a:r>
              <a:t>        {</a:t>
            </a:r>
          </a:p>
          <a:p>
            <a:r>
              <a:t>          "source_id": "s058",</a:t>
            </a:r>
          </a:p>
          <a:p>
            <a:r>
              <a:t>          "quote": "項目16"</a:t>
            </a:r>
          </a:p>
          <a:p>
            <a:r>
              <a:t>        }</a:t>
            </a:r>
          </a:p>
          <a:p>
            <a:r>
              <a:t>      ],</a:t>
            </a:r>
          </a:p>
          <a:p>
            <a:r>
              <a:t>      "mode": "verbatim"</a:t>
            </a:r>
          </a:p>
          <a:p>
            <a:r>
              <a:t>    },</a:t>
            </a:r>
          </a:p>
          <a:p>
            <a:r>
              <a:t>    {</a:t>
            </a:r>
          </a:p>
          <a:p>
            <a:r>
              <a:t>      "text": "記載例8",</a:t>
            </a:r>
          </a:p>
          <a:p>
            <a:r>
              <a:t>      "refs": [</a:t>
            </a:r>
          </a:p>
          <a:p>
            <a:r>
              <a:t>        {</a:t>
            </a:r>
          </a:p>
          <a:p>
            <a:r>
              <a:t>          "source_id": "s058",</a:t>
            </a:r>
          </a:p>
          <a:p>
            <a:r>
              <a:t>          "quote": "記載例8"</a:t>
            </a:r>
          </a:p>
          <a:p>
            <a:r>
              <a:t>        }</a:t>
            </a:r>
          </a:p>
          <a:p>
            <a:r>
              <a:t>      ],</a:t>
            </a:r>
          </a:p>
          <a:p>
            <a:r>
              <a:t>      "mode": "verbatim"</a:t>
            </a:r>
          </a:p>
          <a:p>
            <a:r>
              <a:t>    },</a:t>
            </a:r>
          </a:p>
          <a:p>
            <a:r>
              <a:t>    {</a:t>
            </a:r>
          </a:p>
          <a:p>
            <a:r>
              <a:t>      "text": "記載例9",</a:t>
            </a:r>
          </a:p>
          <a:p>
            <a:r>
              <a:t>      "refs": [</a:t>
            </a:r>
          </a:p>
          <a:p>
            <a:r>
              <a:t>        {</a:t>
            </a:r>
          </a:p>
          <a:p>
            <a:r>
              <a:t>          "source_id": "s058",</a:t>
            </a:r>
          </a:p>
          <a:p>
            <a:r>
              <a:t>          "quote": "記載例9"</a:t>
            </a:r>
          </a:p>
          <a:p>
            <a:r>
              <a:t>        }</a:t>
            </a:r>
          </a:p>
          <a:p>
            <a:r>
              <a:t>      ],</a:t>
            </a:r>
          </a:p>
          <a:p>
            <a:r>
              <a:t>      "mode": "verbatim"</a:t>
            </a:r>
          </a:p>
          <a:p>
            <a:r>
              <a:t>    },</a:t>
            </a:r>
          </a:p>
          <a:p>
            <a:r>
              <a:t>    {</a:t>
            </a:r>
          </a:p>
          <a:p>
            <a:r>
              <a:t>      "text": "記載例10",</a:t>
            </a:r>
          </a:p>
          <a:p>
            <a:r>
              <a:t>      "refs": [</a:t>
            </a:r>
          </a:p>
          <a:p>
            <a:r>
              <a:t>        {</a:t>
            </a:r>
          </a:p>
          <a:p>
            <a:r>
              <a:t>          "source_id": "s058",</a:t>
            </a:r>
          </a:p>
          <a:p>
            <a:r>
              <a:t>          "quote": "記載例10"</a:t>
            </a:r>
          </a:p>
          <a:p>
            <a:r>
              <a:t>        }</a:t>
            </a:r>
          </a:p>
          <a:p>
            <a:r>
              <a:t>      ],</a:t>
            </a:r>
          </a:p>
          <a:p>
            <a:r>
              <a:t>      "mode": "verbatim"</a:t>
            </a:r>
          </a:p>
          <a:p>
            <a:r>
              <a:t>    },</a:t>
            </a:r>
          </a:p>
          <a:p>
            <a:r>
              <a:t>    {</a:t>
            </a:r>
          </a:p>
          <a:p>
            <a:r>
              <a:t>      "text": "記載例11",</a:t>
            </a:r>
          </a:p>
          <a:p>
            <a:r>
              <a:t>      "refs": [</a:t>
            </a:r>
          </a:p>
          <a:p>
            <a:r>
              <a:t>        {</a:t>
            </a:r>
          </a:p>
          <a:p>
            <a:r>
              <a:t>          "source_id": "s058",</a:t>
            </a:r>
          </a:p>
          <a:p>
            <a:r>
              <a:t>          "quote": "記載例11"</a:t>
            </a:r>
          </a:p>
          <a:p>
            <a:r>
              <a:t>        }</a:t>
            </a:r>
          </a:p>
          <a:p>
            <a:r>
              <a:t>      ],</a:t>
            </a:r>
          </a:p>
          <a:p>
            <a:r>
              <a:t>      "mode": "verbatim"</a:t>
            </a:r>
          </a:p>
          <a:p>
            <a:r>
              <a:t>    },</a:t>
            </a:r>
          </a:p>
          <a:p>
            <a:r>
              <a:t>    {</a:t>
            </a:r>
          </a:p>
          <a:p>
            <a:r>
              <a:t>      "text": "記載例12",</a:t>
            </a:r>
          </a:p>
          <a:p>
            <a:r>
              <a:t>      "refs": [</a:t>
            </a:r>
          </a:p>
          <a:p>
            <a:r>
              <a:t>        {</a:t>
            </a:r>
          </a:p>
          <a:p>
            <a:r>
              <a:t>          "source_id": "s058",</a:t>
            </a:r>
          </a:p>
          <a:p>
            <a:r>
              <a:t>          "quote": "記載例12"</a:t>
            </a:r>
          </a:p>
          <a:p>
            <a:r>
              <a:t>        }</a:t>
            </a:r>
          </a:p>
          <a:p>
            <a:r>
              <a:t>      ],</a:t>
            </a:r>
          </a:p>
          <a:p>
            <a:r>
              <a:t>      "mode": "verbatim"</a:t>
            </a:r>
          </a:p>
          <a:p>
            <a:r>
              <a:t>    },</a:t>
            </a:r>
          </a:p>
          <a:p>
            <a:r>
              <a:t>    {</a:t>
            </a:r>
          </a:p>
          <a:p>
            <a:r>
              <a:t>      "text": "記載例13",</a:t>
            </a:r>
          </a:p>
          <a:p>
            <a:r>
              <a:t>      "refs": [</a:t>
            </a:r>
          </a:p>
          <a:p>
            <a:r>
              <a:t>        {</a:t>
            </a:r>
          </a:p>
          <a:p>
            <a:r>
              <a:t>          "source_id": "s058",</a:t>
            </a:r>
          </a:p>
          <a:p>
            <a:r>
              <a:t>          "quote": "記載例13"</a:t>
            </a:r>
          </a:p>
          <a:p>
            <a:r>
              <a:t>        }</a:t>
            </a:r>
          </a:p>
          <a:p>
            <a:r>
              <a:t>      ],</a:t>
            </a:r>
          </a:p>
          <a:p>
            <a:r>
              <a:t>      "mode": "verbatim"</a:t>
            </a:r>
          </a:p>
          <a:p>
            <a:r>
              <a:t>    },</a:t>
            </a:r>
          </a:p>
          <a:p>
            <a:r>
              <a:t>    {</a:t>
            </a:r>
          </a:p>
          <a:p>
            <a:r>
              <a:t>      "text": "記載例14",</a:t>
            </a:r>
          </a:p>
          <a:p>
            <a:r>
              <a:t>      "refs": [</a:t>
            </a:r>
          </a:p>
          <a:p>
            <a:r>
              <a:t>        {</a:t>
            </a:r>
          </a:p>
          <a:p>
            <a:r>
              <a:t>          "source_id": "s058",</a:t>
            </a:r>
          </a:p>
          <a:p>
            <a:r>
              <a:t>          "quote": "記載例14"</a:t>
            </a:r>
          </a:p>
          <a:p>
            <a:r>
              <a:t>        }</a:t>
            </a:r>
          </a:p>
          <a:p>
            <a:r>
              <a:t>      ],</a:t>
            </a:r>
          </a:p>
          <a:p>
            <a:r>
              <a:t>      "mode": "verbatim"</a:t>
            </a:r>
          </a:p>
          <a:p>
            <a:r>
              <a:t>    }</a:t>
            </a:r>
          </a:p>
          <a:p>
            <a:r>
              <a:t>  ],</a:t>
            </a:r>
          </a:p>
          <a:p>
            <a:r>
              <a:t>  "citations": {</a:t>
            </a:r>
          </a:p>
          <a:p>
            <a:r>
              <a:t>    "s058": "Public MIT sample: templates/freeform_parts_more_16x9.html section 31"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"f1ed0175ef4a17d261818be1484ea45f66abd7464bd9392b9a23620f5ee5118f"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"slide059",</a:t>
            </a:r>
          </a:p>
          <a:p>
            <a:r>
              <a:t>  "origin": "catalog",</a:t>
            </a:r>
          </a:p>
          <a:p>
            <a:r>
              <a:t>  "layout_id": "decision_fork",</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"分岐と判断",</a:t>
            </a:r>
          </a:p>
          <a:p>
            <a:r>
              <a:t>      "refs": [</a:t>
            </a:r>
          </a:p>
          <a:p>
            <a:r>
              <a:t>        {</a:t>
            </a:r>
          </a:p>
          <a:p>
            <a:r>
              <a:t>          "source_id": "s059",</a:t>
            </a:r>
          </a:p>
          <a:p>
            <a:r>
              <a:t>          "quote": "分岐と判断"</a:t>
            </a:r>
          </a:p>
          <a:p>
            <a:r>
              <a:t>        }</a:t>
            </a:r>
          </a:p>
          <a:p>
            <a:r>
              <a:t>      ],</a:t>
            </a:r>
          </a:p>
          <a:p>
            <a:r>
              <a:t>      "mode": "verbatim"</a:t>
            </a:r>
          </a:p>
          <a:p>
            <a:r>
              <a:t>    },</a:t>
            </a:r>
          </a:p>
          <a:p>
            <a:r>
              <a:t>    {</a:t>
            </a:r>
          </a:p>
          <a:p>
            <a:r>
              <a:t>      "text": "出典：公開見本",</a:t>
            </a:r>
          </a:p>
          <a:p>
            <a:r>
              <a:t>      "refs": [</a:t>
            </a:r>
          </a:p>
          <a:p>
            <a:r>
              <a:t>        {</a:t>
            </a:r>
          </a:p>
          <a:p>
            <a:r>
              <a:t>          "source_id": "s059",</a:t>
            </a:r>
          </a:p>
          <a:p>
            <a:r>
              <a:t>          "quote": "出典：公開見本"</a:t>
            </a:r>
          </a:p>
          <a:p>
            <a:r>
              <a:t>        }</a:t>
            </a:r>
          </a:p>
          <a:p>
            <a:r>
              <a:t>      ],</a:t>
            </a:r>
          </a:p>
          <a:p>
            <a:r>
              <a:t>      "mode": "verbatim"</a:t>
            </a:r>
          </a:p>
          <a:p>
            <a:r>
              <a:t>    },</a:t>
            </a:r>
          </a:p>
          <a:p>
            <a:r>
              <a:t>    {</a:t>
            </a:r>
          </a:p>
          <a:p>
            <a:r>
              <a:t>      "text": "問い 1：検討すべき問いを記載",</a:t>
            </a:r>
          </a:p>
          <a:p>
            <a:r>
              <a:t>      "refs": [</a:t>
            </a:r>
          </a:p>
          <a:p>
            <a:r>
              <a:t>        {</a:t>
            </a:r>
          </a:p>
          <a:p>
            <a:r>
              <a:t>          "source_id": "s059",</a:t>
            </a:r>
          </a:p>
          <a:p>
            <a:r>
              <a:t>          "quote": "問い 1：検討すべき問いを記載"</a:t>
            </a:r>
          </a:p>
          <a:p>
            <a:r>
              <a:t>        }</a:t>
            </a:r>
          </a:p>
          <a:p>
            <a:r>
              <a:t>      ],</a:t>
            </a:r>
          </a:p>
          <a:p>
            <a:r>
              <a:t>      "mode": "verbatim"</a:t>
            </a:r>
          </a:p>
          <a:p>
            <a:r>
              <a:t>    },</a:t>
            </a:r>
          </a:p>
          <a:p>
            <a:r>
              <a:t>    {</a:t>
            </a:r>
          </a:p>
          <a:p>
            <a:r>
              <a:t>      "text": "項目1",</a:t>
            </a:r>
          </a:p>
          <a:p>
            <a:r>
              <a:t>      "refs": [</a:t>
            </a:r>
          </a:p>
          <a:p>
            <a:r>
              <a:t>        {</a:t>
            </a:r>
          </a:p>
          <a:p>
            <a:r>
              <a:t>          "source_id": "s059",</a:t>
            </a:r>
          </a:p>
          <a:p>
            <a:r>
              <a:t>          "quote": "項目1"</a:t>
            </a:r>
          </a:p>
          <a:p>
            <a:r>
              <a:t>        }</a:t>
            </a:r>
          </a:p>
          <a:p>
            <a:r>
              <a:t>      ],</a:t>
            </a:r>
          </a:p>
          <a:p>
            <a:r>
              <a:t>      "mode": "verbatim"</a:t>
            </a:r>
          </a:p>
          <a:p>
            <a:r>
              <a:t>    },</a:t>
            </a:r>
          </a:p>
          <a:p>
            <a:r>
              <a:t>    {</a:t>
            </a:r>
          </a:p>
          <a:p>
            <a:r>
              <a:t>      "text": "記載例1",</a:t>
            </a:r>
          </a:p>
          <a:p>
            <a:r>
              <a:t>      "refs": [</a:t>
            </a:r>
          </a:p>
          <a:p>
            <a:r>
              <a:t>        {</a:t>
            </a:r>
          </a:p>
          <a:p>
            <a:r>
              <a:t>          "source_id": "s059",</a:t>
            </a:r>
          </a:p>
          <a:p>
            <a:r>
              <a:t>          "quote": "記載例1"</a:t>
            </a:r>
          </a:p>
          <a:p>
            <a:r>
              <a:t>        }</a:t>
            </a:r>
          </a:p>
          <a:p>
            <a:r>
              <a:t>      ],</a:t>
            </a:r>
          </a:p>
          <a:p>
            <a:r>
              <a:t>      "mode": "verbatim"</a:t>
            </a:r>
          </a:p>
          <a:p>
            <a:r>
              <a:t>    },</a:t>
            </a:r>
          </a:p>
          <a:p>
            <a:r>
              <a:t>    {</a:t>
            </a:r>
          </a:p>
          <a:p>
            <a:r>
              <a:t>      "text": "記載例2",</a:t>
            </a:r>
          </a:p>
          <a:p>
            <a:r>
              <a:t>      "refs": [</a:t>
            </a:r>
          </a:p>
          <a:p>
            <a:r>
              <a:t>        {</a:t>
            </a:r>
          </a:p>
          <a:p>
            <a:r>
              <a:t>          "source_id": "s059",</a:t>
            </a:r>
          </a:p>
          <a:p>
            <a:r>
              <a:t>          "quote": "記載例2"</a:t>
            </a:r>
          </a:p>
          <a:p>
            <a:r>
              <a:t>        }</a:t>
            </a:r>
          </a:p>
          <a:p>
            <a:r>
              <a:t>      ],</a:t>
            </a:r>
          </a:p>
          <a:p>
            <a:r>
              <a:t>      "mode": "verbatim"</a:t>
            </a:r>
          </a:p>
          <a:p>
            <a:r>
              <a:t>    },</a:t>
            </a:r>
          </a:p>
          <a:p>
            <a:r>
              <a:t>    {</a:t>
            </a:r>
          </a:p>
          <a:p>
            <a:r>
              <a:t>      "text": "項目2",</a:t>
            </a:r>
          </a:p>
          <a:p>
            <a:r>
              <a:t>      "refs": [</a:t>
            </a:r>
          </a:p>
          <a:p>
            <a:r>
              <a:t>        {</a:t>
            </a:r>
          </a:p>
          <a:p>
            <a:r>
              <a:t>          "source_id": "s059",</a:t>
            </a:r>
          </a:p>
          <a:p>
            <a:r>
              <a:t>          "quote": "項目2"</a:t>
            </a:r>
          </a:p>
          <a:p>
            <a:r>
              <a:t>        }</a:t>
            </a:r>
          </a:p>
          <a:p>
            <a:r>
              <a:t>      ],</a:t>
            </a:r>
          </a:p>
          <a:p>
            <a:r>
              <a:t>      "mode": "verbatim"</a:t>
            </a:r>
          </a:p>
          <a:p>
            <a:r>
              <a:t>    },</a:t>
            </a:r>
          </a:p>
          <a:p>
            <a:r>
              <a:t>    {</a:t>
            </a:r>
          </a:p>
          <a:p>
            <a:r>
              <a:t>      "text": "記載例3",</a:t>
            </a:r>
          </a:p>
          <a:p>
            <a:r>
              <a:t>      "refs": [</a:t>
            </a:r>
          </a:p>
          <a:p>
            <a:r>
              <a:t>        {</a:t>
            </a:r>
          </a:p>
          <a:p>
            <a:r>
              <a:t>          "source_id": "s059",</a:t>
            </a:r>
          </a:p>
          <a:p>
            <a:r>
              <a:t>          "quote": "記載例3"</a:t>
            </a:r>
          </a:p>
          <a:p>
            <a:r>
              <a:t>        }</a:t>
            </a:r>
          </a:p>
          <a:p>
            <a:r>
              <a:t>      ],</a:t>
            </a:r>
          </a:p>
          <a:p>
            <a:r>
              <a:t>      "mode": "verbatim"</a:t>
            </a:r>
          </a:p>
          <a:p>
            <a:r>
              <a:t>    },</a:t>
            </a:r>
          </a:p>
          <a:p>
            <a:r>
              <a:t>    {</a:t>
            </a:r>
          </a:p>
          <a:p>
            <a:r>
              <a:t>      "text": "記載例4",</a:t>
            </a:r>
          </a:p>
          <a:p>
            <a:r>
              <a:t>      "refs": [</a:t>
            </a:r>
          </a:p>
          <a:p>
            <a:r>
              <a:t>        {</a:t>
            </a:r>
          </a:p>
          <a:p>
            <a:r>
              <a:t>          "source_id": "s059",</a:t>
            </a:r>
          </a:p>
          <a:p>
            <a:r>
              <a:t>          "quote": "記載例4"</a:t>
            </a:r>
          </a:p>
          <a:p>
            <a:r>
              <a:t>        }</a:t>
            </a:r>
          </a:p>
          <a:p>
            <a:r>
              <a:t>      ],</a:t>
            </a:r>
          </a:p>
          <a:p>
            <a:r>
              <a:t>      "mode": "verbatim"</a:t>
            </a:r>
          </a:p>
          <a:p>
            <a:r>
              <a:t>    },</a:t>
            </a:r>
          </a:p>
          <a:p>
            <a:r>
              <a:t>    {</a:t>
            </a:r>
          </a:p>
          <a:p>
            <a:r>
              <a:t>      "text": "項目3",</a:t>
            </a:r>
          </a:p>
          <a:p>
            <a:r>
              <a:t>      "refs": [</a:t>
            </a:r>
          </a:p>
          <a:p>
            <a:r>
              <a:t>        {</a:t>
            </a:r>
          </a:p>
          <a:p>
            <a:r>
              <a:t>          "source_id": "s059",</a:t>
            </a:r>
          </a:p>
          <a:p>
            <a:r>
              <a:t>          "quote": "項目3"</a:t>
            </a:r>
          </a:p>
          <a:p>
            <a:r>
              <a:t>        }</a:t>
            </a:r>
          </a:p>
          <a:p>
            <a:r>
              <a:t>      ],</a:t>
            </a:r>
          </a:p>
          <a:p>
            <a:r>
              <a:t>      "mode": "verbatim"</a:t>
            </a:r>
          </a:p>
          <a:p>
            <a:r>
              <a:t>    },</a:t>
            </a:r>
          </a:p>
          <a:p>
            <a:r>
              <a:t>    {</a:t>
            </a:r>
          </a:p>
          <a:p>
            <a:r>
              <a:t>      "text": "記載例5",</a:t>
            </a:r>
          </a:p>
          <a:p>
            <a:r>
              <a:t>      "refs": [</a:t>
            </a:r>
          </a:p>
          <a:p>
            <a:r>
              <a:t>        {</a:t>
            </a:r>
          </a:p>
          <a:p>
            <a:r>
              <a:t>          "source_id": "s059",</a:t>
            </a:r>
          </a:p>
          <a:p>
            <a:r>
              <a:t>          "quote": "記載例5"</a:t>
            </a:r>
          </a:p>
          <a:p>
            <a:r>
              <a:t>        }</a:t>
            </a:r>
          </a:p>
          <a:p>
            <a:r>
              <a:t>      ],</a:t>
            </a:r>
          </a:p>
          <a:p>
            <a:r>
              <a:t>      "mode": "verbatim"</a:t>
            </a:r>
          </a:p>
          <a:p>
            <a:r>
              <a:t>    },</a:t>
            </a:r>
          </a:p>
          <a:p>
            <a:r>
              <a:t>    {</a:t>
            </a:r>
          </a:p>
          <a:p>
            <a:r>
              <a:t>      "text": "記載例6",</a:t>
            </a:r>
          </a:p>
          <a:p>
            <a:r>
              <a:t>      "refs": [</a:t>
            </a:r>
          </a:p>
          <a:p>
            <a:r>
              <a:t>        {</a:t>
            </a:r>
          </a:p>
          <a:p>
            <a:r>
              <a:t>          "source_id": "s059",</a:t>
            </a:r>
          </a:p>
          <a:p>
            <a:r>
              <a:t>          "quote": "記載例6"</a:t>
            </a:r>
          </a:p>
          <a:p>
            <a:r>
              <a:t>        }</a:t>
            </a:r>
          </a:p>
          <a:p>
            <a:r>
              <a:t>      ],</a:t>
            </a:r>
          </a:p>
          <a:p>
            <a:r>
              <a:t>      "mode": "verbatim"</a:t>
            </a:r>
          </a:p>
          <a:p>
            <a:r>
              <a:t>    }</a:t>
            </a:r>
          </a:p>
          <a:p>
            <a:r>
              <a:t>  ],</a:t>
            </a:r>
          </a:p>
          <a:p>
            <a:r>
              <a:t>  "citations": {</a:t>
            </a:r>
          </a:p>
          <a:p>
            <a:r>
              <a:t>    "s059": "Public MIT sample: templates/freeform_parts_more_16x9.html section 32"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"076b6f5420d3e38aabc724d8fd4c0e5a7d72000ec88e1692d47668a481d02676"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"slide060",</a:t>
            </a:r>
          </a:p>
          <a:p>
            <a:r>
              <a:t>  "origin": "catalog",</a:t>
            </a:r>
          </a:p>
          <a:p>
            <a:r>
              <a:t>  "layout_id": "roadmap",</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"ロードマップ",</a:t>
            </a:r>
          </a:p>
          <a:p>
            <a:r>
              <a:t>      "refs": [</a:t>
            </a:r>
          </a:p>
          <a:p>
            <a:r>
              <a:t>        {</a:t>
            </a:r>
          </a:p>
          <a:p>
            <a:r>
              <a:t>          "source_id": "s060",</a:t>
            </a:r>
          </a:p>
          <a:p>
            <a:r>
              <a:t>          "quote": "ロードマップ"</a:t>
            </a:r>
          </a:p>
          <a:p>
            <a:r>
              <a:t>        }</a:t>
            </a:r>
          </a:p>
          <a:p>
            <a:r>
              <a:t>      ],</a:t>
            </a:r>
          </a:p>
          <a:p>
            <a:r>
              <a:t>      "mode": "verbatim"</a:t>
            </a:r>
          </a:p>
          <a:p>
            <a:r>
              <a:t>    },</a:t>
            </a:r>
          </a:p>
          <a:p>
            <a:r>
              <a:t>    {</a:t>
            </a:r>
          </a:p>
          <a:p>
            <a:r>
              <a:t>      "text": "出典：公開見本",</a:t>
            </a:r>
          </a:p>
          <a:p>
            <a:r>
              <a:t>      "refs": [</a:t>
            </a:r>
          </a:p>
          <a:p>
            <a:r>
              <a:t>        {</a:t>
            </a:r>
          </a:p>
          <a:p>
            <a:r>
              <a:t>          "source_id": "s060",</a:t>
            </a:r>
          </a:p>
          <a:p>
            <a:r>
              <a:t>          "quote": "出典：公開見本"</a:t>
            </a:r>
          </a:p>
          <a:p>
            <a:r>
              <a:t>        }</a:t>
            </a:r>
          </a:p>
          <a:p>
            <a:r>
              <a:t>      ],</a:t>
            </a:r>
          </a:p>
          <a:p>
            <a:r>
              <a:t>      "mode": "verbatim"</a:t>
            </a:r>
          </a:p>
          <a:p>
            <a:r>
              <a:t>    },</a:t>
            </a:r>
          </a:p>
          <a:p>
            <a:r>
              <a:t>    {</a:t>
            </a:r>
          </a:p>
          <a:p>
            <a:r>
              <a:t>      "text": "見出し 2",</a:t>
            </a:r>
          </a:p>
          <a:p>
            <a:r>
              <a:t>      "refs": [</a:t>
            </a:r>
          </a:p>
          <a:p>
            <a:r>
              <a:t>        {</a:t>
            </a:r>
          </a:p>
          <a:p>
            <a:r>
              <a:t>          "source_id": "s060",</a:t>
            </a:r>
          </a:p>
          <a:p>
            <a:r>
              <a:t>          "quote": "見出し 2"</a:t>
            </a:r>
          </a:p>
          <a:p>
            <a:r>
              <a:t>        }</a:t>
            </a:r>
          </a:p>
          <a:p>
            <a:r>
              <a:t>      ],</a:t>
            </a:r>
          </a:p>
          <a:p>
            <a:r>
              <a:t>      "mode": "verbatim"</a:t>
            </a:r>
          </a:p>
          <a:p>
            <a:r>
              <a:t>    },</a:t>
            </a:r>
          </a:p>
          <a:p>
            <a:r>
              <a:t>    {</a:t>
            </a:r>
          </a:p>
          <a:p>
            <a:r>
              <a:t>      "text": "記載例1",</a:t>
            </a:r>
          </a:p>
          <a:p>
            <a:r>
              <a:t>      "refs": [</a:t>
            </a:r>
          </a:p>
          <a:p>
            <a:r>
              <a:t>        {</a:t>
            </a:r>
          </a:p>
          <a:p>
            <a:r>
              <a:t>          "source_id": "s060",</a:t>
            </a:r>
          </a:p>
          <a:p>
            <a:r>
              <a:t>          "quote": "記載例1"</a:t>
            </a:r>
          </a:p>
          <a:p>
            <a:r>
              <a:t>        }</a:t>
            </a:r>
          </a:p>
          <a:p>
            <a:r>
              <a:t>      ],</a:t>
            </a:r>
          </a:p>
          <a:p>
            <a:r>
              <a:t>      "mode": "verbatim"</a:t>
            </a:r>
          </a:p>
          <a:p>
            <a:r>
              <a:t>    },</a:t>
            </a:r>
          </a:p>
          <a:p>
            <a:r>
              <a:t>    {</a:t>
            </a:r>
          </a:p>
          <a:p>
            <a:r>
              <a:t>      "text": "見出し 3",</a:t>
            </a:r>
          </a:p>
          <a:p>
            <a:r>
              <a:t>      "refs": [</a:t>
            </a:r>
          </a:p>
          <a:p>
            <a:r>
              <a:t>        {</a:t>
            </a:r>
          </a:p>
          <a:p>
            <a:r>
              <a:t>          "source_id": "s060",</a:t>
            </a:r>
          </a:p>
          <a:p>
            <a:r>
              <a:t>          "quote": "見出し 3"</a:t>
            </a:r>
          </a:p>
          <a:p>
            <a:r>
              <a:t>        }</a:t>
            </a:r>
          </a:p>
          <a:p>
            <a:r>
              <a:t>      ],</a:t>
            </a:r>
          </a:p>
          <a:p>
            <a:r>
              <a:t>      "mode": "verbatim"</a:t>
            </a:r>
          </a:p>
          <a:p>
            <a:r>
              <a:t>    },</a:t>
            </a:r>
          </a:p>
          <a:p>
            <a:r>
              <a:t>    {</a:t>
            </a:r>
          </a:p>
          <a:p>
            <a:r>
              <a:t>      "text": "記載例2",</a:t>
            </a:r>
          </a:p>
          <a:p>
            <a:r>
              <a:t>      "refs": [</a:t>
            </a:r>
          </a:p>
          <a:p>
            <a:r>
              <a:t>        {</a:t>
            </a:r>
          </a:p>
          <a:p>
            <a:r>
              <a:t>          "source_id": "s060",</a:t>
            </a:r>
          </a:p>
          <a:p>
            <a:r>
              <a:t>          "quote": "記載例2"</a:t>
            </a:r>
          </a:p>
          <a:p>
            <a:r>
              <a:t>        }</a:t>
            </a:r>
          </a:p>
          <a:p>
            <a:r>
              <a:t>      ],</a:t>
            </a:r>
          </a:p>
          <a:p>
            <a:r>
              <a:t>      "mode": "verbatim"</a:t>
            </a:r>
          </a:p>
          <a:p>
            <a:r>
              <a:t>    },</a:t>
            </a:r>
          </a:p>
          <a:p>
            <a:r>
              <a:t>    {</a:t>
            </a:r>
          </a:p>
          <a:p>
            <a:r>
              <a:t>      "text": "見出し 4",</a:t>
            </a:r>
          </a:p>
          <a:p>
            <a:r>
              <a:t>      "refs": [</a:t>
            </a:r>
          </a:p>
          <a:p>
            <a:r>
              <a:t>        {</a:t>
            </a:r>
          </a:p>
          <a:p>
            <a:r>
              <a:t>          "source_id": "s060",</a:t>
            </a:r>
          </a:p>
          <a:p>
            <a:r>
              <a:t>          "quote": "見出し 4"</a:t>
            </a:r>
          </a:p>
          <a:p>
            <a:r>
              <a:t>        }</a:t>
            </a:r>
          </a:p>
          <a:p>
            <a:r>
              <a:t>      ],</a:t>
            </a:r>
          </a:p>
          <a:p>
            <a:r>
              <a:t>      "mode": "verbatim"</a:t>
            </a:r>
          </a:p>
          <a:p>
            <a:r>
              <a:t>    },</a:t>
            </a:r>
          </a:p>
          <a:p>
            <a:r>
              <a:t>    {</a:t>
            </a:r>
          </a:p>
          <a:p>
            <a:r>
              <a:t>      "text": "記載例3",</a:t>
            </a:r>
          </a:p>
          <a:p>
            <a:r>
              <a:t>      "refs": [</a:t>
            </a:r>
          </a:p>
          <a:p>
            <a:r>
              <a:t>        {</a:t>
            </a:r>
          </a:p>
          <a:p>
            <a:r>
              <a:t>          "source_id": "s060",</a:t>
            </a:r>
          </a:p>
          <a:p>
            <a:r>
              <a:t>          "quote": "記載例3"</a:t>
            </a:r>
          </a:p>
          <a:p>
            <a:r>
              <a:t>        }</a:t>
            </a:r>
          </a:p>
          <a:p>
            <a:r>
              <a:t>      ],</a:t>
            </a:r>
          </a:p>
          <a:p>
            <a:r>
              <a:t>      "mode": "verbatim"</a:t>
            </a:r>
          </a:p>
          <a:p>
            <a:r>
              <a:t>    },</a:t>
            </a:r>
          </a:p>
          <a:p>
            <a:r>
              <a:t>    {</a:t>
            </a:r>
          </a:p>
          <a:p>
            <a:r>
              <a:t>      "text": "見出し 5",</a:t>
            </a:r>
          </a:p>
          <a:p>
            <a:r>
              <a:t>      "refs": [</a:t>
            </a:r>
          </a:p>
          <a:p>
            <a:r>
              <a:t>        {</a:t>
            </a:r>
          </a:p>
          <a:p>
            <a:r>
              <a:t>          "source_id": "s060",</a:t>
            </a:r>
          </a:p>
          <a:p>
            <a:r>
              <a:t>          "quote": "見出し 5"</a:t>
            </a:r>
          </a:p>
          <a:p>
            <a:r>
              <a:t>        }</a:t>
            </a:r>
          </a:p>
          <a:p>
            <a:r>
              <a:t>      ],</a:t>
            </a:r>
          </a:p>
          <a:p>
            <a:r>
              <a:t>      "mode": "verbatim"</a:t>
            </a:r>
          </a:p>
          <a:p>
            <a:r>
              <a:t>    },</a:t>
            </a:r>
          </a:p>
          <a:p>
            <a:r>
              <a:t>    {</a:t>
            </a:r>
          </a:p>
          <a:p>
            <a:r>
              <a:t>      "text": "記載例4",</a:t>
            </a:r>
          </a:p>
          <a:p>
            <a:r>
              <a:t>      "refs": [</a:t>
            </a:r>
          </a:p>
          <a:p>
            <a:r>
              <a:t>        {</a:t>
            </a:r>
          </a:p>
          <a:p>
            <a:r>
              <a:t>          "source_id": "s060",</a:t>
            </a:r>
          </a:p>
          <a:p>
            <a:r>
              <a:t>          "quote": "記載例4"</a:t>
            </a:r>
          </a:p>
          <a:p>
            <a:r>
              <a:t>        }</a:t>
            </a:r>
          </a:p>
          <a:p>
            <a:r>
              <a:t>      ],</a:t>
            </a:r>
          </a:p>
          <a:p>
            <a:r>
              <a:t>      "mode": "verbatim"</a:t>
            </a:r>
          </a:p>
          <a:p>
            <a:r>
              <a:t>    }</a:t>
            </a:r>
          </a:p>
          <a:p>
            <a:r>
              <a:t>  ],</a:t>
            </a:r>
          </a:p>
          <a:p>
            <a:r>
              <a:t>  "citations": {</a:t>
            </a:r>
          </a:p>
          <a:p>
            <a:r>
              <a:t>    "s060": "Public MIT sample: templates/freeform_parts_more_16x9.html section 33"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"5cf932597116c24aa82713df60278b022b457745b8b7c669fc74be4611cae8d0"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"slide061",</a:t>
            </a:r>
          </a:p>
          <a:p>
            <a:r>
              <a:t>  "origin": "catalog",</a:t>
            </a:r>
          </a:p>
          <a:p>
            <a:r>
              <a:t>  "layout_id": "gantt",</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"ガントチャート",</a:t>
            </a:r>
          </a:p>
          <a:p>
            <a:r>
              <a:t>      "refs": [</a:t>
            </a:r>
          </a:p>
          <a:p>
            <a:r>
              <a:t>        {</a:t>
            </a:r>
          </a:p>
          <a:p>
            <a:r>
              <a:t>          "source_id": "s061",</a:t>
            </a:r>
          </a:p>
          <a:p>
            <a:r>
              <a:t>          "quote": "ガントチャート"</a:t>
            </a:r>
          </a:p>
          <a:p>
            <a:r>
              <a:t>        }</a:t>
            </a:r>
          </a:p>
          <a:p>
            <a:r>
              <a:t>      ],</a:t>
            </a:r>
          </a:p>
          <a:p>
            <a:r>
              <a:t>      "mode": "verbatim"</a:t>
            </a:r>
          </a:p>
          <a:p>
            <a:r>
              <a:t>    },</a:t>
            </a:r>
          </a:p>
          <a:p>
            <a:r>
              <a:t>    {</a:t>
            </a:r>
          </a:p>
          <a:p>
            <a:r>
              <a:t>      "text": "出典：公開見本",</a:t>
            </a:r>
          </a:p>
          <a:p>
            <a:r>
              <a:t>      "refs": [</a:t>
            </a:r>
          </a:p>
          <a:p>
            <a:r>
              <a:t>        {</a:t>
            </a:r>
          </a:p>
          <a:p>
            <a:r>
              <a:t>          "source_id": "s061",</a:t>
            </a:r>
          </a:p>
          <a:p>
            <a:r>
              <a:t>          "quote": "出典：公開見本"</a:t>
            </a:r>
          </a:p>
          <a:p>
            <a:r>
              <a:t>        }</a:t>
            </a:r>
          </a:p>
          <a:p>
            <a:r>
              <a:t>      ],</a:t>
            </a:r>
          </a:p>
          <a:p>
            <a:r>
              <a:t>      "mode": "verbatim"</a:t>
            </a:r>
          </a:p>
          <a:p>
            <a:r>
              <a:t>    },</a:t>
            </a:r>
          </a:p>
          <a:p>
            <a:r>
              <a:t>    {</a:t>
            </a:r>
          </a:p>
          <a:p>
            <a:r>
              <a:t>      "text": "項目13",</a:t>
            </a:r>
          </a:p>
          <a:p>
            <a:r>
              <a:t>      "refs": [</a:t>
            </a:r>
          </a:p>
          <a:p>
            <a:r>
              <a:t>        {</a:t>
            </a:r>
          </a:p>
          <a:p>
            <a:r>
              <a:t>          "source_id": "s061",</a:t>
            </a:r>
          </a:p>
          <a:p>
            <a:r>
              <a:t>          "quote": "項目13"</a:t>
            </a:r>
          </a:p>
          <a:p>
            <a:r>
              <a:t>        }</a:t>
            </a:r>
          </a:p>
          <a:p>
            <a:r>
              <a:t>      ],</a:t>
            </a:r>
          </a:p>
          <a:p>
            <a:r>
              <a:t>      "mode": "verbatim"</a:t>
            </a:r>
          </a:p>
          <a:p>
            <a:r>
              <a:t>    },</a:t>
            </a:r>
          </a:p>
          <a:p>
            <a:r>
              <a:t>    {</a:t>
            </a:r>
          </a:p>
          <a:p>
            <a:r>
              <a:t>      "text": "項目14",</a:t>
            </a:r>
          </a:p>
          <a:p>
            <a:r>
              <a:t>      "refs": [</a:t>
            </a:r>
          </a:p>
          <a:p>
            <a:r>
              <a:t>        {</a:t>
            </a:r>
          </a:p>
          <a:p>
            <a:r>
              <a:t>          "source_id": "s061",</a:t>
            </a:r>
          </a:p>
          <a:p>
            <a:r>
              <a:t>          "quote": "項目14"</a:t>
            </a:r>
          </a:p>
          <a:p>
            <a:r>
              <a:t>        }</a:t>
            </a:r>
          </a:p>
          <a:p>
            <a:r>
              <a:t>      ],</a:t>
            </a:r>
          </a:p>
          <a:p>
            <a:r>
              <a:t>      "mode": "verbatim"</a:t>
            </a:r>
          </a:p>
          <a:p>
            <a:r>
              <a:t>    },</a:t>
            </a:r>
          </a:p>
          <a:p>
            <a:r>
              <a:t>    {</a:t>
            </a:r>
          </a:p>
          <a:p>
            <a:r>
              <a:t>      "text": "項目1",</a:t>
            </a:r>
          </a:p>
          <a:p>
            <a:r>
              <a:t>      "refs": [</a:t>
            </a:r>
          </a:p>
          <a:p>
            <a:r>
              <a:t>        {</a:t>
            </a:r>
          </a:p>
          <a:p>
            <a:r>
              <a:t>          "source_id": "s061",</a:t>
            </a:r>
          </a:p>
          <a:p>
            <a:r>
              <a:t>          "quote": "項目1"</a:t>
            </a:r>
          </a:p>
          <a:p>
            <a:r>
              <a:t>        }</a:t>
            </a:r>
          </a:p>
          <a:p>
            <a:r>
              <a:t>      ],</a:t>
            </a:r>
          </a:p>
          <a:p>
            <a:r>
              <a:t>      "mode": "verbatim"</a:t>
            </a:r>
          </a:p>
          <a:p>
            <a:r>
              <a:t>    },</a:t>
            </a:r>
          </a:p>
          <a:p>
            <a:r>
              <a:t>    {</a:t>
            </a:r>
          </a:p>
          <a:p>
            <a:r>
              <a:t>      "text": "項目2",</a:t>
            </a:r>
          </a:p>
          <a:p>
            <a:r>
              <a:t>      "refs": [</a:t>
            </a:r>
          </a:p>
          <a:p>
            <a:r>
              <a:t>        {</a:t>
            </a:r>
          </a:p>
          <a:p>
            <a:r>
              <a:t>          "source_id": "s061",</a:t>
            </a:r>
          </a:p>
          <a:p>
            <a:r>
              <a:t>          "quote": "項目2"</a:t>
            </a:r>
          </a:p>
          <a:p>
            <a:r>
              <a:t>        }</a:t>
            </a:r>
          </a:p>
          <a:p>
            <a:r>
              <a:t>      ],</a:t>
            </a:r>
          </a:p>
          <a:p>
            <a:r>
              <a:t>      "mode": "verbatim"</a:t>
            </a:r>
          </a:p>
          <a:p>
            <a:r>
              <a:t>    },</a:t>
            </a:r>
          </a:p>
          <a:p>
            <a:r>
              <a:t>    {</a:t>
            </a:r>
          </a:p>
          <a:p>
            <a:r>
              <a:t>      "text": "項目3",</a:t>
            </a:r>
          </a:p>
          <a:p>
            <a:r>
              <a:t>      "refs": [</a:t>
            </a:r>
          </a:p>
          <a:p>
            <a:r>
              <a:t>        {</a:t>
            </a:r>
          </a:p>
          <a:p>
            <a:r>
              <a:t>          "source_id": "s061",</a:t>
            </a:r>
          </a:p>
          <a:p>
            <a:r>
              <a:t>          "quote": "項目3"</a:t>
            </a:r>
          </a:p>
          <a:p>
            <a:r>
              <a:t>        }</a:t>
            </a:r>
          </a:p>
          <a:p>
            <a:r>
              <a:t>      ],</a:t>
            </a:r>
          </a:p>
          <a:p>
            <a:r>
              <a:t>      "mode": "verbatim"</a:t>
            </a:r>
          </a:p>
          <a:p>
            <a:r>
              <a:t>    },</a:t>
            </a:r>
          </a:p>
          <a:p>
            <a:r>
              <a:t>    {</a:t>
            </a:r>
          </a:p>
          <a:p>
            <a:r>
              <a:t>      "text": "項目4",</a:t>
            </a:r>
          </a:p>
          <a:p>
            <a:r>
              <a:t>      "refs": [</a:t>
            </a:r>
          </a:p>
          <a:p>
            <a:r>
              <a:t>        {</a:t>
            </a:r>
          </a:p>
          <a:p>
            <a:r>
              <a:t>          "source_id": "s061",</a:t>
            </a:r>
          </a:p>
          <a:p>
            <a:r>
              <a:t>          "quote": "項目4"</a:t>
            </a:r>
          </a:p>
          <a:p>
            <a:r>
              <a:t>        }</a:t>
            </a:r>
          </a:p>
          <a:p>
            <a:r>
              <a:t>      ],</a:t>
            </a:r>
          </a:p>
          <a:p>
            <a:r>
              <a:t>      "mode": "verbatim"</a:t>
            </a:r>
          </a:p>
          <a:p>
            <a:r>
              <a:t>    },</a:t>
            </a:r>
          </a:p>
          <a:p>
            <a:r>
              <a:t>    {</a:t>
            </a:r>
          </a:p>
          <a:p>
            <a:r>
              <a:t>      "text": "項目5",</a:t>
            </a:r>
          </a:p>
          <a:p>
            <a:r>
              <a:t>      "refs": [</a:t>
            </a:r>
          </a:p>
          <a:p>
            <a:r>
              <a:t>        {</a:t>
            </a:r>
          </a:p>
          <a:p>
            <a:r>
              <a:t>          "source_id": "s061",</a:t>
            </a:r>
          </a:p>
          <a:p>
            <a:r>
              <a:t>          "quote": "項目5"</a:t>
            </a:r>
          </a:p>
          <a:p>
            <a:r>
              <a:t>        }</a:t>
            </a:r>
          </a:p>
          <a:p>
            <a:r>
              <a:t>      ],</a:t>
            </a:r>
          </a:p>
          <a:p>
            <a:r>
              <a:t>      "mode": "verbatim"</a:t>
            </a:r>
          </a:p>
          <a:p>
            <a:r>
              <a:t>    },</a:t>
            </a:r>
          </a:p>
          <a:p>
            <a:r>
              <a:t>    {</a:t>
            </a:r>
          </a:p>
          <a:p>
            <a:r>
              <a:t>      "text": "項目6",</a:t>
            </a:r>
          </a:p>
          <a:p>
            <a:r>
              <a:t>      "refs": [</a:t>
            </a:r>
          </a:p>
          <a:p>
            <a:r>
              <a:t>        {</a:t>
            </a:r>
          </a:p>
          <a:p>
            <a:r>
              <a:t>          "source_id": "s061",</a:t>
            </a:r>
          </a:p>
          <a:p>
            <a:r>
              <a:t>          "quote": "項目6"</a:t>
            </a:r>
          </a:p>
          <a:p>
            <a:r>
              <a:t>        }</a:t>
            </a:r>
          </a:p>
          <a:p>
            <a:r>
              <a:t>      ],</a:t>
            </a:r>
          </a:p>
          <a:p>
            <a:r>
              <a:t>      "mode": "verbatim"</a:t>
            </a:r>
          </a:p>
          <a:p>
            <a:r>
              <a:t>    },</a:t>
            </a:r>
          </a:p>
          <a:p>
            <a:r>
              <a:t>    {</a:t>
            </a:r>
          </a:p>
          <a:p>
            <a:r>
              <a:t>      "text": "項目7",</a:t>
            </a:r>
          </a:p>
          <a:p>
            <a:r>
              <a:t>      "refs": [</a:t>
            </a:r>
          </a:p>
          <a:p>
            <a:r>
              <a:t>        {</a:t>
            </a:r>
          </a:p>
          <a:p>
            <a:r>
              <a:t>          "source_id": "s061",</a:t>
            </a:r>
          </a:p>
          <a:p>
            <a:r>
              <a:t>          "quote": "項目7"</a:t>
            </a:r>
          </a:p>
          <a:p>
            <a:r>
              <a:t>        }</a:t>
            </a:r>
          </a:p>
          <a:p>
            <a:r>
              <a:t>      ],</a:t>
            </a:r>
          </a:p>
          <a:p>
            <a:r>
              <a:t>      "mode": "verbatim"</a:t>
            </a:r>
          </a:p>
          <a:p>
            <a:r>
              <a:t>    },</a:t>
            </a:r>
          </a:p>
          <a:p>
            <a:r>
              <a:t>    {</a:t>
            </a:r>
          </a:p>
          <a:p>
            <a:r>
              <a:t>      "text": "項目8",</a:t>
            </a:r>
          </a:p>
          <a:p>
            <a:r>
              <a:t>      "refs": [</a:t>
            </a:r>
          </a:p>
          <a:p>
            <a:r>
              <a:t>        {</a:t>
            </a:r>
          </a:p>
          <a:p>
            <a:r>
              <a:t>          "source_id": "s061",</a:t>
            </a:r>
          </a:p>
          <a:p>
            <a:r>
              <a:t>          "quote": "項目8"</a:t>
            </a:r>
          </a:p>
          <a:p>
            <a:r>
              <a:t>        }</a:t>
            </a:r>
          </a:p>
          <a:p>
            <a:r>
              <a:t>      ],</a:t>
            </a:r>
          </a:p>
          <a:p>
            <a:r>
              <a:t>      "mode": "verbatim"</a:t>
            </a:r>
          </a:p>
          <a:p>
            <a:r>
              <a:t>    },</a:t>
            </a:r>
          </a:p>
          <a:p>
            <a:r>
              <a:t>    {</a:t>
            </a:r>
          </a:p>
          <a:p>
            <a:r>
              <a:t>      "text": "項目9",</a:t>
            </a:r>
          </a:p>
          <a:p>
            <a:r>
              <a:t>      "refs": [</a:t>
            </a:r>
          </a:p>
          <a:p>
            <a:r>
              <a:t>        {</a:t>
            </a:r>
          </a:p>
          <a:p>
            <a:r>
              <a:t>          "source_id": "s061",</a:t>
            </a:r>
          </a:p>
          <a:p>
            <a:r>
              <a:t>          "quote": "項目9"</a:t>
            </a:r>
          </a:p>
          <a:p>
            <a:r>
              <a:t>        }</a:t>
            </a:r>
          </a:p>
          <a:p>
            <a:r>
              <a:t>      ],</a:t>
            </a:r>
          </a:p>
          <a:p>
            <a:r>
              <a:t>      "mode": "verbatim"</a:t>
            </a:r>
          </a:p>
          <a:p>
            <a:r>
              <a:t>    },</a:t>
            </a:r>
          </a:p>
          <a:p>
            <a:r>
              <a:t>    {</a:t>
            </a:r>
          </a:p>
          <a:p>
            <a:r>
              <a:t>      "text": "項目10",</a:t>
            </a:r>
          </a:p>
          <a:p>
            <a:r>
              <a:t>      "refs": [</a:t>
            </a:r>
          </a:p>
          <a:p>
            <a:r>
              <a:t>        {</a:t>
            </a:r>
          </a:p>
          <a:p>
            <a:r>
              <a:t>          "source_id": "s061",</a:t>
            </a:r>
          </a:p>
          <a:p>
            <a:r>
              <a:t>          "quote": "項目10"</a:t>
            </a:r>
          </a:p>
          <a:p>
            <a:r>
              <a:t>        }</a:t>
            </a:r>
          </a:p>
          <a:p>
            <a:r>
              <a:t>      ],</a:t>
            </a:r>
          </a:p>
          <a:p>
            <a:r>
              <a:t>      "mode": "verbatim"</a:t>
            </a:r>
          </a:p>
          <a:p>
            <a:r>
              <a:t>    },</a:t>
            </a:r>
          </a:p>
          <a:p>
            <a:r>
              <a:t>    {</a:t>
            </a:r>
          </a:p>
          <a:p>
            <a:r>
              <a:t>      "text": "項目11",</a:t>
            </a:r>
          </a:p>
          <a:p>
            <a:r>
              <a:t>      "refs": [</a:t>
            </a:r>
          </a:p>
          <a:p>
            <a:r>
              <a:t>        {</a:t>
            </a:r>
          </a:p>
          <a:p>
            <a:r>
              <a:t>          "source_id": "s061",</a:t>
            </a:r>
          </a:p>
          <a:p>
            <a:r>
              <a:t>          "quote": "項目11"</a:t>
            </a:r>
          </a:p>
          <a:p>
            <a:r>
              <a:t>        }</a:t>
            </a:r>
          </a:p>
          <a:p>
            <a:r>
              <a:t>      ],</a:t>
            </a:r>
          </a:p>
          <a:p>
            <a:r>
              <a:t>      "mode": "verbatim"</a:t>
            </a:r>
          </a:p>
          <a:p>
            <a:r>
              <a:t>    },</a:t>
            </a:r>
          </a:p>
          <a:p>
            <a:r>
              <a:t>    {</a:t>
            </a:r>
          </a:p>
          <a:p>
            <a:r>
              <a:t>      "text": "項目12",</a:t>
            </a:r>
          </a:p>
          <a:p>
            <a:r>
              <a:t>      "refs": [</a:t>
            </a:r>
          </a:p>
          <a:p>
            <a:r>
              <a:t>        {</a:t>
            </a:r>
          </a:p>
          <a:p>
            <a:r>
              <a:t>          "source_id": "s061",</a:t>
            </a:r>
          </a:p>
          <a:p>
            <a:r>
              <a:t>          "quote": "項目12"</a:t>
            </a:r>
          </a:p>
          <a:p>
            <a:r>
              <a:t>        }</a:t>
            </a:r>
          </a:p>
          <a:p>
            <a:r>
              <a:t>      ],</a:t>
            </a:r>
          </a:p>
          <a:p>
            <a:r>
              <a:t>      "mode": "verbatim"</a:t>
            </a:r>
          </a:p>
          <a:p>
            <a:r>
              <a:t>    },</a:t>
            </a:r>
          </a:p>
          <a:p>
            <a:r>
              <a:t>    {</a:t>
            </a:r>
          </a:p>
          <a:p>
            <a:r>
              <a:t>      "text": "項目15",</a:t>
            </a:r>
          </a:p>
          <a:p>
            <a:r>
              <a:t>      "refs": [</a:t>
            </a:r>
          </a:p>
          <a:p>
            <a:r>
              <a:t>        {</a:t>
            </a:r>
          </a:p>
          <a:p>
            <a:r>
              <a:t>          "source_id": "s061",</a:t>
            </a:r>
          </a:p>
          <a:p>
            <a:r>
              <a:t>          "quote": "項目15"</a:t>
            </a:r>
          </a:p>
          <a:p>
            <a:r>
              <a:t>        }</a:t>
            </a:r>
          </a:p>
          <a:p>
            <a:r>
              <a:t>      ],</a:t>
            </a:r>
          </a:p>
          <a:p>
            <a:r>
              <a:t>      "mode": "verbatim"</a:t>
            </a:r>
          </a:p>
          <a:p>
            <a:r>
              <a:t>    },</a:t>
            </a:r>
          </a:p>
          <a:p>
            <a:r>
              <a:t>    {</a:t>
            </a:r>
          </a:p>
          <a:p>
            <a:r>
              <a:t>      "text": "項目16",</a:t>
            </a:r>
          </a:p>
          <a:p>
            <a:r>
              <a:t>      "refs": [</a:t>
            </a:r>
          </a:p>
          <a:p>
            <a:r>
              <a:t>        {</a:t>
            </a:r>
          </a:p>
          <a:p>
            <a:r>
              <a:t>          "source_id": "s061",</a:t>
            </a:r>
          </a:p>
          <a:p>
            <a:r>
              <a:t>          "quote": "項目16"</a:t>
            </a:r>
          </a:p>
          <a:p>
            <a:r>
              <a:t>        }</a:t>
            </a:r>
          </a:p>
          <a:p>
            <a:r>
              <a:t>      ],</a:t>
            </a:r>
          </a:p>
          <a:p>
            <a:r>
              <a:t>      "mode": "verbatim"</a:t>
            </a:r>
          </a:p>
          <a:p>
            <a:r>
              <a:t>    },</a:t>
            </a:r>
          </a:p>
          <a:p>
            <a:r>
              <a:t>    {</a:t>
            </a:r>
          </a:p>
          <a:p>
            <a:r>
              <a:t>      "text": "項目17",</a:t>
            </a:r>
          </a:p>
          <a:p>
            <a:r>
              <a:t>      "refs": [</a:t>
            </a:r>
          </a:p>
          <a:p>
            <a:r>
              <a:t>        {</a:t>
            </a:r>
          </a:p>
          <a:p>
            <a:r>
              <a:t>          "source_id": "s061",</a:t>
            </a:r>
          </a:p>
          <a:p>
            <a:r>
              <a:t>          "quote": "項目17"</a:t>
            </a:r>
          </a:p>
          <a:p>
            <a:r>
              <a:t>        }</a:t>
            </a:r>
          </a:p>
          <a:p>
            <a:r>
              <a:t>      ],</a:t>
            </a:r>
          </a:p>
          <a:p>
            <a:r>
              <a:t>      "mode": "verbatim"</a:t>
            </a:r>
          </a:p>
          <a:p>
            <a:r>
              <a:t>    },</a:t>
            </a:r>
          </a:p>
          <a:p>
            <a:r>
              <a:t>    {</a:t>
            </a:r>
          </a:p>
          <a:p>
            <a:r>
              <a:t>      "text": "項目18",</a:t>
            </a:r>
          </a:p>
          <a:p>
            <a:r>
              <a:t>      "refs": [</a:t>
            </a:r>
          </a:p>
          <a:p>
            <a:r>
              <a:t>        {</a:t>
            </a:r>
          </a:p>
          <a:p>
            <a:r>
              <a:t>          "source_id": "s061",</a:t>
            </a:r>
          </a:p>
          <a:p>
            <a:r>
              <a:t>          "quote": "項目18"</a:t>
            </a:r>
          </a:p>
          <a:p>
            <a:r>
              <a:t>        }</a:t>
            </a:r>
          </a:p>
          <a:p>
            <a:r>
              <a:t>      ],</a:t>
            </a:r>
          </a:p>
          <a:p>
            <a:r>
              <a:t>      "mode": "verbatim"</a:t>
            </a:r>
          </a:p>
          <a:p>
            <a:r>
              <a:t>    },</a:t>
            </a:r>
          </a:p>
          <a:p>
            <a:r>
              <a:t>    {</a:t>
            </a:r>
          </a:p>
          <a:p>
            <a:r>
              <a:t>      "text": "項目19",</a:t>
            </a:r>
          </a:p>
          <a:p>
            <a:r>
              <a:t>      "refs": [</a:t>
            </a:r>
          </a:p>
          <a:p>
            <a:r>
              <a:t>        {</a:t>
            </a:r>
          </a:p>
          <a:p>
            <a:r>
              <a:t>          "source_id": "s061",</a:t>
            </a:r>
          </a:p>
          <a:p>
            <a:r>
              <a:t>          "quote": "項目19"</a:t>
            </a:r>
          </a:p>
          <a:p>
            <a:r>
              <a:t>        }</a:t>
            </a:r>
          </a:p>
          <a:p>
            <a:r>
              <a:t>      ],</a:t>
            </a:r>
          </a:p>
          <a:p>
            <a:r>
              <a:t>      "mode": "verbatim"</a:t>
            </a:r>
          </a:p>
          <a:p>
            <a:r>
              <a:t>    },</a:t>
            </a:r>
          </a:p>
          <a:p>
            <a:r>
              <a:t>    {</a:t>
            </a:r>
          </a:p>
          <a:p>
            <a:r>
              <a:t>      "text": "項目20",</a:t>
            </a:r>
          </a:p>
          <a:p>
            <a:r>
              <a:t>      "refs": [</a:t>
            </a:r>
          </a:p>
          <a:p>
            <a:r>
              <a:t>        {</a:t>
            </a:r>
          </a:p>
          <a:p>
            <a:r>
              <a:t>          "source_id": "s061",</a:t>
            </a:r>
          </a:p>
          <a:p>
            <a:r>
              <a:t>          "quote": "項目20"</a:t>
            </a:r>
          </a:p>
          <a:p>
            <a:r>
              <a:t>        }</a:t>
            </a:r>
          </a:p>
          <a:p>
            <a:r>
              <a:t>      ],</a:t>
            </a:r>
          </a:p>
          <a:p>
            <a:r>
              <a:t>      "mode": "verbatim"</a:t>
            </a:r>
          </a:p>
          <a:p>
            <a:r>
              <a:t>    },</a:t>
            </a:r>
          </a:p>
          <a:p>
            <a:r>
              <a:t>    {</a:t>
            </a:r>
          </a:p>
          <a:p>
            <a:r>
              <a:t>      "text": "項目21",</a:t>
            </a:r>
          </a:p>
          <a:p>
            <a:r>
              <a:t>      "refs": [</a:t>
            </a:r>
          </a:p>
          <a:p>
            <a:r>
              <a:t>        {</a:t>
            </a:r>
          </a:p>
          <a:p>
            <a:r>
              <a:t>          "source_id": "s061",</a:t>
            </a:r>
          </a:p>
          <a:p>
            <a:r>
              <a:t>          "quote": "項目21"</a:t>
            </a:r>
          </a:p>
          <a:p>
            <a:r>
              <a:t>        }</a:t>
            </a:r>
          </a:p>
          <a:p>
            <a:r>
              <a:t>      ],</a:t>
            </a:r>
          </a:p>
          <a:p>
            <a:r>
              <a:t>      "mode": "verbatim"</a:t>
            </a:r>
          </a:p>
          <a:p>
            <a:r>
              <a:t>    },</a:t>
            </a:r>
          </a:p>
          <a:p>
            <a:r>
              <a:t>    {</a:t>
            </a:r>
          </a:p>
          <a:p>
            <a:r>
              <a:t>      "text": "項目22",</a:t>
            </a:r>
          </a:p>
          <a:p>
            <a:r>
              <a:t>      "refs": [</a:t>
            </a:r>
          </a:p>
          <a:p>
            <a:r>
              <a:t>        {</a:t>
            </a:r>
          </a:p>
          <a:p>
            <a:r>
              <a:t>          "source_id": "s061",</a:t>
            </a:r>
          </a:p>
          <a:p>
            <a:r>
              <a:t>          "quote": "項目22"</a:t>
            </a:r>
          </a:p>
          <a:p>
            <a:r>
              <a:t>        }</a:t>
            </a:r>
          </a:p>
          <a:p>
            <a:r>
              <a:t>      ],</a:t>
            </a:r>
          </a:p>
          <a:p>
            <a:r>
              <a:t>      "mode": "verbatim"</a:t>
            </a:r>
          </a:p>
          <a:p>
            <a:r>
              <a:t>    },</a:t>
            </a:r>
          </a:p>
          <a:p>
            <a:r>
              <a:t>    {</a:t>
            </a:r>
          </a:p>
          <a:p>
            <a:r>
              <a:t>      "text": "項目23",</a:t>
            </a:r>
          </a:p>
          <a:p>
            <a:r>
              <a:t>      "refs": [</a:t>
            </a:r>
          </a:p>
          <a:p>
            <a:r>
              <a:t>        {</a:t>
            </a:r>
          </a:p>
          <a:p>
            <a:r>
              <a:t>          "source_id": "s061",</a:t>
            </a:r>
          </a:p>
          <a:p>
            <a:r>
              <a:t>          "quote": "項目23"</a:t>
            </a:r>
          </a:p>
          <a:p>
            <a:r>
              <a:t>        }</a:t>
            </a:r>
          </a:p>
          <a:p>
            <a:r>
              <a:t>      ],</a:t>
            </a:r>
          </a:p>
          <a:p>
            <a:r>
              <a:t>      "mode": "verbatim"</a:t>
            </a:r>
          </a:p>
          <a:p>
            <a:r>
              <a:t>    },</a:t>
            </a:r>
          </a:p>
          <a:p>
            <a:r>
              <a:t>    {</a:t>
            </a:r>
          </a:p>
          <a:p>
            <a:r>
              <a:t>      "text": "項目24",</a:t>
            </a:r>
          </a:p>
          <a:p>
            <a:r>
              <a:t>      "refs": [</a:t>
            </a:r>
          </a:p>
          <a:p>
            <a:r>
              <a:t>        {</a:t>
            </a:r>
          </a:p>
          <a:p>
            <a:r>
              <a:t>          "source_id": "s061",</a:t>
            </a:r>
          </a:p>
          <a:p>
            <a:r>
              <a:t>          "quote": "項目24"</a:t>
            </a:r>
          </a:p>
          <a:p>
            <a:r>
              <a:t>        }</a:t>
            </a:r>
          </a:p>
          <a:p>
            <a:r>
              <a:t>      ],</a:t>
            </a:r>
          </a:p>
          <a:p>
            <a:r>
              <a:t>      "mode": "verbatim"</a:t>
            </a:r>
          </a:p>
          <a:p>
            <a:r>
              <a:t>    },</a:t>
            </a:r>
          </a:p>
          <a:p>
            <a:r>
              <a:t>    {</a:t>
            </a:r>
          </a:p>
          <a:p>
            <a:r>
              <a:t>      "text": "項目25",</a:t>
            </a:r>
          </a:p>
          <a:p>
            <a:r>
              <a:t>      "refs": [</a:t>
            </a:r>
          </a:p>
          <a:p>
            <a:r>
              <a:t>        {</a:t>
            </a:r>
          </a:p>
          <a:p>
            <a:r>
              <a:t>          "source_id": "s061",</a:t>
            </a:r>
          </a:p>
          <a:p>
            <a:r>
              <a:t>          "quote": "項目25"</a:t>
            </a:r>
          </a:p>
          <a:p>
            <a:r>
              <a:t>        }</a:t>
            </a:r>
          </a:p>
          <a:p>
            <a:r>
              <a:t>      ],</a:t>
            </a:r>
          </a:p>
          <a:p>
            <a:r>
              <a:t>      "mode": "verbatim"</a:t>
            </a:r>
          </a:p>
          <a:p>
            <a:r>
              <a:t>    },</a:t>
            </a:r>
          </a:p>
          <a:p>
            <a:r>
              <a:t>    {</a:t>
            </a:r>
          </a:p>
          <a:p>
            <a:r>
              <a:t>      "text": "項目26",</a:t>
            </a:r>
          </a:p>
          <a:p>
            <a:r>
              <a:t>      "refs": [</a:t>
            </a:r>
          </a:p>
          <a:p>
            <a:r>
              <a:t>        {</a:t>
            </a:r>
          </a:p>
          <a:p>
            <a:r>
              <a:t>          "source_id": "s061",</a:t>
            </a:r>
          </a:p>
          <a:p>
            <a:r>
              <a:t>          "quote": "項目26"</a:t>
            </a:r>
          </a:p>
          <a:p>
            <a:r>
              <a:t>        }</a:t>
            </a:r>
          </a:p>
          <a:p>
            <a:r>
              <a:t>      ],</a:t>
            </a:r>
          </a:p>
          <a:p>
            <a:r>
              <a:t>      "mode": "verbatim"</a:t>
            </a:r>
          </a:p>
          <a:p>
            <a:r>
              <a:t>    },</a:t>
            </a:r>
          </a:p>
          <a:p>
            <a:r>
              <a:t>    {</a:t>
            </a:r>
          </a:p>
          <a:p>
            <a:r>
              <a:t>      "text": "項目27",</a:t>
            </a:r>
          </a:p>
          <a:p>
            <a:r>
              <a:t>      "refs": [</a:t>
            </a:r>
          </a:p>
          <a:p>
            <a:r>
              <a:t>        {</a:t>
            </a:r>
          </a:p>
          <a:p>
            <a:r>
              <a:t>          "source_id": "s061",</a:t>
            </a:r>
          </a:p>
          <a:p>
            <a:r>
              <a:t>          "quote": "項目27"</a:t>
            </a:r>
          </a:p>
          <a:p>
            <a:r>
              <a:t>        }</a:t>
            </a:r>
          </a:p>
          <a:p>
            <a:r>
              <a:t>      ],</a:t>
            </a:r>
          </a:p>
          <a:p>
            <a:r>
              <a:t>      "mode": "verbatim"</a:t>
            </a:r>
          </a:p>
          <a:p>
            <a:r>
              <a:t>    },</a:t>
            </a:r>
          </a:p>
          <a:p>
            <a:r>
              <a:t>    {</a:t>
            </a:r>
          </a:p>
          <a:p>
            <a:r>
              <a:t>      "text": "項目28",</a:t>
            </a:r>
          </a:p>
          <a:p>
            <a:r>
              <a:t>      "refs": [</a:t>
            </a:r>
          </a:p>
          <a:p>
            <a:r>
              <a:t>        {</a:t>
            </a:r>
          </a:p>
          <a:p>
            <a:r>
              <a:t>          "source_id": "s061",</a:t>
            </a:r>
          </a:p>
          <a:p>
            <a:r>
              <a:t>          "quote": "項目28"</a:t>
            </a:r>
          </a:p>
          <a:p>
            <a:r>
              <a:t>        }</a:t>
            </a:r>
          </a:p>
          <a:p>
            <a:r>
              <a:t>      ],</a:t>
            </a:r>
          </a:p>
          <a:p>
            <a:r>
              <a:t>      "mode": "verbatim"</a:t>
            </a:r>
          </a:p>
          <a:p>
            <a:r>
              <a:t>    },</a:t>
            </a:r>
          </a:p>
          <a:p>
            <a:r>
              <a:t>    {</a:t>
            </a:r>
          </a:p>
          <a:p>
            <a:r>
              <a:t>      "text": "項目29",</a:t>
            </a:r>
          </a:p>
          <a:p>
            <a:r>
              <a:t>      "refs": [</a:t>
            </a:r>
          </a:p>
          <a:p>
            <a:r>
              <a:t>        {</a:t>
            </a:r>
          </a:p>
          <a:p>
            <a:r>
              <a:t>          "source_id": "s061",</a:t>
            </a:r>
          </a:p>
          <a:p>
            <a:r>
              <a:t>          "quote": "項目29"</a:t>
            </a:r>
          </a:p>
          <a:p>
            <a:r>
              <a:t>        }</a:t>
            </a:r>
          </a:p>
          <a:p>
            <a:r>
              <a:t>      ],</a:t>
            </a:r>
          </a:p>
          <a:p>
            <a:r>
              <a:t>      "mode": "verbatim"</a:t>
            </a:r>
          </a:p>
          <a:p>
            <a:r>
              <a:t>    },</a:t>
            </a:r>
          </a:p>
          <a:p>
            <a:r>
              <a:t>    {</a:t>
            </a:r>
          </a:p>
          <a:p>
            <a:r>
              <a:t>      "text": "項目30",</a:t>
            </a:r>
          </a:p>
          <a:p>
            <a:r>
              <a:t>      "refs": [</a:t>
            </a:r>
          </a:p>
          <a:p>
            <a:r>
              <a:t>        {</a:t>
            </a:r>
          </a:p>
          <a:p>
            <a:r>
              <a:t>          "source_id": "s061",</a:t>
            </a:r>
          </a:p>
          <a:p>
            <a:r>
              <a:t>          "quote": "項目30"</a:t>
            </a:r>
          </a:p>
          <a:p>
            <a:r>
              <a:t>        }</a:t>
            </a:r>
          </a:p>
          <a:p>
            <a:r>
              <a:t>      ],</a:t>
            </a:r>
          </a:p>
          <a:p>
            <a:r>
              <a:t>      "mode": "verbatim"</a:t>
            </a:r>
          </a:p>
          <a:p>
            <a:r>
              <a:t>    },</a:t>
            </a:r>
          </a:p>
          <a:p>
            <a:r>
              <a:t>    {</a:t>
            </a:r>
          </a:p>
          <a:p>
            <a:r>
              <a:t>      "text": "項目31",</a:t>
            </a:r>
          </a:p>
          <a:p>
            <a:r>
              <a:t>      "refs": [</a:t>
            </a:r>
          </a:p>
          <a:p>
            <a:r>
              <a:t>        {</a:t>
            </a:r>
          </a:p>
          <a:p>
            <a:r>
              <a:t>          "source_id": "s061",</a:t>
            </a:r>
          </a:p>
          <a:p>
            <a:r>
              <a:t>          "quote": "項目31"</a:t>
            </a:r>
          </a:p>
          <a:p>
            <a:r>
              <a:t>        }</a:t>
            </a:r>
          </a:p>
          <a:p>
            <a:r>
              <a:t>      ],</a:t>
            </a:r>
          </a:p>
          <a:p>
            <a:r>
              <a:t>      "mode": "verbatim"</a:t>
            </a:r>
          </a:p>
          <a:p>
            <a:r>
              <a:t>    },</a:t>
            </a:r>
          </a:p>
          <a:p>
            <a:r>
              <a:t>    {</a:t>
            </a:r>
          </a:p>
          <a:p>
            <a:r>
              <a:t>      "text": "項目32",</a:t>
            </a:r>
          </a:p>
          <a:p>
            <a:r>
              <a:t>      "refs": [</a:t>
            </a:r>
          </a:p>
          <a:p>
            <a:r>
              <a:t>        {</a:t>
            </a:r>
          </a:p>
          <a:p>
            <a:r>
              <a:t>          "source_id": "s061",</a:t>
            </a:r>
          </a:p>
          <a:p>
            <a:r>
              <a:t>          "quote": "項目32"</a:t>
            </a:r>
          </a:p>
          <a:p>
            <a:r>
              <a:t>        }</a:t>
            </a:r>
          </a:p>
          <a:p>
            <a:r>
              <a:t>      ],</a:t>
            </a:r>
          </a:p>
          <a:p>
            <a:r>
              <a:t>      "mode": "verbatim"</a:t>
            </a:r>
          </a:p>
          <a:p>
            <a:r>
              <a:t>    },</a:t>
            </a:r>
          </a:p>
          <a:p>
            <a:r>
              <a:t>    {</a:t>
            </a:r>
          </a:p>
          <a:p>
            <a:r>
              <a:t>      "text": "項目33",</a:t>
            </a:r>
          </a:p>
          <a:p>
            <a:r>
              <a:t>      "refs": [</a:t>
            </a:r>
          </a:p>
          <a:p>
            <a:r>
              <a:t>        {</a:t>
            </a:r>
          </a:p>
          <a:p>
            <a:r>
              <a:t>          "source_id": "s061",</a:t>
            </a:r>
          </a:p>
          <a:p>
            <a:r>
              <a:t>          "quote": "項目33"</a:t>
            </a:r>
          </a:p>
          <a:p>
            <a:r>
              <a:t>        }</a:t>
            </a:r>
          </a:p>
          <a:p>
            <a:r>
              <a:t>      ],</a:t>
            </a:r>
          </a:p>
          <a:p>
            <a:r>
              <a:t>      "mode": "verbatim"</a:t>
            </a:r>
          </a:p>
          <a:p>
            <a:r>
              <a:t>    },</a:t>
            </a:r>
          </a:p>
          <a:p>
            <a:r>
              <a:t>    {</a:t>
            </a:r>
          </a:p>
          <a:p>
            <a:r>
              <a:t>      "value": 0.0,</a:t>
            </a:r>
          </a:p>
          <a:p>
            <a:r>
              <a:t>      "refs": [</a:t>
            </a:r>
          </a:p>
          <a:p>
            <a:r>
              <a:t>        {</a:t>
            </a:r>
          </a:p>
          <a:p>
            <a:r>
              <a:t>          "source_id": "s061",</a:t>
            </a:r>
          </a:p>
          <a:p>
            <a:r>
              <a:t>          "quote": "0"</a:t>
            </a:r>
          </a:p>
          <a:p>
            <a:r>
              <a:t>        }</a:t>
            </a:r>
          </a:p>
          <a:p>
            <a:r>
              <a:t>      ]</a:t>
            </a:r>
          </a:p>
          <a:p>
            <a:r>
              <a:t>    },</a:t>
            </a:r>
          </a:p>
          <a:p>
            <a:r>
              <a:t>    {</a:t>
            </a:r>
          </a:p>
          <a:p>
            <a:r>
              <a:t>      "value": 1.0,</a:t>
            </a:r>
          </a:p>
          <a:p>
            <a:r>
              <a:t>      "refs": [</a:t>
            </a:r>
          </a:p>
          <a:p>
            <a:r>
              <a:t>        {</a:t>
            </a:r>
          </a:p>
          <a:p>
            <a:r>
              <a:t>          "source_id": "s061",</a:t>
            </a:r>
          </a:p>
          <a:p>
            <a:r>
              <a:t>          "quote": "1"</a:t>
            </a:r>
          </a:p>
          <a:p>
            <a:r>
              <a:t>        }</a:t>
            </a:r>
          </a:p>
          <a:p>
            <a:r>
              <a:t>      ]</a:t>
            </a:r>
          </a:p>
          <a:p>
            <a:r>
              <a:t>    },</a:t>
            </a:r>
          </a:p>
          <a:p>
            <a:r>
              <a:t>    {</a:t>
            </a:r>
          </a:p>
          <a:p>
            <a:r>
              <a:t>      "value": 1.0,</a:t>
            </a:r>
          </a:p>
          <a:p>
            <a:r>
              <a:t>      "refs": [</a:t>
            </a:r>
          </a:p>
          <a:p>
            <a:r>
              <a:t>        {</a:t>
            </a:r>
          </a:p>
          <a:p>
            <a:r>
              <a:t>          "source_id": "s061",</a:t>
            </a:r>
          </a:p>
          <a:p>
            <a:r>
              <a:t>          "quote": "1"</a:t>
            </a:r>
          </a:p>
          <a:p>
            <a:r>
              <a:t>        }</a:t>
            </a:r>
          </a:p>
          <a:p>
            <a:r>
              <a:t>      ]</a:t>
            </a:r>
          </a:p>
          <a:p>
            <a:r>
              <a:t>    },</a:t>
            </a:r>
          </a:p>
          <a:p>
            <a:r>
              <a:t>    {</a:t>
            </a:r>
          </a:p>
          <a:p>
            <a:r>
              <a:t>      "value": 3.0,</a:t>
            </a:r>
          </a:p>
          <a:p>
            <a:r>
              <a:t>      "refs": [</a:t>
            </a:r>
          </a:p>
          <a:p>
            <a:r>
              <a:t>        {</a:t>
            </a:r>
          </a:p>
          <a:p>
            <a:r>
              <a:t>          "source_id": "s061",</a:t>
            </a:r>
          </a:p>
          <a:p>
            <a:r>
              <a:t>          "quote": "3"</a:t>
            </a:r>
          </a:p>
          <a:p>
            <a:r>
              <a:t>        }</a:t>
            </a:r>
          </a:p>
          <a:p>
            <a:r>
              <a:t>      ]</a:t>
            </a:r>
          </a:p>
          <a:p>
            <a:r>
              <a:t>    },</a:t>
            </a:r>
          </a:p>
          <a:p>
            <a:r>
              <a:t>    {</a:t>
            </a:r>
          </a:p>
          <a:p>
            <a:r>
              <a:t>      "value": 2.0,</a:t>
            </a:r>
          </a:p>
          <a:p>
            <a:r>
              <a:t>      "refs": [</a:t>
            </a:r>
          </a:p>
          <a:p>
            <a:r>
              <a:t>        {</a:t>
            </a:r>
          </a:p>
          <a:p>
            <a:r>
              <a:t>          "source_id": "s061",</a:t>
            </a:r>
          </a:p>
          <a:p>
            <a:r>
              <a:t>          "quote": "2"</a:t>
            </a:r>
          </a:p>
          <a:p>
            <a:r>
              <a:t>        }</a:t>
            </a:r>
          </a:p>
          <a:p>
            <a:r>
              <a:t>      ]</a:t>
            </a:r>
          </a:p>
          <a:p>
            <a:r>
              <a:t>    },</a:t>
            </a:r>
          </a:p>
          <a:p>
            <a:r>
              <a:t>    {</a:t>
            </a:r>
          </a:p>
          <a:p>
            <a:r>
              <a:t>      "value": 3.0,</a:t>
            </a:r>
          </a:p>
          <a:p>
            <a:r>
              <a:t>      "refs": [</a:t>
            </a:r>
          </a:p>
          <a:p>
            <a:r>
              <a:t>        {</a:t>
            </a:r>
          </a:p>
          <a:p>
            <a:r>
              <a:t>          "source_id": "s061",</a:t>
            </a:r>
          </a:p>
          <a:p>
            <a:r>
              <a:t>          "quote": "3"</a:t>
            </a:r>
          </a:p>
          <a:p>
            <a:r>
              <a:t>        }</a:t>
            </a:r>
          </a:p>
          <a:p>
            <a:r>
              <a:t>      ]</a:t>
            </a:r>
          </a:p>
          <a:p>
            <a:r>
              <a:t>    },</a:t>
            </a:r>
          </a:p>
          <a:p>
            <a:r>
              <a:t>    {</a:t>
            </a:r>
          </a:p>
          <a:p>
            <a:r>
              <a:t>      "value": 3.0,</a:t>
            </a:r>
          </a:p>
          <a:p>
            <a:r>
              <a:t>      "refs": [</a:t>
            </a:r>
          </a:p>
          <a:p>
            <a:r>
              <a:t>        {</a:t>
            </a:r>
          </a:p>
          <a:p>
            <a:r>
              <a:t>          "source_id": "s061",</a:t>
            </a:r>
          </a:p>
          <a:p>
            <a:r>
              <a:t>          "quote": "3"</a:t>
            </a:r>
          </a:p>
          <a:p>
            <a:r>
              <a:t>        }</a:t>
            </a:r>
          </a:p>
          <a:p>
            <a:r>
              <a:t>      ]</a:t>
            </a:r>
          </a:p>
          <a:p>
            <a:r>
              <a:t>    },</a:t>
            </a:r>
          </a:p>
          <a:p>
            <a:r>
              <a:t>    {</a:t>
            </a:r>
          </a:p>
          <a:p>
            <a:r>
              <a:t>      "value": 5.0,</a:t>
            </a:r>
          </a:p>
          <a:p>
            <a:r>
              <a:t>      "refs": [</a:t>
            </a:r>
          </a:p>
          <a:p>
            <a:r>
              <a:t>        {</a:t>
            </a:r>
          </a:p>
          <a:p>
            <a:r>
              <a:t>          "source_id": "s061",</a:t>
            </a:r>
          </a:p>
          <a:p>
            <a:r>
              <a:t>          "quote": "5"</a:t>
            </a:r>
          </a:p>
          <a:p>
            <a:r>
              <a:t>        }</a:t>
            </a:r>
          </a:p>
          <a:p>
            <a:r>
              <a:t>      ]</a:t>
            </a:r>
          </a:p>
          <a:p>
            <a:r>
              <a:t>    },</a:t>
            </a:r>
          </a:p>
          <a:p>
            <a:r>
              <a:t>    {</a:t>
            </a:r>
          </a:p>
          <a:p>
            <a:r>
              <a:t>      "value": 4.0,</a:t>
            </a:r>
          </a:p>
          <a:p>
            <a:r>
              <a:t>      "refs": [</a:t>
            </a:r>
          </a:p>
          <a:p>
            <a:r>
              <a:t>        {</a:t>
            </a:r>
          </a:p>
          <a:p>
            <a:r>
              <a:t>          "source_id": "s061",</a:t>
            </a:r>
          </a:p>
          <a:p>
            <a:r>
              <a:t>          "quote": "4"</a:t>
            </a:r>
          </a:p>
          <a:p>
            <a:r>
              <a:t>        }</a:t>
            </a:r>
          </a:p>
          <a:p>
            <a:r>
              <a:t>      ]</a:t>
            </a:r>
          </a:p>
          <a:p>
            <a:r>
              <a:t>    },</a:t>
            </a:r>
          </a:p>
          <a:p>
            <a:r>
              <a:t>    {</a:t>
            </a:r>
          </a:p>
          <a:p>
            <a:r>
              <a:t>      "value": 6.0,</a:t>
            </a:r>
          </a:p>
          <a:p>
            <a:r>
              <a:t>      "refs": [</a:t>
            </a:r>
          </a:p>
          <a:p>
            <a:r>
              <a:t>        {</a:t>
            </a:r>
          </a:p>
          <a:p>
            <a:r>
              <a:t>          "source_id": "s061",</a:t>
            </a:r>
          </a:p>
          <a:p>
            <a:r>
              <a:t>          "quote": "6"</a:t>
            </a:r>
          </a:p>
          <a:p>
            <a:r>
              <a:t>        }</a:t>
            </a:r>
          </a:p>
          <a:p>
            <a:r>
              <a:t>      ]</a:t>
            </a:r>
          </a:p>
          <a:p>
            <a:r>
              <a:t>    },</a:t>
            </a:r>
          </a:p>
          <a:p>
            <a:r>
              <a:t>    {</a:t>
            </a:r>
          </a:p>
          <a:p>
            <a:r>
              <a:t>      "value": 8.0,</a:t>
            </a:r>
          </a:p>
          <a:p>
            <a:r>
              <a:t>      "refs": [</a:t>
            </a:r>
          </a:p>
          <a:p>
            <a:r>
              <a:t>        {</a:t>
            </a:r>
          </a:p>
          <a:p>
            <a:r>
              <a:t>          "source_id": "s061",</a:t>
            </a:r>
          </a:p>
          <a:p>
            <a:r>
              <a:t>          "quote": "8"</a:t>
            </a:r>
          </a:p>
          <a:p>
            <a:r>
              <a:t>        }</a:t>
            </a:r>
          </a:p>
          <a:p>
            <a:r>
              <a:t>      ]</a:t>
            </a:r>
          </a:p>
          <a:p>
            <a:r>
              <a:t>    },</a:t>
            </a:r>
          </a:p>
          <a:p>
            <a:r>
              <a:t>    {</a:t>
            </a:r>
          </a:p>
          <a:p>
            <a:r>
              <a:t>      "value": 10.0,</a:t>
            </a:r>
          </a:p>
          <a:p>
            <a:r>
              <a:t>      "refs": [</a:t>
            </a:r>
          </a:p>
          <a:p>
            <a:r>
              <a:t>        {</a:t>
            </a:r>
          </a:p>
          <a:p>
            <a:r>
              <a:t>          "source_id": "s061",</a:t>
            </a:r>
          </a:p>
          <a:p>
            <a:r>
              <a:t>          "quote": "10"</a:t>
            </a:r>
          </a:p>
          <a:p>
            <a:r>
              <a:t>        }</a:t>
            </a:r>
          </a:p>
          <a:p>
            <a:r>
              <a:t>      ]</a:t>
            </a:r>
          </a:p>
          <a:p>
            <a:r>
              <a:t>    },</a:t>
            </a:r>
          </a:p>
          <a:p>
            <a:r>
              <a:t>    {</a:t>
            </a:r>
          </a:p>
          <a:p>
            <a:r>
              <a:t>      "value": 10.0,</a:t>
            </a:r>
          </a:p>
          <a:p>
            <a:r>
              <a:t>      "refs": [</a:t>
            </a:r>
          </a:p>
          <a:p>
            <a:r>
              <a:t>        {</a:t>
            </a:r>
          </a:p>
          <a:p>
            <a:r>
              <a:t>          "source_id": "s061",</a:t>
            </a:r>
          </a:p>
          <a:p>
            <a:r>
              <a:t>          "quote": "10"</a:t>
            </a:r>
          </a:p>
          <a:p>
            <a:r>
              <a:t>        }</a:t>
            </a:r>
          </a:p>
          <a:p>
            <a:r>
              <a:t>      ]</a:t>
            </a:r>
          </a:p>
          <a:p>
            <a:r>
              <a:t>    },</a:t>
            </a:r>
          </a:p>
          <a:p>
            <a:r>
              <a:t>    {</a:t>
            </a:r>
          </a:p>
          <a:p>
            <a:r>
              <a:t>      "value": 12.0,</a:t>
            </a:r>
          </a:p>
          <a:p>
            <a:r>
              <a:t>      "refs": [</a:t>
            </a:r>
          </a:p>
          <a:p>
            <a:r>
              <a:t>        {</a:t>
            </a:r>
          </a:p>
          <a:p>
            <a:r>
              <a:t>          "source_id": "s061",</a:t>
            </a:r>
          </a:p>
          <a:p>
            <a:r>
              <a:t>          "quote": "12"</a:t>
            </a:r>
          </a:p>
          <a:p>
            <a:r>
              <a:t>        }</a:t>
            </a:r>
          </a:p>
          <a:p>
            <a:r>
              <a:t>      ]</a:t>
            </a:r>
          </a:p>
          <a:p>
            <a:r>
              <a:t>    }</a:t>
            </a:r>
          </a:p>
          <a:p>
            <a:r>
              <a:t>  ],</a:t>
            </a:r>
          </a:p>
          <a:p>
            <a:r>
              <a:t>  "citations": {</a:t>
            </a:r>
          </a:p>
          <a:p>
            <a:r>
              <a:t>    "s061": "Public MIT sample: templates/freeform_parts_more_16x9.html section 34"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"6a90d697f1805271c1a48e0a7c9234be41feb8e2043094a07aa57b65f85a9767"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"slide062",</a:t>
            </a:r>
          </a:p>
          <a:p>
            <a:r>
              <a:t>  "origin": "catalog",</a:t>
            </a:r>
          </a:p>
          <a:p>
            <a:r>
              <a:t>  "layout_id": "decision_page",</a:t>
            </a:r>
          </a:p>
          <a:p>
            <a:r>
              <a:t>  "variant": "cool",</a:t>
            </a:r>
          </a:p>
          <a:p>
            <a:r>
              <a:t>  "rationale": "Public template fixture; short fictional slot content; no private data.",</a:t>
            </a:r>
          </a:p>
          <a:p>
            <a:r>
              <a:t>  "source_sha256": "d4885dde561f13dbd55d7194583c650a529e25347b76e286d4a83e6998e0a794",</a:t>
            </a:r>
          </a:p>
          <a:p>
            <a:r>
              <a:t>  "evidence": [</a:t>
            </a:r>
          </a:p>
          <a:p>
            <a:r>
              <a:t>    {</a:t>
            </a:r>
          </a:p>
          <a:p>
            <a:r>
              <a:t>      "text": "意思決定ページ",</a:t>
            </a:r>
          </a:p>
          <a:p>
            <a:r>
              <a:t>      "refs": [</a:t>
            </a:r>
          </a:p>
          <a:p>
            <a:r>
              <a:t>        {</a:t>
            </a:r>
          </a:p>
          <a:p>
            <a:r>
              <a:t>          "source_id": "s062",</a:t>
            </a:r>
          </a:p>
          <a:p>
            <a:r>
              <a:t>          "quote": "意思決定ページ"</a:t>
            </a:r>
          </a:p>
          <a:p>
            <a:r>
              <a:t>        }</a:t>
            </a:r>
          </a:p>
          <a:p>
            <a:r>
              <a:t>      ],</a:t>
            </a:r>
          </a:p>
          <a:p>
            <a:r>
              <a:t>      "mode": "verbatim"</a:t>
            </a:r>
          </a:p>
          <a:p>
            <a:r>
              <a:t>    },</a:t>
            </a:r>
          </a:p>
          <a:p>
            <a:r>
              <a:t>    {</a:t>
            </a:r>
          </a:p>
          <a:p>
            <a:r>
              <a:t>      "text": "出典：公開見本",</a:t>
            </a:r>
          </a:p>
          <a:p>
            <a:r>
              <a:t>      "refs": [</a:t>
            </a:r>
          </a:p>
          <a:p>
            <a:r>
              <a:t>        {</a:t>
            </a:r>
          </a:p>
          <a:p>
            <a:r>
              <a:t>          "source_id": "s062",</a:t>
            </a:r>
          </a:p>
          <a:p>
            <a:r>
              <a:t>          "quote": "出典：公開見本"</a:t>
            </a:r>
          </a:p>
          <a:p>
            <a:r>
              <a:t>        }</a:t>
            </a:r>
          </a:p>
          <a:p>
            <a:r>
              <a:t>      ],</a:t>
            </a:r>
          </a:p>
          <a:p>
            <a:r>
              <a:t>      "mode": "verbatim"</a:t>
            </a:r>
          </a:p>
          <a:p>
            <a:r>
              <a:t>    },</a:t>
            </a:r>
          </a:p>
          <a:p>
            <a:r>
              <a:t>    {</a:t>
            </a:r>
          </a:p>
          <a:p>
            <a:r>
              <a:t>      "text": "推奨する意思決定",</a:t>
            </a:r>
          </a:p>
          <a:p>
            <a:r>
              <a:t>      "refs": [</a:t>
            </a:r>
          </a:p>
          <a:p>
            <a:r>
              <a:t>        {</a:t>
            </a:r>
          </a:p>
          <a:p>
            <a:r>
              <a:t>          "source_id": "s062",</a:t>
            </a:r>
          </a:p>
          <a:p>
            <a:r>
              <a:t>          "quote": "推奨する意思決定"</a:t>
            </a:r>
          </a:p>
          <a:p>
            <a:r>
              <a:t>        }</a:t>
            </a:r>
          </a:p>
          <a:p>
            <a:r>
              <a:t>      ],</a:t>
            </a:r>
          </a:p>
          <a:p>
            <a:r>
              <a:t>      "mode": "verbatim"</a:t>
            </a:r>
          </a:p>
          <a:p>
            <a:r>
              <a:t>    },</a:t>
            </a:r>
          </a:p>
          <a:p>
            <a:r>
              <a:t>    {</a:t>
            </a:r>
          </a:p>
          <a:p>
            <a:r>
              <a:t>      "text": "記載例1",</a:t>
            </a:r>
          </a:p>
          <a:p>
            <a:r>
              <a:t>      "refs": [</a:t>
            </a:r>
          </a:p>
          <a:p>
            <a:r>
              <a:t>        {</a:t>
            </a:r>
          </a:p>
          <a:p>
            <a:r>
              <a:t>          "source_id": "s062",</a:t>
            </a:r>
          </a:p>
          <a:p>
            <a:r>
              <a:t>          "quote": "記載例1"</a:t>
            </a:r>
          </a:p>
          <a:p>
            <a:r>
              <a:t>        }</a:t>
            </a:r>
          </a:p>
          <a:p>
            <a:r>
              <a:t>      ],</a:t>
            </a:r>
          </a:p>
          <a:p>
            <a:r>
              <a:t>      "mode": "verbatim"</a:t>
            </a:r>
          </a:p>
          <a:p>
            <a:r>
              <a:t>    },</a:t>
            </a:r>
          </a:p>
          <a:p>
            <a:r>
              <a:t>    {</a:t>
            </a:r>
          </a:p>
          <a:p>
            <a:r>
              <a:t>      "text": "1",</a:t>
            </a:r>
          </a:p>
          <a:p>
            <a:r>
              <a:t>      "refs": [</a:t>
            </a:r>
          </a:p>
          <a:p>
            <a:r>
              <a:t>        {</a:t>
            </a:r>
          </a:p>
          <a:p>
            <a:r>
              <a:t>          "source_id": "s062",</a:t>
            </a:r>
          </a:p>
          <a:p>
            <a:r>
              <a:t>          "quote": "1"</a:t>
            </a:r>
          </a:p>
          <a:p>
            <a:r>
              <a:t>        }</a:t>
            </a:r>
          </a:p>
          <a:p>
            <a:r>
              <a:t>      ],</a:t>
            </a:r>
          </a:p>
          <a:p>
            <a:r>
              <a:t>      "mode": "verbatim"</a:t>
            </a:r>
          </a:p>
          <a:p>
            <a:r>
              <a:t>    },</a:t>
            </a:r>
          </a:p>
          <a:p>
            <a:r>
              <a:t>    {</a:t>
            </a:r>
          </a:p>
          <a:p>
            <a:r>
              <a:t>      "text": "記載例2",</a:t>
            </a:r>
          </a:p>
          <a:p>
            <a:r>
              <a:t>      "refs": [</a:t>
            </a:r>
          </a:p>
          <a:p>
            <a:r>
              <a:t>        {</a:t>
            </a:r>
          </a:p>
          <a:p>
            <a:r>
              <a:t>          "source_id": "s062",</a:t>
            </a:r>
          </a:p>
          <a:p>
            <a:r>
              <a:t>          "quote": "記載例2"</a:t>
            </a:r>
          </a:p>
          <a:p>
            <a:r>
              <a:t>        }</a:t>
            </a:r>
          </a:p>
          <a:p>
            <a:r>
              <a:t>      ],</a:t>
            </a:r>
          </a:p>
          <a:p>
            <a:r>
              <a:t>      "mode": "verbatim"</a:t>
            </a:r>
          </a:p>
          <a:p>
            <a:r>
              <a:t>    },</a:t>
            </a:r>
          </a:p>
          <a:p>
            <a:r>
              <a:t>    {</a:t>
            </a:r>
          </a:p>
          <a:p>
            <a:r>
              <a:t>      "text": "2",</a:t>
            </a:r>
          </a:p>
          <a:p>
            <a:r>
              <a:t>      "refs": [</a:t>
            </a:r>
          </a:p>
          <a:p>
            <a:r>
              <a:t>        {</a:t>
            </a:r>
          </a:p>
          <a:p>
            <a:r>
              <a:t>          "source_id": "s062",</a:t>
            </a:r>
          </a:p>
          <a:p>
            <a:r>
              <a:t>          "quote": "2"</a:t>
            </a:r>
          </a:p>
          <a:p>
            <a:r>
              <a:t>        }</a:t>
            </a:r>
          </a:p>
          <a:p>
            <a:r>
              <a:t>      ],</a:t>
            </a:r>
          </a:p>
          <a:p>
            <a:r>
              <a:t>      "mode": "verbatim"</a:t>
            </a:r>
          </a:p>
          <a:p>
            <a:r>
              <a:t>    },</a:t>
            </a:r>
          </a:p>
          <a:p>
            <a:r>
              <a:t>    {</a:t>
            </a:r>
          </a:p>
          <a:p>
            <a:r>
              <a:t>      "text": "記載例3",</a:t>
            </a:r>
          </a:p>
          <a:p>
            <a:r>
              <a:t>      "refs": [</a:t>
            </a:r>
          </a:p>
          <a:p>
            <a:r>
              <a:t>        {</a:t>
            </a:r>
          </a:p>
          <a:p>
            <a:r>
              <a:t>          "source_id": "s062",</a:t>
            </a:r>
          </a:p>
          <a:p>
            <a:r>
              <a:t>          "quote": "記載例3"</a:t>
            </a:r>
          </a:p>
          <a:p>
            <a:r>
              <a:t>        }</a:t>
            </a:r>
          </a:p>
          <a:p>
            <a:r>
              <a:t>      ],</a:t>
            </a:r>
          </a:p>
          <a:p>
            <a:r>
              <a:t>      "mode": "verbatim"</a:t>
            </a:r>
          </a:p>
          <a:p>
            <a:r>
              <a:t>    },</a:t>
            </a:r>
          </a:p>
          <a:p>
            <a:r>
              <a:t>    {</a:t>
            </a:r>
          </a:p>
          <a:p>
            <a:r>
              <a:t>      "text": "3",</a:t>
            </a:r>
          </a:p>
          <a:p>
            <a:r>
              <a:t>      "refs": [</a:t>
            </a:r>
          </a:p>
          <a:p>
            <a:r>
              <a:t>        {</a:t>
            </a:r>
          </a:p>
          <a:p>
            <a:r>
              <a:t>          "source_id": "s062",</a:t>
            </a:r>
          </a:p>
          <a:p>
            <a:r>
              <a:t>          "quote": "3"</a:t>
            </a:r>
          </a:p>
          <a:p>
            <a:r>
              <a:t>        }</a:t>
            </a:r>
          </a:p>
          <a:p>
            <a:r>
              <a:t>      ],</a:t>
            </a:r>
          </a:p>
          <a:p>
            <a:r>
              <a:t>      "mode": "verbatim"</a:t>
            </a:r>
          </a:p>
          <a:p>
            <a:r>
              <a:t>    },</a:t>
            </a:r>
          </a:p>
          <a:p>
            <a:r>
              <a:t>    {</a:t>
            </a:r>
          </a:p>
          <a:p>
            <a:r>
              <a:t>      "text": "記載例4",</a:t>
            </a:r>
          </a:p>
          <a:p>
            <a:r>
              <a:t>      "refs": [</a:t>
            </a:r>
          </a:p>
          <a:p>
            <a:r>
              <a:t>        {</a:t>
            </a:r>
          </a:p>
          <a:p>
            <a:r>
              <a:t>          "source_id": "s062",</a:t>
            </a:r>
          </a:p>
          <a:p>
            <a:r>
              <a:t>          "quote": "記載例4"</a:t>
            </a:r>
          </a:p>
          <a:p>
            <a:r>
              <a:t>        }</a:t>
            </a:r>
          </a:p>
          <a:p>
            <a:r>
              <a:t>      ],</a:t>
            </a:r>
          </a:p>
          <a:p>
            <a:r>
              <a:t>      "mode": "verbatim"</a:t>
            </a:r>
          </a:p>
          <a:p>
            <a:r>
              <a:t>    }</a:t>
            </a:r>
          </a:p>
          <a:p>
            <a:r>
              <a:t>  ],</a:t>
            </a:r>
          </a:p>
          <a:p>
            <a:r>
              <a:t>  "citations": {</a:t>
            </a:r>
          </a:p>
          <a:p>
            <a:r>
              <a:t>    "s062": "Public MIT sample: templates/freeform_parts_more_16x9.html section 35"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"fa4948b5bf5a43af39fb24b0a7f0e5d29c886d3346e9c4cfb7c845453ab43888"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chart" Target="../charts/chart10.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2221200"/>
            <a:ext cx="7920000" cy="540000"/>
          </a:xfrm>
          <a:prstGeom prst="rect">
            <a:avLst/>
          </a:prstGeom>
          <a:noFill/>
          <a:ln/>
        </p:spPr>
        <p:txBody>
          <a:bodyPr wrap="square" lIns="0" tIns="0" rIns="0" bIns="0" rtlCol="0" anchor="t">
            <a:noAutofit/>
          </a:bodyPr>
          <a:lstStyle/>
          <a:p>
            <a:pPr indent="0" marL="0">
              <a:buNone/>
            </a:pPr>
            <a:r>
              <a:rPr lang="en-US" sz="3400" b="1" dirty="0">
                <a:solidFill>
                  <a:srgbClr val="071B2C"/>
                </a:solidFill>
                <a:latin typeface="Yu Mincho Demibold" pitchFamily="34" charset="0"/>
                <a:ea typeface="Yu Mincho Demibold" pitchFamily="34" charset="-122"/>
                <a:cs typeface="Yu Mincho Demibold" pitchFamily="34" charset="-120"/>
              </a:rPr>
              <a:t>記載例1</a:t>
            </a:r>
            <a:endParaRPr lang="en-US" sz="3400" dirty="0"/>
          </a:p>
        </p:txBody>
      </p:sp>
      <p:sp>
        <p:nvSpPr>
          <p:cNvPr id="6" name="shape:006"/>
          <p:cNvSpPr/>
          <p:nvPr/>
        </p:nvSpPr>
        <p:spPr>
          <a:xfrm>
            <a:off x="576072" y="3049200"/>
            <a:ext cx="1152000" cy="36000"/>
          </a:xfrm>
          <a:prstGeom prst="rect">
            <a:avLst/>
          </a:prstGeom>
          <a:solidFill>
            <a:srgbClr val="1E5F8C"/>
          </a:solidFill>
          <a:ln w="12700">
            <a:solidFill>
              <a:srgbClr val="1E5F8C"/>
            </a:solidFill>
            <a:prstDash val="solid"/>
          </a:ln>
        </p:spPr>
        <p:txBody>
          <a:bodyPr>
            <a:noAutofit/>
          </a:bodyPr>
          <a:p/>
        </p:txBody>
      </p:sp>
      <p:sp>
        <p:nvSpPr>
          <p:cNvPr id="7" name="shape:007"/>
          <p:cNvSpPr/>
          <p:nvPr/>
        </p:nvSpPr>
        <p:spPr>
          <a:xfrm>
            <a:off x="576072" y="3337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1E5F8C"/>
                </a:solidFill>
                <a:latin typeface="Yu Mincho Demibold" pitchFamily="34" charset="0"/>
                <a:ea typeface="Yu Mincho Demibold" pitchFamily="34" charset="-122"/>
                <a:cs typeface="Yu Mincho Demibold" pitchFamily="34" charset="-120"/>
              </a:rPr>
              <a:t>項目1：記載例2に基づく整理</a:t>
            </a:r>
            <a:endParaRPr lang="en-US" sz="1500" dirty="0"/>
          </a:p>
        </p:txBody>
      </p:sp>
      <p:sp>
        <p:nvSpPr>
          <p:cNvPr id="8" name="shape:008"/>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9" name="shape:009"/>
          <p:cNvSpPr/>
          <p:nvPr/>
        </p:nvSpPr>
        <p:spPr>
          <a:xfrm>
            <a:off x="576072" y="6483096"/>
            <a:ext cx="11039551" cy="0"/>
          </a:xfrm>
          <a:prstGeom prst="line">
            <a:avLst/>
          </a:prstGeom>
          <a:noFill/>
          <a:ln w="8890">
            <a:solidFill>
              <a:srgbClr val="D9DCDF"/>
            </a:solidFill>
            <a:prstDash val="solid"/>
          </a:ln>
        </p:spPr>
        <p:txBody>
          <a:bodyPr>
            <a:noAutofit/>
          </a:bodyPr>
          <a:p/>
        </p:txBody>
      </p:sp>
      <p:sp>
        <p:nvSpPr>
          <p:cNvPr id="10"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11"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a:t>
            </a:r>
            <a:endParaRPr lang="en-US" sz="750" dirty="0"/>
          </a:p>
        </p:txBody>
      </p:sp>
      <p:sp>
        <p:nvSpPr>
          <p:cNvPr id="1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全体マップ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a:t>
            </a:r>
            <a:endParaRPr lang="en-US" sz="750" dirty="0"/>
          </a:p>
        </p:txBody>
      </p:sp>
      <p:sp>
        <p:nvSpPr>
          <p:cNvPr id="10" name="shape:010"/>
          <p:cNvSpPr/>
          <p:nvPr/>
        </p:nvSpPr>
        <p:spPr>
          <a:xfrm>
            <a:off x="576072" y="1572768"/>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項目1</a:t>
            </a:r>
            <a:endParaRPr lang="en-US" sz="1150" dirty="0"/>
          </a:p>
        </p:txBody>
      </p:sp>
      <p:sp>
        <p:nvSpPr>
          <p:cNvPr id="11" name="shape:011"/>
          <p:cNvSpPr/>
          <p:nvPr/>
        </p:nvSpPr>
        <p:spPr>
          <a:xfrm>
            <a:off x="2376072" y="1572768"/>
            <a:ext cx="8416591" cy="1149858"/>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記載例1</a:t>
            </a:r>
            <a:endParaRPr lang="en-US" sz="1050" dirty="0"/>
          </a:p>
        </p:txBody>
      </p:sp>
      <p:sp>
        <p:nvSpPr>
          <p:cNvPr id="12" name="shape:012"/>
          <p:cNvSpPr/>
          <p:nvPr/>
        </p:nvSpPr>
        <p:spPr>
          <a:xfrm>
            <a:off x="10792663" y="1572768"/>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1E5F8C"/>
                </a:solidFill>
                <a:latin typeface="Yu Gothic" pitchFamily="34" charset="0"/>
                <a:ea typeface="Yu Gothic" pitchFamily="34" charset="-122"/>
                <a:cs typeface="Yu Gothic" pitchFamily="34" charset="-120"/>
              </a:rPr>
              <a:t>→ P.3</a:t>
            </a:r>
            <a:endParaRPr lang="en-US" sz="800" dirty="0"/>
          </a:p>
        </p:txBody>
      </p:sp>
      <p:sp>
        <p:nvSpPr>
          <p:cNvPr id="13" name="shape:013"/>
          <p:cNvSpPr/>
          <p:nvPr/>
        </p:nvSpPr>
        <p:spPr>
          <a:xfrm>
            <a:off x="576072" y="2722626"/>
            <a:ext cx="11039551" cy="0"/>
          </a:xfrm>
          <a:prstGeom prst="line">
            <a:avLst/>
          </a:prstGeom>
          <a:noFill/>
          <a:ln w="9525">
            <a:solidFill>
              <a:srgbClr val="D9DCDF"/>
            </a:solidFill>
            <a:prstDash val="solid"/>
          </a:ln>
        </p:spPr>
        <p:txBody>
          <a:bodyPr>
            <a:noAutofit/>
          </a:bodyPr>
          <a:p/>
        </p:txBody>
      </p:sp>
      <p:sp>
        <p:nvSpPr>
          <p:cNvPr id="14" name="shape:014"/>
          <p:cNvSpPr/>
          <p:nvPr/>
        </p:nvSpPr>
        <p:spPr>
          <a:xfrm>
            <a:off x="576072" y="2722626"/>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項目2</a:t>
            </a:r>
            <a:endParaRPr lang="en-US" sz="1150" dirty="0"/>
          </a:p>
        </p:txBody>
      </p:sp>
      <p:sp>
        <p:nvSpPr>
          <p:cNvPr id="15" name="shape:015"/>
          <p:cNvSpPr/>
          <p:nvPr/>
        </p:nvSpPr>
        <p:spPr>
          <a:xfrm>
            <a:off x="2376072" y="2722626"/>
            <a:ext cx="8416591" cy="1149858"/>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記載例2</a:t>
            </a:r>
            <a:endParaRPr lang="en-US" sz="1050" dirty="0"/>
          </a:p>
        </p:txBody>
      </p:sp>
      <p:sp>
        <p:nvSpPr>
          <p:cNvPr id="16" name="shape:016"/>
          <p:cNvSpPr/>
          <p:nvPr/>
        </p:nvSpPr>
        <p:spPr>
          <a:xfrm>
            <a:off x="10792663" y="2722626"/>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1E5F8C"/>
                </a:solidFill>
                <a:latin typeface="Yu Gothic" pitchFamily="34" charset="0"/>
                <a:ea typeface="Yu Gothic" pitchFamily="34" charset="-122"/>
                <a:cs typeface="Yu Gothic" pitchFamily="34" charset="-120"/>
              </a:rPr>
              <a:t>→ P.4</a:t>
            </a:r>
            <a:endParaRPr lang="en-US" sz="800" dirty="0"/>
          </a:p>
        </p:txBody>
      </p:sp>
      <p:sp>
        <p:nvSpPr>
          <p:cNvPr id="17" name="shape:017"/>
          <p:cNvSpPr/>
          <p:nvPr/>
        </p:nvSpPr>
        <p:spPr>
          <a:xfrm>
            <a:off x="576072" y="3872484"/>
            <a:ext cx="11039551" cy="0"/>
          </a:xfrm>
          <a:prstGeom prst="line">
            <a:avLst/>
          </a:prstGeom>
          <a:noFill/>
          <a:ln w="9525">
            <a:solidFill>
              <a:srgbClr val="D9DCDF"/>
            </a:solidFill>
            <a:prstDash val="solid"/>
          </a:ln>
        </p:spPr>
        <p:txBody>
          <a:bodyPr>
            <a:noAutofit/>
          </a:bodyPr>
          <a:p/>
        </p:txBody>
      </p:sp>
      <p:sp>
        <p:nvSpPr>
          <p:cNvPr id="18" name="shape:018"/>
          <p:cNvSpPr/>
          <p:nvPr/>
        </p:nvSpPr>
        <p:spPr>
          <a:xfrm>
            <a:off x="576072" y="3872484"/>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項目3</a:t>
            </a:r>
            <a:endParaRPr lang="en-US" sz="1150" dirty="0"/>
          </a:p>
        </p:txBody>
      </p:sp>
      <p:sp>
        <p:nvSpPr>
          <p:cNvPr id="19" name="shape:019"/>
          <p:cNvSpPr/>
          <p:nvPr/>
        </p:nvSpPr>
        <p:spPr>
          <a:xfrm>
            <a:off x="2376072" y="3872484"/>
            <a:ext cx="8416591" cy="1149858"/>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記載例3</a:t>
            </a:r>
            <a:endParaRPr lang="en-US" sz="1050" dirty="0"/>
          </a:p>
        </p:txBody>
      </p:sp>
      <p:sp>
        <p:nvSpPr>
          <p:cNvPr id="20" name="shape:020"/>
          <p:cNvSpPr/>
          <p:nvPr/>
        </p:nvSpPr>
        <p:spPr>
          <a:xfrm>
            <a:off x="10792663" y="3872484"/>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1E5F8C"/>
                </a:solidFill>
                <a:latin typeface="Yu Gothic" pitchFamily="34" charset="0"/>
                <a:ea typeface="Yu Gothic" pitchFamily="34" charset="-122"/>
                <a:cs typeface="Yu Gothic" pitchFamily="34" charset="-120"/>
              </a:rPr>
              <a:t>→ P.5</a:t>
            </a:r>
            <a:endParaRPr lang="en-US" sz="800" dirty="0"/>
          </a:p>
        </p:txBody>
      </p:sp>
      <p:sp>
        <p:nvSpPr>
          <p:cNvPr id="21" name="shape:021"/>
          <p:cNvSpPr/>
          <p:nvPr/>
        </p:nvSpPr>
        <p:spPr>
          <a:xfrm>
            <a:off x="576072" y="5022342"/>
            <a:ext cx="11039551" cy="0"/>
          </a:xfrm>
          <a:prstGeom prst="line">
            <a:avLst/>
          </a:prstGeom>
          <a:noFill/>
          <a:ln w="9525">
            <a:solidFill>
              <a:srgbClr val="D9DCDF"/>
            </a:solidFill>
            <a:prstDash val="solid"/>
          </a:ln>
        </p:spPr>
        <p:txBody>
          <a:bodyPr>
            <a:noAutofit/>
          </a:bodyPr>
          <a:p/>
        </p:txBody>
      </p:sp>
      <p:sp>
        <p:nvSpPr>
          <p:cNvPr id="22" name="shape:022"/>
          <p:cNvSpPr/>
          <p:nvPr/>
        </p:nvSpPr>
        <p:spPr>
          <a:xfrm>
            <a:off x="576072" y="5022342"/>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項目4</a:t>
            </a:r>
            <a:endParaRPr lang="en-US" sz="1150" dirty="0"/>
          </a:p>
        </p:txBody>
      </p:sp>
      <p:sp>
        <p:nvSpPr>
          <p:cNvPr id="23" name="shape:023"/>
          <p:cNvSpPr/>
          <p:nvPr/>
        </p:nvSpPr>
        <p:spPr>
          <a:xfrm>
            <a:off x="2376072" y="5022342"/>
            <a:ext cx="8416591" cy="1149858"/>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記載例4</a:t>
            </a:r>
            <a:endParaRPr lang="en-US" sz="1050" dirty="0"/>
          </a:p>
        </p:txBody>
      </p:sp>
      <p:sp>
        <p:nvSpPr>
          <p:cNvPr id="24" name="shape:024"/>
          <p:cNvSpPr/>
          <p:nvPr/>
        </p:nvSpPr>
        <p:spPr>
          <a:xfrm>
            <a:off x="10792663" y="5022342"/>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1E5F8C"/>
                </a:solidFill>
                <a:latin typeface="Yu Gothic" pitchFamily="34" charset="0"/>
                <a:ea typeface="Yu Gothic" pitchFamily="34" charset="-122"/>
                <a:cs typeface="Yu Gothic" pitchFamily="34" charset="-120"/>
              </a:rPr>
              <a:t>→ P.6</a:t>
            </a:r>
            <a:endParaRPr lang="en-US" sz="8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目次</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a:t>
            </a:r>
            <a:endParaRPr lang="en-US" sz="750" dirty="0"/>
          </a:p>
        </p:txBody>
      </p:sp>
      <p:sp>
        <p:nvSpPr>
          <p:cNvPr id="10" name="shape:010"/>
          <p:cNvSpPr/>
          <p:nvPr/>
        </p:nvSpPr>
        <p:spPr>
          <a:xfrm>
            <a:off x="576072" y="1716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01</a:t>
            </a:r>
            <a:endParaRPr lang="en-US" sz="1150" dirty="0"/>
          </a:p>
        </p:txBody>
      </p:sp>
      <p:sp>
        <p:nvSpPr>
          <p:cNvPr id="11" name="shape:011"/>
          <p:cNvSpPr/>
          <p:nvPr/>
        </p:nvSpPr>
        <p:spPr>
          <a:xfrm>
            <a:off x="1224072" y="1716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項目1</a:t>
            </a:r>
            <a:endParaRPr lang="en-US" sz="1150" dirty="0"/>
          </a:p>
        </p:txBody>
      </p:sp>
      <p:sp>
        <p:nvSpPr>
          <p:cNvPr id="12" name="shape:012"/>
          <p:cNvSpPr/>
          <p:nvPr/>
        </p:nvSpPr>
        <p:spPr>
          <a:xfrm>
            <a:off x="11111623" y="1716768"/>
            <a:ext cx="504000" cy="7920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P.3</a:t>
            </a:r>
            <a:endParaRPr lang="en-US" sz="900" dirty="0"/>
          </a:p>
        </p:txBody>
      </p:sp>
      <p:sp>
        <p:nvSpPr>
          <p:cNvPr id="13" name="shape:013"/>
          <p:cNvSpPr/>
          <p:nvPr/>
        </p:nvSpPr>
        <p:spPr>
          <a:xfrm>
            <a:off x="576072" y="2508768"/>
            <a:ext cx="11039551" cy="0"/>
          </a:xfrm>
          <a:prstGeom prst="line">
            <a:avLst/>
          </a:prstGeom>
          <a:noFill/>
          <a:ln w="9525">
            <a:solidFill>
              <a:srgbClr val="D9DCDF"/>
            </a:solidFill>
            <a:prstDash val="solid"/>
          </a:ln>
        </p:spPr>
        <p:txBody>
          <a:bodyPr>
            <a:noAutofit/>
          </a:bodyPr>
          <a:p/>
        </p:txBody>
      </p:sp>
      <p:sp>
        <p:nvSpPr>
          <p:cNvPr id="14" name="shape:014"/>
          <p:cNvSpPr/>
          <p:nvPr/>
        </p:nvSpPr>
        <p:spPr>
          <a:xfrm>
            <a:off x="576072" y="2508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02</a:t>
            </a:r>
            <a:endParaRPr lang="en-US" sz="1150" dirty="0"/>
          </a:p>
        </p:txBody>
      </p:sp>
      <p:sp>
        <p:nvSpPr>
          <p:cNvPr id="15" name="shape:015"/>
          <p:cNvSpPr/>
          <p:nvPr/>
        </p:nvSpPr>
        <p:spPr>
          <a:xfrm>
            <a:off x="1224072" y="2508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項目2</a:t>
            </a:r>
            <a:endParaRPr lang="en-US" sz="1150" dirty="0"/>
          </a:p>
        </p:txBody>
      </p:sp>
      <p:sp>
        <p:nvSpPr>
          <p:cNvPr id="16" name="shape:016"/>
          <p:cNvSpPr/>
          <p:nvPr/>
        </p:nvSpPr>
        <p:spPr>
          <a:xfrm>
            <a:off x="11111623" y="2508768"/>
            <a:ext cx="504000" cy="7920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P.6</a:t>
            </a:r>
            <a:endParaRPr lang="en-US" sz="900" dirty="0"/>
          </a:p>
        </p:txBody>
      </p:sp>
      <p:sp>
        <p:nvSpPr>
          <p:cNvPr id="17" name="shape:017"/>
          <p:cNvSpPr/>
          <p:nvPr/>
        </p:nvSpPr>
        <p:spPr>
          <a:xfrm>
            <a:off x="576072" y="3300768"/>
            <a:ext cx="11039551" cy="0"/>
          </a:xfrm>
          <a:prstGeom prst="line">
            <a:avLst/>
          </a:prstGeom>
          <a:noFill/>
          <a:ln w="9525">
            <a:solidFill>
              <a:srgbClr val="D9DCDF"/>
            </a:solidFill>
            <a:prstDash val="solid"/>
          </a:ln>
        </p:spPr>
        <p:txBody>
          <a:bodyPr>
            <a:noAutofit/>
          </a:bodyPr>
          <a:p/>
        </p:txBody>
      </p:sp>
      <p:sp>
        <p:nvSpPr>
          <p:cNvPr id="18" name="shape:018"/>
          <p:cNvSpPr/>
          <p:nvPr/>
        </p:nvSpPr>
        <p:spPr>
          <a:xfrm>
            <a:off x="576072" y="3300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03</a:t>
            </a:r>
            <a:endParaRPr lang="en-US" sz="1150" dirty="0"/>
          </a:p>
        </p:txBody>
      </p:sp>
      <p:sp>
        <p:nvSpPr>
          <p:cNvPr id="19" name="shape:019"/>
          <p:cNvSpPr/>
          <p:nvPr/>
        </p:nvSpPr>
        <p:spPr>
          <a:xfrm>
            <a:off x="1224072" y="3300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項目3</a:t>
            </a:r>
            <a:endParaRPr lang="en-US" sz="1150" dirty="0"/>
          </a:p>
        </p:txBody>
      </p:sp>
      <p:sp>
        <p:nvSpPr>
          <p:cNvPr id="20" name="shape:020"/>
          <p:cNvSpPr/>
          <p:nvPr/>
        </p:nvSpPr>
        <p:spPr>
          <a:xfrm>
            <a:off x="11111623" y="3300768"/>
            <a:ext cx="504000" cy="7920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P.9</a:t>
            </a:r>
            <a:endParaRPr lang="en-US" sz="900" dirty="0"/>
          </a:p>
        </p:txBody>
      </p:sp>
      <p:sp>
        <p:nvSpPr>
          <p:cNvPr id="21" name="shape:021"/>
          <p:cNvSpPr/>
          <p:nvPr/>
        </p:nvSpPr>
        <p:spPr>
          <a:xfrm>
            <a:off x="576072" y="4092768"/>
            <a:ext cx="11039551" cy="0"/>
          </a:xfrm>
          <a:prstGeom prst="line">
            <a:avLst/>
          </a:prstGeom>
          <a:noFill/>
          <a:ln w="9525">
            <a:solidFill>
              <a:srgbClr val="D9DCDF"/>
            </a:solidFill>
            <a:prstDash val="solid"/>
          </a:ln>
        </p:spPr>
        <p:txBody>
          <a:bodyPr>
            <a:noAutofit/>
          </a:bodyPr>
          <a:p/>
        </p:txBody>
      </p:sp>
      <p:sp>
        <p:nvSpPr>
          <p:cNvPr id="22" name="shape:022"/>
          <p:cNvSpPr/>
          <p:nvPr/>
        </p:nvSpPr>
        <p:spPr>
          <a:xfrm>
            <a:off x="576072" y="4092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04</a:t>
            </a:r>
            <a:endParaRPr lang="en-US" sz="1150" dirty="0"/>
          </a:p>
        </p:txBody>
      </p:sp>
      <p:sp>
        <p:nvSpPr>
          <p:cNvPr id="23" name="shape:023"/>
          <p:cNvSpPr/>
          <p:nvPr/>
        </p:nvSpPr>
        <p:spPr>
          <a:xfrm>
            <a:off x="1224072" y="4092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項目4</a:t>
            </a:r>
            <a:endParaRPr lang="en-US" sz="1150" dirty="0"/>
          </a:p>
        </p:txBody>
      </p:sp>
      <p:sp>
        <p:nvSpPr>
          <p:cNvPr id="24" name="shape:024"/>
          <p:cNvSpPr/>
          <p:nvPr/>
        </p:nvSpPr>
        <p:spPr>
          <a:xfrm>
            <a:off x="11111623" y="4092768"/>
            <a:ext cx="504000" cy="7920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P.12</a:t>
            </a:r>
            <a:endParaRPr lang="en-US" sz="900" dirty="0"/>
          </a:p>
        </p:txBody>
      </p:sp>
      <p:sp>
        <p:nvSpPr>
          <p:cNvPr id="25" name="shape:025"/>
          <p:cNvSpPr/>
          <p:nvPr/>
        </p:nvSpPr>
        <p:spPr>
          <a:xfrm>
            <a:off x="576072" y="4884768"/>
            <a:ext cx="11039551" cy="0"/>
          </a:xfrm>
          <a:prstGeom prst="line">
            <a:avLst/>
          </a:prstGeom>
          <a:noFill/>
          <a:ln w="9525">
            <a:solidFill>
              <a:srgbClr val="D9DCDF"/>
            </a:solidFill>
            <a:prstDash val="solid"/>
          </a:ln>
        </p:spPr>
        <p:txBody>
          <a:bodyPr>
            <a:noAutofit/>
          </a:bodyPr>
          <a:p/>
        </p:txBody>
      </p:sp>
      <p:sp>
        <p:nvSpPr>
          <p:cNvPr id="26" name="shape:026"/>
          <p:cNvSpPr/>
          <p:nvPr/>
        </p:nvSpPr>
        <p:spPr>
          <a:xfrm>
            <a:off x="576072" y="4884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05</a:t>
            </a:r>
            <a:endParaRPr lang="en-US" sz="1150" dirty="0"/>
          </a:p>
        </p:txBody>
      </p:sp>
      <p:sp>
        <p:nvSpPr>
          <p:cNvPr id="27" name="shape:027"/>
          <p:cNvSpPr/>
          <p:nvPr/>
        </p:nvSpPr>
        <p:spPr>
          <a:xfrm>
            <a:off x="1224072" y="4884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項目5</a:t>
            </a:r>
            <a:endParaRPr lang="en-US" sz="1150" dirty="0"/>
          </a:p>
        </p:txBody>
      </p:sp>
      <p:sp>
        <p:nvSpPr>
          <p:cNvPr id="28" name="shape:028"/>
          <p:cNvSpPr/>
          <p:nvPr/>
        </p:nvSpPr>
        <p:spPr>
          <a:xfrm>
            <a:off x="11111623" y="4884768"/>
            <a:ext cx="504000" cy="7920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P.15</a:t>
            </a:r>
            <a:endParaRPr lang="en-US" sz="90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hape:005"/>
          <p:cNvSpPr/>
          <p:nvPr/>
        </p:nvSpPr>
        <p:spPr>
          <a:xfrm>
            <a:off x="576072" y="2869200"/>
            <a:ext cx="7920000" cy="234000"/>
          </a:xfrm>
          <a:prstGeom prst="rect">
            <a:avLst/>
          </a:prstGeom>
          <a:noFill/>
          <a:ln/>
        </p:spPr>
        <p:txBody>
          <a:bodyPr wrap="square" lIns="0" tIns="0" rIns="0" bIns="0" rtlCol="0" anchor="t">
            <a:noAutofit/>
          </a:bodyPr>
          <a:lstStyle/>
          <a:p>
            <a:pPr algn="l" indent="0" marL="0">
              <a:buNone/>
            </a:pPr>
            <a:r>
              <a:rPr lang="en-US" sz="1500" b="1" spc="300" kern="0" dirty="0">
                <a:solidFill>
                  <a:srgbClr val="1E5F8C"/>
                </a:solidFill>
                <a:latin typeface="Yu Mincho Demibold" pitchFamily="34" charset="0"/>
                <a:ea typeface="Yu Mincho Demibold" pitchFamily="34" charset="-122"/>
                <a:cs typeface="Yu Mincho Demibold" pitchFamily="34" charset="-120"/>
              </a:rPr>
              <a:t>項目1</a:t>
            </a:r>
            <a:endParaRPr lang="en-US" sz="1500" dirty="0"/>
          </a:p>
        </p:txBody>
      </p:sp>
      <p:sp>
        <p:nvSpPr>
          <p:cNvPr id="6" name="slot:title"/>
          <p:cNvSpPr/>
          <p:nvPr/>
        </p:nvSpPr>
        <p:spPr>
          <a:xfrm>
            <a:off x="576072" y="3337200"/>
            <a:ext cx="7920000" cy="468000"/>
          </a:xfrm>
          <a:prstGeom prst="rect">
            <a:avLst/>
          </a:prstGeom>
          <a:noFill/>
          <a:ln/>
        </p:spPr>
        <p:txBody>
          <a:bodyPr wrap="square" lIns="0" tIns="0" rIns="0" bIns="0" rtlCol="0" anchor="t">
            <a:noAutofit/>
          </a:bodyPr>
          <a:lstStyle/>
          <a:p>
            <a:pPr indent="0" marL="0">
              <a:buNone/>
            </a:pPr>
            <a:r>
              <a:rPr lang="en-US" sz="3000" b="1" dirty="0">
                <a:solidFill>
                  <a:srgbClr val="071B2C"/>
                </a:solidFill>
                <a:latin typeface="Yu Mincho Demibold" pitchFamily="34" charset="0"/>
                <a:ea typeface="Yu Mincho Demibold" pitchFamily="34" charset="-122"/>
                <a:cs typeface="Yu Mincho Demibold" pitchFamily="34" charset="-120"/>
              </a:rPr>
              <a:t>記載例1</a:t>
            </a:r>
            <a:endParaRPr lang="en-US" sz="30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D9DCDF"/>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矢羽（プロセス・変遷）</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a:t>
            </a:r>
            <a:endParaRPr lang="en-US" sz="750" dirty="0"/>
          </a:p>
        </p:txBody>
      </p:sp>
      <p:sp>
        <p:nvSpPr>
          <p:cNvPr id="10" name="shape:010"/>
          <p:cNvSpPr/>
          <p:nvPr/>
        </p:nvSpPr>
        <p:spPr>
          <a:xfrm>
            <a:off x="576072" y="3346704"/>
            <a:ext cx="2732888" cy="1051560"/>
          </a:xfrm>
          <a:prstGeom prst="homePlate">
            <a:avLst>
              <a:gd name="adj" fmla="val 20541"/>
            </a:avLst>
          </a:prstGeom>
          <a:solidFill>
            <a:srgbClr val="E7F4F8"/>
          </a:solidFill>
          <a:ln/>
        </p:spPr>
        <p:txBody>
          <a:bodyPr>
            <a:noAutofit/>
          </a:bodyPr>
          <a:p/>
        </p:txBody>
      </p:sp>
      <p:sp>
        <p:nvSpPr>
          <p:cNvPr id="11" name="shape:011"/>
          <p:cNvSpPr/>
          <p:nvPr/>
        </p:nvSpPr>
        <p:spPr>
          <a:xfrm>
            <a:off x="756072" y="3490704"/>
            <a:ext cx="2120888" cy="256032"/>
          </a:xfrm>
          <a:prstGeom prst="rect">
            <a:avLst/>
          </a:prstGeom>
          <a:noFill/>
          <a:ln/>
        </p:spPr>
        <p:txBody>
          <a:bodyPr wrap="square" lIns="0" tIns="0" rIns="0" bIns="0" rtlCol="0" anchor="t">
            <a:noAutofit/>
          </a:bodyPr>
          <a:lstStyle/>
          <a:p>
            <a:pPr algn="l" indent="0" marL="0">
              <a:buNone/>
            </a:pPr>
            <a:r>
              <a:rPr lang="en-US" sz="1200" b="1" dirty="0">
                <a:solidFill>
                  <a:srgbClr val="1E5F8C"/>
                </a:solidFill>
                <a:latin typeface="Yu Gothic" pitchFamily="34" charset="0"/>
                <a:ea typeface="Yu Gothic" pitchFamily="34" charset="-122"/>
                <a:cs typeface="Yu Gothic" pitchFamily="34" charset="-120"/>
              </a:rPr>
              <a:t>2026年M月</a:t>
            </a:r>
            <a:endParaRPr lang="en-US" sz="1200" dirty="0"/>
          </a:p>
        </p:txBody>
      </p:sp>
      <p:sp>
        <p:nvSpPr>
          <p:cNvPr id="12" name="shape:012"/>
          <p:cNvSpPr/>
          <p:nvPr/>
        </p:nvSpPr>
        <p:spPr>
          <a:xfrm>
            <a:off x="756072" y="3765024"/>
            <a:ext cx="2120888" cy="274320"/>
          </a:xfrm>
          <a:prstGeom prst="rect">
            <a:avLst/>
          </a:prstGeom>
          <a:noFill/>
          <a:ln/>
        </p:spPr>
        <p:txBody>
          <a:bodyPr wrap="square" lIns="0" tIns="0" rIns="0" bIns="0"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項目1</a:t>
            </a:r>
            <a:endParaRPr lang="en-US" sz="1050" dirty="0"/>
          </a:p>
        </p:txBody>
      </p:sp>
      <p:sp>
        <p:nvSpPr>
          <p:cNvPr id="13" name="shape:013"/>
          <p:cNvSpPr/>
          <p:nvPr/>
        </p:nvSpPr>
        <p:spPr>
          <a:xfrm>
            <a:off x="756072" y="4075920"/>
            <a:ext cx="2120888" cy="214344"/>
          </a:xfrm>
          <a:prstGeom prst="rect">
            <a:avLst/>
          </a:prstGeom>
          <a:noFill/>
          <a:ln/>
        </p:spPr>
        <p:txBody>
          <a:bodyPr wrap="square" lIns="0" tIns="0" rIns="0" bIns="0" rtlCol="0" anchor="t">
            <a:noAutofit/>
          </a:bodyPr>
          <a:lstStyle/>
          <a:p>
            <a:pPr algn="l" indent="0" marL="0">
              <a:buNone/>
            </a:pPr>
            <a:r>
              <a:rPr lang="en-US" sz="900" dirty="0">
                <a:solidFill>
                  <a:srgbClr val="071B2C"/>
                </a:solidFill>
                <a:latin typeface="Yu Gothic" pitchFamily="34" charset="0"/>
                <a:ea typeface="Yu Gothic" pitchFamily="34" charset="-122"/>
                <a:cs typeface="Yu Gothic" pitchFamily="34" charset="-120"/>
              </a:rPr>
              <a:t>記載例1</a:t>
            </a:r>
            <a:endParaRPr lang="en-US" sz="900" dirty="0"/>
          </a:p>
        </p:txBody>
      </p:sp>
      <p:sp>
        <p:nvSpPr>
          <p:cNvPr id="14" name="shape:014"/>
          <p:cNvSpPr/>
          <p:nvPr/>
        </p:nvSpPr>
        <p:spPr>
          <a:xfrm>
            <a:off x="3344960" y="3346704"/>
            <a:ext cx="2732888" cy="1051560"/>
          </a:xfrm>
          <a:prstGeom prst="chevron">
            <a:avLst>
              <a:gd name="adj" fmla="val 20541"/>
            </a:avLst>
          </a:prstGeom>
          <a:solidFill>
            <a:srgbClr val="E7F4F8"/>
          </a:solidFill>
          <a:ln/>
        </p:spPr>
        <p:txBody>
          <a:bodyPr>
            <a:noAutofit/>
          </a:bodyPr>
          <a:p/>
        </p:txBody>
      </p:sp>
      <p:sp>
        <p:nvSpPr>
          <p:cNvPr id="15" name="shape:015"/>
          <p:cNvSpPr/>
          <p:nvPr/>
        </p:nvSpPr>
        <p:spPr>
          <a:xfrm>
            <a:off x="3668960"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1E5F8C"/>
                </a:solidFill>
                <a:latin typeface="Yu Gothic" pitchFamily="34" charset="0"/>
                <a:ea typeface="Yu Gothic" pitchFamily="34" charset="-122"/>
                <a:cs typeface="Yu Gothic" pitchFamily="34" charset="-120"/>
              </a:rPr>
              <a:t>2026年M月</a:t>
            </a:r>
            <a:endParaRPr lang="en-US" sz="1200" dirty="0"/>
          </a:p>
        </p:txBody>
      </p:sp>
      <p:sp>
        <p:nvSpPr>
          <p:cNvPr id="16" name="shape:016"/>
          <p:cNvSpPr/>
          <p:nvPr/>
        </p:nvSpPr>
        <p:spPr>
          <a:xfrm>
            <a:off x="3668960"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3668960"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071B2C"/>
                </a:solidFill>
                <a:latin typeface="Yu Gothic" pitchFamily="34" charset="0"/>
                <a:ea typeface="Yu Gothic" pitchFamily="34" charset="-122"/>
                <a:cs typeface="Yu Gothic" pitchFamily="34" charset="-120"/>
              </a:rPr>
              <a:t>記載例2</a:t>
            </a:r>
            <a:endParaRPr lang="en-US" sz="900" dirty="0"/>
          </a:p>
        </p:txBody>
      </p:sp>
      <p:sp>
        <p:nvSpPr>
          <p:cNvPr id="18" name="shape:018"/>
          <p:cNvSpPr/>
          <p:nvPr/>
        </p:nvSpPr>
        <p:spPr>
          <a:xfrm>
            <a:off x="6113848" y="3346704"/>
            <a:ext cx="2732888" cy="1051560"/>
          </a:xfrm>
          <a:prstGeom prst="chevron">
            <a:avLst>
              <a:gd name="adj" fmla="val 20541"/>
            </a:avLst>
          </a:prstGeom>
          <a:solidFill>
            <a:srgbClr val="E7F4F8"/>
          </a:solidFill>
          <a:ln/>
        </p:spPr>
        <p:txBody>
          <a:bodyPr>
            <a:noAutofit/>
          </a:bodyPr>
          <a:p/>
        </p:txBody>
      </p:sp>
      <p:sp>
        <p:nvSpPr>
          <p:cNvPr id="19" name="shape:019"/>
          <p:cNvSpPr/>
          <p:nvPr/>
        </p:nvSpPr>
        <p:spPr>
          <a:xfrm>
            <a:off x="6437848"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1E5F8C"/>
                </a:solidFill>
                <a:latin typeface="Yu Gothic" pitchFamily="34" charset="0"/>
                <a:ea typeface="Yu Gothic" pitchFamily="34" charset="-122"/>
                <a:cs typeface="Yu Gothic" pitchFamily="34" charset="-120"/>
              </a:rPr>
              <a:t>2026年M月</a:t>
            </a:r>
            <a:endParaRPr lang="en-US" sz="1200" dirty="0"/>
          </a:p>
        </p:txBody>
      </p:sp>
      <p:sp>
        <p:nvSpPr>
          <p:cNvPr id="20" name="shape:020"/>
          <p:cNvSpPr/>
          <p:nvPr/>
        </p:nvSpPr>
        <p:spPr>
          <a:xfrm>
            <a:off x="6437848"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項目3</a:t>
            </a:r>
            <a:endParaRPr lang="en-US" sz="1050" dirty="0"/>
          </a:p>
        </p:txBody>
      </p:sp>
      <p:sp>
        <p:nvSpPr>
          <p:cNvPr id="21" name="shape:021"/>
          <p:cNvSpPr/>
          <p:nvPr/>
        </p:nvSpPr>
        <p:spPr>
          <a:xfrm>
            <a:off x="6437848"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071B2C"/>
                </a:solidFill>
                <a:latin typeface="Yu Gothic" pitchFamily="34" charset="0"/>
                <a:ea typeface="Yu Gothic" pitchFamily="34" charset="-122"/>
                <a:cs typeface="Yu Gothic" pitchFamily="34" charset="-120"/>
              </a:rPr>
              <a:t>記載例3</a:t>
            </a:r>
            <a:endParaRPr lang="en-US" sz="900" dirty="0"/>
          </a:p>
        </p:txBody>
      </p:sp>
      <p:sp>
        <p:nvSpPr>
          <p:cNvPr id="22" name="shape:022"/>
          <p:cNvSpPr/>
          <p:nvPr/>
        </p:nvSpPr>
        <p:spPr>
          <a:xfrm>
            <a:off x="8882735" y="3346704"/>
            <a:ext cx="2732888" cy="1051560"/>
          </a:xfrm>
          <a:prstGeom prst="chevron">
            <a:avLst>
              <a:gd name="adj" fmla="val 20541"/>
            </a:avLst>
          </a:prstGeom>
          <a:solidFill>
            <a:srgbClr val="E7F4F8"/>
          </a:solidFill>
          <a:ln/>
        </p:spPr>
        <p:txBody>
          <a:bodyPr>
            <a:noAutofit/>
          </a:bodyPr>
          <a:p/>
        </p:txBody>
      </p:sp>
      <p:sp>
        <p:nvSpPr>
          <p:cNvPr id="23" name="shape:023"/>
          <p:cNvSpPr/>
          <p:nvPr/>
        </p:nvSpPr>
        <p:spPr>
          <a:xfrm>
            <a:off x="9206735" y="3490704"/>
            <a:ext cx="1976888" cy="256032"/>
          </a:xfrm>
          <a:prstGeom prst="rect">
            <a:avLst/>
          </a:prstGeom>
          <a:noFill/>
          <a:ln/>
        </p:spPr>
        <p:txBody>
          <a:bodyPr wrap="square" lIns="0" tIns="0" rIns="0" bIns="0" rtlCol="0" anchor="t">
            <a:noAutofit/>
          </a:bodyPr>
          <a:lstStyle/>
          <a:p>
            <a:pPr algn="l" indent="0" marL="0">
              <a:buNone/>
            </a:pPr>
            <a:r>
              <a:rPr lang="en-US" sz="1200" b="1" dirty="0">
                <a:solidFill>
                  <a:srgbClr val="1E5F8C"/>
                </a:solidFill>
                <a:latin typeface="Yu Gothic" pitchFamily="34" charset="0"/>
                <a:ea typeface="Yu Gothic" pitchFamily="34" charset="-122"/>
                <a:cs typeface="Yu Gothic" pitchFamily="34" charset="-120"/>
              </a:rPr>
              <a:t>現在</a:t>
            </a:r>
            <a:endParaRPr lang="en-US" sz="1200" dirty="0"/>
          </a:p>
        </p:txBody>
      </p:sp>
      <p:sp>
        <p:nvSpPr>
          <p:cNvPr id="24" name="shape:024"/>
          <p:cNvSpPr/>
          <p:nvPr/>
        </p:nvSpPr>
        <p:spPr>
          <a:xfrm>
            <a:off x="9206735" y="3765024"/>
            <a:ext cx="1976888" cy="274320"/>
          </a:xfrm>
          <a:prstGeom prst="rect">
            <a:avLst/>
          </a:prstGeom>
          <a:noFill/>
          <a:ln/>
        </p:spPr>
        <p:txBody>
          <a:bodyPr wrap="square" lIns="0" tIns="0" rIns="0" bIns="0"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項目4</a:t>
            </a:r>
            <a:endParaRPr lang="en-US" sz="1050" dirty="0"/>
          </a:p>
        </p:txBody>
      </p:sp>
      <p:sp>
        <p:nvSpPr>
          <p:cNvPr id="25" name="shape:025"/>
          <p:cNvSpPr/>
          <p:nvPr/>
        </p:nvSpPr>
        <p:spPr>
          <a:xfrm>
            <a:off x="9206735" y="4075920"/>
            <a:ext cx="1976888" cy="214344"/>
          </a:xfrm>
          <a:prstGeom prst="rect">
            <a:avLst/>
          </a:prstGeom>
          <a:noFill/>
          <a:ln/>
        </p:spPr>
        <p:txBody>
          <a:bodyPr wrap="square" lIns="0" tIns="0" rIns="0" bIns="0" rtlCol="0" anchor="t">
            <a:noAutofit/>
          </a:bodyPr>
          <a:lstStyle/>
          <a:p>
            <a:pPr algn="l" indent="0" marL="0">
              <a:buNone/>
            </a:pPr>
            <a:r>
              <a:rPr lang="en-US" sz="900" dirty="0">
                <a:solidFill>
                  <a:srgbClr val="071B2C"/>
                </a:solidFill>
                <a:latin typeface="Yu Gothic" pitchFamily="34" charset="0"/>
                <a:ea typeface="Yu Gothic" pitchFamily="34" charset="-122"/>
                <a:cs typeface="Yu Gothic" pitchFamily="34" charset="-120"/>
              </a:rPr>
              <a:t>記載例4</a:t>
            </a:r>
            <a:endParaRPr lang="en-US" sz="9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b06</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前提→帰結の2カラム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6</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記載例1の推移（事実）</a:t>
            </a:r>
            <a:endParaRPr lang="en-US" sz="1150" dirty="0"/>
          </a:p>
        </p:txBody>
      </p:sp>
      <p:sp>
        <p:nvSpPr>
          <p:cNvPr id="11" name="shape:011"/>
          <p:cNvSpPr/>
          <p:nvPr/>
        </p:nvSpPr>
        <p:spPr>
          <a:xfrm>
            <a:off x="576072" y="1901952"/>
            <a:ext cx="6234931" cy="0"/>
          </a:xfrm>
          <a:prstGeom prst="line">
            <a:avLst/>
          </a:prstGeom>
          <a:noFill/>
          <a:ln w="17780">
            <a:solidFill>
              <a:srgbClr val="071B2C"/>
            </a:solidFill>
            <a:prstDash val="solid"/>
          </a:ln>
        </p:spPr>
        <p:txBody>
          <a:bodyPr>
            <a:noAutofit/>
          </a:bodyPr>
          <a:p/>
        </p:txBody>
      </p:sp>
      <p:graphicFrame>
        <p:nvGraphicFramePr>
          <p:cNvPr id="62" name="shape:062"/>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224000"/>
                <a:gridCol w="5010931"/>
              </a:tblGrid>
              <a:tr h="1380744">
                <a:tc>
                  <a:txBody>
                    <a:bodyPr/>
                    <a:lstStyle/>
                    <a:p>
                      <a:pPr algn="l" indent="0" marL="0">
                        <a:buNone/>
                      </a:pPr>
                      <a:r>
                        <a:rPr lang="en-US" sz="1100" b="1" dirty="0">
                          <a:solidFill>
                            <a:srgbClr val="1E5F8C"/>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380744">
                <a:tc>
                  <a:txBody>
                    <a:bodyPr/>
                    <a:lstStyle/>
                    <a:p>
                      <a:pPr algn="l" indent="0" marL="0">
                        <a:buNone/>
                      </a:pPr>
                      <a:r>
                        <a:rPr lang="en-US" sz="1100" b="1" dirty="0">
                          <a:solidFill>
                            <a:srgbClr val="1E5F8C"/>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380744">
                <a:tc>
                  <a:txBody>
                    <a:bodyPr/>
                    <a:lstStyle/>
                    <a:p>
                      <a:pPr algn="l" indent="0" marL="0">
                        <a:buNone/>
                      </a:pPr>
                      <a:r>
                        <a:rPr lang="en-US" sz="1100" b="1" dirty="0">
                          <a:solidFill>
                            <a:srgbClr val="1E5F8C"/>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79C8DC"/>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だから、記載例2はこう変わる</a:t>
            </a:r>
            <a:endParaRPr lang="en-US" sz="1150" dirty="0"/>
          </a:p>
        </p:txBody>
      </p:sp>
      <p:sp>
        <p:nvSpPr>
          <p:cNvPr id="15" name="shape:015"/>
          <p:cNvSpPr/>
          <p:nvPr/>
        </p:nvSpPr>
        <p:spPr>
          <a:xfrm>
            <a:off x="7459003" y="1901952"/>
            <a:ext cx="4156620" cy="0"/>
          </a:xfrm>
          <a:prstGeom prst="line">
            <a:avLst/>
          </a:prstGeom>
          <a:noFill/>
          <a:ln w="17780">
            <a:solidFill>
              <a:srgbClr val="071B2C"/>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071B2C"/>
                </a:solidFill>
                <a:latin typeface="Yu Gothic" pitchFamily="34" charset="0"/>
                <a:ea typeface="Yu Gothic" pitchFamily="34" charset="-122"/>
                <a:cs typeface="Yu Gothic" pitchFamily="34" charset="-120"/>
              </a:rPr>
              <a:t>記載例4（語尾は階層内で統一）</a:t>
            </a:r>
            <a:endParaRPr lang="en-US" sz="1000" dirty="0"/>
          </a:p>
          <a:p>
            <a:pPr marL="152400" indent="-152400">
              <a:spcAft>
                <a:spcPts val="1300"/>
              </a:spcAft>
              <a:buSzPct val="100000"/>
              <a:buChar char="•"/>
            </a:pPr>
            <a:r>
              <a:rPr lang="en-US" sz="1000" dirty="0">
                <a:solidFill>
                  <a:srgbClr val="071B2C"/>
                </a:solidFill>
                <a:latin typeface="Yu Gothic" pitchFamily="34" charset="0"/>
                <a:ea typeface="Yu Gothic" pitchFamily="34" charset="-122"/>
                <a:cs typeface="Yu Gothic" pitchFamily="34" charset="-120"/>
              </a:rPr>
              <a:t>記載例5</a:t>
            </a:r>
            <a:endParaRPr lang="en-US" sz="1000" dirty="0"/>
          </a:p>
          <a:p>
            <a:pPr marL="152400" indent="-152400">
              <a:spcAft>
                <a:spcPts val="1300"/>
              </a:spcAft>
              <a:buSzPct val="100000"/>
              <a:buChar char="•"/>
            </a:pPr>
            <a:r>
              <a:rPr lang="en-US" sz="1000" dirty="0">
                <a:solidFill>
                  <a:srgbClr val="071B2C"/>
                </a:solidFill>
                <a:latin typeface="Yu Gothic" pitchFamily="34" charset="0"/>
                <a:ea typeface="Yu Gothic" pitchFamily="34" charset="-122"/>
                <a:cs typeface="Yu Gothic" pitchFamily="34" charset="-120"/>
              </a:rPr>
              <a:t>記載例6</a:t>
            </a:r>
            <a:endParaRPr lang="en-US" sz="10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b07</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大型数値の表＋読み取り</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7</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数値で見る記載例1の現状</a:t>
            </a:r>
            <a:endParaRPr lang="en-US" sz="1150" dirty="0"/>
          </a:p>
        </p:txBody>
      </p:sp>
      <p:sp>
        <p:nvSpPr>
          <p:cNvPr id="11" name="shape:011"/>
          <p:cNvSpPr/>
          <p:nvPr/>
        </p:nvSpPr>
        <p:spPr>
          <a:xfrm>
            <a:off x="576072" y="1901952"/>
            <a:ext cx="6234931" cy="0"/>
          </a:xfrm>
          <a:prstGeom prst="line">
            <a:avLst/>
          </a:prstGeom>
          <a:noFill/>
          <a:ln w="17780">
            <a:solidFill>
              <a:srgbClr val="071B2C"/>
            </a:solidFill>
            <a:prstDash val="solid"/>
          </a:ln>
        </p:spPr>
        <p:txBody>
          <a:bodyPr>
            <a:noAutofit/>
          </a:bodyPr>
          <a:p/>
        </p:txBody>
      </p:sp>
      <p:graphicFrame>
        <p:nvGraphicFramePr>
          <p:cNvPr id="27" name="shape:027"/>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584000"/>
                <a:gridCol w="1224000"/>
                <a:gridCol w="3426931"/>
              </a:tblGrid>
              <a:tr h="1380744">
                <a:tc>
                  <a:txBody>
                    <a:bodyPr/>
                    <a:lstStyle/>
                    <a:p>
                      <a:pPr algn="l" indent="0" marL="0">
                        <a:buNone/>
                      </a:pPr>
                      <a:r>
                        <a:rPr lang="en-US" sz="1100" b="1" dirty="0">
                          <a:solidFill>
                            <a:srgbClr val="1E5F8C"/>
                          </a:solidFill>
                          <a:latin typeface="Yu Mincho Demibold" pitchFamily="34" charset="0"/>
                          <a:ea typeface="Yu Mincho Demibold" pitchFamily="34" charset="-122"/>
                          <a:cs typeface="Yu Mincho Demibold" pitchFamily="34" charset="-120"/>
                        </a:rPr>
                        <a:t>項目2</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項目3</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380744">
                <a:tc>
                  <a:txBody>
                    <a:bodyPr/>
                    <a:lstStyle/>
                    <a:p>
                      <a:pPr algn="l" indent="0" marL="0">
                        <a:buNone/>
                      </a:pPr>
                      <a:r>
                        <a:rPr lang="en-US" sz="1100" b="1" dirty="0">
                          <a:solidFill>
                            <a:srgbClr val="1E5F8C"/>
                          </a:solidFill>
                          <a:latin typeface="Yu Mincho Demibold" pitchFamily="34" charset="0"/>
                          <a:ea typeface="Yu Mincho Demibold" pitchFamily="34" charset="-122"/>
                          <a:cs typeface="Yu Mincho Demibold" pitchFamily="34" charset="-120"/>
                        </a:rPr>
                        <a:t>項目4</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項目5</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380744">
                <a:tc>
                  <a:txBody>
                    <a:bodyPr/>
                    <a:lstStyle/>
                    <a:p>
                      <a:pPr algn="l" indent="0" marL="0">
                        <a:buNone/>
                      </a:pPr>
                      <a:r>
                        <a:rPr lang="en-US" sz="1100" b="1" dirty="0">
                          <a:solidFill>
                            <a:srgbClr val="1E5F8C"/>
                          </a:solidFill>
                          <a:latin typeface="Yu Mincho Demibold" pitchFamily="34" charset="0"/>
                          <a:ea typeface="Yu Mincho Demibold" pitchFamily="34" charset="-122"/>
                          <a:cs typeface="Yu Mincho Demibold" pitchFamily="34" charset="-120"/>
                        </a:rPr>
                        <a:t>項目6</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項目7</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79C8DC"/>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だから、こう読める</a:t>
            </a:r>
            <a:endParaRPr lang="en-US" sz="1150" dirty="0"/>
          </a:p>
        </p:txBody>
      </p:sp>
      <p:sp>
        <p:nvSpPr>
          <p:cNvPr id="15" name="shape:015"/>
          <p:cNvSpPr/>
          <p:nvPr/>
        </p:nvSpPr>
        <p:spPr>
          <a:xfrm>
            <a:off x="7459003" y="1901952"/>
            <a:ext cx="4156620" cy="0"/>
          </a:xfrm>
          <a:prstGeom prst="line">
            <a:avLst/>
          </a:prstGeom>
          <a:noFill/>
          <a:ln w="17780">
            <a:solidFill>
              <a:srgbClr val="071B2C"/>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071B2C"/>
                </a:solidFill>
                <a:latin typeface="Yu Gothic" pitchFamily="34" charset="0"/>
                <a:ea typeface="Yu Gothic" pitchFamily="34" charset="-122"/>
                <a:cs typeface="Yu Gothic" pitchFamily="34" charset="-120"/>
              </a:rPr>
              <a:t>記載例4</a:t>
            </a:r>
            <a:endParaRPr lang="en-US" sz="1000" dirty="0"/>
          </a:p>
          <a:p>
            <a:pPr marL="152400" indent="-152400">
              <a:spcAft>
                <a:spcPts val="1300"/>
              </a:spcAft>
              <a:buSzPct val="100000"/>
              <a:buChar char="•"/>
            </a:pPr>
            <a:r>
              <a:rPr lang="en-US" sz="1000" dirty="0">
                <a:solidFill>
                  <a:srgbClr val="071B2C"/>
                </a:solidFill>
                <a:latin typeface="Yu Gothic" pitchFamily="34" charset="0"/>
                <a:ea typeface="Yu Gothic" pitchFamily="34" charset="-122"/>
                <a:cs typeface="Yu Gothic" pitchFamily="34" charset="-120"/>
              </a:rPr>
              <a:t>記載例5</a:t>
            </a:r>
            <a:endParaRPr lang="en-US" sz="1000" dirty="0"/>
          </a:p>
          <a:p>
            <a:pPr marL="152400" indent="-152400">
              <a:spcAft>
                <a:spcPts val="1300"/>
              </a:spcAft>
              <a:buSzPct val="100000"/>
              <a:buChar char="•"/>
            </a:pPr>
            <a:r>
              <a:rPr lang="en-US" sz="1000" dirty="0">
                <a:solidFill>
                  <a:srgbClr val="071B2C"/>
                </a:solidFill>
                <a:latin typeface="Yu Gothic" pitchFamily="34" charset="0"/>
                <a:ea typeface="Yu Gothic" pitchFamily="34" charset="-122"/>
                <a:cs typeface="Yu Gothic" pitchFamily="34" charset="-120"/>
              </a:rPr>
              <a:t>記載例6</a:t>
            </a:r>
            <a:endParaRPr lang="en-US" sz="10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並列カード 2×2</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8</a:t>
            </a:r>
            <a:endParaRPr lang="en-US" sz="750" dirty="0"/>
          </a:p>
        </p:txBody>
      </p:sp>
      <p:sp>
        <p:nvSpPr>
          <p:cNvPr id="10" name="shape:010"/>
          <p:cNvSpPr/>
          <p:nvPr/>
        </p:nvSpPr>
        <p:spPr>
          <a:xfrm>
            <a:off x="576072" y="1572768"/>
            <a:ext cx="5447776" cy="2227716"/>
          </a:xfrm>
          <a:prstGeom prst="rect">
            <a:avLst/>
          </a:prstGeom>
          <a:solidFill>
            <a:srgbClr val="E7F4F8"/>
          </a:solidFill>
          <a:ln/>
        </p:spPr>
        <p:txBody>
          <a:bodyPr>
            <a:noAutofit/>
          </a:bodyPr>
          <a:p/>
        </p:txBody>
      </p:sp>
      <p:sp>
        <p:nvSpPr>
          <p:cNvPr id="11" name="shape:011"/>
          <p:cNvSpPr/>
          <p:nvPr/>
        </p:nvSpPr>
        <p:spPr>
          <a:xfrm>
            <a:off x="720072"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071B2C"/>
                </a:solidFill>
                <a:latin typeface="Yu Gothic" pitchFamily="34" charset="0"/>
                <a:ea typeface="Yu Gothic" pitchFamily="34" charset="-122"/>
                <a:cs typeface="Yu Gothic" pitchFamily="34" charset="-120"/>
              </a:rPr>
              <a:t>項目1：項目2（主語＋何をする で統一）</a:t>
            </a:r>
            <a:endParaRPr lang="en-US" sz="1100" dirty="0"/>
          </a:p>
        </p:txBody>
      </p:sp>
      <p:sp>
        <p:nvSpPr>
          <p:cNvPr id="12" name="shape:012"/>
          <p:cNvSpPr/>
          <p:nvPr/>
        </p:nvSpPr>
        <p:spPr>
          <a:xfrm>
            <a:off x="720072" y="1993392"/>
            <a:ext cx="5159776" cy="0"/>
          </a:xfrm>
          <a:prstGeom prst="line">
            <a:avLst/>
          </a:prstGeom>
          <a:noFill/>
          <a:ln w="9525">
            <a:solidFill>
              <a:srgbClr val="D9DCDF"/>
            </a:solidFill>
            <a:prstDash val="solid"/>
          </a:ln>
        </p:spPr>
        <p:txBody>
          <a:bodyPr>
            <a:noAutofit/>
          </a:bodyPr>
          <a:p/>
        </p:txBody>
      </p:sp>
      <p:sp>
        <p:nvSpPr>
          <p:cNvPr id="13" name="shape:013"/>
          <p:cNvSpPr/>
          <p:nvPr/>
        </p:nvSpPr>
        <p:spPr>
          <a:xfrm>
            <a:off x="720072"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p>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p>
        </p:txBody>
      </p:sp>
      <p:sp>
        <p:nvSpPr>
          <p:cNvPr id="14" name="shape:014"/>
          <p:cNvSpPr/>
          <p:nvPr/>
        </p:nvSpPr>
        <p:spPr>
          <a:xfrm>
            <a:off x="6167848" y="1572768"/>
            <a:ext cx="5447776" cy="2227716"/>
          </a:xfrm>
          <a:prstGeom prst="rect">
            <a:avLst/>
          </a:prstGeom>
          <a:solidFill>
            <a:srgbClr val="E7F4F8"/>
          </a:solidFill>
          <a:ln/>
        </p:spPr>
        <p:txBody>
          <a:bodyPr>
            <a:noAutofit/>
          </a:bodyPr>
          <a:p/>
        </p:txBody>
      </p:sp>
      <p:sp>
        <p:nvSpPr>
          <p:cNvPr id="15" name="shape:015"/>
          <p:cNvSpPr/>
          <p:nvPr/>
        </p:nvSpPr>
        <p:spPr>
          <a:xfrm>
            <a:off x="6311848"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071B2C"/>
                </a:solidFill>
                <a:latin typeface="Yu Gothic" pitchFamily="34" charset="0"/>
                <a:ea typeface="Yu Gothic" pitchFamily="34" charset="-122"/>
                <a:cs typeface="Yu Gothic" pitchFamily="34" charset="-120"/>
              </a:rPr>
              <a:t>項目3：項目4</a:t>
            </a:r>
            <a:endParaRPr lang="en-US" sz="1100" dirty="0"/>
          </a:p>
        </p:txBody>
      </p:sp>
      <p:sp>
        <p:nvSpPr>
          <p:cNvPr id="16" name="shape:016"/>
          <p:cNvSpPr/>
          <p:nvPr/>
        </p:nvSpPr>
        <p:spPr>
          <a:xfrm>
            <a:off x="6311848" y="1993392"/>
            <a:ext cx="5159776" cy="0"/>
          </a:xfrm>
          <a:prstGeom prst="line">
            <a:avLst/>
          </a:prstGeom>
          <a:noFill/>
          <a:ln w="9525">
            <a:solidFill>
              <a:srgbClr val="D9DCDF"/>
            </a:solidFill>
            <a:prstDash val="solid"/>
          </a:ln>
        </p:spPr>
        <p:txBody>
          <a:bodyPr>
            <a:noAutofit/>
          </a:bodyPr>
          <a:p/>
        </p:txBody>
      </p:sp>
      <p:sp>
        <p:nvSpPr>
          <p:cNvPr id="17" name="shape:017"/>
          <p:cNvSpPr/>
          <p:nvPr/>
        </p:nvSpPr>
        <p:spPr>
          <a:xfrm>
            <a:off x="6311848"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p>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記載例4</a:t>
            </a:r>
            <a:endParaRPr lang="en-US" sz="1000" dirty="0"/>
          </a:p>
        </p:txBody>
      </p:sp>
      <p:sp>
        <p:nvSpPr>
          <p:cNvPr id="18" name="shape:018"/>
          <p:cNvSpPr/>
          <p:nvPr/>
        </p:nvSpPr>
        <p:spPr>
          <a:xfrm>
            <a:off x="576072" y="3944484"/>
            <a:ext cx="5447776" cy="2227716"/>
          </a:xfrm>
          <a:prstGeom prst="rect">
            <a:avLst/>
          </a:prstGeom>
          <a:solidFill>
            <a:srgbClr val="E7F4F8"/>
          </a:solidFill>
          <a:ln/>
        </p:spPr>
        <p:txBody>
          <a:bodyPr>
            <a:noAutofit/>
          </a:bodyPr>
          <a:p/>
        </p:txBody>
      </p:sp>
      <p:sp>
        <p:nvSpPr>
          <p:cNvPr id="19" name="shape:019"/>
          <p:cNvSpPr/>
          <p:nvPr/>
        </p:nvSpPr>
        <p:spPr>
          <a:xfrm>
            <a:off x="720072"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071B2C"/>
                </a:solidFill>
                <a:latin typeface="Yu Gothic" pitchFamily="34" charset="0"/>
                <a:ea typeface="Yu Gothic" pitchFamily="34" charset="-122"/>
                <a:cs typeface="Yu Gothic" pitchFamily="34" charset="-120"/>
              </a:rPr>
              <a:t>項目5：項目6</a:t>
            </a:r>
            <a:endParaRPr lang="en-US" sz="1100" dirty="0"/>
          </a:p>
        </p:txBody>
      </p:sp>
      <p:sp>
        <p:nvSpPr>
          <p:cNvPr id="20" name="shape:020"/>
          <p:cNvSpPr/>
          <p:nvPr/>
        </p:nvSpPr>
        <p:spPr>
          <a:xfrm>
            <a:off x="720072" y="4365108"/>
            <a:ext cx="5159776" cy="0"/>
          </a:xfrm>
          <a:prstGeom prst="line">
            <a:avLst/>
          </a:prstGeom>
          <a:noFill/>
          <a:ln w="9525">
            <a:solidFill>
              <a:srgbClr val="D9DCDF"/>
            </a:solidFill>
            <a:prstDash val="solid"/>
          </a:ln>
        </p:spPr>
        <p:txBody>
          <a:bodyPr>
            <a:noAutofit/>
          </a:bodyPr>
          <a:p/>
        </p:txBody>
      </p:sp>
      <p:sp>
        <p:nvSpPr>
          <p:cNvPr id="21" name="shape:021"/>
          <p:cNvSpPr/>
          <p:nvPr/>
        </p:nvSpPr>
        <p:spPr>
          <a:xfrm>
            <a:off x="720072"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記載例5</a:t>
            </a:r>
            <a:endParaRPr lang="en-US" sz="1000" dirty="0"/>
          </a:p>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記載例6</a:t>
            </a:r>
            <a:endParaRPr lang="en-US" sz="1000" dirty="0"/>
          </a:p>
        </p:txBody>
      </p:sp>
      <p:sp>
        <p:nvSpPr>
          <p:cNvPr id="22" name="shape:022"/>
          <p:cNvSpPr/>
          <p:nvPr/>
        </p:nvSpPr>
        <p:spPr>
          <a:xfrm>
            <a:off x="6167848" y="3944484"/>
            <a:ext cx="5447776" cy="2227716"/>
          </a:xfrm>
          <a:prstGeom prst="rect">
            <a:avLst/>
          </a:prstGeom>
          <a:solidFill>
            <a:srgbClr val="E7F4F8"/>
          </a:solidFill>
          <a:ln/>
        </p:spPr>
        <p:txBody>
          <a:bodyPr>
            <a:noAutofit/>
          </a:bodyPr>
          <a:p/>
        </p:txBody>
      </p:sp>
      <p:sp>
        <p:nvSpPr>
          <p:cNvPr id="23" name="shape:023"/>
          <p:cNvSpPr/>
          <p:nvPr/>
        </p:nvSpPr>
        <p:spPr>
          <a:xfrm>
            <a:off x="6311848"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071B2C"/>
                </a:solidFill>
                <a:latin typeface="Yu Gothic" pitchFamily="34" charset="0"/>
                <a:ea typeface="Yu Gothic" pitchFamily="34" charset="-122"/>
                <a:cs typeface="Yu Gothic" pitchFamily="34" charset="-120"/>
              </a:rPr>
              <a:t>項目7：項目8</a:t>
            </a:r>
            <a:endParaRPr lang="en-US" sz="1100" dirty="0"/>
          </a:p>
        </p:txBody>
      </p:sp>
      <p:sp>
        <p:nvSpPr>
          <p:cNvPr id="24" name="shape:024"/>
          <p:cNvSpPr/>
          <p:nvPr/>
        </p:nvSpPr>
        <p:spPr>
          <a:xfrm>
            <a:off x="6311848" y="4365108"/>
            <a:ext cx="5159776" cy="0"/>
          </a:xfrm>
          <a:prstGeom prst="line">
            <a:avLst/>
          </a:prstGeom>
          <a:noFill/>
          <a:ln w="9525">
            <a:solidFill>
              <a:srgbClr val="D9DCDF"/>
            </a:solidFill>
            <a:prstDash val="solid"/>
          </a:ln>
        </p:spPr>
        <p:txBody>
          <a:bodyPr>
            <a:noAutofit/>
          </a:bodyPr>
          <a:p/>
        </p:txBody>
      </p:sp>
      <p:sp>
        <p:nvSpPr>
          <p:cNvPr id="25" name="shape:025"/>
          <p:cNvSpPr/>
          <p:nvPr/>
        </p:nvSpPr>
        <p:spPr>
          <a:xfrm>
            <a:off x="6311848"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記載例7</a:t>
            </a:r>
            <a:endParaRPr lang="en-US" sz="1000" dirty="0"/>
          </a:p>
          <a:p>
            <a:pPr marL="152400" indent="-152400">
              <a:spcAft>
                <a:spcPts val="400"/>
              </a:spcAft>
              <a:buSzPct val="100000"/>
              <a:buChar char="•"/>
            </a:pPr>
            <a:r>
              <a:rPr lang="en-US" sz="1000" dirty="0">
                <a:solidFill>
                  <a:srgbClr val="071B2C"/>
                </a:solidFill>
                <a:latin typeface="Yu Gothic" pitchFamily="34" charset="0"/>
                <a:ea typeface="Yu Gothic" pitchFamily="34" charset="-122"/>
                <a:cs typeface="Yu Gothic" pitchFamily="34" charset="-120"/>
              </a:rPr>
              <a:t>記載例8</a:t>
            </a:r>
            <a:endParaRPr lang="en-US" sz="10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b09</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軸のある表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9</a:t>
            </a:r>
            <a:endParaRPr lang="en-US" sz="750" dirty="0"/>
          </a:p>
        </p:txBody>
      </p:sp>
      <p:graphicFrame>
        <p:nvGraphicFramePr>
          <p:cNvPr id="35" name="shape:035"/>
          <p:cNvGraphicFramePr>
            <a:graphicFrameLocks noGrp="1"/>
          </p:cNvGraphicFramePr>
          <p:nvPr>
            <p:extLst>
              <p:ext uri="{D42A27DB-BD31-4B8C-83A1-F6EECF244321}">
                <p14:modId xmlns:p14="http://schemas.microsoft.com/office/powerpoint/2010/main" val="1579011935"/>
              </p:ext>
            </p:extLst>
          </p:nvPr>
        </p:nvGraphicFramePr>
        <p:xfrm>
          <a:off x="576072" y="1572768"/>
          <a:ext cx="11039551" cy="914400"/>
        </p:xfrm>
        <a:graphic>
          <a:graphicData uri="http://schemas.openxmlformats.org/drawingml/2006/table">
            <a:tbl>
              <a:tblPr/>
              <a:tblGrid>
                <a:gridCol w="1876002"/>
                <a:gridCol w="3824158"/>
                <a:gridCol w="2525388"/>
                <a:gridCol w="2814003"/>
              </a:tblGrid>
              <a:tr h="365760">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項目1（軸）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071B2C"/>
                      </a:solidFill>
                      <a:prstDash val="solid"/>
                      <a:round/>
                      <a:headEnd type="none" w="med" len="med"/>
                      <a:tailEnd type="none" w="med" len="med"/>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項目2</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項目3</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項目4</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r>
              <a:tr h="1411224">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項目6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411224">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項目9</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411224">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項目11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項目12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b10</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3013200"/>
            <a:ext cx="7920000" cy="360000"/>
          </a:xfrm>
          <a:prstGeom prst="rect">
            <a:avLst/>
          </a:prstGeom>
          <a:noFill/>
          <a:ln/>
        </p:spPr>
        <p:txBody>
          <a:bodyPr wrap="square" lIns="0" tIns="0" rIns="0" bIns="0" rtlCol="0" anchor="t">
            <a:noAutofit/>
          </a:bodyPr>
          <a:lstStyle/>
          <a:p>
            <a:pPr algn="l" indent="0" marL="0">
              <a:buNone/>
            </a:pPr>
            <a:r>
              <a:rPr lang="en-US" sz="2200" b="1" dirty="0">
                <a:solidFill>
                  <a:srgbClr val="071B2C"/>
                </a:solidFill>
                <a:latin typeface="Yu Mincho Demibold" pitchFamily="34" charset="0"/>
                <a:ea typeface="Yu Mincho Demibold" pitchFamily="34" charset="-122"/>
                <a:cs typeface="Yu Mincho Demibold" pitchFamily="34" charset="-120"/>
              </a:rPr>
              <a:t>会社名</a:t>
            </a:r>
            <a:endParaRPr lang="en-US" sz="2200" dirty="0"/>
          </a:p>
        </p:txBody>
      </p:sp>
      <p:sp>
        <p:nvSpPr>
          <p:cNvPr id="6" name="shape:006"/>
          <p:cNvSpPr/>
          <p:nvPr/>
        </p:nvSpPr>
        <p:spPr>
          <a:xfrm>
            <a:off x="576072" y="3481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1E5F8C"/>
                </a:solidFill>
                <a:latin typeface="Yu Mincho Demibold" pitchFamily="34" charset="0"/>
                <a:ea typeface="Yu Mincho Demibold" pitchFamily="34" charset="-122"/>
                <a:cs typeface="Yu Mincho Demibold" pitchFamily="34" charset="-120"/>
              </a:rPr>
              <a:t>連絡先</a:t>
            </a:r>
            <a:endParaRPr lang="en-US" sz="15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D9DCDF"/>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10</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主張パネル＋図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11</a:t>
            </a:r>
            <a:endParaRPr lang="en-US" sz="750" dirty="0"/>
          </a:p>
        </p:txBody>
      </p:sp>
      <p:sp>
        <p:nvSpPr>
          <p:cNvPr id="10" name="shape:010"/>
          <p:cNvSpPr/>
          <p:nvPr/>
        </p:nvSpPr>
        <p:spPr>
          <a:xfrm>
            <a:off x="576072" y="1572768"/>
            <a:ext cx="2232000" cy="4599432"/>
          </a:xfrm>
          <a:prstGeom prst="rect">
            <a:avLst/>
          </a:prstGeom>
          <a:solidFill>
            <a:srgbClr val="071B2C"/>
          </a:solidFill>
          <a:ln/>
        </p:spPr>
        <p:txBody>
          <a:bodyPr>
            <a:noAutofit/>
          </a:bodyPr>
          <a:p/>
        </p:txBody>
      </p:sp>
      <p:sp>
        <p:nvSpPr>
          <p:cNvPr id="11" name="shape:011"/>
          <p:cNvSpPr/>
          <p:nvPr/>
        </p:nvSpPr>
        <p:spPr>
          <a:xfrm>
            <a:off x="792072" y="1788768"/>
            <a:ext cx="1800000" cy="384048"/>
          </a:xfrm>
          <a:prstGeom prst="rect">
            <a:avLst/>
          </a:prstGeom>
          <a:noFill/>
          <a:ln/>
        </p:spPr>
        <p:txBody>
          <a:bodyPr wrap="square" lIns="0" tIns="0" rIns="0" bIns="0" rtlCol="0" anchor="t">
            <a:noAutofit/>
          </a:bodyPr>
          <a:lstStyle/>
          <a:p>
            <a:pPr algn="l" indent="0" marL="0">
              <a:buNone/>
            </a:pPr>
            <a:r>
              <a:rPr lang="en-US" sz="2600" b="1" dirty="0">
                <a:solidFill>
                  <a:srgbClr val="79C8DC"/>
                </a:solidFill>
                <a:latin typeface="Yu Mincho Demibold" pitchFamily="34" charset="0"/>
                <a:ea typeface="Yu Mincho Demibold" pitchFamily="34" charset="-122"/>
                <a:cs typeface="Yu Mincho Demibold" pitchFamily="34" charset="-120"/>
              </a:rPr>
              <a:t>2</a:t>
            </a:r>
            <a:endParaRPr lang="en-US" sz="2600" dirty="0"/>
          </a:p>
        </p:txBody>
      </p:sp>
      <p:sp>
        <p:nvSpPr>
          <p:cNvPr id="12" name="shape:012"/>
          <p:cNvSpPr/>
          <p:nvPr/>
        </p:nvSpPr>
        <p:spPr>
          <a:xfrm>
            <a:off x="792072" y="2209392"/>
            <a:ext cx="1800000" cy="219456"/>
          </a:xfrm>
          <a:prstGeom prst="rect">
            <a:avLst/>
          </a:prstGeom>
          <a:noFill/>
          <a:ln/>
        </p:spPr>
        <p:txBody>
          <a:bodyPr wrap="square" lIns="0" tIns="0" rIns="0" bIns="0" rtlCol="0" anchor="t">
            <a:noAutofit/>
          </a:bodyPr>
          <a:lstStyle/>
          <a:p>
            <a:pPr indent="0" marL="0">
              <a:buNone/>
            </a:pPr>
            <a:r>
              <a:rPr lang="en-US" sz="950" b="1" spc="100" kern="0" dirty="0">
                <a:solidFill>
                  <a:srgbClr val="D9DCDF"/>
                </a:solidFill>
                <a:latin typeface="Yu Gothic" pitchFamily="34" charset="0"/>
                <a:ea typeface="Yu Gothic" pitchFamily="34" charset="-122"/>
                <a:cs typeface="Yu Gothic" pitchFamily="34" charset="-120"/>
              </a:rPr>
              <a:t>項目1（区分名）</a:t>
            </a:r>
            <a:endParaRPr lang="en-US" sz="950" dirty="0"/>
          </a:p>
        </p:txBody>
      </p:sp>
      <p:sp>
        <p:nvSpPr>
          <p:cNvPr id="13" name="shape:013"/>
          <p:cNvSpPr/>
          <p:nvPr/>
        </p:nvSpPr>
        <p:spPr>
          <a:xfrm>
            <a:off x="792072" y="4676040"/>
            <a:ext cx="1800000" cy="1280160"/>
          </a:xfrm>
          <a:prstGeom prst="rect">
            <a:avLst/>
          </a:prstGeom>
          <a:noFill/>
          <a:ln/>
        </p:spPr>
        <p:txBody>
          <a:bodyPr wrap="square" lIns="0" tIns="0" rIns="0" bIns="0" rtlCol="0" anchor="b">
            <a:noAutofit/>
          </a:bodyPr>
          <a:lstStyle/>
          <a:p>
            <a:pPr algn="l" indent="0" marL="0">
              <a:buNone/>
            </a:pPr>
            <a:r>
              <a:rPr lang="en-US" sz="1400" b="1" dirty="0">
                <a:solidFill>
                  <a:srgbClr val="FFFFFF"/>
                </a:solidFill>
                <a:latin typeface="Yu Mincho Demibold" pitchFamily="34" charset="0"/>
                <a:ea typeface="Yu Mincho Demibold" pitchFamily="34" charset="-122"/>
                <a:cs typeface="Yu Mincho Demibold" pitchFamily="34" charset="-120"/>
              </a:rPr>
              <a:t>記載例1（この1枚の主張を1文で）</a:t>
            </a:r>
            <a:endParaRPr lang="en-US" sz="1400" dirty="0"/>
          </a:p>
        </p:txBody>
      </p:sp>
      <p:sp>
        <p:nvSpPr>
          <p:cNvPr id="14" name="shape:014"/>
          <p:cNvSpPr/>
          <p:nvPr/>
        </p:nvSpPr>
        <p:spPr>
          <a:xfrm>
            <a:off x="3096072" y="1609344"/>
            <a:ext cx="6690751" cy="237744"/>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指標名</a:t>
            </a:r>
            <a:endParaRPr lang="en-US" sz="1150" dirty="0"/>
          </a:p>
        </p:txBody>
      </p:sp>
      <p:sp>
        <p:nvSpPr>
          <p:cNvPr id="15" name="shape:015"/>
          <p:cNvSpPr/>
          <p:nvPr/>
        </p:nvSpPr>
        <p:spPr>
          <a:xfrm>
            <a:off x="9786823" y="1609344"/>
            <a:ext cx="182880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単位、2026〜2026年</a:t>
            </a:r>
            <a:endParaRPr lang="en-US" sz="850" dirty="0"/>
          </a:p>
        </p:txBody>
      </p:sp>
      <p:sp>
        <p:nvSpPr>
          <p:cNvPr id="16" name="shape:016"/>
          <p:cNvSpPr/>
          <p:nvPr/>
        </p:nvSpPr>
        <p:spPr>
          <a:xfrm>
            <a:off x="3096072" y="1883664"/>
            <a:ext cx="8519551" cy="0"/>
          </a:xfrm>
          <a:prstGeom prst="line">
            <a:avLst/>
          </a:prstGeom>
          <a:noFill/>
          <a:ln w="17780">
            <a:solidFill>
              <a:srgbClr val="071B2C"/>
            </a:solidFill>
            <a:prstDash val="solid"/>
          </a:ln>
        </p:spPr>
        <p:txBody>
          <a:bodyPr>
            <a:noAutofit/>
          </a:bodyPr>
          <a:p/>
        </p:txBody>
      </p:sp>
      <p:graphicFrame>
        <p:nvGraphicFramePr>
          <p:cNvPr id="42" name="shape:042"/>
          <p:cNvGraphicFramePr>
            <a:graphicFrameLocks noGrp="1"/>
          </p:cNvGraphicFramePr>
          <p:nvPr>
            <p:extLst>
              <p:ext uri="{D42A27DB-BD31-4B8C-83A1-F6EECF244321}">
                <p14:modId xmlns:p14="http://schemas.microsoft.com/office/powerpoint/2010/main" val="1579011935"/>
              </p:ext>
            </p:extLst>
          </p:nvPr>
        </p:nvGraphicFramePr>
        <p:xfrm>
          <a:off x="3096072" y="1993392"/>
          <a:ext cx="8519551" cy="914400"/>
        </p:xfrm>
        <a:graphic>
          <a:graphicData uri="http://schemas.openxmlformats.org/drawingml/2006/table">
            <a:tbl>
              <a:tblPr/>
              <a:tblGrid>
                <a:gridCol w="1440000"/>
                <a:gridCol w="1152000"/>
                <a:gridCol w="5927551"/>
              </a:tblGrid>
              <a:tr h="1392936">
                <a:tc>
                  <a:txBody>
                    <a:bodyPr/>
                    <a:lstStyle/>
                    <a:p>
                      <a:pPr indent="0" marL="0">
                        <a:buNone/>
                      </a:pPr>
                      <a:r>
                        <a:rPr lang="en-US" sz="1100" b="1" dirty="0">
                          <a:solidFill>
                            <a:srgbClr val="1E5F8C"/>
                          </a:solidFill>
                          <a:latin typeface="Yu Mincho Demibold" pitchFamily="34" charset="0"/>
                          <a:ea typeface="Yu Mincho Demibold" pitchFamily="34" charset="-122"/>
                          <a:cs typeface="Yu Mincho Demibold" pitchFamily="34" charset="-120"/>
                        </a:rPr>
                        <a:t>項目7</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indent="0" marL="0">
                        <a:buNone/>
                      </a:pPr>
                      <a:r>
                        <a:rPr lang="en-US" sz="1400" b="1" dirty="0">
                          <a:solidFill>
                            <a:srgbClr val="071B2C"/>
                          </a:solidFill>
                          <a:latin typeface="Yu Gothic" pitchFamily="34" charset="0"/>
                          <a:ea typeface="Yu Gothic" pitchFamily="34" charset="-122"/>
                          <a:cs typeface="Yu Gothic" pitchFamily="34" charset="-120"/>
                        </a:rPr>
                        <a:t>項目8</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indent="0" marL="0">
                        <a:buNone/>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392936">
                <a:tc>
                  <a:txBody>
                    <a:bodyPr/>
                    <a:lstStyle/>
                    <a:p>
                      <a:pPr indent="0" marL="0">
                        <a:buNone/>
                      </a:pPr>
                      <a:r>
                        <a:rPr lang="en-US" sz="1100" b="1" dirty="0">
                          <a:solidFill>
                            <a:srgbClr val="1E5F8C"/>
                          </a:solidFill>
                          <a:latin typeface="Yu Mincho Demibold" pitchFamily="34" charset="0"/>
                          <a:ea typeface="Yu Mincho Demibold" pitchFamily="34" charset="-122"/>
                          <a:cs typeface="Yu Mincho Demibold" pitchFamily="34" charset="-120"/>
                        </a:rPr>
                        <a:t>項目9</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indent="0" marL="0">
                        <a:buNone/>
                      </a:pPr>
                      <a:r>
                        <a:rPr lang="en-US" sz="1400" b="1" dirty="0">
                          <a:solidFill>
                            <a:srgbClr val="071B2C"/>
                          </a:solidFill>
                          <a:latin typeface="Yu Gothic" pitchFamily="34" charset="0"/>
                          <a:ea typeface="Yu Gothic" pitchFamily="34" charset="-122"/>
                          <a:cs typeface="Yu Gothic" pitchFamily="34" charset="-120"/>
                        </a:rPr>
                        <a:t>項目10</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indent="0" marL="0">
                        <a:buNone/>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392936">
                <a:tc>
                  <a:txBody>
                    <a:bodyPr/>
                    <a:lstStyle/>
                    <a:p>
                      <a:pPr indent="0" marL="0">
                        <a:buNone/>
                      </a:pPr>
                      <a:r>
                        <a:rPr lang="en-US" sz="1100" b="1" dirty="0">
                          <a:solidFill>
                            <a:srgbClr val="1E5F8C"/>
                          </a:solidFill>
                          <a:latin typeface="Yu Mincho Demibold" pitchFamily="34" charset="0"/>
                          <a:ea typeface="Yu Mincho Demibold" pitchFamily="34" charset="-122"/>
                          <a:cs typeface="Yu Mincho Demibold" pitchFamily="34" charset="-120"/>
                        </a:rPr>
                        <a:t>項目11</a:t>
                      </a:r>
                      <a:endParaRPr lang="en-US" sz="1100" dirty="0">
                        <a:latin typeface="Yu Mincho Demibold" charset="0"/>
                        <a:ea typeface="Yu Mincho Demibold" charset="0"/>
                        <a:cs typeface="Yu Mincho Demibold" charset="0"/>
                      </a:endParaRPr>
                    </a:p>
                  </a:txBody>
                  <a:tcPr marL="91440" marR="91440"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indent="0" marL="0">
                        <a:buNone/>
                      </a:pPr>
                      <a:r>
                        <a:rPr lang="en-US" sz="1400" b="1" dirty="0">
                          <a:solidFill>
                            <a:srgbClr val="071B2C"/>
                          </a:solidFill>
                          <a:latin typeface="Yu Gothic" pitchFamily="34" charset="0"/>
                          <a:ea typeface="Yu Gothic" pitchFamily="34" charset="-122"/>
                          <a:cs typeface="Yu Gothic" pitchFamily="34" charset="-120"/>
                        </a:rPr>
                        <a:t>項目12</a:t>
                      </a:r>
                      <a:endParaRPr lang="en-US" sz="14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91440"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4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打ち手の効果表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12</a:t>
            </a:r>
            <a:endParaRPr lang="en-US" sz="750" dirty="0"/>
          </a:p>
        </p:txBody>
      </p:sp>
      <p:sp>
        <p:nvSpPr>
          <p:cNvPr id="10" name="shape:010"/>
          <p:cNvSpPr/>
          <p:nvPr/>
        </p:nvSpPr>
        <p:spPr>
          <a:xfrm>
            <a:off x="9851479" y="1628784"/>
            <a:ext cx="144000" cy="144000"/>
          </a:xfrm>
          <a:prstGeom prst="rect">
            <a:avLst/>
          </a:prstGeom>
          <a:solidFill>
            <a:srgbClr val="1E5F8C"/>
          </a:solidFill>
          <a:ln/>
        </p:spPr>
        <p:txBody>
          <a:bodyPr>
            <a:noAutofit/>
          </a:bodyPr>
          <a:p/>
        </p:txBody>
      </p:sp>
      <p:sp>
        <p:nvSpPr>
          <p:cNvPr id="11" name="shape:011"/>
          <p:cNvSpPr/>
          <p:nvPr/>
        </p:nvSpPr>
        <p:spPr>
          <a:xfrm>
            <a:off x="100494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増やす方向</a:t>
            </a:r>
            <a:endParaRPr lang="en-US" sz="800" dirty="0"/>
          </a:p>
        </p:txBody>
      </p:sp>
      <p:sp>
        <p:nvSpPr>
          <p:cNvPr id="12" name="shape:012"/>
          <p:cNvSpPr/>
          <p:nvPr/>
        </p:nvSpPr>
        <p:spPr>
          <a:xfrm>
            <a:off x="10841551" y="1628784"/>
            <a:ext cx="144000" cy="144000"/>
          </a:xfrm>
          <a:prstGeom prst="rect">
            <a:avLst/>
          </a:prstGeom>
          <a:solidFill>
            <a:srgbClr val="D9DCDF"/>
          </a:solidFill>
          <a:ln/>
        </p:spPr>
        <p:txBody>
          <a:bodyPr>
            <a:noAutofit/>
          </a:bodyPr>
          <a:p/>
        </p:txBody>
      </p:sp>
      <p:sp>
        <p:nvSpPr>
          <p:cNvPr id="13" name="shape:013"/>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減らす方向</a:t>
            </a:r>
            <a:endParaRPr lang="en-US" sz="800" dirty="0"/>
          </a:p>
        </p:txBody>
      </p:sp>
      <p:graphicFrame>
        <p:nvGraphicFramePr>
          <p:cNvPr id="38" name="shape:038"/>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2016000"/>
                <a:gridCol w="2016000"/>
                <a:gridCol w="7007551"/>
              </a:tblGrid>
              <a:tr h="365760">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打ち手</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071B2C"/>
                      </a:solidFill>
                      <a:prstDash val="solid"/>
                      <a:round/>
                      <a:headEnd type="none" w="med" len="med"/>
                      <a:tailEnd type="none" w="med" len="med"/>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効果の幅（単位）</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前提・制約</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r>
              <a:tr h="1278072">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278072">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278072">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5" name="shape:015"/>
          <p:cNvSpPr/>
          <p:nvPr/>
        </p:nvSpPr>
        <p:spPr>
          <a:xfrm>
            <a:off x="2646936" y="2878020"/>
            <a:ext cx="1525018" cy="198000"/>
          </a:xfrm>
          <a:prstGeom prst="homePlate">
            <a:avLst/>
          </a:prstGeom>
          <a:solidFill>
            <a:srgbClr val="1E5F8C"/>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6" name="shape:016"/>
          <p:cNvSpPr/>
          <p:nvPr/>
        </p:nvSpPr>
        <p:spPr>
          <a:xfrm>
            <a:off x="2646936" y="4156092"/>
            <a:ext cx="1048450" cy="198000"/>
          </a:xfrm>
          <a:prstGeom prst="homePlate">
            <a:avLst/>
          </a:prstGeom>
          <a:solidFill>
            <a:srgbClr val="1E5F8C"/>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7" name="shape:017"/>
          <p:cNvSpPr/>
          <p:nvPr/>
        </p:nvSpPr>
        <p:spPr>
          <a:xfrm>
            <a:off x="2646936" y="5434164"/>
            <a:ext cx="724383" cy="198000"/>
          </a:xfrm>
          <a:prstGeom prst="homePlate">
            <a:avLst/>
          </a:prstGeom>
          <a:solidFill>
            <a:srgbClr val="D9DCDF"/>
          </a:solidFill>
          <a:ln/>
        </p:spPr>
        <p:txBody>
          <a:bodyPr wrap="square" lIns="108000" tIns="0" rIns="0" bIns="0" rtlCol="0" anchor="ctr">
            <a:noAutofit/>
          </a:bodyPr>
          <a:lstStyle/>
          <a:p>
            <a:pPr algn="l" indent="0" marL="0">
              <a:buNone/>
            </a:pPr>
            <a:r>
              <a:rPr lang="en-US" sz="900" b="1" dirty="0">
                <a:solidFill>
                  <a:srgbClr val="071B2C"/>
                </a:solidFill>
                <a:latin typeface="Yu Gothic" pitchFamily="34" charset="0"/>
                <a:ea typeface="Yu Gothic" pitchFamily="34" charset="-122"/>
                <a:cs typeface="Yu Gothic" pitchFamily="34" charset="-120"/>
              </a:rPr>
              <a:t>−00</a:t>
            </a:r>
            <a:endParaRPr lang="en-US" sz="900" dirty="0"/>
          </a:p>
        </p:txBody>
      </p:sp>
      <p:sp>
        <p:nvSpPr>
          <p:cNvPr id="3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状態ヒートマップ＋右コメント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13</a:t>
            </a:r>
            <a:endParaRPr lang="en-US" sz="750" dirty="0"/>
          </a:p>
        </p:txBody>
      </p:sp>
      <p:sp>
        <p:nvSpPr>
          <p:cNvPr id="10" name="shape:010"/>
          <p:cNvSpPr/>
          <p:nvPr/>
        </p:nvSpPr>
        <p:spPr>
          <a:xfrm>
            <a:off x="8734529" y="1628784"/>
            <a:ext cx="144000" cy="144000"/>
          </a:xfrm>
          <a:prstGeom prst="rect">
            <a:avLst/>
          </a:prstGeom>
          <a:solidFill>
            <a:srgbClr val="071B2C"/>
          </a:solidFill>
          <a:ln/>
        </p:spPr>
        <p:txBody>
          <a:bodyPr>
            <a:noAutofit/>
          </a:bodyPr>
          <a:p/>
        </p:txBody>
      </p:sp>
      <p:sp>
        <p:nvSpPr>
          <p:cNvPr id="11" name="static:legend_11"/>
          <p:cNvSpPr/>
          <p:nvPr/>
        </p:nvSpPr>
        <p:spPr>
          <a:xfrm>
            <a:off x="893252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大きく改善</a:t>
            </a:r>
            <a:endParaRPr lang="en-US" sz="800" dirty="0"/>
          </a:p>
        </p:txBody>
      </p:sp>
      <p:sp>
        <p:nvSpPr>
          <p:cNvPr id="12" name="shape:012"/>
          <p:cNvSpPr/>
          <p:nvPr/>
        </p:nvSpPr>
        <p:spPr>
          <a:xfrm>
            <a:off x="9724601" y="1628784"/>
            <a:ext cx="144000" cy="144000"/>
          </a:xfrm>
          <a:prstGeom prst="rect">
            <a:avLst/>
          </a:prstGeom>
          <a:solidFill>
            <a:srgbClr val="1E5F8C"/>
          </a:solidFill>
          <a:ln/>
        </p:spPr>
        <p:txBody>
          <a:bodyPr>
            <a:noAutofit/>
          </a:bodyPr>
          <a:p/>
        </p:txBody>
      </p:sp>
      <p:sp>
        <p:nvSpPr>
          <p:cNvPr id="13" name="static:legend_13"/>
          <p:cNvSpPr/>
          <p:nvPr/>
        </p:nvSpPr>
        <p:spPr>
          <a:xfrm>
            <a:off x="9922601"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改善</a:t>
            </a:r>
            <a:endParaRPr lang="en-US" sz="800" dirty="0"/>
          </a:p>
        </p:txBody>
      </p:sp>
      <p:sp>
        <p:nvSpPr>
          <p:cNvPr id="14" name="shape:014"/>
          <p:cNvSpPr/>
          <p:nvPr/>
        </p:nvSpPr>
        <p:spPr>
          <a:xfrm>
            <a:off x="10390975" y="1628784"/>
            <a:ext cx="144000" cy="144000"/>
          </a:xfrm>
          <a:prstGeom prst="rect">
            <a:avLst/>
          </a:prstGeom>
          <a:solidFill>
            <a:srgbClr val="D9DCDF"/>
          </a:solidFill>
          <a:ln/>
        </p:spPr>
        <p:txBody>
          <a:bodyPr>
            <a:noAutofit/>
          </a:bodyPr>
          <a:p/>
        </p:txBody>
      </p:sp>
      <p:sp>
        <p:nvSpPr>
          <p:cNvPr id="15" name="static:legend_15"/>
          <p:cNvSpPr/>
          <p:nvPr/>
        </p:nvSpPr>
        <p:spPr>
          <a:xfrm>
            <a:off x="10588975"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横ばい</a:t>
            </a:r>
            <a:endParaRPr lang="en-US" sz="800" dirty="0"/>
          </a:p>
        </p:txBody>
      </p:sp>
      <p:sp>
        <p:nvSpPr>
          <p:cNvPr id="16" name="shape:016"/>
          <p:cNvSpPr/>
          <p:nvPr/>
        </p:nvSpPr>
        <p:spPr>
          <a:xfrm>
            <a:off x="11165249" y="1628784"/>
            <a:ext cx="144000" cy="144000"/>
          </a:xfrm>
          <a:prstGeom prst="rect">
            <a:avLst/>
          </a:prstGeom>
          <a:solidFill>
            <a:srgbClr val="79C8DC"/>
          </a:solidFill>
          <a:ln/>
        </p:spPr>
        <p:txBody>
          <a:bodyPr>
            <a:noAutofit/>
          </a:bodyPr>
          <a:p/>
        </p:txBody>
      </p:sp>
      <p:sp>
        <p:nvSpPr>
          <p:cNvPr id="17" name="static:legend_17"/>
          <p:cNvSpPr/>
          <p:nvPr/>
        </p:nvSpPr>
        <p:spPr>
          <a:xfrm>
            <a:off x="11363249"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悪化</a:t>
            </a:r>
            <a:endParaRPr lang="en-US" sz="800" dirty="0"/>
          </a:p>
        </p:txBody>
      </p:sp>
      <p:sp>
        <p:nvSpPr>
          <p:cNvPr id="18" name="shape:018"/>
          <p:cNvSpPr/>
          <p:nvPr/>
        </p:nvSpPr>
        <p:spPr>
          <a:xfrm>
            <a:off x="576072" y="1972224"/>
            <a:ext cx="3944284" cy="274320"/>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指標カテゴリー別の状況</a:t>
            </a:r>
            <a:endParaRPr lang="en-US" sz="1150" dirty="0"/>
          </a:p>
        </p:txBody>
      </p:sp>
      <p:sp>
        <p:nvSpPr>
          <p:cNvPr id="19" name="shape:019"/>
          <p:cNvSpPr/>
          <p:nvPr/>
        </p:nvSpPr>
        <p:spPr>
          <a:xfrm>
            <a:off x="4520356" y="1972224"/>
            <a:ext cx="1828800" cy="274320"/>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2026年M月時点</a:t>
            </a:r>
            <a:endParaRPr lang="en-US" sz="850" dirty="0"/>
          </a:p>
        </p:txBody>
      </p:sp>
      <p:sp>
        <p:nvSpPr>
          <p:cNvPr id="20" name="shape:020"/>
          <p:cNvSpPr/>
          <p:nvPr/>
        </p:nvSpPr>
        <p:spPr>
          <a:xfrm>
            <a:off x="576072" y="2283120"/>
            <a:ext cx="5773084" cy="0"/>
          </a:xfrm>
          <a:prstGeom prst="line">
            <a:avLst/>
          </a:prstGeom>
          <a:noFill/>
          <a:ln w="17780">
            <a:solidFill>
              <a:srgbClr val="071B2C"/>
            </a:solidFill>
            <a:prstDash val="solid"/>
          </a:ln>
        </p:spPr>
        <p:txBody>
          <a:bodyPr>
            <a:noAutofit/>
          </a:bodyPr>
          <a:p/>
        </p:txBody>
      </p:sp>
      <p:graphicFrame>
        <p:nvGraphicFramePr>
          <p:cNvPr id="37" name="shape:037"/>
          <p:cNvGraphicFramePr>
            <a:graphicFrameLocks noGrp="1"/>
          </p:cNvGraphicFramePr>
          <p:nvPr>
            <p:extLst>
              <p:ext uri="{D42A27DB-BD31-4B8C-83A1-F6EECF244321}">
                <p14:modId xmlns:p14="http://schemas.microsoft.com/office/powerpoint/2010/main" val="1579011935"/>
              </p:ext>
            </p:extLst>
          </p:nvPr>
        </p:nvGraphicFramePr>
        <p:xfrm>
          <a:off x="576072" y="2392848"/>
          <a:ext cx="5773084" cy="914400"/>
        </p:xfrm>
        <a:graphic>
          <a:graphicData uri="http://schemas.openxmlformats.org/drawingml/2006/table">
            <a:tbl>
              <a:tblPr/>
              <a:tblGrid>
                <a:gridCol w="2437524"/>
                <a:gridCol w="1667780"/>
                <a:gridCol w="1667780"/>
              </a:tblGrid>
              <a:tr h="36576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指標カテゴリー</a:t>
                      </a:r>
                      <a:endParaRPr lang="en-US" sz="10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071B2C"/>
                      </a:solidFill>
                      <a:prstDash val="solid"/>
                      <a:round/>
                      <a:headEnd type="none" w="med" len="med"/>
                      <a:tailEnd type="none" w="med" len="med"/>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前月比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前年比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r>
              <a:tr h="853398">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853398">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853398">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853398">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22" name="shape:022"/>
          <p:cNvSpPr/>
          <p:nvPr/>
        </p:nvSpPr>
        <p:spPr>
          <a:xfrm>
            <a:off x="3103596" y="3095307"/>
            <a:ext cx="1487780" cy="180000"/>
          </a:xfrm>
          <a:prstGeom prst="rect">
            <a:avLst/>
          </a:prstGeom>
          <a:solidFill>
            <a:srgbClr val="071B2C"/>
          </a:solidFill>
          <a:ln/>
        </p:spPr>
        <p:txBody>
          <a:bodyPr>
            <a:noAutofit/>
          </a:bodyPr>
          <a:p/>
        </p:txBody>
      </p:sp>
      <p:sp>
        <p:nvSpPr>
          <p:cNvPr id="23" name="shape:023"/>
          <p:cNvSpPr/>
          <p:nvPr/>
        </p:nvSpPr>
        <p:spPr>
          <a:xfrm>
            <a:off x="4771376" y="3095307"/>
            <a:ext cx="1487780" cy="180000"/>
          </a:xfrm>
          <a:prstGeom prst="rect">
            <a:avLst/>
          </a:prstGeom>
          <a:solidFill>
            <a:srgbClr val="79C8DC"/>
          </a:solidFill>
          <a:ln/>
        </p:spPr>
        <p:txBody>
          <a:bodyPr>
            <a:noAutofit/>
          </a:bodyPr>
          <a:p/>
        </p:txBody>
      </p:sp>
      <p:sp>
        <p:nvSpPr>
          <p:cNvPr id="24" name="shape:024"/>
          <p:cNvSpPr/>
          <p:nvPr/>
        </p:nvSpPr>
        <p:spPr>
          <a:xfrm>
            <a:off x="3103596" y="3948705"/>
            <a:ext cx="1487780" cy="180000"/>
          </a:xfrm>
          <a:prstGeom prst="rect">
            <a:avLst/>
          </a:prstGeom>
          <a:solidFill>
            <a:srgbClr val="1E5F8C"/>
          </a:solidFill>
          <a:ln/>
        </p:spPr>
        <p:txBody>
          <a:bodyPr>
            <a:noAutofit/>
          </a:bodyPr>
          <a:p/>
        </p:txBody>
      </p:sp>
      <p:sp>
        <p:nvSpPr>
          <p:cNvPr id="25" name="shape:025"/>
          <p:cNvSpPr/>
          <p:nvPr/>
        </p:nvSpPr>
        <p:spPr>
          <a:xfrm>
            <a:off x="4771376" y="3948705"/>
            <a:ext cx="1487780" cy="180000"/>
          </a:xfrm>
          <a:prstGeom prst="rect">
            <a:avLst/>
          </a:prstGeom>
          <a:solidFill>
            <a:srgbClr val="1E5F8C"/>
          </a:solidFill>
          <a:ln/>
        </p:spPr>
        <p:txBody>
          <a:bodyPr>
            <a:noAutofit/>
          </a:bodyPr>
          <a:p/>
        </p:txBody>
      </p:sp>
      <p:sp>
        <p:nvSpPr>
          <p:cNvPr id="26" name="shape:026"/>
          <p:cNvSpPr/>
          <p:nvPr/>
        </p:nvSpPr>
        <p:spPr>
          <a:xfrm>
            <a:off x="3103596" y="4802103"/>
            <a:ext cx="1487780" cy="180000"/>
          </a:xfrm>
          <a:prstGeom prst="rect">
            <a:avLst/>
          </a:prstGeom>
          <a:solidFill>
            <a:srgbClr val="D9DCDF"/>
          </a:solidFill>
          <a:ln/>
        </p:spPr>
        <p:txBody>
          <a:bodyPr>
            <a:noAutofit/>
          </a:bodyPr>
          <a:p/>
        </p:txBody>
      </p:sp>
      <p:sp>
        <p:nvSpPr>
          <p:cNvPr id="27" name="shape:027"/>
          <p:cNvSpPr/>
          <p:nvPr/>
        </p:nvSpPr>
        <p:spPr>
          <a:xfrm>
            <a:off x="4771376" y="4802103"/>
            <a:ext cx="1487780" cy="180000"/>
          </a:xfrm>
          <a:prstGeom prst="rect">
            <a:avLst/>
          </a:prstGeom>
          <a:solidFill>
            <a:srgbClr val="071B2C"/>
          </a:solidFill>
          <a:ln/>
        </p:spPr>
        <p:txBody>
          <a:bodyPr>
            <a:noAutofit/>
          </a:bodyPr>
          <a:p/>
        </p:txBody>
      </p:sp>
      <p:sp>
        <p:nvSpPr>
          <p:cNvPr id="28" name="shape:028"/>
          <p:cNvSpPr/>
          <p:nvPr/>
        </p:nvSpPr>
        <p:spPr>
          <a:xfrm>
            <a:off x="3103596" y="5655501"/>
            <a:ext cx="1487780" cy="180000"/>
          </a:xfrm>
          <a:prstGeom prst="rect">
            <a:avLst/>
          </a:prstGeom>
          <a:solidFill>
            <a:srgbClr val="79C8DC"/>
          </a:solidFill>
          <a:ln/>
        </p:spPr>
        <p:txBody>
          <a:bodyPr>
            <a:noAutofit/>
          </a:bodyPr>
          <a:p/>
        </p:txBody>
      </p:sp>
      <p:sp>
        <p:nvSpPr>
          <p:cNvPr id="29" name="shape:029"/>
          <p:cNvSpPr/>
          <p:nvPr/>
        </p:nvSpPr>
        <p:spPr>
          <a:xfrm>
            <a:off x="4771376" y="5655501"/>
            <a:ext cx="1487780" cy="180000"/>
          </a:xfrm>
          <a:prstGeom prst="rect">
            <a:avLst/>
          </a:prstGeom>
          <a:solidFill>
            <a:srgbClr val="D9DCDF"/>
          </a:solidFill>
          <a:ln/>
        </p:spPr>
        <p:txBody>
          <a:bodyPr>
            <a:noAutofit/>
          </a:bodyPr>
          <a:p/>
        </p:txBody>
      </p:sp>
      <p:sp>
        <p:nvSpPr>
          <p:cNvPr id="30" name="shape:030"/>
          <p:cNvSpPr/>
          <p:nvPr/>
        </p:nvSpPr>
        <p:spPr>
          <a:xfrm rot="5400000">
            <a:off x="6493156" y="3964212"/>
            <a:ext cx="360000" cy="216000"/>
          </a:xfrm>
          <a:prstGeom prst="triangle">
            <a:avLst/>
          </a:prstGeom>
          <a:solidFill>
            <a:srgbClr val="79C8DC"/>
          </a:solidFill>
          <a:ln/>
        </p:spPr>
        <p:txBody>
          <a:bodyPr>
            <a:noAutofit/>
          </a:bodyPr>
          <a:p/>
        </p:txBody>
      </p:sp>
      <p:sp>
        <p:nvSpPr>
          <p:cNvPr id="31" name="shape:031"/>
          <p:cNvSpPr/>
          <p:nvPr/>
        </p:nvSpPr>
        <p:spPr>
          <a:xfrm>
            <a:off x="6997156" y="1972224"/>
            <a:ext cx="4618467" cy="274320"/>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だから、次に見るべき点</a:t>
            </a:r>
            <a:endParaRPr lang="en-US" sz="1150" dirty="0"/>
          </a:p>
        </p:txBody>
      </p:sp>
      <p:sp>
        <p:nvSpPr>
          <p:cNvPr id="32" name="shape:032"/>
          <p:cNvSpPr/>
          <p:nvPr/>
        </p:nvSpPr>
        <p:spPr>
          <a:xfrm>
            <a:off x="6997156" y="2283120"/>
            <a:ext cx="4618467" cy="0"/>
          </a:xfrm>
          <a:prstGeom prst="line">
            <a:avLst/>
          </a:prstGeom>
          <a:noFill/>
          <a:ln w="17780">
            <a:solidFill>
              <a:srgbClr val="071B2C"/>
            </a:solidFill>
            <a:prstDash val="solid"/>
          </a:ln>
        </p:spPr>
        <p:txBody>
          <a:bodyPr>
            <a:noAutofit/>
          </a:bodyPr>
          <a:p/>
        </p:txBody>
      </p:sp>
      <p:sp>
        <p:nvSpPr>
          <p:cNvPr id="33" name="shape:033"/>
          <p:cNvSpPr/>
          <p:nvPr/>
        </p:nvSpPr>
        <p:spPr>
          <a:xfrm>
            <a:off x="6997156" y="2392848"/>
            <a:ext cx="4618467" cy="377935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p>
          <a:p>
            <a:pPr marL="152400" indent="-152400">
              <a:spcAft>
                <a:spcPts val="600"/>
              </a:spcAft>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p>
          <a:p>
            <a:pPr marL="152400" indent="-152400">
              <a:spcAft>
                <a:spcPts val="600"/>
              </a:spcAft>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充足度評価表（ハーベイボール）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14</a:t>
            </a:r>
            <a:endParaRPr lang="en-US" sz="750" dirty="0"/>
          </a:p>
        </p:txBody>
      </p:sp>
      <p:sp>
        <p:nvSpPr>
          <p:cNvPr id="10" name="shape:010"/>
          <p:cNvSpPr/>
          <p:nvPr/>
        </p:nvSpPr>
        <p:spPr>
          <a:xfrm>
            <a:off x="9012406" y="1617984"/>
            <a:ext cx="165600" cy="165600"/>
          </a:xfrm>
          <a:prstGeom prst="ellipse">
            <a:avLst/>
          </a:prstGeom>
          <a:solidFill>
            <a:srgbClr val="071B2C"/>
          </a:solidFill>
          <a:ln/>
        </p:spPr>
        <p:txBody>
          <a:bodyPr>
            <a:noAutofit/>
          </a:bodyPr>
          <a:p/>
        </p:txBody>
      </p:sp>
      <p:sp>
        <p:nvSpPr>
          <p:cNvPr id="11" name="static:legend_11"/>
          <p:cNvSpPr/>
          <p:nvPr/>
        </p:nvSpPr>
        <p:spPr>
          <a:xfrm>
            <a:off x="9232006"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満たす</a:t>
            </a:r>
            <a:endParaRPr lang="en-US" sz="800" dirty="0"/>
          </a:p>
        </p:txBody>
      </p:sp>
      <p:sp>
        <p:nvSpPr>
          <p:cNvPr id="12" name="shape:012"/>
          <p:cNvSpPr/>
          <p:nvPr/>
        </p:nvSpPr>
        <p:spPr>
          <a:xfrm>
            <a:off x="9808279" y="1617984"/>
            <a:ext cx="165600" cy="165600"/>
          </a:xfrm>
          <a:prstGeom prst="pie">
            <a:avLst>
              <a:gd name="adj1" fmla="val 16200000"/>
              <a:gd name="adj2" fmla="val 5400000"/>
            </a:avLst>
          </a:prstGeom>
          <a:solidFill>
            <a:srgbClr val="071B2C"/>
          </a:solidFill>
          <a:ln/>
        </p:spPr>
        <p:txBody>
          <a:bodyPr>
            <a:noAutofit/>
          </a:bodyPr>
          <a:p/>
        </p:txBody>
      </p:sp>
      <p:sp>
        <p:nvSpPr>
          <p:cNvPr id="13" name="shape:013"/>
          <p:cNvSpPr/>
          <p:nvPr/>
        </p:nvSpPr>
        <p:spPr>
          <a:xfrm>
            <a:off x="9808279" y="1617984"/>
            <a:ext cx="165600" cy="165600"/>
          </a:xfrm>
          <a:prstGeom prst="ellipse">
            <a:avLst/>
          </a:prstGeom>
          <a:ln w="9525">
            <a:solidFill>
              <a:srgbClr val="071B2C"/>
            </a:solidFill>
            <a:prstDash val="solid"/>
          </a:ln>
        </p:spPr>
        <p:txBody>
          <a:bodyPr>
            <a:noAutofit/>
          </a:bodyPr>
          <a:p/>
        </p:txBody>
      </p:sp>
      <p:sp>
        <p:nvSpPr>
          <p:cNvPr id="14" name="static:legend_14"/>
          <p:cNvSpPr/>
          <p:nvPr/>
        </p:nvSpPr>
        <p:spPr>
          <a:xfrm>
            <a:off x="100278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一部満たす</a:t>
            </a:r>
            <a:endParaRPr lang="en-US" sz="800" dirty="0"/>
          </a:p>
        </p:txBody>
      </p:sp>
      <p:sp>
        <p:nvSpPr>
          <p:cNvPr id="15" name="shape:015"/>
          <p:cNvSpPr/>
          <p:nvPr/>
        </p:nvSpPr>
        <p:spPr>
          <a:xfrm>
            <a:off x="10819951" y="1617984"/>
            <a:ext cx="165600" cy="165600"/>
          </a:xfrm>
          <a:prstGeom prst="ellipse">
            <a:avLst/>
          </a:prstGeom>
          <a:ln w="9525">
            <a:solidFill>
              <a:srgbClr val="071B2C"/>
            </a:solidFill>
            <a:prstDash val="solid"/>
          </a:ln>
        </p:spPr>
        <p:txBody>
          <a:bodyPr>
            <a:noAutofit/>
          </a:bodyPr>
          <a:p/>
        </p:txBody>
      </p:sp>
      <p:sp>
        <p:nvSpPr>
          <p:cNvPr id="16" name="static:legend_16"/>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満たさない</a:t>
            </a:r>
            <a:endParaRPr lang="en-US" sz="800" dirty="0"/>
          </a:p>
        </p:txBody>
      </p:sp>
      <p:graphicFrame>
        <p:nvGraphicFramePr>
          <p:cNvPr id="36" name="shape:036"/>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1800000"/>
                <a:gridCol w="1224000"/>
                <a:gridCol w="1224000"/>
                <a:gridCol w="6791551"/>
              </a:tblGrid>
              <a:tr h="365760">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評価軸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071B2C"/>
                      </a:solidFill>
                      <a:prstDash val="solid"/>
                      <a:round/>
                      <a:headEnd type="none" w="med" len="med"/>
                      <a:tailEnd type="none" w="med" len="med"/>
                    </a:lnR>
                    <a:lnT w="0" cap="flat" cmpd="sng" algn="ctr">
                      <a:noFill/>
                    </a:lnT>
                    <a:lnB w="17780" cap="flat" cmpd="sng" algn="ctr">
                      <a:solidFill>
                        <a:srgbClr val="071B2C"/>
                      </a:solidFill>
                      <a:prstDash val="solid"/>
                      <a:round/>
                      <a:headEnd type="none" w="med" len="med"/>
                      <a:tailEnd type="none" w="med" len="med"/>
                    </a:lnB>
                  </a:tcPr>
                </a:tc>
                <a:tc>
                  <a:txBody>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項目1案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c>
                  <a:txBody>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項目2案</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c>
                  <a:txBody>
                    <a:bodyPr/>
                    <a:lstStyle/>
                    <a:p>
                      <a:pPr algn="l" indent="0" marL="0">
                        <a:buNone/>
                      </a:pPr>
                      <a:r>
                        <a:rPr lang="en-US" sz="1150" b="1" dirty="0">
                          <a:solidFill>
                            <a:srgbClr val="071B2C"/>
                          </a:solidFill>
                          <a:latin typeface="Yu Gothic" pitchFamily="34" charset="0"/>
                          <a:ea typeface="Yu Gothic" pitchFamily="34" charset="-122"/>
                          <a:cs typeface="Yu Gothic" pitchFamily="34" charset="-120"/>
                        </a:rPr>
                        <a:t>判断の理由</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071B2C"/>
                      </a:solidFill>
                      <a:prstDash val="solid"/>
                      <a:round/>
                      <a:headEnd type="none" w="med" len="med"/>
                      <a:tailEnd type="none" w="med" len="med"/>
                    </a:lnB>
                  </a:tcPr>
                </a:tc>
              </a:tr>
              <a:tr h="1278072">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278072">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7620" cap="flat" cmpd="sng" algn="ctr">
                      <a:solidFill>
                        <a:srgbClr val="D9DCDF"/>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D9DCDF"/>
                      </a:solidFill>
                      <a:prstDash val="solid"/>
                      <a:round/>
                      <a:headEnd type="none" w="med" len="med"/>
                      <a:tailEnd type="none" w="med" len="med"/>
                    </a:lnB>
                  </a:tcPr>
                </a:tc>
              </a:tr>
              <a:tr h="1278072">
                <a:tc>
                  <a:txBody>
                    <a:bodyPr/>
                    <a:lstStyle/>
                    <a:p>
                      <a:pPr algn="l" indent="0" marL="0">
                        <a:buNone/>
                      </a:pPr>
                      <a:r>
                        <a:rPr lang="en-US" sz="1000" b="1" dirty="0">
                          <a:solidFill>
                            <a:srgbClr val="1E5F8C"/>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071B2C"/>
                      </a:solidFill>
                      <a:prstDash val="solid"/>
                      <a:round/>
                      <a:headEnd type="none" w="med" len="med"/>
                      <a:tailEnd type="none" w="med" len="med"/>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071B2C"/>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
        <p:nvSpPr>
          <p:cNvPr id="38" name="shape:038"/>
          <p:cNvSpPr/>
          <p:nvPr/>
        </p:nvSpPr>
        <p:spPr>
          <a:xfrm>
            <a:off x="2905272" y="2894220"/>
            <a:ext cx="165600" cy="165600"/>
          </a:xfrm>
          <a:prstGeom prst="ellipse">
            <a:avLst/>
          </a:prstGeom>
          <a:solidFill>
            <a:srgbClr val="071B2C"/>
          </a:solidFill>
          <a:ln w="9525">
            <a:solidFill>
              <a:srgbClr val="071B2C"/>
            </a:solidFill>
            <a:prstDash val="solid"/>
          </a:ln>
        </p:spPr>
        <p:txBody>
          <a:bodyPr>
            <a:noAutofit/>
          </a:bodyPr>
          <a:p/>
        </p:txBody>
      </p:sp>
      <p:sp>
        <p:nvSpPr>
          <p:cNvPr id="39" name="shape:039"/>
          <p:cNvSpPr/>
          <p:nvPr/>
        </p:nvSpPr>
        <p:spPr>
          <a:xfrm>
            <a:off x="2905272" y="2894220"/>
            <a:ext cx="165600" cy="165600"/>
          </a:xfrm>
          <a:prstGeom prst="pie">
            <a:avLst>
              <a:gd name="adj1" fmla="val 16200000"/>
              <a:gd name="adj2" fmla="val 5400000"/>
            </a:avLst>
          </a:prstGeom>
          <a:noFill/>
          <a:ln>
            <a:noFill/>
          </a:ln>
        </p:spPr>
        <p:txBody>
          <a:bodyPr>
            <a:noAutofit/>
          </a:bodyPr>
          <a:p/>
        </p:txBody>
      </p:sp>
      <p:sp>
        <p:nvSpPr>
          <p:cNvPr id="40" name="shape:040"/>
          <p:cNvSpPr/>
          <p:nvPr/>
        </p:nvSpPr>
        <p:spPr>
          <a:xfrm>
            <a:off x="4129272" y="2894220"/>
            <a:ext cx="165600" cy="165600"/>
          </a:xfrm>
          <a:prstGeom prst="ellipse">
            <a:avLst/>
          </a:prstGeom>
          <a:solidFill>
            <a:srgbClr val="FFFFFF"/>
          </a:solidFill>
          <a:ln w="9525">
            <a:solidFill>
              <a:srgbClr val="071B2C"/>
            </a:solidFill>
            <a:prstDash val="solid"/>
          </a:ln>
        </p:spPr>
        <p:txBody>
          <a:bodyPr>
            <a:noAutofit/>
          </a:bodyPr>
          <a:p/>
        </p:txBody>
      </p:sp>
      <p:sp>
        <p:nvSpPr>
          <p:cNvPr id="41" name="shape:041"/>
          <p:cNvSpPr/>
          <p:nvPr/>
        </p:nvSpPr>
        <p:spPr>
          <a:xfrm>
            <a:off x="4129272" y="2894220"/>
            <a:ext cx="165600" cy="165600"/>
          </a:xfrm>
          <a:prstGeom prst="pie">
            <a:avLst>
              <a:gd name="adj1" fmla="val 16200000"/>
              <a:gd name="adj2" fmla="val 5400000"/>
            </a:avLst>
          </a:prstGeom>
          <a:solidFill>
            <a:srgbClr val="071B2C"/>
          </a:solidFill>
          <a:ln>
            <a:noFill/>
          </a:ln>
        </p:spPr>
        <p:txBody>
          <a:bodyPr>
            <a:noAutofit/>
          </a:bodyPr>
          <a:p/>
        </p:txBody>
      </p:sp>
      <p:sp>
        <p:nvSpPr>
          <p:cNvPr id="42" name="shape:042"/>
          <p:cNvSpPr/>
          <p:nvPr/>
        </p:nvSpPr>
        <p:spPr>
          <a:xfrm>
            <a:off x="2905272" y="4172292"/>
            <a:ext cx="165600" cy="165600"/>
          </a:xfrm>
          <a:prstGeom prst="ellipse">
            <a:avLst/>
          </a:prstGeom>
          <a:solidFill>
            <a:srgbClr val="FFFFFF"/>
          </a:solidFill>
          <a:ln w="9525">
            <a:solidFill>
              <a:srgbClr val="071B2C"/>
            </a:solidFill>
            <a:prstDash val="solid"/>
          </a:ln>
        </p:spPr>
        <p:txBody>
          <a:bodyPr>
            <a:noAutofit/>
          </a:bodyPr>
          <a:p/>
        </p:txBody>
      </p:sp>
      <p:sp>
        <p:nvSpPr>
          <p:cNvPr id="43" name="shape:043"/>
          <p:cNvSpPr/>
          <p:nvPr/>
        </p:nvSpPr>
        <p:spPr>
          <a:xfrm>
            <a:off x="2905272" y="4172292"/>
            <a:ext cx="165600" cy="165600"/>
          </a:xfrm>
          <a:prstGeom prst="pie">
            <a:avLst>
              <a:gd name="adj1" fmla="val 16200000"/>
              <a:gd name="adj2" fmla="val 5400000"/>
            </a:avLst>
          </a:prstGeom>
          <a:solidFill>
            <a:srgbClr val="071B2C"/>
          </a:solidFill>
          <a:ln>
            <a:noFill/>
          </a:ln>
        </p:spPr>
        <p:txBody>
          <a:bodyPr>
            <a:noAutofit/>
          </a:bodyPr>
          <a:p/>
        </p:txBody>
      </p:sp>
      <p:sp>
        <p:nvSpPr>
          <p:cNvPr id="44" name="shape:044"/>
          <p:cNvSpPr/>
          <p:nvPr/>
        </p:nvSpPr>
        <p:spPr>
          <a:xfrm>
            <a:off x="4129272" y="4172292"/>
            <a:ext cx="165600" cy="165600"/>
          </a:xfrm>
          <a:prstGeom prst="ellipse">
            <a:avLst/>
          </a:prstGeom>
          <a:solidFill>
            <a:srgbClr val="FFFFFF"/>
          </a:solidFill>
          <a:ln w="9525">
            <a:solidFill>
              <a:srgbClr val="071B2C"/>
            </a:solidFill>
            <a:prstDash val="solid"/>
          </a:ln>
        </p:spPr>
        <p:txBody>
          <a:bodyPr>
            <a:noAutofit/>
          </a:bodyPr>
          <a:p/>
        </p:txBody>
      </p:sp>
      <p:sp>
        <p:nvSpPr>
          <p:cNvPr id="45" name="shape:045"/>
          <p:cNvSpPr/>
          <p:nvPr/>
        </p:nvSpPr>
        <p:spPr>
          <a:xfrm>
            <a:off x="4129272" y="4172292"/>
            <a:ext cx="165600" cy="165600"/>
          </a:xfrm>
          <a:prstGeom prst="pie">
            <a:avLst>
              <a:gd name="adj1" fmla="val 16200000"/>
              <a:gd name="adj2" fmla="val 5400000"/>
            </a:avLst>
          </a:prstGeom>
          <a:noFill/>
          <a:ln>
            <a:noFill/>
          </a:ln>
        </p:spPr>
        <p:txBody>
          <a:bodyPr>
            <a:noAutofit/>
          </a:bodyPr>
          <a:p/>
        </p:txBody>
      </p:sp>
      <p:sp>
        <p:nvSpPr>
          <p:cNvPr id="46" name="shape:046"/>
          <p:cNvSpPr/>
          <p:nvPr/>
        </p:nvSpPr>
        <p:spPr>
          <a:xfrm>
            <a:off x="2905272" y="5450364"/>
            <a:ext cx="165600" cy="165600"/>
          </a:xfrm>
          <a:prstGeom prst="ellipse">
            <a:avLst/>
          </a:prstGeom>
          <a:solidFill>
            <a:srgbClr val="FFFFFF"/>
          </a:solidFill>
          <a:ln w="9525">
            <a:solidFill>
              <a:srgbClr val="071B2C"/>
            </a:solidFill>
            <a:prstDash val="solid"/>
          </a:ln>
        </p:spPr>
        <p:txBody>
          <a:bodyPr>
            <a:noAutofit/>
          </a:bodyPr>
          <a:p/>
        </p:txBody>
      </p:sp>
      <p:sp>
        <p:nvSpPr>
          <p:cNvPr id="47" name="shape:047"/>
          <p:cNvSpPr/>
          <p:nvPr/>
        </p:nvSpPr>
        <p:spPr>
          <a:xfrm>
            <a:off x="2905272" y="5450364"/>
            <a:ext cx="165600" cy="165600"/>
          </a:xfrm>
          <a:prstGeom prst="pie">
            <a:avLst>
              <a:gd name="adj1" fmla="val 16200000"/>
              <a:gd name="adj2" fmla="val 5400000"/>
            </a:avLst>
          </a:prstGeom>
          <a:solidFill>
            <a:srgbClr val="071B2C"/>
          </a:solidFill>
          <a:ln>
            <a:noFill/>
          </a:ln>
        </p:spPr>
        <p:txBody>
          <a:bodyPr>
            <a:noAutofit/>
          </a:bodyPr>
          <a:p/>
        </p:txBody>
      </p:sp>
      <p:sp>
        <p:nvSpPr>
          <p:cNvPr id="48" name="shape:048"/>
          <p:cNvSpPr/>
          <p:nvPr/>
        </p:nvSpPr>
        <p:spPr>
          <a:xfrm>
            <a:off x="4129272" y="5450364"/>
            <a:ext cx="165600" cy="165600"/>
          </a:xfrm>
          <a:prstGeom prst="ellipse">
            <a:avLst/>
          </a:prstGeom>
          <a:solidFill>
            <a:srgbClr val="071B2C"/>
          </a:solidFill>
          <a:ln w="9525">
            <a:solidFill>
              <a:srgbClr val="071B2C"/>
            </a:solidFill>
            <a:prstDash val="solid"/>
          </a:ln>
        </p:spPr>
        <p:txBody>
          <a:bodyPr>
            <a:noAutofit/>
          </a:bodyPr>
          <a:p/>
        </p:txBody>
      </p:sp>
      <p:sp>
        <p:nvSpPr>
          <p:cNvPr id="49" name="shape:049"/>
          <p:cNvSpPr/>
          <p:nvPr/>
        </p:nvSpPr>
        <p:spPr>
          <a:xfrm>
            <a:off x="4129272" y="5450364"/>
            <a:ext cx="165600" cy="165600"/>
          </a:xfrm>
          <a:prstGeom prst="pie">
            <a:avLst>
              <a:gd name="adj1" fmla="val 16200000"/>
              <a:gd name="adj2" fmla="val 5400000"/>
            </a:avLst>
          </a:prstGeom>
          <a:noFill/>
          <a:ln>
            <a:noFill/>
          </a:ln>
        </p:spPr>
        <p:txBody>
          <a:bodyPr>
            <a:noAutofit/>
          </a:body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割合のドットマトリクス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15</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記載例1に取り組んでいる領域</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回答者に占める割合、n=項目2、複数回答</a:t>
            </a:r>
            <a:endParaRPr lang="en-US" sz="850" dirty="0"/>
          </a:p>
        </p:txBody>
      </p:sp>
      <p:sp>
        <p:nvSpPr>
          <p:cNvPr id="12" name="shape:012"/>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3" name="shape:013"/>
          <p:cNvSpPr/>
          <p:nvPr/>
        </p:nvSpPr>
        <p:spPr>
          <a:xfrm>
            <a:off x="576072"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58%</a:t>
            </a:r>
            <a:endParaRPr lang="en-US" sz="1500" dirty="0"/>
          </a:p>
        </p:txBody>
      </p:sp>
      <p:sp>
        <p:nvSpPr>
          <p:cNvPr id="14" name="shape:014"/>
          <p:cNvSpPr/>
          <p:nvPr/>
        </p:nvSpPr>
        <p:spPr>
          <a:xfrm>
            <a:off x="1378216" y="3531564"/>
            <a:ext cx="75600" cy="75600"/>
          </a:xfrm>
          <a:prstGeom prst="rect">
            <a:avLst/>
          </a:prstGeom>
          <a:solidFill>
            <a:srgbClr val="1E5F8C"/>
          </a:solidFill>
          <a:ln/>
        </p:spPr>
        <p:txBody>
          <a:bodyPr>
            <a:noAutofit/>
          </a:bodyPr>
          <a:p/>
        </p:txBody>
      </p:sp>
      <p:sp>
        <p:nvSpPr>
          <p:cNvPr id="15" name="shape:015"/>
          <p:cNvSpPr/>
          <p:nvPr/>
        </p:nvSpPr>
        <p:spPr>
          <a:xfrm>
            <a:off x="1486216" y="3531564"/>
            <a:ext cx="75600" cy="75600"/>
          </a:xfrm>
          <a:prstGeom prst="rect">
            <a:avLst/>
          </a:prstGeom>
          <a:solidFill>
            <a:srgbClr val="1E5F8C"/>
          </a:solidFill>
          <a:ln/>
        </p:spPr>
        <p:txBody>
          <a:bodyPr>
            <a:noAutofit/>
          </a:bodyPr>
          <a:p/>
        </p:txBody>
      </p:sp>
      <p:sp>
        <p:nvSpPr>
          <p:cNvPr id="16" name="shape:016"/>
          <p:cNvSpPr/>
          <p:nvPr/>
        </p:nvSpPr>
        <p:spPr>
          <a:xfrm>
            <a:off x="1594216" y="3531564"/>
            <a:ext cx="75600" cy="75600"/>
          </a:xfrm>
          <a:prstGeom prst="rect">
            <a:avLst/>
          </a:prstGeom>
          <a:solidFill>
            <a:srgbClr val="1E5F8C"/>
          </a:solidFill>
          <a:ln/>
        </p:spPr>
        <p:txBody>
          <a:bodyPr>
            <a:noAutofit/>
          </a:bodyPr>
          <a:p/>
        </p:txBody>
      </p:sp>
      <p:sp>
        <p:nvSpPr>
          <p:cNvPr id="17" name="shape:017"/>
          <p:cNvSpPr/>
          <p:nvPr/>
        </p:nvSpPr>
        <p:spPr>
          <a:xfrm>
            <a:off x="1702216" y="3531564"/>
            <a:ext cx="75600" cy="75600"/>
          </a:xfrm>
          <a:prstGeom prst="rect">
            <a:avLst/>
          </a:prstGeom>
          <a:solidFill>
            <a:srgbClr val="1E5F8C"/>
          </a:solidFill>
          <a:ln/>
        </p:spPr>
        <p:txBody>
          <a:bodyPr>
            <a:noAutofit/>
          </a:bodyPr>
          <a:p/>
        </p:txBody>
      </p:sp>
      <p:sp>
        <p:nvSpPr>
          <p:cNvPr id="18" name="shape:018"/>
          <p:cNvSpPr/>
          <p:nvPr/>
        </p:nvSpPr>
        <p:spPr>
          <a:xfrm>
            <a:off x="1810216" y="3531564"/>
            <a:ext cx="75600" cy="75600"/>
          </a:xfrm>
          <a:prstGeom prst="rect">
            <a:avLst/>
          </a:prstGeom>
          <a:solidFill>
            <a:srgbClr val="1E5F8C"/>
          </a:solidFill>
          <a:ln/>
        </p:spPr>
        <p:txBody>
          <a:bodyPr>
            <a:noAutofit/>
          </a:bodyPr>
          <a:p/>
        </p:txBody>
      </p:sp>
      <p:sp>
        <p:nvSpPr>
          <p:cNvPr id="19" name="shape:019"/>
          <p:cNvSpPr/>
          <p:nvPr/>
        </p:nvSpPr>
        <p:spPr>
          <a:xfrm>
            <a:off x="1918216" y="3531564"/>
            <a:ext cx="75600" cy="75600"/>
          </a:xfrm>
          <a:prstGeom prst="rect">
            <a:avLst/>
          </a:prstGeom>
          <a:solidFill>
            <a:srgbClr val="1E5F8C"/>
          </a:solidFill>
          <a:ln/>
        </p:spPr>
        <p:txBody>
          <a:bodyPr>
            <a:noAutofit/>
          </a:bodyPr>
          <a:p/>
        </p:txBody>
      </p:sp>
      <p:sp>
        <p:nvSpPr>
          <p:cNvPr id="20" name="shape:020"/>
          <p:cNvSpPr/>
          <p:nvPr/>
        </p:nvSpPr>
        <p:spPr>
          <a:xfrm>
            <a:off x="2026216" y="3531564"/>
            <a:ext cx="75600" cy="75600"/>
          </a:xfrm>
          <a:prstGeom prst="rect">
            <a:avLst/>
          </a:prstGeom>
          <a:solidFill>
            <a:srgbClr val="1E5F8C"/>
          </a:solidFill>
          <a:ln/>
        </p:spPr>
        <p:txBody>
          <a:bodyPr>
            <a:noAutofit/>
          </a:bodyPr>
          <a:p/>
        </p:txBody>
      </p:sp>
      <p:sp>
        <p:nvSpPr>
          <p:cNvPr id="21" name="shape:021"/>
          <p:cNvSpPr/>
          <p:nvPr/>
        </p:nvSpPr>
        <p:spPr>
          <a:xfrm>
            <a:off x="2134216" y="3531564"/>
            <a:ext cx="75600" cy="75600"/>
          </a:xfrm>
          <a:prstGeom prst="rect">
            <a:avLst/>
          </a:prstGeom>
          <a:solidFill>
            <a:srgbClr val="1E5F8C"/>
          </a:solidFill>
          <a:ln/>
        </p:spPr>
        <p:txBody>
          <a:bodyPr>
            <a:noAutofit/>
          </a:bodyPr>
          <a:p/>
        </p:txBody>
      </p:sp>
      <p:sp>
        <p:nvSpPr>
          <p:cNvPr id="22" name="shape:022"/>
          <p:cNvSpPr/>
          <p:nvPr/>
        </p:nvSpPr>
        <p:spPr>
          <a:xfrm>
            <a:off x="2242216" y="3531564"/>
            <a:ext cx="75600" cy="75600"/>
          </a:xfrm>
          <a:prstGeom prst="rect">
            <a:avLst/>
          </a:prstGeom>
          <a:solidFill>
            <a:srgbClr val="1E5F8C"/>
          </a:solidFill>
          <a:ln/>
        </p:spPr>
        <p:txBody>
          <a:bodyPr>
            <a:noAutofit/>
          </a:bodyPr>
          <a:p/>
        </p:txBody>
      </p:sp>
      <p:sp>
        <p:nvSpPr>
          <p:cNvPr id="23" name="shape:023"/>
          <p:cNvSpPr/>
          <p:nvPr/>
        </p:nvSpPr>
        <p:spPr>
          <a:xfrm>
            <a:off x="2350216" y="3531564"/>
            <a:ext cx="75600" cy="75600"/>
          </a:xfrm>
          <a:prstGeom prst="rect">
            <a:avLst/>
          </a:prstGeom>
          <a:solidFill>
            <a:srgbClr val="1E5F8C"/>
          </a:solidFill>
          <a:ln/>
        </p:spPr>
        <p:txBody>
          <a:bodyPr>
            <a:noAutofit/>
          </a:bodyPr>
          <a:p/>
        </p:txBody>
      </p:sp>
      <p:sp>
        <p:nvSpPr>
          <p:cNvPr id="24" name="shape:024"/>
          <p:cNvSpPr/>
          <p:nvPr/>
        </p:nvSpPr>
        <p:spPr>
          <a:xfrm>
            <a:off x="1378216" y="3639564"/>
            <a:ext cx="75600" cy="75600"/>
          </a:xfrm>
          <a:prstGeom prst="rect">
            <a:avLst/>
          </a:prstGeom>
          <a:solidFill>
            <a:srgbClr val="1E5F8C"/>
          </a:solidFill>
          <a:ln/>
        </p:spPr>
        <p:txBody>
          <a:bodyPr>
            <a:noAutofit/>
          </a:bodyPr>
          <a:p/>
        </p:txBody>
      </p:sp>
      <p:sp>
        <p:nvSpPr>
          <p:cNvPr id="25" name="shape:025"/>
          <p:cNvSpPr/>
          <p:nvPr/>
        </p:nvSpPr>
        <p:spPr>
          <a:xfrm>
            <a:off x="1486216" y="3639564"/>
            <a:ext cx="75600" cy="75600"/>
          </a:xfrm>
          <a:prstGeom prst="rect">
            <a:avLst/>
          </a:prstGeom>
          <a:solidFill>
            <a:srgbClr val="1E5F8C"/>
          </a:solidFill>
          <a:ln/>
        </p:spPr>
        <p:txBody>
          <a:bodyPr>
            <a:noAutofit/>
          </a:bodyPr>
          <a:p/>
        </p:txBody>
      </p:sp>
      <p:sp>
        <p:nvSpPr>
          <p:cNvPr id="26" name="shape:026"/>
          <p:cNvSpPr/>
          <p:nvPr/>
        </p:nvSpPr>
        <p:spPr>
          <a:xfrm>
            <a:off x="1594216" y="3639564"/>
            <a:ext cx="75600" cy="75600"/>
          </a:xfrm>
          <a:prstGeom prst="rect">
            <a:avLst/>
          </a:prstGeom>
          <a:solidFill>
            <a:srgbClr val="1E5F8C"/>
          </a:solidFill>
          <a:ln/>
        </p:spPr>
        <p:txBody>
          <a:bodyPr>
            <a:noAutofit/>
          </a:bodyPr>
          <a:p/>
        </p:txBody>
      </p:sp>
      <p:sp>
        <p:nvSpPr>
          <p:cNvPr id="27" name="shape:027"/>
          <p:cNvSpPr/>
          <p:nvPr/>
        </p:nvSpPr>
        <p:spPr>
          <a:xfrm>
            <a:off x="1702216" y="3639564"/>
            <a:ext cx="75600" cy="75600"/>
          </a:xfrm>
          <a:prstGeom prst="rect">
            <a:avLst/>
          </a:prstGeom>
          <a:solidFill>
            <a:srgbClr val="1E5F8C"/>
          </a:solidFill>
          <a:ln/>
        </p:spPr>
        <p:txBody>
          <a:bodyPr>
            <a:noAutofit/>
          </a:bodyPr>
          <a:p/>
        </p:txBody>
      </p:sp>
      <p:sp>
        <p:nvSpPr>
          <p:cNvPr id="28" name="shape:028"/>
          <p:cNvSpPr/>
          <p:nvPr/>
        </p:nvSpPr>
        <p:spPr>
          <a:xfrm>
            <a:off x="1810216" y="3639564"/>
            <a:ext cx="75600" cy="75600"/>
          </a:xfrm>
          <a:prstGeom prst="rect">
            <a:avLst/>
          </a:prstGeom>
          <a:solidFill>
            <a:srgbClr val="1E5F8C"/>
          </a:solidFill>
          <a:ln/>
        </p:spPr>
        <p:txBody>
          <a:bodyPr>
            <a:noAutofit/>
          </a:bodyPr>
          <a:p/>
        </p:txBody>
      </p:sp>
      <p:sp>
        <p:nvSpPr>
          <p:cNvPr id="29" name="shape:029"/>
          <p:cNvSpPr/>
          <p:nvPr/>
        </p:nvSpPr>
        <p:spPr>
          <a:xfrm>
            <a:off x="1918216" y="3639564"/>
            <a:ext cx="75600" cy="75600"/>
          </a:xfrm>
          <a:prstGeom prst="rect">
            <a:avLst/>
          </a:prstGeom>
          <a:solidFill>
            <a:srgbClr val="1E5F8C"/>
          </a:solidFill>
          <a:ln/>
        </p:spPr>
        <p:txBody>
          <a:bodyPr>
            <a:noAutofit/>
          </a:bodyPr>
          <a:p/>
        </p:txBody>
      </p:sp>
      <p:sp>
        <p:nvSpPr>
          <p:cNvPr id="30" name="shape:030"/>
          <p:cNvSpPr/>
          <p:nvPr/>
        </p:nvSpPr>
        <p:spPr>
          <a:xfrm>
            <a:off x="2026216" y="3639564"/>
            <a:ext cx="75600" cy="75600"/>
          </a:xfrm>
          <a:prstGeom prst="rect">
            <a:avLst/>
          </a:prstGeom>
          <a:solidFill>
            <a:srgbClr val="1E5F8C"/>
          </a:solidFill>
          <a:ln/>
        </p:spPr>
        <p:txBody>
          <a:bodyPr>
            <a:noAutofit/>
          </a:bodyPr>
          <a:p/>
        </p:txBody>
      </p:sp>
      <p:sp>
        <p:nvSpPr>
          <p:cNvPr id="31" name="shape:031"/>
          <p:cNvSpPr/>
          <p:nvPr/>
        </p:nvSpPr>
        <p:spPr>
          <a:xfrm>
            <a:off x="2134216" y="3639564"/>
            <a:ext cx="75600" cy="75600"/>
          </a:xfrm>
          <a:prstGeom prst="rect">
            <a:avLst/>
          </a:prstGeom>
          <a:solidFill>
            <a:srgbClr val="1E5F8C"/>
          </a:solidFill>
          <a:ln/>
        </p:spPr>
        <p:txBody>
          <a:bodyPr>
            <a:noAutofit/>
          </a:bodyPr>
          <a:p/>
        </p:txBody>
      </p:sp>
      <p:sp>
        <p:nvSpPr>
          <p:cNvPr id="32" name="shape:032"/>
          <p:cNvSpPr/>
          <p:nvPr/>
        </p:nvSpPr>
        <p:spPr>
          <a:xfrm>
            <a:off x="2242216" y="3639564"/>
            <a:ext cx="75600" cy="75600"/>
          </a:xfrm>
          <a:prstGeom prst="rect">
            <a:avLst/>
          </a:prstGeom>
          <a:solidFill>
            <a:srgbClr val="1E5F8C"/>
          </a:solidFill>
          <a:ln/>
        </p:spPr>
        <p:txBody>
          <a:bodyPr>
            <a:noAutofit/>
          </a:bodyPr>
          <a:p/>
        </p:txBody>
      </p:sp>
      <p:sp>
        <p:nvSpPr>
          <p:cNvPr id="33" name="shape:033"/>
          <p:cNvSpPr/>
          <p:nvPr/>
        </p:nvSpPr>
        <p:spPr>
          <a:xfrm>
            <a:off x="2350216" y="3639564"/>
            <a:ext cx="75600" cy="75600"/>
          </a:xfrm>
          <a:prstGeom prst="rect">
            <a:avLst/>
          </a:prstGeom>
          <a:solidFill>
            <a:srgbClr val="1E5F8C"/>
          </a:solidFill>
          <a:ln/>
        </p:spPr>
        <p:txBody>
          <a:bodyPr>
            <a:noAutofit/>
          </a:bodyPr>
          <a:p/>
        </p:txBody>
      </p:sp>
      <p:sp>
        <p:nvSpPr>
          <p:cNvPr id="34" name="shape:034"/>
          <p:cNvSpPr/>
          <p:nvPr/>
        </p:nvSpPr>
        <p:spPr>
          <a:xfrm>
            <a:off x="1378216" y="3747564"/>
            <a:ext cx="75600" cy="75600"/>
          </a:xfrm>
          <a:prstGeom prst="rect">
            <a:avLst/>
          </a:prstGeom>
          <a:solidFill>
            <a:srgbClr val="1E5F8C"/>
          </a:solidFill>
          <a:ln/>
        </p:spPr>
        <p:txBody>
          <a:bodyPr>
            <a:noAutofit/>
          </a:bodyPr>
          <a:p/>
        </p:txBody>
      </p:sp>
      <p:sp>
        <p:nvSpPr>
          <p:cNvPr id="35" name="shape:035"/>
          <p:cNvSpPr/>
          <p:nvPr/>
        </p:nvSpPr>
        <p:spPr>
          <a:xfrm>
            <a:off x="1486216" y="3747564"/>
            <a:ext cx="75600" cy="75600"/>
          </a:xfrm>
          <a:prstGeom prst="rect">
            <a:avLst/>
          </a:prstGeom>
          <a:solidFill>
            <a:srgbClr val="1E5F8C"/>
          </a:solidFill>
          <a:ln/>
        </p:spPr>
        <p:txBody>
          <a:bodyPr>
            <a:noAutofit/>
          </a:bodyPr>
          <a:p/>
        </p:txBody>
      </p:sp>
      <p:sp>
        <p:nvSpPr>
          <p:cNvPr id="36" name="shape:036"/>
          <p:cNvSpPr/>
          <p:nvPr/>
        </p:nvSpPr>
        <p:spPr>
          <a:xfrm>
            <a:off x="1594216" y="3747564"/>
            <a:ext cx="75600" cy="75600"/>
          </a:xfrm>
          <a:prstGeom prst="rect">
            <a:avLst/>
          </a:prstGeom>
          <a:solidFill>
            <a:srgbClr val="1E5F8C"/>
          </a:solidFill>
          <a:ln/>
        </p:spPr>
        <p:txBody>
          <a:bodyPr>
            <a:noAutofit/>
          </a:bodyPr>
          <a:p/>
        </p:txBody>
      </p:sp>
      <p:sp>
        <p:nvSpPr>
          <p:cNvPr id="37" name="shape:037"/>
          <p:cNvSpPr/>
          <p:nvPr/>
        </p:nvSpPr>
        <p:spPr>
          <a:xfrm>
            <a:off x="1702216" y="3747564"/>
            <a:ext cx="75600" cy="75600"/>
          </a:xfrm>
          <a:prstGeom prst="rect">
            <a:avLst/>
          </a:prstGeom>
          <a:solidFill>
            <a:srgbClr val="1E5F8C"/>
          </a:solidFill>
          <a:ln/>
        </p:spPr>
        <p:txBody>
          <a:bodyPr>
            <a:noAutofit/>
          </a:bodyPr>
          <a:p/>
        </p:txBody>
      </p:sp>
      <p:sp>
        <p:nvSpPr>
          <p:cNvPr id="38" name="shape:038"/>
          <p:cNvSpPr/>
          <p:nvPr/>
        </p:nvSpPr>
        <p:spPr>
          <a:xfrm>
            <a:off x="1810216" y="3747564"/>
            <a:ext cx="75600" cy="75600"/>
          </a:xfrm>
          <a:prstGeom prst="rect">
            <a:avLst/>
          </a:prstGeom>
          <a:solidFill>
            <a:srgbClr val="1E5F8C"/>
          </a:solidFill>
          <a:ln/>
        </p:spPr>
        <p:txBody>
          <a:bodyPr>
            <a:noAutofit/>
          </a:bodyPr>
          <a:p/>
        </p:txBody>
      </p:sp>
      <p:sp>
        <p:nvSpPr>
          <p:cNvPr id="39" name="shape:039"/>
          <p:cNvSpPr/>
          <p:nvPr/>
        </p:nvSpPr>
        <p:spPr>
          <a:xfrm>
            <a:off x="1918216" y="3747564"/>
            <a:ext cx="75600" cy="75600"/>
          </a:xfrm>
          <a:prstGeom prst="rect">
            <a:avLst/>
          </a:prstGeom>
          <a:solidFill>
            <a:srgbClr val="1E5F8C"/>
          </a:solidFill>
          <a:ln/>
        </p:spPr>
        <p:txBody>
          <a:bodyPr>
            <a:noAutofit/>
          </a:bodyPr>
          <a:p/>
        </p:txBody>
      </p:sp>
      <p:sp>
        <p:nvSpPr>
          <p:cNvPr id="40" name="shape:040"/>
          <p:cNvSpPr/>
          <p:nvPr/>
        </p:nvSpPr>
        <p:spPr>
          <a:xfrm>
            <a:off x="2026216" y="3747564"/>
            <a:ext cx="75600" cy="75600"/>
          </a:xfrm>
          <a:prstGeom prst="rect">
            <a:avLst/>
          </a:prstGeom>
          <a:solidFill>
            <a:srgbClr val="1E5F8C"/>
          </a:solidFill>
          <a:ln/>
        </p:spPr>
        <p:txBody>
          <a:bodyPr>
            <a:noAutofit/>
          </a:bodyPr>
          <a:p/>
        </p:txBody>
      </p:sp>
      <p:sp>
        <p:nvSpPr>
          <p:cNvPr id="41" name="shape:041"/>
          <p:cNvSpPr/>
          <p:nvPr/>
        </p:nvSpPr>
        <p:spPr>
          <a:xfrm>
            <a:off x="2134216" y="3747564"/>
            <a:ext cx="75600" cy="75600"/>
          </a:xfrm>
          <a:prstGeom prst="rect">
            <a:avLst/>
          </a:prstGeom>
          <a:solidFill>
            <a:srgbClr val="1E5F8C"/>
          </a:solidFill>
          <a:ln/>
        </p:spPr>
        <p:txBody>
          <a:bodyPr>
            <a:noAutofit/>
          </a:bodyPr>
          <a:p/>
        </p:txBody>
      </p:sp>
      <p:sp>
        <p:nvSpPr>
          <p:cNvPr id="42" name="shape:042"/>
          <p:cNvSpPr/>
          <p:nvPr/>
        </p:nvSpPr>
        <p:spPr>
          <a:xfrm>
            <a:off x="2242216" y="3747564"/>
            <a:ext cx="75600" cy="75600"/>
          </a:xfrm>
          <a:prstGeom prst="rect">
            <a:avLst/>
          </a:prstGeom>
          <a:solidFill>
            <a:srgbClr val="1E5F8C"/>
          </a:solidFill>
          <a:ln/>
        </p:spPr>
        <p:txBody>
          <a:bodyPr>
            <a:noAutofit/>
          </a:bodyPr>
          <a:p/>
        </p:txBody>
      </p:sp>
      <p:sp>
        <p:nvSpPr>
          <p:cNvPr id="43" name="shape:043"/>
          <p:cNvSpPr/>
          <p:nvPr/>
        </p:nvSpPr>
        <p:spPr>
          <a:xfrm>
            <a:off x="2350216" y="3747564"/>
            <a:ext cx="75600" cy="75600"/>
          </a:xfrm>
          <a:prstGeom prst="rect">
            <a:avLst/>
          </a:prstGeom>
          <a:solidFill>
            <a:srgbClr val="1E5F8C"/>
          </a:solidFill>
          <a:ln/>
        </p:spPr>
        <p:txBody>
          <a:bodyPr>
            <a:noAutofit/>
          </a:bodyPr>
          <a:p/>
        </p:txBody>
      </p:sp>
      <p:sp>
        <p:nvSpPr>
          <p:cNvPr id="44" name="shape:044"/>
          <p:cNvSpPr/>
          <p:nvPr/>
        </p:nvSpPr>
        <p:spPr>
          <a:xfrm>
            <a:off x="1378216" y="3855564"/>
            <a:ext cx="75600" cy="75600"/>
          </a:xfrm>
          <a:prstGeom prst="rect">
            <a:avLst/>
          </a:prstGeom>
          <a:solidFill>
            <a:srgbClr val="1E5F8C"/>
          </a:solidFill>
          <a:ln/>
        </p:spPr>
        <p:txBody>
          <a:bodyPr>
            <a:noAutofit/>
          </a:bodyPr>
          <a:p/>
        </p:txBody>
      </p:sp>
      <p:sp>
        <p:nvSpPr>
          <p:cNvPr id="45" name="shape:045"/>
          <p:cNvSpPr/>
          <p:nvPr/>
        </p:nvSpPr>
        <p:spPr>
          <a:xfrm>
            <a:off x="1486216" y="3855564"/>
            <a:ext cx="75600" cy="75600"/>
          </a:xfrm>
          <a:prstGeom prst="rect">
            <a:avLst/>
          </a:prstGeom>
          <a:solidFill>
            <a:srgbClr val="1E5F8C"/>
          </a:solidFill>
          <a:ln/>
        </p:spPr>
        <p:txBody>
          <a:bodyPr>
            <a:noAutofit/>
          </a:bodyPr>
          <a:p/>
        </p:txBody>
      </p:sp>
      <p:sp>
        <p:nvSpPr>
          <p:cNvPr id="46" name="shape:046"/>
          <p:cNvSpPr/>
          <p:nvPr/>
        </p:nvSpPr>
        <p:spPr>
          <a:xfrm>
            <a:off x="1594216" y="3855564"/>
            <a:ext cx="75600" cy="75600"/>
          </a:xfrm>
          <a:prstGeom prst="rect">
            <a:avLst/>
          </a:prstGeom>
          <a:solidFill>
            <a:srgbClr val="1E5F8C"/>
          </a:solidFill>
          <a:ln/>
        </p:spPr>
        <p:txBody>
          <a:bodyPr>
            <a:noAutofit/>
          </a:bodyPr>
          <a:p/>
        </p:txBody>
      </p:sp>
      <p:sp>
        <p:nvSpPr>
          <p:cNvPr id="47" name="shape:047"/>
          <p:cNvSpPr/>
          <p:nvPr/>
        </p:nvSpPr>
        <p:spPr>
          <a:xfrm>
            <a:off x="1702216" y="3855564"/>
            <a:ext cx="75600" cy="75600"/>
          </a:xfrm>
          <a:prstGeom prst="rect">
            <a:avLst/>
          </a:prstGeom>
          <a:solidFill>
            <a:srgbClr val="1E5F8C"/>
          </a:solidFill>
          <a:ln/>
        </p:spPr>
        <p:txBody>
          <a:bodyPr>
            <a:noAutofit/>
          </a:bodyPr>
          <a:p/>
        </p:txBody>
      </p:sp>
      <p:sp>
        <p:nvSpPr>
          <p:cNvPr id="48" name="shape:048"/>
          <p:cNvSpPr/>
          <p:nvPr/>
        </p:nvSpPr>
        <p:spPr>
          <a:xfrm>
            <a:off x="1810216" y="3855564"/>
            <a:ext cx="75600" cy="75600"/>
          </a:xfrm>
          <a:prstGeom prst="rect">
            <a:avLst/>
          </a:prstGeom>
          <a:solidFill>
            <a:srgbClr val="1E5F8C"/>
          </a:solidFill>
          <a:ln/>
        </p:spPr>
        <p:txBody>
          <a:bodyPr>
            <a:noAutofit/>
          </a:bodyPr>
          <a:p/>
        </p:txBody>
      </p:sp>
      <p:sp>
        <p:nvSpPr>
          <p:cNvPr id="49" name="shape:049"/>
          <p:cNvSpPr/>
          <p:nvPr/>
        </p:nvSpPr>
        <p:spPr>
          <a:xfrm>
            <a:off x="1918216" y="3855564"/>
            <a:ext cx="75600" cy="75600"/>
          </a:xfrm>
          <a:prstGeom prst="rect">
            <a:avLst/>
          </a:prstGeom>
          <a:solidFill>
            <a:srgbClr val="1E5F8C"/>
          </a:solidFill>
          <a:ln/>
        </p:spPr>
        <p:txBody>
          <a:bodyPr>
            <a:noAutofit/>
          </a:bodyPr>
          <a:p/>
        </p:txBody>
      </p:sp>
      <p:sp>
        <p:nvSpPr>
          <p:cNvPr id="50" name="shape:050"/>
          <p:cNvSpPr/>
          <p:nvPr/>
        </p:nvSpPr>
        <p:spPr>
          <a:xfrm>
            <a:off x="2026216" y="3855564"/>
            <a:ext cx="75600" cy="75600"/>
          </a:xfrm>
          <a:prstGeom prst="rect">
            <a:avLst/>
          </a:prstGeom>
          <a:solidFill>
            <a:srgbClr val="1E5F8C"/>
          </a:solidFill>
          <a:ln/>
        </p:spPr>
        <p:txBody>
          <a:bodyPr>
            <a:noAutofit/>
          </a:bodyPr>
          <a:p/>
        </p:txBody>
      </p:sp>
      <p:sp>
        <p:nvSpPr>
          <p:cNvPr id="51" name="shape:051"/>
          <p:cNvSpPr/>
          <p:nvPr/>
        </p:nvSpPr>
        <p:spPr>
          <a:xfrm>
            <a:off x="2134216" y="3855564"/>
            <a:ext cx="75600" cy="75600"/>
          </a:xfrm>
          <a:prstGeom prst="rect">
            <a:avLst/>
          </a:prstGeom>
          <a:solidFill>
            <a:srgbClr val="1E5F8C"/>
          </a:solidFill>
          <a:ln/>
        </p:spPr>
        <p:txBody>
          <a:bodyPr>
            <a:noAutofit/>
          </a:bodyPr>
          <a:p/>
        </p:txBody>
      </p:sp>
      <p:sp>
        <p:nvSpPr>
          <p:cNvPr id="52" name="shape:052"/>
          <p:cNvSpPr/>
          <p:nvPr/>
        </p:nvSpPr>
        <p:spPr>
          <a:xfrm>
            <a:off x="2242216" y="3855564"/>
            <a:ext cx="75600" cy="75600"/>
          </a:xfrm>
          <a:prstGeom prst="rect">
            <a:avLst/>
          </a:prstGeom>
          <a:solidFill>
            <a:srgbClr val="1E5F8C"/>
          </a:solidFill>
          <a:ln/>
        </p:spPr>
        <p:txBody>
          <a:bodyPr>
            <a:noAutofit/>
          </a:bodyPr>
          <a:p/>
        </p:txBody>
      </p:sp>
      <p:sp>
        <p:nvSpPr>
          <p:cNvPr id="53" name="shape:053"/>
          <p:cNvSpPr/>
          <p:nvPr/>
        </p:nvSpPr>
        <p:spPr>
          <a:xfrm>
            <a:off x="2350216" y="3855564"/>
            <a:ext cx="75600" cy="75600"/>
          </a:xfrm>
          <a:prstGeom prst="rect">
            <a:avLst/>
          </a:prstGeom>
          <a:solidFill>
            <a:srgbClr val="1E5F8C"/>
          </a:solidFill>
          <a:ln/>
        </p:spPr>
        <p:txBody>
          <a:bodyPr>
            <a:noAutofit/>
          </a:bodyPr>
          <a:p/>
        </p:txBody>
      </p:sp>
      <p:sp>
        <p:nvSpPr>
          <p:cNvPr id="54" name="shape:054"/>
          <p:cNvSpPr/>
          <p:nvPr/>
        </p:nvSpPr>
        <p:spPr>
          <a:xfrm>
            <a:off x="1378216" y="3963564"/>
            <a:ext cx="75600" cy="75600"/>
          </a:xfrm>
          <a:prstGeom prst="rect">
            <a:avLst/>
          </a:prstGeom>
          <a:solidFill>
            <a:srgbClr val="1E5F8C"/>
          </a:solidFill>
          <a:ln/>
        </p:spPr>
        <p:txBody>
          <a:bodyPr>
            <a:noAutofit/>
          </a:bodyPr>
          <a:p/>
        </p:txBody>
      </p:sp>
      <p:sp>
        <p:nvSpPr>
          <p:cNvPr id="55" name="shape:055"/>
          <p:cNvSpPr/>
          <p:nvPr/>
        </p:nvSpPr>
        <p:spPr>
          <a:xfrm>
            <a:off x="1486216" y="3963564"/>
            <a:ext cx="75600" cy="75600"/>
          </a:xfrm>
          <a:prstGeom prst="rect">
            <a:avLst/>
          </a:prstGeom>
          <a:solidFill>
            <a:srgbClr val="1E5F8C"/>
          </a:solidFill>
          <a:ln/>
        </p:spPr>
        <p:txBody>
          <a:bodyPr>
            <a:noAutofit/>
          </a:bodyPr>
          <a:p/>
        </p:txBody>
      </p:sp>
      <p:sp>
        <p:nvSpPr>
          <p:cNvPr id="56" name="shape:056"/>
          <p:cNvSpPr/>
          <p:nvPr/>
        </p:nvSpPr>
        <p:spPr>
          <a:xfrm>
            <a:off x="1594216" y="3963564"/>
            <a:ext cx="75600" cy="75600"/>
          </a:xfrm>
          <a:prstGeom prst="rect">
            <a:avLst/>
          </a:prstGeom>
          <a:solidFill>
            <a:srgbClr val="1E5F8C"/>
          </a:solidFill>
          <a:ln/>
        </p:spPr>
        <p:txBody>
          <a:bodyPr>
            <a:noAutofit/>
          </a:bodyPr>
          <a:p/>
        </p:txBody>
      </p:sp>
      <p:sp>
        <p:nvSpPr>
          <p:cNvPr id="57" name="shape:057"/>
          <p:cNvSpPr/>
          <p:nvPr/>
        </p:nvSpPr>
        <p:spPr>
          <a:xfrm>
            <a:off x="1702216" y="3963564"/>
            <a:ext cx="75600" cy="75600"/>
          </a:xfrm>
          <a:prstGeom prst="rect">
            <a:avLst/>
          </a:prstGeom>
          <a:solidFill>
            <a:srgbClr val="1E5F8C"/>
          </a:solidFill>
          <a:ln/>
        </p:spPr>
        <p:txBody>
          <a:bodyPr>
            <a:noAutofit/>
          </a:bodyPr>
          <a:p/>
        </p:txBody>
      </p:sp>
      <p:sp>
        <p:nvSpPr>
          <p:cNvPr id="58" name="shape:058"/>
          <p:cNvSpPr/>
          <p:nvPr/>
        </p:nvSpPr>
        <p:spPr>
          <a:xfrm>
            <a:off x="1810216" y="3963564"/>
            <a:ext cx="75600" cy="75600"/>
          </a:xfrm>
          <a:prstGeom prst="rect">
            <a:avLst/>
          </a:prstGeom>
          <a:solidFill>
            <a:srgbClr val="1E5F8C"/>
          </a:solidFill>
          <a:ln/>
        </p:spPr>
        <p:txBody>
          <a:bodyPr>
            <a:noAutofit/>
          </a:bodyPr>
          <a:p/>
        </p:txBody>
      </p:sp>
      <p:sp>
        <p:nvSpPr>
          <p:cNvPr id="59" name="shape:059"/>
          <p:cNvSpPr/>
          <p:nvPr/>
        </p:nvSpPr>
        <p:spPr>
          <a:xfrm>
            <a:off x="1918216" y="3963564"/>
            <a:ext cx="75600" cy="75600"/>
          </a:xfrm>
          <a:prstGeom prst="rect">
            <a:avLst/>
          </a:prstGeom>
          <a:solidFill>
            <a:srgbClr val="1E5F8C"/>
          </a:solidFill>
          <a:ln/>
        </p:spPr>
        <p:txBody>
          <a:bodyPr>
            <a:noAutofit/>
          </a:bodyPr>
          <a:p/>
        </p:txBody>
      </p:sp>
      <p:sp>
        <p:nvSpPr>
          <p:cNvPr id="60" name="shape:060"/>
          <p:cNvSpPr/>
          <p:nvPr/>
        </p:nvSpPr>
        <p:spPr>
          <a:xfrm>
            <a:off x="2026216" y="3963564"/>
            <a:ext cx="75600" cy="75600"/>
          </a:xfrm>
          <a:prstGeom prst="rect">
            <a:avLst/>
          </a:prstGeom>
          <a:solidFill>
            <a:srgbClr val="1E5F8C"/>
          </a:solidFill>
          <a:ln/>
        </p:spPr>
        <p:txBody>
          <a:bodyPr>
            <a:noAutofit/>
          </a:bodyPr>
          <a:p/>
        </p:txBody>
      </p:sp>
      <p:sp>
        <p:nvSpPr>
          <p:cNvPr id="61" name="shape:061"/>
          <p:cNvSpPr/>
          <p:nvPr/>
        </p:nvSpPr>
        <p:spPr>
          <a:xfrm>
            <a:off x="2134216" y="3963564"/>
            <a:ext cx="75600" cy="75600"/>
          </a:xfrm>
          <a:prstGeom prst="rect">
            <a:avLst/>
          </a:prstGeom>
          <a:solidFill>
            <a:srgbClr val="1E5F8C"/>
          </a:solidFill>
          <a:ln/>
        </p:spPr>
        <p:txBody>
          <a:bodyPr>
            <a:noAutofit/>
          </a:bodyPr>
          <a:p/>
        </p:txBody>
      </p:sp>
      <p:sp>
        <p:nvSpPr>
          <p:cNvPr id="62" name="shape:062"/>
          <p:cNvSpPr/>
          <p:nvPr/>
        </p:nvSpPr>
        <p:spPr>
          <a:xfrm>
            <a:off x="2242216" y="3963564"/>
            <a:ext cx="75600" cy="75600"/>
          </a:xfrm>
          <a:prstGeom prst="rect">
            <a:avLst/>
          </a:prstGeom>
          <a:solidFill>
            <a:srgbClr val="1E5F8C"/>
          </a:solidFill>
          <a:ln/>
        </p:spPr>
        <p:txBody>
          <a:bodyPr>
            <a:noAutofit/>
          </a:bodyPr>
          <a:p/>
        </p:txBody>
      </p:sp>
      <p:sp>
        <p:nvSpPr>
          <p:cNvPr id="63" name="shape:063"/>
          <p:cNvSpPr/>
          <p:nvPr/>
        </p:nvSpPr>
        <p:spPr>
          <a:xfrm>
            <a:off x="2350216" y="3963564"/>
            <a:ext cx="75600" cy="75600"/>
          </a:xfrm>
          <a:prstGeom prst="rect">
            <a:avLst/>
          </a:prstGeom>
          <a:solidFill>
            <a:srgbClr val="1E5F8C"/>
          </a:solidFill>
          <a:ln/>
        </p:spPr>
        <p:txBody>
          <a:bodyPr>
            <a:noAutofit/>
          </a:bodyPr>
          <a:p/>
        </p:txBody>
      </p:sp>
      <p:sp>
        <p:nvSpPr>
          <p:cNvPr id="64" name="shape:064"/>
          <p:cNvSpPr/>
          <p:nvPr/>
        </p:nvSpPr>
        <p:spPr>
          <a:xfrm>
            <a:off x="1378216" y="4071564"/>
            <a:ext cx="75600" cy="75600"/>
          </a:xfrm>
          <a:prstGeom prst="rect">
            <a:avLst/>
          </a:prstGeom>
          <a:solidFill>
            <a:srgbClr val="1E5F8C"/>
          </a:solidFill>
          <a:ln/>
        </p:spPr>
        <p:txBody>
          <a:bodyPr>
            <a:noAutofit/>
          </a:bodyPr>
          <a:p/>
        </p:txBody>
      </p:sp>
      <p:sp>
        <p:nvSpPr>
          <p:cNvPr id="65" name="shape:065"/>
          <p:cNvSpPr/>
          <p:nvPr/>
        </p:nvSpPr>
        <p:spPr>
          <a:xfrm>
            <a:off x="1486216" y="4071564"/>
            <a:ext cx="75600" cy="75600"/>
          </a:xfrm>
          <a:prstGeom prst="rect">
            <a:avLst/>
          </a:prstGeom>
          <a:solidFill>
            <a:srgbClr val="1E5F8C"/>
          </a:solidFill>
          <a:ln/>
        </p:spPr>
        <p:txBody>
          <a:bodyPr>
            <a:noAutofit/>
          </a:bodyPr>
          <a:p/>
        </p:txBody>
      </p:sp>
      <p:sp>
        <p:nvSpPr>
          <p:cNvPr id="66" name="shape:066"/>
          <p:cNvSpPr/>
          <p:nvPr/>
        </p:nvSpPr>
        <p:spPr>
          <a:xfrm>
            <a:off x="1594216" y="4071564"/>
            <a:ext cx="75600" cy="75600"/>
          </a:xfrm>
          <a:prstGeom prst="rect">
            <a:avLst/>
          </a:prstGeom>
          <a:solidFill>
            <a:srgbClr val="1E5F8C"/>
          </a:solidFill>
          <a:ln/>
        </p:spPr>
        <p:txBody>
          <a:bodyPr>
            <a:noAutofit/>
          </a:bodyPr>
          <a:p/>
        </p:txBody>
      </p:sp>
      <p:sp>
        <p:nvSpPr>
          <p:cNvPr id="67" name="shape:067"/>
          <p:cNvSpPr/>
          <p:nvPr/>
        </p:nvSpPr>
        <p:spPr>
          <a:xfrm>
            <a:off x="1702216" y="4071564"/>
            <a:ext cx="75600" cy="75600"/>
          </a:xfrm>
          <a:prstGeom prst="rect">
            <a:avLst/>
          </a:prstGeom>
          <a:solidFill>
            <a:srgbClr val="1E5F8C"/>
          </a:solidFill>
          <a:ln/>
        </p:spPr>
        <p:txBody>
          <a:bodyPr>
            <a:noAutofit/>
          </a:bodyPr>
          <a:p/>
        </p:txBody>
      </p:sp>
      <p:sp>
        <p:nvSpPr>
          <p:cNvPr id="68" name="shape:068"/>
          <p:cNvSpPr/>
          <p:nvPr/>
        </p:nvSpPr>
        <p:spPr>
          <a:xfrm>
            <a:off x="1810216" y="4071564"/>
            <a:ext cx="75600" cy="75600"/>
          </a:xfrm>
          <a:prstGeom prst="rect">
            <a:avLst/>
          </a:prstGeom>
          <a:solidFill>
            <a:srgbClr val="1E5F8C"/>
          </a:solidFill>
          <a:ln/>
        </p:spPr>
        <p:txBody>
          <a:bodyPr>
            <a:noAutofit/>
          </a:bodyPr>
          <a:p/>
        </p:txBody>
      </p:sp>
      <p:sp>
        <p:nvSpPr>
          <p:cNvPr id="69" name="shape:069"/>
          <p:cNvSpPr/>
          <p:nvPr/>
        </p:nvSpPr>
        <p:spPr>
          <a:xfrm>
            <a:off x="1918216" y="4071564"/>
            <a:ext cx="75600" cy="75600"/>
          </a:xfrm>
          <a:prstGeom prst="rect">
            <a:avLst/>
          </a:prstGeom>
          <a:solidFill>
            <a:srgbClr val="1E5F8C"/>
          </a:solidFill>
          <a:ln/>
        </p:spPr>
        <p:txBody>
          <a:bodyPr>
            <a:noAutofit/>
          </a:bodyPr>
          <a:p/>
        </p:txBody>
      </p:sp>
      <p:sp>
        <p:nvSpPr>
          <p:cNvPr id="70" name="shape:070"/>
          <p:cNvSpPr/>
          <p:nvPr/>
        </p:nvSpPr>
        <p:spPr>
          <a:xfrm>
            <a:off x="2026216" y="4071564"/>
            <a:ext cx="75600" cy="75600"/>
          </a:xfrm>
          <a:prstGeom prst="rect">
            <a:avLst/>
          </a:prstGeom>
          <a:solidFill>
            <a:srgbClr val="1E5F8C"/>
          </a:solidFill>
          <a:ln/>
        </p:spPr>
        <p:txBody>
          <a:bodyPr>
            <a:noAutofit/>
          </a:bodyPr>
          <a:p/>
        </p:txBody>
      </p:sp>
      <p:sp>
        <p:nvSpPr>
          <p:cNvPr id="71" name="shape:071"/>
          <p:cNvSpPr/>
          <p:nvPr/>
        </p:nvSpPr>
        <p:spPr>
          <a:xfrm>
            <a:off x="2134216" y="4071564"/>
            <a:ext cx="75600" cy="75600"/>
          </a:xfrm>
          <a:prstGeom prst="rect">
            <a:avLst/>
          </a:prstGeom>
          <a:solidFill>
            <a:srgbClr val="1E5F8C"/>
          </a:solidFill>
          <a:ln/>
        </p:spPr>
        <p:txBody>
          <a:bodyPr>
            <a:noAutofit/>
          </a:bodyPr>
          <a:p/>
        </p:txBody>
      </p:sp>
      <p:sp>
        <p:nvSpPr>
          <p:cNvPr id="72" name="shape:072"/>
          <p:cNvSpPr/>
          <p:nvPr/>
        </p:nvSpPr>
        <p:spPr>
          <a:xfrm>
            <a:off x="2242216" y="4071564"/>
            <a:ext cx="75600" cy="75600"/>
          </a:xfrm>
          <a:prstGeom prst="rect">
            <a:avLst/>
          </a:prstGeom>
          <a:solidFill>
            <a:srgbClr val="D9DCDF"/>
          </a:solidFill>
          <a:ln/>
        </p:spPr>
        <p:txBody>
          <a:bodyPr>
            <a:noAutofit/>
          </a:bodyPr>
          <a:p/>
        </p:txBody>
      </p:sp>
      <p:sp>
        <p:nvSpPr>
          <p:cNvPr id="73" name="shape:073"/>
          <p:cNvSpPr/>
          <p:nvPr/>
        </p:nvSpPr>
        <p:spPr>
          <a:xfrm>
            <a:off x="2350216" y="4071564"/>
            <a:ext cx="75600" cy="75600"/>
          </a:xfrm>
          <a:prstGeom prst="rect">
            <a:avLst/>
          </a:prstGeom>
          <a:solidFill>
            <a:srgbClr val="D9DCDF"/>
          </a:solidFill>
          <a:ln/>
        </p:spPr>
        <p:txBody>
          <a:bodyPr>
            <a:noAutofit/>
          </a:bodyPr>
          <a:p/>
        </p:txBody>
      </p:sp>
      <p:sp>
        <p:nvSpPr>
          <p:cNvPr id="74" name="shape:074"/>
          <p:cNvSpPr/>
          <p:nvPr/>
        </p:nvSpPr>
        <p:spPr>
          <a:xfrm>
            <a:off x="1378216" y="4179564"/>
            <a:ext cx="75600" cy="75600"/>
          </a:xfrm>
          <a:prstGeom prst="rect">
            <a:avLst/>
          </a:prstGeom>
          <a:solidFill>
            <a:srgbClr val="D9DCDF"/>
          </a:solidFill>
          <a:ln/>
        </p:spPr>
        <p:txBody>
          <a:bodyPr>
            <a:noAutofit/>
          </a:bodyPr>
          <a:p/>
        </p:txBody>
      </p:sp>
      <p:sp>
        <p:nvSpPr>
          <p:cNvPr id="75" name="shape:075"/>
          <p:cNvSpPr/>
          <p:nvPr/>
        </p:nvSpPr>
        <p:spPr>
          <a:xfrm>
            <a:off x="1486216" y="4179564"/>
            <a:ext cx="75600" cy="75600"/>
          </a:xfrm>
          <a:prstGeom prst="rect">
            <a:avLst/>
          </a:prstGeom>
          <a:solidFill>
            <a:srgbClr val="D9DCDF"/>
          </a:solidFill>
          <a:ln/>
        </p:spPr>
        <p:txBody>
          <a:bodyPr>
            <a:noAutofit/>
          </a:bodyPr>
          <a:p/>
        </p:txBody>
      </p:sp>
      <p:sp>
        <p:nvSpPr>
          <p:cNvPr id="76" name="shape:076"/>
          <p:cNvSpPr/>
          <p:nvPr/>
        </p:nvSpPr>
        <p:spPr>
          <a:xfrm>
            <a:off x="1594216" y="4179564"/>
            <a:ext cx="75600" cy="75600"/>
          </a:xfrm>
          <a:prstGeom prst="rect">
            <a:avLst/>
          </a:prstGeom>
          <a:solidFill>
            <a:srgbClr val="D9DCDF"/>
          </a:solidFill>
          <a:ln/>
        </p:spPr>
        <p:txBody>
          <a:bodyPr>
            <a:noAutofit/>
          </a:bodyPr>
          <a:p/>
        </p:txBody>
      </p:sp>
      <p:sp>
        <p:nvSpPr>
          <p:cNvPr id="77" name="shape:077"/>
          <p:cNvSpPr/>
          <p:nvPr/>
        </p:nvSpPr>
        <p:spPr>
          <a:xfrm>
            <a:off x="1702216" y="4179564"/>
            <a:ext cx="75600" cy="75600"/>
          </a:xfrm>
          <a:prstGeom prst="rect">
            <a:avLst/>
          </a:prstGeom>
          <a:solidFill>
            <a:srgbClr val="D9DCDF"/>
          </a:solidFill>
          <a:ln/>
        </p:spPr>
        <p:txBody>
          <a:bodyPr>
            <a:noAutofit/>
          </a:bodyPr>
          <a:p/>
        </p:txBody>
      </p:sp>
      <p:sp>
        <p:nvSpPr>
          <p:cNvPr id="78" name="shape:078"/>
          <p:cNvSpPr/>
          <p:nvPr/>
        </p:nvSpPr>
        <p:spPr>
          <a:xfrm>
            <a:off x="1810216" y="4179564"/>
            <a:ext cx="75600" cy="75600"/>
          </a:xfrm>
          <a:prstGeom prst="rect">
            <a:avLst/>
          </a:prstGeom>
          <a:solidFill>
            <a:srgbClr val="D9DCDF"/>
          </a:solidFill>
          <a:ln/>
        </p:spPr>
        <p:txBody>
          <a:bodyPr>
            <a:noAutofit/>
          </a:bodyPr>
          <a:p/>
        </p:txBody>
      </p:sp>
      <p:sp>
        <p:nvSpPr>
          <p:cNvPr id="79" name="shape:079"/>
          <p:cNvSpPr/>
          <p:nvPr/>
        </p:nvSpPr>
        <p:spPr>
          <a:xfrm>
            <a:off x="1918216" y="4179564"/>
            <a:ext cx="75600" cy="75600"/>
          </a:xfrm>
          <a:prstGeom prst="rect">
            <a:avLst/>
          </a:prstGeom>
          <a:solidFill>
            <a:srgbClr val="D9DCDF"/>
          </a:solidFill>
          <a:ln/>
        </p:spPr>
        <p:txBody>
          <a:bodyPr>
            <a:noAutofit/>
          </a:bodyPr>
          <a:p/>
        </p:txBody>
      </p:sp>
      <p:sp>
        <p:nvSpPr>
          <p:cNvPr id="80" name="shape:080"/>
          <p:cNvSpPr/>
          <p:nvPr/>
        </p:nvSpPr>
        <p:spPr>
          <a:xfrm>
            <a:off x="2026216" y="4179564"/>
            <a:ext cx="75600" cy="75600"/>
          </a:xfrm>
          <a:prstGeom prst="rect">
            <a:avLst/>
          </a:prstGeom>
          <a:solidFill>
            <a:srgbClr val="D9DCDF"/>
          </a:solidFill>
          <a:ln/>
        </p:spPr>
        <p:txBody>
          <a:bodyPr>
            <a:noAutofit/>
          </a:bodyPr>
          <a:p/>
        </p:txBody>
      </p:sp>
      <p:sp>
        <p:nvSpPr>
          <p:cNvPr id="81" name="shape:081"/>
          <p:cNvSpPr/>
          <p:nvPr/>
        </p:nvSpPr>
        <p:spPr>
          <a:xfrm>
            <a:off x="2134216" y="4179564"/>
            <a:ext cx="75600" cy="75600"/>
          </a:xfrm>
          <a:prstGeom prst="rect">
            <a:avLst/>
          </a:prstGeom>
          <a:solidFill>
            <a:srgbClr val="D9DCDF"/>
          </a:solidFill>
          <a:ln/>
        </p:spPr>
        <p:txBody>
          <a:bodyPr>
            <a:noAutofit/>
          </a:bodyPr>
          <a:p/>
        </p:txBody>
      </p:sp>
      <p:sp>
        <p:nvSpPr>
          <p:cNvPr id="82" name="shape:082"/>
          <p:cNvSpPr/>
          <p:nvPr/>
        </p:nvSpPr>
        <p:spPr>
          <a:xfrm>
            <a:off x="2242216" y="4179564"/>
            <a:ext cx="75600" cy="75600"/>
          </a:xfrm>
          <a:prstGeom prst="rect">
            <a:avLst/>
          </a:prstGeom>
          <a:solidFill>
            <a:srgbClr val="D9DCDF"/>
          </a:solidFill>
          <a:ln/>
        </p:spPr>
        <p:txBody>
          <a:bodyPr>
            <a:noAutofit/>
          </a:bodyPr>
          <a:p/>
        </p:txBody>
      </p:sp>
      <p:sp>
        <p:nvSpPr>
          <p:cNvPr id="83" name="shape:083"/>
          <p:cNvSpPr/>
          <p:nvPr/>
        </p:nvSpPr>
        <p:spPr>
          <a:xfrm>
            <a:off x="2350216" y="4179564"/>
            <a:ext cx="75600" cy="75600"/>
          </a:xfrm>
          <a:prstGeom prst="rect">
            <a:avLst/>
          </a:prstGeom>
          <a:solidFill>
            <a:srgbClr val="D9DCDF"/>
          </a:solidFill>
          <a:ln/>
        </p:spPr>
        <p:txBody>
          <a:bodyPr>
            <a:noAutofit/>
          </a:bodyPr>
          <a:p/>
        </p:txBody>
      </p:sp>
      <p:sp>
        <p:nvSpPr>
          <p:cNvPr id="84" name="shape:084"/>
          <p:cNvSpPr/>
          <p:nvPr/>
        </p:nvSpPr>
        <p:spPr>
          <a:xfrm>
            <a:off x="1378216" y="4287564"/>
            <a:ext cx="75600" cy="75600"/>
          </a:xfrm>
          <a:prstGeom prst="rect">
            <a:avLst/>
          </a:prstGeom>
          <a:solidFill>
            <a:srgbClr val="D9DCDF"/>
          </a:solidFill>
          <a:ln/>
        </p:spPr>
        <p:txBody>
          <a:bodyPr>
            <a:noAutofit/>
          </a:bodyPr>
          <a:p/>
        </p:txBody>
      </p:sp>
      <p:sp>
        <p:nvSpPr>
          <p:cNvPr id="85" name="shape:085"/>
          <p:cNvSpPr/>
          <p:nvPr/>
        </p:nvSpPr>
        <p:spPr>
          <a:xfrm>
            <a:off x="1486216" y="4287564"/>
            <a:ext cx="75600" cy="75600"/>
          </a:xfrm>
          <a:prstGeom prst="rect">
            <a:avLst/>
          </a:prstGeom>
          <a:solidFill>
            <a:srgbClr val="D9DCDF"/>
          </a:solidFill>
          <a:ln/>
        </p:spPr>
        <p:txBody>
          <a:bodyPr>
            <a:noAutofit/>
          </a:bodyPr>
          <a:p/>
        </p:txBody>
      </p:sp>
      <p:sp>
        <p:nvSpPr>
          <p:cNvPr id="86" name="shape:086"/>
          <p:cNvSpPr/>
          <p:nvPr/>
        </p:nvSpPr>
        <p:spPr>
          <a:xfrm>
            <a:off x="1594216" y="4287564"/>
            <a:ext cx="75600" cy="75600"/>
          </a:xfrm>
          <a:prstGeom prst="rect">
            <a:avLst/>
          </a:prstGeom>
          <a:solidFill>
            <a:srgbClr val="D9DCDF"/>
          </a:solidFill>
          <a:ln/>
        </p:spPr>
        <p:txBody>
          <a:bodyPr>
            <a:noAutofit/>
          </a:bodyPr>
          <a:p/>
        </p:txBody>
      </p:sp>
      <p:sp>
        <p:nvSpPr>
          <p:cNvPr id="87" name="shape:087"/>
          <p:cNvSpPr/>
          <p:nvPr/>
        </p:nvSpPr>
        <p:spPr>
          <a:xfrm>
            <a:off x="1702216" y="4287564"/>
            <a:ext cx="75600" cy="75600"/>
          </a:xfrm>
          <a:prstGeom prst="rect">
            <a:avLst/>
          </a:prstGeom>
          <a:solidFill>
            <a:srgbClr val="D9DCDF"/>
          </a:solidFill>
          <a:ln/>
        </p:spPr>
        <p:txBody>
          <a:bodyPr>
            <a:noAutofit/>
          </a:bodyPr>
          <a:p/>
        </p:txBody>
      </p:sp>
      <p:sp>
        <p:nvSpPr>
          <p:cNvPr id="88" name="shape:088"/>
          <p:cNvSpPr/>
          <p:nvPr/>
        </p:nvSpPr>
        <p:spPr>
          <a:xfrm>
            <a:off x="1810216" y="4287564"/>
            <a:ext cx="75600" cy="75600"/>
          </a:xfrm>
          <a:prstGeom prst="rect">
            <a:avLst/>
          </a:prstGeom>
          <a:solidFill>
            <a:srgbClr val="D9DCDF"/>
          </a:solidFill>
          <a:ln/>
        </p:spPr>
        <p:txBody>
          <a:bodyPr>
            <a:noAutofit/>
          </a:bodyPr>
          <a:p/>
        </p:txBody>
      </p:sp>
      <p:sp>
        <p:nvSpPr>
          <p:cNvPr id="89" name="shape:089"/>
          <p:cNvSpPr/>
          <p:nvPr/>
        </p:nvSpPr>
        <p:spPr>
          <a:xfrm>
            <a:off x="1918216" y="4287564"/>
            <a:ext cx="75600" cy="75600"/>
          </a:xfrm>
          <a:prstGeom prst="rect">
            <a:avLst/>
          </a:prstGeom>
          <a:solidFill>
            <a:srgbClr val="D9DCDF"/>
          </a:solidFill>
          <a:ln/>
        </p:spPr>
        <p:txBody>
          <a:bodyPr>
            <a:noAutofit/>
          </a:bodyPr>
          <a:p/>
        </p:txBody>
      </p:sp>
      <p:sp>
        <p:nvSpPr>
          <p:cNvPr id="90" name="shape:090"/>
          <p:cNvSpPr/>
          <p:nvPr/>
        </p:nvSpPr>
        <p:spPr>
          <a:xfrm>
            <a:off x="2026216" y="4287564"/>
            <a:ext cx="75600" cy="75600"/>
          </a:xfrm>
          <a:prstGeom prst="rect">
            <a:avLst/>
          </a:prstGeom>
          <a:solidFill>
            <a:srgbClr val="D9DCDF"/>
          </a:solidFill>
          <a:ln/>
        </p:spPr>
        <p:txBody>
          <a:bodyPr>
            <a:noAutofit/>
          </a:bodyPr>
          <a:p/>
        </p:txBody>
      </p:sp>
      <p:sp>
        <p:nvSpPr>
          <p:cNvPr id="91" name="shape:091"/>
          <p:cNvSpPr/>
          <p:nvPr/>
        </p:nvSpPr>
        <p:spPr>
          <a:xfrm>
            <a:off x="2134216" y="4287564"/>
            <a:ext cx="75600" cy="75600"/>
          </a:xfrm>
          <a:prstGeom prst="rect">
            <a:avLst/>
          </a:prstGeom>
          <a:solidFill>
            <a:srgbClr val="D9DCDF"/>
          </a:solidFill>
          <a:ln/>
        </p:spPr>
        <p:txBody>
          <a:bodyPr>
            <a:noAutofit/>
          </a:bodyPr>
          <a:p/>
        </p:txBody>
      </p:sp>
      <p:sp>
        <p:nvSpPr>
          <p:cNvPr id="92" name="shape:092"/>
          <p:cNvSpPr/>
          <p:nvPr/>
        </p:nvSpPr>
        <p:spPr>
          <a:xfrm>
            <a:off x="2242216" y="4287564"/>
            <a:ext cx="75600" cy="75600"/>
          </a:xfrm>
          <a:prstGeom prst="rect">
            <a:avLst/>
          </a:prstGeom>
          <a:solidFill>
            <a:srgbClr val="D9DCDF"/>
          </a:solidFill>
          <a:ln/>
        </p:spPr>
        <p:txBody>
          <a:bodyPr>
            <a:noAutofit/>
          </a:bodyPr>
          <a:p/>
        </p:txBody>
      </p:sp>
      <p:sp>
        <p:nvSpPr>
          <p:cNvPr id="93" name="shape:093"/>
          <p:cNvSpPr/>
          <p:nvPr/>
        </p:nvSpPr>
        <p:spPr>
          <a:xfrm>
            <a:off x="2350216" y="4287564"/>
            <a:ext cx="75600" cy="75600"/>
          </a:xfrm>
          <a:prstGeom prst="rect">
            <a:avLst/>
          </a:prstGeom>
          <a:solidFill>
            <a:srgbClr val="D9DCDF"/>
          </a:solidFill>
          <a:ln/>
        </p:spPr>
        <p:txBody>
          <a:bodyPr>
            <a:noAutofit/>
          </a:bodyPr>
          <a:p/>
        </p:txBody>
      </p:sp>
      <p:sp>
        <p:nvSpPr>
          <p:cNvPr id="94" name="shape:094"/>
          <p:cNvSpPr/>
          <p:nvPr/>
        </p:nvSpPr>
        <p:spPr>
          <a:xfrm>
            <a:off x="1378216" y="4395564"/>
            <a:ext cx="75600" cy="75600"/>
          </a:xfrm>
          <a:prstGeom prst="rect">
            <a:avLst/>
          </a:prstGeom>
          <a:solidFill>
            <a:srgbClr val="D9DCDF"/>
          </a:solidFill>
          <a:ln/>
        </p:spPr>
        <p:txBody>
          <a:bodyPr>
            <a:noAutofit/>
          </a:bodyPr>
          <a:p/>
        </p:txBody>
      </p:sp>
      <p:sp>
        <p:nvSpPr>
          <p:cNvPr id="95" name="shape:095"/>
          <p:cNvSpPr/>
          <p:nvPr/>
        </p:nvSpPr>
        <p:spPr>
          <a:xfrm>
            <a:off x="1486216" y="4395564"/>
            <a:ext cx="75600" cy="75600"/>
          </a:xfrm>
          <a:prstGeom prst="rect">
            <a:avLst/>
          </a:prstGeom>
          <a:solidFill>
            <a:srgbClr val="D9DCDF"/>
          </a:solidFill>
          <a:ln/>
        </p:spPr>
        <p:txBody>
          <a:bodyPr>
            <a:noAutofit/>
          </a:bodyPr>
          <a:p/>
        </p:txBody>
      </p:sp>
      <p:sp>
        <p:nvSpPr>
          <p:cNvPr id="96" name="shape:096"/>
          <p:cNvSpPr/>
          <p:nvPr/>
        </p:nvSpPr>
        <p:spPr>
          <a:xfrm>
            <a:off x="1594216" y="4395564"/>
            <a:ext cx="75600" cy="75600"/>
          </a:xfrm>
          <a:prstGeom prst="rect">
            <a:avLst/>
          </a:prstGeom>
          <a:solidFill>
            <a:srgbClr val="D9DCDF"/>
          </a:solidFill>
          <a:ln/>
        </p:spPr>
        <p:txBody>
          <a:bodyPr>
            <a:noAutofit/>
          </a:bodyPr>
          <a:p/>
        </p:txBody>
      </p:sp>
      <p:sp>
        <p:nvSpPr>
          <p:cNvPr id="97" name="shape:097"/>
          <p:cNvSpPr/>
          <p:nvPr/>
        </p:nvSpPr>
        <p:spPr>
          <a:xfrm>
            <a:off x="1702216" y="4395564"/>
            <a:ext cx="75600" cy="75600"/>
          </a:xfrm>
          <a:prstGeom prst="rect">
            <a:avLst/>
          </a:prstGeom>
          <a:solidFill>
            <a:srgbClr val="D9DCDF"/>
          </a:solidFill>
          <a:ln/>
        </p:spPr>
        <p:txBody>
          <a:bodyPr>
            <a:noAutofit/>
          </a:bodyPr>
          <a:p/>
        </p:txBody>
      </p:sp>
      <p:sp>
        <p:nvSpPr>
          <p:cNvPr id="98" name="shape:098"/>
          <p:cNvSpPr/>
          <p:nvPr/>
        </p:nvSpPr>
        <p:spPr>
          <a:xfrm>
            <a:off x="1810216" y="4395564"/>
            <a:ext cx="75600" cy="75600"/>
          </a:xfrm>
          <a:prstGeom prst="rect">
            <a:avLst/>
          </a:prstGeom>
          <a:solidFill>
            <a:srgbClr val="D9DCDF"/>
          </a:solidFill>
          <a:ln/>
        </p:spPr>
        <p:txBody>
          <a:bodyPr>
            <a:noAutofit/>
          </a:bodyPr>
          <a:p/>
        </p:txBody>
      </p:sp>
      <p:sp>
        <p:nvSpPr>
          <p:cNvPr id="99" name="shape:099"/>
          <p:cNvSpPr/>
          <p:nvPr/>
        </p:nvSpPr>
        <p:spPr>
          <a:xfrm>
            <a:off x="1918216" y="4395564"/>
            <a:ext cx="75600" cy="75600"/>
          </a:xfrm>
          <a:prstGeom prst="rect">
            <a:avLst/>
          </a:prstGeom>
          <a:solidFill>
            <a:srgbClr val="D9DCDF"/>
          </a:solidFill>
          <a:ln/>
        </p:spPr>
        <p:txBody>
          <a:bodyPr>
            <a:noAutofit/>
          </a:bodyPr>
          <a:p/>
        </p:txBody>
      </p:sp>
      <p:sp>
        <p:nvSpPr>
          <p:cNvPr id="100" name="shape:100"/>
          <p:cNvSpPr/>
          <p:nvPr/>
        </p:nvSpPr>
        <p:spPr>
          <a:xfrm>
            <a:off x="2026216" y="4395564"/>
            <a:ext cx="75600" cy="75600"/>
          </a:xfrm>
          <a:prstGeom prst="rect">
            <a:avLst/>
          </a:prstGeom>
          <a:solidFill>
            <a:srgbClr val="D9DCDF"/>
          </a:solidFill>
          <a:ln/>
        </p:spPr>
        <p:txBody>
          <a:bodyPr>
            <a:noAutofit/>
          </a:bodyPr>
          <a:p/>
        </p:txBody>
      </p:sp>
      <p:sp>
        <p:nvSpPr>
          <p:cNvPr id="101" name="shape:101"/>
          <p:cNvSpPr/>
          <p:nvPr/>
        </p:nvSpPr>
        <p:spPr>
          <a:xfrm>
            <a:off x="2134216" y="4395564"/>
            <a:ext cx="75600" cy="75600"/>
          </a:xfrm>
          <a:prstGeom prst="rect">
            <a:avLst/>
          </a:prstGeom>
          <a:solidFill>
            <a:srgbClr val="D9DCDF"/>
          </a:solidFill>
          <a:ln/>
        </p:spPr>
        <p:txBody>
          <a:bodyPr>
            <a:noAutofit/>
          </a:bodyPr>
          <a:p/>
        </p:txBody>
      </p:sp>
      <p:sp>
        <p:nvSpPr>
          <p:cNvPr id="102" name="shape:102"/>
          <p:cNvSpPr/>
          <p:nvPr/>
        </p:nvSpPr>
        <p:spPr>
          <a:xfrm>
            <a:off x="2242216" y="4395564"/>
            <a:ext cx="75600" cy="75600"/>
          </a:xfrm>
          <a:prstGeom prst="rect">
            <a:avLst/>
          </a:prstGeom>
          <a:solidFill>
            <a:srgbClr val="D9DCDF"/>
          </a:solidFill>
          <a:ln/>
        </p:spPr>
        <p:txBody>
          <a:bodyPr>
            <a:noAutofit/>
          </a:bodyPr>
          <a:p/>
        </p:txBody>
      </p:sp>
      <p:sp>
        <p:nvSpPr>
          <p:cNvPr id="103" name="shape:103"/>
          <p:cNvSpPr/>
          <p:nvPr/>
        </p:nvSpPr>
        <p:spPr>
          <a:xfrm>
            <a:off x="2350216" y="4395564"/>
            <a:ext cx="75600" cy="75600"/>
          </a:xfrm>
          <a:prstGeom prst="rect">
            <a:avLst/>
          </a:prstGeom>
          <a:solidFill>
            <a:srgbClr val="D9DCDF"/>
          </a:solidFill>
          <a:ln/>
        </p:spPr>
        <p:txBody>
          <a:bodyPr>
            <a:noAutofit/>
          </a:bodyPr>
          <a:p/>
        </p:txBody>
      </p:sp>
      <p:sp>
        <p:nvSpPr>
          <p:cNvPr id="104" name="shape:104"/>
          <p:cNvSpPr/>
          <p:nvPr/>
        </p:nvSpPr>
        <p:spPr>
          <a:xfrm>
            <a:off x="1378216" y="4503564"/>
            <a:ext cx="75600" cy="75600"/>
          </a:xfrm>
          <a:prstGeom prst="rect">
            <a:avLst/>
          </a:prstGeom>
          <a:solidFill>
            <a:srgbClr val="D9DCDF"/>
          </a:solidFill>
          <a:ln/>
        </p:spPr>
        <p:txBody>
          <a:bodyPr>
            <a:noAutofit/>
          </a:bodyPr>
          <a:p/>
        </p:txBody>
      </p:sp>
      <p:sp>
        <p:nvSpPr>
          <p:cNvPr id="105" name="shape:105"/>
          <p:cNvSpPr/>
          <p:nvPr/>
        </p:nvSpPr>
        <p:spPr>
          <a:xfrm>
            <a:off x="1486216" y="4503564"/>
            <a:ext cx="75600" cy="75600"/>
          </a:xfrm>
          <a:prstGeom prst="rect">
            <a:avLst/>
          </a:prstGeom>
          <a:solidFill>
            <a:srgbClr val="D9DCDF"/>
          </a:solidFill>
          <a:ln/>
        </p:spPr>
        <p:txBody>
          <a:bodyPr>
            <a:noAutofit/>
          </a:bodyPr>
          <a:p/>
        </p:txBody>
      </p:sp>
      <p:sp>
        <p:nvSpPr>
          <p:cNvPr id="106" name="shape:106"/>
          <p:cNvSpPr/>
          <p:nvPr/>
        </p:nvSpPr>
        <p:spPr>
          <a:xfrm>
            <a:off x="1594216" y="4503564"/>
            <a:ext cx="75600" cy="75600"/>
          </a:xfrm>
          <a:prstGeom prst="rect">
            <a:avLst/>
          </a:prstGeom>
          <a:solidFill>
            <a:srgbClr val="D9DCDF"/>
          </a:solidFill>
          <a:ln/>
        </p:spPr>
        <p:txBody>
          <a:bodyPr>
            <a:noAutofit/>
          </a:bodyPr>
          <a:p/>
        </p:txBody>
      </p:sp>
      <p:sp>
        <p:nvSpPr>
          <p:cNvPr id="107" name="shape:107"/>
          <p:cNvSpPr/>
          <p:nvPr/>
        </p:nvSpPr>
        <p:spPr>
          <a:xfrm>
            <a:off x="1702216" y="4503564"/>
            <a:ext cx="75600" cy="75600"/>
          </a:xfrm>
          <a:prstGeom prst="rect">
            <a:avLst/>
          </a:prstGeom>
          <a:solidFill>
            <a:srgbClr val="D9DCDF"/>
          </a:solidFill>
          <a:ln/>
        </p:spPr>
        <p:txBody>
          <a:bodyPr>
            <a:noAutofit/>
          </a:bodyPr>
          <a:p/>
        </p:txBody>
      </p:sp>
      <p:sp>
        <p:nvSpPr>
          <p:cNvPr id="108" name="shape:108"/>
          <p:cNvSpPr/>
          <p:nvPr/>
        </p:nvSpPr>
        <p:spPr>
          <a:xfrm>
            <a:off x="1810216" y="4503564"/>
            <a:ext cx="75600" cy="75600"/>
          </a:xfrm>
          <a:prstGeom prst="rect">
            <a:avLst/>
          </a:prstGeom>
          <a:solidFill>
            <a:srgbClr val="D9DCDF"/>
          </a:solidFill>
          <a:ln/>
        </p:spPr>
        <p:txBody>
          <a:bodyPr>
            <a:noAutofit/>
          </a:bodyPr>
          <a:p/>
        </p:txBody>
      </p:sp>
      <p:sp>
        <p:nvSpPr>
          <p:cNvPr id="109" name="shape:109"/>
          <p:cNvSpPr/>
          <p:nvPr/>
        </p:nvSpPr>
        <p:spPr>
          <a:xfrm>
            <a:off x="1918216" y="4503564"/>
            <a:ext cx="75600" cy="75600"/>
          </a:xfrm>
          <a:prstGeom prst="rect">
            <a:avLst/>
          </a:prstGeom>
          <a:solidFill>
            <a:srgbClr val="D9DCDF"/>
          </a:solidFill>
          <a:ln/>
        </p:spPr>
        <p:txBody>
          <a:bodyPr>
            <a:noAutofit/>
          </a:bodyPr>
          <a:p/>
        </p:txBody>
      </p:sp>
      <p:sp>
        <p:nvSpPr>
          <p:cNvPr id="110" name="shape:110"/>
          <p:cNvSpPr/>
          <p:nvPr/>
        </p:nvSpPr>
        <p:spPr>
          <a:xfrm>
            <a:off x="2026216" y="4503564"/>
            <a:ext cx="75600" cy="75600"/>
          </a:xfrm>
          <a:prstGeom prst="rect">
            <a:avLst/>
          </a:prstGeom>
          <a:solidFill>
            <a:srgbClr val="D9DCDF"/>
          </a:solidFill>
          <a:ln/>
        </p:spPr>
        <p:txBody>
          <a:bodyPr>
            <a:noAutofit/>
          </a:bodyPr>
          <a:p/>
        </p:txBody>
      </p:sp>
      <p:sp>
        <p:nvSpPr>
          <p:cNvPr id="111" name="shape:111"/>
          <p:cNvSpPr/>
          <p:nvPr/>
        </p:nvSpPr>
        <p:spPr>
          <a:xfrm>
            <a:off x="2134216" y="4503564"/>
            <a:ext cx="75600" cy="75600"/>
          </a:xfrm>
          <a:prstGeom prst="rect">
            <a:avLst/>
          </a:prstGeom>
          <a:solidFill>
            <a:srgbClr val="D9DCDF"/>
          </a:solidFill>
          <a:ln/>
        </p:spPr>
        <p:txBody>
          <a:bodyPr>
            <a:noAutofit/>
          </a:bodyPr>
          <a:p/>
        </p:txBody>
      </p:sp>
      <p:sp>
        <p:nvSpPr>
          <p:cNvPr id="112" name="shape:112"/>
          <p:cNvSpPr/>
          <p:nvPr/>
        </p:nvSpPr>
        <p:spPr>
          <a:xfrm>
            <a:off x="2242216" y="4503564"/>
            <a:ext cx="75600" cy="75600"/>
          </a:xfrm>
          <a:prstGeom prst="rect">
            <a:avLst/>
          </a:prstGeom>
          <a:solidFill>
            <a:srgbClr val="D9DCDF"/>
          </a:solidFill>
          <a:ln/>
        </p:spPr>
        <p:txBody>
          <a:bodyPr>
            <a:noAutofit/>
          </a:bodyPr>
          <a:p/>
        </p:txBody>
      </p:sp>
      <p:sp>
        <p:nvSpPr>
          <p:cNvPr id="113" name="shape:113"/>
          <p:cNvSpPr/>
          <p:nvPr/>
        </p:nvSpPr>
        <p:spPr>
          <a:xfrm>
            <a:off x="2350216" y="4503564"/>
            <a:ext cx="75600" cy="75600"/>
          </a:xfrm>
          <a:prstGeom prst="rect">
            <a:avLst/>
          </a:prstGeom>
          <a:solidFill>
            <a:srgbClr val="D9DCDF"/>
          </a:solidFill>
          <a:ln/>
        </p:spPr>
        <p:txBody>
          <a:bodyPr>
            <a:noAutofit/>
          </a:bodyPr>
          <a:p/>
        </p:txBody>
      </p:sp>
      <p:sp>
        <p:nvSpPr>
          <p:cNvPr id="114" name="shape:114"/>
          <p:cNvSpPr/>
          <p:nvPr/>
        </p:nvSpPr>
        <p:spPr>
          <a:xfrm>
            <a:off x="576072"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071B2C"/>
                </a:solidFill>
                <a:latin typeface="Yu Gothic" pitchFamily="34" charset="0"/>
                <a:ea typeface="Yu Gothic" pitchFamily="34" charset="-122"/>
                <a:cs typeface="Yu Gothic" pitchFamily="34" charset="-120"/>
              </a:rPr>
              <a:t>項目3</a:t>
            </a:r>
            <a:endParaRPr lang="en-US" sz="900" dirty="0"/>
          </a:p>
        </p:txBody>
      </p:sp>
      <p:sp>
        <p:nvSpPr>
          <p:cNvPr id="115" name="shape:115"/>
          <p:cNvSpPr/>
          <p:nvPr/>
        </p:nvSpPr>
        <p:spPr>
          <a:xfrm>
            <a:off x="3371960"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42%</a:t>
            </a:r>
            <a:endParaRPr lang="en-US" sz="1500" dirty="0"/>
          </a:p>
        </p:txBody>
      </p:sp>
      <p:sp>
        <p:nvSpPr>
          <p:cNvPr id="116" name="shape:116"/>
          <p:cNvSpPr/>
          <p:nvPr/>
        </p:nvSpPr>
        <p:spPr>
          <a:xfrm>
            <a:off x="4174104" y="3531564"/>
            <a:ext cx="75600" cy="75600"/>
          </a:xfrm>
          <a:prstGeom prst="rect">
            <a:avLst/>
          </a:prstGeom>
          <a:solidFill>
            <a:srgbClr val="1E5F8C"/>
          </a:solidFill>
          <a:ln/>
        </p:spPr>
        <p:txBody>
          <a:bodyPr>
            <a:noAutofit/>
          </a:bodyPr>
          <a:p/>
        </p:txBody>
      </p:sp>
      <p:sp>
        <p:nvSpPr>
          <p:cNvPr id="117" name="shape:117"/>
          <p:cNvSpPr/>
          <p:nvPr/>
        </p:nvSpPr>
        <p:spPr>
          <a:xfrm>
            <a:off x="4282104" y="3531564"/>
            <a:ext cx="75600" cy="75600"/>
          </a:xfrm>
          <a:prstGeom prst="rect">
            <a:avLst/>
          </a:prstGeom>
          <a:solidFill>
            <a:srgbClr val="1E5F8C"/>
          </a:solidFill>
          <a:ln/>
        </p:spPr>
        <p:txBody>
          <a:bodyPr>
            <a:noAutofit/>
          </a:bodyPr>
          <a:p/>
        </p:txBody>
      </p:sp>
      <p:sp>
        <p:nvSpPr>
          <p:cNvPr id="118" name="shape:118"/>
          <p:cNvSpPr/>
          <p:nvPr/>
        </p:nvSpPr>
        <p:spPr>
          <a:xfrm>
            <a:off x="4390104" y="3531564"/>
            <a:ext cx="75600" cy="75600"/>
          </a:xfrm>
          <a:prstGeom prst="rect">
            <a:avLst/>
          </a:prstGeom>
          <a:solidFill>
            <a:srgbClr val="1E5F8C"/>
          </a:solidFill>
          <a:ln/>
        </p:spPr>
        <p:txBody>
          <a:bodyPr>
            <a:noAutofit/>
          </a:bodyPr>
          <a:p/>
        </p:txBody>
      </p:sp>
      <p:sp>
        <p:nvSpPr>
          <p:cNvPr id="119" name="shape:119"/>
          <p:cNvSpPr/>
          <p:nvPr/>
        </p:nvSpPr>
        <p:spPr>
          <a:xfrm>
            <a:off x="4498104" y="3531564"/>
            <a:ext cx="75600" cy="75600"/>
          </a:xfrm>
          <a:prstGeom prst="rect">
            <a:avLst/>
          </a:prstGeom>
          <a:solidFill>
            <a:srgbClr val="1E5F8C"/>
          </a:solidFill>
          <a:ln/>
        </p:spPr>
        <p:txBody>
          <a:bodyPr>
            <a:noAutofit/>
          </a:bodyPr>
          <a:p/>
        </p:txBody>
      </p:sp>
      <p:sp>
        <p:nvSpPr>
          <p:cNvPr id="120" name="shape:120"/>
          <p:cNvSpPr/>
          <p:nvPr/>
        </p:nvSpPr>
        <p:spPr>
          <a:xfrm>
            <a:off x="4606104" y="3531564"/>
            <a:ext cx="75600" cy="75600"/>
          </a:xfrm>
          <a:prstGeom prst="rect">
            <a:avLst/>
          </a:prstGeom>
          <a:solidFill>
            <a:srgbClr val="1E5F8C"/>
          </a:solidFill>
          <a:ln/>
        </p:spPr>
        <p:txBody>
          <a:bodyPr>
            <a:noAutofit/>
          </a:bodyPr>
          <a:p/>
        </p:txBody>
      </p:sp>
      <p:sp>
        <p:nvSpPr>
          <p:cNvPr id="121" name="shape:121"/>
          <p:cNvSpPr/>
          <p:nvPr/>
        </p:nvSpPr>
        <p:spPr>
          <a:xfrm>
            <a:off x="4714104" y="3531564"/>
            <a:ext cx="75600" cy="75600"/>
          </a:xfrm>
          <a:prstGeom prst="rect">
            <a:avLst/>
          </a:prstGeom>
          <a:solidFill>
            <a:srgbClr val="1E5F8C"/>
          </a:solidFill>
          <a:ln/>
        </p:spPr>
        <p:txBody>
          <a:bodyPr>
            <a:noAutofit/>
          </a:bodyPr>
          <a:p/>
        </p:txBody>
      </p:sp>
      <p:sp>
        <p:nvSpPr>
          <p:cNvPr id="122" name="shape:122"/>
          <p:cNvSpPr/>
          <p:nvPr/>
        </p:nvSpPr>
        <p:spPr>
          <a:xfrm>
            <a:off x="4822104" y="3531564"/>
            <a:ext cx="75600" cy="75600"/>
          </a:xfrm>
          <a:prstGeom prst="rect">
            <a:avLst/>
          </a:prstGeom>
          <a:solidFill>
            <a:srgbClr val="1E5F8C"/>
          </a:solidFill>
          <a:ln/>
        </p:spPr>
        <p:txBody>
          <a:bodyPr>
            <a:noAutofit/>
          </a:bodyPr>
          <a:p/>
        </p:txBody>
      </p:sp>
      <p:sp>
        <p:nvSpPr>
          <p:cNvPr id="123" name="shape:123"/>
          <p:cNvSpPr/>
          <p:nvPr/>
        </p:nvSpPr>
        <p:spPr>
          <a:xfrm>
            <a:off x="4930104" y="3531564"/>
            <a:ext cx="75600" cy="75600"/>
          </a:xfrm>
          <a:prstGeom prst="rect">
            <a:avLst/>
          </a:prstGeom>
          <a:solidFill>
            <a:srgbClr val="1E5F8C"/>
          </a:solidFill>
          <a:ln/>
        </p:spPr>
        <p:txBody>
          <a:bodyPr>
            <a:noAutofit/>
          </a:bodyPr>
          <a:p/>
        </p:txBody>
      </p:sp>
      <p:sp>
        <p:nvSpPr>
          <p:cNvPr id="124" name="shape:124"/>
          <p:cNvSpPr/>
          <p:nvPr/>
        </p:nvSpPr>
        <p:spPr>
          <a:xfrm>
            <a:off x="5038104" y="3531564"/>
            <a:ext cx="75600" cy="75600"/>
          </a:xfrm>
          <a:prstGeom prst="rect">
            <a:avLst/>
          </a:prstGeom>
          <a:solidFill>
            <a:srgbClr val="1E5F8C"/>
          </a:solidFill>
          <a:ln/>
        </p:spPr>
        <p:txBody>
          <a:bodyPr>
            <a:noAutofit/>
          </a:bodyPr>
          <a:p/>
        </p:txBody>
      </p:sp>
      <p:sp>
        <p:nvSpPr>
          <p:cNvPr id="125" name="shape:125"/>
          <p:cNvSpPr/>
          <p:nvPr/>
        </p:nvSpPr>
        <p:spPr>
          <a:xfrm>
            <a:off x="5146104" y="3531564"/>
            <a:ext cx="75600" cy="75600"/>
          </a:xfrm>
          <a:prstGeom prst="rect">
            <a:avLst/>
          </a:prstGeom>
          <a:solidFill>
            <a:srgbClr val="1E5F8C"/>
          </a:solidFill>
          <a:ln/>
        </p:spPr>
        <p:txBody>
          <a:bodyPr>
            <a:noAutofit/>
          </a:bodyPr>
          <a:p/>
        </p:txBody>
      </p:sp>
      <p:sp>
        <p:nvSpPr>
          <p:cNvPr id="126" name="shape:126"/>
          <p:cNvSpPr/>
          <p:nvPr/>
        </p:nvSpPr>
        <p:spPr>
          <a:xfrm>
            <a:off x="4174104" y="3639564"/>
            <a:ext cx="75600" cy="75600"/>
          </a:xfrm>
          <a:prstGeom prst="rect">
            <a:avLst/>
          </a:prstGeom>
          <a:solidFill>
            <a:srgbClr val="1E5F8C"/>
          </a:solidFill>
          <a:ln/>
        </p:spPr>
        <p:txBody>
          <a:bodyPr>
            <a:noAutofit/>
          </a:bodyPr>
          <a:p/>
        </p:txBody>
      </p:sp>
      <p:sp>
        <p:nvSpPr>
          <p:cNvPr id="127" name="shape:127"/>
          <p:cNvSpPr/>
          <p:nvPr/>
        </p:nvSpPr>
        <p:spPr>
          <a:xfrm>
            <a:off x="4282104" y="3639564"/>
            <a:ext cx="75600" cy="75600"/>
          </a:xfrm>
          <a:prstGeom prst="rect">
            <a:avLst/>
          </a:prstGeom>
          <a:solidFill>
            <a:srgbClr val="1E5F8C"/>
          </a:solidFill>
          <a:ln/>
        </p:spPr>
        <p:txBody>
          <a:bodyPr>
            <a:noAutofit/>
          </a:bodyPr>
          <a:p/>
        </p:txBody>
      </p:sp>
      <p:sp>
        <p:nvSpPr>
          <p:cNvPr id="128" name="shape:128"/>
          <p:cNvSpPr/>
          <p:nvPr/>
        </p:nvSpPr>
        <p:spPr>
          <a:xfrm>
            <a:off x="4390104" y="3639564"/>
            <a:ext cx="75600" cy="75600"/>
          </a:xfrm>
          <a:prstGeom prst="rect">
            <a:avLst/>
          </a:prstGeom>
          <a:solidFill>
            <a:srgbClr val="1E5F8C"/>
          </a:solidFill>
          <a:ln/>
        </p:spPr>
        <p:txBody>
          <a:bodyPr>
            <a:noAutofit/>
          </a:bodyPr>
          <a:p/>
        </p:txBody>
      </p:sp>
      <p:sp>
        <p:nvSpPr>
          <p:cNvPr id="129" name="shape:129"/>
          <p:cNvSpPr/>
          <p:nvPr/>
        </p:nvSpPr>
        <p:spPr>
          <a:xfrm>
            <a:off x="4498104" y="3639564"/>
            <a:ext cx="75600" cy="75600"/>
          </a:xfrm>
          <a:prstGeom prst="rect">
            <a:avLst/>
          </a:prstGeom>
          <a:solidFill>
            <a:srgbClr val="1E5F8C"/>
          </a:solidFill>
          <a:ln/>
        </p:spPr>
        <p:txBody>
          <a:bodyPr>
            <a:noAutofit/>
          </a:bodyPr>
          <a:p/>
        </p:txBody>
      </p:sp>
      <p:sp>
        <p:nvSpPr>
          <p:cNvPr id="130" name="shape:130"/>
          <p:cNvSpPr/>
          <p:nvPr/>
        </p:nvSpPr>
        <p:spPr>
          <a:xfrm>
            <a:off x="4606104" y="3639564"/>
            <a:ext cx="75600" cy="75600"/>
          </a:xfrm>
          <a:prstGeom prst="rect">
            <a:avLst/>
          </a:prstGeom>
          <a:solidFill>
            <a:srgbClr val="1E5F8C"/>
          </a:solidFill>
          <a:ln/>
        </p:spPr>
        <p:txBody>
          <a:bodyPr>
            <a:noAutofit/>
          </a:bodyPr>
          <a:p/>
        </p:txBody>
      </p:sp>
      <p:sp>
        <p:nvSpPr>
          <p:cNvPr id="131" name="shape:131"/>
          <p:cNvSpPr/>
          <p:nvPr/>
        </p:nvSpPr>
        <p:spPr>
          <a:xfrm>
            <a:off x="4714104" y="3639564"/>
            <a:ext cx="75600" cy="75600"/>
          </a:xfrm>
          <a:prstGeom prst="rect">
            <a:avLst/>
          </a:prstGeom>
          <a:solidFill>
            <a:srgbClr val="1E5F8C"/>
          </a:solidFill>
          <a:ln/>
        </p:spPr>
        <p:txBody>
          <a:bodyPr>
            <a:noAutofit/>
          </a:bodyPr>
          <a:p/>
        </p:txBody>
      </p:sp>
      <p:sp>
        <p:nvSpPr>
          <p:cNvPr id="132" name="shape:132"/>
          <p:cNvSpPr/>
          <p:nvPr/>
        </p:nvSpPr>
        <p:spPr>
          <a:xfrm>
            <a:off x="4822104" y="3639564"/>
            <a:ext cx="75600" cy="75600"/>
          </a:xfrm>
          <a:prstGeom prst="rect">
            <a:avLst/>
          </a:prstGeom>
          <a:solidFill>
            <a:srgbClr val="1E5F8C"/>
          </a:solidFill>
          <a:ln/>
        </p:spPr>
        <p:txBody>
          <a:bodyPr>
            <a:noAutofit/>
          </a:bodyPr>
          <a:p/>
        </p:txBody>
      </p:sp>
      <p:sp>
        <p:nvSpPr>
          <p:cNvPr id="133" name="shape:133"/>
          <p:cNvSpPr/>
          <p:nvPr/>
        </p:nvSpPr>
        <p:spPr>
          <a:xfrm>
            <a:off x="4930104" y="3639564"/>
            <a:ext cx="75600" cy="75600"/>
          </a:xfrm>
          <a:prstGeom prst="rect">
            <a:avLst/>
          </a:prstGeom>
          <a:solidFill>
            <a:srgbClr val="1E5F8C"/>
          </a:solidFill>
          <a:ln/>
        </p:spPr>
        <p:txBody>
          <a:bodyPr>
            <a:noAutofit/>
          </a:bodyPr>
          <a:p/>
        </p:txBody>
      </p:sp>
      <p:sp>
        <p:nvSpPr>
          <p:cNvPr id="134" name="shape:134"/>
          <p:cNvSpPr/>
          <p:nvPr/>
        </p:nvSpPr>
        <p:spPr>
          <a:xfrm>
            <a:off x="5038104" y="3639564"/>
            <a:ext cx="75600" cy="75600"/>
          </a:xfrm>
          <a:prstGeom prst="rect">
            <a:avLst/>
          </a:prstGeom>
          <a:solidFill>
            <a:srgbClr val="1E5F8C"/>
          </a:solidFill>
          <a:ln/>
        </p:spPr>
        <p:txBody>
          <a:bodyPr>
            <a:noAutofit/>
          </a:bodyPr>
          <a:p/>
        </p:txBody>
      </p:sp>
      <p:sp>
        <p:nvSpPr>
          <p:cNvPr id="135" name="shape:135"/>
          <p:cNvSpPr/>
          <p:nvPr/>
        </p:nvSpPr>
        <p:spPr>
          <a:xfrm>
            <a:off x="5146104" y="3639564"/>
            <a:ext cx="75600" cy="75600"/>
          </a:xfrm>
          <a:prstGeom prst="rect">
            <a:avLst/>
          </a:prstGeom>
          <a:solidFill>
            <a:srgbClr val="1E5F8C"/>
          </a:solidFill>
          <a:ln/>
        </p:spPr>
        <p:txBody>
          <a:bodyPr>
            <a:noAutofit/>
          </a:bodyPr>
          <a:p/>
        </p:txBody>
      </p:sp>
      <p:sp>
        <p:nvSpPr>
          <p:cNvPr id="136" name="shape:136"/>
          <p:cNvSpPr/>
          <p:nvPr/>
        </p:nvSpPr>
        <p:spPr>
          <a:xfrm>
            <a:off x="4174104" y="3747564"/>
            <a:ext cx="75600" cy="75600"/>
          </a:xfrm>
          <a:prstGeom prst="rect">
            <a:avLst/>
          </a:prstGeom>
          <a:solidFill>
            <a:srgbClr val="1E5F8C"/>
          </a:solidFill>
          <a:ln/>
        </p:spPr>
        <p:txBody>
          <a:bodyPr>
            <a:noAutofit/>
          </a:bodyPr>
          <a:p/>
        </p:txBody>
      </p:sp>
      <p:sp>
        <p:nvSpPr>
          <p:cNvPr id="137" name="shape:137"/>
          <p:cNvSpPr/>
          <p:nvPr/>
        </p:nvSpPr>
        <p:spPr>
          <a:xfrm>
            <a:off x="4282104" y="3747564"/>
            <a:ext cx="75600" cy="75600"/>
          </a:xfrm>
          <a:prstGeom prst="rect">
            <a:avLst/>
          </a:prstGeom>
          <a:solidFill>
            <a:srgbClr val="1E5F8C"/>
          </a:solidFill>
          <a:ln/>
        </p:spPr>
        <p:txBody>
          <a:bodyPr>
            <a:noAutofit/>
          </a:bodyPr>
          <a:p/>
        </p:txBody>
      </p:sp>
      <p:sp>
        <p:nvSpPr>
          <p:cNvPr id="138" name="shape:138"/>
          <p:cNvSpPr/>
          <p:nvPr/>
        </p:nvSpPr>
        <p:spPr>
          <a:xfrm>
            <a:off x="4390104" y="3747564"/>
            <a:ext cx="75600" cy="75600"/>
          </a:xfrm>
          <a:prstGeom prst="rect">
            <a:avLst/>
          </a:prstGeom>
          <a:solidFill>
            <a:srgbClr val="1E5F8C"/>
          </a:solidFill>
          <a:ln/>
        </p:spPr>
        <p:txBody>
          <a:bodyPr>
            <a:noAutofit/>
          </a:bodyPr>
          <a:p/>
        </p:txBody>
      </p:sp>
      <p:sp>
        <p:nvSpPr>
          <p:cNvPr id="139" name="shape:139"/>
          <p:cNvSpPr/>
          <p:nvPr/>
        </p:nvSpPr>
        <p:spPr>
          <a:xfrm>
            <a:off x="4498104" y="3747564"/>
            <a:ext cx="75600" cy="75600"/>
          </a:xfrm>
          <a:prstGeom prst="rect">
            <a:avLst/>
          </a:prstGeom>
          <a:solidFill>
            <a:srgbClr val="1E5F8C"/>
          </a:solidFill>
          <a:ln/>
        </p:spPr>
        <p:txBody>
          <a:bodyPr>
            <a:noAutofit/>
          </a:bodyPr>
          <a:p/>
        </p:txBody>
      </p:sp>
      <p:sp>
        <p:nvSpPr>
          <p:cNvPr id="140" name="shape:140"/>
          <p:cNvSpPr/>
          <p:nvPr/>
        </p:nvSpPr>
        <p:spPr>
          <a:xfrm>
            <a:off x="4606104" y="3747564"/>
            <a:ext cx="75600" cy="75600"/>
          </a:xfrm>
          <a:prstGeom prst="rect">
            <a:avLst/>
          </a:prstGeom>
          <a:solidFill>
            <a:srgbClr val="1E5F8C"/>
          </a:solidFill>
          <a:ln/>
        </p:spPr>
        <p:txBody>
          <a:bodyPr>
            <a:noAutofit/>
          </a:bodyPr>
          <a:p/>
        </p:txBody>
      </p:sp>
      <p:sp>
        <p:nvSpPr>
          <p:cNvPr id="141" name="shape:141"/>
          <p:cNvSpPr/>
          <p:nvPr/>
        </p:nvSpPr>
        <p:spPr>
          <a:xfrm>
            <a:off x="4714104" y="3747564"/>
            <a:ext cx="75600" cy="75600"/>
          </a:xfrm>
          <a:prstGeom prst="rect">
            <a:avLst/>
          </a:prstGeom>
          <a:solidFill>
            <a:srgbClr val="1E5F8C"/>
          </a:solidFill>
          <a:ln/>
        </p:spPr>
        <p:txBody>
          <a:bodyPr>
            <a:noAutofit/>
          </a:bodyPr>
          <a:p/>
        </p:txBody>
      </p:sp>
      <p:sp>
        <p:nvSpPr>
          <p:cNvPr id="142" name="shape:142"/>
          <p:cNvSpPr/>
          <p:nvPr/>
        </p:nvSpPr>
        <p:spPr>
          <a:xfrm>
            <a:off x="4822104" y="3747564"/>
            <a:ext cx="75600" cy="75600"/>
          </a:xfrm>
          <a:prstGeom prst="rect">
            <a:avLst/>
          </a:prstGeom>
          <a:solidFill>
            <a:srgbClr val="1E5F8C"/>
          </a:solidFill>
          <a:ln/>
        </p:spPr>
        <p:txBody>
          <a:bodyPr>
            <a:noAutofit/>
          </a:bodyPr>
          <a:p/>
        </p:txBody>
      </p:sp>
      <p:sp>
        <p:nvSpPr>
          <p:cNvPr id="143" name="shape:143"/>
          <p:cNvSpPr/>
          <p:nvPr/>
        </p:nvSpPr>
        <p:spPr>
          <a:xfrm>
            <a:off x="4930104" y="3747564"/>
            <a:ext cx="75600" cy="75600"/>
          </a:xfrm>
          <a:prstGeom prst="rect">
            <a:avLst/>
          </a:prstGeom>
          <a:solidFill>
            <a:srgbClr val="1E5F8C"/>
          </a:solidFill>
          <a:ln/>
        </p:spPr>
        <p:txBody>
          <a:bodyPr>
            <a:noAutofit/>
          </a:bodyPr>
          <a:p/>
        </p:txBody>
      </p:sp>
      <p:sp>
        <p:nvSpPr>
          <p:cNvPr id="144" name="shape:144"/>
          <p:cNvSpPr/>
          <p:nvPr/>
        </p:nvSpPr>
        <p:spPr>
          <a:xfrm>
            <a:off x="5038104" y="3747564"/>
            <a:ext cx="75600" cy="75600"/>
          </a:xfrm>
          <a:prstGeom prst="rect">
            <a:avLst/>
          </a:prstGeom>
          <a:solidFill>
            <a:srgbClr val="1E5F8C"/>
          </a:solidFill>
          <a:ln/>
        </p:spPr>
        <p:txBody>
          <a:bodyPr>
            <a:noAutofit/>
          </a:bodyPr>
          <a:p/>
        </p:txBody>
      </p:sp>
      <p:sp>
        <p:nvSpPr>
          <p:cNvPr id="145" name="shape:145"/>
          <p:cNvSpPr/>
          <p:nvPr/>
        </p:nvSpPr>
        <p:spPr>
          <a:xfrm>
            <a:off x="5146104" y="3747564"/>
            <a:ext cx="75600" cy="75600"/>
          </a:xfrm>
          <a:prstGeom prst="rect">
            <a:avLst/>
          </a:prstGeom>
          <a:solidFill>
            <a:srgbClr val="1E5F8C"/>
          </a:solidFill>
          <a:ln/>
        </p:spPr>
        <p:txBody>
          <a:bodyPr>
            <a:noAutofit/>
          </a:bodyPr>
          <a:p/>
        </p:txBody>
      </p:sp>
      <p:sp>
        <p:nvSpPr>
          <p:cNvPr id="146" name="shape:146"/>
          <p:cNvSpPr/>
          <p:nvPr/>
        </p:nvSpPr>
        <p:spPr>
          <a:xfrm>
            <a:off x="4174104" y="3855564"/>
            <a:ext cx="75600" cy="75600"/>
          </a:xfrm>
          <a:prstGeom prst="rect">
            <a:avLst/>
          </a:prstGeom>
          <a:solidFill>
            <a:srgbClr val="1E5F8C"/>
          </a:solidFill>
          <a:ln/>
        </p:spPr>
        <p:txBody>
          <a:bodyPr>
            <a:noAutofit/>
          </a:bodyPr>
          <a:p/>
        </p:txBody>
      </p:sp>
      <p:sp>
        <p:nvSpPr>
          <p:cNvPr id="147" name="shape:147"/>
          <p:cNvSpPr/>
          <p:nvPr/>
        </p:nvSpPr>
        <p:spPr>
          <a:xfrm>
            <a:off x="4282104" y="3855564"/>
            <a:ext cx="75600" cy="75600"/>
          </a:xfrm>
          <a:prstGeom prst="rect">
            <a:avLst/>
          </a:prstGeom>
          <a:solidFill>
            <a:srgbClr val="1E5F8C"/>
          </a:solidFill>
          <a:ln/>
        </p:spPr>
        <p:txBody>
          <a:bodyPr>
            <a:noAutofit/>
          </a:bodyPr>
          <a:p/>
        </p:txBody>
      </p:sp>
      <p:sp>
        <p:nvSpPr>
          <p:cNvPr id="148" name="shape:148"/>
          <p:cNvSpPr/>
          <p:nvPr/>
        </p:nvSpPr>
        <p:spPr>
          <a:xfrm>
            <a:off x="4390104" y="3855564"/>
            <a:ext cx="75600" cy="75600"/>
          </a:xfrm>
          <a:prstGeom prst="rect">
            <a:avLst/>
          </a:prstGeom>
          <a:solidFill>
            <a:srgbClr val="1E5F8C"/>
          </a:solidFill>
          <a:ln/>
        </p:spPr>
        <p:txBody>
          <a:bodyPr>
            <a:noAutofit/>
          </a:bodyPr>
          <a:p/>
        </p:txBody>
      </p:sp>
      <p:sp>
        <p:nvSpPr>
          <p:cNvPr id="149" name="shape:149"/>
          <p:cNvSpPr/>
          <p:nvPr/>
        </p:nvSpPr>
        <p:spPr>
          <a:xfrm>
            <a:off x="4498104" y="3855564"/>
            <a:ext cx="75600" cy="75600"/>
          </a:xfrm>
          <a:prstGeom prst="rect">
            <a:avLst/>
          </a:prstGeom>
          <a:solidFill>
            <a:srgbClr val="1E5F8C"/>
          </a:solidFill>
          <a:ln/>
        </p:spPr>
        <p:txBody>
          <a:bodyPr>
            <a:noAutofit/>
          </a:bodyPr>
          <a:p/>
        </p:txBody>
      </p:sp>
      <p:sp>
        <p:nvSpPr>
          <p:cNvPr id="150" name="shape:150"/>
          <p:cNvSpPr/>
          <p:nvPr/>
        </p:nvSpPr>
        <p:spPr>
          <a:xfrm>
            <a:off x="4606104" y="3855564"/>
            <a:ext cx="75600" cy="75600"/>
          </a:xfrm>
          <a:prstGeom prst="rect">
            <a:avLst/>
          </a:prstGeom>
          <a:solidFill>
            <a:srgbClr val="1E5F8C"/>
          </a:solidFill>
          <a:ln/>
        </p:spPr>
        <p:txBody>
          <a:bodyPr>
            <a:noAutofit/>
          </a:bodyPr>
          <a:p/>
        </p:txBody>
      </p:sp>
      <p:sp>
        <p:nvSpPr>
          <p:cNvPr id="151" name="shape:151"/>
          <p:cNvSpPr/>
          <p:nvPr/>
        </p:nvSpPr>
        <p:spPr>
          <a:xfrm>
            <a:off x="4714104" y="3855564"/>
            <a:ext cx="75600" cy="75600"/>
          </a:xfrm>
          <a:prstGeom prst="rect">
            <a:avLst/>
          </a:prstGeom>
          <a:solidFill>
            <a:srgbClr val="1E5F8C"/>
          </a:solidFill>
          <a:ln/>
        </p:spPr>
        <p:txBody>
          <a:bodyPr>
            <a:noAutofit/>
          </a:bodyPr>
          <a:p/>
        </p:txBody>
      </p:sp>
      <p:sp>
        <p:nvSpPr>
          <p:cNvPr id="152" name="shape:152"/>
          <p:cNvSpPr/>
          <p:nvPr/>
        </p:nvSpPr>
        <p:spPr>
          <a:xfrm>
            <a:off x="4822104" y="3855564"/>
            <a:ext cx="75600" cy="75600"/>
          </a:xfrm>
          <a:prstGeom prst="rect">
            <a:avLst/>
          </a:prstGeom>
          <a:solidFill>
            <a:srgbClr val="1E5F8C"/>
          </a:solidFill>
          <a:ln/>
        </p:spPr>
        <p:txBody>
          <a:bodyPr>
            <a:noAutofit/>
          </a:bodyPr>
          <a:p/>
        </p:txBody>
      </p:sp>
      <p:sp>
        <p:nvSpPr>
          <p:cNvPr id="153" name="shape:153"/>
          <p:cNvSpPr/>
          <p:nvPr/>
        </p:nvSpPr>
        <p:spPr>
          <a:xfrm>
            <a:off x="4930104" y="3855564"/>
            <a:ext cx="75600" cy="75600"/>
          </a:xfrm>
          <a:prstGeom prst="rect">
            <a:avLst/>
          </a:prstGeom>
          <a:solidFill>
            <a:srgbClr val="1E5F8C"/>
          </a:solidFill>
          <a:ln/>
        </p:spPr>
        <p:txBody>
          <a:bodyPr>
            <a:noAutofit/>
          </a:bodyPr>
          <a:p/>
        </p:txBody>
      </p:sp>
      <p:sp>
        <p:nvSpPr>
          <p:cNvPr id="154" name="shape:154"/>
          <p:cNvSpPr/>
          <p:nvPr/>
        </p:nvSpPr>
        <p:spPr>
          <a:xfrm>
            <a:off x="5038104" y="3855564"/>
            <a:ext cx="75600" cy="75600"/>
          </a:xfrm>
          <a:prstGeom prst="rect">
            <a:avLst/>
          </a:prstGeom>
          <a:solidFill>
            <a:srgbClr val="1E5F8C"/>
          </a:solidFill>
          <a:ln/>
        </p:spPr>
        <p:txBody>
          <a:bodyPr>
            <a:noAutofit/>
          </a:bodyPr>
          <a:p/>
        </p:txBody>
      </p:sp>
      <p:sp>
        <p:nvSpPr>
          <p:cNvPr id="155" name="shape:155"/>
          <p:cNvSpPr/>
          <p:nvPr/>
        </p:nvSpPr>
        <p:spPr>
          <a:xfrm>
            <a:off x="5146104" y="3855564"/>
            <a:ext cx="75600" cy="75600"/>
          </a:xfrm>
          <a:prstGeom prst="rect">
            <a:avLst/>
          </a:prstGeom>
          <a:solidFill>
            <a:srgbClr val="1E5F8C"/>
          </a:solidFill>
          <a:ln/>
        </p:spPr>
        <p:txBody>
          <a:bodyPr>
            <a:noAutofit/>
          </a:bodyPr>
          <a:p/>
        </p:txBody>
      </p:sp>
      <p:sp>
        <p:nvSpPr>
          <p:cNvPr id="156" name="shape:156"/>
          <p:cNvSpPr/>
          <p:nvPr/>
        </p:nvSpPr>
        <p:spPr>
          <a:xfrm>
            <a:off x="4174104" y="3963564"/>
            <a:ext cx="75600" cy="75600"/>
          </a:xfrm>
          <a:prstGeom prst="rect">
            <a:avLst/>
          </a:prstGeom>
          <a:solidFill>
            <a:srgbClr val="1E5F8C"/>
          </a:solidFill>
          <a:ln/>
        </p:spPr>
        <p:txBody>
          <a:bodyPr>
            <a:noAutofit/>
          </a:bodyPr>
          <a:p/>
        </p:txBody>
      </p:sp>
      <p:sp>
        <p:nvSpPr>
          <p:cNvPr id="157" name="shape:157"/>
          <p:cNvSpPr/>
          <p:nvPr/>
        </p:nvSpPr>
        <p:spPr>
          <a:xfrm>
            <a:off x="4282104" y="3963564"/>
            <a:ext cx="75600" cy="75600"/>
          </a:xfrm>
          <a:prstGeom prst="rect">
            <a:avLst/>
          </a:prstGeom>
          <a:solidFill>
            <a:srgbClr val="1E5F8C"/>
          </a:solidFill>
          <a:ln/>
        </p:spPr>
        <p:txBody>
          <a:bodyPr>
            <a:noAutofit/>
          </a:bodyPr>
          <a:p/>
        </p:txBody>
      </p:sp>
      <p:sp>
        <p:nvSpPr>
          <p:cNvPr id="158" name="shape:158"/>
          <p:cNvSpPr/>
          <p:nvPr/>
        </p:nvSpPr>
        <p:spPr>
          <a:xfrm>
            <a:off x="4390104" y="3963564"/>
            <a:ext cx="75600" cy="75600"/>
          </a:xfrm>
          <a:prstGeom prst="rect">
            <a:avLst/>
          </a:prstGeom>
          <a:solidFill>
            <a:srgbClr val="D9DCDF"/>
          </a:solidFill>
          <a:ln/>
        </p:spPr>
        <p:txBody>
          <a:bodyPr>
            <a:noAutofit/>
          </a:bodyPr>
          <a:p/>
        </p:txBody>
      </p:sp>
      <p:sp>
        <p:nvSpPr>
          <p:cNvPr id="159" name="shape:159"/>
          <p:cNvSpPr/>
          <p:nvPr/>
        </p:nvSpPr>
        <p:spPr>
          <a:xfrm>
            <a:off x="4498104" y="3963564"/>
            <a:ext cx="75600" cy="75600"/>
          </a:xfrm>
          <a:prstGeom prst="rect">
            <a:avLst/>
          </a:prstGeom>
          <a:solidFill>
            <a:srgbClr val="D9DCDF"/>
          </a:solidFill>
          <a:ln/>
        </p:spPr>
        <p:txBody>
          <a:bodyPr>
            <a:noAutofit/>
          </a:bodyPr>
          <a:p/>
        </p:txBody>
      </p:sp>
      <p:sp>
        <p:nvSpPr>
          <p:cNvPr id="160" name="shape:160"/>
          <p:cNvSpPr/>
          <p:nvPr/>
        </p:nvSpPr>
        <p:spPr>
          <a:xfrm>
            <a:off x="4606104" y="3963564"/>
            <a:ext cx="75600" cy="75600"/>
          </a:xfrm>
          <a:prstGeom prst="rect">
            <a:avLst/>
          </a:prstGeom>
          <a:solidFill>
            <a:srgbClr val="D9DCDF"/>
          </a:solidFill>
          <a:ln/>
        </p:spPr>
        <p:txBody>
          <a:bodyPr>
            <a:noAutofit/>
          </a:bodyPr>
          <a:p/>
        </p:txBody>
      </p:sp>
      <p:sp>
        <p:nvSpPr>
          <p:cNvPr id="161" name="shape:161"/>
          <p:cNvSpPr/>
          <p:nvPr/>
        </p:nvSpPr>
        <p:spPr>
          <a:xfrm>
            <a:off x="4714104" y="3963564"/>
            <a:ext cx="75600" cy="75600"/>
          </a:xfrm>
          <a:prstGeom prst="rect">
            <a:avLst/>
          </a:prstGeom>
          <a:solidFill>
            <a:srgbClr val="D9DCDF"/>
          </a:solidFill>
          <a:ln/>
        </p:spPr>
        <p:txBody>
          <a:bodyPr>
            <a:noAutofit/>
          </a:bodyPr>
          <a:p/>
        </p:txBody>
      </p:sp>
      <p:sp>
        <p:nvSpPr>
          <p:cNvPr id="162" name="shape:162"/>
          <p:cNvSpPr/>
          <p:nvPr/>
        </p:nvSpPr>
        <p:spPr>
          <a:xfrm>
            <a:off x="4822104" y="3963564"/>
            <a:ext cx="75600" cy="75600"/>
          </a:xfrm>
          <a:prstGeom prst="rect">
            <a:avLst/>
          </a:prstGeom>
          <a:solidFill>
            <a:srgbClr val="D9DCDF"/>
          </a:solidFill>
          <a:ln/>
        </p:spPr>
        <p:txBody>
          <a:bodyPr>
            <a:noAutofit/>
          </a:bodyPr>
          <a:p/>
        </p:txBody>
      </p:sp>
      <p:sp>
        <p:nvSpPr>
          <p:cNvPr id="163" name="shape:163"/>
          <p:cNvSpPr/>
          <p:nvPr/>
        </p:nvSpPr>
        <p:spPr>
          <a:xfrm>
            <a:off x="4930104" y="3963564"/>
            <a:ext cx="75600" cy="75600"/>
          </a:xfrm>
          <a:prstGeom prst="rect">
            <a:avLst/>
          </a:prstGeom>
          <a:solidFill>
            <a:srgbClr val="D9DCDF"/>
          </a:solidFill>
          <a:ln/>
        </p:spPr>
        <p:txBody>
          <a:bodyPr>
            <a:noAutofit/>
          </a:bodyPr>
          <a:p/>
        </p:txBody>
      </p:sp>
      <p:sp>
        <p:nvSpPr>
          <p:cNvPr id="164" name="shape:164"/>
          <p:cNvSpPr/>
          <p:nvPr/>
        </p:nvSpPr>
        <p:spPr>
          <a:xfrm>
            <a:off x="5038104" y="3963564"/>
            <a:ext cx="75600" cy="75600"/>
          </a:xfrm>
          <a:prstGeom prst="rect">
            <a:avLst/>
          </a:prstGeom>
          <a:solidFill>
            <a:srgbClr val="D9DCDF"/>
          </a:solidFill>
          <a:ln/>
        </p:spPr>
        <p:txBody>
          <a:bodyPr>
            <a:noAutofit/>
          </a:bodyPr>
          <a:p/>
        </p:txBody>
      </p:sp>
      <p:sp>
        <p:nvSpPr>
          <p:cNvPr id="165" name="shape:165"/>
          <p:cNvSpPr/>
          <p:nvPr/>
        </p:nvSpPr>
        <p:spPr>
          <a:xfrm>
            <a:off x="5146104" y="3963564"/>
            <a:ext cx="75600" cy="75600"/>
          </a:xfrm>
          <a:prstGeom prst="rect">
            <a:avLst/>
          </a:prstGeom>
          <a:solidFill>
            <a:srgbClr val="D9DCDF"/>
          </a:solidFill>
          <a:ln/>
        </p:spPr>
        <p:txBody>
          <a:bodyPr>
            <a:noAutofit/>
          </a:bodyPr>
          <a:p/>
        </p:txBody>
      </p:sp>
      <p:sp>
        <p:nvSpPr>
          <p:cNvPr id="166" name="shape:166"/>
          <p:cNvSpPr/>
          <p:nvPr/>
        </p:nvSpPr>
        <p:spPr>
          <a:xfrm>
            <a:off x="4174104" y="4071564"/>
            <a:ext cx="75600" cy="75600"/>
          </a:xfrm>
          <a:prstGeom prst="rect">
            <a:avLst/>
          </a:prstGeom>
          <a:solidFill>
            <a:srgbClr val="D9DCDF"/>
          </a:solidFill>
          <a:ln/>
        </p:spPr>
        <p:txBody>
          <a:bodyPr>
            <a:noAutofit/>
          </a:bodyPr>
          <a:p/>
        </p:txBody>
      </p:sp>
      <p:sp>
        <p:nvSpPr>
          <p:cNvPr id="167" name="shape:167"/>
          <p:cNvSpPr/>
          <p:nvPr/>
        </p:nvSpPr>
        <p:spPr>
          <a:xfrm>
            <a:off x="4282104" y="4071564"/>
            <a:ext cx="75600" cy="75600"/>
          </a:xfrm>
          <a:prstGeom prst="rect">
            <a:avLst/>
          </a:prstGeom>
          <a:solidFill>
            <a:srgbClr val="D9DCDF"/>
          </a:solidFill>
          <a:ln/>
        </p:spPr>
        <p:txBody>
          <a:bodyPr>
            <a:noAutofit/>
          </a:bodyPr>
          <a:p/>
        </p:txBody>
      </p:sp>
      <p:sp>
        <p:nvSpPr>
          <p:cNvPr id="168" name="shape:168"/>
          <p:cNvSpPr/>
          <p:nvPr/>
        </p:nvSpPr>
        <p:spPr>
          <a:xfrm>
            <a:off x="4390104" y="4071564"/>
            <a:ext cx="75600" cy="75600"/>
          </a:xfrm>
          <a:prstGeom prst="rect">
            <a:avLst/>
          </a:prstGeom>
          <a:solidFill>
            <a:srgbClr val="D9DCDF"/>
          </a:solidFill>
          <a:ln/>
        </p:spPr>
        <p:txBody>
          <a:bodyPr>
            <a:noAutofit/>
          </a:bodyPr>
          <a:p/>
        </p:txBody>
      </p:sp>
      <p:sp>
        <p:nvSpPr>
          <p:cNvPr id="169" name="shape:169"/>
          <p:cNvSpPr/>
          <p:nvPr/>
        </p:nvSpPr>
        <p:spPr>
          <a:xfrm>
            <a:off x="4498104" y="4071564"/>
            <a:ext cx="75600" cy="75600"/>
          </a:xfrm>
          <a:prstGeom prst="rect">
            <a:avLst/>
          </a:prstGeom>
          <a:solidFill>
            <a:srgbClr val="D9DCDF"/>
          </a:solidFill>
          <a:ln/>
        </p:spPr>
        <p:txBody>
          <a:bodyPr>
            <a:noAutofit/>
          </a:bodyPr>
          <a:p/>
        </p:txBody>
      </p:sp>
      <p:sp>
        <p:nvSpPr>
          <p:cNvPr id="170" name="shape:170"/>
          <p:cNvSpPr/>
          <p:nvPr/>
        </p:nvSpPr>
        <p:spPr>
          <a:xfrm>
            <a:off x="4606104" y="4071564"/>
            <a:ext cx="75600" cy="75600"/>
          </a:xfrm>
          <a:prstGeom prst="rect">
            <a:avLst/>
          </a:prstGeom>
          <a:solidFill>
            <a:srgbClr val="D9DCDF"/>
          </a:solidFill>
          <a:ln/>
        </p:spPr>
        <p:txBody>
          <a:bodyPr>
            <a:noAutofit/>
          </a:bodyPr>
          <a:p/>
        </p:txBody>
      </p:sp>
      <p:sp>
        <p:nvSpPr>
          <p:cNvPr id="171" name="shape:171"/>
          <p:cNvSpPr/>
          <p:nvPr/>
        </p:nvSpPr>
        <p:spPr>
          <a:xfrm>
            <a:off x="4714104" y="4071564"/>
            <a:ext cx="75600" cy="75600"/>
          </a:xfrm>
          <a:prstGeom prst="rect">
            <a:avLst/>
          </a:prstGeom>
          <a:solidFill>
            <a:srgbClr val="D9DCDF"/>
          </a:solidFill>
          <a:ln/>
        </p:spPr>
        <p:txBody>
          <a:bodyPr>
            <a:noAutofit/>
          </a:bodyPr>
          <a:p/>
        </p:txBody>
      </p:sp>
      <p:sp>
        <p:nvSpPr>
          <p:cNvPr id="172" name="shape:172"/>
          <p:cNvSpPr/>
          <p:nvPr/>
        </p:nvSpPr>
        <p:spPr>
          <a:xfrm>
            <a:off x="4822104" y="4071564"/>
            <a:ext cx="75600" cy="75600"/>
          </a:xfrm>
          <a:prstGeom prst="rect">
            <a:avLst/>
          </a:prstGeom>
          <a:solidFill>
            <a:srgbClr val="D9DCDF"/>
          </a:solidFill>
          <a:ln/>
        </p:spPr>
        <p:txBody>
          <a:bodyPr>
            <a:noAutofit/>
          </a:bodyPr>
          <a:p/>
        </p:txBody>
      </p:sp>
      <p:sp>
        <p:nvSpPr>
          <p:cNvPr id="173" name="shape:173"/>
          <p:cNvSpPr/>
          <p:nvPr/>
        </p:nvSpPr>
        <p:spPr>
          <a:xfrm>
            <a:off x="4930104" y="4071564"/>
            <a:ext cx="75600" cy="75600"/>
          </a:xfrm>
          <a:prstGeom prst="rect">
            <a:avLst/>
          </a:prstGeom>
          <a:solidFill>
            <a:srgbClr val="D9DCDF"/>
          </a:solidFill>
          <a:ln/>
        </p:spPr>
        <p:txBody>
          <a:bodyPr>
            <a:noAutofit/>
          </a:bodyPr>
          <a:p/>
        </p:txBody>
      </p:sp>
      <p:sp>
        <p:nvSpPr>
          <p:cNvPr id="174" name="shape:174"/>
          <p:cNvSpPr/>
          <p:nvPr/>
        </p:nvSpPr>
        <p:spPr>
          <a:xfrm>
            <a:off x="5038104" y="4071564"/>
            <a:ext cx="75600" cy="75600"/>
          </a:xfrm>
          <a:prstGeom prst="rect">
            <a:avLst/>
          </a:prstGeom>
          <a:solidFill>
            <a:srgbClr val="D9DCDF"/>
          </a:solidFill>
          <a:ln/>
        </p:spPr>
        <p:txBody>
          <a:bodyPr>
            <a:noAutofit/>
          </a:bodyPr>
          <a:p/>
        </p:txBody>
      </p:sp>
      <p:sp>
        <p:nvSpPr>
          <p:cNvPr id="175" name="shape:175"/>
          <p:cNvSpPr/>
          <p:nvPr/>
        </p:nvSpPr>
        <p:spPr>
          <a:xfrm>
            <a:off x="5146104" y="4071564"/>
            <a:ext cx="75600" cy="75600"/>
          </a:xfrm>
          <a:prstGeom prst="rect">
            <a:avLst/>
          </a:prstGeom>
          <a:solidFill>
            <a:srgbClr val="D9DCDF"/>
          </a:solidFill>
          <a:ln/>
        </p:spPr>
        <p:txBody>
          <a:bodyPr>
            <a:noAutofit/>
          </a:bodyPr>
          <a:p/>
        </p:txBody>
      </p:sp>
      <p:sp>
        <p:nvSpPr>
          <p:cNvPr id="176" name="shape:176"/>
          <p:cNvSpPr/>
          <p:nvPr/>
        </p:nvSpPr>
        <p:spPr>
          <a:xfrm>
            <a:off x="4174104" y="4179564"/>
            <a:ext cx="75600" cy="75600"/>
          </a:xfrm>
          <a:prstGeom prst="rect">
            <a:avLst/>
          </a:prstGeom>
          <a:solidFill>
            <a:srgbClr val="D9DCDF"/>
          </a:solidFill>
          <a:ln/>
        </p:spPr>
        <p:txBody>
          <a:bodyPr>
            <a:noAutofit/>
          </a:bodyPr>
          <a:p/>
        </p:txBody>
      </p:sp>
      <p:sp>
        <p:nvSpPr>
          <p:cNvPr id="177" name="shape:177"/>
          <p:cNvSpPr/>
          <p:nvPr/>
        </p:nvSpPr>
        <p:spPr>
          <a:xfrm>
            <a:off x="4282104" y="4179564"/>
            <a:ext cx="75600" cy="75600"/>
          </a:xfrm>
          <a:prstGeom prst="rect">
            <a:avLst/>
          </a:prstGeom>
          <a:solidFill>
            <a:srgbClr val="D9DCDF"/>
          </a:solidFill>
          <a:ln/>
        </p:spPr>
        <p:txBody>
          <a:bodyPr>
            <a:noAutofit/>
          </a:bodyPr>
          <a:p/>
        </p:txBody>
      </p:sp>
      <p:sp>
        <p:nvSpPr>
          <p:cNvPr id="178" name="shape:178"/>
          <p:cNvSpPr/>
          <p:nvPr/>
        </p:nvSpPr>
        <p:spPr>
          <a:xfrm>
            <a:off x="4390104" y="4179564"/>
            <a:ext cx="75600" cy="75600"/>
          </a:xfrm>
          <a:prstGeom prst="rect">
            <a:avLst/>
          </a:prstGeom>
          <a:solidFill>
            <a:srgbClr val="D9DCDF"/>
          </a:solidFill>
          <a:ln/>
        </p:spPr>
        <p:txBody>
          <a:bodyPr>
            <a:noAutofit/>
          </a:bodyPr>
          <a:p/>
        </p:txBody>
      </p:sp>
      <p:sp>
        <p:nvSpPr>
          <p:cNvPr id="179" name="shape:179"/>
          <p:cNvSpPr/>
          <p:nvPr/>
        </p:nvSpPr>
        <p:spPr>
          <a:xfrm>
            <a:off x="4498104" y="4179564"/>
            <a:ext cx="75600" cy="75600"/>
          </a:xfrm>
          <a:prstGeom prst="rect">
            <a:avLst/>
          </a:prstGeom>
          <a:solidFill>
            <a:srgbClr val="D9DCDF"/>
          </a:solidFill>
          <a:ln/>
        </p:spPr>
        <p:txBody>
          <a:bodyPr>
            <a:noAutofit/>
          </a:bodyPr>
          <a:p/>
        </p:txBody>
      </p:sp>
      <p:sp>
        <p:nvSpPr>
          <p:cNvPr id="180" name="shape:180"/>
          <p:cNvSpPr/>
          <p:nvPr/>
        </p:nvSpPr>
        <p:spPr>
          <a:xfrm>
            <a:off x="4606104" y="4179564"/>
            <a:ext cx="75600" cy="75600"/>
          </a:xfrm>
          <a:prstGeom prst="rect">
            <a:avLst/>
          </a:prstGeom>
          <a:solidFill>
            <a:srgbClr val="D9DCDF"/>
          </a:solidFill>
          <a:ln/>
        </p:spPr>
        <p:txBody>
          <a:bodyPr>
            <a:noAutofit/>
          </a:bodyPr>
          <a:p/>
        </p:txBody>
      </p:sp>
      <p:sp>
        <p:nvSpPr>
          <p:cNvPr id="181" name="shape:181"/>
          <p:cNvSpPr/>
          <p:nvPr/>
        </p:nvSpPr>
        <p:spPr>
          <a:xfrm>
            <a:off x="4714104" y="4179564"/>
            <a:ext cx="75600" cy="75600"/>
          </a:xfrm>
          <a:prstGeom prst="rect">
            <a:avLst/>
          </a:prstGeom>
          <a:solidFill>
            <a:srgbClr val="D9DCDF"/>
          </a:solidFill>
          <a:ln/>
        </p:spPr>
        <p:txBody>
          <a:bodyPr>
            <a:noAutofit/>
          </a:bodyPr>
          <a:p/>
        </p:txBody>
      </p:sp>
      <p:sp>
        <p:nvSpPr>
          <p:cNvPr id="182" name="shape:182"/>
          <p:cNvSpPr/>
          <p:nvPr/>
        </p:nvSpPr>
        <p:spPr>
          <a:xfrm>
            <a:off x="4822104" y="4179564"/>
            <a:ext cx="75600" cy="75600"/>
          </a:xfrm>
          <a:prstGeom prst="rect">
            <a:avLst/>
          </a:prstGeom>
          <a:solidFill>
            <a:srgbClr val="D9DCDF"/>
          </a:solidFill>
          <a:ln/>
        </p:spPr>
        <p:txBody>
          <a:bodyPr>
            <a:noAutofit/>
          </a:bodyPr>
          <a:p/>
        </p:txBody>
      </p:sp>
      <p:sp>
        <p:nvSpPr>
          <p:cNvPr id="183" name="shape:183"/>
          <p:cNvSpPr/>
          <p:nvPr/>
        </p:nvSpPr>
        <p:spPr>
          <a:xfrm>
            <a:off x="4930104" y="4179564"/>
            <a:ext cx="75600" cy="75600"/>
          </a:xfrm>
          <a:prstGeom prst="rect">
            <a:avLst/>
          </a:prstGeom>
          <a:solidFill>
            <a:srgbClr val="D9DCDF"/>
          </a:solidFill>
          <a:ln/>
        </p:spPr>
        <p:txBody>
          <a:bodyPr>
            <a:noAutofit/>
          </a:bodyPr>
          <a:p/>
        </p:txBody>
      </p:sp>
      <p:sp>
        <p:nvSpPr>
          <p:cNvPr id="184" name="shape:184"/>
          <p:cNvSpPr/>
          <p:nvPr/>
        </p:nvSpPr>
        <p:spPr>
          <a:xfrm>
            <a:off x="5038104" y="4179564"/>
            <a:ext cx="75600" cy="75600"/>
          </a:xfrm>
          <a:prstGeom prst="rect">
            <a:avLst/>
          </a:prstGeom>
          <a:solidFill>
            <a:srgbClr val="D9DCDF"/>
          </a:solidFill>
          <a:ln/>
        </p:spPr>
        <p:txBody>
          <a:bodyPr>
            <a:noAutofit/>
          </a:bodyPr>
          <a:p/>
        </p:txBody>
      </p:sp>
      <p:sp>
        <p:nvSpPr>
          <p:cNvPr id="185" name="shape:185"/>
          <p:cNvSpPr/>
          <p:nvPr/>
        </p:nvSpPr>
        <p:spPr>
          <a:xfrm>
            <a:off x="5146104" y="4179564"/>
            <a:ext cx="75600" cy="75600"/>
          </a:xfrm>
          <a:prstGeom prst="rect">
            <a:avLst/>
          </a:prstGeom>
          <a:solidFill>
            <a:srgbClr val="D9DCDF"/>
          </a:solidFill>
          <a:ln/>
        </p:spPr>
        <p:txBody>
          <a:bodyPr>
            <a:noAutofit/>
          </a:bodyPr>
          <a:p/>
        </p:txBody>
      </p:sp>
      <p:sp>
        <p:nvSpPr>
          <p:cNvPr id="186" name="shape:186"/>
          <p:cNvSpPr/>
          <p:nvPr/>
        </p:nvSpPr>
        <p:spPr>
          <a:xfrm>
            <a:off x="4174104" y="4287564"/>
            <a:ext cx="75600" cy="75600"/>
          </a:xfrm>
          <a:prstGeom prst="rect">
            <a:avLst/>
          </a:prstGeom>
          <a:solidFill>
            <a:srgbClr val="D9DCDF"/>
          </a:solidFill>
          <a:ln/>
        </p:spPr>
        <p:txBody>
          <a:bodyPr>
            <a:noAutofit/>
          </a:bodyPr>
          <a:p/>
        </p:txBody>
      </p:sp>
      <p:sp>
        <p:nvSpPr>
          <p:cNvPr id="187" name="shape:187"/>
          <p:cNvSpPr/>
          <p:nvPr/>
        </p:nvSpPr>
        <p:spPr>
          <a:xfrm>
            <a:off x="4282104" y="4287564"/>
            <a:ext cx="75600" cy="75600"/>
          </a:xfrm>
          <a:prstGeom prst="rect">
            <a:avLst/>
          </a:prstGeom>
          <a:solidFill>
            <a:srgbClr val="D9DCDF"/>
          </a:solidFill>
          <a:ln/>
        </p:spPr>
        <p:txBody>
          <a:bodyPr>
            <a:noAutofit/>
          </a:bodyPr>
          <a:p/>
        </p:txBody>
      </p:sp>
      <p:sp>
        <p:nvSpPr>
          <p:cNvPr id="188" name="shape:188"/>
          <p:cNvSpPr/>
          <p:nvPr/>
        </p:nvSpPr>
        <p:spPr>
          <a:xfrm>
            <a:off x="4390104" y="4287564"/>
            <a:ext cx="75600" cy="75600"/>
          </a:xfrm>
          <a:prstGeom prst="rect">
            <a:avLst/>
          </a:prstGeom>
          <a:solidFill>
            <a:srgbClr val="D9DCDF"/>
          </a:solidFill>
          <a:ln/>
        </p:spPr>
        <p:txBody>
          <a:bodyPr>
            <a:noAutofit/>
          </a:bodyPr>
          <a:p/>
        </p:txBody>
      </p:sp>
      <p:sp>
        <p:nvSpPr>
          <p:cNvPr id="189" name="shape:189"/>
          <p:cNvSpPr/>
          <p:nvPr/>
        </p:nvSpPr>
        <p:spPr>
          <a:xfrm>
            <a:off x="4498104" y="4287564"/>
            <a:ext cx="75600" cy="75600"/>
          </a:xfrm>
          <a:prstGeom prst="rect">
            <a:avLst/>
          </a:prstGeom>
          <a:solidFill>
            <a:srgbClr val="D9DCDF"/>
          </a:solidFill>
          <a:ln/>
        </p:spPr>
        <p:txBody>
          <a:bodyPr>
            <a:noAutofit/>
          </a:bodyPr>
          <a:p/>
        </p:txBody>
      </p:sp>
      <p:sp>
        <p:nvSpPr>
          <p:cNvPr id="190" name="shape:190"/>
          <p:cNvSpPr/>
          <p:nvPr/>
        </p:nvSpPr>
        <p:spPr>
          <a:xfrm>
            <a:off x="4606104" y="4287564"/>
            <a:ext cx="75600" cy="75600"/>
          </a:xfrm>
          <a:prstGeom prst="rect">
            <a:avLst/>
          </a:prstGeom>
          <a:solidFill>
            <a:srgbClr val="D9DCDF"/>
          </a:solidFill>
          <a:ln/>
        </p:spPr>
        <p:txBody>
          <a:bodyPr>
            <a:noAutofit/>
          </a:bodyPr>
          <a:p/>
        </p:txBody>
      </p:sp>
      <p:sp>
        <p:nvSpPr>
          <p:cNvPr id="191" name="shape:191"/>
          <p:cNvSpPr/>
          <p:nvPr/>
        </p:nvSpPr>
        <p:spPr>
          <a:xfrm>
            <a:off x="4714104" y="4287564"/>
            <a:ext cx="75600" cy="75600"/>
          </a:xfrm>
          <a:prstGeom prst="rect">
            <a:avLst/>
          </a:prstGeom>
          <a:solidFill>
            <a:srgbClr val="D9DCDF"/>
          </a:solidFill>
          <a:ln/>
        </p:spPr>
        <p:txBody>
          <a:bodyPr>
            <a:noAutofit/>
          </a:bodyPr>
          <a:p/>
        </p:txBody>
      </p:sp>
      <p:sp>
        <p:nvSpPr>
          <p:cNvPr id="192" name="shape:192"/>
          <p:cNvSpPr/>
          <p:nvPr/>
        </p:nvSpPr>
        <p:spPr>
          <a:xfrm>
            <a:off x="4822104" y="4287564"/>
            <a:ext cx="75600" cy="75600"/>
          </a:xfrm>
          <a:prstGeom prst="rect">
            <a:avLst/>
          </a:prstGeom>
          <a:solidFill>
            <a:srgbClr val="D9DCDF"/>
          </a:solidFill>
          <a:ln/>
        </p:spPr>
        <p:txBody>
          <a:bodyPr>
            <a:noAutofit/>
          </a:bodyPr>
          <a:p/>
        </p:txBody>
      </p:sp>
      <p:sp>
        <p:nvSpPr>
          <p:cNvPr id="193" name="shape:193"/>
          <p:cNvSpPr/>
          <p:nvPr/>
        </p:nvSpPr>
        <p:spPr>
          <a:xfrm>
            <a:off x="4930104" y="4287564"/>
            <a:ext cx="75600" cy="75600"/>
          </a:xfrm>
          <a:prstGeom prst="rect">
            <a:avLst/>
          </a:prstGeom>
          <a:solidFill>
            <a:srgbClr val="D9DCDF"/>
          </a:solidFill>
          <a:ln/>
        </p:spPr>
        <p:txBody>
          <a:bodyPr>
            <a:noAutofit/>
          </a:bodyPr>
          <a:p/>
        </p:txBody>
      </p:sp>
      <p:sp>
        <p:nvSpPr>
          <p:cNvPr id="194" name="shape:194"/>
          <p:cNvSpPr/>
          <p:nvPr/>
        </p:nvSpPr>
        <p:spPr>
          <a:xfrm>
            <a:off x="5038104" y="4287564"/>
            <a:ext cx="75600" cy="75600"/>
          </a:xfrm>
          <a:prstGeom prst="rect">
            <a:avLst/>
          </a:prstGeom>
          <a:solidFill>
            <a:srgbClr val="D9DCDF"/>
          </a:solidFill>
          <a:ln/>
        </p:spPr>
        <p:txBody>
          <a:bodyPr>
            <a:noAutofit/>
          </a:bodyPr>
          <a:p/>
        </p:txBody>
      </p:sp>
      <p:sp>
        <p:nvSpPr>
          <p:cNvPr id="195" name="shape:195"/>
          <p:cNvSpPr/>
          <p:nvPr/>
        </p:nvSpPr>
        <p:spPr>
          <a:xfrm>
            <a:off x="5146104" y="4287564"/>
            <a:ext cx="75600" cy="75600"/>
          </a:xfrm>
          <a:prstGeom prst="rect">
            <a:avLst/>
          </a:prstGeom>
          <a:solidFill>
            <a:srgbClr val="D9DCDF"/>
          </a:solidFill>
          <a:ln/>
        </p:spPr>
        <p:txBody>
          <a:bodyPr>
            <a:noAutofit/>
          </a:bodyPr>
          <a:p/>
        </p:txBody>
      </p:sp>
      <p:sp>
        <p:nvSpPr>
          <p:cNvPr id="196" name="shape:196"/>
          <p:cNvSpPr/>
          <p:nvPr/>
        </p:nvSpPr>
        <p:spPr>
          <a:xfrm>
            <a:off x="4174104" y="4395564"/>
            <a:ext cx="75600" cy="75600"/>
          </a:xfrm>
          <a:prstGeom prst="rect">
            <a:avLst/>
          </a:prstGeom>
          <a:solidFill>
            <a:srgbClr val="D9DCDF"/>
          </a:solidFill>
          <a:ln/>
        </p:spPr>
        <p:txBody>
          <a:bodyPr>
            <a:noAutofit/>
          </a:bodyPr>
          <a:p/>
        </p:txBody>
      </p:sp>
      <p:sp>
        <p:nvSpPr>
          <p:cNvPr id="197" name="shape:197"/>
          <p:cNvSpPr/>
          <p:nvPr/>
        </p:nvSpPr>
        <p:spPr>
          <a:xfrm>
            <a:off x="4282104" y="4395564"/>
            <a:ext cx="75600" cy="75600"/>
          </a:xfrm>
          <a:prstGeom prst="rect">
            <a:avLst/>
          </a:prstGeom>
          <a:solidFill>
            <a:srgbClr val="D9DCDF"/>
          </a:solidFill>
          <a:ln/>
        </p:spPr>
        <p:txBody>
          <a:bodyPr>
            <a:noAutofit/>
          </a:bodyPr>
          <a:p/>
        </p:txBody>
      </p:sp>
      <p:sp>
        <p:nvSpPr>
          <p:cNvPr id="198" name="shape:198"/>
          <p:cNvSpPr/>
          <p:nvPr/>
        </p:nvSpPr>
        <p:spPr>
          <a:xfrm>
            <a:off x="4390104" y="4395564"/>
            <a:ext cx="75600" cy="75600"/>
          </a:xfrm>
          <a:prstGeom prst="rect">
            <a:avLst/>
          </a:prstGeom>
          <a:solidFill>
            <a:srgbClr val="D9DCDF"/>
          </a:solidFill>
          <a:ln/>
        </p:spPr>
        <p:txBody>
          <a:bodyPr>
            <a:noAutofit/>
          </a:bodyPr>
          <a:p/>
        </p:txBody>
      </p:sp>
      <p:sp>
        <p:nvSpPr>
          <p:cNvPr id="199" name="shape:199"/>
          <p:cNvSpPr/>
          <p:nvPr/>
        </p:nvSpPr>
        <p:spPr>
          <a:xfrm>
            <a:off x="4498104" y="4395564"/>
            <a:ext cx="75600" cy="75600"/>
          </a:xfrm>
          <a:prstGeom prst="rect">
            <a:avLst/>
          </a:prstGeom>
          <a:solidFill>
            <a:srgbClr val="D9DCDF"/>
          </a:solidFill>
          <a:ln/>
        </p:spPr>
        <p:txBody>
          <a:bodyPr>
            <a:noAutofit/>
          </a:bodyPr>
          <a:p/>
        </p:txBody>
      </p:sp>
      <p:sp>
        <p:nvSpPr>
          <p:cNvPr id="200" name="shape:200"/>
          <p:cNvSpPr/>
          <p:nvPr/>
        </p:nvSpPr>
        <p:spPr>
          <a:xfrm>
            <a:off x="4606104" y="4395564"/>
            <a:ext cx="75600" cy="75600"/>
          </a:xfrm>
          <a:prstGeom prst="rect">
            <a:avLst/>
          </a:prstGeom>
          <a:solidFill>
            <a:srgbClr val="D9DCDF"/>
          </a:solidFill>
          <a:ln/>
        </p:spPr>
        <p:txBody>
          <a:bodyPr>
            <a:noAutofit/>
          </a:bodyPr>
          <a:p/>
        </p:txBody>
      </p:sp>
      <p:sp>
        <p:nvSpPr>
          <p:cNvPr id="201" name="shape:201"/>
          <p:cNvSpPr/>
          <p:nvPr/>
        </p:nvSpPr>
        <p:spPr>
          <a:xfrm>
            <a:off x="4714104" y="4395564"/>
            <a:ext cx="75600" cy="75600"/>
          </a:xfrm>
          <a:prstGeom prst="rect">
            <a:avLst/>
          </a:prstGeom>
          <a:solidFill>
            <a:srgbClr val="D9DCDF"/>
          </a:solidFill>
          <a:ln/>
        </p:spPr>
        <p:txBody>
          <a:bodyPr>
            <a:noAutofit/>
          </a:bodyPr>
          <a:p/>
        </p:txBody>
      </p:sp>
      <p:sp>
        <p:nvSpPr>
          <p:cNvPr id="202" name="shape:202"/>
          <p:cNvSpPr/>
          <p:nvPr/>
        </p:nvSpPr>
        <p:spPr>
          <a:xfrm>
            <a:off x="4822104" y="4395564"/>
            <a:ext cx="75600" cy="75600"/>
          </a:xfrm>
          <a:prstGeom prst="rect">
            <a:avLst/>
          </a:prstGeom>
          <a:solidFill>
            <a:srgbClr val="D9DCDF"/>
          </a:solidFill>
          <a:ln/>
        </p:spPr>
        <p:txBody>
          <a:bodyPr>
            <a:noAutofit/>
          </a:bodyPr>
          <a:p/>
        </p:txBody>
      </p:sp>
      <p:sp>
        <p:nvSpPr>
          <p:cNvPr id="203" name="shape:203"/>
          <p:cNvSpPr/>
          <p:nvPr/>
        </p:nvSpPr>
        <p:spPr>
          <a:xfrm>
            <a:off x="4930104" y="4395564"/>
            <a:ext cx="75600" cy="75600"/>
          </a:xfrm>
          <a:prstGeom prst="rect">
            <a:avLst/>
          </a:prstGeom>
          <a:solidFill>
            <a:srgbClr val="D9DCDF"/>
          </a:solidFill>
          <a:ln/>
        </p:spPr>
        <p:txBody>
          <a:bodyPr>
            <a:noAutofit/>
          </a:bodyPr>
          <a:p/>
        </p:txBody>
      </p:sp>
      <p:sp>
        <p:nvSpPr>
          <p:cNvPr id="204" name="shape:204"/>
          <p:cNvSpPr/>
          <p:nvPr/>
        </p:nvSpPr>
        <p:spPr>
          <a:xfrm>
            <a:off x="5038104" y="4395564"/>
            <a:ext cx="75600" cy="75600"/>
          </a:xfrm>
          <a:prstGeom prst="rect">
            <a:avLst/>
          </a:prstGeom>
          <a:solidFill>
            <a:srgbClr val="D9DCDF"/>
          </a:solidFill>
          <a:ln/>
        </p:spPr>
        <p:txBody>
          <a:bodyPr>
            <a:noAutofit/>
          </a:bodyPr>
          <a:p/>
        </p:txBody>
      </p:sp>
      <p:sp>
        <p:nvSpPr>
          <p:cNvPr id="205" name="shape:205"/>
          <p:cNvSpPr/>
          <p:nvPr/>
        </p:nvSpPr>
        <p:spPr>
          <a:xfrm>
            <a:off x="5146104" y="4395564"/>
            <a:ext cx="75600" cy="75600"/>
          </a:xfrm>
          <a:prstGeom prst="rect">
            <a:avLst/>
          </a:prstGeom>
          <a:solidFill>
            <a:srgbClr val="D9DCDF"/>
          </a:solidFill>
          <a:ln/>
        </p:spPr>
        <p:txBody>
          <a:bodyPr>
            <a:noAutofit/>
          </a:bodyPr>
          <a:p/>
        </p:txBody>
      </p:sp>
      <p:sp>
        <p:nvSpPr>
          <p:cNvPr id="206" name="shape:206"/>
          <p:cNvSpPr/>
          <p:nvPr/>
        </p:nvSpPr>
        <p:spPr>
          <a:xfrm>
            <a:off x="4174104" y="4503564"/>
            <a:ext cx="75600" cy="75600"/>
          </a:xfrm>
          <a:prstGeom prst="rect">
            <a:avLst/>
          </a:prstGeom>
          <a:solidFill>
            <a:srgbClr val="D9DCDF"/>
          </a:solidFill>
          <a:ln/>
        </p:spPr>
        <p:txBody>
          <a:bodyPr>
            <a:noAutofit/>
          </a:bodyPr>
          <a:p/>
        </p:txBody>
      </p:sp>
      <p:sp>
        <p:nvSpPr>
          <p:cNvPr id="207" name="shape:207"/>
          <p:cNvSpPr/>
          <p:nvPr/>
        </p:nvSpPr>
        <p:spPr>
          <a:xfrm>
            <a:off x="4282104" y="4503564"/>
            <a:ext cx="75600" cy="75600"/>
          </a:xfrm>
          <a:prstGeom prst="rect">
            <a:avLst/>
          </a:prstGeom>
          <a:solidFill>
            <a:srgbClr val="D9DCDF"/>
          </a:solidFill>
          <a:ln/>
        </p:spPr>
        <p:txBody>
          <a:bodyPr>
            <a:noAutofit/>
          </a:bodyPr>
          <a:p/>
        </p:txBody>
      </p:sp>
      <p:sp>
        <p:nvSpPr>
          <p:cNvPr id="208" name="shape:208"/>
          <p:cNvSpPr/>
          <p:nvPr/>
        </p:nvSpPr>
        <p:spPr>
          <a:xfrm>
            <a:off x="4390104" y="4503564"/>
            <a:ext cx="75600" cy="75600"/>
          </a:xfrm>
          <a:prstGeom prst="rect">
            <a:avLst/>
          </a:prstGeom>
          <a:solidFill>
            <a:srgbClr val="D9DCDF"/>
          </a:solidFill>
          <a:ln/>
        </p:spPr>
        <p:txBody>
          <a:bodyPr>
            <a:noAutofit/>
          </a:bodyPr>
          <a:p/>
        </p:txBody>
      </p:sp>
      <p:sp>
        <p:nvSpPr>
          <p:cNvPr id="209" name="shape:209"/>
          <p:cNvSpPr/>
          <p:nvPr/>
        </p:nvSpPr>
        <p:spPr>
          <a:xfrm>
            <a:off x="4498104" y="4503564"/>
            <a:ext cx="75600" cy="75600"/>
          </a:xfrm>
          <a:prstGeom prst="rect">
            <a:avLst/>
          </a:prstGeom>
          <a:solidFill>
            <a:srgbClr val="D9DCDF"/>
          </a:solidFill>
          <a:ln/>
        </p:spPr>
        <p:txBody>
          <a:bodyPr>
            <a:noAutofit/>
          </a:bodyPr>
          <a:p/>
        </p:txBody>
      </p:sp>
      <p:sp>
        <p:nvSpPr>
          <p:cNvPr id="210" name="shape:210"/>
          <p:cNvSpPr/>
          <p:nvPr/>
        </p:nvSpPr>
        <p:spPr>
          <a:xfrm>
            <a:off x="4606104" y="4503564"/>
            <a:ext cx="75600" cy="75600"/>
          </a:xfrm>
          <a:prstGeom prst="rect">
            <a:avLst/>
          </a:prstGeom>
          <a:solidFill>
            <a:srgbClr val="D9DCDF"/>
          </a:solidFill>
          <a:ln/>
        </p:spPr>
        <p:txBody>
          <a:bodyPr>
            <a:noAutofit/>
          </a:bodyPr>
          <a:p/>
        </p:txBody>
      </p:sp>
      <p:sp>
        <p:nvSpPr>
          <p:cNvPr id="211" name="shape:211"/>
          <p:cNvSpPr/>
          <p:nvPr/>
        </p:nvSpPr>
        <p:spPr>
          <a:xfrm>
            <a:off x="4714104" y="4503564"/>
            <a:ext cx="75600" cy="75600"/>
          </a:xfrm>
          <a:prstGeom prst="rect">
            <a:avLst/>
          </a:prstGeom>
          <a:solidFill>
            <a:srgbClr val="D9DCDF"/>
          </a:solidFill>
          <a:ln/>
        </p:spPr>
        <p:txBody>
          <a:bodyPr>
            <a:noAutofit/>
          </a:bodyPr>
          <a:p/>
        </p:txBody>
      </p:sp>
      <p:sp>
        <p:nvSpPr>
          <p:cNvPr id="212" name="shape:212"/>
          <p:cNvSpPr/>
          <p:nvPr/>
        </p:nvSpPr>
        <p:spPr>
          <a:xfrm>
            <a:off x="4822104" y="4503564"/>
            <a:ext cx="75600" cy="75600"/>
          </a:xfrm>
          <a:prstGeom prst="rect">
            <a:avLst/>
          </a:prstGeom>
          <a:solidFill>
            <a:srgbClr val="D9DCDF"/>
          </a:solidFill>
          <a:ln/>
        </p:spPr>
        <p:txBody>
          <a:bodyPr>
            <a:noAutofit/>
          </a:bodyPr>
          <a:p/>
        </p:txBody>
      </p:sp>
      <p:sp>
        <p:nvSpPr>
          <p:cNvPr id="213" name="shape:213"/>
          <p:cNvSpPr/>
          <p:nvPr/>
        </p:nvSpPr>
        <p:spPr>
          <a:xfrm>
            <a:off x="4930104" y="4503564"/>
            <a:ext cx="75600" cy="75600"/>
          </a:xfrm>
          <a:prstGeom prst="rect">
            <a:avLst/>
          </a:prstGeom>
          <a:solidFill>
            <a:srgbClr val="D9DCDF"/>
          </a:solidFill>
          <a:ln/>
        </p:spPr>
        <p:txBody>
          <a:bodyPr>
            <a:noAutofit/>
          </a:bodyPr>
          <a:p/>
        </p:txBody>
      </p:sp>
      <p:sp>
        <p:nvSpPr>
          <p:cNvPr id="214" name="shape:214"/>
          <p:cNvSpPr/>
          <p:nvPr/>
        </p:nvSpPr>
        <p:spPr>
          <a:xfrm>
            <a:off x="5038104" y="4503564"/>
            <a:ext cx="75600" cy="75600"/>
          </a:xfrm>
          <a:prstGeom prst="rect">
            <a:avLst/>
          </a:prstGeom>
          <a:solidFill>
            <a:srgbClr val="D9DCDF"/>
          </a:solidFill>
          <a:ln/>
        </p:spPr>
        <p:txBody>
          <a:bodyPr>
            <a:noAutofit/>
          </a:bodyPr>
          <a:p/>
        </p:txBody>
      </p:sp>
      <p:sp>
        <p:nvSpPr>
          <p:cNvPr id="215" name="shape:215"/>
          <p:cNvSpPr/>
          <p:nvPr/>
        </p:nvSpPr>
        <p:spPr>
          <a:xfrm>
            <a:off x="5146104" y="4503564"/>
            <a:ext cx="75600" cy="75600"/>
          </a:xfrm>
          <a:prstGeom prst="rect">
            <a:avLst/>
          </a:prstGeom>
          <a:solidFill>
            <a:srgbClr val="D9DCDF"/>
          </a:solidFill>
          <a:ln/>
        </p:spPr>
        <p:txBody>
          <a:bodyPr>
            <a:noAutofit/>
          </a:bodyPr>
          <a:p/>
        </p:txBody>
      </p:sp>
      <p:sp>
        <p:nvSpPr>
          <p:cNvPr id="216" name="shape:216"/>
          <p:cNvSpPr/>
          <p:nvPr/>
        </p:nvSpPr>
        <p:spPr>
          <a:xfrm>
            <a:off x="3371960"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071B2C"/>
                </a:solidFill>
                <a:latin typeface="Yu Gothic" pitchFamily="34" charset="0"/>
                <a:ea typeface="Yu Gothic" pitchFamily="34" charset="-122"/>
                <a:cs typeface="Yu Gothic" pitchFamily="34" charset="-120"/>
              </a:rPr>
              <a:t>項目4</a:t>
            </a:r>
            <a:endParaRPr lang="en-US" sz="900" dirty="0"/>
          </a:p>
        </p:txBody>
      </p:sp>
      <p:sp>
        <p:nvSpPr>
          <p:cNvPr id="217" name="shape:217"/>
          <p:cNvSpPr/>
          <p:nvPr/>
        </p:nvSpPr>
        <p:spPr>
          <a:xfrm>
            <a:off x="6167848"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21%</a:t>
            </a:r>
            <a:endParaRPr lang="en-US" sz="1500" dirty="0"/>
          </a:p>
        </p:txBody>
      </p:sp>
      <p:sp>
        <p:nvSpPr>
          <p:cNvPr id="218" name="shape:218"/>
          <p:cNvSpPr/>
          <p:nvPr/>
        </p:nvSpPr>
        <p:spPr>
          <a:xfrm>
            <a:off x="6969992" y="3531564"/>
            <a:ext cx="75600" cy="75600"/>
          </a:xfrm>
          <a:prstGeom prst="rect">
            <a:avLst/>
          </a:prstGeom>
          <a:solidFill>
            <a:srgbClr val="1E5F8C"/>
          </a:solidFill>
          <a:ln/>
        </p:spPr>
        <p:txBody>
          <a:bodyPr>
            <a:noAutofit/>
          </a:bodyPr>
          <a:p/>
        </p:txBody>
      </p:sp>
      <p:sp>
        <p:nvSpPr>
          <p:cNvPr id="219" name="shape:219"/>
          <p:cNvSpPr/>
          <p:nvPr/>
        </p:nvSpPr>
        <p:spPr>
          <a:xfrm>
            <a:off x="7077992" y="3531564"/>
            <a:ext cx="75600" cy="75600"/>
          </a:xfrm>
          <a:prstGeom prst="rect">
            <a:avLst/>
          </a:prstGeom>
          <a:solidFill>
            <a:srgbClr val="1E5F8C"/>
          </a:solidFill>
          <a:ln/>
        </p:spPr>
        <p:txBody>
          <a:bodyPr>
            <a:noAutofit/>
          </a:bodyPr>
          <a:p/>
        </p:txBody>
      </p:sp>
      <p:sp>
        <p:nvSpPr>
          <p:cNvPr id="220" name="shape:220"/>
          <p:cNvSpPr/>
          <p:nvPr/>
        </p:nvSpPr>
        <p:spPr>
          <a:xfrm>
            <a:off x="7185992" y="3531564"/>
            <a:ext cx="75600" cy="75600"/>
          </a:xfrm>
          <a:prstGeom prst="rect">
            <a:avLst/>
          </a:prstGeom>
          <a:solidFill>
            <a:srgbClr val="1E5F8C"/>
          </a:solidFill>
          <a:ln/>
        </p:spPr>
        <p:txBody>
          <a:bodyPr>
            <a:noAutofit/>
          </a:bodyPr>
          <a:p/>
        </p:txBody>
      </p:sp>
      <p:sp>
        <p:nvSpPr>
          <p:cNvPr id="221" name="shape:221"/>
          <p:cNvSpPr/>
          <p:nvPr/>
        </p:nvSpPr>
        <p:spPr>
          <a:xfrm>
            <a:off x="7293992" y="3531564"/>
            <a:ext cx="75600" cy="75600"/>
          </a:xfrm>
          <a:prstGeom prst="rect">
            <a:avLst/>
          </a:prstGeom>
          <a:solidFill>
            <a:srgbClr val="1E5F8C"/>
          </a:solidFill>
          <a:ln/>
        </p:spPr>
        <p:txBody>
          <a:bodyPr>
            <a:noAutofit/>
          </a:bodyPr>
          <a:p/>
        </p:txBody>
      </p:sp>
      <p:sp>
        <p:nvSpPr>
          <p:cNvPr id="222" name="shape:222"/>
          <p:cNvSpPr/>
          <p:nvPr/>
        </p:nvSpPr>
        <p:spPr>
          <a:xfrm>
            <a:off x="7401992" y="3531564"/>
            <a:ext cx="75600" cy="75600"/>
          </a:xfrm>
          <a:prstGeom prst="rect">
            <a:avLst/>
          </a:prstGeom>
          <a:solidFill>
            <a:srgbClr val="1E5F8C"/>
          </a:solidFill>
          <a:ln/>
        </p:spPr>
        <p:txBody>
          <a:bodyPr>
            <a:noAutofit/>
          </a:bodyPr>
          <a:p/>
        </p:txBody>
      </p:sp>
      <p:sp>
        <p:nvSpPr>
          <p:cNvPr id="223" name="shape:223"/>
          <p:cNvSpPr/>
          <p:nvPr/>
        </p:nvSpPr>
        <p:spPr>
          <a:xfrm>
            <a:off x="7509992" y="3531564"/>
            <a:ext cx="75600" cy="75600"/>
          </a:xfrm>
          <a:prstGeom prst="rect">
            <a:avLst/>
          </a:prstGeom>
          <a:solidFill>
            <a:srgbClr val="1E5F8C"/>
          </a:solidFill>
          <a:ln/>
        </p:spPr>
        <p:txBody>
          <a:bodyPr>
            <a:noAutofit/>
          </a:bodyPr>
          <a:p/>
        </p:txBody>
      </p:sp>
      <p:sp>
        <p:nvSpPr>
          <p:cNvPr id="224" name="shape:224"/>
          <p:cNvSpPr/>
          <p:nvPr/>
        </p:nvSpPr>
        <p:spPr>
          <a:xfrm>
            <a:off x="7617992" y="3531564"/>
            <a:ext cx="75600" cy="75600"/>
          </a:xfrm>
          <a:prstGeom prst="rect">
            <a:avLst/>
          </a:prstGeom>
          <a:solidFill>
            <a:srgbClr val="1E5F8C"/>
          </a:solidFill>
          <a:ln/>
        </p:spPr>
        <p:txBody>
          <a:bodyPr>
            <a:noAutofit/>
          </a:bodyPr>
          <a:p/>
        </p:txBody>
      </p:sp>
      <p:sp>
        <p:nvSpPr>
          <p:cNvPr id="225" name="shape:225"/>
          <p:cNvSpPr/>
          <p:nvPr/>
        </p:nvSpPr>
        <p:spPr>
          <a:xfrm>
            <a:off x="7725992" y="3531564"/>
            <a:ext cx="75600" cy="75600"/>
          </a:xfrm>
          <a:prstGeom prst="rect">
            <a:avLst/>
          </a:prstGeom>
          <a:solidFill>
            <a:srgbClr val="1E5F8C"/>
          </a:solidFill>
          <a:ln/>
        </p:spPr>
        <p:txBody>
          <a:bodyPr>
            <a:noAutofit/>
          </a:bodyPr>
          <a:p/>
        </p:txBody>
      </p:sp>
      <p:sp>
        <p:nvSpPr>
          <p:cNvPr id="226" name="shape:226"/>
          <p:cNvSpPr/>
          <p:nvPr/>
        </p:nvSpPr>
        <p:spPr>
          <a:xfrm>
            <a:off x="7833992" y="3531564"/>
            <a:ext cx="75600" cy="75600"/>
          </a:xfrm>
          <a:prstGeom prst="rect">
            <a:avLst/>
          </a:prstGeom>
          <a:solidFill>
            <a:srgbClr val="1E5F8C"/>
          </a:solidFill>
          <a:ln/>
        </p:spPr>
        <p:txBody>
          <a:bodyPr>
            <a:noAutofit/>
          </a:bodyPr>
          <a:p/>
        </p:txBody>
      </p:sp>
      <p:sp>
        <p:nvSpPr>
          <p:cNvPr id="227" name="shape:227"/>
          <p:cNvSpPr/>
          <p:nvPr/>
        </p:nvSpPr>
        <p:spPr>
          <a:xfrm>
            <a:off x="7941992" y="3531564"/>
            <a:ext cx="75600" cy="75600"/>
          </a:xfrm>
          <a:prstGeom prst="rect">
            <a:avLst/>
          </a:prstGeom>
          <a:solidFill>
            <a:srgbClr val="1E5F8C"/>
          </a:solidFill>
          <a:ln/>
        </p:spPr>
        <p:txBody>
          <a:bodyPr>
            <a:noAutofit/>
          </a:bodyPr>
          <a:p/>
        </p:txBody>
      </p:sp>
      <p:sp>
        <p:nvSpPr>
          <p:cNvPr id="228" name="shape:228"/>
          <p:cNvSpPr/>
          <p:nvPr/>
        </p:nvSpPr>
        <p:spPr>
          <a:xfrm>
            <a:off x="6969992" y="3639564"/>
            <a:ext cx="75600" cy="75600"/>
          </a:xfrm>
          <a:prstGeom prst="rect">
            <a:avLst/>
          </a:prstGeom>
          <a:solidFill>
            <a:srgbClr val="1E5F8C"/>
          </a:solidFill>
          <a:ln/>
        </p:spPr>
        <p:txBody>
          <a:bodyPr>
            <a:noAutofit/>
          </a:bodyPr>
          <a:p/>
        </p:txBody>
      </p:sp>
      <p:sp>
        <p:nvSpPr>
          <p:cNvPr id="229" name="shape:229"/>
          <p:cNvSpPr/>
          <p:nvPr/>
        </p:nvSpPr>
        <p:spPr>
          <a:xfrm>
            <a:off x="7077992" y="3639564"/>
            <a:ext cx="75600" cy="75600"/>
          </a:xfrm>
          <a:prstGeom prst="rect">
            <a:avLst/>
          </a:prstGeom>
          <a:solidFill>
            <a:srgbClr val="1E5F8C"/>
          </a:solidFill>
          <a:ln/>
        </p:spPr>
        <p:txBody>
          <a:bodyPr>
            <a:noAutofit/>
          </a:bodyPr>
          <a:p/>
        </p:txBody>
      </p:sp>
      <p:sp>
        <p:nvSpPr>
          <p:cNvPr id="230" name="shape:230"/>
          <p:cNvSpPr/>
          <p:nvPr/>
        </p:nvSpPr>
        <p:spPr>
          <a:xfrm>
            <a:off x="7185992" y="3639564"/>
            <a:ext cx="75600" cy="75600"/>
          </a:xfrm>
          <a:prstGeom prst="rect">
            <a:avLst/>
          </a:prstGeom>
          <a:solidFill>
            <a:srgbClr val="1E5F8C"/>
          </a:solidFill>
          <a:ln/>
        </p:spPr>
        <p:txBody>
          <a:bodyPr>
            <a:noAutofit/>
          </a:bodyPr>
          <a:p/>
        </p:txBody>
      </p:sp>
      <p:sp>
        <p:nvSpPr>
          <p:cNvPr id="231" name="shape:231"/>
          <p:cNvSpPr/>
          <p:nvPr/>
        </p:nvSpPr>
        <p:spPr>
          <a:xfrm>
            <a:off x="7293992" y="3639564"/>
            <a:ext cx="75600" cy="75600"/>
          </a:xfrm>
          <a:prstGeom prst="rect">
            <a:avLst/>
          </a:prstGeom>
          <a:solidFill>
            <a:srgbClr val="1E5F8C"/>
          </a:solidFill>
          <a:ln/>
        </p:spPr>
        <p:txBody>
          <a:bodyPr>
            <a:noAutofit/>
          </a:bodyPr>
          <a:p/>
        </p:txBody>
      </p:sp>
      <p:sp>
        <p:nvSpPr>
          <p:cNvPr id="232" name="shape:232"/>
          <p:cNvSpPr/>
          <p:nvPr/>
        </p:nvSpPr>
        <p:spPr>
          <a:xfrm>
            <a:off x="7401992" y="3639564"/>
            <a:ext cx="75600" cy="75600"/>
          </a:xfrm>
          <a:prstGeom prst="rect">
            <a:avLst/>
          </a:prstGeom>
          <a:solidFill>
            <a:srgbClr val="1E5F8C"/>
          </a:solidFill>
          <a:ln/>
        </p:spPr>
        <p:txBody>
          <a:bodyPr>
            <a:noAutofit/>
          </a:bodyPr>
          <a:p/>
        </p:txBody>
      </p:sp>
      <p:sp>
        <p:nvSpPr>
          <p:cNvPr id="233" name="shape:233"/>
          <p:cNvSpPr/>
          <p:nvPr/>
        </p:nvSpPr>
        <p:spPr>
          <a:xfrm>
            <a:off x="7509992" y="3639564"/>
            <a:ext cx="75600" cy="75600"/>
          </a:xfrm>
          <a:prstGeom prst="rect">
            <a:avLst/>
          </a:prstGeom>
          <a:solidFill>
            <a:srgbClr val="1E5F8C"/>
          </a:solidFill>
          <a:ln/>
        </p:spPr>
        <p:txBody>
          <a:bodyPr>
            <a:noAutofit/>
          </a:bodyPr>
          <a:p/>
        </p:txBody>
      </p:sp>
      <p:sp>
        <p:nvSpPr>
          <p:cNvPr id="234" name="shape:234"/>
          <p:cNvSpPr/>
          <p:nvPr/>
        </p:nvSpPr>
        <p:spPr>
          <a:xfrm>
            <a:off x="7617992" y="3639564"/>
            <a:ext cx="75600" cy="75600"/>
          </a:xfrm>
          <a:prstGeom prst="rect">
            <a:avLst/>
          </a:prstGeom>
          <a:solidFill>
            <a:srgbClr val="1E5F8C"/>
          </a:solidFill>
          <a:ln/>
        </p:spPr>
        <p:txBody>
          <a:bodyPr>
            <a:noAutofit/>
          </a:bodyPr>
          <a:p/>
        </p:txBody>
      </p:sp>
      <p:sp>
        <p:nvSpPr>
          <p:cNvPr id="235" name="shape:235"/>
          <p:cNvSpPr/>
          <p:nvPr/>
        </p:nvSpPr>
        <p:spPr>
          <a:xfrm>
            <a:off x="7725992" y="3639564"/>
            <a:ext cx="75600" cy="75600"/>
          </a:xfrm>
          <a:prstGeom prst="rect">
            <a:avLst/>
          </a:prstGeom>
          <a:solidFill>
            <a:srgbClr val="1E5F8C"/>
          </a:solidFill>
          <a:ln/>
        </p:spPr>
        <p:txBody>
          <a:bodyPr>
            <a:noAutofit/>
          </a:bodyPr>
          <a:p/>
        </p:txBody>
      </p:sp>
      <p:sp>
        <p:nvSpPr>
          <p:cNvPr id="236" name="shape:236"/>
          <p:cNvSpPr/>
          <p:nvPr/>
        </p:nvSpPr>
        <p:spPr>
          <a:xfrm>
            <a:off x="7833992" y="3639564"/>
            <a:ext cx="75600" cy="75600"/>
          </a:xfrm>
          <a:prstGeom prst="rect">
            <a:avLst/>
          </a:prstGeom>
          <a:solidFill>
            <a:srgbClr val="1E5F8C"/>
          </a:solidFill>
          <a:ln/>
        </p:spPr>
        <p:txBody>
          <a:bodyPr>
            <a:noAutofit/>
          </a:bodyPr>
          <a:p/>
        </p:txBody>
      </p:sp>
      <p:sp>
        <p:nvSpPr>
          <p:cNvPr id="237" name="shape:237"/>
          <p:cNvSpPr/>
          <p:nvPr/>
        </p:nvSpPr>
        <p:spPr>
          <a:xfrm>
            <a:off x="7941992" y="3639564"/>
            <a:ext cx="75600" cy="75600"/>
          </a:xfrm>
          <a:prstGeom prst="rect">
            <a:avLst/>
          </a:prstGeom>
          <a:solidFill>
            <a:srgbClr val="1E5F8C"/>
          </a:solidFill>
          <a:ln/>
        </p:spPr>
        <p:txBody>
          <a:bodyPr>
            <a:noAutofit/>
          </a:bodyPr>
          <a:p/>
        </p:txBody>
      </p:sp>
      <p:sp>
        <p:nvSpPr>
          <p:cNvPr id="238" name="shape:238"/>
          <p:cNvSpPr/>
          <p:nvPr/>
        </p:nvSpPr>
        <p:spPr>
          <a:xfrm>
            <a:off x="6969992" y="3747564"/>
            <a:ext cx="75600" cy="75600"/>
          </a:xfrm>
          <a:prstGeom prst="rect">
            <a:avLst/>
          </a:prstGeom>
          <a:solidFill>
            <a:srgbClr val="1E5F8C"/>
          </a:solidFill>
          <a:ln/>
        </p:spPr>
        <p:txBody>
          <a:bodyPr>
            <a:noAutofit/>
          </a:bodyPr>
          <a:p/>
        </p:txBody>
      </p:sp>
      <p:sp>
        <p:nvSpPr>
          <p:cNvPr id="239" name="shape:239"/>
          <p:cNvSpPr/>
          <p:nvPr/>
        </p:nvSpPr>
        <p:spPr>
          <a:xfrm>
            <a:off x="7077992" y="3747564"/>
            <a:ext cx="75600" cy="75600"/>
          </a:xfrm>
          <a:prstGeom prst="rect">
            <a:avLst/>
          </a:prstGeom>
          <a:solidFill>
            <a:srgbClr val="D9DCDF"/>
          </a:solidFill>
          <a:ln/>
        </p:spPr>
        <p:txBody>
          <a:bodyPr>
            <a:noAutofit/>
          </a:bodyPr>
          <a:p/>
        </p:txBody>
      </p:sp>
      <p:sp>
        <p:nvSpPr>
          <p:cNvPr id="240" name="shape:240"/>
          <p:cNvSpPr/>
          <p:nvPr/>
        </p:nvSpPr>
        <p:spPr>
          <a:xfrm>
            <a:off x="7185992" y="3747564"/>
            <a:ext cx="75600" cy="75600"/>
          </a:xfrm>
          <a:prstGeom prst="rect">
            <a:avLst/>
          </a:prstGeom>
          <a:solidFill>
            <a:srgbClr val="D9DCDF"/>
          </a:solidFill>
          <a:ln/>
        </p:spPr>
        <p:txBody>
          <a:bodyPr>
            <a:noAutofit/>
          </a:bodyPr>
          <a:p/>
        </p:txBody>
      </p:sp>
      <p:sp>
        <p:nvSpPr>
          <p:cNvPr id="241" name="shape:241"/>
          <p:cNvSpPr/>
          <p:nvPr/>
        </p:nvSpPr>
        <p:spPr>
          <a:xfrm>
            <a:off x="7293992" y="3747564"/>
            <a:ext cx="75600" cy="75600"/>
          </a:xfrm>
          <a:prstGeom prst="rect">
            <a:avLst/>
          </a:prstGeom>
          <a:solidFill>
            <a:srgbClr val="D9DCDF"/>
          </a:solidFill>
          <a:ln/>
        </p:spPr>
        <p:txBody>
          <a:bodyPr>
            <a:noAutofit/>
          </a:bodyPr>
          <a:p/>
        </p:txBody>
      </p:sp>
      <p:sp>
        <p:nvSpPr>
          <p:cNvPr id="242" name="shape:242"/>
          <p:cNvSpPr/>
          <p:nvPr/>
        </p:nvSpPr>
        <p:spPr>
          <a:xfrm>
            <a:off x="7401992" y="3747564"/>
            <a:ext cx="75600" cy="75600"/>
          </a:xfrm>
          <a:prstGeom prst="rect">
            <a:avLst/>
          </a:prstGeom>
          <a:solidFill>
            <a:srgbClr val="D9DCDF"/>
          </a:solidFill>
          <a:ln/>
        </p:spPr>
        <p:txBody>
          <a:bodyPr>
            <a:noAutofit/>
          </a:bodyPr>
          <a:p/>
        </p:txBody>
      </p:sp>
      <p:sp>
        <p:nvSpPr>
          <p:cNvPr id="243" name="shape:243"/>
          <p:cNvSpPr/>
          <p:nvPr/>
        </p:nvSpPr>
        <p:spPr>
          <a:xfrm>
            <a:off x="7509992" y="3747564"/>
            <a:ext cx="75600" cy="75600"/>
          </a:xfrm>
          <a:prstGeom prst="rect">
            <a:avLst/>
          </a:prstGeom>
          <a:solidFill>
            <a:srgbClr val="D9DCDF"/>
          </a:solidFill>
          <a:ln/>
        </p:spPr>
        <p:txBody>
          <a:bodyPr>
            <a:noAutofit/>
          </a:bodyPr>
          <a:p/>
        </p:txBody>
      </p:sp>
      <p:sp>
        <p:nvSpPr>
          <p:cNvPr id="244" name="shape:244"/>
          <p:cNvSpPr/>
          <p:nvPr/>
        </p:nvSpPr>
        <p:spPr>
          <a:xfrm>
            <a:off x="7617992" y="3747564"/>
            <a:ext cx="75600" cy="75600"/>
          </a:xfrm>
          <a:prstGeom prst="rect">
            <a:avLst/>
          </a:prstGeom>
          <a:solidFill>
            <a:srgbClr val="D9DCDF"/>
          </a:solidFill>
          <a:ln/>
        </p:spPr>
        <p:txBody>
          <a:bodyPr>
            <a:noAutofit/>
          </a:bodyPr>
          <a:p/>
        </p:txBody>
      </p:sp>
      <p:sp>
        <p:nvSpPr>
          <p:cNvPr id="245" name="shape:245"/>
          <p:cNvSpPr/>
          <p:nvPr/>
        </p:nvSpPr>
        <p:spPr>
          <a:xfrm>
            <a:off x="7725992" y="3747564"/>
            <a:ext cx="75600" cy="75600"/>
          </a:xfrm>
          <a:prstGeom prst="rect">
            <a:avLst/>
          </a:prstGeom>
          <a:solidFill>
            <a:srgbClr val="D9DCDF"/>
          </a:solidFill>
          <a:ln/>
        </p:spPr>
        <p:txBody>
          <a:bodyPr>
            <a:noAutofit/>
          </a:bodyPr>
          <a:p/>
        </p:txBody>
      </p:sp>
      <p:sp>
        <p:nvSpPr>
          <p:cNvPr id="246" name="shape:246"/>
          <p:cNvSpPr/>
          <p:nvPr/>
        </p:nvSpPr>
        <p:spPr>
          <a:xfrm>
            <a:off x="7833992" y="3747564"/>
            <a:ext cx="75600" cy="75600"/>
          </a:xfrm>
          <a:prstGeom prst="rect">
            <a:avLst/>
          </a:prstGeom>
          <a:solidFill>
            <a:srgbClr val="D9DCDF"/>
          </a:solidFill>
          <a:ln/>
        </p:spPr>
        <p:txBody>
          <a:bodyPr>
            <a:noAutofit/>
          </a:bodyPr>
          <a:p/>
        </p:txBody>
      </p:sp>
      <p:sp>
        <p:nvSpPr>
          <p:cNvPr id="247" name="shape:247"/>
          <p:cNvSpPr/>
          <p:nvPr/>
        </p:nvSpPr>
        <p:spPr>
          <a:xfrm>
            <a:off x="7941992" y="3747564"/>
            <a:ext cx="75600" cy="75600"/>
          </a:xfrm>
          <a:prstGeom prst="rect">
            <a:avLst/>
          </a:prstGeom>
          <a:solidFill>
            <a:srgbClr val="D9DCDF"/>
          </a:solidFill>
          <a:ln/>
        </p:spPr>
        <p:txBody>
          <a:bodyPr>
            <a:noAutofit/>
          </a:bodyPr>
          <a:p/>
        </p:txBody>
      </p:sp>
      <p:sp>
        <p:nvSpPr>
          <p:cNvPr id="248" name="shape:248"/>
          <p:cNvSpPr/>
          <p:nvPr/>
        </p:nvSpPr>
        <p:spPr>
          <a:xfrm>
            <a:off x="6969992" y="3855564"/>
            <a:ext cx="75600" cy="75600"/>
          </a:xfrm>
          <a:prstGeom prst="rect">
            <a:avLst/>
          </a:prstGeom>
          <a:solidFill>
            <a:srgbClr val="D9DCDF"/>
          </a:solidFill>
          <a:ln/>
        </p:spPr>
        <p:txBody>
          <a:bodyPr>
            <a:noAutofit/>
          </a:bodyPr>
          <a:p/>
        </p:txBody>
      </p:sp>
      <p:sp>
        <p:nvSpPr>
          <p:cNvPr id="249" name="shape:249"/>
          <p:cNvSpPr/>
          <p:nvPr/>
        </p:nvSpPr>
        <p:spPr>
          <a:xfrm>
            <a:off x="7077992" y="3855564"/>
            <a:ext cx="75600" cy="75600"/>
          </a:xfrm>
          <a:prstGeom prst="rect">
            <a:avLst/>
          </a:prstGeom>
          <a:solidFill>
            <a:srgbClr val="D9DCDF"/>
          </a:solidFill>
          <a:ln/>
        </p:spPr>
        <p:txBody>
          <a:bodyPr>
            <a:noAutofit/>
          </a:bodyPr>
          <a:p/>
        </p:txBody>
      </p:sp>
      <p:sp>
        <p:nvSpPr>
          <p:cNvPr id="250" name="shape:250"/>
          <p:cNvSpPr/>
          <p:nvPr/>
        </p:nvSpPr>
        <p:spPr>
          <a:xfrm>
            <a:off x="7185992" y="3855564"/>
            <a:ext cx="75600" cy="75600"/>
          </a:xfrm>
          <a:prstGeom prst="rect">
            <a:avLst/>
          </a:prstGeom>
          <a:solidFill>
            <a:srgbClr val="D9DCDF"/>
          </a:solidFill>
          <a:ln/>
        </p:spPr>
        <p:txBody>
          <a:bodyPr>
            <a:noAutofit/>
          </a:bodyPr>
          <a:p/>
        </p:txBody>
      </p:sp>
      <p:sp>
        <p:nvSpPr>
          <p:cNvPr id="251" name="shape:251"/>
          <p:cNvSpPr/>
          <p:nvPr/>
        </p:nvSpPr>
        <p:spPr>
          <a:xfrm>
            <a:off x="7293992" y="3855564"/>
            <a:ext cx="75600" cy="75600"/>
          </a:xfrm>
          <a:prstGeom prst="rect">
            <a:avLst/>
          </a:prstGeom>
          <a:solidFill>
            <a:srgbClr val="D9DCDF"/>
          </a:solidFill>
          <a:ln/>
        </p:spPr>
        <p:txBody>
          <a:bodyPr>
            <a:noAutofit/>
          </a:bodyPr>
          <a:p/>
        </p:txBody>
      </p:sp>
      <p:sp>
        <p:nvSpPr>
          <p:cNvPr id="252" name="shape:252"/>
          <p:cNvSpPr/>
          <p:nvPr/>
        </p:nvSpPr>
        <p:spPr>
          <a:xfrm>
            <a:off x="7401992" y="3855564"/>
            <a:ext cx="75600" cy="75600"/>
          </a:xfrm>
          <a:prstGeom prst="rect">
            <a:avLst/>
          </a:prstGeom>
          <a:solidFill>
            <a:srgbClr val="D9DCDF"/>
          </a:solidFill>
          <a:ln/>
        </p:spPr>
        <p:txBody>
          <a:bodyPr>
            <a:noAutofit/>
          </a:bodyPr>
          <a:p/>
        </p:txBody>
      </p:sp>
      <p:sp>
        <p:nvSpPr>
          <p:cNvPr id="253" name="shape:253"/>
          <p:cNvSpPr/>
          <p:nvPr/>
        </p:nvSpPr>
        <p:spPr>
          <a:xfrm>
            <a:off x="7509992" y="3855564"/>
            <a:ext cx="75600" cy="75600"/>
          </a:xfrm>
          <a:prstGeom prst="rect">
            <a:avLst/>
          </a:prstGeom>
          <a:solidFill>
            <a:srgbClr val="D9DCDF"/>
          </a:solidFill>
          <a:ln/>
        </p:spPr>
        <p:txBody>
          <a:bodyPr>
            <a:noAutofit/>
          </a:bodyPr>
          <a:p/>
        </p:txBody>
      </p:sp>
      <p:sp>
        <p:nvSpPr>
          <p:cNvPr id="254" name="shape:254"/>
          <p:cNvSpPr/>
          <p:nvPr/>
        </p:nvSpPr>
        <p:spPr>
          <a:xfrm>
            <a:off x="7617992" y="3855564"/>
            <a:ext cx="75600" cy="75600"/>
          </a:xfrm>
          <a:prstGeom prst="rect">
            <a:avLst/>
          </a:prstGeom>
          <a:solidFill>
            <a:srgbClr val="D9DCDF"/>
          </a:solidFill>
          <a:ln/>
        </p:spPr>
        <p:txBody>
          <a:bodyPr>
            <a:noAutofit/>
          </a:bodyPr>
          <a:p/>
        </p:txBody>
      </p:sp>
      <p:sp>
        <p:nvSpPr>
          <p:cNvPr id="255" name="shape:255"/>
          <p:cNvSpPr/>
          <p:nvPr/>
        </p:nvSpPr>
        <p:spPr>
          <a:xfrm>
            <a:off x="7725992" y="3855564"/>
            <a:ext cx="75600" cy="75600"/>
          </a:xfrm>
          <a:prstGeom prst="rect">
            <a:avLst/>
          </a:prstGeom>
          <a:solidFill>
            <a:srgbClr val="D9DCDF"/>
          </a:solidFill>
          <a:ln/>
        </p:spPr>
        <p:txBody>
          <a:bodyPr>
            <a:noAutofit/>
          </a:bodyPr>
          <a:p/>
        </p:txBody>
      </p:sp>
      <p:sp>
        <p:nvSpPr>
          <p:cNvPr id="256" name="shape:256"/>
          <p:cNvSpPr/>
          <p:nvPr/>
        </p:nvSpPr>
        <p:spPr>
          <a:xfrm>
            <a:off x="7833992" y="3855564"/>
            <a:ext cx="75600" cy="75600"/>
          </a:xfrm>
          <a:prstGeom prst="rect">
            <a:avLst/>
          </a:prstGeom>
          <a:solidFill>
            <a:srgbClr val="D9DCDF"/>
          </a:solidFill>
          <a:ln/>
        </p:spPr>
        <p:txBody>
          <a:bodyPr>
            <a:noAutofit/>
          </a:bodyPr>
          <a:p/>
        </p:txBody>
      </p:sp>
      <p:sp>
        <p:nvSpPr>
          <p:cNvPr id="257" name="shape:257"/>
          <p:cNvSpPr/>
          <p:nvPr/>
        </p:nvSpPr>
        <p:spPr>
          <a:xfrm>
            <a:off x="7941992" y="3855564"/>
            <a:ext cx="75600" cy="75600"/>
          </a:xfrm>
          <a:prstGeom prst="rect">
            <a:avLst/>
          </a:prstGeom>
          <a:solidFill>
            <a:srgbClr val="D9DCDF"/>
          </a:solidFill>
          <a:ln/>
        </p:spPr>
        <p:txBody>
          <a:bodyPr>
            <a:noAutofit/>
          </a:bodyPr>
          <a:p/>
        </p:txBody>
      </p:sp>
      <p:sp>
        <p:nvSpPr>
          <p:cNvPr id="258" name="shape:258"/>
          <p:cNvSpPr/>
          <p:nvPr/>
        </p:nvSpPr>
        <p:spPr>
          <a:xfrm>
            <a:off x="6969992" y="3963564"/>
            <a:ext cx="75600" cy="75600"/>
          </a:xfrm>
          <a:prstGeom prst="rect">
            <a:avLst/>
          </a:prstGeom>
          <a:solidFill>
            <a:srgbClr val="D9DCDF"/>
          </a:solidFill>
          <a:ln/>
        </p:spPr>
        <p:txBody>
          <a:bodyPr>
            <a:noAutofit/>
          </a:bodyPr>
          <a:p/>
        </p:txBody>
      </p:sp>
      <p:sp>
        <p:nvSpPr>
          <p:cNvPr id="259" name="shape:259"/>
          <p:cNvSpPr/>
          <p:nvPr/>
        </p:nvSpPr>
        <p:spPr>
          <a:xfrm>
            <a:off x="7077992" y="3963564"/>
            <a:ext cx="75600" cy="75600"/>
          </a:xfrm>
          <a:prstGeom prst="rect">
            <a:avLst/>
          </a:prstGeom>
          <a:solidFill>
            <a:srgbClr val="D9DCDF"/>
          </a:solidFill>
          <a:ln/>
        </p:spPr>
        <p:txBody>
          <a:bodyPr>
            <a:noAutofit/>
          </a:bodyPr>
          <a:p/>
        </p:txBody>
      </p:sp>
      <p:sp>
        <p:nvSpPr>
          <p:cNvPr id="260" name="shape:260"/>
          <p:cNvSpPr/>
          <p:nvPr/>
        </p:nvSpPr>
        <p:spPr>
          <a:xfrm>
            <a:off x="7185992" y="3963564"/>
            <a:ext cx="75600" cy="75600"/>
          </a:xfrm>
          <a:prstGeom prst="rect">
            <a:avLst/>
          </a:prstGeom>
          <a:solidFill>
            <a:srgbClr val="D9DCDF"/>
          </a:solidFill>
          <a:ln/>
        </p:spPr>
        <p:txBody>
          <a:bodyPr>
            <a:noAutofit/>
          </a:bodyPr>
          <a:p/>
        </p:txBody>
      </p:sp>
      <p:sp>
        <p:nvSpPr>
          <p:cNvPr id="261" name="shape:261"/>
          <p:cNvSpPr/>
          <p:nvPr/>
        </p:nvSpPr>
        <p:spPr>
          <a:xfrm>
            <a:off x="7293992" y="3963564"/>
            <a:ext cx="75600" cy="75600"/>
          </a:xfrm>
          <a:prstGeom prst="rect">
            <a:avLst/>
          </a:prstGeom>
          <a:solidFill>
            <a:srgbClr val="D9DCDF"/>
          </a:solidFill>
          <a:ln/>
        </p:spPr>
        <p:txBody>
          <a:bodyPr>
            <a:noAutofit/>
          </a:bodyPr>
          <a:p/>
        </p:txBody>
      </p:sp>
      <p:sp>
        <p:nvSpPr>
          <p:cNvPr id="262" name="shape:262"/>
          <p:cNvSpPr/>
          <p:nvPr/>
        </p:nvSpPr>
        <p:spPr>
          <a:xfrm>
            <a:off x="7401992" y="3963564"/>
            <a:ext cx="75600" cy="75600"/>
          </a:xfrm>
          <a:prstGeom prst="rect">
            <a:avLst/>
          </a:prstGeom>
          <a:solidFill>
            <a:srgbClr val="D9DCDF"/>
          </a:solidFill>
          <a:ln/>
        </p:spPr>
        <p:txBody>
          <a:bodyPr>
            <a:noAutofit/>
          </a:bodyPr>
          <a:p/>
        </p:txBody>
      </p:sp>
      <p:sp>
        <p:nvSpPr>
          <p:cNvPr id="263" name="shape:263"/>
          <p:cNvSpPr/>
          <p:nvPr/>
        </p:nvSpPr>
        <p:spPr>
          <a:xfrm>
            <a:off x="7509992" y="3963564"/>
            <a:ext cx="75600" cy="75600"/>
          </a:xfrm>
          <a:prstGeom prst="rect">
            <a:avLst/>
          </a:prstGeom>
          <a:solidFill>
            <a:srgbClr val="D9DCDF"/>
          </a:solidFill>
          <a:ln/>
        </p:spPr>
        <p:txBody>
          <a:bodyPr>
            <a:noAutofit/>
          </a:bodyPr>
          <a:p/>
        </p:txBody>
      </p:sp>
      <p:sp>
        <p:nvSpPr>
          <p:cNvPr id="264" name="shape:264"/>
          <p:cNvSpPr/>
          <p:nvPr/>
        </p:nvSpPr>
        <p:spPr>
          <a:xfrm>
            <a:off x="7617992" y="3963564"/>
            <a:ext cx="75600" cy="75600"/>
          </a:xfrm>
          <a:prstGeom prst="rect">
            <a:avLst/>
          </a:prstGeom>
          <a:solidFill>
            <a:srgbClr val="D9DCDF"/>
          </a:solidFill>
          <a:ln/>
        </p:spPr>
        <p:txBody>
          <a:bodyPr>
            <a:noAutofit/>
          </a:bodyPr>
          <a:p/>
        </p:txBody>
      </p:sp>
      <p:sp>
        <p:nvSpPr>
          <p:cNvPr id="265" name="shape:265"/>
          <p:cNvSpPr/>
          <p:nvPr/>
        </p:nvSpPr>
        <p:spPr>
          <a:xfrm>
            <a:off x="7725992" y="3963564"/>
            <a:ext cx="75600" cy="75600"/>
          </a:xfrm>
          <a:prstGeom prst="rect">
            <a:avLst/>
          </a:prstGeom>
          <a:solidFill>
            <a:srgbClr val="D9DCDF"/>
          </a:solidFill>
          <a:ln/>
        </p:spPr>
        <p:txBody>
          <a:bodyPr>
            <a:noAutofit/>
          </a:bodyPr>
          <a:p/>
        </p:txBody>
      </p:sp>
      <p:sp>
        <p:nvSpPr>
          <p:cNvPr id="266" name="shape:266"/>
          <p:cNvSpPr/>
          <p:nvPr/>
        </p:nvSpPr>
        <p:spPr>
          <a:xfrm>
            <a:off x="7833992" y="3963564"/>
            <a:ext cx="75600" cy="75600"/>
          </a:xfrm>
          <a:prstGeom prst="rect">
            <a:avLst/>
          </a:prstGeom>
          <a:solidFill>
            <a:srgbClr val="D9DCDF"/>
          </a:solidFill>
          <a:ln/>
        </p:spPr>
        <p:txBody>
          <a:bodyPr>
            <a:noAutofit/>
          </a:bodyPr>
          <a:p/>
        </p:txBody>
      </p:sp>
      <p:sp>
        <p:nvSpPr>
          <p:cNvPr id="267" name="shape:267"/>
          <p:cNvSpPr/>
          <p:nvPr/>
        </p:nvSpPr>
        <p:spPr>
          <a:xfrm>
            <a:off x="7941992" y="3963564"/>
            <a:ext cx="75600" cy="75600"/>
          </a:xfrm>
          <a:prstGeom prst="rect">
            <a:avLst/>
          </a:prstGeom>
          <a:solidFill>
            <a:srgbClr val="D9DCDF"/>
          </a:solidFill>
          <a:ln/>
        </p:spPr>
        <p:txBody>
          <a:bodyPr>
            <a:noAutofit/>
          </a:bodyPr>
          <a:p/>
        </p:txBody>
      </p:sp>
      <p:sp>
        <p:nvSpPr>
          <p:cNvPr id="268" name="shape:268"/>
          <p:cNvSpPr/>
          <p:nvPr/>
        </p:nvSpPr>
        <p:spPr>
          <a:xfrm>
            <a:off x="6969992" y="4071564"/>
            <a:ext cx="75600" cy="75600"/>
          </a:xfrm>
          <a:prstGeom prst="rect">
            <a:avLst/>
          </a:prstGeom>
          <a:solidFill>
            <a:srgbClr val="D9DCDF"/>
          </a:solidFill>
          <a:ln/>
        </p:spPr>
        <p:txBody>
          <a:bodyPr>
            <a:noAutofit/>
          </a:bodyPr>
          <a:p/>
        </p:txBody>
      </p:sp>
      <p:sp>
        <p:nvSpPr>
          <p:cNvPr id="269" name="shape:269"/>
          <p:cNvSpPr/>
          <p:nvPr/>
        </p:nvSpPr>
        <p:spPr>
          <a:xfrm>
            <a:off x="7077992" y="4071564"/>
            <a:ext cx="75600" cy="75600"/>
          </a:xfrm>
          <a:prstGeom prst="rect">
            <a:avLst/>
          </a:prstGeom>
          <a:solidFill>
            <a:srgbClr val="D9DCDF"/>
          </a:solidFill>
          <a:ln/>
        </p:spPr>
        <p:txBody>
          <a:bodyPr>
            <a:noAutofit/>
          </a:bodyPr>
          <a:p/>
        </p:txBody>
      </p:sp>
      <p:sp>
        <p:nvSpPr>
          <p:cNvPr id="270" name="shape:270"/>
          <p:cNvSpPr/>
          <p:nvPr/>
        </p:nvSpPr>
        <p:spPr>
          <a:xfrm>
            <a:off x="7185992" y="4071564"/>
            <a:ext cx="75600" cy="75600"/>
          </a:xfrm>
          <a:prstGeom prst="rect">
            <a:avLst/>
          </a:prstGeom>
          <a:solidFill>
            <a:srgbClr val="D9DCDF"/>
          </a:solidFill>
          <a:ln/>
        </p:spPr>
        <p:txBody>
          <a:bodyPr>
            <a:noAutofit/>
          </a:bodyPr>
          <a:p/>
        </p:txBody>
      </p:sp>
      <p:sp>
        <p:nvSpPr>
          <p:cNvPr id="271" name="shape:271"/>
          <p:cNvSpPr/>
          <p:nvPr/>
        </p:nvSpPr>
        <p:spPr>
          <a:xfrm>
            <a:off x="7293992" y="4071564"/>
            <a:ext cx="75600" cy="75600"/>
          </a:xfrm>
          <a:prstGeom prst="rect">
            <a:avLst/>
          </a:prstGeom>
          <a:solidFill>
            <a:srgbClr val="D9DCDF"/>
          </a:solidFill>
          <a:ln/>
        </p:spPr>
        <p:txBody>
          <a:bodyPr>
            <a:noAutofit/>
          </a:bodyPr>
          <a:p/>
        </p:txBody>
      </p:sp>
      <p:sp>
        <p:nvSpPr>
          <p:cNvPr id="272" name="shape:272"/>
          <p:cNvSpPr/>
          <p:nvPr/>
        </p:nvSpPr>
        <p:spPr>
          <a:xfrm>
            <a:off x="7401992" y="4071564"/>
            <a:ext cx="75600" cy="75600"/>
          </a:xfrm>
          <a:prstGeom prst="rect">
            <a:avLst/>
          </a:prstGeom>
          <a:solidFill>
            <a:srgbClr val="D9DCDF"/>
          </a:solidFill>
          <a:ln/>
        </p:spPr>
        <p:txBody>
          <a:bodyPr>
            <a:noAutofit/>
          </a:bodyPr>
          <a:p/>
        </p:txBody>
      </p:sp>
      <p:sp>
        <p:nvSpPr>
          <p:cNvPr id="273" name="shape:273"/>
          <p:cNvSpPr/>
          <p:nvPr/>
        </p:nvSpPr>
        <p:spPr>
          <a:xfrm>
            <a:off x="7509992" y="4071564"/>
            <a:ext cx="75600" cy="75600"/>
          </a:xfrm>
          <a:prstGeom prst="rect">
            <a:avLst/>
          </a:prstGeom>
          <a:solidFill>
            <a:srgbClr val="D9DCDF"/>
          </a:solidFill>
          <a:ln/>
        </p:spPr>
        <p:txBody>
          <a:bodyPr>
            <a:noAutofit/>
          </a:bodyPr>
          <a:p/>
        </p:txBody>
      </p:sp>
      <p:sp>
        <p:nvSpPr>
          <p:cNvPr id="274" name="shape:274"/>
          <p:cNvSpPr/>
          <p:nvPr/>
        </p:nvSpPr>
        <p:spPr>
          <a:xfrm>
            <a:off x="7617992" y="4071564"/>
            <a:ext cx="75600" cy="75600"/>
          </a:xfrm>
          <a:prstGeom prst="rect">
            <a:avLst/>
          </a:prstGeom>
          <a:solidFill>
            <a:srgbClr val="D9DCDF"/>
          </a:solidFill>
          <a:ln/>
        </p:spPr>
        <p:txBody>
          <a:bodyPr>
            <a:noAutofit/>
          </a:bodyPr>
          <a:p/>
        </p:txBody>
      </p:sp>
      <p:sp>
        <p:nvSpPr>
          <p:cNvPr id="275" name="shape:275"/>
          <p:cNvSpPr/>
          <p:nvPr/>
        </p:nvSpPr>
        <p:spPr>
          <a:xfrm>
            <a:off x="7725992" y="4071564"/>
            <a:ext cx="75600" cy="75600"/>
          </a:xfrm>
          <a:prstGeom prst="rect">
            <a:avLst/>
          </a:prstGeom>
          <a:solidFill>
            <a:srgbClr val="D9DCDF"/>
          </a:solidFill>
          <a:ln/>
        </p:spPr>
        <p:txBody>
          <a:bodyPr>
            <a:noAutofit/>
          </a:bodyPr>
          <a:p/>
        </p:txBody>
      </p:sp>
      <p:sp>
        <p:nvSpPr>
          <p:cNvPr id="276" name="shape:276"/>
          <p:cNvSpPr/>
          <p:nvPr/>
        </p:nvSpPr>
        <p:spPr>
          <a:xfrm>
            <a:off x="7833992" y="4071564"/>
            <a:ext cx="75600" cy="75600"/>
          </a:xfrm>
          <a:prstGeom prst="rect">
            <a:avLst/>
          </a:prstGeom>
          <a:solidFill>
            <a:srgbClr val="D9DCDF"/>
          </a:solidFill>
          <a:ln/>
        </p:spPr>
        <p:txBody>
          <a:bodyPr>
            <a:noAutofit/>
          </a:bodyPr>
          <a:p/>
        </p:txBody>
      </p:sp>
      <p:sp>
        <p:nvSpPr>
          <p:cNvPr id="277" name="shape:277"/>
          <p:cNvSpPr/>
          <p:nvPr/>
        </p:nvSpPr>
        <p:spPr>
          <a:xfrm>
            <a:off x="7941992" y="4071564"/>
            <a:ext cx="75600" cy="75600"/>
          </a:xfrm>
          <a:prstGeom prst="rect">
            <a:avLst/>
          </a:prstGeom>
          <a:solidFill>
            <a:srgbClr val="D9DCDF"/>
          </a:solidFill>
          <a:ln/>
        </p:spPr>
        <p:txBody>
          <a:bodyPr>
            <a:noAutofit/>
          </a:bodyPr>
          <a:p/>
        </p:txBody>
      </p:sp>
      <p:sp>
        <p:nvSpPr>
          <p:cNvPr id="278" name="shape:278"/>
          <p:cNvSpPr/>
          <p:nvPr/>
        </p:nvSpPr>
        <p:spPr>
          <a:xfrm>
            <a:off x="6969992" y="4179564"/>
            <a:ext cx="75600" cy="75600"/>
          </a:xfrm>
          <a:prstGeom prst="rect">
            <a:avLst/>
          </a:prstGeom>
          <a:solidFill>
            <a:srgbClr val="D9DCDF"/>
          </a:solidFill>
          <a:ln/>
        </p:spPr>
        <p:txBody>
          <a:bodyPr>
            <a:noAutofit/>
          </a:bodyPr>
          <a:p/>
        </p:txBody>
      </p:sp>
      <p:sp>
        <p:nvSpPr>
          <p:cNvPr id="279" name="shape:279"/>
          <p:cNvSpPr/>
          <p:nvPr/>
        </p:nvSpPr>
        <p:spPr>
          <a:xfrm>
            <a:off x="7077992" y="4179564"/>
            <a:ext cx="75600" cy="75600"/>
          </a:xfrm>
          <a:prstGeom prst="rect">
            <a:avLst/>
          </a:prstGeom>
          <a:solidFill>
            <a:srgbClr val="D9DCDF"/>
          </a:solidFill>
          <a:ln/>
        </p:spPr>
        <p:txBody>
          <a:bodyPr>
            <a:noAutofit/>
          </a:bodyPr>
          <a:p/>
        </p:txBody>
      </p:sp>
      <p:sp>
        <p:nvSpPr>
          <p:cNvPr id="280" name="shape:280"/>
          <p:cNvSpPr/>
          <p:nvPr/>
        </p:nvSpPr>
        <p:spPr>
          <a:xfrm>
            <a:off x="7185992" y="4179564"/>
            <a:ext cx="75600" cy="75600"/>
          </a:xfrm>
          <a:prstGeom prst="rect">
            <a:avLst/>
          </a:prstGeom>
          <a:solidFill>
            <a:srgbClr val="D9DCDF"/>
          </a:solidFill>
          <a:ln/>
        </p:spPr>
        <p:txBody>
          <a:bodyPr>
            <a:noAutofit/>
          </a:bodyPr>
          <a:p/>
        </p:txBody>
      </p:sp>
      <p:sp>
        <p:nvSpPr>
          <p:cNvPr id="281" name="shape:281"/>
          <p:cNvSpPr/>
          <p:nvPr/>
        </p:nvSpPr>
        <p:spPr>
          <a:xfrm>
            <a:off x="7293992" y="4179564"/>
            <a:ext cx="75600" cy="75600"/>
          </a:xfrm>
          <a:prstGeom prst="rect">
            <a:avLst/>
          </a:prstGeom>
          <a:solidFill>
            <a:srgbClr val="D9DCDF"/>
          </a:solidFill>
          <a:ln/>
        </p:spPr>
        <p:txBody>
          <a:bodyPr>
            <a:noAutofit/>
          </a:bodyPr>
          <a:p/>
        </p:txBody>
      </p:sp>
      <p:sp>
        <p:nvSpPr>
          <p:cNvPr id="282" name="shape:282"/>
          <p:cNvSpPr/>
          <p:nvPr/>
        </p:nvSpPr>
        <p:spPr>
          <a:xfrm>
            <a:off x="7401992" y="4179564"/>
            <a:ext cx="75600" cy="75600"/>
          </a:xfrm>
          <a:prstGeom prst="rect">
            <a:avLst/>
          </a:prstGeom>
          <a:solidFill>
            <a:srgbClr val="D9DCDF"/>
          </a:solidFill>
          <a:ln/>
        </p:spPr>
        <p:txBody>
          <a:bodyPr>
            <a:noAutofit/>
          </a:bodyPr>
          <a:p/>
        </p:txBody>
      </p:sp>
      <p:sp>
        <p:nvSpPr>
          <p:cNvPr id="283" name="shape:283"/>
          <p:cNvSpPr/>
          <p:nvPr/>
        </p:nvSpPr>
        <p:spPr>
          <a:xfrm>
            <a:off x="7509992" y="4179564"/>
            <a:ext cx="75600" cy="75600"/>
          </a:xfrm>
          <a:prstGeom prst="rect">
            <a:avLst/>
          </a:prstGeom>
          <a:solidFill>
            <a:srgbClr val="D9DCDF"/>
          </a:solidFill>
          <a:ln/>
        </p:spPr>
        <p:txBody>
          <a:bodyPr>
            <a:noAutofit/>
          </a:bodyPr>
          <a:p/>
        </p:txBody>
      </p:sp>
      <p:sp>
        <p:nvSpPr>
          <p:cNvPr id="284" name="shape:284"/>
          <p:cNvSpPr/>
          <p:nvPr/>
        </p:nvSpPr>
        <p:spPr>
          <a:xfrm>
            <a:off x="7617992" y="4179564"/>
            <a:ext cx="75600" cy="75600"/>
          </a:xfrm>
          <a:prstGeom prst="rect">
            <a:avLst/>
          </a:prstGeom>
          <a:solidFill>
            <a:srgbClr val="D9DCDF"/>
          </a:solidFill>
          <a:ln/>
        </p:spPr>
        <p:txBody>
          <a:bodyPr>
            <a:noAutofit/>
          </a:bodyPr>
          <a:p/>
        </p:txBody>
      </p:sp>
      <p:sp>
        <p:nvSpPr>
          <p:cNvPr id="285" name="shape:285"/>
          <p:cNvSpPr/>
          <p:nvPr/>
        </p:nvSpPr>
        <p:spPr>
          <a:xfrm>
            <a:off x="7725992" y="4179564"/>
            <a:ext cx="75600" cy="75600"/>
          </a:xfrm>
          <a:prstGeom prst="rect">
            <a:avLst/>
          </a:prstGeom>
          <a:solidFill>
            <a:srgbClr val="D9DCDF"/>
          </a:solidFill>
          <a:ln/>
        </p:spPr>
        <p:txBody>
          <a:bodyPr>
            <a:noAutofit/>
          </a:bodyPr>
          <a:p/>
        </p:txBody>
      </p:sp>
      <p:sp>
        <p:nvSpPr>
          <p:cNvPr id="286" name="shape:286"/>
          <p:cNvSpPr/>
          <p:nvPr/>
        </p:nvSpPr>
        <p:spPr>
          <a:xfrm>
            <a:off x="7833992" y="4179564"/>
            <a:ext cx="75600" cy="75600"/>
          </a:xfrm>
          <a:prstGeom prst="rect">
            <a:avLst/>
          </a:prstGeom>
          <a:solidFill>
            <a:srgbClr val="D9DCDF"/>
          </a:solidFill>
          <a:ln/>
        </p:spPr>
        <p:txBody>
          <a:bodyPr>
            <a:noAutofit/>
          </a:bodyPr>
          <a:p/>
        </p:txBody>
      </p:sp>
      <p:sp>
        <p:nvSpPr>
          <p:cNvPr id="287" name="shape:287"/>
          <p:cNvSpPr/>
          <p:nvPr/>
        </p:nvSpPr>
        <p:spPr>
          <a:xfrm>
            <a:off x="7941992" y="4179564"/>
            <a:ext cx="75600" cy="75600"/>
          </a:xfrm>
          <a:prstGeom prst="rect">
            <a:avLst/>
          </a:prstGeom>
          <a:solidFill>
            <a:srgbClr val="D9DCDF"/>
          </a:solidFill>
          <a:ln/>
        </p:spPr>
        <p:txBody>
          <a:bodyPr>
            <a:noAutofit/>
          </a:bodyPr>
          <a:p/>
        </p:txBody>
      </p:sp>
      <p:sp>
        <p:nvSpPr>
          <p:cNvPr id="288" name="shape:288"/>
          <p:cNvSpPr/>
          <p:nvPr/>
        </p:nvSpPr>
        <p:spPr>
          <a:xfrm>
            <a:off x="6969992" y="4287564"/>
            <a:ext cx="75600" cy="75600"/>
          </a:xfrm>
          <a:prstGeom prst="rect">
            <a:avLst/>
          </a:prstGeom>
          <a:solidFill>
            <a:srgbClr val="D9DCDF"/>
          </a:solidFill>
          <a:ln/>
        </p:spPr>
        <p:txBody>
          <a:bodyPr>
            <a:noAutofit/>
          </a:bodyPr>
          <a:p/>
        </p:txBody>
      </p:sp>
      <p:sp>
        <p:nvSpPr>
          <p:cNvPr id="289" name="shape:289"/>
          <p:cNvSpPr/>
          <p:nvPr/>
        </p:nvSpPr>
        <p:spPr>
          <a:xfrm>
            <a:off x="7077992" y="4287564"/>
            <a:ext cx="75600" cy="75600"/>
          </a:xfrm>
          <a:prstGeom prst="rect">
            <a:avLst/>
          </a:prstGeom>
          <a:solidFill>
            <a:srgbClr val="D9DCDF"/>
          </a:solidFill>
          <a:ln/>
        </p:spPr>
        <p:txBody>
          <a:bodyPr>
            <a:noAutofit/>
          </a:bodyPr>
          <a:p/>
        </p:txBody>
      </p:sp>
      <p:sp>
        <p:nvSpPr>
          <p:cNvPr id="290" name="shape:290"/>
          <p:cNvSpPr/>
          <p:nvPr/>
        </p:nvSpPr>
        <p:spPr>
          <a:xfrm>
            <a:off x="7185992" y="4287564"/>
            <a:ext cx="75600" cy="75600"/>
          </a:xfrm>
          <a:prstGeom prst="rect">
            <a:avLst/>
          </a:prstGeom>
          <a:solidFill>
            <a:srgbClr val="D9DCDF"/>
          </a:solidFill>
          <a:ln/>
        </p:spPr>
        <p:txBody>
          <a:bodyPr>
            <a:noAutofit/>
          </a:bodyPr>
          <a:p/>
        </p:txBody>
      </p:sp>
      <p:sp>
        <p:nvSpPr>
          <p:cNvPr id="291" name="shape:291"/>
          <p:cNvSpPr/>
          <p:nvPr/>
        </p:nvSpPr>
        <p:spPr>
          <a:xfrm>
            <a:off x="7293992" y="4287564"/>
            <a:ext cx="75600" cy="75600"/>
          </a:xfrm>
          <a:prstGeom prst="rect">
            <a:avLst/>
          </a:prstGeom>
          <a:solidFill>
            <a:srgbClr val="D9DCDF"/>
          </a:solidFill>
          <a:ln/>
        </p:spPr>
        <p:txBody>
          <a:bodyPr>
            <a:noAutofit/>
          </a:bodyPr>
          <a:p/>
        </p:txBody>
      </p:sp>
      <p:sp>
        <p:nvSpPr>
          <p:cNvPr id="292" name="shape:292"/>
          <p:cNvSpPr/>
          <p:nvPr/>
        </p:nvSpPr>
        <p:spPr>
          <a:xfrm>
            <a:off x="7401992" y="4287564"/>
            <a:ext cx="75600" cy="75600"/>
          </a:xfrm>
          <a:prstGeom prst="rect">
            <a:avLst/>
          </a:prstGeom>
          <a:solidFill>
            <a:srgbClr val="D9DCDF"/>
          </a:solidFill>
          <a:ln/>
        </p:spPr>
        <p:txBody>
          <a:bodyPr>
            <a:noAutofit/>
          </a:bodyPr>
          <a:p/>
        </p:txBody>
      </p:sp>
      <p:sp>
        <p:nvSpPr>
          <p:cNvPr id="293" name="shape:293"/>
          <p:cNvSpPr/>
          <p:nvPr/>
        </p:nvSpPr>
        <p:spPr>
          <a:xfrm>
            <a:off x="7509992" y="4287564"/>
            <a:ext cx="75600" cy="75600"/>
          </a:xfrm>
          <a:prstGeom prst="rect">
            <a:avLst/>
          </a:prstGeom>
          <a:solidFill>
            <a:srgbClr val="D9DCDF"/>
          </a:solidFill>
          <a:ln/>
        </p:spPr>
        <p:txBody>
          <a:bodyPr>
            <a:noAutofit/>
          </a:bodyPr>
          <a:p/>
        </p:txBody>
      </p:sp>
      <p:sp>
        <p:nvSpPr>
          <p:cNvPr id="294" name="shape:294"/>
          <p:cNvSpPr/>
          <p:nvPr/>
        </p:nvSpPr>
        <p:spPr>
          <a:xfrm>
            <a:off x="7617992" y="4287564"/>
            <a:ext cx="75600" cy="75600"/>
          </a:xfrm>
          <a:prstGeom prst="rect">
            <a:avLst/>
          </a:prstGeom>
          <a:solidFill>
            <a:srgbClr val="D9DCDF"/>
          </a:solidFill>
          <a:ln/>
        </p:spPr>
        <p:txBody>
          <a:bodyPr>
            <a:noAutofit/>
          </a:bodyPr>
          <a:p/>
        </p:txBody>
      </p:sp>
      <p:sp>
        <p:nvSpPr>
          <p:cNvPr id="295" name="shape:295"/>
          <p:cNvSpPr/>
          <p:nvPr/>
        </p:nvSpPr>
        <p:spPr>
          <a:xfrm>
            <a:off x="7725992" y="4287564"/>
            <a:ext cx="75600" cy="75600"/>
          </a:xfrm>
          <a:prstGeom prst="rect">
            <a:avLst/>
          </a:prstGeom>
          <a:solidFill>
            <a:srgbClr val="D9DCDF"/>
          </a:solidFill>
          <a:ln/>
        </p:spPr>
        <p:txBody>
          <a:bodyPr>
            <a:noAutofit/>
          </a:bodyPr>
          <a:p/>
        </p:txBody>
      </p:sp>
      <p:sp>
        <p:nvSpPr>
          <p:cNvPr id="296" name="shape:296"/>
          <p:cNvSpPr/>
          <p:nvPr/>
        </p:nvSpPr>
        <p:spPr>
          <a:xfrm>
            <a:off x="7833992" y="4287564"/>
            <a:ext cx="75600" cy="75600"/>
          </a:xfrm>
          <a:prstGeom prst="rect">
            <a:avLst/>
          </a:prstGeom>
          <a:solidFill>
            <a:srgbClr val="D9DCDF"/>
          </a:solidFill>
          <a:ln/>
        </p:spPr>
        <p:txBody>
          <a:bodyPr>
            <a:noAutofit/>
          </a:bodyPr>
          <a:p/>
        </p:txBody>
      </p:sp>
      <p:sp>
        <p:nvSpPr>
          <p:cNvPr id="297" name="shape:297"/>
          <p:cNvSpPr/>
          <p:nvPr/>
        </p:nvSpPr>
        <p:spPr>
          <a:xfrm>
            <a:off x="7941992" y="4287564"/>
            <a:ext cx="75600" cy="75600"/>
          </a:xfrm>
          <a:prstGeom prst="rect">
            <a:avLst/>
          </a:prstGeom>
          <a:solidFill>
            <a:srgbClr val="D9DCDF"/>
          </a:solidFill>
          <a:ln/>
        </p:spPr>
        <p:txBody>
          <a:bodyPr>
            <a:noAutofit/>
          </a:bodyPr>
          <a:p/>
        </p:txBody>
      </p:sp>
      <p:sp>
        <p:nvSpPr>
          <p:cNvPr id="298" name="shape:298"/>
          <p:cNvSpPr/>
          <p:nvPr/>
        </p:nvSpPr>
        <p:spPr>
          <a:xfrm>
            <a:off x="6969992" y="4395564"/>
            <a:ext cx="75600" cy="75600"/>
          </a:xfrm>
          <a:prstGeom prst="rect">
            <a:avLst/>
          </a:prstGeom>
          <a:solidFill>
            <a:srgbClr val="D9DCDF"/>
          </a:solidFill>
          <a:ln/>
        </p:spPr>
        <p:txBody>
          <a:bodyPr>
            <a:noAutofit/>
          </a:bodyPr>
          <a:p/>
        </p:txBody>
      </p:sp>
      <p:sp>
        <p:nvSpPr>
          <p:cNvPr id="299" name="shape:299"/>
          <p:cNvSpPr/>
          <p:nvPr/>
        </p:nvSpPr>
        <p:spPr>
          <a:xfrm>
            <a:off x="7077992" y="4395564"/>
            <a:ext cx="75600" cy="75600"/>
          </a:xfrm>
          <a:prstGeom prst="rect">
            <a:avLst/>
          </a:prstGeom>
          <a:solidFill>
            <a:srgbClr val="D9DCDF"/>
          </a:solidFill>
          <a:ln/>
        </p:spPr>
        <p:txBody>
          <a:bodyPr>
            <a:noAutofit/>
          </a:bodyPr>
          <a:p/>
        </p:txBody>
      </p:sp>
      <p:sp>
        <p:nvSpPr>
          <p:cNvPr id="300" name="shape:300"/>
          <p:cNvSpPr/>
          <p:nvPr/>
        </p:nvSpPr>
        <p:spPr>
          <a:xfrm>
            <a:off x="7185992" y="4395564"/>
            <a:ext cx="75600" cy="75600"/>
          </a:xfrm>
          <a:prstGeom prst="rect">
            <a:avLst/>
          </a:prstGeom>
          <a:solidFill>
            <a:srgbClr val="D9DCDF"/>
          </a:solidFill>
          <a:ln/>
        </p:spPr>
        <p:txBody>
          <a:bodyPr>
            <a:noAutofit/>
          </a:bodyPr>
          <a:p/>
        </p:txBody>
      </p:sp>
      <p:sp>
        <p:nvSpPr>
          <p:cNvPr id="301" name="shape:301"/>
          <p:cNvSpPr/>
          <p:nvPr/>
        </p:nvSpPr>
        <p:spPr>
          <a:xfrm>
            <a:off x="7293992" y="4395564"/>
            <a:ext cx="75600" cy="75600"/>
          </a:xfrm>
          <a:prstGeom prst="rect">
            <a:avLst/>
          </a:prstGeom>
          <a:solidFill>
            <a:srgbClr val="D9DCDF"/>
          </a:solidFill>
          <a:ln/>
        </p:spPr>
        <p:txBody>
          <a:bodyPr>
            <a:noAutofit/>
          </a:bodyPr>
          <a:p/>
        </p:txBody>
      </p:sp>
      <p:sp>
        <p:nvSpPr>
          <p:cNvPr id="302" name="shape:302"/>
          <p:cNvSpPr/>
          <p:nvPr/>
        </p:nvSpPr>
        <p:spPr>
          <a:xfrm>
            <a:off x="7401992" y="4395564"/>
            <a:ext cx="75600" cy="75600"/>
          </a:xfrm>
          <a:prstGeom prst="rect">
            <a:avLst/>
          </a:prstGeom>
          <a:solidFill>
            <a:srgbClr val="D9DCDF"/>
          </a:solidFill>
          <a:ln/>
        </p:spPr>
        <p:txBody>
          <a:bodyPr>
            <a:noAutofit/>
          </a:bodyPr>
          <a:p/>
        </p:txBody>
      </p:sp>
      <p:sp>
        <p:nvSpPr>
          <p:cNvPr id="303" name="shape:303"/>
          <p:cNvSpPr/>
          <p:nvPr/>
        </p:nvSpPr>
        <p:spPr>
          <a:xfrm>
            <a:off x="7509992" y="4395564"/>
            <a:ext cx="75600" cy="75600"/>
          </a:xfrm>
          <a:prstGeom prst="rect">
            <a:avLst/>
          </a:prstGeom>
          <a:solidFill>
            <a:srgbClr val="D9DCDF"/>
          </a:solidFill>
          <a:ln/>
        </p:spPr>
        <p:txBody>
          <a:bodyPr>
            <a:noAutofit/>
          </a:bodyPr>
          <a:p/>
        </p:txBody>
      </p:sp>
      <p:sp>
        <p:nvSpPr>
          <p:cNvPr id="304" name="shape:304"/>
          <p:cNvSpPr/>
          <p:nvPr/>
        </p:nvSpPr>
        <p:spPr>
          <a:xfrm>
            <a:off x="7617992" y="4395564"/>
            <a:ext cx="75600" cy="75600"/>
          </a:xfrm>
          <a:prstGeom prst="rect">
            <a:avLst/>
          </a:prstGeom>
          <a:solidFill>
            <a:srgbClr val="D9DCDF"/>
          </a:solidFill>
          <a:ln/>
        </p:spPr>
        <p:txBody>
          <a:bodyPr>
            <a:noAutofit/>
          </a:bodyPr>
          <a:p/>
        </p:txBody>
      </p:sp>
      <p:sp>
        <p:nvSpPr>
          <p:cNvPr id="305" name="shape:305"/>
          <p:cNvSpPr/>
          <p:nvPr/>
        </p:nvSpPr>
        <p:spPr>
          <a:xfrm>
            <a:off x="7725992" y="4395564"/>
            <a:ext cx="75600" cy="75600"/>
          </a:xfrm>
          <a:prstGeom prst="rect">
            <a:avLst/>
          </a:prstGeom>
          <a:solidFill>
            <a:srgbClr val="D9DCDF"/>
          </a:solidFill>
          <a:ln/>
        </p:spPr>
        <p:txBody>
          <a:bodyPr>
            <a:noAutofit/>
          </a:bodyPr>
          <a:p/>
        </p:txBody>
      </p:sp>
      <p:sp>
        <p:nvSpPr>
          <p:cNvPr id="306" name="shape:306"/>
          <p:cNvSpPr/>
          <p:nvPr/>
        </p:nvSpPr>
        <p:spPr>
          <a:xfrm>
            <a:off x="7833992" y="4395564"/>
            <a:ext cx="75600" cy="75600"/>
          </a:xfrm>
          <a:prstGeom prst="rect">
            <a:avLst/>
          </a:prstGeom>
          <a:solidFill>
            <a:srgbClr val="D9DCDF"/>
          </a:solidFill>
          <a:ln/>
        </p:spPr>
        <p:txBody>
          <a:bodyPr>
            <a:noAutofit/>
          </a:bodyPr>
          <a:p/>
        </p:txBody>
      </p:sp>
      <p:sp>
        <p:nvSpPr>
          <p:cNvPr id="307" name="shape:307"/>
          <p:cNvSpPr/>
          <p:nvPr/>
        </p:nvSpPr>
        <p:spPr>
          <a:xfrm>
            <a:off x="7941992" y="4395564"/>
            <a:ext cx="75600" cy="75600"/>
          </a:xfrm>
          <a:prstGeom prst="rect">
            <a:avLst/>
          </a:prstGeom>
          <a:solidFill>
            <a:srgbClr val="D9DCDF"/>
          </a:solidFill>
          <a:ln/>
        </p:spPr>
        <p:txBody>
          <a:bodyPr>
            <a:noAutofit/>
          </a:bodyPr>
          <a:p/>
        </p:txBody>
      </p:sp>
      <p:sp>
        <p:nvSpPr>
          <p:cNvPr id="308" name="shape:308"/>
          <p:cNvSpPr/>
          <p:nvPr/>
        </p:nvSpPr>
        <p:spPr>
          <a:xfrm>
            <a:off x="6969992" y="4503564"/>
            <a:ext cx="75600" cy="75600"/>
          </a:xfrm>
          <a:prstGeom prst="rect">
            <a:avLst/>
          </a:prstGeom>
          <a:solidFill>
            <a:srgbClr val="D9DCDF"/>
          </a:solidFill>
          <a:ln/>
        </p:spPr>
        <p:txBody>
          <a:bodyPr>
            <a:noAutofit/>
          </a:bodyPr>
          <a:p/>
        </p:txBody>
      </p:sp>
      <p:sp>
        <p:nvSpPr>
          <p:cNvPr id="309" name="shape:309"/>
          <p:cNvSpPr/>
          <p:nvPr/>
        </p:nvSpPr>
        <p:spPr>
          <a:xfrm>
            <a:off x="7077992" y="4503564"/>
            <a:ext cx="75600" cy="75600"/>
          </a:xfrm>
          <a:prstGeom prst="rect">
            <a:avLst/>
          </a:prstGeom>
          <a:solidFill>
            <a:srgbClr val="D9DCDF"/>
          </a:solidFill>
          <a:ln/>
        </p:spPr>
        <p:txBody>
          <a:bodyPr>
            <a:noAutofit/>
          </a:bodyPr>
          <a:p/>
        </p:txBody>
      </p:sp>
      <p:sp>
        <p:nvSpPr>
          <p:cNvPr id="310" name="shape:310"/>
          <p:cNvSpPr/>
          <p:nvPr/>
        </p:nvSpPr>
        <p:spPr>
          <a:xfrm>
            <a:off x="7185992" y="4503564"/>
            <a:ext cx="75600" cy="75600"/>
          </a:xfrm>
          <a:prstGeom prst="rect">
            <a:avLst/>
          </a:prstGeom>
          <a:solidFill>
            <a:srgbClr val="D9DCDF"/>
          </a:solidFill>
          <a:ln/>
        </p:spPr>
        <p:txBody>
          <a:bodyPr>
            <a:noAutofit/>
          </a:bodyPr>
          <a:p/>
        </p:txBody>
      </p:sp>
      <p:sp>
        <p:nvSpPr>
          <p:cNvPr id="311" name="shape:311"/>
          <p:cNvSpPr/>
          <p:nvPr/>
        </p:nvSpPr>
        <p:spPr>
          <a:xfrm>
            <a:off x="7293992" y="4503564"/>
            <a:ext cx="75600" cy="75600"/>
          </a:xfrm>
          <a:prstGeom prst="rect">
            <a:avLst/>
          </a:prstGeom>
          <a:solidFill>
            <a:srgbClr val="D9DCDF"/>
          </a:solidFill>
          <a:ln/>
        </p:spPr>
        <p:txBody>
          <a:bodyPr>
            <a:noAutofit/>
          </a:bodyPr>
          <a:p/>
        </p:txBody>
      </p:sp>
      <p:sp>
        <p:nvSpPr>
          <p:cNvPr id="312" name="shape:312"/>
          <p:cNvSpPr/>
          <p:nvPr/>
        </p:nvSpPr>
        <p:spPr>
          <a:xfrm>
            <a:off x="7401992" y="4503564"/>
            <a:ext cx="75600" cy="75600"/>
          </a:xfrm>
          <a:prstGeom prst="rect">
            <a:avLst/>
          </a:prstGeom>
          <a:solidFill>
            <a:srgbClr val="D9DCDF"/>
          </a:solidFill>
          <a:ln/>
        </p:spPr>
        <p:txBody>
          <a:bodyPr>
            <a:noAutofit/>
          </a:bodyPr>
          <a:p/>
        </p:txBody>
      </p:sp>
      <p:sp>
        <p:nvSpPr>
          <p:cNvPr id="313" name="shape:313"/>
          <p:cNvSpPr/>
          <p:nvPr/>
        </p:nvSpPr>
        <p:spPr>
          <a:xfrm>
            <a:off x="7509992" y="4503564"/>
            <a:ext cx="75600" cy="75600"/>
          </a:xfrm>
          <a:prstGeom prst="rect">
            <a:avLst/>
          </a:prstGeom>
          <a:solidFill>
            <a:srgbClr val="D9DCDF"/>
          </a:solidFill>
          <a:ln/>
        </p:spPr>
        <p:txBody>
          <a:bodyPr>
            <a:noAutofit/>
          </a:bodyPr>
          <a:p/>
        </p:txBody>
      </p:sp>
      <p:sp>
        <p:nvSpPr>
          <p:cNvPr id="314" name="shape:314"/>
          <p:cNvSpPr/>
          <p:nvPr/>
        </p:nvSpPr>
        <p:spPr>
          <a:xfrm>
            <a:off x="7617992" y="4503564"/>
            <a:ext cx="75600" cy="75600"/>
          </a:xfrm>
          <a:prstGeom prst="rect">
            <a:avLst/>
          </a:prstGeom>
          <a:solidFill>
            <a:srgbClr val="D9DCDF"/>
          </a:solidFill>
          <a:ln/>
        </p:spPr>
        <p:txBody>
          <a:bodyPr>
            <a:noAutofit/>
          </a:bodyPr>
          <a:p/>
        </p:txBody>
      </p:sp>
      <p:sp>
        <p:nvSpPr>
          <p:cNvPr id="315" name="shape:315"/>
          <p:cNvSpPr/>
          <p:nvPr/>
        </p:nvSpPr>
        <p:spPr>
          <a:xfrm>
            <a:off x="7725992" y="4503564"/>
            <a:ext cx="75600" cy="75600"/>
          </a:xfrm>
          <a:prstGeom prst="rect">
            <a:avLst/>
          </a:prstGeom>
          <a:solidFill>
            <a:srgbClr val="D9DCDF"/>
          </a:solidFill>
          <a:ln/>
        </p:spPr>
        <p:txBody>
          <a:bodyPr>
            <a:noAutofit/>
          </a:bodyPr>
          <a:p/>
        </p:txBody>
      </p:sp>
      <p:sp>
        <p:nvSpPr>
          <p:cNvPr id="316" name="shape:316"/>
          <p:cNvSpPr/>
          <p:nvPr/>
        </p:nvSpPr>
        <p:spPr>
          <a:xfrm>
            <a:off x="7833992" y="4503564"/>
            <a:ext cx="75600" cy="75600"/>
          </a:xfrm>
          <a:prstGeom prst="rect">
            <a:avLst/>
          </a:prstGeom>
          <a:solidFill>
            <a:srgbClr val="D9DCDF"/>
          </a:solidFill>
          <a:ln/>
        </p:spPr>
        <p:txBody>
          <a:bodyPr>
            <a:noAutofit/>
          </a:bodyPr>
          <a:p/>
        </p:txBody>
      </p:sp>
      <p:sp>
        <p:nvSpPr>
          <p:cNvPr id="317" name="shape:317"/>
          <p:cNvSpPr/>
          <p:nvPr/>
        </p:nvSpPr>
        <p:spPr>
          <a:xfrm>
            <a:off x="7941992" y="4503564"/>
            <a:ext cx="75600" cy="75600"/>
          </a:xfrm>
          <a:prstGeom prst="rect">
            <a:avLst/>
          </a:prstGeom>
          <a:solidFill>
            <a:srgbClr val="D9DCDF"/>
          </a:solidFill>
          <a:ln/>
        </p:spPr>
        <p:txBody>
          <a:bodyPr>
            <a:noAutofit/>
          </a:bodyPr>
          <a:p/>
        </p:txBody>
      </p:sp>
      <p:sp>
        <p:nvSpPr>
          <p:cNvPr id="318" name="shape:318"/>
          <p:cNvSpPr/>
          <p:nvPr/>
        </p:nvSpPr>
        <p:spPr>
          <a:xfrm>
            <a:off x="6167848"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071B2C"/>
                </a:solidFill>
                <a:latin typeface="Yu Gothic" pitchFamily="34" charset="0"/>
                <a:ea typeface="Yu Gothic" pitchFamily="34" charset="-122"/>
                <a:cs typeface="Yu Gothic" pitchFamily="34" charset="-120"/>
              </a:rPr>
              <a:t>項目5</a:t>
            </a:r>
            <a:endParaRPr lang="en-US" sz="900" dirty="0"/>
          </a:p>
        </p:txBody>
      </p:sp>
      <p:sp>
        <p:nvSpPr>
          <p:cNvPr id="319" name="shape:319"/>
          <p:cNvSpPr/>
          <p:nvPr/>
        </p:nvSpPr>
        <p:spPr>
          <a:xfrm>
            <a:off x="8963735"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13%</a:t>
            </a:r>
            <a:endParaRPr lang="en-US" sz="1500" dirty="0"/>
          </a:p>
        </p:txBody>
      </p:sp>
      <p:sp>
        <p:nvSpPr>
          <p:cNvPr id="320" name="shape:320"/>
          <p:cNvSpPr/>
          <p:nvPr/>
        </p:nvSpPr>
        <p:spPr>
          <a:xfrm>
            <a:off x="9765879" y="3531564"/>
            <a:ext cx="75600" cy="75600"/>
          </a:xfrm>
          <a:prstGeom prst="rect">
            <a:avLst/>
          </a:prstGeom>
          <a:solidFill>
            <a:srgbClr val="1E5F8C"/>
          </a:solidFill>
          <a:ln/>
        </p:spPr>
        <p:txBody>
          <a:bodyPr>
            <a:noAutofit/>
          </a:bodyPr>
          <a:p/>
        </p:txBody>
      </p:sp>
      <p:sp>
        <p:nvSpPr>
          <p:cNvPr id="321" name="shape:321"/>
          <p:cNvSpPr/>
          <p:nvPr/>
        </p:nvSpPr>
        <p:spPr>
          <a:xfrm>
            <a:off x="9873879" y="3531564"/>
            <a:ext cx="75600" cy="75600"/>
          </a:xfrm>
          <a:prstGeom prst="rect">
            <a:avLst/>
          </a:prstGeom>
          <a:solidFill>
            <a:srgbClr val="1E5F8C"/>
          </a:solidFill>
          <a:ln/>
        </p:spPr>
        <p:txBody>
          <a:bodyPr>
            <a:noAutofit/>
          </a:bodyPr>
          <a:p/>
        </p:txBody>
      </p:sp>
      <p:sp>
        <p:nvSpPr>
          <p:cNvPr id="322" name="shape:322"/>
          <p:cNvSpPr/>
          <p:nvPr/>
        </p:nvSpPr>
        <p:spPr>
          <a:xfrm>
            <a:off x="9981879" y="3531564"/>
            <a:ext cx="75600" cy="75600"/>
          </a:xfrm>
          <a:prstGeom prst="rect">
            <a:avLst/>
          </a:prstGeom>
          <a:solidFill>
            <a:srgbClr val="1E5F8C"/>
          </a:solidFill>
          <a:ln/>
        </p:spPr>
        <p:txBody>
          <a:bodyPr>
            <a:noAutofit/>
          </a:bodyPr>
          <a:p/>
        </p:txBody>
      </p:sp>
      <p:sp>
        <p:nvSpPr>
          <p:cNvPr id="323" name="shape:323"/>
          <p:cNvSpPr/>
          <p:nvPr/>
        </p:nvSpPr>
        <p:spPr>
          <a:xfrm>
            <a:off x="10089879" y="3531564"/>
            <a:ext cx="75600" cy="75600"/>
          </a:xfrm>
          <a:prstGeom prst="rect">
            <a:avLst/>
          </a:prstGeom>
          <a:solidFill>
            <a:srgbClr val="1E5F8C"/>
          </a:solidFill>
          <a:ln/>
        </p:spPr>
        <p:txBody>
          <a:bodyPr>
            <a:noAutofit/>
          </a:bodyPr>
          <a:p/>
        </p:txBody>
      </p:sp>
      <p:sp>
        <p:nvSpPr>
          <p:cNvPr id="324" name="shape:324"/>
          <p:cNvSpPr/>
          <p:nvPr/>
        </p:nvSpPr>
        <p:spPr>
          <a:xfrm>
            <a:off x="10197879" y="3531564"/>
            <a:ext cx="75600" cy="75600"/>
          </a:xfrm>
          <a:prstGeom prst="rect">
            <a:avLst/>
          </a:prstGeom>
          <a:solidFill>
            <a:srgbClr val="1E5F8C"/>
          </a:solidFill>
          <a:ln/>
        </p:spPr>
        <p:txBody>
          <a:bodyPr>
            <a:noAutofit/>
          </a:bodyPr>
          <a:p/>
        </p:txBody>
      </p:sp>
      <p:sp>
        <p:nvSpPr>
          <p:cNvPr id="325" name="shape:325"/>
          <p:cNvSpPr/>
          <p:nvPr/>
        </p:nvSpPr>
        <p:spPr>
          <a:xfrm>
            <a:off x="10305879" y="3531564"/>
            <a:ext cx="75600" cy="75600"/>
          </a:xfrm>
          <a:prstGeom prst="rect">
            <a:avLst/>
          </a:prstGeom>
          <a:solidFill>
            <a:srgbClr val="1E5F8C"/>
          </a:solidFill>
          <a:ln/>
        </p:spPr>
        <p:txBody>
          <a:bodyPr>
            <a:noAutofit/>
          </a:bodyPr>
          <a:p/>
        </p:txBody>
      </p:sp>
      <p:sp>
        <p:nvSpPr>
          <p:cNvPr id="326" name="shape:326"/>
          <p:cNvSpPr/>
          <p:nvPr/>
        </p:nvSpPr>
        <p:spPr>
          <a:xfrm>
            <a:off x="10413879" y="3531564"/>
            <a:ext cx="75600" cy="75600"/>
          </a:xfrm>
          <a:prstGeom prst="rect">
            <a:avLst/>
          </a:prstGeom>
          <a:solidFill>
            <a:srgbClr val="1E5F8C"/>
          </a:solidFill>
          <a:ln/>
        </p:spPr>
        <p:txBody>
          <a:bodyPr>
            <a:noAutofit/>
          </a:bodyPr>
          <a:p/>
        </p:txBody>
      </p:sp>
      <p:sp>
        <p:nvSpPr>
          <p:cNvPr id="327" name="shape:327"/>
          <p:cNvSpPr/>
          <p:nvPr/>
        </p:nvSpPr>
        <p:spPr>
          <a:xfrm>
            <a:off x="10521879" y="3531564"/>
            <a:ext cx="75600" cy="75600"/>
          </a:xfrm>
          <a:prstGeom prst="rect">
            <a:avLst/>
          </a:prstGeom>
          <a:solidFill>
            <a:srgbClr val="1E5F8C"/>
          </a:solidFill>
          <a:ln/>
        </p:spPr>
        <p:txBody>
          <a:bodyPr>
            <a:noAutofit/>
          </a:bodyPr>
          <a:p/>
        </p:txBody>
      </p:sp>
      <p:sp>
        <p:nvSpPr>
          <p:cNvPr id="328" name="shape:328"/>
          <p:cNvSpPr/>
          <p:nvPr/>
        </p:nvSpPr>
        <p:spPr>
          <a:xfrm>
            <a:off x="10629879" y="3531564"/>
            <a:ext cx="75600" cy="75600"/>
          </a:xfrm>
          <a:prstGeom prst="rect">
            <a:avLst/>
          </a:prstGeom>
          <a:solidFill>
            <a:srgbClr val="1E5F8C"/>
          </a:solidFill>
          <a:ln/>
        </p:spPr>
        <p:txBody>
          <a:bodyPr>
            <a:noAutofit/>
          </a:bodyPr>
          <a:p/>
        </p:txBody>
      </p:sp>
      <p:sp>
        <p:nvSpPr>
          <p:cNvPr id="329" name="shape:329"/>
          <p:cNvSpPr/>
          <p:nvPr/>
        </p:nvSpPr>
        <p:spPr>
          <a:xfrm>
            <a:off x="10737879" y="3531564"/>
            <a:ext cx="75600" cy="75600"/>
          </a:xfrm>
          <a:prstGeom prst="rect">
            <a:avLst/>
          </a:prstGeom>
          <a:solidFill>
            <a:srgbClr val="1E5F8C"/>
          </a:solidFill>
          <a:ln/>
        </p:spPr>
        <p:txBody>
          <a:bodyPr>
            <a:noAutofit/>
          </a:bodyPr>
          <a:p/>
        </p:txBody>
      </p:sp>
      <p:sp>
        <p:nvSpPr>
          <p:cNvPr id="330" name="shape:330"/>
          <p:cNvSpPr/>
          <p:nvPr/>
        </p:nvSpPr>
        <p:spPr>
          <a:xfrm>
            <a:off x="9765879" y="3639564"/>
            <a:ext cx="75600" cy="75600"/>
          </a:xfrm>
          <a:prstGeom prst="rect">
            <a:avLst/>
          </a:prstGeom>
          <a:solidFill>
            <a:srgbClr val="1E5F8C"/>
          </a:solidFill>
          <a:ln/>
        </p:spPr>
        <p:txBody>
          <a:bodyPr>
            <a:noAutofit/>
          </a:bodyPr>
          <a:p/>
        </p:txBody>
      </p:sp>
      <p:sp>
        <p:nvSpPr>
          <p:cNvPr id="331" name="shape:331"/>
          <p:cNvSpPr/>
          <p:nvPr/>
        </p:nvSpPr>
        <p:spPr>
          <a:xfrm>
            <a:off x="9873879" y="3639564"/>
            <a:ext cx="75600" cy="75600"/>
          </a:xfrm>
          <a:prstGeom prst="rect">
            <a:avLst/>
          </a:prstGeom>
          <a:solidFill>
            <a:srgbClr val="1E5F8C"/>
          </a:solidFill>
          <a:ln/>
        </p:spPr>
        <p:txBody>
          <a:bodyPr>
            <a:noAutofit/>
          </a:bodyPr>
          <a:p/>
        </p:txBody>
      </p:sp>
      <p:sp>
        <p:nvSpPr>
          <p:cNvPr id="332" name="shape:332"/>
          <p:cNvSpPr/>
          <p:nvPr/>
        </p:nvSpPr>
        <p:spPr>
          <a:xfrm>
            <a:off x="9981879" y="3639564"/>
            <a:ext cx="75600" cy="75600"/>
          </a:xfrm>
          <a:prstGeom prst="rect">
            <a:avLst/>
          </a:prstGeom>
          <a:solidFill>
            <a:srgbClr val="1E5F8C"/>
          </a:solidFill>
          <a:ln/>
        </p:spPr>
        <p:txBody>
          <a:bodyPr>
            <a:noAutofit/>
          </a:bodyPr>
          <a:p/>
        </p:txBody>
      </p:sp>
      <p:sp>
        <p:nvSpPr>
          <p:cNvPr id="333" name="shape:333"/>
          <p:cNvSpPr/>
          <p:nvPr/>
        </p:nvSpPr>
        <p:spPr>
          <a:xfrm>
            <a:off x="10089879" y="3639564"/>
            <a:ext cx="75600" cy="75600"/>
          </a:xfrm>
          <a:prstGeom prst="rect">
            <a:avLst/>
          </a:prstGeom>
          <a:solidFill>
            <a:srgbClr val="D9DCDF"/>
          </a:solidFill>
          <a:ln/>
        </p:spPr>
        <p:txBody>
          <a:bodyPr>
            <a:noAutofit/>
          </a:bodyPr>
          <a:p/>
        </p:txBody>
      </p:sp>
      <p:sp>
        <p:nvSpPr>
          <p:cNvPr id="334" name="shape:334"/>
          <p:cNvSpPr/>
          <p:nvPr/>
        </p:nvSpPr>
        <p:spPr>
          <a:xfrm>
            <a:off x="10197879" y="3639564"/>
            <a:ext cx="75600" cy="75600"/>
          </a:xfrm>
          <a:prstGeom prst="rect">
            <a:avLst/>
          </a:prstGeom>
          <a:solidFill>
            <a:srgbClr val="D9DCDF"/>
          </a:solidFill>
          <a:ln/>
        </p:spPr>
        <p:txBody>
          <a:bodyPr>
            <a:noAutofit/>
          </a:bodyPr>
          <a:p/>
        </p:txBody>
      </p:sp>
      <p:sp>
        <p:nvSpPr>
          <p:cNvPr id="335" name="shape:335"/>
          <p:cNvSpPr/>
          <p:nvPr/>
        </p:nvSpPr>
        <p:spPr>
          <a:xfrm>
            <a:off x="10305879" y="3639564"/>
            <a:ext cx="75600" cy="75600"/>
          </a:xfrm>
          <a:prstGeom prst="rect">
            <a:avLst/>
          </a:prstGeom>
          <a:solidFill>
            <a:srgbClr val="D9DCDF"/>
          </a:solidFill>
          <a:ln/>
        </p:spPr>
        <p:txBody>
          <a:bodyPr>
            <a:noAutofit/>
          </a:bodyPr>
          <a:p/>
        </p:txBody>
      </p:sp>
      <p:sp>
        <p:nvSpPr>
          <p:cNvPr id="336" name="shape:336"/>
          <p:cNvSpPr/>
          <p:nvPr/>
        </p:nvSpPr>
        <p:spPr>
          <a:xfrm>
            <a:off x="10413879" y="3639564"/>
            <a:ext cx="75600" cy="75600"/>
          </a:xfrm>
          <a:prstGeom prst="rect">
            <a:avLst/>
          </a:prstGeom>
          <a:solidFill>
            <a:srgbClr val="D9DCDF"/>
          </a:solidFill>
          <a:ln/>
        </p:spPr>
        <p:txBody>
          <a:bodyPr>
            <a:noAutofit/>
          </a:bodyPr>
          <a:p/>
        </p:txBody>
      </p:sp>
      <p:sp>
        <p:nvSpPr>
          <p:cNvPr id="337" name="shape:337"/>
          <p:cNvSpPr/>
          <p:nvPr/>
        </p:nvSpPr>
        <p:spPr>
          <a:xfrm>
            <a:off x="10521879" y="3639564"/>
            <a:ext cx="75600" cy="75600"/>
          </a:xfrm>
          <a:prstGeom prst="rect">
            <a:avLst/>
          </a:prstGeom>
          <a:solidFill>
            <a:srgbClr val="D9DCDF"/>
          </a:solidFill>
          <a:ln/>
        </p:spPr>
        <p:txBody>
          <a:bodyPr>
            <a:noAutofit/>
          </a:bodyPr>
          <a:p/>
        </p:txBody>
      </p:sp>
      <p:sp>
        <p:nvSpPr>
          <p:cNvPr id="338" name="shape:338"/>
          <p:cNvSpPr/>
          <p:nvPr/>
        </p:nvSpPr>
        <p:spPr>
          <a:xfrm>
            <a:off x="10629879" y="3639564"/>
            <a:ext cx="75600" cy="75600"/>
          </a:xfrm>
          <a:prstGeom prst="rect">
            <a:avLst/>
          </a:prstGeom>
          <a:solidFill>
            <a:srgbClr val="D9DCDF"/>
          </a:solidFill>
          <a:ln/>
        </p:spPr>
        <p:txBody>
          <a:bodyPr>
            <a:noAutofit/>
          </a:bodyPr>
          <a:p/>
        </p:txBody>
      </p:sp>
      <p:sp>
        <p:nvSpPr>
          <p:cNvPr id="339" name="shape:339"/>
          <p:cNvSpPr/>
          <p:nvPr/>
        </p:nvSpPr>
        <p:spPr>
          <a:xfrm>
            <a:off x="10737879" y="3639564"/>
            <a:ext cx="75600" cy="75600"/>
          </a:xfrm>
          <a:prstGeom prst="rect">
            <a:avLst/>
          </a:prstGeom>
          <a:solidFill>
            <a:srgbClr val="D9DCDF"/>
          </a:solidFill>
          <a:ln/>
        </p:spPr>
        <p:txBody>
          <a:bodyPr>
            <a:noAutofit/>
          </a:bodyPr>
          <a:p/>
        </p:txBody>
      </p:sp>
      <p:sp>
        <p:nvSpPr>
          <p:cNvPr id="340" name="shape:340"/>
          <p:cNvSpPr/>
          <p:nvPr/>
        </p:nvSpPr>
        <p:spPr>
          <a:xfrm>
            <a:off x="9765879" y="3747564"/>
            <a:ext cx="75600" cy="75600"/>
          </a:xfrm>
          <a:prstGeom prst="rect">
            <a:avLst/>
          </a:prstGeom>
          <a:solidFill>
            <a:srgbClr val="D9DCDF"/>
          </a:solidFill>
          <a:ln/>
        </p:spPr>
        <p:txBody>
          <a:bodyPr>
            <a:noAutofit/>
          </a:bodyPr>
          <a:p/>
        </p:txBody>
      </p:sp>
      <p:sp>
        <p:nvSpPr>
          <p:cNvPr id="341" name="shape:341"/>
          <p:cNvSpPr/>
          <p:nvPr/>
        </p:nvSpPr>
        <p:spPr>
          <a:xfrm>
            <a:off x="9873879" y="3747564"/>
            <a:ext cx="75600" cy="75600"/>
          </a:xfrm>
          <a:prstGeom prst="rect">
            <a:avLst/>
          </a:prstGeom>
          <a:solidFill>
            <a:srgbClr val="D9DCDF"/>
          </a:solidFill>
          <a:ln/>
        </p:spPr>
        <p:txBody>
          <a:bodyPr>
            <a:noAutofit/>
          </a:bodyPr>
          <a:p/>
        </p:txBody>
      </p:sp>
      <p:sp>
        <p:nvSpPr>
          <p:cNvPr id="342" name="shape:342"/>
          <p:cNvSpPr/>
          <p:nvPr/>
        </p:nvSpPr>
        <p:spPr>
          <a:xfrm>
            <a:off x="9981879" y="3747564"/>
            <a:ext cx="75600" cy="75600"/>
          </a:xfrm>
          <a:prstGeom prst="rect">
            <a:avLst/>
          </a:prstGeom>
          <a:solidFill>
            <a:srgbClr val="D9DCDF"/>
          </a:solidFill>
          <a:ln/>
        </p:spPr>
        <p:txBody>
          <a:bodyPr>
            <a:noAutofit/>
          </a:bodyPr>
          <a:p/>
        </p:txBody>
      </p:sp>
      <p:sp>
        <p:nvSpPr>
          <p:cNvPr id="343" name="shape:343"/>
          <p:cNvSpPr/>
          <p:nvPr/>
        </p:nvSpPr>
        <p:spPr>
          <a:xfrm>
            <a:off x="10089879" y="3747564"/>
            <a:ext cx="75600" cy="75600"/>
          </a:xfrm>
          <a:prstGeom prst="rect">
            <a:avLst/>
          </a:prstGeom>
          <a:solidFill>
            <a:srgbClr val="D9DCDF"/>
          </a:solidFill>
          <a:ln/>
        </p:spPr>
        <p:txBody>
          <a:bodyPr>
            <a:noAutofit/>
          </a:bodyPr>
          <a:p/>
        </p:txBody>
      </p:sp>
      <p:sp>
        <p:nvSpPr>
          <p:cNvPr id="344" name="shape:344"/>
          <p:cNvSpPr/>
          <p:nvPr/>
        </p:nvSpPr>
        <p:spPr>
          <a:xfrm>
            <a:off x="10197879" y="3747564"/>
            <a:ext cx="75600" cy="75600"/>
          </a:xfrm>
          <a:prstGeom prst="rect">
            <a:avLst/>
          </a:prstGeom>
          <a:solidFill>
            <a:srgbClr val="D9DCDF"/>
          </a:solidFill>
          <a:ln/>
        </p:spPr>
        <p:txBody>
          <a:bodyPr>
            <a:noAutofit/>
          </a:bodyPr>
          <a:p/>
        </p:txBody>
      </p:sp>
      <p:sp>
        <p:nvSpPr>
          <p:cNvPr id="345" name="shape:345"/>
          <p:cNvSpPr/>
          <p:nvPr/>
        </p:nvSpPr>
        <p:spPr>
          <a:xfrm>
            <a:off x="10305879" y="3747564"/>
            <a:ext cx="75600" cy="75600"/>
          </a:xfrm>
          <a:prstGeom prst="rect">
            <a:avLst/>
          </a:prstGeom>
          <a:solidFill>
            <a:srgbClr val="D9DCDF"/>
          </a:solidFill>
          <a:ln/>
        </p:spPr>
        <p:txBody>
          <a:bodyPr>
            <a:noAutofit/>
          </a:bodyPr>
          <a:p/>
        </p:txBody>
      </p:sp>
      <p:sp>
        <p:nvSpPr>
          <p:cNvPr id="346" name="shape:346"/>
          <p:cNvSpPr/>
          <p:nvPr/>
        </p:nvSpPr>
        <p:spPr>
          <a:xfrm>
            <a:off x="10413879" y="3747564"/>
            <a:ext cx="75600" cy="75600"/>
          </a:xfrm>
          <a:prstGeom prst="rect">
            <a:avLst/>
          </a:prstGeom>
          <a:solidFill>
            <a:srgbClr val="D9DCDF"/>
          </a:solidFill>
          <a:ln/>
        </p:spPr>
        <p:txBody>
          <a:bodyPr>
            <a:noAutofit/>
          </a:bodyPr>
          <a:p/>
        </p:txBody>
      </p:sp>
      <p:sp>
        <p:nvSpPr>
          <p:cNvPr id="347" name="shape:347"/>
          <p:cNvSpPr/>
          <p:nvPr/>
        </p:nvSpPr>
        <p:spPr>
          <a:xfrm>
            <a:off x="10521879" y="3747564"/>
            <a:ext cx="75600" cy="75600"/>
          </a:xfrm>
          <a:prstGeom prst="rect">
            <a:avLst/>
          </a:prstGeom>
          <a:solidFill>
            <a:srgbClr val="D9DCDF"/>
          </a:solidFill>
          <a:ln/>
        </p:spPr>
        <p:txBody>
          <a:bodyPr>
            <a:noAutofit/>
          </a:bodyPr>
          <a:p/>
        </p:txBody>
      </p:sp>
      <p:sp>
        <p:nvSpPr>
          <p:cNvPr id="348" name="shape:348"/>
          <p:cNvSpPr/>
          <p:nvPr/>
        </p:nvSpPr>
        <p:spPr>
          <a:xfrm>
            <a:off x="10629879" y="3747564"/>
            <a:ext cx="75600" cy="75600"/>
          </a:xfrm>
          <a:prstGeom prst="rect">
            <a:avLst/>
          </a:prstGeom>
          <a:solidFill>
            <a:srgbClr val="D9DCDF"/>
          </a:solidFill>
          <a:ln/>
        </p:spPr>
        <p:txBody>
          <a:bodyPr>
            <a:noAutofit/>
          </a:bodyPr>
          <a:p/>
        </p:txBody>
      </p:sp>
      <p:sp>
        <p:nvSpPr>
          <p:cNvPr id="349" name="shape:349"/>
          <p:cNvSpPr/>
          <p:nvPr/>
        </p:nvSpPr>
        <p:spPr>
          <a:xfrm>
            <a:off x="10737879" y="3747564"/>
            <a:ext cx="75600" cy="75600"/>
          </a:xfrm>
          <a:prstGeom prst="rect">
            <a:avLst/>
          </a:prstGeom>
          <a:solidFill>
            <a:srgbClr val="D9DCDF"/>
          </a:solidFill>
          <a:ln/>
        </p:spPr>
        <p:txBody>
          <a:bodyPr>
            <a:noAutofit/>
          </a:bodyPr>
          <a:p/>
        </p:txBody>
      </p:sp>
      <p:sp>
        <p:nvSpPr>
          <p:cNvPr id="350" name="shape:350"/>
          <p:cNvSpPr/>
          <p:nvPr/>
        </p:nvSpPr>
        <p:spPr>
          <a:xfrm>
            <a:off x="9765879" y="3855564"/>
            <a:ext cx="75600" cy="75600"/>
          </a:xfrm>
          <a:prstGeom prst="rect">
            <a:avLst/>
          </a:prstGeom>
          <a:solidFill>
            <a:srgbClr val="D9DCDF"/>
          </a:solidFill>
          <a:ln/>
        </p:spPr>
        <p:txBody>
          <a:bodyPr>
            <a:noAutofit/>
          </a:bodyPr>
          <a:p/>
        </p:txBody>
      </p:sp>
      <p:sp>
        <p:nvSpPr>
          <p:cNvPr id="351" name="shape:351"/>
          <p:cNvSpPr/>
          <p:nvPr/>
        </p:nvSpPr>
        <p:spPr>
          <a:xfrm>
            <a:off x="9873879" y="3855564"/>
            <a:ext cx="75600" cy="75600"/>
          </a:xfrm>
          <a:prstGeom prst="rect">
            <a:avLst/>
          </a:prstGeom>
          <a:solidFill>
            <a:srgbClr val="D9DCDF"/>
          </a:solidFill>
          <a:ln/>
        </p:spPr>
        <p:txBody>
          <a:bodyPr>
            <a:noAutofit/>
          </a:bodyPr>
          <a:p/>
        </p:txBody>
      </p:sp>
      <p:sp>
        <p:nvSpPr>
          <p:cNvPr id="352" name="shape:352"/>
          <p:cNvSpPr/>
          <p:nvPr/>
        </p:nvSpPr>
        <p:spPr>
          <a:xfrm>
            <a:off x="9981879" y="3855564"/>
            <a:ext cx="75600" cy="75600"/>
          </a:xfrm>
          <a:prstGeom prst="rect">
            <a:avLst/>
          </a:prstGeom>
          <a:solidFill>
            <a:srgbClr val="D9DCDF"/>
          </a:solidFill>
          <a:ln/>
        </p:spPr>
        <p:txBody>
          <a:bodyPr>
            <a:noAutofit/>
          </a:bodyPr>
          <a:p/>
        </p:txBody>
      </p:sp>
      <p:sp>
        <p:nvSpPr>
          <p:cNvPr id="353" name="shape:353"/>
          <p:cNvSpPr/>
          <p:nvPr/>
        </p:nvSpPr>
        <p:spPr>
          <a:xfrm>
            <a:off x="10089879" y="3855564"/>
            <a:ext cx="75600" cy="75600"/>
          </a:xfrm>
          <a:prstGeom prst="rect">
            <a:avLst/>
          </a:prstGeom>
          <a:solidFill>
            <a:srgbClr val="D9DCDF"/>
          </a:solidFill>
          <a:ln/>
        </p:spPr>
        <p:txBody>
          <a:bodyPr>
            <a:noAutofit/>
          </a:bodyPr>
          <a:p/>
        </p:txBody>
      </p:sp>
      <p:sp>
        <p:nvSpPr>
          <p:cNvPr id="354" name="shape:354"/>
          <p:cNvSpPr/>
          <p:nvPr/>
        </p:nvSpPr>
        <p:spPr>
          <a:xfrm>
            <a:off x="10197879" y="3855564"/>
            <a:ext cx="75600" cy="75600"/>
          </a:xfrm>
          <a:prstGeom prst="rect">
            <a:avLst/>
          </a:prstGeom>
          <a:solidFill>
            <a:srgbClr val="D9DCDF"/>
          </a:solidFill>
          <a:ln/>
        </p:spPr>
        <p:txBody>
          <a:bodyPr>
            <a:noAutofit/>
          </a:bodyPr>
          <a:p/>
        </p:txBody>
      </p:sp>
      <p:sp>
        <p:nvSpPr>
          <p:cNvPr id="355" name="shape:355"/>
          <p:cNvSpPr/>
          <p:nvPr/>
        </p:nvSpPr>
        <p:spPr>
          <a:xfrm>
            <a:off x="10305879" y="3855564"/>
            <a:ext cx="75600" cy="75600"/>
          </a:xfrm>
          <a:prstGeom prst="rect">
            <a:avLst/>
          </a:prstGeom>
          <a:solidFill>
            <a:srgbClr val="D9DCDF"/>
          </a:solidFill>
          <a:ln/>
        </p:spPr>
        <p:txBody>
          <a:bodyPr>
            <a:noAutofit/>
          </a:bodyPr>
          <a:p/>
        </p:txBody>
      </p:sp>
      <p:sp>
        <p:nvSpPr>
          <p:cNvPr id="356" name="shape:356"/>
          <p:cNvSpPr/>
          <p:nvPr/>
        </p:nvSpPr>
        <p:spPr>
          <a:xfrm>
            <a:off x="10413879" y="3855564"/>
            <a:ext cx="75600" cy="75600"/>
          </a:xfrm>
          <a:prstGeom prst="rect">
            <a:avLst/>
          </a:prstGeom>
          <a:solidFill>
            <a:srgbClr val="D9DCDF"/>
          </a:solidFill>
          <a:ln/>
        </p:spPr>
        <p:txBody>
          <a:bodyPr>
            <a:noAutofit/>
          </a:bodyPr>
          <a:p/>
        </p:txBody>
      </p:sp>
      <p:sp>
        <p:nvSpPr>
          <p:cNvPr id="357" name="shape:357"/>
          <p:cNvSpPr/>
          <p:nvPr/>
        </p:nvSpPr>
        <p:spPr>
          <a:xfrm>
            <a:off x="10521879" y="3855564"/>
            <a:ext cx="75600" cy="75600"/>
          </a:xfrm>
          <a:prstGeom prst="rect">
            <a:avLst/>
          </a:prstGeom>
          <a:solidFill>
            <a:srgbClr val="D9DCDF"/>
          </a:solidFill>
          <a:ln/>
        </p:spPr>
        <p:txBody>
          <a:bodyPr>
            <a:noAutofit/>
          </a:bodyPr>
          <a:p/>
        </p:txBody>
      </p:sp>
      <p:sp>
        <p:nvSpPr>
          <p:cNvPr id="358" name="shape:358"/>
          <p:cNvSpPr/>
          <p:nvPr/>
        </p:nvSpPr>
        <p:spPr>
          <a:xfrm>
            <a:off x="10629879" y="3855564"/>
            <a:ext cx="75600" cy="75600"/>
          </a:xfrm>
          <a:prstGeom prst="rect">
            <a:avLst/>
          </a:prstGeom>
          <a:solidFill>
            <a:srgbClr val="D9DCDF"/>
          </a:solidFill>
          <a:ln/>
        </p:spPr>
        <p:txBody>
          <a:bodyPr>
            <a:noAutofit/>
          </a:bodyPr>
          <a:p/>
        </p:txBody>
      </p:sp>
      <p:sp>
        <p:nvSpPr>
          <p:cNvPr id="359" name="shape:359"/>
          <p:cNvSpPr/>
          <p:nvPr/>
        </p:nvSpPr>
        <p:spPr>
          <a:xfrm>
            <a:off x="10737879" y="3855564"/>
            <a:ext cx="75600" cy="75600"/>
          </a:xfrm>
          <a:prstGeom prst="rect">
            <a:avLst/>
          </a:prstGeom>
          <a:solidFill>
            <a:srgbClr val="D9DCDF"/>
          </a:solidFill>
          <a:ln/>
        </p:spPr>
        <p:txBody>
          <a:bodyPr>
            <a:noAutofit/>
          </a:bodyPr>
          <a:p/>
        </p:txBody>
      </p:sp>
      <p:sp>
        <p:nvSpPr>
          <p:cNvPr id="360" name="shape:360"/>
          <p:cNvSpPr/>
          <p:nvPr/>
        </p:nvSpPr>
        <p:spPr>
          <a:xfrm>
            <a:off x="9765879" y="3963564"/>
            <a:ext cx="75600" cy="75600"/>
          </a:xfrm>
          <a:prstGeom prst="rect">
            <a:avLst/>
          </a:prstGeom>
          <a:solidFill>
            <a:srgbClr val="D9DCDF"/>
          </a:solidFill>
          <a:ln/>
        </p:spPr>
        <p:txBody>
          <a:bodyPr>
            <a:noAutofit/>
          </a:bodyPr>
          <a:p/>
        </p:txBody>
      </p:sp>
      <p:sp>
        <p:nvSpPr>
          <p:cNvPr id="361" name="shape:361"/>
          <p:cNvSpPr/>
          <p:nvPr/>
        </p:nvSpPr>
        <p:spPr>
          <a:xfrm>
            <a:off x="9873879" y="3963564"/>
            <a:ext cx="75600" cy="75600"/>
          </a:xfrm>
          <a:prstGeom prst="rect">
            <a:avLst/>
          </a:prstGeom>
          <a:solidFill>
            <a:srgbClr val="D9DCDF"/>
          </a:solidFill>
          <a:ln/>
        </p:spPr>
        <p:txBody>
          <a:bodyPr>
            <a:noAutofit/>
          </a:bodyPr>
          <a:p/>
        </p:txBody>
      </p:sp>
      <p:sp>
        <p:nvSpPr>
          <p:cNvPr id="362" name="shape:362"/>
          <p:cNvSpPr/>
          <p:nvPr/>
        </p:nvSpPr>
        <p:spPr>
          <a:xfrm>
            <a:off x="9981879" y="3963564"/>
            <a:ext cx="75600" cy="75600"/>
          </a:xfrm>
          <a:prstGeom prst="rect">
            <a:avLst/>
          </a:prstGeom>
          <a:solidFill>
            <a:srgbClr val="D9DCDF"/>
          </a:solidFill>
          <a:ln/>
        </p:spPr>
        <p:txBody>
          <a:bodyPr>
            <a:noAutofit/>
          </a:bodyPr>
          <a:p/>
        </p:txBody>
      </p:sp>
      <p:sp>
        <p:nvSpPr>
          <p:cNvPr id="363" name="shape:363"/>
          <p:cNvSpPr/>
          <p:nvPr/>
        </p:nvSpPr>
        <p:spPr>
          <a:xfrm>
            <a:off x="10089879" y="3963564"/>
            <a:ext cx="75600" cy="75600"/>
          </a:xfrm>
          <a:prstGeom prst="rect">
            <a:avLst/>
          </a:prstGeom>
          <a:solidFill>
            <a:srgbClr val="D9DCDF"/>
          </a:solidFill>
          <a:ln/>
        </p:spPr>
        <p:txBody>
          <a:bodyPr>
            <a:noAutofit/>
          </a:bodyPr>
          <a:p/>
        </p:txBody>
      </p:sp>
      <p:sp>
        <p:nvSpPr>
          <p:cNvPr id="364" name="shape:364"/>
          <p:cNvSpPr/>
          <p:nvPr/>
        </p:nvSpPr>
        <p:spPr>
          <a:xfrm>
            <a:off x="10197879" y="3963564"/>
            <a:ext cx="75600" cy="75600"/>
          </a:xfrm>
          <a:prstGeom prst="rect">
            <a:avLst/>
          </a:prstGeom>
          <a:solidFill>
            <a:srgbClr val="D9DCDF"/>
          </a:solidFill>
          <a:ln/>
        </p:spPr>
        <p:txBody>
          <a:bodyPr>
            <a:noAutofit/>
          </a:bodyPr>
          <a:p/>
        </p:txBody>
      </p:sp>
      <p:sp>
        <p:nvSpPr>
          <p:cNvPr id="365" name="shape:365"/>
          <p:cNvSpPr/>
          <p:nvPr/>
        </p:nvSpPr>
        <p:spPr>
          <a:xfrm>
            <a:off x="10305879" y="3963564"/>
            <a:ext cx="75600" cy="75600"/>
          </a:xfrm>
          <a:prstGeom prst="rect">
            <a:avLst/>
          </a:prstGeom>
          <a:solidFill>
            <a:srgbClr val="D9DCDF"/>
          </a:solidFill>
          <a:ln/>
        </p:spPr>
        <p:txBody>
          <a:bodyPr>
            <a:noAutofit/>
          </a:bodyPr>
          <a:p/>
        </p:txBody>
      </p:sp>
      <p:sp>
        <p:nvSpPr>
          <p:cNvPr id="366" name="shape:366"/>
          <p:cNvSpPr/>
          <p:nvPr/>
        </p:nvSpPr>
        <p:spPr>
          <a:xfrm>
            <a:off x="10413879" y="3963564"/>
            <a:ext cx="75600" cy="75600"/>
          </a:xfrm>
          <a:prstGeom prst="rect">
            <a:avLst/>
          </a:prstGeom>
          <a:solidFill>
            <a:srgbClr val="D9DCDF"/>
          </a:solidFill>
          <a:ln/>
        </p:spPr>
        <p:txBody>
          <a:bodyPr>
            <a:noAutofit/>
          </a:bodyPr>
          <a:p/>
        </p:txBody>
      </p:sp>
      <p:sp>
        <p:nvSpPr>
          <p:cNvPr id="367" name="shape:367"/>
          <p:cNvSpPr/>
          <p:nvPr/>
        </p:nvSpPr>
        <p:spPr>
          <a:xfrm>
            <a:off x="10521879" y="3963564"/>
            <a:ext cx="75600" cy="75600"/>
          </a:xfrm>
          <a:prstGeom prst="rect">
            <a:avLst/>
          </a:prstGeom>
          <a:solidFill>
            <a:srgbClr val="D9DCDF"/>
          </a:solidFill>
          <a:ln/>
        </p:spPr>
        <p:txBody>
          <a:bodyPr>
            <a:noAutofit/>
          </a:bodyPr>
          <a:p/>
        </p:txBody>
      </p:sp>
      <p:sp>
        <p:nvSpPr>
          <p:cNvPr id="368" name="shape:368"/>
          <p:cNvSpPr/>
          <p:nvPr/>
        </p:nvSpPr>
        <p:spPr>
          <a:xfrm>
            <a:off x="10629879" y="3963564"/>
            <a:ext cx="75600" cy="75600"/>
          </a:xfrm>
          <a:prstGeom prst="rect">
            <a:avLst/>
          </a:prstGeom>
          <a:solidFill>
            <a:srgbClr val="D9DCDF"/>
          </a:solidFill>
          <a:ln/>
        </p:spPr>
        <p:txBody>
          <a:bodyPr>
            <a:noAutofit/>
          </a:bodyPr>
          <a:p/>
        </p:txBody>
      </p:sp>
      <p:sp>
        <p:nvSpPr>
          <p:cNvPr id="369" name="shape:369"/>
          <p:cNvSpPr/>
          <p:nvPr/>
        </p:nvSpPr>
        <p:spPr>
          <a:xfrm>
            <a:off x="10737879" y="3963564"/>
            <a:ext cx="75600" cy="75600"/>
          </a:xfrm>
          <a:prstGeom prst="rect">
            <a:avLst/>
          </a:prstGeom>
          <a:solidFill>
            <a:srgbClr val="D9DCDF"/>
          </a:solidFill>
          <a:ln/>
        </p:spPr>
        <p:txBody>
          <a:bodyPr>
            <a:noAutofit/>
          </a:bodyPr>
          <a:p/>
        </p:txBody>
      </p:sp>
      <p:sp>
        <p:nvSpPr>
          <p:cNvPr id="370" name="shape:370"/>
          <p:cNvSpPr/>
          <p:nvPr/>
        </p:nvSpPr>
        <p:spPr>
          <a:xfrm>
            <a:off x="9765879" y="4071564"/>
            <a:ext cx="75600" cy="75600"/>
          </a:xfrm>
          <a:prstGeom prst="rect">
            <a:avLst/>
          </a:prstGeom>
          <a:solidFill>
            <a:srgbClr val="D9DCDF"/>
          </a:solidFill>
          <a:ln/>
        </p:spPr>
        <p:txBody>
          <a:bodyPr>
            <a:noAutofit/>
          </a:bodyPr>
          <a:p/>
        </p:txBody>
      </p:sp>
      <p:sp>
        <p:nvSpPr>
          <p:cNvPr id="371" name="shape:371"/>
          <p:cNvSpPr/>
          <p:nvPr/>
        </p:nvSpPr>
        <p:spPr>
          <a:xfrm>
            <a:off x="9873879" y="4071564"/>
            <a:ext cx="75600" cy="75600"/>
          </a:xfrm>
          <a:prstGeom prst="rect">
            <a:avLst/>
          </a:prstGeom>
          <a:solidFill>
            <a:srgbClr val="D9DCDF"/>
          </a:solidFill>
          <a:ln/>
        </p:spPr>
        <p:txBody>
          <a:bodyPr>
            <a:noAutofit/>
          </a:bodyPr>
          <a:p/>
        </p:txBody>
      </p:sp>
      <p:sp>
        <p:nvSpPr>
          <p:cNvPr id="372" name="shape:372"/>
          <p:cNvSpPr/>
          <p:nvPr/>
        </p:nvSpPr>
        <p:spPr>
          <a:xfrm>
            <a:off x="9981879" y="4071564"/>
            <a:ext cx="75600" cy="75600"/>
          </a:xfrm>
          <a:prstGeom prst="rect">
            <a:avLst/>
          </a:prstGeom>
          <a:solidFill>
            <a:srgbClr val="D9DCDF"/>
          </a:solidFill>
          <a:ln/>
        </p:spPr>
        <p:txBody>
          <a:bodyPr>
            <a:noAutofit/>
          </a:bodyPr>
          <a:p/>
        </p:txBody>
      </p:sp>
      <p:sp>
        <p:nvSpPr>
          <p:cNvPr id="373" name="shape:373"/>
          <p:cNvSpPr/>
          <p:nvPr/>
        </p:nvSpPr>
        <p:spPr>
          <a:xfrm>
            <a:off x="10089879" y="4071564"/>
            <a:ext cx="75600" cy="75600"/>
          </a:xfrm>
          <a:prstGeom prst="rect">
            <a:avLst/>
          </a:prstGeom>
          <a:solidFill>
            <a:srgbClr val="D9DCDF"/>
          </a:solidFill>
          <a:ln/>
        </p:spPr>
        <p:txBody>
          <a:bodyPr>
            <a:noAutofit/>
          </a:bodyPr>
          <a:p/>
        </p:txBody>
      </p:sp>
      <p:sp>
        <p:nvSpPr>
          <p:cNvPr id="374" name="shape:374"/>
          <p:cNvSpPr/>
          <p:nvPr/>
        </p:nvSpPr>
        <p:spPr>
          <a:xfrm>
            <a:off x="10197879" y="4071564"/>
            <a:ext cx="75600" cy="75600"/>
          </a:xfrm>
          <a:prstGeom prst="rect">
            <a:avLst/>
          </a:prstGeom>
          <a:solidFill>
            <a:srgbClr val="D9DCDF"/>
          </a:solidFill>
          <a:ln/>
        </p:spPr>
        <p:txBody>
          <a:bodyPr>
            <a:noAutofit/>
          </a:bodyPr>
          <a:p/>
        </p:txBody>
      </p:sp>
      <p:sp>
        <p:nvSpPr>
          <p:cNvPr id="375" name="shape:375"/>
          <p:cNvSpPr/>
          <p:nvPr/>
        </p:nvSpPr>
        <p:spPr>
          <a:xfrm>
            <a:off x="10305879" y="4071564"/>
            <a:ext cx="75600" cy="75600"/>
          </a:xfrm>
          <a:prstGeom prst="rect">
            <a:avLst/>
          </a:prstGeom>
          <a:solidFill>
            <a:srgbClr val="D9DCDF"/>
          </a:solidFill>
          <a:ln/>
        </p:spPr>
        <p:txBody>
          <a:bodyPr>
            <a:noAutofit/>
          </a:bodyPr>
          <a:p/>
        </p:txBody>
      </p:sp>
      <p:sp>
        <p:nvSpPr>
          <p:cNvPr id="376" name="shape:376"/>
          <p:cNvSpPr/>
          <p:nvPr/>
        </p:nvSpPr>
        <p:spPr>
          <a:xfrm>
            <a:off x="10413879" y="4071564"/>
            <a:ext cx="75600" cy="75600"/>
          </a:xfrm>
          <a:prstGeom prst="rect">
            <a:avLst/>
          </a:prstGeom>
          <a:solidFill>
            <a:srgbClr val="D9DCDF"/>
          </a:solidFill>
          <a:ln/>
        </p:spPr>
        <p:txBody>
          <a:bodyPr>
            <a:noAutofit/>
          </a:bodyPr>
          <a:p/>
        </p:txBody>
      </p:sp>
      <p:sp>
        <p:nvSpPr>
          <p:cNvPr id="377" name="shape:377"/>
          <p:cNvSpPr/>
          <p:nvPr/>
        </p:nvSpPr>
        <p:spPr>
          <a:xfrm>
            <a:off x="10521879" y="4071564"/>
            <a:ext cx="75600" cy="75600"/>
          </a:xfrm>
          <a:prstGeom prst="rect">
            <a:avLst/>
          </a:prstGeom>
          <a:solidFill>
            <a:srgbClr val="D9DCDF"/>
          </a:solidFill>
          <a:ln/>
        </p:spPr>
        <p:txBody>
          <a:bodyPr>
            <a:noAutofit/>
          </a:bodyPr>
          <a:p/>
        </p:txBody>
      </p:sp>
      <p:sp>
        <p:nvSpPr>
          <p:cNvPr id="378" name="shape:378"/>
          <p:cNvSpPr/>
          <p:nvPr/>
        </p:nvSpPr>
        <p:spPr>
          <a:xfrm>
            <a:off x="10629879" y="4071564"/>
            <a:ext cx="75600" cy="75600"/>
          </a:xfrm>
          <a:prstGeom prst="rect">
            <a:avLst/>
          </a:prstGeom>
          <a:solidFill>
            <a:srgbClr val="D9DCDF"/>
          </a:solidFill>
          <a:ln/>
        </p:spPr>
        <p:txBody>
          <a:bodyPr>
            <a:noAutofit/>
          </a:bodyPr>
          <a:p/>
        </p:txBody>
      </p:sp>
      <p:sp>
        <p:nvSpPr>
          <p:cNvPr id="379" name="shape:379"/>
          <p:cNvSpPr/>
          <p:nvPr/>
        </p:nvSpPr>
        <p:spPr>
          <a:xfrm>
            <a:off x="10737879" y="4071564"/>
            <a:ext cx="75600" cy="75600"/>
          </a:xfrm>
          <a:prstGeom prst="rect">
            <a:avLst/>
          </a:prstGeom>
          <a:solidFill>
            <a:srgbClr val="D9DCDF"/>
          </a:solidFill>
          <a:ln/>
        </p:spPr>
        <p:txBody>
          <a:bodyPr>
            <a:noAutofit/>
          </a:bodyPr>
          <a:p/>
        </p:txBody>
      </p:sp>
      <p:sp>
        <p:nvSpPr>
          <p:cNvPr id="380" name="shape:380"/>
          <p:cNvSpPr/>
          <p:nvPr/>
        </p:nvSpPr>
        <p:spPr>
          <a:xfrm>
            <a:off x="9765879" y="4179564"/>
            <a:ext cx="75600" cy="75600"/>
          </a:xfrm>
          <a:prstGeom prst="rect">
            <a:avLst/>
          </a:prstGeom>
          <a:solidFill>
            <a:srgbClr val="D9DCDF"/>
          </a:solidFill>
          <a:ln/>
        </p:spPr>
        <p:txBody>
          <a:bodyPr>
            <a:noAutofit/>
          </a:bodyPr>
          <a:p/>
        </p:txBody>
      </p:sp>
      <p:sp>
        <p:nvSpPr>
          <p:cNvPr id="381" name="shape:381"/>
          <p:cNvSpPr/>
          <p:nvPr/>
        </p:nvSpPr>
        <p:spPr>
          <a:xfrm>
            <a:off x="9873879" y="4179564"/>
            <a:ext cx="75600" cy="75600"/>
          </a:xfrm>
          <a:prstGeom prst="rect">
            <a:avLst/>
          </a:prstGeom>
          <a:solidFill>
            <a:srgbClr val="D9DCDF"/>
          </a:solidFill>
          <a:ln/>
        </p:spPr>
        <p:txBody>
          <a:bodyPr>
            <a:noAutofit/>
          </a:bodyPr>
          <a:p/>
        </p:txBody>
      </p:sp>
      <p:sp>
        <p:nvSpPr>
          <p:cNvPr id="382" name="shape:382"/>
          <p:cNvSpPr/>
          <p:nvPr/>
        </p:nvSpPr>
        <p:spPr>
          <a:xfrm>
            <a:off x="9981879" y="4179564"/>
            <a:ext cx="75600" cy="75600"/>
          </a:xfrm>
          <a:prstGeom prst="rect">
            <a:avLst/>
          </a:prstGeom>
          <a:solidFill>
            <a:srgbClr val="D9DCDF"/>
          </a:solidFill>
          <a:ln/>
        </p:spPr>
        <p:txBody>
          <a:bodyPr>
            <a:noAutofit/>
          </a:bodyPr>
          <a:p/>
        </p:txBody>
      </p:sp>
      <p:sp>
        <p:nvSpPr>
          <p:cNvPr id="383" name="shape:383"/>
          <p:cNvSpPr/>
          <p:nvPr/>
        </p:nvSpPr>
        <p:spPr>
          <a:xfrm>
            <a:off x="10089879" y="4179564"/>
            <a:ext cx="75600" cy="75600"/>
          </a:xfrm>
          <a:prstGeom prst="rect">
            <a:avLst/>
          </a:prstGeom>
          <a:solidFill>
            <a:srgbClr val="D9DCDF"/>
          </a:solidFill>
          <a:ln/>
        </p:spPr>
        <p:txBody>
          <a:bodyPr>
            <a:noAutofit/>
          </a:bodyPr>
          <a:p/>
        </p:txBody>
      </p:sp>
      <p:sp>
        <p:nvSpPr>
          <p:cNvPr id="384" name="shape:384"/>
          <p:cNvSpPr/>
          <p:nvPr/>
        </p:nvSpPr>
        <p:spPr>
          <a:xfrm>
            <a:off x="10197879" y="4179564"/>
            <a:ext cx="75600" cy="75600"/>
          </a:xfrm>
          <a:prstGeom prst="rect">
            <a:avLst/>
          </a:prstGeom>
          <a:solidFill>
            <a:srgbClr val="D9DCDF"/>
          </a:solidFill>
          <a:ln/>
        </p:spPr>
        <p:txBody>
          <a:bodyPr>
            <a:noAutofit/>
          </a:bodyPr>
          <a:p/>
        </p:txBody>
      </p:sp>
      <p:sp>
        <p:nvSpPr>
          <p:cNvPr id="385" name="shape:385"/>
          <p:cNvSpPr/>
          <p:nvPr/>
        </p:nvSpPr>
        <p:spPr>
          <a:xfrm>
            <a:off x="10305879" y="4179564"/>
            <a:ext cx="75600" cy="75600"/>
          </a:xfrm>
          <a:prstGeom prst="rect">
            <a:avLst/>
          </a:prstGeom>
          <a:solidFill>
            <a:srgbClr val="D9DCDF"/>
          </a:solidFill>
          <a:ln/>
        </p:spPr>
        <p:txBody>
          <a:bodyPr>
            <a:noAutofit/>
          </a:bodyPr>
          <a:p/>
        </p:txBody>
      </p:sp>
      <p:sp>
        <p:nvSpPr>
          <p:cNvPr id="386" name="shape:386"/>
          <p:cNvSpPr/>
          <p:nvPr/>
        </p:nvSpPr>
        <p:spPr>
          <a:xfrm>
            <a:off x="10413879" y="4179564"/>
            <a:ext cx="75600" cy="75600"/>
          </a:xfrm>
          <a:prstGeom prst="rect">
            <a:avLst/>
          </a:prstGeom>
          <a:solidFill>
            <a:srgbClr val="D9DCDF"/>
          </a:solidFill>
          <a:ln/>
        </p:spPr>
        <p:txBody>
          <a:bodyPr>
            <a:noAutofit/>
          </a:bodyPr>
          <a:p/>
        </p:txBody>
      </p:sp>
      <p:sp>
        <p:nvSpPr>
          <p:cNvPr id="387" name="shape:387"/>
          <p:cNvSpPr/>
          <p:nvPr/>
        </p:nvSpPr>
        <p:spPr>
          <a:xfrm>
            <a:off x="10521879" y="4179564"/>
            <a:ext cx="75600" cy="75600"/>
          </a:xfrm>
          <a:prstGeom prst="rect">
            <a:avLst/>
          </a:prstGeom>
          <a:solidFill>
            <a:srgbClr val="D9DCDF"/>
          </a:solidFill>
          <a:ln/>
        </p:spPr>
        <p:txBody>
          <a:bodyPr>
            <a:noAutofit/>
          </a:bodyPr>
          <a:p/>
        </p:txBody>
      </p:sp>
      <p:sp>
        <p:nvSpPr>
          <p:cNvPr id="388" name="shape:388"/>
          <p:cNvSpPr/>
          <p:nvPr/>
        </p:nvSpPr>
        <p:spPr>
          <a:xfrm>
            <a:off x="10629879" y="4179564"/>
            <a:ext cx="75600" cy="75600"/>
          </a:xfrm>
          <a:prstGeom prst="rect">
            <a:avLst/>
          </a:prstGeom>
          <a:solidFill>
            <a:srgbClr val="D9DCDF"/>
          </a:solidFill>
          <a:ln/>
        </p:spPr>
        <p:txBody>
          <a:bodyPr>
            <a:noAutofit/>
          </a:bodyPr>
          <a:p/>
        </p:txBody>
      </p:sp>
      <p:sp>
        <p:nvSpPr>
          <p:cNvPr id="389" name="shape:389"/>
          <p:cNvSpPr/>
          <p:nvPr/>
        </p:nvSpPr>
        <p:spPr>
          <a:xfrm>
            <a:off x="10737879" y="4179564"/>
            <a:ext cx="75600" cy="75600"/>
          </a:xfrm>
          <a:prstGeom prst="rect">
            <a:avLst/>
          </a:prstGeom>
          <a:solidFill>
            <a:srgbClr val="D9DCDF"/>
          </a:solidFill>
          <a:ln/>
        </p:spPr>
        <p:txBody>
          <a:bodyPr>
            <a:noAutofit/>
          </a:bodyPr>
          <a:p/>
        </p:txBody>
      </p:sp>
      <p:sp>
        <p:nvSpPr>
          <p:cNvPr id="390" name="shape:390"/>
          <p:cNvSpPr/>
          <p:nvPr/>
        </p:nvSpPr>
        <p:spPr>
          <a:xfrm>
            <a:off x="9765879" y="4287564"/>
            <a:ext cx="75600" cy="75600"/>
          </a:xfrm>
          <a:prstGeom prst="rect">
            <a:avLst/>
          </a:prstGeom>
          <a:solidFill>
            <a:srgbClr val="D9DCDF"/>
          </a:solidFill>
          <a:ln/>
        </p:spPr>
        <p:txBody>
          <a:bodyPr>
            <a:noAutofit/>
          </a:bodyPr>
          <a:p/>
        </p:txBody>
      </p:sp>
      <p:sp>
        <p:nvSpPr>
          <p:cNvPr id="391" name="shape:391"/>
          <p:cNvSpPr/>
          <p:nvPr/>
        </p:nvSpPr>
        <p:spPr>
          <a:xfrm>
            <a:off x="9873879" y="4287564"/>
            <a:ext cx="75600" cy="75600"/>
          </a:xfrm>
          <a:prstGeom prst="rect">
            <a:avLst/>
          </a:prstGeom>
          <a:solidFill>
            <a:srgbClr val="D9DCDF"/>
          </a:solidFill>
          <a:ln/>
        </p:spPr>
        <p:txBody>
          <a:bodyPr>
            <a:noAutofit/>
          </a:bodyPr>
          <a:p/>
        </p:txBody>
      </p:sp>
      <p:sp>
        <p:nvSpPr>
          <p:cNvPr id="392" name="shape:392"/>
          <p:cNvSpPr/>
          <p:nvPr/>
        </p:nvSpPr>
        <p:spPr>
          <a:xfrm>
            <a:off x="9981879" y="4287564"/>
            <a:ext cx="75600" cy="75600"/>
          </a:xfrm>
          <a:prstGeom prst="rect">
            <a:avLst/>
          </a:prstGeom>
          <a:solidFill>
            <a:srgbClr val="D9DCDF"/>
          </a:solidFill>
          <a:ln/>
        </p:spPr>
        <p:txBody>
          <a:bodyPr>
            <a:noAutofit/>
          </a:bodyPr>
          <a:p/>
        </p:txBody>
      </p:sp>
      <p:sp>
        <p:nvSpPr>
          <p:cNvPr id="393" name="shape:393"/>
          <p:cNvSpPr/>
          <p:nvPr/>
        </p:nvSpPr>
        <p:spPr>
          <a:xfrm>
            <a:off x="10089879" y="4287564"/>
            <a:ext cx="75600" cy="75600"/>
          </a:xfrm>
          <a:prstGeom prst="rect">
            <a:avLst/>
          </a:prstGeom>
          <a:solidFill>
            <a:srgbClr val="D9DCDF"/>
          </a:solidFill>
          <a:ln/>
        </p:spPr>
        <p:txBody>
          <a:bodyPr>
            <a:noAutofit/>
          </a:bodyPr>
          <a:p/>
        </p:txBody>
      </p:sp>
      <p:sp>
        <p:nvSpPr>
          <p:cNvPr id="394" name="shape:394"/>
          <p:cNvSpPr/>
          <p:nvPr/>
        </p:nvSpPr>
        <p:spPr>
          <a:xfrm>
            <a:off x="10197879" y="4287564"/>
            <a:ext cx="75600" cy="75600"/>
          </a:xfrm>
          <a:prstGeom prst="rect">
            <a:avLst/>
          </a:prstGeom>
          <a:solidFill>
            <a:srgbClr val="D9DCDF"/>
          </a:solidFill>
          <a:ln/>
        </p:spPr>
        <p:txBody>
          <a:bodyPr>
            <a:noAutofit/>
          </a:bodyPr>
          <a:p/>
        </p:txBody>
      </p:sp>
      <p:sp>
        <p:nvSpPr>
          <p:cNvPr id="395" name="shape:395"/>
          <p:cNvSpPr/>
          <p:nvPr/>
        </p:nvSpPr>
        <p:spPr>
          <a:xfrm>
            <a:off x="10305879" y="4287564"/>
            <a:ext cx="75600" cy="75600"/>
          </a:xfrm>
          <a:prstGeom prst="rect">
            <a:avLst/>
          </a:prstGeom>
          <a:solidFill>
            <a:srgbClr val="D9DCDF"/>
          </a:solidFill>
          <a:ln/>
        </p:spPr>
        <p:txBody>
          <a:bodyPr>
            <a:noAutofit/>
          </a:bodyPr>
          <a:p/>
        </p:txBody>
      </p:sp>
      <p:sp>
        <p:nvSpPr>
          <p:cNvPr id="396" name="shape:396"/>
          <p:cNvSpPr/>
          <p:nvPr/>
        </p:nvSpPr>
        <p:spPr>
          <a:xfrm>
            <a:off x="10413879" y="4287564"/>
            <a:ext cx="75600" cy="75600"/>
          </a:xfrm>
          <a:prstGeom prst="rect">
            <a:avLst/>
          </a:prstGeom>
          <a:solidFill>
            <a:srgbClr val="D9DCDF"/>
          </a:solidFill>
          <a:ln/>
        </p:spPr>
        <p:txBody>
          <a:bodyPr>
            <a:noAutofit/>
          </a:bodyPr>
          <a:p/>
        </p:txBody>
      </p:sp>
      <p:sp>
        <p:nvSpPr>
          <p:cNvPr id="397" name="shape:397"/>
          <p:cNvSpPr/>
          <p:nvPr/>
        </p:nvSpPr>
        <p:spPr>
          <a:xfrm>
            <a:off x="10521879" y="4287564"/>
            <a:ext cx="75600" cy="75600"/>
          </a:xfrm>
          <a:prstGeom prst="rect">
            <a:avLst/>
          </a:prstGeom>
          <a:solidFill>
            <a:srgbClr val="D9DCDF"/>
          </a:solidFill>
          <a:ln/>
        </p:spPr>
        <p:txBody>
          <a:bodyPr>
            <a:noAutofit/>
          </a:bodyPr>
          <a:p/>
        </p:txBody>
      </p:sp>
      <p:sp>
        <p:nvSpPr>
          <p:cNvPr id="398" name="shape:398"/>
          <p:cNvSpPr/>
          <p:nvPr/>
        </p:nvSpPr>
        <p:spPr>
          <a:xfrm>
            <a:off x="10629879" y="4287564"/>
            <a:ext cx="75600" cy="75600"/>
          </a:xfrm>
          <a:prstGeom prst="rect">
            <a:avLst/>
          </a:prstGeom>
          <a:solidFill>
            <a:srgbClr val="D9DCDF"/>
          </a:solidFill>
          <a:ln/>
        </p:spPr>
        <p:txBody>
          <a:bodyPr>
            <a:noAutofit/>
          </a:bodyPr>
          <a:p/>
        </p:txBody>
      </p:sp>
      <p:sp>
        <p:nvSpPr>
          <p:cNvPr id="399" name="shape:399"/>
          <p:cNvSpPr/>
          <p:nvPr/>
        </p:nvSpPr>
        <p:spPr>
          <a:xfrm>
            <a:off x="10737879" y="4287564"/>
            <a:ext cx="75600" cy="75600"/>
          </a:xfrm>
          <a:prstGeom prst="rect">
            <a:avLst/>
          </a:prstGeom>
          <a:solidFill>
            <a:srgbClr val="D9DCDF"/>
          </a:solidFill>
          <a:ln/>
        </p:spPr>
        <p:txBody>
          <a:bodyPr>
            <a:noAutofit/>
          </a:bodyPr>
          <a:p/>
        </p:txBody>
      </p:sp>
      <p:sp>
        <p:nvSpPr>
          <p:cNvPr id="400" name="shape:400"/>
          <p:cNvSpPr/>
          <p:nvPr/>
        </p:nvSpPr>
        <p:spPr>
          <a:xfrm>
            <a:off x="9765879" y="4395564"/>
            <a:ext cx="75600" cy="75600"/>
          </a:xfrm>
          <a:prstGeom prst="rect">
            <a:avLst/>
          </a:prstGeom>
          <a:solidFill>
            <a:srgbClr val="D9DCDF"/>
          </a:solidFill>
          <a:ln/>
        </p:spPr>
        <p:txBody>
          <a:bodyPr>
            <a:noAutofit/>
          </a:bodyPr>
          <a:p/>
        </p:txBody>
      </p:sp>
      <p:sp>
        <p:nvSpPr>
          <p:cNvPr id="401" name="shape:401"/>
          <p:cNvSpPr/>
          <p:nvPr/>
        </p:nvSpPr>
        <p:spPr>
          <a:xfrm>
            <a:off x="9873879" y="4395564"/>
            <a:ext cx="75600" cy="75600"/>
          </a:xfrm>
          <a:prstGeom prst="rect">
            <a:avLst/>
          </a:prstGeom>
          <a:solidFill>
            <a:srgbClr val="D9DCDF"/>
          </a:solidFill>
          <a:ln/>
        </p:spPr>
        <p:txBody>
          <a:bodyPr>
            <a:noAutofit/>
          </a:bodyPr>
          <a:p/>
        </p:txBody>
      </p:sp>
      <p:sp>
        <p:nvSpPr>
          <p:cNvPr id="402" name="shape:402"/>
          <p:cNvSpPr/>
          <p:nvPr/>
        </p:nvSpPr>
        <p:spPr>
          <a:xfrm>
            <a:off x="9981879" y="4395564"/>
            <a:ext cx="75600" cy="75600"/>
          </a:xfrm>
          <a:prstGeom prst="rect">
            <a:avLst/>
          </a:prstGeom>
          <a:solidFill>
            <a:srgbClr val="D9DCDF"/>
          </a:solidFill>
          <a:ln/>
        </p:spPr>
        <p:txBody>
          <a:bodyPr>
            <a:noAutofit/>
          </a:bodyPr>
          <a:p/>
        </p:txBody>
      </p:sp>
      <p:sp>
        <p:nvSpPr>
          <p:cNvPr id="403" name="shape:403"/>
          <p:cNvSpPr/>
          <p:nvPr/>
        </p:nvSpPr>
        <p:spPr>
          <a:xfrm>
            <a:off x="10089879" y="4395564"/>
            <a:ext cx="75600" cy="75600"/>
          </a:xfrm>
          <a:prstGeom prst="rect">
            <a:avLst/>
          </a:prstGeom>
          <a:solidFill>
            <a:srgbClr val="D9DCDF"/>
          </a:solidFill>
          <a:ln/>
        </p:spPr>
        <p:txBody>
          <a:bodyPr>
            <a:noAutofit/>
          </a:bodyPr>
          <a:p/>
        </p:txBody>
      </p:sp>
      <p:sp>
        <p:nvSpPr>
          <p:cNvPr id="404" name="shape:404"/>
          <p:cNvSpPr/>
          <p:nvPr/>
        </p:nvSpPr>
        <p:spPr>
          <a:xfrm>
            <a:off x="10197879" y="4395564"/>
            <a:ext cx="75600" cy="75600"/>
          </a:xfrm>
          <a:prstGeom prst="rect">
            <a:avLst/>
          </a:prstGeom>
          <a:solidFill>
            <a:srgbClr val="D9DCDF"/>
          </a:solidFill>
          <a:ln/>
        </p:spPr>
        <p:txBody>
          <a:bodyPr>
            <a:noAutofit/>
          </a:bodyPr>
          <a:p/>
        </p:txBody>
      </p:sp>
      <p:sp>
        <p:nvSpPr>
          <p:cNvPr id="405" name="shape:405"/>
          <p:cNvSpPr/>
          <p:nvPr/>
        </p:nvSpPr>
        <p:spPr>
          <a:xfrm>
            <a:off x="10305879" y="4395564"/>
            <a:ext cx="75600" cy="75600"/>
          </a:xfrm>
          <a:prstGeom prst="rect">
            <a:avLst/>
          </a:prstGeom>
          <a:solidFill>
            <a:srgbClr val="D9DCDF"/>
          </a:solidFill>
          <a:ln/>
        </p:spPr>
        <p:txBody>
          <a:bodyPr>
            <a:noAutofit/>
          </a:bodyPr>
          <a:p/>
        </p:txBody>
      </p:sp>
      <p:sp>
        <p:nvSpPr>
          <p:cNvPr id="406" name="shape:406"/>
          <p:cNvSpPr/>
          <p:nvPr/>
        </p:nvSpPr>
        <p:spPr>
          <a:xfrm>
            <a:off x="10413879" y="4395564"/>
            <a:ext cx="75600" cy="75600"/>
          </a:xfrm>
          <a:prstGeom prst="rect">
            <a:avLst/>
          </a:prstGeom>
          <a:solidFill>
            <a:srgbClr val="D9DCDF"/>
          </a:solidFill>
          <a:ln/>
        </p:spPr>
        <p:txBody>
          <a:bodyPr>
            <a:noAutofit/>
          </a:bodyPr>
          <a:p/>
        </p:txBody>
      </p:sp>
      <p:sp>
        <p:nvSpPr>
          <p:cNvPr id="407" name="shape:407"/>
          <p:cNvSpPr/>
          <p:nvPr/>
        </p:nvSpPr>
        <p:spPr>
          <a:xfrm>
            <a:off x="10521879" y="4395564"/>
            <a:ext cx="75600" cy="75600"/>
          </a:xfrm>
          <a:prstGeom prst="rect">
            <a:avLst/>
          </a:prstGeom>
          <a:solidFill>
            <a:srgbClr val="D9DCDF"/>
          </a:solidFill>
          <a:ln/>
        </p:spPr>
        <p:txBody>
          <a:bodyPr>
            <a:noAutofit/>
          </a:bodyPr>
          <a:p/>
        </p:txBody>
      </p:sp>
      <p:sp>
        <p:nvSpPr>
          <p:cNvPr id="408" name="shape:408"/>
          <p:cNvSpPr/>
          <p:nvPr/>
        </p:nvSpPr>
        <p:spPr>
          <a:xfrm>
            <a:off x="10629879" y="4395564"/>
            <a:ext cx="75600" cy="75600"/>
          </a:xfrm>
          <a:prstGeom prst="rect">
            <a:avLst/>
          </a:prstGeom>
          <a:solidFill>
            <a:srgbClr val="D9DCDF"/>
          </a:solidFill>
          <a:ln/>
        </p:spPr>
        <p:txBody>
          <a:bodyPr>
            <a:noAutofit/>
          </a:bodyPr>
          <a:p/>
        </p:txBody>
      </p:sp>
      <p:sp>
        <p:nvSpPr>
          <p:cNvPr id="409" name="shape:409"/>
          <p:cNvSpPr/>
          <p:nvPr/>
        </p:nvSpPr>
        <p:spPr>
          <a:xfrm>
            <a:off x="10737879" y="4395564"/>
            <a:ext cx="75600" cy="75600"/>
          </a:xfrm>
          <a:prstGeom prst="rect">
            <a:avLst/>
          </a:prstGeom>
          <a:solidFill>
            <a:srgbClr val="D9DCDF"/>
          </a:solidFill>
          <a:ln/>
        </p:spPr>
        <p:txBody>
          <a:bodyPr>
            <a:noAutofit/>
          </a:bodyPr>
          <a:p/>
        </p:txBody>
      </p:sp>
      <p:sp>
        <p:nvSpPr>
          <p:cNvPr id="410" name="shape:410"/>
          <p:cNvSpPr/>
          <p:nvPr/>
        </p:nvSpPr>
        <p:spPr>
          <a:xfrm>
            <a:off x="9765879" y="4503564"/>
            <a:ext cx="75600" cy="75600"/>
          </a:xfrm>
          <a:prstGeom prst="rect">
            <a:avLst/>
          </a:prstGeom>
          <a:solidFill>
            <a:srgbClr val="D9DCDF"/>
          </a:solidFill>
          <a:ln/>
        </p:spPr>
        <p:txBody>
          <a:bodyPr>
            <a:noAutofit/>
          </a:bodyPr>
          <a:p/>
        </p:txBody>
      </p:sp>
      <p:sp>
        <p:nvSpPr>
          <p:cNvPr id="411" name="shape:411"/>
          <p:cNvSpPr/>
          <p:nvPr/>
        </p:nvSpPr>
        <p:spPr>
          <a:xfrm>
            <a:off x="9873879" y="4503564"/>
            <a:ext cx="75600" cy="75600"/>
          </a:xfrm>
          <a:prstGeom prst="rect">
            <a:avLst/>
          </a:prstGeom>
          <a:solidFill>
            <a:srgbClr val="D9DCDF"/>
          </a:solidFill>
          <a:ln/>
        </p:spPr>
        <p:txBody>
          <a:bodyPr>
            <a:noAutofit/>
          </a:bodyPr>
          <a:p/>
        </p:txBody>
      </p:sp>
      <p:sp>
        <p:nvSpPr>
          <p:cNvPr id="412" name="shape:412"/>
          <p:cNvSpPr/>
          <p:nvPr/>
        </p:nvSpPr>
        <p:spPr>
          <a:xfrm>
            <a:off x="9981879" y="4503564"/>
            <a:ext cx="75600" cy="75600"/>
          </a:xfrm>
          <a:prstGeom prst="rect">
            <a:avLst/>
          </a:prstGeom>
          <a:solidFill>
            <a:srgbClr val="D9DCDF"/>
          </a:solidFill>
          <a:ln/>
        </p:spPr>
        <p:txBody>
          <a:bodyPr>
            <a:noAutofit/>
          </a:bodyPr>
          <a:p/>
        </p:txBody>
      </p:sp>
      <p:sp>
        <p:nvSpPr>
          <p:cNvPr id="413" name="shape:413"/>
          <p:cNvSpPr/>
          <p:nvPr/>
        </p:nvSpPr>
        <p:spPr>
          <a:xfrm>
            <a:off x="10089879" y="4503564"/>
            <a:ext cx="75600" cy="75600"/>
          </a:xfrm>
          <a:prstGeom prst="rect">
            <a:avLst/>
          </a:prstGeom>
          <a:solidFill>
            <a:srgbClr val="D9DCDF"/>
          </a:solidFill>
          <a:ln/>
        </p:spPr>
        <p:txBody>
          <a:bodyPr>
            <a:noAutofit/>
          </a:bodyPr>
          <a:p/>
        </p:txBody>
      </p:sp>
      <p:sp>
        <p:nvSpPr>
          <p:cNvPr id="414" name="shape:414"/>
          <p:cNvSpPr/>
          <p:nvPr/>
        </p:nvSpPr>
        <p:spPr>
          <a:xfrm>
            <a:off x="10197879" y="4503564"/>
            <a:ext cx="75600" cy="75600"/>
          </a:xfrm>
          <a:prstGeom prst="rect">
            <a:avLst/>
          </a:prstGeom>
          <a:solidFill>
            <a:srgbClr val="D9DCDF"/>
          </a:solidFill>
          <a:ln/>
        </p:spPr>
        <p:txBody>
          <a:bodyPr>
            <a:noAutofit/>
          </a:bodyPr>
          <a:p/>
        </p:txBody>
      </p:sp>
      <p:sp>
        <p:nvSpPr>
          <p:cNvPr id="415" name="shape:415"/>
          <p:cNvSpPr/>
          <p:nvPr/>
        </p:nvSpPr>
        <p:spPr>
          <a:xfrm>
            <a:off x="10305879" y="4503564"/>
            <a:ext cx="75600" cy="75600"/>
          </a:xfrm>
          <a:prstGeom prst="rect">
            <a:avLst/>
          </a:prstGeom>
          <a:solidFill>
            <a:srgbClr val="D9DCDF"/>
          </a:solidFill>
          <a:ln/>
        </p:spPr>
        <p:txBody>
          <a:bodyPr>
            <a:noAutofit/>
          </a:bodyPr>
          <a:p/>
        </p:txBody>
      </p:sp>
      <p:sp>
        <p:nvSpPr>
          <p:cNvPr id="416" name="shape:416"/>
          <p:cNvSpPr/>
          <p:nvPr/>
        </p:nvSpPr>
        <p:spPr>
          <a:xfrm>
            <a:off x="10413879" y="4503564"/>
            <a:ext cx="75600" cy="75600"/>
          </a:xfrm>
          <a:prstGeom prst="rect">
            <a:avLst/>
          </a:prstGeom>
          <a:solidFill>
            <a:srgbClr val="D9DCDF"/>
          </a:solidFill>
          <a:ln/>
        </p:spPr>
        <p:txBody>
          <a:bodyPr>
            <a:noAutofit/>
          </a:bodyPr>
          <a:p/>
        </p:txBody>
      </p:sp>
      <p:sp>
        <p:nvSpPr>
          <p:cNvPr id="417" name="shape:417"/>
          <p:cNvSpPr/>
          <p:nvPr/>
        </p:nvSpPr>
        <p:spPr>
          <a:xfrm>
            <a:off x="10521879" y="4503564"/>
            <a:ext cx="75600" cy="75600"/>
          </a:xfrm>
          <a:prstGeom prst="rect">
            <a:avLst/>
          </a:prstGeom>
          <a:solidFill>
            <a:srgbClr val="D9DCDF"/>
          </a:solidFill>
          <a:ln/>
        </p:spPr>
        <p:txBody>
          <a:bodyPr>
            <a:noAutofit/>
          </a:bodyPr>
          <a:p/>
        </p:txBody>
      </p:sp>
      <p:sp>
        <p:nvSpPr>
          <p:cNvPr id="418" name="shape:418"/>
          <p:cNvSpPr/>
          <p:nvPr/>
        </p:nvSpPr>
        <p:spPr>
          <a:xfrm>
            <a:off x="10629879" y="4503564"/>
            <a:ext cx="75600" cy="75600"/>
          </a:xfrm>
          <a:prstGeom prst="rect">
            <a:avLst/>
          </a:prstGeom>
          <a:solidFill>
            <a:srgbClr val="D9DCDF"/>
          </a:solidFill>
          <a:ln/>
        </p:spPr>
        <p:txBody>
          <a:bodyPr>
            <a:noAutofit/>
          </a:bodyPr>
          <a:p/>
        </p:txBody>
      </p:sp>
      <p:sp>
        <p:nvSpPr>
          <p:cNvPr id="419" name="shape:419"/>
          <p:cNvSpPr/>
          <p:nvPr/>
        </p:nvSpPr>
        <p:spPr>
          <a:xfrm>
            <a:off x="10737879" y="4503564"/>
            <a:ext cx="75600" cy="75600"/>
          </a:xfrm>
          <a:prstGeom prst="rect">
            <a:avLst/>
          </a:prstGeom>
          <a:solidFill>
            <a:srgbClr val="D9DCDF"/>
          </a:solidFill>
          <a:ln/>
        </p:spPr>
        <p:txBody>
          <a:bodyPr>
            <a:noAutofit/>
          </a:bodyPr>
          <a:p/>
        </p:txBody>
      </p:sp>
      <p:sp>
        <p:nvSpPr>
          <p:cNvPr id="420" name="shape:420"/>
          <p:cNvSpPr/>
          <p:nvPr/>
        </p:nvSpPr>
        <p:spPr>
          <a:xfrm>
            <a:off x="8963735"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071B2C"/>
                </a:solidFill>
                <a:latin typeface="Yu Gothic" pitchFamily="34" charset="0"/>
                <a:ea typeface="Yu Gothic" pitchFamily="34" charset="-122"/>
                <a:cs typeface="Yu Gothic" pitchFamily="34" charset="-120"/>
              </a:rPr>
              <a:t>項目6</a:t>
            </a:r>
            <a:endParaRPr lang="en-US" sz="900" dirty="0"/>
          </a:p>
        </p:txBody>
      </p:sp>
      <p:sp>
        <p:nvSpPr>
          <p:cNvPr id="4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b16</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進捗バブル行列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16</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取り組み段階別の件数</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件、n=項目1</a:t>
            </a:r>
            <a:endParaRPr lang="en-US" sz="850" dirty="0"/>
          </a:p>
        </p:txBody>
      </p:sp>
      <p:sp>
        <p:nvSpPr>
          <p:cNvPr id="12" name="shape:012"/>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3" name="shape:013"/>
          <p:cNvSpPr/>
          <p:nvPr/>
        </p:nvSpPr>
        <p:spPr>
          <a:xfrm>
            <a:off x="2599990"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071B2C"/>
                </a:solidFill>
                <a:latin typeface="Yu Gothic" pitchFamily="34" charset="0"/>
                <a:ea typeface="Yu Gothic" pitchFamily="34" charset="-122"/>
                <a:cs typeface="Yu Gothic" pitchFamily="34" charset="-120"/>
              </a:rPr>
              <a:t>構想</a:t>
            </a:r>
            <a:endParaRPr lang="en-US" sz="1300" dirty="0"/>
          </a:p>
        </p:txBody>
      </p:sp>
      <p:sp>
        <p:nvSpPr>
          <p:cNvPr id="14" name="shape:014"/>
          <p:cNvSpPr/>
          <p:nvPr/>
        </p:nvSpPr>
        <p:spPr>
          <a:xfrm>
            <a:off x="4781898"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071B2C"/>
                </a:solidFill>
                <a:latin typeface="Yu Gothic" pitchFamily="34" charset="0"/>
                <a:ea typeface="Yu Gothic" pitchFamily="34" charset="-122"/>
                <a:cs typeface="Yu Gothic" pitchFamily="34" charset="-120"/>
              </a:rPr>
              <a:t>試行</a:t>
            </a:r>
            <a:endParaRPr lang="en-US" sz="1300" dirty="0"/>
          </a:p>
        </p:txBody>
      </p:sp>
      <p:sp>
        <p:nvSpPr>
          <p:cNvPr id="15" name="shape:015"/>
          <p:cNvSpPr/>
          <p:nvPr/>
        </p:nvSpPr>
        <p:spPr>
          <a:xfrm>
            <a:off x="6963806"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071B2C"/>
                </a:solidFill>
                <a:latin typeface="Yu Gothic" pitchFamily="34" charset="0"/>
                <a:ea typeface="Yu Gothic" pitchFamily="34" charset="-122"/>
                <a:cs typeface="Yu Gothic" pitchFamily="34" charset="-120"/>
              </a:rPr>
              <a:t>部分展開</a:t>
            </a:r>
            <a:endParaRPr lang="en-US" sz="1300" dirty="0"/>
          </a:p>
        </p:txBody>
      </p:sp>
      <p:sp>
        <p:nvSpPr>
          <p:cNvPr id="16" name="shape:016"/>
          <p:cNvSpPr/>
          <p:nvPr/>
        </p:nvSpPr>
        <p:spPr>
          <a:xfrm>
            <a:off x="9145715" y="1993392"/>
            <a:ext cx="2181908" cy="274320"/>
          </a:xfrm>
          <a:prstGeom prst="rect">
            <a:avLst/>
          </a:prstGeom>
          <a:noFill/>
          <a:ln/>
        </p:spPr>
        <p:txBody>
          <a:bodyPr wrap="square" lIns="0" tIns="0" rIns="0" bIns="0" rtlCol="0" anchor="t">
            <a:noAutofit/>
          </a:bodyPr>
          <a:lstStyle/>
          <a:p>
            <a:pPr algn="ctr" indent="0" marL="0">
              <a:buNone/>
            </a:pPr>
            <a:r>
              <a:rPr lang="en-US" sz="1300" dirty="0">
                <a:solidFill>
                  <a:srgbClr val="071B2C"/>
                </a:solidFill>
                <a:latin typeface="Yu Gothic" pitchFamily="34" charset="0"/>
                <a:ea typeface="Yu Gothic" pitchFamily="34" charset="-122"/>
                <a:cs typeface="Yu Gothic" pitchFamily="34" charset="-120"/>
              </a:rPr>
              <a:t>全面展開</a:t>
            </a:r>
            <a:endParaRPr lang="en-US" sz="1300" dirty="0"/>
          </a:p>
        </p:txBody>
      </p:sp>
      <p:sp>
        <p:nvSpPr>
          <p:cNvPr id="17" name="shape:017"/>
          <p:cNvSpPr/>
          <p:nvPr/>
        </p:nvSpPr>
        <p:spPr>
          <a:xfrm>
            <a:off x="576072" y="2636901"/>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項目2層</a:t>
            </a:r>
            <a:endParaRPr lang="en-US" sz="1400" dirty="0"/>
          </a:p>
        </p:txBody>
      </p:sp>
      <p:sp>
        <p:nvSpPr>
          <p:cNvPr id="18" name="shape:018"/>
          <p:cNvSpPr/>
          <p:nvPr/>
        </p:nvSpPr>
        <p:spPr>
          <a:xfrm>
            <a:off x="3391094" y="2519932"/>
            <a:ext cx="599699" cy="599699"/>
          </a:xfrm>
          <a:prstGeom prst="ellipse">
            <a:avLst/>
          </a:prstGeom>
          <a:solidFill>
            <a:srgbClr val="071B2C"/>
          </a:solidFill>
          <a:ln/>
        </p:spPr>
        <p:txBody>
          <a:bodyPr>
            <a:noAutofit/>
          </a:bodyPr>
          <a:p/>
        </p:txBody>
      </p:sp>
      <p:sp>
        <p:nvSpPr>
          <p:cNvPr id="19" name="shape:019"/>
          <p:cNvSpPr/>
          <p:nvPr/>
        </p:nvSpPr>
        <p:spPr>
          <a:xfrm>
            <a:off x="3391094" y="2519932"/>
            <a:ext cx="599699" cy="599699"/>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30</a:t>
            </a:r>
            <a:endParaRPr lang="en-US" sz="1200" dirty="0"/>
          </a:p>
        </p:txBody>
      </p:sp>
      <p:sp>
        <p:nvSpPr>
          <p:cNvPr id="20" name="shape:020"/>
          <p:cNvSpPr/>
          <p:nvPr/>
        </p:nvSpPr>
        <p:spPr>
          <a:xfrm>
            <a:off x="5708618" y="2655547"/>
            <a:ext cx="328469" cy="328469"/>
          </a:xfrm>
          <a:prstGeom prst="ellipse">
            <a:avLst/>
          </a:prstGeom>
          <a:solidFill>
            <a:srgbClr val="071B2C"/>
          </a:solidFill>
          <a:ln/>
        </p:spPr>
        <p:txBody>
          <a:bodyPr>
            <a:noAutofit/>
          </a:bodyPr>
          <a:p/>
        </p:txBody>
      </p:sp>
      <p:sp>
        <p:nvSpPr>
          <p:cNvPr id="21" name="shape:021"/>
          <p:cNvSpPr/>
          <p:nvPr/>
        </p:nvSpPr>
        <p:spPr>
          <a:xfrm>
            <a:off x="5644252"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7890526" y="2655547"/>
            <a:ext cx="328469" cy="328469"/>
          </a:xfrm>
          <a:prstGeom prst="ellipse">
            <a:avLst/>
          </a:prstGeom>
          <a:solidFill>
            <a:srgbClr val="071B2C"/>
          </a:solidFill>
          <a:ln/>
        </p:spPr>
        <p:txBody>
          <a:bodyPr>
            <a:noAutofit/>
          </a:bodyPr>
          <a:p/>
        </p:txBody>
      </p:sp>
      <p:sp>
        <p:nvSpPr>
          <p:cNvPr id="23" name="shape:023"/>
          <p:cNvSpPr/>
          <p:nvPr/>
        </p:nvSpPr>
        <p:spPr>
          <a:xfrm>
            <a:off x="7826161"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24" name="shape:024"/>
          <p:cNvSpPr/>
          <p:nvPr/>
        </p:nvSpPr>
        <p:spPr>
          <a:xfrm>
            <a:off x="10127179" y="2710291"/>
            <a:ext cx="218979" cy="218979"/>
          </a:xfrm>
          <a:prstGeom prst="ellipse">
            <a:avLst/>
          </a:prstGeom>
          <a:solidFill>
            <a:srgbClr val="071B2C"/>
          </a:solidFill>
          <a:ln/>
        </p:spPr>
        <p:txBody>
          <a:bodyPr>
            <a:noAutofit/>
          </a:bodyPr>
          <a:p/>
        </p:txBody>
      </p:sp>
      <p:sp>
        <p:nvSpPr>
          <p:cNvPr id="25" name="shape:025"/>
          <p:cNvSpPr/>
          <p:nvPr/>
        </p:nvSpPr>
        <p:spPr>
          <a:xfrm>
            <a:off x="10008069" y="2591181"/>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26" name="shape:026"/>
          <p:cNvSpPr/>
          <p:nvPr/>
        </p:nvSpPr>
        <p:spPr>
          <a:xfrm>
            <a:off x="576072" y="3594735"/>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項目3層</a:t>
            </a:r>
            <a:endParaRPr lang="en-US" sz="1400" dirty="0"/>
          </a:p>
        </p:txBody>
      </p:sp>
      <p:sp>
        <p:nvSpPr>
          <p:cNvPr id="27" name="shape:027"/>
          <p:cNvSpPr/>
          <p:nvPr/>
        </p:nvSpPr>
        <p:spPr>
          <a:xfrm>
            <a:off x="3478918" y="3565589"/>
            <a:ext cx="424051" cy="424051"/>
          </a:xfrm>
          <a:prstGeom prst="ellipse">
            <a:avLst/>
          </a:prstGeom>
          <a:solidFill>
            <a:srgbClr val="071B2C"/>
          </a:solidFill>
          <a:ln/>
        </p:spPr>
        <p:txBody>
          <a:bodyPr>
            <a:noAutofit/>
          </a:bodyPr>
          <a:p/>
        </p:txBody>
      </p:sp>
      <p:sp>
        <p:nvSpPr>
          <p:cNvPr id="28" name="shape:028"/>
          <p:cNvSpPr/>
          <p:nvPr/>
        </p:nvSpPr>
        <p:spPr>
          <a:xfrm>
            <a:off x="3462344"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15</a:t>
            </a:r>
            <a:endParaRPr lang="en-US" sz="1200" dirty="0"/>
          </a:p>
        </p:txBody>
      </p:sp>
      <p:sp>
        <p:nvSpPr>
          <p:cNvPr id="29" name="shape:029"/>
          <p:cNvSpPr/>
          <p:nvPr/>
        </p:nvSpPr>
        <p:spPr>
          <a:xfrm>
            <a:off x="5683211" y="3587974"/>
            <a:ext cx="379283" cy="379283"/>
          </a:xfrm>
          <a:prstGeom prst="ellipse">
            <a:avLst/>
          </a:prstGeom>
          <a:solidFill>
            <a:srgbClr val="071B2C"/>
          </a:solidFill>
          <a:ln/>
        </p:spPr>
        <p:txBody>
          <a:bodyPr>
            <a:noAutofit/>
          </a:bodyPr>
          <a:p/>
        </p:txBody>
      </p:sp>
      <p:sp>
        <p:nvSpPr>
          <p:cNvPr id="30" name="shape:030"/>
          <p:cNvSpPr/>
          <p:nvPr/>
        </p:nvSpPr>
        <p:spPr>
          <a:xfrm>
            <a:off x="5644252"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12</a:t>
            </a:r>
            <a:endParaRPr lang="en-US" sz="1200" dirty="0"/>
          </a:p>
        </p:txBody>
      </p:sp>
      <p:sp>
        <p:nvSpPr>
          <p:cNvPr id="31" name="shape:031"/>
          <p:cNvSpPr/>
          <p:nvPr/>
        </p:nvSpPr>
        <p:spPr>
          <a:xfrm>
            <a:off x="7920664" y="3643518"/>
            <a:ext cx="268194" cy="268194"/>
          </a:xfrm>
          <a:prstGeom prst="ellipse">
            <a:avLst/>
          </a:prstGeom>
          <a:solidFill>
            <a:srgbClr val="071B2C"/>
          </a:solidFill>
          <a:ln/>
        </p:spPr>
        <p:txBody>
          <a:bodyPr>
            <a:noAutofit/>
          </a:bodyPr>
          <a:p/>
        </p:txBody>
      </p:sp>
      <p:sp>
        <p:nvSpPr>
          <p:cNvPr id="32" name="shape:032"/>
          <p:cNvSpPr/>
          <p:nvPr/>
        </p:nvSpPr>
        <p:spPr>
          <a:xfrm>
            <a:off x="7826161"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3" name="shape:033"/>
          <p:cNvSpPr/>
          <p:nvPr/>
        </p:nvSpPr>
        <p:spPr>
          <a:xfrm>
            <a:off x="10102572" y="3643518"/>
            <a:ext cx="268194" cy="268194"/>
          </a:xfrm>
          <a:prstGeom prst="ellipse">
            <a:avLst/>
          </a:prstGeom>
          <a:solidFill>
            <a:srgbClr val="071B2C"/>
          </a:solidFill>
          <a:ln/>
        </p:spPr>
        <p:txBody>
          <a:bodyPr>
            <a:noAutofit/>
          </a:bodyPr>
          <a:p/>
        </p:txBody>
      </p:sp>
      <p:sp>
        <p:nvSpPr>
          <p:cNvPr id="34" name="shape:034"/>
          <p:cNvSpPr/>
          <p:nvPr/>
        </p:nvSpPr>
        <p:spPr>
          <a:xfrm>
            <a:off x="10008069" y="3549015"/>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35" name="shape:035"/>
          <p:cNvSpPr/>
          <p:nvPr/>
        </p:nvSpPr>
        <p:spPr>
          <a:xfrm>
            <a:off x="576072" y="4552569"/>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項目4層</a:t>
            </a:r>
            <a:endParaRPr lang="en-US" sz="1400" dirty="0"/>
          </a:p>
        </p:txBody>
      </p:sp>
      <p:sp>
        <p:nvSpPr>
          <p:cNvPr id="36" name="shape:036"/>
          <p:cNvSpPr/>
          <p:nvPr/>
        </p:nvSpPr>
        <p:spPr>
          <a:xfrm>
            <a:off x="3288654" y="4333159"/>
            <a:ext cx="804581" cy="804581"/>
          </a:xfrm>
          <a:prstGeom prst="ellipse">
            <a:avLst/>
          </a:prstGeom>
          <a:solidFill>
            <a:srgbClr val="071B2C"/>
          </a:solidFill>
          <a:ln/>
        </p:spPr>
        <p:txBody>
          <a:bodyPr>
            <a:noAutofit/>
          </a:bodyPr>
          <a:p/>
        </p:txBody>
      </p:sp>
      <p:sp>
        <p:nvSpPr>
          <p:cNvPr id="37" name="shape:037"/>
          <p:cNvSpPr/>
          <p:nvPr/>
        </p:nvSpPr>
        <p:spPr>
          <a:xfrm>
            <a:off x="3288654" y="4333159"/>
            <a:ext cx="804581" cy="804581"/>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54</a:t>
            </a:r>
            <a:endParaRPr lang="en-US" sz="1200" dirty="0"/>
          </a:p>
        </p:txBody>
      </p:sp>
      <p:sp>
        <p:nvSpPr>
          <p:cNvPr id="38" name="shape:038"/>
          <p:cNvSpPr/>
          <p:nvPr/>
        </p:nvSpPr>
        <p:spPr>
          <a:xfrm>
            <a:off x="5675467" y="4538064"/>
            <a:ext cx="394770" cy="394770"/>
          </a:xfrm>
          <a:prstGeom prst="ellipse">
            <a:avLst/>
          </a:prstGeom>
          <a:solidFill>
            <a:srgbClr val="071B2C"/>
          </a:solidFill>
          <a:ln/>
        </p:spPr>
        <p:txBody>
          <a:bodyPr>
            <a:noAutofit/>
          </a:bodyPr>
          <a:p/>
        </p:txBody>
      </p:sp>
      <p:sp>
        <p:nvSpPr>
          <p:cNvPr id="39" name="shape:039"/>
          <p:cNvSpPr/>
          <p:nvPr/>
        </p:nvSpPr>
        <p:spPr>
          <a:xfrm>
            <a:off x="5644252"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0" name="shape:040"/>
          <p:cNvSpPr/>
          <p:nvPr/>
        </p:nvSpPr>
        <p:spPr>
          <a:xfrm>
            <a:off x="7857376" y="4538064"/>
            <a:ext cx="394770" cy="394770"/>
          </a:xfrm>
          <a:prstGeom prst="ellipse">
            <a:avLst/>
          </a:prstGeom>
          <a:solidFill>
            <a:srgbClr val="071B2C"/>
          </a:solidFill>
          <a:ln/>
        </p:spPr>
        <p:txBody>
          <a:bodyPr>
            <a:noAutofit/>
          </a:bodyPr>
          <a:p/>
        </p:txBody>
      </p:sp>
      <p:sp>
        <p:nvSpPr>
          <p:cNvPr id="41" name="shape:041"/>
          <p:cNvSpPr/>
          <p:nvPr/>
        </p:nvSpPr>
        <p:spPr>
          <a:xfrm>
            <a:off x="7826161"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13</a:t>
            </a:r>
            <a:endParaRPr lang="en-US" sz="1200" dirty="0"/>
          </a:p>
        </p:txBody>
      </p:sp>
      <p:sp>
        <p:nvSpPr>
          <p:cNvPr id="42" name="shape:042"/>
          <p:cNvSpPr/>
          <p:nvPr/>
        </p:nvSpPr>
        <p:spPr>
          <a:xfrm>
            <a:off x="10102572" y="4601352"/>
            <a:ext cx="268194" cy="268194"/>
          </a:xfrm>
          <a:prstGeom prst="ellipse">
            <a:avLst/>
          </a:prstGeom>
          <a:solidFill>
            <a:srgbClr val="071B2C"/>
          </a:solidFill>
          <a:ln/>
        </p:spPr>
        <p:txBody>
          <a:bodyPr>
            <a:noAutofit/>
          </a:bodyPr>
          <a:p/>
        </p:txBody>
      </p:sp>
      <p:sp>
        <p:nvSpPr>
          <p:cNvPr id="43" name="shape:043"/>
          <p:cNvSpPr/>
          <p:nvPr/>
        </p:nvSpPr>
        <p:spPr>
          <a:xfrm>
            <a:off x="10008069" y="4506849"/>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44" name="shape:044"/>
          <p:cNvSpPr/>
          <p:nvPr/>
        </p:nvSpPr>
        <p:spPr>
          <a:xfrm>
            <a:off x="576072" y="5510403"/>
            <a:ext cx="1915918" cy="365760"/>
          </a:xfrm>
          <a:prstGeom prst="rect">
            <a:avLst/>
          </a:prstGeom>
          <a:noFill/>
          <a:ln/>
        </p:spPr>
        <p:txBody>
          <a:bodyPr wrap="square" lIns="0" tIns="0" rIns="0" bIns="0" rtlCol="0" anchor="ctr">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項目5層</a:t>
            </a:r>
            <a:endParaRPr lang="en-US" sz="1400" dirty="0"/>
          </a:p>
        </p:txBody>
      </p:sp>
      <p:sp>
        <p:nvSpPr>
          <p:cNvPr id="45" name="shape:045"/>
          <p:cNvSpPr/>
          <p:nvPr/>
        </p:nvSpPr>
        <p:spPr>
          <a:xfrm>
            <a:off x="3536102" y="5538441"/>
            <a:ext cx="309683" cy="309683"/>
          </a:xfrm>
          <a:prstGeom prst="ellipse">
            <a:avLst/>
          </a:prstGeom>
          <a:solidFill>
            <a:srgbClr val="071B2C"/>
          </a:solidFill>
          <a:ln/>
        </p:spPr>
        <p:txBody>
          <a:bodyPr>
            <a:noAutofit/>
          </a:bodyPr>
          <a:p/>
        </p:txBody>
      </p:sp>
      <p:sp>
        <p:nvSpPr>
          <p:cNvPr id="46" name="shape:046"/>
          <p:cNvSpPr/>
          <p:nvPr/>
        </p:nvSpPr>
        <p:spPr>
          <a:xfrm>
            <a:off x="3462344"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8</a:t>
            </a:r>
            <a:endParaRPr lang="en-US" sz="1200" dirty="0"/>
          </a:p>
        </p:txBody>
      </p:sp>
      <p:sp>
        <p:nvSpPr>
          <p:cNvPr id="47" name="shape:047"/>
          <p:cNvSpPr/>
          <p:nvPr/>
        </p:nvSpPr>
        <p:spPr>
          <a:xfrm>
            <a:off x="5708618" y="5529049"/>
            <a:ext cx="328469" cy="328469"/>
          </a:xfrm>
          <a:prstGeom prst="ellipse">
            <a:avLst/>
          </a:prstGeom>
          <a:solidFill>
            <a:srgbClr val="071B2C"/>
          </a:solidFill>
          <a:ln/>
        </p:spPr>
        <p:txBody>
          <a:bodyPr>
            <a:noAutofit/>
          </a:bodyPr>
          <a:p/>
        </p:txBody>
      </p:sp>
      <p:sp>
        <p:nvSpPr>
          <p:cNvPr id="48" name="shape:048"/>
          <p:cNvSpPr/>
          <p:nvPr/>
        </p:nvSpPr>
        <p:spPr>
          <a:xfrm>
            <a:off x="5644252"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9</a:t>
            </a:r>
            <a:endParaRPr lang="en-US" sz="1200" dirty="0"/>
          </a:p>
        </p:txBody>
      </p:sp>
      <p:sp>
        <p:nvSpPr>
          <p:cNvPr id="49" name="shape:049"/>
          <p:cNvSpPr/>
          <p:nvPr/>
        </p:nvSpPr>
        <p:spPr>
          <a:xfrm>
            <a:off x="7920664" y="5559186"/>
            <a:ext cx="268194" cy="268194"/>
          </a:xfrm>
          <a:prstGeom prst="ellipse">
            <a:avLst/>
          </a:prstGeom>
          <a:solidFill>
            <a:srgbClr val="071B2C"/>
          </a:solidFill>
          <a:ln/>
        </p:spPr>
        <p:txBody>
          <a:bodyPr>
            <a:noAutofit/>
          </a:bodyPr>
          <a:p/>
        </p:txBody>
      </p:sp>
      <p:sp>
        <p:nvSpPr>
          <p:cNvPr id="50" name="shape:050"/>
          <p:cNvSpPr/>
          <p:nvPr/>
        </p:nvSpPr>
        <p:spPr>
          <a:xfrm>
            <a:off x="7826161"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51" name="shape:051"/>
          <p:cNvSpPr/>
          <p:nvPr/>
        </p:nvSpPr>
        <p:spPr>
          <a:xfrm>
            <a:off x="10127179" y="5583793"/>
            <a:ext cx="218979" cy="218979"/>
          </a:xfrm>
          <a:prstGeom prst="ellipse">
            <a:avLst/>
          </a:prstGeom>
          <a:solidFill>
            <a:srgbClr val="071B2C"/>
          </a:solidFill>
          <a:ln/>
        </p:spPr>
        <p:txBody>
          <a:bodyPr>
            <a:noAutofit/>
          </a:bodyPr>
          <a:p/>
        </p:txBody>
      </p:sp>
      <p:sp>
        <p:nvSpPr>
          <p:cNvPr id="52" name="shape:052"/>
          <p:cNvSpPr/>
          <p:nvPr/>
        </p:nvSpPr>
        <p:spPr>
          <a:xfrm>
            <a:off x="10008069" y="5464683"/>
            <a:ext cx="457200" cy="457200"/>
          </a:xfrm>
          <a:prstGeom prst="rect">
            <a:avLst/>
          </a:prstGeom>
          <a:noFill/>
          <a:ln/>
        </p:spPr>
        <p:txBody>
          <a:bodyPr wrap="square" lIns="0" tIns="0" rIns="0" bIns="0" rtlCol="0" anchor="ctr">
            <a:noAutofit/>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b17</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分布の順位棒＋注記</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17</a:t>
            </a:r>
            <a:endParaRPr lang="en-US" sz="750" dirty="0"/>
          </a:p>
        </p:txBody>
      </p:sp>
      <p:sp>
        <p:nvSpPr>
          <p:cNvPr id="10" name="shape:010"/>
          <p:cNvSpPr/>
          <p:nvPr/>
        </p:nvSpPr>
        <p:spPr>
          <a:xfrm>
            <a:off x="576072" y="1572768"/>
            <a:ext cx="639480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6394801" cy="0"/>
          </a:xfrm>
          <a:prstGeom prst="line">
            <a:avLst/>
          </a:prstGeom>
          <a:noFill/>
          <a:ln w="17780">
            <a:solidFill>
              <a:srgbClr val="071B2C"/>
            </a:solidFill>
            <a:prstDash val="solid"/>
          </a:ln>
        </p:spPr>
        <p:txBody>
          <a:bodyPr>
            <a:noAutofit/>
          </a:bodyPr>
          <a:p/>
        </p:txBody>
      </p:sp>
      <p:sp>
        <p:nvSpPr>
          <p:cNvPr id="12" name="shape:012"/>
          <p:cNvSpPr/>
          <p:nvPr/>
        </p:nvSpPr>
        <p:spPr>
          <a:xfrm>
            <a:off x="477631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単位、2026〜2026年</a:t>
            </a:r>
            <a:endParaRPr lang="en-US" sz="850" dirty="0"/>
          </a:p>
        </p:txBody>
      </p:sp>
      <p:graphicFrame>
        <p:nvGraphicFramePr>
          <p:cNvPr id="13" name="shape:013" descr=""/>
          <p:cNvGraphicFramePr/>
          <p:nvPr/>
        </p:nvGraphicFramePr>
        <p:xfrm>
          <a:off x="576072" y="2029968"/>
          <a:ext cx="6394801" cy="3887352"/>
        </p:xfrm>
        <a:graphic>
          <a:graphicData uri="http://schemas.openxmlformats.org/drawingml/2006/chart">
            <c:chart xmlns:c="http://schemas.openxmlformats.org/drawingml/2006/chart" r:id="rId2"/>
          </a:graphicData>
        </a:graphic>
      </p:graphicFrame>
      <p:sp>
        <p:nvSpPr>
          <p:cNvPr id="14" name="shape:014"/>
          <p:cNvSpPr/>
          <p:nvPr/>
        </p:nvSpPr>
        <p:spPr>
          <a:xfrm>
            <a:off x="576072" y="6008760"/>
            <a:ext cx="144000" cy="144000"/>
          </a:xfrm>
          <a:prstGeom prst="rect">
            <a:avLst/>
          </a:prstGeom>
          <a:solidFill>
            <a:srgbClr val="1E5F8C"/>
          </a:solidFill>
          <a:ln/>
        </p:spPr>
        <p:txBody>
          <a:bodyPr>
            <a:noAutofit/>
          </a:bodyPr>
          <a:p/>
        </p:txBody>
      </p:sp>
      <p:sp>
        <p:nvSpPr>
          <p:cNvPr id="15" name="shape:015"/>
          <p:cNvSpPr/>
          <p:nvPr/>
        </p:nvSpPr>
        <p:spPr>
          <a:xfrm>
            <a:off x="774072" y="5989320"/>
            <a:ext cx="41910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上位N社</a:t>
            </a:r>
            <a:endParaRPr lang="en-US" sz="800" dirty="0"/>
          </a:p>
        </p:txBody>
      </p:sp>
      <p:sp>
        <p:nvSpPr>
          <p:cNvPr id="16" name="shape:016"/>
          <p:cNvSpPr/>
          <p:nvPr/>
        </p:nvSpPr>
        <p:spPr>
          <a:xfrm>
            <a:off x="1409172" y="6008760"/>
            <a:ext cx="144000" cy="144000"/>
          </a:xfrm>
          <a:prstGeom prst="rect">
            <a:avLst/>
          </a:prstGeom>
          <a:solidFill>
            <a:srgbClr val="79C8DC"/>
          </a:solidFill>
          <a:ln/>
        </p:spPr>
        <p:txBody>
          <a:bodyPr>
            <a:noAutofit/>
          </a:bodyPr>
          <a:p/>
        </p:txBody>
      </p:sp>
      <p:sp>
        <p:nvSpPr>
          <p:cNvPr id="17" name="shape:017"/>
          <p:cNvSpPr/>
          <p:nvPr/>
        </p:nvSpPr>
        <p:spPr>
          <a:xfrm>
            <a:off x="1607172"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その他</a:t>
            </a:r>
            <a:endParaRPr lang="en-US" sz="800" dirty="0"/>
          </a:p>
        </p:txBody>
      </p:sp>
      <p:sp>
        <p:nvSpPr>
          <p:cNvPr id="18" name="shape:018"/>
          <p:cNvSpPr/>
          <p:nvPr/>
        </p:nvSpPr>
        <p:spPr>
          <a:xfrm rot="5400000">
            <a:off x="7114873" y="3764484"/>
            <a:ext cx="360000" cy="216000"/>
          </a:xfrm>
          <a:prstGeom prst="triangle">
            <a:avLst/>
          </a:prstGeom>
          <a:solidFill>
            <a:srgbClr val="79C8DC"/>
          </a:solidFill>
          <a:ln/>
        </p:spPr>
        <p:txBody>
          <a:bodyPr>
            <a:noAutofit/>
          </a:bodyPr>
          <a:p/>
        </p:txBody>
      </p:sp>
      <p:sp>
        <p:nvSpPr>
          <p:cNvPr id="19" name="shape:019"/>
          <p:cNvSpPr/>
          <p:nvPr/>
        </p:nvSpPr>
        <p:spPr>
          <a:xfrm>
            <a:off x="7618873" y="1572768"/>
            <a:ext cx="3996750" cy="292608"/>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だから、記載例4に絞る</a:t>
            </a:r>
            <a:endParaRPr lang="en-US" sz="1150" dirty="0"/>
          </a:p>
        </p:txBody>
      </p:sp>
      <p:sp>
        <p:nvSpPr>
          <p:cNvPr id="20" name="shape:020"/>
          <p:cNvSpPr/>
          <p:nvPr/>
        </p:nvSpPr>
        <p:spPr>
          <a:xfrm>
            <a:off x="7618873" y="1901952"/>
            <a:ext cx="3996750" cy="0"/>
          </a:xfrm>
          <a:prstGeom prst="line">
            <a:avLst/>
          </a:prstGeom>
          <a:noFill/>
          <a:ln w="17780">
            <a:solidFill>
              <a:srgbClr val="071B2C"/>
            </a:solidFill>
            <a:prstDash val="solid"/>
          </a:ln>
        </p:spPr>
        <p:txBody>
          <a:bodyPr>
            <a:noAutofit/>
          </a:bodyPr>
          <a:p/>
        </p:txBody>
      </p:sp>
      <p:sp>
        <p:nvSpPr>
          <p:cNvPr id="21" name="shape:021"/>
          <p:cNvSpPr/>
          <p:nvPr/>
        </p:nvSpPr>
        <p:spPr>
          <a:xfrm>
            <a:off x="7618873" y="2029968"/>
            <a:ext cx="3996750" cy="414223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p>
          <a:p>
            <a:pPr marL="152400" indent="-152400">
              <a:spcAft>
                <a:spcPts val="600"/>
              </a:spcAft>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p>
          <a:p>
            <a:pPr marL="152400" indent="-152400">
              <a:spcAft>
                <a:spcPts val="600"/>
              </a:spcAft>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注記つき散布図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18</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記載例1と記載例2の関係</a:t>
            </a:r>
            <a:endParaRPr lang="en-US" sz="1150" dirty="0"/>
          </a:p>
        </p:txBody>
      </p:sp>
      <p:sp>
        <p:nvSpPr>
          <p:cNvPr id="11" name="shape:011"/>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単位、2026年</a:t>
            </a:r>
            <a:endParaRPr lang="en-US" sz="850" dirty="0"/>
          </a:p>
        </p:txBody>
      </p:sp>
      <p:graphicFrame>
        <p:nvGraphicFramePr>
          <p:cNvPr id="13" name="shape:013" descr=""/>
          <p:cNvGraphicFramePr/>
          <p:nvPr/>
        </p:nvGraphicFramePr>
        <p:xfrm>
          <a:off x="1206104" y="2062668"/>
          <a:ext cx="10484236" cy="3922949"/>
        </p:xfrm>
        <a:graphic>
          <a:graphicData uri="http://schemas.openxmlformats.org/drawingml/2006/chart">
            <c:chart xmlns:c="http://schemas.openxmlformats.org/drawingml/2006/chart" r:id="rId2"/>
          </a:graphicData>
        </a:graphic>
      </p:graphicFrame>
      <p:sp>
        <p:nvSpPr>
          <p:cNvPr id="14" name="shape:014"/>
          <p:cNvSpPr/>
          <p:nvPr/>
        </p:nvSpPr>
        <p:spPr>
          <a:xfrm>
            <a:off x="1434704" y="5757017"/>
            <a:ext cx="9935596" cy="0"/>
          </a:xfrm>
          <a:prstGeom prst="line">
            <a:avLst/>
          </a:prstGeom>
          <a:noFill/>
          <a:ln w="19050">
            <a:solidFill>
              <a:srgbClr val="071B2C"/>
            </a:solidFill>
            <a:prstDash val="solid"/>
          </a:ln>
        </p:spPr>
        <p:txBody>
          <a:bodyPr>
            <a:noAutofit/>
          </a:bodyPr>
          <a:p/>
        </p:txBody>
      </p:sp>
      <p:sp>
        <p:nvSpPr>
          <p:cNvPr id="15" name="shape:015"/>
          <p:cNvSpPr/>
          <p:nvPr/>
        </p:nvSpPr>
        <p:spPr>
          <a:xfrm>
            <a:off x="1434704" y="2199828"/>
            <a:ext cx="0" cy="3557189"/>
          </a:xfrm>
          <a:prstGeom prst="line">
            <a:avLst/>
          </a:prstGeom>
          <a:noFill/>
          <a:ln w="19050">
            <a:solidFill>
              <a:srgbClr val="071B2C"/>
            </a:solidFill>
            <a:prstDash val="solid"/>
          </a:ln>
        </p:spPr>
        <p:txBody>
          <a:bodyPr>
            <a:noAutofit/>
          </a:bodyPr>
          <a:p/>
        </p:txBody>
      </p:sp>
      <p:sp>
        <p:nvSpPr>
          <p:cNvPr id="16" name="shape:016"/>
          <p:cNvSpPr/>
          <p:nvPr/>
        </p:nvSpPr>
        <p:spPr>
          <a:xfrm>
            <a:off x="6303146" y="2199828"/>
            <a:ext cx="0" cy="3557189"/>
          </a:xfrm>
          <a:prstGeom prst="line">
            <a:avLst/>
          </a:prstGeom>
          <a:noFill/>
          <a:ln w="13970">
            <a:solidFill>
              <a:srgbClr val="79C8DC"/>
            </a:solidFill>
            <a:prstDash val="dash"/>
          </a:ln>
        </p:spPr>
        <p:txBody>
          <a:bodyPr>
            <a:noAutofit/>
          </a:bodyPr>
          <a:p/>
        </p:txBody>
      </p:sp>
      <p:sp>
        <p:nvSpPr>
          <p:cNvPr id="17" name="shape:017"/>
          <p:cNvSpPr/>
          <p:nvPr/>
        </p:nvSpPr>
        <p:spPr>
          <a:xfrm>
            <a:off x="6394586" y="2254692"/>
            <a:ext cx="2743200" cy="182880"/>
          </a:xfrm>
          <a:prstGeom prst="rect">
            <a:avLst/>
          </a:prstGeom>
          <a:noFill/>
          <a:ln/>
        </p:spPr>
        <p:txBody>
          <a:bodyPr wrap="square" lIns="0" tIns="0" rIns="0" bIns="0" rtlCol="0" anchor="t">
            <a:noAutofit/>
          </a:bodyPr>
          <a:lstStyle/>
          <a:p>
            <a:pPr algn="l" indent="0" marL="0">
              <a:buNone/>
            </a:pPr>
            <a:r>
              <a:rPr lang="en-US" sz="900" i="1" dirty="0">
                <a:solidFill>
                  <a:srgbClr val="666B70"/>
                </a:solidFill>
                <a:latin typeface="Yu Gothic" pitchFamily="34" charset="0"/>
                <a:ea typeface="Yu Gothic" pitchFamily="34" charset="-122"/>
                <a:cs typeface="Yu Gothic" pitchFamily="34" charset="-120"/>
              </a:rPr>
              <a:t>平均 49.0</a:t>
            </a:r>
            <a:endParaRPr lang="en-US" sz="900" dirty="0"/>
          </a:p>
        </p:txBody>
      </p:sp>
      <p:sp>
        <p:nvSpPr>
          <p:cNvPr id="18" name="shape:018"/>
          <p:cNvSpPr/>
          <p:nvPr/>
        </p:nvSpPr>
        <p:spPr>
          <a:xfrm>
            <a:off x="1562720" y="2276638"/>
            <a:ext cx="3657600" cy="201168"/>
          </a:xfrm>
          <a:prstGeom prst="rect">
            <a:avLst/>
          </a:prstGeom>
          <a:noFill/>
          <a:ln/>
        </p:spPr>
        <p:txBody>
          <a:bodyPr wrap="square" lIns="0" tIns="0" rIns="0" bIns="0" rtlCol="0" anchor="t">
            <a:noAutofit/>
          </a:bodyPr>
          <a:lstStyle/>
          <a:p>
            <a:pPr algn="l" indent="0" marL="0">
              <a:buNone/>
            </a:pPr>
            <a:r>
              <a:rPr lang="en-US" sz="1000" i="1" dirty="0">
                <a:solidFill>
                  <a:srgbClr val="1E5F8C"/>
                </a:solidFill>
                <a:latin typeface="Yu Gothic" pitchFamily="34" charset="0"/>
                <a:ea typeface="Yu Gothic" pitchFamily="34" charset="-122"/>
                <a:cs typeface="Yu Gothic" pitchFamily="34" charset="-120"/>
              </a:rPr>
              <a:t>記載例13が高い</a:t>
            </a:r>
            <a:endParaRPr lang="en-US" sz="1000" dirty="0"/>
          </a:p>
        </p:txBody>
      </p:sp>
      <p:sp>
        <p:nvSpPr>
          <p:cNvPr id="19" name="shape:019"/>
          <p:cNvSpPr/>
          <p:nvPr/>
        </p:nvSpPr>
        <p:spPr>
          <a:xfrm>
            <a:off x="1562720" y="5427833"/>
            <a:ext cx="3657600" cy="201168"/>
          </a:xfrm>
          <a:prstGeom prst="rect">
            <a:avLst/>
          </a:prstGeom>
          <a:noFill/>
          <a:ln/>
        </p:spPr>
        <p:txBody>
          <a:bodyPr wrap="square" lIns="0" tIns="0" rIns="0" bIns="0" rtlCol="0" anchor="b">
            <a:noAutofit/>
          </a:bodyPr>
          <a:lstStyle/>
          <a:p>
            <a:pPr algn="l" indent="0" marL="0">
              <a:buNone/>
            </a:pPr>
            <a:r>
              <a:rPr lang="en-US" sz="1000" i="1" dirty="0">
                <a:solidFill>
                  <a:srgbClr val="1E5F8C"/>
                </a:solidFill>
                <a:latin typeface="Yu Gothic" pitchFamily="34" charset="0"/>
                <a:ea typeface="Yu Gothic" pitchFamily="34" charset="-122"/>
                <a:cs typeface="Yu Gothic" pitchFamily="34" charset="-120"/>
              </a:rPr>
              <a:t>記載例14が低い</a:t>
            </a:r>
            <a:endParaRPr lang="en-US" sz="1000" dirty="0"/>
          </a:p>
        </p:txBody>
      </p:sp>
      <p:sp>
        <p:nvSpPr>
          <p:cNvPr id="20" name="shape:020"/>
          <p:cNvSpPr/>
          <p:nvPr/>
        </p:nvSpPr>
        <p:spPr>
          <a:xfrm>
            <a:off x="7584684" y="5427833"/>
            <a:ext cx="3657600" cy="201168"/>
          </a:xfrm>
          <a:prstGeom prst="rect">
            <a:avLst/>
          </a:prstGeom>
          <a:noFill/>
          <a:ln/>
        </p:spPr>
        <p:txBody>
          <a:bodyPr wrap="square" lIns="0" tIns="0" rIns="0" bIns="0" rtlCol="0" anchor="b">
            <a:noAutofit/>
          </a:bodyPr>
          <a:lstStyle/>
          <a:p>
            <a:pPr algn="r" indent="0" marL="0">
              <a:buNone/>
            </a:pPr>
            <a:r>
              <a:rPr lang="en-US" sz="1000" i="1" dirty="0">
                <a:solidFill>
                  <a:srgbClr val="1E5F8C"/>
                </a:solidFill>
                <a:latin typeface="Yu Gothic" pitchFamily="34" charset="0"/>
                <a:ea typeface="Yu Gothic" pitchFamily="34" charset="-122"/>
                <a:cs typeface="Yu Gothic" pitchFamily="34" charset="-120"/>
              </a:rPr>
              <a:t>記載例15が大きい →</a:t>
            </a:r>
            <a:endParaRPr lang="en-US" sz="10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b19</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柱＋土台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19</a:t>
            </a:r>
            <a:endParaRPr lang="en-US" sz="750" dirty="0"/>
          </a:p>
        </p:txBody>
      </p:sp>
      <p:sp>
        <p:nvSpPr>
          <p:cNvPr id="10" name="shape:010"/>
          <p:cNvSpPr/>
          <p:nvPr/>
        </p:nvSpPr>
        <p:spPr>
          <a:xfrm>
            <a:off x="576072" y="2009484"/>
            <a:ext cx="2651888" cy="2232000"/>
          </a:xfrm>
          <a:prstGeom prst="rect">
            <a:avLst/>
          </a:prstGeom>
          <a:solidFill>
            <a:srgbClr val="E7F4F8"/>
          </a:solidFill>
          <a:ln/>
        </p:spPr>
        <p:txBody>
          <a:bodyPr>
            <a:noAutofit/>
          </a:bodyPr>
          <a:p/>
        </p:txBody>
      </p:sp>
      <p:sp>
        <p:nvSpPr>
          <p:cNvPr id="11" name="shape:011"/>
          <p:cNvSpPr/>
          <p:nvPr/>
        </p:nvSpPr>
        <p:spPr>
          <a:xfrm>
            <a:off x="738072"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071B2C"/>
                </a:solidFill>
                <a:latin typeface="Yu Gothic" pitchFamily="34" charset="0"/>
                <a:ea typeface="Yu Gothic" pitchFamily="34" charset="-122"/>
                <a:cs typeface="Yu Gothic" pitchFamily="34" charset="-120"/>
              </a:rPr>
              <a:t>項目1</a:t>
            </a:r>
            <a:endParaRPr lang="en-US" sz="1100" dirty="0"/>
          </a:p>
          <a:p>
            <a:pPr algn="l" indent="0" marL="0">
              <a:lnSpc>
                <a:spcPct val="115000"/>
              </a:lnSpc>
              <a:buNone/>
            </a:pPr>
            <a:r>
              <a:rPr lang="en-US" sz="900" dirty="0">
                <a:solidFill>
                  <a:srgbClr val="071B2C"/>
                </a:solidFill>
                <a:latin typeface="Yu Gothic" pitchFamily="34" charset="0"/>
                <a:ea typeface="Yu Gothic" pitchFamily="34" charset="-122"/>
                <a:cs typeface="Yu Gothic" pitchFamily="34" charset="-120"/>
              </a:rPr>
              <a:t>記載例1</a:t>
            </a:r>
            <a:endParaRPr lang="en-US" sz="1100" dirty="0"/>
          </a:p>
        </p:txBody>
      </p:sp>
      <p:sp>
        <p:nvSpPr>
          <p:cNvPr id="12" name="shape:012"/>
          <p:cNvSpPr/>
          <p:nvPr/>
        </p:nvSpPr>
        <p:spPr>
          <a:xfrm>
            <a:off x="3371960" y="2009484"/>
            <a:ext cx="2651888" cy="2232000"/>
          </a:xfrm>
          <a:prstGeom prst="rect">
            <a:avLst/>
          </a:prstGeom>
          <a:solidFill>
            <a:srgbClr val="E7F4F8"/>
          </a:solidFill>
          <a:ln/>
        </p:spPr>
        <p:txBody>
          <a:bodyPr>
            <a:noAutofit/>
          </a:bodyPr>
          <a:p/>
        </p:txBody>
      </p:sp>
      <p:sp>
        <p:nvSpPr>
          <p:cNvPr id="13" name="shape:013"/>
          <p:cNvSpPr/>
          <p:nvPr/>
        </p:nvSpPr>
        <p:spPr>
          <a:xfrm>
            <a:off x="3533960"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071B2C"/>
                </a:solidFill>
                <a:latin typeface="Yu Gothic" pitchFamily="34" charset="0"/>
                <a:ea typeface="Yu Gothic" pitchFamily="34" charset="-122"/>
                <a:cs typeface="Yu Gothic" pitchFamily="34" charset="-120"/>
              </a:rPr>
              <a:t>項目2</a:t>
            </a:r>
            <a:endParaRPr lang="en-US" sz="1100" dirty="0"/>
          </a:p>
          <a:p>
            <a:pPr algn="l" indent="0" marL="0">
              <a:lnSpc>
                <a:spcPct val="115000"/>
              </a:lnSpc>
              <a:buNone/>
            </a:pPr>
            <a:r>
              <a:rPr lang="en-US" sz="900" dirty="0">
                <a:solidFill>
                  <a:srgbClr val="071B2C"/>
                </a:solidFill>
                <a:latin typeface="Yu Gothic" pitchFamily="34" charset="0"/>
                <a:ea typeface="Yu Gothic" pitchFamily="34" charset="-122"/>
                <a:cs typeface="Yu Gothic" pitchFamily="34" charset="-120"/>
              </a:rPr>
              <a:t>記載例2</a:t>
            </a:r>
            <a:endParaRPr lang="en-US" sz="1100" dirty="0"/>
          </a:p>
        </p:txBody>
      </p:sp>
      <p:sp>
        <p:nvSpPr>
          <p:cNvPr id="14" name="shape:014"/>
          <p:cNvSpPr/>
          <p:nvPr/>
        </p:nvSpPr>
        <p:spPr>
          <a:xfrm>
            <a:off x="6167848" y="2009484"/>
            <a:ext cx="2651888" cy="2232000"/>
          </a:xfrm>
          <a:prstGeom prst="rect">
            <a:avLst/>
          </a:prstGeom>
          <a:solidFill>
            <a:srgbClr val="E7F4F8"/>
          </a:solidFill>
          <a:ln/>
        </p:spPr>
        <p:txBody>
          <a:bodyPr>
            <a:noAutofit/>
          </a:bodyPr>
          <a:p/>
        </p:txBody>
      </p:sp>
      <p:sp>
        <p:nvSpPr>
          <p:cNvPr id="15" name="shape:015"/>
          <p:cNvSpPr/>
          <p:nvPr/>
        </p:nvSpPr>
        <p:spPr>
          <a:xfrm>
            <a:off x="6329848"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071B2C"/>
                </a:solidFill>
                <a:latin typeface="Yu Gothic" pitchFamily="34" charset="0"/>
                <a:ea typeface="Yu Gothic" pitchFamily="34" charset="-122"/>
                <a:cs typeface="Yu Gothic" pitchFamily="34" charset="-120"/>
              </a:rPr>
              <a:t>項目3</a:t>
            </a:r>
            <a:endParaRPr lang="en-US" sz="1100" dirty="0"/>
          </a:p>
          <a:p>
            <a:pPr algn="l" indent="0" marL="0">
              <a:lnSpc>
                <a:spcPct val="115000"/>
              </a:lnSpc>
              <a:buNone/>
            </a:pPr>
            <a:r>
              <a:rPr lang="en-US" sz="900" dirty="0">
                <a:solidFill>
                  <a:srgbClr val="071B2C"/>
                </a:solidFill>
                <a:latin typeface="Yu Gothic" pitchFamily="34" charset="0"/>
                <a:ea typeface="Yu Gothic" pitchFamily="34" charset="-122"/>
                <a:cs typeface="Yu Gothic" pitchFamily="34" charset="-120"/>
              </a:rPr>
              <a:t>記載例3</a:t>
            </a:r>
            <a:endParaRPr lang="en-US" sz="1100" dirty="0"/>
          </a:p>
        </p:txBody>
      </p:sp>
      <p:sp>
        <p:nvSpPr>
          <p:cNvPr id="16" name="shape:016"/>
          <p:cNvSpPr/>
          <p:nvPr/>
        </p:nvSpPr>
        <p:spPr>
          <a:xfrm>
            <a:off x="8963735" y="2009484"/>
            <a:ext cx="2651888" cy="2232000"/>
          </a:xfrm>
          <a:prstGeom prst="rect">
            <a:avLst/>
          </a:prstGeom>
          <a:solidFill>
            <a:srgbClr val="E7F4F8"/>
          </a:solidFill>
          <a:ln/>
        </p:spPr>
        <p:txBody>
          <a:bodyPr>
            <a:noAutofit/>
          </a:bodyPr>
          <a:p/>
        </p:txBody>
      </p:sp>
      <p:sp>
        <p:nvSpPr>
          <p:cNvPr id="17" name="shape:017"/>
          <p:cNvSpPr/>
          <p:nvPr/>
        </p:nvSpPr>
        <p:spPr>
          <a:xfrm>
            <a:off x="9125735" y="2189484"/>
            <a:ext cx="2327888" cy="1872000"/>
          </a:xfrm>
          <a:prstGeom prst="rect">
            <a:avLst/>
          </a:prstGeom>
          <a:noFill/>
          <a:ln/>
        </p:spPr>
        <p:txBody>
          <a:bodyPr wrap="square" lIns="0" tIns="0" rIns="0" bIns="0" rtlCol="0" anchor="ctr">
            <a:noAutofit/>
          </a:bodyPr>
          <a:lstStyle/>
          <a:p>
            <a:pPr algn="l" indent="0" marL="0">
              <a:lnSpc>
                <a:spcPct val="115000"/>
              </a:lnSpc>
              <a:spcAft>
                <a:spcPts val="500"/>
              </a:spcAft>
              <a:buNone/>
            </a:pPr>
            <a:r>
              <a:rPr lang="en-US" sz="1100" b="1" dirty="0">
                <a:solidFill>
                  <a:srgbClr val="071B2C"/>
                </a:solidFill>
                <a:latin typeface="Yu Gothic" pitchFamily="34" charset="0"/>
                <a:ea typeface="Yu Gothic" pitchFamily="34" charset="-122"/>
                <a:cs typeface="Yu Gothic" pitchFamily="34" charset="-120"/>
              </a:rPr>
              <a:t>項目4</a:t>
            </a:r>
            <a:endParaRPr lang="en-US" sz="1100" dirty="0"/>
          </a:p>
          <a:p>
            <a:pPr algn="l" indent="0" marL="0">
              <a:lnSpc>
                <a:spcPct val="115000"/>
              </a:lnSpc>
              <a:buNone/>
            </a:pPr>
            <a:r>
              <a:rPr lang="en-US" sz="900" dirty="0">
                <a:solidFill>
                  <a:srgbClr val="071B2C"/>
                </a:solidFill>
                <a:latin typeface="Yu Gothic" pitchFamily="34" charset="0"/>
                <a:ea typeface="Yu Gothic" pitchFamily="34" charset="-122"/>
                <a:cs typeface="Yu Gothic" pitchFamily="34" charset="-120"/>
              </a:rPr>
              <a:t>記載例4</a:t>
            </a:r>
            <a:endParaRPr lang="en-US" sz="1100" dirty="0"/>
          </a:p>
        </p:txBody>
      </p:sp>
      <p:sp>
        <p:nvSpPr>
          <p:cNvPr id="18" name="shape:018"/>
          <p:cNvSpPr/>
          <p:nvPr/>
        </p:nvSpPr>
        <p:spPr>
          <a:xfrm>
            <a:off x="576072" y="4565484"/>
            <a:ext cx="11039551" cy="450000"/>
          </a:xfrm>
          <a:prstGeom prst="rect">
            <a:avLst/>
          </a:prstGeom>
          <a:solidFill>
            <a:srgbClr val="071B2C"/>
          </a:solidFill>
          <a:ln/>
        </p:spPr>
        <p:txBody>
          <a:bodyPr>
            <a:noAutofit/>
          </a:bodyPr>
          <a:p/>
        </p:txBody>
      </p:sp>
      <p:sp>
        <p:nvSpPr>
          <p:cNvPr id="19" name="shape:019"/>
          <p:cNvSpPr/>
          <p:nvPr/>
        </p:nvSpPr>
        <p:spPr>
          <a:xfrm>
            <a:off x="756072" y="456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79C8DC"/>
                </a:solidFill>
                <a:latin typeface="Yu Gothic" pitchFamily="34" charset="0"/>
                <a:ea typeface="Yu Gothic" pitchFamily="34" charset="-122"/>
                <a:cs typeface="Yu Gothic" pitchFamily="34" charset="-120"/>
              </a:rPr>
              <a:t>共通条件1 記載例5を全社で整えること</a:t>
            </a:r>
            <a:endParaRPr lang="en-US" sz="1050" dirty="0"/>
          </a:p>
        </p:txBody>
      </p:sp>
      <p:sp>
        <p:nvSpPr>
          <p:cNvPr id="20" name="shape:020"/>
          <p:cNvSpPr/>
          <p:nvPr/>
        </p:nvSpPr>
        <p:spPr>
          <a:xfrm>
            <a:off x="576072" y="5285484"/>
            <a:ext cx="11039551" cy="450000"/>
          </a:xfrm>
          <a:prstGeom prst="rect">
            <a:avLst/>
          </a:prstGeom>
          <a:solidFill>
            <a:srgbClr val="071B2C"/>
          </a:solidFill>
          <a:ln/>
        </p:spPr>
        <p:txBody>
          <a:bodyPr>
            <a:noAutofit/>
          </a:bodyPr>
          <a:p/>
        </p:txBody>
      </p:sp>
      <p:sp>
        <p:nvSpPr>
          <p:cNvPr id="21" name="shape:021"/>
          <p:cNvSpPr/>
          <p:nvPr/>
        </p:nvSpPr>
        <p:spPr>
          <a:xfrm>
            <a:off x="756072" y="5285484"/>
            <a:ext cx="10679551" cy="450000"/>
          </a:xfrm>
          <a:prstGeom prst="rect">
            <a:avLst/>
          </a:prstGeom>
          <a:noFill/>
          <a:ln/>
        </p:spPr>
        <p:txBody>
          <a:bodyPr wrap="square" lIns="0" tIns="0" rIns="0" bIns="0" rtlCol="0" anchor="ctr">
            <a:noAutofit/>
          </a:bodyPr>
          <a:lstStyle/>
          <a:p>
            <a:pPr algn="l" indent="0" marL="0">
              <a:buNone/>
            </a:pPr>
            <a:r>
              <a:rPr lang="en-US" sz="1050" b="1" dirty="0">
                <a:solidFill>
                  <a:srgbClr val="79C8DC"/>
                </a:solidFill>
                <a:latin typeface="Yu Gothic" pitchFamily="34" charset="0"/>
                <a:ea typeface="Yu Gothic" pitchFamily="34" charset="-122"/>
                <a:cs typeface="Yu Gothic" pitchFamily="34" charset="-120"/>
              </a:rPr>
              <a:t>共通条件2 記載例6を継続的に確保すること</a:t>
            </a:r>
            <a:endParaRPr lang="en-US" sz="105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b20</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対向シェブロン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20</a:t>
            </a:r>
            <a:endParaRPr lang="en-US" sz="750" dirty="0"/>
          </a:p>
        </p:txBody>
      </p:sp>
      <p:sp>
        <p:nvSpPr>
          <p:cNvPr id="10" name="shape:010"/>
          <p:cNvSpPr/>
          <p:nvPr/>
        </p:nvSpPr>
        <p:spPr>
          <a:xfrm>
            <a:off x="576072"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a:t>
            </a:r>
            <a:endParaRPr lang="en-US" sz="1000" dirty="0"/>
          </a:p>
        </p:txBody>
      </p:sp>
      <p:sp>
        <p:nvSpPr>
          <p:cNvPr id="11" name="shape:011"/>
          <p:cNvSpPr/>
          <p:nvPr/>
        </p:nvSpPr>
        <p:spPr>
          <a:xfrm>
            <a:off x="576072" y="2722626"/>
            <a:ext cx="4475776" cy="0"/>
          </a:xfrm>
          <a:prstGeom prst="line">
            <a:avLst/>
          </a:prstGeom>
          <a:noFill/>
          <a:ln w="9525">
            <a:solidFill>
              <a:srgbClr val="D9DCDF"/>
            </a:solidFill>
            <a:prstDash val="solid"/>
          </a:ln>
        </p:spPr>
        <p:txBody>
          <a:bodyPr>
            <a:noAutofit/>
          </a:bodyPr>
          <a:p/>
        </p:txBody>
      </p:sp>
      <p:sp>
        <p:nvSpPr>
          <p:cNvPr id="12" name="shape:012"/>
          <p:cNvSpPr/>
          <p:nvPr/>
        </p:nvSpPr>
        <p:spPr>
          <a:xfrm>
            <a:off x="576072"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記載例2</a:t>
            </a:r>
            <a:endParaRPr lang="en-US" sz="1000" dirty="0"/>
          </a:p>
        </p:txBody>
      </p:sp>
      <p:sp>
        <p:nvSpPr>
          <p:cNvPr id="13" name="shape:013"/>
          <p:cNvSpPr/>
          <p:nvPr/>
        </p:nvSpPr>
        <p:spPr>
          <a:xfrm>
            <a:off x="576072" y="3872484"/>
            <a:ext cx="4475776" cy="0"/>
          </a:xfrm>
          <a:prstGeom prst="line">
            <a:avLst/>
          </a:prstGeom>
          <a:noFill/>
          <a:ln w="9525">
            <a:solidFill>
              <a:srgbClr val="D9DCDF"/>
            </a:solidFill>
            <a:prstDash val="solid"/>
          </a:ln>
        </p:spPr>
        <p:txBody>
          <a:bodyPr>
            <a:noAutofit/>
          </a:bodyPr>
          <a:p/>
        </p:txBody>
      </p:sp>
      <p:sp>
        <p:nvSpPr>
          <p:cNvPr id="14" name="shape:014"/>
          <p:cNvSpPr/>
          <p:nvPr/>
        </p:nvSpPr>
        <p:spPr>
          <a:xfrm>
            <a:off x="576072"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記載例3</a:t>
            </a:r>
            <a:endParaRPr lang="en-US" sz="1000" dirty="0"/>
          </a:p>
        </p:txBody>
      </p:sp>
      <p:sp>
        <p:nvSpPr>
          <p:cNvPr id="15" name="shape:015"/>
          <p:cNvSpPr/>
          <p:nvPr/>
        </p:nvSpPr>
        <p:spPr>
          <a:xfrm>
            <a:off x="576072" y="5022342"/>
            <a:ext cx="4475776" cy="0"/>
          </a:xfrm>
          <a:prstGeom prst="line">
            <a:avLst/>
          </a:prstGeom>
          <a:noFill/>
          <a:ln w="9525">
            <a:solidFill>
              <a:srgbClr val="D9DCDF"/>
            </a:solidFill>
            <a:prstDash val="solid"/>
          </a:ln>
        </p:spPr>
        <p:txBody>
          <a:bodyPr>
            <a:noAutofit/>
          </a:bodyPr>
          <a:p/>
        </p:txBody>
      </p:sp>
      <p:sp>
        <p:nvSpPr>
          <p:cNvPr id="16" name="shape:016"/>
          <p:cNvSpPr/>
          <p:nvPr/>
        </p:nvSpPr>
        <p:spPr>
          <a:xfrm>
            <a:off x="576072"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記載例4</a:t>
            </a:r>
            <a:endParaRPr lang="en-US" sz="1000" dirty="0"/>
          </a:p>
        </p:txBody>
      </p:sp>
      <p:sp>
        <p:nvSpPr>
          <p:cNvPr id="17" name="shape:017"/>
          <p:cNvSpPr/>
          <p:nvPr/>
        </p:nvSpPr>
        <p:spPr>
          <a:xfrm>
            <a:off x="7139848"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記載例5</a:t>
            </a:r>
            <a:endParaRPr lang="en-US" sz="1000" dirty="0"/>
          </a:p>
        </p:txBody>
      </p:sp>
      <p:sp>
        <p:nvSpPr>
          <p:cNvPr id="18" name="shape:018"/>
          <p:cNvSpPr/>
          <p:nvPr/>
        </p:nvSpPr>
        <p:spPr>
          <a:xfrm>
            <a:off x="7139848" y="2722626"/>
            <a:ext cx="4475776" cy="0"/>
          </a:xfrm>
          <a:prstGeom prst="line">
            <a:avLst/>
          </a:prstGeom>
          <a:noFill/>
          <a:ln w="9525">
            <a:solidFill>
              <a:srgbClr val="D9DCDF"/>
            </a:solidFill>
            <a:prstDash val="solid"/>
          </a:ln>
        </p:spPr>
        <p:txBody>
          <a:bodyPr>
            <a:noAutofit/>
          </a:bodyPr>
          <a:p/>
        </p:txBody>
      </p:sp>
      <p:sp>
        <p:nvSpPr>
          <p:cNvPr id="19" name="shape:019"/>
          <p:cNvSpPr/>
          <p:nvPr/>
        </p:nvSpPr>
        <p:spPr>
          <a:xfrm>
            <a:off x="7139848"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記載例6</a:t>
            </a:r>
            <a:endParaRPr lang="en-US" sz="1000" dirty="0"/>
          </a:p>
        </p:txBody>
      </p:sp>
      <p:sp>
        <p:nvSpPr>
          <p:cNvPr id="20" name="shape:020"/>
          <p:cNvSpPr/>
          <p:nvPr/>
        </p:nvSpPr>
        <p:spPr>
          <a:xfrm>
            <a:off x="7139848" y="3872484"/>
            <a:ext cx="4475776" cy="0"/>
          </a:xfrm>
          <a:prstGeom prst="line">
            <a:avLst/>
          </a:prstGeom>
          <a:noFill/>
          <a:ln w="9525">
            <a:solidFill>
              <a:srgbClr val="D9DCDF"/>
            </a:solidFill>
            <a:prstDash val="solid"/>
          </a:ln>
        </p:spPr>
        <p:txBody>
          <a:bodyPr>
            <a:noAutofit/>
          </a:bodyPr>
          <a:p/>
        </p:txBody>
      </p:sp>
      <p:sp>
        <p:nvSpPr>
          <p:cNvPr id="21" name="shape:021"/>
          <p:cNvSpPr/>
          <p:nvPr/>
        </p:nvSpPr>
        <p:spPr>
          <a:xfrm>
            <a:off x="7139848"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記載例7</a:t>
            </a:r>
            <a:endParaRPr lang="en-US" sz="1000" dirty="0"/>
          </a:p>
        </p:txBody>
      </p:sp>
      <p:sp>
        <p:nvSpPr>
          <p:cNvPr id="22" name="shape:022"/>
          <p:cNvSpPr/>
          <p:nvPr/>
        </p:nvSpPr>
        <p:spPr>
          <a:xfrm>
            <a:off x="7139848" y="5022342"/>
            <a:ext cx="4475776" cy="0"/>
          </a:xfrm>
          <a:prstGeom prst="line">
            <a:avLst/>
          </a:prstGeom>
          <a:noFill/>
          <a:ln w="9525">
            <a:solidFill>
              <a:srgbClr val="D9DCDF"/>
            </a:solidFill>
            <a:prstDash val="solid"/>
          </a:ln>
        </p:spPr>
        <p:txBody>
          <a:bodyPr>
            <a:noAutofit/>
          </a:bodyPr>
          <a:p/>
        </p:txBody>
      </p:sp>
      <p:sp>
        <p:nvSpPr>
          <p:cNvPr id="23" name="shape:023"/>
          <p:cNvSpPr/>
          <p:nvPr/>
        </p:nvSpPr>
        <p:spPr>
          <a:xfrm>
            <a:off x="7139848"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記載例8</a:t>
            </a:r>
            <a:endParaRPr lang="en-US" sz="1000" dirty="0"/>
          </a:p>
        </p:txBody>
      </p:sp>
      <p:sp>
        <p:nvSpPr>
          <p:cNvPr id="24" name="shape:024"/>
          <p:cNvSpPr/>
          <p:nvPr/>
        </p:nvSpPr>
        <p:spPr>
          <a:xfrm>
            <a:off x="5267848" y="27259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071B2C"/>
          </a:solidFill>
          <a:ln/>
        </p:spPr>
        <p:txBody>
          <a:bodyPr>
            <a:noAutofit/>
          </a:bodyPr>
          <a:p/>
        </p:txBody>
      </p:sp>
      <p:sp>
        <p:nvSpPr>
          <p:cNvPr id="25" name="shape:025"/>
          <p:cNvSpPr/>
          <p:nvPr/>
        </p:nvSpPr>
        <p:spPr>
          <a:xfrm>
            <a:off x="5375848" y="27259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収益を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拡大する</a:t>
            </a:r>
            <a:endParaRPr lang="en-US" sz="1400" dirty="0"/>
          </a:p>
        </p:txBody>
      </p:sp>
      <p:sp>
        <p:nvSpPr>
          <p:cNvPr id="26" name="shape:026"/>
          <p:cNvSpPr/>
          <p:nvPr/>
        </p:nvSpPr>
        <p:spPr>
          <a:xfrm>
            <a:off x="5267848" y="39264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1E5F8C"/>
          </a:solidFill>
          <a:ln/>
        </p:spPr>
        <p:txBody>
          <a:bodyPr>
            <a:noAutofit/>
          </a:bodyPr>
          <a:p/>
        </p:txBody>
      </p:sp>
      <p:sp>
        <p:nvSpPr>
          <p:cNvPr id="27" name="shape:027"/>
          <p:cNvSpPr/>
          <p:nvPr/>
        </p:nvSpPr>
        <p:spPr>
          <a:xfrm>
            <a:off x="5375848" y="39264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損失を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抑える</a:t>
            </a:r>
            <a:endParaRPr lang="en-US" sz="14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外部動向の根拠グリッド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出典：公開見本（2026年M月D日）、Source 2（2026年M月D日）</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21</a:t>
            </a:r>
            <a:endParaRPr lang="en-US" sz="750" dirty="0"/>
          </a:p>
        </p:txBody>
      </p:sp>
      <p:sp>
        <p:nvSpPr>
          <p:cNvPr id="10" name="shape:010"/>
          <p:cNvSpPr/>
          <p:nvPr/>
        </p:nvSpPr>
        <p:spPr>
          <a:xfrm>
            <a:off x="576072" y="1572768"/>
            <a:ext cx="5447776" cy="2227716"/>
          </a:xfrm>
          <a:prstGeom prst="rect">
            <a:avLst/>
          </a:prstGeom>
          <a:solidFill>
            <a:srgbClr val="E7F4F8"/>
          </a:solidFill>
          <a:ln/>
        </p:spPr>
        <p:txBody>
          <a:bodyPr>
            <a:noAutofit/>
          </a:bodyPr>
          <a:p/>
        </p:txBody>
      </p:sp>
      <p:sp>
        <p:nvSpPr>
          <p:cNvPr id="11" name="shape:011"/>
          <p:cNvSpPr/>
          <p:nvPr/>
        </p:nvSpPr>
        <p:spPr>
          <a:xfrm>
            <a:off x="756072" y="1734768"/>
            <a:ext cx="797220" cy="182880"/>
          </a:xfrm>
          <a:prstGeom prst="rect">
            <a:avLst/>
          </a:prstGeom>
          <a:solidFill>
            <a:srgbClr val="071B2C"/>
          </a:solidFill>
          <a:ln/>
        </p:spPr>
        <p:txBody>
          <a:bodyPr>
            <a:noAutofit/>
          </a:bodyPr>
          <a:p/>
        </p:txBody>
      </p:sp>
      <p:sp>
        <p:nvSpPr>
          <p:cNvPr id="12" name="shape:012"/>
          <p:cNvSpPr/>
          <p:nvPr/>
        </p:nvSpPr>
        <p:spPr>
          <a:xfrm>
            <a:off x="756072"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項目1分類</a:t>
            </a:r>
            <a:endParaRPr lang="en-US" sz="750" dirty="0"/>
          </a:p>
        </p:txBody>
      </p:sp>
      <p:sp>
        <p:nvSpPr>
          <p:cNvPr id="13" name="shape:013"/>
          <p:cNvSpPr/>
          <p:nvPr/>
        </p:nvSpPr>
        <p:spPr>
          <a:xfrm>
            <a:off x="756072"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666B70"/>
                </a:solidFill>
                <a:latin typeface="Yu Gothic" pitchFamily="34" charset="0"/>
                <a:ea typeface="Yu Gothic" pitchFamily="34" charset="-122"/>
                <a:cs typeface="Yu Gothic" pitchFamily="34" charset="-120"/>
              </a:rPr>
              <a:t>2026年M月D日</a:t>
            </a:r>
            <a:endParaRPr lang="en-US" sz="800" dirty="0"/>
          </a:p>
        </p:txBody>
      </p:sp>
      <p:sp>
        <p:nvSpPr>
          <p:cNvPr id="14" name="shape:014"/>
          <p:cNvSpPr/>
          <p:nvPr/>
        </p:nvSpPr>
        <p:spPr>
          <a:xfrm>
            <a:off x="756072"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071B2C"/>
                </a:solidFill>
                <a:latin typeface="Yu Mincho Demibold" pitchFamily="34" charset="0"/>
                <a:ea typeface="Yu Mincho Demibold" pitchFamily="34" charset="-122"/>
                <a:cs typeface="Yu Mincho Demibold" pitchFamily="34" charset="-120"/>
              </a:rPr>
              <a:t>記載例1</a:t>
            </a:r>
            <a:endParaRPr lang="en-US" sz="1100" dirty="0"/>
          </a:p>
        </p:txBody>
      </p:sp>
      <p:sp>
        <p:nvSpPr>
          <p:cNvPr id="15" name="shape:015"/>
          <p:cNvSpPr/>
          <p:nvPr/>
        </p:nvSpPr>
        <p:spPr>
          <a:xfrm>
            <a:off x="756072"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071B2C"/>
                </a:solidFill>
                <a:latin typeface="Yu Gothic" pitchFamily="34" charset="0"/>
                <a:ea typeface="Yu Gothic" pitchFamily="34" charset="-122"/>
                <a:cs typeface="Yu Gothic" pitchFamily="34" charset="-120"/>
              </a:rPr>
              <a:t>記載例2</a:t>
            </a:r>
            <a:endParaRPr lang="en-US" sz="850" dirty="0"/>
          </a:p>
        </p:txBody>
      </p:sp>
      <p:sp>
        <p:nvSpPr>
          <p:cNvPr id="16" name="shape:016"/>
          <p:cNvSpPr/>
          <p:nvPr/>
        </p:nvSpPr>
        <p:spPr>
          <a:xfrm>
            <a:off x="6167848" y="1572768"/>
            <a:ext cx="5447776" cy="2227716"/>
          </a:xfrm>
          <a:prstGeom prst="rect">
            <a:avLst/>
          </a:prstGeom>
          <a:solidFill>
            <a:srgbClr val="E7F4F8"/>
          </a:solidFill>
          <a:ln/>
        </p:spPr>
        <p:txBody>
          <a:bodyPr>
            <a:noAutofit/>
          </a:bodyPr>
          <a:p/>
        </p:txBody>
      </p:sp>
      <p:sp>
        <p:nvSpPr>
          <p:cNvPr id="17" name="shape:017"/>
          <p:cNvSpPr/>
          <p:nvPr/>
        </p:nvSpPr>
        <p:spPr>
          <a:xfrm>
            <a:off x="6347848" y="1734768"/>
            <a:ext cx="797220" cy="182880"/>
          </a:xfrm>
          <a:prstGeom prst="rect">
            <a:avLst/>
          </a:prstGeom>
          <a:solidFill>
            <a:srgbClr val="071B2C"/>
          </a:solidFill>
          <a:ln/>
        </p:spPr>
        <p:txBody>
          <a:bodyPr>
            <a:noAutofit/>
          </a:bodyPr>
          <a:p/>
        </p:txBody>
      </p:sp>
      <p:sp>
        <p:nvSpPr>
          <p:cNvPr id="18" name="shape:018"/>
          <p:cNvSpPr/>
          <p:nvPr/>
        </p:nvSpPr>
        <p:spPr>
          <a:xfrm>
            <a:off x="6347848"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項目2分類</a:t>
            </a:r>
            <a:endParaRPr lang="en-US" sz="750" dirty="0"/>
          </a:p>
        </p:txBody>
      </p:sp>
      <p:sp>
        <p:nvSpPr>
          <p:cNvPr id="19" name="shape:019"/>
          <p:cNvSpPr/>
          <p:nvPr/>
        </p:nvSpPr>
        <p:spPr>
          <a:xfrm>
            <a:off x="6347848"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666B70"/>
                </a:solidFill>
                <a:latin typeface="Yu Gothic" pitchFamily="34" charset="0"/>
                <a:ea typeface="Yu Gothic" pitchFamily="34" charset="-122"/>
                <a:cs typeface="Yu Gothic" pitchFamily="34" charset="-120"/>
              </a:rPr>
              <a:t>2026年M月D日</a:t>
            </a:r>
            <a:endParaRPr lang="en-US" sz="800" dirty="0"/>
          </a:p>
        </p:txBody>
      </p:sp>
      <p:sp>
        <p:nvSpPr>
          <p:cNvPr id="20" name="shape:020"/>
          <p:cNvSpPr/>
          <p:nvPr/>
        </p:nvSpPr>
        <p:spPr>
          <a:xfrm>
            <a:off x="6347848"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071B2C"/>
                </a:solidFill>
                <a:latin typeface="Yu Mincho Demibold" pitchFamily="34" charset="0"/>
                <a:ea typeface="Yu Mincho Demibold" pitchFamily="34" charset="-122"/>
                <a:cs typeface="Yu Mincho Demibold" pitchFamily="34" charset="-120"/>
              </a:rPr>
              <a:t>記載例3</a:t>
            </a:r>
            <a:endParaRPr lang="en-US" sz="1100" dirty="0"/>
          </a:p>
        </p:txBody>
      </p:sp>
      <p:sp>
        <p:nvSpPr>
          <p:cNvPr id="21" name="shape:021"/>
          <p:cNvSpPr/>
          <p:nvPr/>
        </p:nvSpPr>
        <p:spPr>
          <a:xfrm>
            <a:off x="6347848"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071B2C"/>
                </a:solidFill>
                <a:latin typeface="Yu Gothic" pitchFamily="34" charset="0"/>
                <a:ea typeface="Yu Gothic" pitchFamily="34" charset="-122"/>
                <a:cs typeface="Yu Gothic" pitchFamily="34" charset="-120"/>
              </a:rPr>
              <a:t>記載例4</a:t>
            </a:r>
            <a:endParaRPr lang="en-US" sz="850" dirty="0"/>
          </a:p>
        </p:txBody>
      </p:sp>
      <p:sp>
        <p:nvSpPr>
          <p:cNvPr id="22" name="shape:022"/>
          <p:cNvSpPr/>
          <p:nvPr/>
        </p:nvSpPr>
        <p:spPr>
          <a:xfrm>
            <a:off x="576072" y="3944484"/>
            <a:ext cx="5447776" cy="2227716"/>
          </a:xfrm>
          <a:prstGeom prst="rect">
            <a:avLst/>
          </a:prstGeom>
          <a:solidFill>
            <a:srgbClr val="E7F4F8"/>
          </a:solidFill>
          <a:ln/>
        </p:spPr>
        <p:txBody>
          <a:bodyPr>
            <a:noAutofit/>
          </a:bodyPr>
          <a:p/>
        </p:txBody>
      </p:sp>
      <p:sp>
        <p:nvSpPr>
          <p:cNvPr id="23" name="shape:023"/>
          <p:cNvSpPr/>
          <p:nvPr/>
        </p:nvSpPr>
        <p:spPr>
          <a:xfrm>
            <a:off x="756072" y="4106484"/>
            <a:ext cx="797220" cy="182880"/>
          </a:xfrm>
          <a:prstGeom prst="rect">
            <a:avLst/>
          </a:prstGeom>
          <a:solidFill>
            <a:srgbClr val="071B2C"/>
          </a:solidFill>
          <a:ln/>
        </p:spPr>
        <p:txBody>
          <a:bodyPr>
            <a:noAutofit/>
          </a:bodyPr>
          <a:p/>
        </p:txBody>
      </p:sp>
      <p:sp>
        <p:nvSpPr>
          <p:cNvPr id="24" name="shape:024"/>
          <p:cNvSpPr/>
          <p:nvPr/>
        </p:nvSpPr>
        <p:spPr>
          <a:xfrm>
            <a:off x="756072"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項目3分類</a:t>
            </a:r>
            <a:endParaRPr lang="en-US" sz="750" dirty="0"/>
          </a:p>
        </p:txBody>
      </p:sp>
      <p:sp>
        <p:nvSpPr>
          <p:cNvPr id="25" name="shape:025"/>
          <p:cNvSpPr/>
          <p:nvPr/>
        </p:nvSpPr>
        <p:spPr>
          <a:xfrm>
            <a:off x="756072"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666B70"/>
                </a:solidFill>
                <a:latin typeface="Yu Gothic" pitchFamily="34" charset="0"/>
                <a:ea typeface="Yu Gothic" pitchFamily="34" charset="-122"/>
                <a:cs typeface="Yu Gothic" pitchFamily="34" charset="-120"/>
              </a:rPr>
              <a:t>2026年M月D日</a:t>
            </a:r>
            <a:endParaRPr lang="en-US" sz="800" dirty="0"/>
          </a:p>
        </p:txBody>
      </p:sp>
      <p:sp>
        <p:nvSpPr>
          <p:cNvPr id="26" name="shape:026"/>
          <p:cNvSpPr/>
          <p:nvPr/>
        </p:nvSpPr>
        <p:spPr>
          <a:xfrm>
            <a:off x="756072"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071B2C"/>
                </a:solidFill>
                <a:latin typeface="Yu Mincho Demibold" pitchFamily="34" charset="0"/>
                <a:ea typeface="Yu Mincho Demibold" pitchFamily="34" charset="-122"/>
                <a:cs typeface="Yu Mincho Demibold" pitchFamily="34" charset="-120"/>
              </a:rPr>
              <a:t>記載例5</a:t>
            </a:r>
            <a:endParaRPr lang="en-US" sz="1100" dirty="0"/>
          </a:p>
        </p:txBody>
      </p:sp>
      <p:sp>
        <p:nvSpPr>
          <p:cNvPr id="27" name="shape:027"/>
          <p:cNvSpPr/>
          <p:nvPr/>
        </p:nvSpPr>
        <p:spPr>
          <a:xfrm>
            <a:off x="756072"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071B2C"/>
                </a:solidFill>
                <a:latin typeface="Yu Gothic" pitchFamily="34" charset="0"/>
                <a:ea typeface="Yu Gothic" pitchFamily="34" charset="-122"/>
                <a:cs typeface="Yu Gothic" pitchFamily="34" charset="-120"/>
              </a:rPr>
              <a:t>記載例6</a:t>
            </a:r>
            <a:endParaRPr lang="en-US" sz="850" dirty="0"/>
          </a:p>
        </p:txBody>
      </p:sp>
      <p:sp>
        <p:nvSpPr>
          <p:cNvPr id="28" name="shape:028"/>
          <p:cNvSpPr/>
          <p:nvPr/>
        </p:nvSpPr>
        <p:spPr>
          <a:xfrm>
            <a:off x="6167848" y="3944484"/>
            <a:ext cx="5447776" cy="2227716"/>
          </a:xfrm>
          <a:prstGeom prst="rect">
            <a:avLst/>
          </a:prstGeom>
          <a:solidFill>
            <a:srgbClr val="E7F4F8"/>
          </a:solidFill>
          <a:ln/>
        </p:spPr>
        <p:txBody>
          <a:bodyPr>
            <a:noAutofit/>
          </a:bodyPr>
          <a:p/>
        </p:txBody>
      </p:sp>
      <p:sp>
        <p:nvSpPr>
          <p:cNvPr id="29" name="shape:029"/>
          <p:cNvSpPr/>
          <p:nvPr/>
        </p:nvSpPr>
        <p:spPr>
          <a:xfrm>
            <a:off x="6347848" y="4106484"/>
            <a:ext cx="797220" cy="182880"/>
          </a:xfrm>
          <a:prstGeom prst="rect">
            <a:avLst/>
          </a:prstGeom>
          <a:solidFill>
            <a:srgbClr val="071B2C"/>
          </a:solidFill>
          <a:ln/>
        </p:spPr>
        <p:txBody>
          <a:bodyPr>
            <a:noAutofit/>
          </a:bodyPr>
          <a:p/>
        </p:txBody>
      </p:sp>
      <p:sp>
        <p:nvSpPr>
          <p:cNvPr id="30" name="shape:030"/>
          <p:cNvSpPr/>
          <p:nvPr/>
        </p:nvSpPr>
        <p:spPr>
          <a:xfrm>
            <a:off x="6347848"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項目4分類</a:t>
            </a:r>
            <a:endParaRPr lang="en-US" sz="750" dirty="0"/>
          </a:p>
        </p:txBody>
      </p:sp>
      <p:sp>
        <p:nvSpPr>
          <p:cNvPr id="31" name="shape:031"/>
          <p:cNvSpPr/>
          <p:nvPr/>
        </p:nvSpPr>
        <p:spPr>
          <a:xfrm>
            <a:off x="6347848"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666B70"/>
                </a:solidFill>
                <a:latin typeface="Yu Gothic" pitchFamily="34" charset="0"/>
                <a:ea typeface="Yu Gothic" pitchFamily="34" charset="-122"/>
                <a:cs typeface="Yu Gothic" pitchFamily="34" charset="-120"/>
              </a:rPr>
              <a:t>2026年M月D日</a:t>
            </a:r>
            <a:endParaRPr lang="en-US" sz="800" dirty="0"/>
          </a:p>
        </p:txBody>
      </p:sp>
      <p:sp>
        <p:nvSpPr>
          <p:cNvPr id="32" name="shape:032"/>
          <p:cNvSpPr/>
          <p:nvPr/>
        </p:nvSpPr>
        <p:spPr>
          <a:xfrm>
            <a:off x="6347848"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071B2C"/>
                </a:solidFill>
                <a:latin typeface="Yu Mincho Demibold" pitchFamily="34" charset="0"/>
                <a:ea typeface="Yu Mincho Demibold" pitchFamily="34" charset="-122"/>
                <a:cs typeface="Yu Mincho Demibold" pitchFamily="34" charset="-120"/>
              </a:rPr>
              <a:t>記載例7</a:t>
            </a:r>
            <a:endParaRPr lang="en-US" sz="1100" dirty="0"/>
          </a:p>
        </p:txBody>
      </p:sp>
      <p:sp>
        <p:nvSpPr>
          <p:cNvPr id="33" name="shape:033"/>
          <p:cNvSpPr/>
          <p:nvPr/>
        </p:nvSpPr>
        <p:spPr>
          <a:xfrm>
            <a:off x="6347848"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071B2C"/>
                </a:solidFill>
                <a:latin typeface="Yu Gothic" pitchFamily="34" charset="0"/>
                <a:ea typeface="Yu Gothic" pitchFamily="34" charset="-122"/>
                <a:cs typeface="Yu Gothic" pitchFamily="34" charset="-120"/>
              </a:rPr>
              <a:t>記載例8</a:t>
            </a:r>
            <a:endParaRPr lang="en-US" sz="8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比例円の対比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出典：公開見本。円の面積は割合に比例</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22</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記載例1に占める割合</a:t>
            </a:r>
            <a:endParaRPr lang="en-US" sz="1150" dirty="0"/>
          </a:p>
        </p:txBody>
      </p:sp>
      <p:sp>
        <p:nvSpPr>
          <p:cNvPr id="11" name="shape:011"/>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％、2026年 / 2026年</a:t>
            </a:r>
            <a:endParaRPr lang="en-US" sz="850" dirty="0"/>
          </a:p>
        </p:txBody>
      </p:sp>
      <p:sp>
        <p:nvSpPr>
          <p:cNvPr id="13" name="shape:013"/>
          <p:cNvSpPr/>
          <p:nvPr/>
        </p:nvSpPr>
        <p:spPr>
          <a:xfrm>
            <a:off x="1936476"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現在（2026年）</a:t>
            </a:r>
            <a:endParaRPr lang="en-US" sz="1200" dirty="0"/>
          </a:p>
        </p:txBody>
      </p:sp>
      <p:sp>
        <p:nvSpPr>
          <p:cNvPr id="14" name="shape:014"/>
          <p:cNvSpPr/>
          <p:nvPr/>
        </p:nvSpPr>
        <p:spPr>
          <a:xfrm>
            <a:off x="2293336" y="2629144"/>
            <a:ext cx="2943880" cy="2943880"/>
          </a:xfrm>
          <a:prstGeom prst="ellipse">
            <a:avLst/>
          </a:prstGeom>
          <a:solidFill>
            <a:srgbClr val="071B2C"/>
          </a:solidFill>
          <a:ln/>
        </p:spPr>
        <p:txBody>
          <a:bodyPr>
            <a:noAutofit/>
          </a:bodyPr>
          <a:p/>
        </p:txBody>
      </p:sp>
      <p:sp>
        <p:nvSpPr>
          <p:cNvPr id="15" name="shape:015"/>
          <p:cNvSpPr/>
          <p:nvPr/>
        </p:nvSpPr>
        <p:spPr>
          <a:xfrm>
            <a:off x="2293336" y="3661981"/>
            <a:ext cx="2943880" cy="668655"/>
          </a:xfrm>
          <a:prstGeom prst="rect">
            <a:avLst/>
          </a:prstGeom>
          <a:noFill/>
          <a:ln/>
        </p:spPr>
        <p:txBody>
          <a:bodyPr wrap="square" lIns="0" tIns="0" rIns="0" bIns="0" rtlCol="0" anchor="ctr">
            <a:noAutofit/>
          </a:bodyPr>
          <a:lstStyle/>
          <a:p>
            <a:pPr algn="ctr" indent="0" marL="0">
              <a:buNone/>
            </a:pPr>
            <a:r>
              <a:rPr lang="en-US" sz="3900" b="1" dirty="0">
                <a:solidFill>
                  <a:srgbClr val="FFFFFF"/>
                </a:solidFill>
                <a:latin typeface="Yu Mincho Demibold" pitchFamily="34" charset="0"/>
                <a:ea typeface="Yu Mincho Demibold" pitchFamily="34" charset="-122"/>
                <a:cs typeface="Yu Mincho Demibold" pitchFamily="34" charset="-120"/>
              </a:rPr>
              <a:t>65%</a:t>
            </a:r>
            <a:endParaRPr lang="en-US" sz="3900" dirty="0"/>
          </a:p>
        </p:txBody>
      </p:sp>
      <p:sp>
        <p:nvSpPr>
          <p:cNvPr id="16" name="shape:016"/>
          <p:cNvSpPr/>
          <p:nvPr/>
        </p:nvSpPr>
        <p:spPr>
          <a:xfrm>
            <a:off x="2293336" y="4330636"/>
            <a:ext cx="2943880" cy="209550"/>
          </a:xfrm>
          <a:prstGeom prst="rect">
            <a:avLst/>
          </a:prstGeom>
          <a:noFill/>
          <a:ln/>
        </p:spPr>
        <p:txBody>
          <a:bodyPr wrap="square" lIns="0" tIns="0" rIns="0" bIns="0" rtlCol="0" anchor="t">
            <a:noAutofit/>
          </a:bodyPr>
          <a:lstStyle/>
          <a:p>
            <a:pPr algn="ctr" indent="0" marL="0">
              <a:buNone/>
            </a:pPr>
            <a:r>
              <a:rPr lang="en-US" sz="1100" dirty="0">
                <a:solidFill>
                  <a:srgbClr val="79C8DC"/>
                </a:solidFill>
                <a:latin typeface="Yu Gothic" pitchFamily="34" charset="0"/>
                <a:ea typeface="Yu Gothic" pitchFamily="34" charset="-122"/>
                <a:cs typeface="Yu Gothic" pitchFamily="34" charset="-120"/>
              </a:rPr>
              <a:t>記載例2が占める割合</a:t>
            </a:r>
            <a:endParaRPr lang="en-US" sz="1100" dirty="0"/>
          </a:p>
        </p:txBody>
      </p:sp>
      <p:sp>
        <p:nvSpPr>
          <p:cNvPr id="17" name="shape:017"/>
          <p:cNvSpPr/>
          <p:nvPr/>
        </p:nvSpPr>
        <p:spPr>
          <a:xfrm>
            <a:off x="6597620"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N年後（2026年）</a:t>
            </a:r>
            <a:endParaRPr lang="en-US" sz="1200" dirty="0"/>
          </a:p>
        </p:txBody>
      </p:sp>
      <p:sp>
        <p:nvSpPr>
          <p:cNvPr id="18" name="shape:018"/>
          <p:cNvSpPr/>
          <p:nvPr/>
        </p:nvSpPr>
        <p:spPr>
          <a:xfrm>
            <a:off x="7426433" y="3101098"/>
            <a:ext cx="1999973" cy="1999973"/>
          </a:xfrm>
          <a:prstGeom prst="ellipse">
            <a:avLst/>
          </a:prstGeom>
          <a:solidFill>
            <a:srgbClr val="1E5F8C"/>
          </a:solidFill>
          <a:ln/>
        </p:spPr>
        <p:txBody>
          <a:bodyPr>
            <a:noAutofit/>
          </a:bodyPr>
          <a:p/>
        </p:txBody>
      </p:sp>
      <p:sp>
        <p:nvSpPr>
          <p:cNvPr id="19" name="shape:019"/>
          <p:cNvSpPr/>
          <p:nvPr/>
        </p:nvSpPr>
        <p:spPr>
          <a:xfrm>
            <a:off x="7426433" y="3792474"/>
            <a:ext cx="1999973" cy="445770"/>
          </a:xfrm>
          <a:prstGeom prst="rect">
            <a:avLst/>
          </a:prstGeom>
          <a:noFill/>
          <a:ln/>
        </p:spPr>
        <p:txBody>
          <a:bodyPr wrap="square" lIns="0" tIns="0" rIns="0" bIns="0" rtlCol="0" anchor="ctr">
            <a:noAutofit/>
          </a:bodyPr>
          <a:lstStyle/>
          <a:p>
            <a:pPr algn="ctr" indent="0" marL="0">
              <a:buNone/>
            </a:pPr>
            <a:r>
              <a:rPr lang="en-US" sz="2600" b="1" dirty="0">
                <a:solidFill>
                  <a:srgbClr val="FFFFFF"/>
                </a:solidFill>
                <a:latin typeface="Yu Mincho Demibold" pitchFamily="34" charset="0"/>
                <a:ea typeface="Yu Mincho Demibold" pitchFamily="34" charset="-122"/>
                <a:cs typeface="Yu Mincho Demibold" pitchFamily="34" charset="-120"/>
              </a:rPr>
              <a:t>30%</a:t>
            </a:r>
            <a:endParaRPr lang="en-US" sz="2600" dirty="0"/>
          </a:p>
        </p:txBody>
      </p:sp>
      <p:sp>
        <p:nvSpPr>
          <p:cNvPr id="20" name="shape:020"/>
          <p:cNvSpPr/>
          <p:nvPr/>
        </p:nvSpPr>
        <p:spPr>
          <a:xfrm>
            <a:off x="7426433" y="4238244"/>
            <a:ext cx="1999973" cy="171450"/>
          </a:xfrm>
          <a:prstGeom prst="rect">
            <a:avLst/>
          </a:prstGeom>
          <a:noFill/>
          <a:ln/>
        </p:spPr>
        <p:txBody>
          <a:bodyPr wrap="square" lIns="0" tIns="0" rIns="0" bIns="0" rtlCol="0" anchor="t">
            <a:noAutofit/>
          </a:bodyPr>
          <a:lstStyle/>
          <a:p>
            <a:pPr algn="ctr" indent="0" marL="0">
              <a:buNone/>
            </a:pPr>
            <a:r>
              <a:rPr lang="en-US" sz="900" dirty="0">
                <a:solidFill>
                  <a:srgbClr val="E7F4F8"/>
                </a:solidFill>
                <a:latin typeface="Yu Gothic" pitchFamily="34" charset="0"/>
                <a:ea typeface="Yu Gothic" pitchFamily="34" charset="-122"/>
                <a:cs typeface="Yu Gothic" pitchFamily="34" charset="-120"/>
              </a:rPr>
              <a:t>記載例3が占める割合</a:t>
            </a:r>
            <a:endParaRPr lang="en-US" sz="9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増減の縦棒＋左右合計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23</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単位、2026〜2026年</a:t>
            </a:r>
            <a:endParaRPr lang="en-US" sz="850" dirty="0"/>
          </a:p>
        </p:txBody>
      </p:sp>
      <p:sp>
        <p:nvSpPr>
          <p:cNvPr id="13" name="shape:013"/>
          <p:cNvSpPr/>
          <p:nvPr/>
        </p:nvSpPr>
        <p:spPr>
          <a:xfrm>
            <a:off x="821395" y="2631696"/>
            <a:ext cx="1839925" cy="502920"/>
          </a:xfrm>
          <a:prstGeom prst="rect">
            <a:avLst/>
          </a:prstGeom>
          <a:noFill/>
          <a:ln/>
        </p:spPr>
        <p:txBody>
          <a:bodyPr wrap="square" lIns="0" tIns="0" rIns="0" bIns="0" rtlCol="0" anchor="b">
            <a:noAutofit/>
          </a:bodyPr>
          <a:lstStyle/>
          <a:p>
            <a:pPr indent="0" marL="0">
              <a:buNone/>
            </a:pPr>
            <a:r>
              <a:rPr lang="en-US" sz="3000" b="1" dirty="0">
                <a:solidFill>
                  <a:srgbClr val="1E5F8C"/>
                </a:solidFill>
                <a:latin typeface="Yu Mincho Demibold" pitchFamily="34" charset="0"/>
                <a:ea typeface="Yu Mincho Demibold" pitchFamily="34" charset="-122"/>
                <a:cs typeface="Yu Mincho Demibold" pitchFamily="34" charset="-120"/>
              </a:rPr>
              <a:t>+252</a:t>
            </a:r>
            <a:endParaRPr lang="en-US" sz="3000" dirty="0"/>
          </a:p>
        </p:txBody>
      </p:sp>
      <p:sp>
        <p:nvSpPr>
          <p:cNvPr id="14" name="shape:014"/>
          <p:cNvSpPr/>
          <p:nvPr/>
        </p:nvSpPr>
        <p:spPr>
          <a:xfrm>
            <a:off x="821395" y="3152904"/>
            <a:ext cx="1839925" cy="219456"/>
          </a:xfrm>
          <a:prstGeom prst="rect">
            <a:avLst/>
          </a:prstGeom>
          <a:noFill/>
          <a:ln/>
        </p:spPr>
        <p:txBody>
          <a:bodyPr wrap="square" lIns="0" tIns="0" rIns="0" bIns="0"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増える分</a:t>
            </a:r>
            <a:endParaRPr lang="en-US" sz="1050" dirty="0"/>
          </a:p>
        </p:txBody>
      </p:sp>
      <p:sp>
        <p:nvSpPr>
          <p:cNvPr id="15" name="shape:015"/>
          <p:cNvSpPr/>
          <p:nvPr/>
        </p:nvSpPr>
        <p:spPr>
          <a:xfrm>
            <a:off x="821395" y="4348960"/>
            <a:ext cx="1839925" cy="502920"/>
          </a:xfrm>
          <a:prstGeom prst="rect">
            <a:avLst/>
          </a:prstGeom>
          <a:noFill/>
          <a:ln/>
        </p:spPr>
        <p:txBody>
          <a:bodyPr wrap="square" lIns="0" tIns="0" rIns="0" bIns="0" rtlCol="0" anchor="b">
            <a:noAutofit/>
          </a:bodyPr>
          <a:lstStyle/>
          <a:p>
            <a:pPr indent="0" marL="0">
              <a:buNone/>
            </a:pPr>
            <a:r>
              <a:rPr lang="en-US" sz="3000" b="1" dirty="0">
                <a:solidFill>
                  <a:srgbClr val="071B2C"/>
                </a:solidFill>
                <a:latin typeface="Yu Mincho Demibold" pitchFamily="34" charset="0"/>
                <a:ea typeface="Yu Mincho Demibold" pitchFamily="34" charset="-122"/>
                <a:cs typeface="Yu Mincho Demibold" pitchFamily="34" charset="-120"/>
              </a:rPr>
              <a:t>-239</a:t>
            </a:r>
            <a:endParaRPr lang="en-US" sz="3000" dirty="0"/>
          </a:p>
        </p:txBody>
      </p:sp>
      <p:sp>
        <p:nvSpPr>
          <p:cNvPr id="16" name="shape:016"/>
          <p:cNvSpPr/>
          <p:nvPr/>
        </p:nvSpPr>
        <p:spPr>
          <a:xfrm>
            <a:off x="821395" y="4870168"/>
            <a:ext cx="1839925" cy="219456"/>
          </a:xfrm>
          <a:prstGeom prst="rect">
            <a:avLst/>
          </a:prstGeom>
          <a:noFill/>
          <a:ln/>
        </p:spPr>
        <p:txBody>
          <a:bodyPr wrap="square" lIns="0" tIns="0" rIns="0" bIns="0"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減る分</a:t>
            </a:r>
            <a:endParaRPr lang="en-US" sz="1050" dirty="0"/>
          </a:p>
        </p:txBody>
      </p:sp>
      <p:graphicFrame>
        <p:nvGraphicFramePr>
          <p:cNvPr id="17" name="shape:017" descr=""/>
          <p:cNvGraphicFramePr/>
          <p:nvPr/>
        </p:nvGraphicFramePr>
        <p:xfrm>
          <a:off x="2783982" y="2325042"/>
          <a:ext cx="8831641" cy="3434527"/>
        </p:xfrm>
        <a:graphic>
          <a:graphicData uri="http://schemas.openxmlformats.org/drawingml/2006/chart">
            <c:chart xmlns:c="http://schemas.openxmlformats.org/drawingml/2006/chart" r:id="rId2"/>
          </a:graphicData>
        </a:graphic>
      </p:graphicFrame>
      <p:sp>
        <p:nvSpPr>
          <p:cNvPr id="18" name="shape:018"/>
          <p:cNvSpPr/>
          <p:nvPr/>
        </p:nvSpPr>
        <p:spPr>
          <a:xfrm>
            <a:off x="10165423" y="6008760"/>
            <a:ext cx="144000" cy="144000"/>
          </a:xfrm>
          <a:prstGeom prst="rect">
            <a:avLst/>
          </a:prstGeom>
          <a:solidFill>
            <a:srgbClr val="1E5F8C"/>
          </a:solidFill>
          <a:ln/>
        </p:spPr>
        <p:txBody>
          <a:bodyPr>
            <a:noAutofit/>
          </a:bodyPr>
          <a:p/>
        </p:txBody>
      </p:sp>
      <p:sp>
        <p:nvSpPr>
          <p:cNvPr id="19" name="shape:019"/>
          <p:cNvSpPr/>
          <p:nvPr/>
        </p:nvSpPr>
        <p:spPr>
          <a:xfrm>
            <a:off x="10363423" y="5989320"/>
            <a:ext cx="47244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増える分</a:t>
            </a:r>
            <a:endParaRPr lang="en-US" sz="800" dirty="0"/>
          </a:p>
        </p:txBody>
      </p:sp>
      <p:sp>
        <p:nvSpPr>
          <p:cNvPr id="20" name="shape:020"/>
          <p:cNvSpPr/>
          <p:nvPr/>
        </p:nvSpPr>
        <p:spPr>
          <a:xfrm>
            <a:off x="11051863" y="6008760"/>
            <a:ext cx="144000" cy="144000"/>
          </a:xfrm>
          <a:prstGeom prst="rect">
            <a:avLst/>
          </a:prstGeom>
          <a:solidFill>
            <a:srgbClr val="071B2C"/>
          </a:solidFill>
          <a:ln/>
        </p:spPr>
        <p:txBody>
          <a:bodyPr>
            <a:noAutofit/>
          </a:bodyPr>
          <a:p/>
        </p:txBody>
      </p:sp>
      <p:sp>
        <p:nvSpPr>
          <p:cNvPr id="21" name="shape:021"/>
          <p:cNvSpPr/>
          <p:nvPr/>
        </p:nvSpPr>
        <p:spPr>
          <a:xfrm>
            <a:off x="11249863"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減る分</a:t>
            </a:r>
            <a:endParaRPr lang="en-US" sz="8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シナリオ線＋成長率チップ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24</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単位、2026〜2031年</a:t>
            </a:r>
            <a:endParaRPr lang="en-US" sz="850" dirty="0"/>
          </a:p>
        </p:txBody>
      </p:sp>
      <p:graphicFrame>
        <p:nvGraphicFramePr>
          <p:cNvPr id="13" name="shape:013" descr=""/>
          <p:cNvGraphicFramePr/>
          <p:nvPr/>
        </p:nvGraphicFramePr>
        <p:xfrm>
          <a:off x="576072" y="2233602"/>
          <a:ext cx="8877361" cy="3523742"/>
        </p:xfrm>
        <a:graphic>
          <a:graphicData uri="http://schemas.openxmlformats.org/drawingml/2006/chart">
            <c:chart xmlns:c="http://schemas.openxmlformats.org/drawingml/2006/chart" r:id="rId2"/>
          </a:graphicData>
        </a:graphic>
      </p:graphicFrame>
      <p:sp>
        <p:nvSpPr>
          <p:cNvPr id="14" name="shape:014"/>
          <p:cNvSpPr/>
          <p:nvPr/>
        </p:nvSpPr>
        <p:spPr>
          <a:xfrm>
            <a:off x="8763183" y="257444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114</a:t>
            </a:r>
            <a:endParaRPr lang="en-US" sz="1200" dirty="0"/>
          </a:p>
        </p:txBody>
      </p:sp>
      <p:sp>
        <p:nvSpPr>
          <p:cNvPr id="15" name="shape:015"/>
          <p:cNvSpPr/>
          <p:nvPr/>
        </p:nvSpPr>
        <p:spPr>
          <a:xfrm>
            <a:off x="8763183" y="2999045"/>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96</a:t>
            </a:r>
            <a:endParaRPr lang="en-US" sz="1200" dirty="0"/>
          </a:p>
        </p:txBody>
      </p:sp>
      <p:sp>
        <p:nvSpPr>
          <p:cNvPr id="16" name="shape:016"/>
          <p:cNvSpPr/>
          <p:nvPr/>
        </p:nvSpPr>
        <p:spPr>
          <a:xfrm>
            <a:off x="8763183" y="335287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81</a:t>
            </a:r>
            <a:endParaRPr lang="en-US" sz="1200" dirty="0"/>
          </a:p>
        </p:txBody>
      </p:sp>
      <p:sp>
        <p:nvSpPr>
          <p:cNvPr id="17" name="shape:017"/>
          <p:cNvSpPr/>
          <p:nvPr/>
        </p:nvSpPr>
        <p:spPr>
          <a:xfrm>
            <a:off x="10021021" y="2079719"/>
            <a:ext cx="1775257" cy="219456"/>
          </a:xfrm>
          <a:prstGeom prst="rect">
            <a:avLst/>
          </a:prstGeom>
          <a:noFill/>
          <a:ln/>
        </p:spPr>
        <p:txBody>
          <a:bodyPr wrap="square" lIns="0" tIns="0" rIns="0" bIns="0" rtlCol="0" anchor="ctr">
            <a:noAutofit/>
          </a:bodyPr>
          <a:lstStyle/>
          <a:p>
            <a:pPr algn="l" indent="0" marL="0">
              <a:buNone/>
            </a:pPr>
            <a:r>
              <a:rPr lang="en-US" sz="1000" b="1" dirty="0">
                <a:solidFill>
                  <a:srgbClr val="071B2C"/>
                </a:solidFill>
                <a:latin typeface="Yu Gothic" pitchFamily="34" charset="0"/>
                <a:ea typeface="Yu Gothic" pitchFamily="34" charset="-122"/>
                <a:cs typeface="Yu Gothic" pitchFamily="34" charset="-120"/>
              </a:rPr>
              <a:t>年平均成長率（5年）</a:t>
            </a:r>
            <a:endParaRPr lang="en-US" sz="1000" dirty="0"/>
          </a:p>
        </p:txBody>
      </p:sp>
      <p:sp>
        <p:nvSpPr>
          <p:cNvPr id="18" name="shape:018"/>
          <p:cNvSpPr/>
          <p:nvPr/>
        </p:nvSpPr>
        <p:spPr>
          <a:xfrm>
            <a:off x="10021021" y="2543003"/>
            <a:ext cx="1226617" cy="318920"/>
          </a:xfrm>
          <a:prstGeom prst="rect">
            <a:avLst/>
          </a:prstGeom>
          <a:solidFill>
            <a:srgbClr val="071B2C"/>
          </a:solidFill>
          <a:ln/>
        </p:spPr>
        <p:txBody>
          <a:bodyPr>
            <a:noAutofit/>
          </a:bodyPr>
          <a:p/>
        </p:txBody>
      </p:sp>
      <p:sp>
        <p:nvSpPr>
          <p:cNvPr id="19" name="shape:019"/>
          <p:cNvSpPr/>
          <p:nvPr/>
        </p:nvSpPr>
        <p:spPr>
          <a:xfrm>
            <a:off x="10021021" y="254300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27%</a:t>
            </a:r>
            <a:endParaRPr lang="en-US" sz="1100" dirty="0"/>
          </a:p>
        </p:txBody>
      </p:sp>
      <p:sp>
        <p:nvSpPr>
          <p:cNvPr id="20" name="shape:020"/>
          <p:cNvSpPr/>
          <p:nvPr/>
        </p:nvSpPr>
        <p:spPr>
          <a:xfrm>
            <a:off x="10021021" y="2967601"/>
            <a:ext cx="1226617" cy="318920"/>
          </a:xfrm>
          <a:prstGeom prst="rect">
            <a:avLst/>
          </a:prstGeom>
          <a:solidFill>
            <a:srgbClr val="1E5F8C"/>
          </a:solidFill>
          <a:ln/>
        </p:spPr>
        <p:txBody>
          <a:bodyPr>
            <a:noAutofit/>
          </a:bodyPr>
          <a:p/>
        </p:txBody>
      </p:sp>
      <p:sp>
        <p:nvSpPr>
          <p:cNvPr id="21" name="shape:021"/>
          <p:cNvSpPr/>
          <p:nvPr/>
        </p:nvSpPr>
        <p:spPr>
          <a:xfrm>
            <a:off x="10021021" y="2967601"/>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22%</a:t>
            </a:r>
            <a:endParaRPr lang="en-US" sz="1100" dirty="0"/>
          </a:p>
        </p:txBody>
      </p:sp>
      <p:sp>
        <p:nvSpPr>
          <p:cNvPr id="22" name="shape:022"/>
          <p:cNvSpPr/>
          <p:nvPr/>
        </p:nvSpPr>
        <p:spPr>
          <a:xfrm>
            <a:off x="10021021" y="3359673"/>
            <a:ext cx="1226617" cy="318920"/>
          </a:xfrm>
          <a:prstGeom prst="rect">
            <a:avLst/>
          </a:prstGeom>
          <a:solidFill>
            <a:srgbClr val="79C8DC"/>
          </a:solidFill>
          <a:ln/>
        </p:spPr>
        <p:txBody>
          <a:bodyPr>
            <a:noAutofit/>
          </a:bodyPr>
          <a:p/>
        </p:txBody>
      </p:sp>
      <p:sp>
        <p:nvSpPr>
          <p:cNvPr id="23" name="shape:023"/>
          <p:cNvSpPr/>
          <p:nvPr/>
        </p:nvSpPr>
        <p:spPr>
          <a:xfrm>
            <a:off x="10021021" y="335967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18%</a:t>
            </a:r>
            <a:endParaRPr lang="en-US" sz="1100" dirty="0"/>
          </a:p>
        </p:txBody>
      </p:sp>
      <p:sp>
        <p:nvSpPr>
          <p:cNvPr id="24" name="shape:024"/>
          <p:cNvSpPr/>
          <p:nvPr/>
        </p:nvSpPr>
        <p:spPr>
          <a:xfrm>
            <a:off x="8105503" y="6008760"/>
            <a:ext cx="144000" cy="144000"/>
          </a:xfrm>
          <a:prstGeom prst="rect">
            <a:avLst/>
          </a:prstGeom>
          <a:solidFill>
            <a:srgbClr val="071B2C"/>
          </a:solidFill>
          <a:ln/>
        </p:spPr>
        <p:txBody>
          <a:bodyPr>
            <a:noAutofit/>
          </a:bodyPr>
          <a:p/>
        </p:txBody>
      </p:sp>
      <p:sp>
        <p:nvSpPr>
          <p:cNvPr id="25" name="shape:025"/>
          <p:cNvSpPr/>
          <p:nvPr/>
        </p:nvSpPr>
        <p:spPr>
          <a:xfrm>
            <a:off x="8303503" y="5989320"/>
            <a:ext cx="89916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上振れ</a:t>
            </a:r>
            <a:endParaRPr lang="en-US" sz="800" dirty="0"/>
          </a:p>
        </p:txBody>
      </p:sp>
      <p:sp>
        <p:nvSpPr>
          <p:cNvPr id="26" name="shape:026"/>
          <p:cNvSpPr/>
          <p:nvPr/>
        </p:nvSpPr>
        <p:spPr>
          <a:xfrm>
            <a:off x="9418663" y="6008760"/>
            <a:ext cx="144000" cy="144000"/>
          </a:xfrm>
          <a:prstGeom prst="rect">
            <a:avLst/>
          </a:prstGeom>
          <a:solidFill>
            <a:srgbClr val="1E5F8C"/>
          </a:solidFill>
          <a:ln/>
        </p:spPr>
        <p:txBody>
          <a:bodyPr>
            <a:noAutofit/>
          </a:bodyPr>
          <a:p/>
        </p:txBody>
      </p:sp>
      <p:sp>
        <p:nvSpPr>
          <p:cNvPr id="27" name="shape:027"/>
          <p:cNvSpPr/>
          <p:nvPr/>
        </p:nvSpPr>
        <p:spPr>
          <a:xfrm>
            <a:off x="9616663" y="5989320"/>
            <a:ext cx="57912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基準</a:t>
            </a:r>
            <a:endParaRPr lang="en-US" sz="800" dirty="0"/>
          </a:p>
        </p:txBody>
      </p:sp>
      <p:sp>
        <p:nvSpPr>
          <p:cNvPr id="28" name="shape:028"/>
          <p:cNvSpPr/>
          <p:nvPr/>
        </p:nvSpPr>
        <p:spPr>
          <a:xfrm>
            <a:off x="10411783" y="6008760"/>
            <a:ext cx="144000" cy="144000"/>
          </a:xfrm>
          <a:prstGeom prst="rect">
            <a:avLst/>
          </a:prstGeom>
          <a:solidFill>
            <a:srgbClr val="79C8DC"/>
          </a:solidFill>
          <a:ln/>
        </p:spPr>
        <p:txBody>
          <a:bodyPr>
            <a:noAutofit/>
          </a:bodyPr>
          <a:p/>
        </p:txBody>
      </p:sp>
      <p:sp>
        <p:nvSpPr>
          <p:cNvPr id="29" name="shape:029"/>
          <p:cNvSpPr/>
          <p:nvPr/>
        </p:nvSpPr>
        <p:spPr>
          <a:xfrm>
            <a:off x="10609783" y="5989320"/>
            <a:ext cx="100584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下振れ</a:t>
            </a:r>
            <a:endParaRPr lang="en-US" sz="8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出典：公開見本（調査期間 2026年M月〜M月）</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25</a:t>
            </a:r>
            <a:endParaRPr lang="en-US" sz="750" dirty="0"/>
          </a:p>
        </p:txBody>
      </p:sp>
      <p:sp>
        <p:nvSpPr>
          <p:cNvPr id="10" name="shape:010"/>
          <p:cNvSpPr/>
          <p:nvPr/>
        </p:nvSpPr>
        <p:spPr>
          <a:xfrm>
            <a:off x="576072" y="1572768"/>
            <a:ext cx="4421937" cy="274320"/>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調べ方</a:t>
            </a:r>
            <a:endParaRPr lang="en-US" sz="1150" dirty="0"/>
          </a:p>
        </p:txBody>
      </p:sp>
      <p:sp>
        <p:nvSpPr>
          <p:cNvPr id="11" name="shape:011"/>
          <p:cNvSpPr/>
          <p:nvPr/>
        </p:nvSpPr>
        <p:spPr>
          <a:xfrm>
            <a:off x="576072" y="1883664"/>
            <a:ext cx="4421937" cy="0"/>
          </a:xfrm>
          <a:prstGeom prst="line">
            <a:avLst/>
          </a:prstGeom>
          <a:noFill/>
          <a:ln w="17780">
            <a:solidFill>
              <a:srgbClr val="071B2C"/>
            </a:solidFill>
            <a:prstDash val="solid"/>
          </a:ln>
        </p:spPr>
        <p:txBody>
          <a:bodyPr>
            <a:noAutofit/>
          </a:bodyPr>
          <a:p/>
        </p:txBody>
      </p:sp>
      <p:sp>
        <p:nvSpPr>
          <p:cNvPr id="12" name="shape:012"/>
          <p:cNvSpPr/>
          <p:nvPr/>
        </p:nvSpPr>
        <p:spPr>
          <a:xfrm>
            <a:off x="576072" y="2011680"/>
            <a:ext cx="4421937" cy="4160520"/>
          </a:xfrm>
          <a:prstGeom prst="rect">
            <a:avLst/>
          </a:prstGeom>
          <a:noFill/>
          <a:ln/>
        </p:spPr>
        <p:txBody>
          <a:bodyPr wrap="square" lIns="0" tIns="0" rIns="0" bIns="0" rtlCol="0" anchor="t">
            <a:noAutofit/>
          </a:bodyPr>
          <a:lstStyle/>
          <a:p>
            <a:pPr marL="152400" indent="-152400">
              <a:spcAft>
                <a:spcPts val="800"/>
              </a:spcAft>
              <a:buSzPct val="100000"/>
              <a:buChar char="•"/>
            </a:pPr>
            <a:r>
              <a:rPr lang="en-US" sz="1000" dirty="0">
                <a:solidFill>
                  <a:srgbClr val="071B2C"/>
                </a:solidFill>
                <a:latin typeface="Yu Gothic" pitchFamily="34" charset="0"/>
                <a:ea typeface="Yu Gothic" pitchFamily="34" charset="-122"/>
                <a:cs typeface="Yu Gothic" pitchFamily="34" charset="-120"/>
              </a:rPr>
              <a:t>記載例1</a:t>
            </a:r>
            <a:endParaRPr lang="en-US" sz="1000" dirty="0"/>
          </a:p>
          <a:p>
            <a:pPr marL="152400" indent="-152400">
              <a:spcAft>
                <a:spcPts val="800"/>
              </a:spcAft>
              <a:buSzPct val="100000"/>
              <a:buChar char="•"/>
            </a:pPr>
            <a:r>
              <a:rPr lang="en-US" sz="1000" dirty="0">
                <a:solidFill>
                  <a:srgbClr val="071B2C"/>
                </a:solidFill>
                <a:latin typeface="Yu Gothic" pitchFamily="34" charset="0"/>
                <a:ea typeface="Yu Gothic" pitchFamily="34" charset="-122"/>
                <a:cs typeface="Yu Gothic" pitchFamily="34" charset="-120"/>
              </a:rPr>
              <a:t>記載例2</a:t>
            </a:r>
            <a:endParaRPr lang="en-US" sz="1000" dirty="0"/>
          </a:p>
          <a:p>
            <a:pPr marL="152400" indent="-152400">
              <a:spcAft>
                <a:spcPts val="800"/>
              </a:spcAft>
              <a:buSzPct val="100000"/>
              <a:buChar char="•"/>
            </a:pPr>
            <a:r>
              <a:rPr lang="en-US" sz="1000" dirty="0">
                <a:solidFill>
                  <a:srgbClr val="071B2C"/>
                </a:solidFill>
                <a:latin typeface="Yu Gothic" pitchFamily="34" charset="0"/>
                <a:ea typeface="Yu Gothic" pitchFamily="34" charset="-122"/>
                <a:cs typeface="Yu Gothic" pitchFamily="34" charset="-120"/>
              </a:rPr>
              <a:t>記載例3</a:t>
            </a:r>
            <a:endParaRPr lang="en-US" sz="1000" dirty="0"/>
          </a:p>
        </p:txBody>
      </p:sp>
      <p:sp>
        <p:nvSpPr>
          <p:cNvPr id="13" name="shape:013"/>
          <p:cNvSpPr/>
          <p:nvPr/>
        </p:nvSpPr>
        <p:spPr>
          <a:xfrm rot="5400000">
            <a:off x="5142009" y="3764484"/>
            <a:ext cx="360000" cy="216000"/>
          </a:xfrm>
          <a:prstGeom prst="triangle">
            <a:avLst/>
          </a:prstGeom>
          <a:solidFill>
            <a:srgbClr val="79C8DC"/>
          </a:solidFill>
          <a:ln/>
        </p:spPr>
        <p:txBody>
          <a:bodyPr>
            <a:noAutofit/>
          </a:bodyPr>
          <a:p/>
        </p:txBody>
      </p:sp>
      <p:sp>
        <p:nvSpPr>
          <p:cNvPr id="14" name="shape:014"/>
          <p:cNvSpPr/>
          <p:nvPr/>
        </p:nvSpPr>
        <p:spPr>
          <a:xfrm>
            <a:off x="5646009" y="1572768"/>
            <a:ext cx="5969615" cy="274320"/>
          </a:xfrm>
          <a:prstGeom prst="rect">
            <a:avLst/>
          </a:prstGeom>
          <a:noFill/>
          <a:ln/>
        </p:spPr>
        <p:txBody>
          <a:bodyPr wrap="square" lIns="0" tIns="0" rIns="0" bIns="0" rtlCol="0" anchor="b">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調べた対象</a:t>
            </a:r>
            <a:endParaRPr lang="en-US" sz="1150" dirty="0"/>
          </a:p>
        </p:txBody>
      </p:sp>
      <p:sp>
        <p:nvSpPr>
          <p:cNvPr id="15" name="shape:015"/>
          <p:cNvSpPr/>
          <p:nvPr/>
        </p:nvSpPr>
        <p:spPr>
          <a:xfrm>
            <a:off x="5646009" y="1883664"/>
            <a:ext cx="5969615" cy="0"/>
          </a:xfrm>
          <a:prstGeom prst="line">
            <a:avLst/>
          </a:prstGeom>
          <a:noFill/>
          <a:ln w="17780">
            <a:solidFill>
              <a:srgbClr val="071B2C"/>
            </a:solidFill>
            <a:prstDash val="solid"/>
          </a:ln>
        </p:spPr>
        <p:txBody>
          <a:bodyPr>
            <a:noAutofit/>
          </a:bodyPr>
          <a:p/>
        </p:txBody>
      </p:sp>
      <p:sp>
        <p:nvSpPr>
          <p:cNvPr id="16" name="shape:016"/>
          <p:cNvSpPr/>
          <p:nvPr/>
        </p:nvSpPr>
        <p:spPr>
          <a:xfrm>
            <a:off x="5736009" y="2011680"/>
            <a:ext cx="1440000" cy="1386840"/>
          </a:xfrm>
          <a:prstGeom prst="rect">
            <a:avLst/>
          </a:prstGeom>
          <a:noFill/>
          <a:ln/>
        </p:spPr>
        <p:txBody>
          <a:bodyPr wrap="square" lIns="0" tIns="0" rIns="0" bIns="0" rtlCol="0" anchor="ctr">
            <a:noAutofit/>
          </a:bodyPr>
          <a:lstStyle/>
          <a:p>
            <a:pPr indent="0" marL="0">
              <a:buNone/>
            </a:pPr>
            <a:r>
              <a:rPr lang="en-US" sz="1700" b="1" dirty="0">
                <a:solidFill>
                  <a:srgbClr val="071B2C"/>
                </a:solidFill>
                <a:latin typeface="Yu Gothic" pitchFamily="34" charset="0"/>
                <a:ea typeface="Yu Gothic" pitchFamily="34" charset="-122"/>
                <a:cs typeface="Yu Gothic" pitchFamily="34" charset="-120"/>
              </a:rPr>
              <a:t>項目1社</a:t>
            </a:r>
            <a:endParaRPr lang="en-US" sz="1700" dirty="0"/>
          </a:p>
        </p:txBody>
      </p:sp>
      <p:sp>
        <p:nvSpPr>
          <p:cNvPr id="17" name="shape:017"/>
          <p:cNvSpPr/>
          <p:nvPr/>
        </p:nvSpPr>
        <p:spPr>
          <a:xfrm>
            <a:off x="7266009" y="201168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記載例4</a:t>
            </a:r>
            <a:endParaRPr lang="en-US" sz="1000" dirty="0"/>
          </a:p>
        </p:txBody>
      </p:sp>
      <p:sp>
        <p:nvSpPr>
          <p:cNvPr id="18" name="shape:018"/>
          <p:cNvSpPr/>
          <p:nvPr/>
        </p:nvSpPr>
        <p:spPr>
          <a:xfrm>
            <a:off x="5646009" y="3398520"/>
            <a:ext cx="5969615" cy="0"/>
          </a:xfrm>
          <a:prstGeom prst="line">
            <a:avLst/>
          </a:prstGeom>
          <a:noFill/>
          <a:ln w="9525">
            <a:solidFill>
              <a:srgbClr val="D9DCDF"/>
            </a:solidFill>
            <a:prstDash val="solid"/>
          </a:ln>
        </p:spPr>
        <p:txBody>
          <a:bodyPr>
            <a:noAutofit/>
          </a:bodyPr>
          <a:p/>
        </p:txBody>
      </p:sp>
      <p:sp>
        <p:nvSpPr>
          <p:cNvPr id="19" name="shape:019"/>
          <p:cNvSpPr/>
          <p:nvPr/>
        </p:nvSpPr>
        <p:spPr>
          <a:xfrm>
            <a:off x="5736009" y="3398520"/>
            <a:ext cx="1440000" cy="1386840"/>
          </a:xfrm>
          <a:prstGeom prst="rect">
            <a:avLst/>
          </a:prstGeom>
          <a:noFill/>
          <a:ln/>
        </p:spPr>
        <p:txBody>
          <a:bodyPr wrap="square" lIns="0" tIns="0" rIns="0" bIns="0" rtlCol="0" anchor="ctr">
            <a:noAutofit/>
          </a:bodyPr>
          <a:lstStyle/>
          <a:p>
            <a:pPr indent="0" marL="0">
              <a:buNone/>
            </a:pPr>
            <a:r>
              <a:rPr lang="en-US" sz="1700" b="1" dirty="0">
                <a:solidFill>
                  <a:srgbClr val="071B2C"/>
                </a:solidFill>
                <a:latin typeface="Yu Gothic" pitchFamily="34" charset="0"/>
                <a:ea typeface="Yu Gothic" pitchFamily="34" charset="-122"/>
                <a:cs typeface="Yu Gothic" pitchFamily="34" charset="-120"/>
              </a:rPr>
              <a:t>項目2件</a:t>
            </a:r>
            <a:endParaRPr lang="en-US" sz="1700" dirty="0"/>
          </a:p>
        </p:txBody>
      </p:sp>
      <p:sp>
        <p:nvSpPr>
          <p:cNvPr id="20" name="shape:020"/>
          <p:cNvSpPr/>
          <p:nvPr/>
        </p:nvSpPr>
        <p:spPr>
          <a:xfrm>
            <a:off x="7266009" y="339852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記載例5</a:t>
            </a:r>
            <a:endParaRPr lang="en-US" sz="1000" dirty="0"/>
          </a:p>
        </p:txBody>
      </p:sp>
      <p:sp>
        <p:nvSpPr>
          <p:cNvPr id="21" name="shape:021"/>
          <p:cNvSpPr/>
          <p:nvPr/>
        </p:nvSpPr>
        <p:spPr>
          <a:xfrm>
            <a:off x="5646009" y="4785360"/>
            <a:ext cx="5969615" cy="0"/>
          </a:xfrm>
          <a:prstGeom prst="line">
            <a:avLst/>
          </a:prstGeom>
          <a:noFill/>
          <a:ln w="9525">
            <a:solidFill>
              <a:srgbClr val="D9DCDF"/>
            </a:solidFill>
            <a:prstDash val="solid"/>
          </a:ln>
        </p:spPr>
        <p:txBody>
          <a:bodyPr>
            <a:noAutofit/>
          </a:bodyPr>
          <a:p/>
        </p:txBody>
      </p:sp>
      <p:sp>
        <p:nvSpPr>
          <p:cNvPr id="22" name="shape:022"/>
          <p:cNvSpPr/>
          <p:nvPr/>
        </p:nvSpPr>
        <p:spPr>
          <a:xfrm>
            <a:off x="5736009" y="4785360"/>
            <a:ext cx="1440000" cy="1386840"/>
          </a:xfrm>
          <a:prstGeom prst="rect">
            <a:avLst/>
          </a:prstGeom>
          <a:noFill/>
          <a:ln/>
        </p:spPr>
        <p:txBody>
          <a:bodyPr wrap="square" lIns="0" tIns="0" rIns="0" bIns="0" rtlCol="0" anchor="ctr">
            <a:noAutofit/>
          </a:bodyPr>
          <a:lstStyle/>
          <a:p>
            <a:pPr indent="0" marL="0">
              <a:buNone/>
            </a:pPr>
            <a:r>
              <a:rPr lang="en-US" sz="1700" b="1" dirty="0">
                <a:solidFill>
                  <a:srgbClr val="071B2C"/>
                </a:solidFill>
                <a:latin typeface="Yu Gothic" pitchFamily="34" charset="0"/>
                <a:ea typeface="Yu Gothic" pitchFamily="34" charset="-122"/>
                <a:cs typeface="Yu Gothic" pitchFamily="34" charset="-120"/>
              </a:rPr>
              <a:t>Nか月</a:t>
            </a:r>
            <a:endParaRPr lang="en-US" sz="1700" dirty="0"/>
          </a:p>
        </p:txBody>
      </p:sp>
      <p:sp>
        <p:nvSpPr>
          <p:cNvPr id="23" name="shape:023"/>
          <p:cNvSpPr/>
          <p:nvPr/>
        </p:nvSpPr>
        <p:spPr>
          <a:xfrm>
            <a:off x="7266009" y="478536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記載例6</a:t>
            </a:r>
            <a:endParaRPr lang="en-US" sz="10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b26</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課題と打ち手の2カラム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26</a:t>
            </a:r>
            <a:endParaRPr lang="en-US" sz="750" dirty="0"/>
          </a:p>
        </p:txBody>
      </p:sp>
      <p:sp>
        <p:nvSpPr>
          <p:cNvPr id="10" name="shape:010"/>
          <p:cNvSpPr/>
          <p:nvPr/>
        </p:nvSpPr>
        <p:spPr>
          <a:xfrm>
            <a:off x="576072"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いま起きている課題</a:t>
            </a:r>
            <a:endParaRPr lang="en-US" sz="1150" dirty="0"/>
          </a:p>
        </p:txBody>
      </p:sp>
      <p:sp>
        <p:nvSpPr>
          <p:cNvPr id="11" name="shape:011"/>
          <p:cNvSpPr/>
          <p:nvPr/>
        </p:nvSpPr>
        <p:spPr>
          <a:xfrm>
            <a:off x="576072" y="1901952"/>
            <a:ext cx="5447776" cy="0"/>
          </a:xfrm>
          <a:prstGeom prst="line">
            <a:avLst/>
          </a:prstGeom>
          <a:noFill/>
          <a:ln w="17780">
            <a:solidFill>
              <a:srgbClr val="071B2C"/>
            </a:solidFill>
            <a:prstDash val="solid"/>
          </a:ln>
        </p:spPr>
        <p:txBody>
          <a:bodyPr>
            <a:noAutofit/>
          </a:bodyPr>
          <a:p/>
        </p:txBody>
      </p:sp>
      <p:sp>
        <p:nvSpPr>
          <p:cNvPr id="12" name="shape:012"/>
          <p:cNvSpPr/>
          <p:nvPr/>
        </p:nvSpPr>
        <p:spPr>
          <a:xfrm>
            <a:off x="576072"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項目1</a:t>
            </a:r>
            <a:endParaRPr lang="en-US" sz="1150" dirty="0"/>
          </a:p>
        </p:txBody>
      </p:sp>
      <p:sp>
        <p:nvSpPr>
          <p:cNvPr id="13" name="shape:013"/>
          <p:cNvSpPr/>
          <p:nvPr/>
        </p:nvSpPr>
        <p:spPr>
          <a:xfrm>
            <a:off x="2376072"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記載例1</a:t>
            </a:r>
            <a:endParaRPr lang="en-US" sz="1050" dirty="0"/>
          </a:p>
        </p:txBody>
      </p:sp>
      <p:sp>
        <p:nvSpPr>
          <p:cNvPr id="14" name="shape:014"/>
          <p:cNvSpPr/>
          <p:nvPr/>
        </p:nvSpPr>
        <p:spPr>
          <a:xfrm>
            <a:off x="576072" y="3409368"/>
            <a:ext cx="5447776" cy="0"/>
          </a:xfrm>
          <a:prstGeom prst="line">
            <a:avLst/>
          </a:prstGeom>
          <a:noFill/>
          <a:ln w="9525">
            <a:solidFill>
              <a:srgbClr val="D9DCDF"/>
            </a:solidFill>
            <a:prstDash val="solid"/>
          </a:ln>
        </p:spPr>
        <p:txBody>
          <a:bodyPr>
            <a:noAutofit/>
          </a:bodyPr>
          <a:p/>
        </p:txBody>
      </p:sp>
      <p:sp>
        <p:nvSpPr>
          <p:cNvPr id="15" name="shape:015"/>
          <p:cNvSpPr/>
          <p:nvPr/>
        </p:nvSpPr>
        <p:spPr>
          <a:xfrm>
            <a:off x="576072"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項目2</a:t>
            </a:r>
            <a:endParaRPr lang="en-US" sz="1150" dirty="0"/>
          </a:p>
        </p:txBody>
      </p:sp>
      <p:sp>
        <p:nvSpPr>
          <p:cNvPr id="16" name="shape:016"/>
          <p:cNvSpPr/>
          <p:nvPr/>
        </p:nvSpPr>
        <p:spPr>
          <a:xfrm>
            <a:off x="2376072"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記載例2</a:t>
            </a:r>
            <a:endParaRPr lang="en-US" sz="1050" dirty="0"/>
          </a:p>
        </p:txBody>
      </p:sp>
      <p:sp>
        <p:nvSpPr>
          <p:cNvPr id="17" name="shape:017"/>
          <p:cNvSpPr/>
          <p:nvPr/>
        </p:nvSpPr>
        <p:spPr>
          <a:xfrm>
            <a:off x="576072" y="4790784"/>
            <a:ext cx="5447776" cy="0"/>
          </a:xfrm>
          <a:prstGeom prst="line">
            <a:avLst/>
          </a:prstGeom>
          <a:noFill/>
          <a:ln w="9525">
            <a:solidFill>
              <a:srgbClr val="D9DCDF"/>
            </a:solidFill>
            <a:prstDash val="solid"/>
          </a:ln>
        </p:spPr>
        <p:txBody>
          <a:bodyPr>
            <a:noAutofit/>
          </a:bodyPr>
          <a:p/>
        </p:txBody>
      </p:sp>
      <p:sp>
        <p:nvSpPr>
          <p:cNvPr id="18" name="shape:018"/>
          <p:cNvSpPr/>
          <p:nvPr/>
        </p:nvSpPr>
        <p:spPr>
          <a:xfrm>
            <a:off x="576072"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項目3</a:t>
            </a:r>
            <a:endParaRPr lang="en-US" sz="1150" dirty="0"/>
          </a:p>
        </p:txBody>
      </p:sp>
      <p:sp>
        <p:nvSpPr>
          <p:cNvPr id="19" name="shape:019"/>
          <p:cNvSpPr/>
          <p:nvPr/>
        </p:nvSpPr>
        <p:spPr>
          <a:xfrm>
            <a:off x="2376072"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記載例3</a:t>
            </a:r>
            <a:endParaRPr lang="en-US" sz="1050" dirty="0"/>
          </a:p>
        </p:txBody>
      </p:sp>
      <p:sp>
        <p:nvSpPr>
          <p:cNvPr id="20" name="shape:020"/>
          <p:cNvSpPr/>
          <p:nvPr/>
        </p:nvSpPr>
        <p:spPr>
          <a:xfrm>
            <a:off x="6167848"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これから打つ手</a:t>
            </a:r>
            <a:endParaRPr lang="en-US" sz="1150" dirty="0"/>
          </a:p>
        </p:txBody>
      </p:sp>
      <p:sp>
        <p:nvSpPr>
          <p:cNvPr id="21" name="shape:021"/>
          <p:cNvSpPr/>
          <p:nvPr/>
        </p:nvSpPr>
        <p:spPr>
          <a:xfrm>
            <a:off x="6167848" y="1901952"/>
            <a:ext cx="5447776" cy="0"/>
          </a:xfrm>
          <a:prstGeom prst="line">
            <a:avLst/>
          </a:prstGeom>
          <a:noFill/>
          <a:ln w="17780">
            <a:solidFill>
              <a:srgbClr val="071B2C"/>
            </a:solidFill>
            <a:prstDash val="solid"/>
          </a:ln>
        </p:spPr>
        <p:txBody>
          <a:bodyPr>
            <a:noAutofit/>
          </a:bodyPr>
          <a:p/>
        </p:txBody>
      </p:sp>
      <p:sp>
        <p:nvSpPr>
          <p:cNvPr id="22" name="shape:022"/>
          <p:cNvSpPr/>
          <p:nvPr/>
        </p:nvSpPr>
        <p:spPr>
          <a:xfrm>
            <a:off x="6167848"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項目4</a:t>
            </a:r>
            <a:endParaRPr lang="en-US" sz="1150" dirty="0"/>
          </a:p>
        </p:txBody>
      </p:sp>
      <p:sp>
        <p:nvSpPr>
          <p:cNvPr id="23" name="shape:023"/>
          <p:cNvSpPr/>
          <p:nvPr/>
        </p:nvSpPr>
        <p:spPr>
          <a:xfrm>
            <a:off x="7967848"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記載例4</a:t>
            </a:r>
            <a:endParaRPr lang="en-US" sz="1050" dirty="0"/>
          </a:p>
        </p:txBody>
      </p:sp>
      <p:sp>
        <p:nvSpPr>
          <p:cNvPr id="24" name="shape:024"/>
          <p:cNvSpPr/>
          <p:nvPr/>
        </p:nvSpPr>
        <p:spPr>
          <a:xfrm>
            <a:off x="6167848" y="3409368"/>
            <a:ext cx="5447776" cy="0"/>
          </a:xfrm>
          <a:prstGeom prst="line">
            <a:avLst/>
          </a:prstGeom>
          <a:noFill/>
          <a:ln w="9525">
            <a:solidFill>
              <a:srgbClr val="D9DCDF"/>
            </a:solidFill>
            <a:prstDash val="solid"/>
          </a:ln>
        </p:spPr>
        <p:txBody>
          <a:bodyPr>
            <a:noAutofit/>
          </a:bodyPr>
          <a:p/>
        </p:txBody>
      </p:sp>
      <p:sp>
        <p:nvSpPr>
          <p:cNvPr id="25" name="shape:025"/>
          <p:cNvSpPr/>
          <p:nvPr/>
        </p:nvSpPr>
        <p:spPr>
          <a:xfrm>
            <a:off x="6167848"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項目5</a:t>
            </a:r>
            <a:endParaRPr lang="en-US" sz="1150" dirty="0"/>
          </a:p>
        </p:txBody>
      </p:sp>
      <p:sp>
        <p:nvSpPr>
          <p:cNvPr id="26" name="shape:026"/>
          <p:cNvSpPr/>
          <p:nvPr/>
        </p:nvSpPr>
        <p:spPr>
          <a:xfrm>
            <a:off x="7967848"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記載例5</a:t>
            </a:r>
            <a:endParaRPr lang="en-US" sz="1050" dirty="0"/>
          </a:p>
        </p:txBody>
      </p:sp>
      <p:sp>
        <p:nvSpPr>
          <p:cNvPr id="27" name="shape:027"/>
          <p:cNvSpPr/>
          <p:nvPr/>
        </p:nvSpPr>
        <p:spPr>
          <a:xfrm>
            <a:off x="6167848" y="4790784"/>
            <a:ext cx="5447776" cy="0"/>
          </a:xfrm>
          <a:prstGeom prst="line">
            <a:avLst/>
          </a:prstGeom>
          <a:noFill/>
          <a:ln w="9525">
            <a:solidFill>
              <a:srgbClr val="D9DCDF"/>
            </a:solidFill>
            <a:prstDash val="solid"/>
          </a:ln>
        </p:spPr>
        <p:txBody>
          <a:bodyPr>
            <a:noAutofit/>
          </a:bodyPr>
          <a:p/>
        </p:txBody>
      </p:sp>
      <p:sp>
        <p:nvSpPr>
          <p:cNvPr id="28" name="shape:028"/>
          <p:cNvSpPr/>
          <p:nvPr/>
        </p:nvSpPr>
        <p:spPr>
          <a:xfrm>
            <a:off x="6167848"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1E5F8C"/>
                </a:solidFill>
                <a:latin typeface="Yu Mincho Demibold" pitchFamily="34" charset="0"/>
                <a:ea typeface="Yu Mincho Demibold" pitchFamily="34" charset="-122"/>
                <a:cs typeface="Yu Mincho Demibold" pitchFamily="34" charset="-120"/>
              </a:rPr>
              <a:t>項目6</a:t>
            </a:r>
            <a:endParaRPr lang="en-US" sz="1150" dirty="0"/>
          </a:p>
        </p:txBody>
      </p:sp>
      <p:sp>
        <p:nvSpPr>
          <p:cNvPr id="29" name="shape:029"/>
          <p:cNvSpPr/>
          <p:nvPr/>
        </p:nvSpPr>
        <p:spPr>
          <a:xfrm>
            <a:off x="7967848"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記載例6</a:t>
            </a:r>
            <a:endParaRPr lang="en-US" sz="105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b27</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セパレーター（章扉＝アジェンダ再掲）</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27</a:t>
            </a:r>
            <a:endParaRPr lang="en-US" sz="750" dirty="0"/>
          </a:p>
        </p:txBody>
      </p:sp>
      <p:sp>
        <p:nvSpPr>
          <p:cNvPr id="10" name="shape:010"/>
          <p:cNvSpPr/>
          <p:nvPr/>
        </p:nvSpPr>
        <p:spPr>
          <a:xfrm>
            <a:off x="576072" y="25350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666B70"/>
                </a:solidFill>
                <a:latin typeface="Yu Mincho Demibold" pitchFamily="34" charset="0"/>
                <a:ea typeface="Yu Mincho Demibold" pitchFamily="34" charset="-122"/>
                <a:cs typeface="Yu Mincho Demibold" pitchFamily="34" charset="-120"/>
              </a:rPr>
              <a:t>01</a:t>
            </a:r>
            <a:endParaRPr lang="en-US" sz="1400" dirty="0"/>
          </a:p>
        </p:txBody>
      </p:sp>
      <p:sp>
        <p:nvSpPr>
          <p:cNvPr id="11" name="shape:011"/>
          <p:cNvSpPr/>
          <p:nvPr/>
        </p:nvSpPr>
        <p:spPr>
          <a:xfrm>
            <a:off x="1260072" y="25350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666B70"/>
                </a:solidFill>
                <a:latin typeface="Yu Mincho Demibold" pitchFamily="34" charset="0"/>
                <a:ea typeface="Yu Mincho Demibold" pitchFamily="34" charset="-122"/>
                <a:cs typeface="Yu Mincho Demibold" pitchFamily="34" charset="-120"/>
              </a:rPr>
              <a:t>項目1</a:t>
            </a:r>
            <a:endParaRPr lang="en-US" sz="1500" dirty="0"/>
          </a:p>
        </p:txBody>
      </p:sp>
      <p:sp>
        <p:nvSpPr>
          <p:cNvPr id="12" name="shape:012"/>
          <p:cNvSpPr/>
          <p:nvPr/>
        </p:nvSpPr>
        <p:spPr>
          <a:xfrm>
            <a:off x="11039623" y="2535084"/>
            <a:ext cx="576000" cy="6552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P.4</a:t>
            </a:r>
            <a:endParaRPr lang="en-US" sz="900" dirty="0"/>
          </a:p>
        </p:txBody>
      </p:sp>
      <p:sp>
        <p:nvSpPr>
          <p:cNvPr id="13" name="shape:013"/>
          <p:cNvSpPr/>
          <p:nvPr/>
        </p:nvSpPr>
        <p:spPr>
          <a:xfrm>
            <a:off x="576072" y="3190284"/>
            <a:ext cx="11039551" cy="0"/>
          </a:xfrm>
          <a:prstGeom prst="line">
            <a:avLst/>
          </a:prstGeom>
          <a:noFill/>
          <a:ln w="9525">
            <a:solidFill>
              <a:srgbClr val="D9DCDF"/>
            </a:solidFill>
            <a:prstDash val="solid"/>
          </a:ln>
        </p:spPr>
        <p:txBody>
          <a:bodyPr>
            <a:noAutofit/>
          </a:bodyPr>
          <a:p/>
        </p:txBody>
      </p:sp>
      <p:sp>
        <p:nvSpPr>
          <p:cNvPr id="14" name="shape:014"/>
          <p:cNvSpPr/>
          <p:nvPr/>
        </p:nvSpPr>
        <p:spPr>
          <a:xfrm>
            <a:off x="576072" y="3190284"/>
            <a:ext cx="504000" cy="709200"/>
          </a:xfrm>
          <a:prstGeom prst="rect">
            <a:avLst/>
          </a:prstGeom>
          <a:noFill/>
          <a:ln/>
        </p:spPr>
        <p:txBody>
          <a:bodyPr wrap="square" lIns="0" tIns="0" rIns="0" bIns="0" rtlCol="0" anchor="ctr">
            <a:noAutofit/>
          </a:bodyPr>
          <a:lstStyle/>
          <a:p>
            <a:pPr algn="l" indent="0" marL="0">
              <a:buNone/>
            </a:pPr>
            <a:r>
              <a:rPr lang="en-US" sz="1900" b="1" dirty="0">
                <a:solidFill>
                  <a:srgbClr val="1E5F8C"/>
                </a:solidFill>
                <a:latin typeface="Yu Mincho Demibold" pitchFamily="34" charset="0"/>
                <a:ea typeface="Yu Mincho Demibold" pitchFamily="34" charset="-122"/>
                <a:cs typeface="Yu Mincho Demibold" pitchFamily="34" charset="-120"/>
              </a:rPr>
              <a:t>02</a:t>
            </a:r>
            <a:endParaRPr lang="en-US" sz="1900" dirty="0"/>
          </a:p>
        </p:txBody>
      </p:sp>
      <p:sp>
        <p:nvSpPr>
          <p:cNvPr id="15" name="shape:015"/>
          <p:cNvSpPr/>
          <p:nvPr/>
        </p:nvSpPr>
        <p:spPr>
          <a:xfrm>
            <a:off x="1260072" y="3190284"/>
            <a:ext cx="9599551" cy="709200"/>
          </a:xfrm>
          <a:prstGeom prst="rect">
            <a:avLst/>
          </a:prstGeom>
          <a:noFill/>
          <a:ln/>
        </p:spPr>
        <p:txBody>
          <a:bodyPr wrap="square" lIns="0" tIns="0" rIns="0" bIns="0" rtlCol="0" anchor="ctr">
            <a:noAutofit/>
          </a:bodyPr>
          <a:lstStyle/>
          <a:p>
            <a:pPr algn="l" indent="0" marL="0">
              <a:buNone/>
            </a:pPr>
            <a:r>
              <a:rPr lang="en-US" sz="2100" b="1" dirty="0">
                <a:solidFill>
                  <a:srgbClr val="071B2C"/>
                </a:solidFill>
                <a:latin typeface="Yu Mincho Demibold" pitchFamily="34" charset="0"/>
                <a:ea typeface="Yu Mincho Demibold" pitchFamily="34" charset="-122"/>
                <a:cs typeface="Yu Mincho Demibold" pitchFamily="34" charset="-120"/>
              </a:rPr>
              <a:t>項目2</a:t>
            </a:r>
            <a:endParaRPr lang="en-US" sz="2100" dirty="0"/>
          </a:p>
        </p:txBody>
      </p:sp>
      <p:sp>
        <p:nvSpPr>
          <p:cNvPr id="16" name="shape:016"/>
          <p:cNvSpPr/>
          <p:nvPr/>
        </p:nvSpPr>
        <p:spPr>
          <a:xfrm>
            <a:off x="11039623" y="3190284"/>
            <a:ext cx="576000" cy="7092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P.9</a:t>
            </a:r>
            <a:endParaRPr lang="en-US" sz="900" dirty="0"/>
          </a:p>
        </p:txBody>
      </p:sp>
      <p:sp>
        <p:nvSpPr>
          <p:cNvPr id="17" name="shape:017"/>
          <p:cNvSpPr/>
          <p:nvPr/>
        </p:nvSpPr>
        <p:spPr>
          <a:xfrm>
            <a:off x="576072" y="3899484"/>
            <a:ext cx="11039551" cy="0"/>
          </a:xfrm>
          <a:prstGeom prst="line">
            <a:avLst/>
          </a:prstGeom>
          <a:noFill/>
          <a:ln w="9525">
            <a:solidFill>
              <a:srgbClr val="D9DCDF"/>
            </a:solidFill>
            <a:prstDash val="solid"/>
          </a:ln>
        </p:spPr>
        <p:txBody>
          <a:bodyPr>
            <a:noAutofit/>
          </a:bodyPr>
          <a:p/>
        </p:txBody>
      </p:sp>
      <p:sp>
        <p:nvSpPr>
          <p:cNvPr id="18" name="shape:018"/>
          <p:cNvSpPr/>
          <p:nvPr/>
        </p:nvSpPr>
        <p:spPr>
          <a:xfrm>
            <a:off x="576072" y="38994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666B70"/>
                </a:solidFill>
                <a:latin typeface="Yu Mincho Demibold" pitchFamily="34" charset="0"/>
                <a:ea typeface="Yu Mincho Demibold" pitchFamily="34" charset="-122"/>
                <a:cs typeface="Yu Mincho Demibold" pitchFamily="34" charset="-120"/>
              </a:rPr>
              <a:t>03</a:t>
            </a:r>
            <a:endParaRPr lang="en-US" sz="1400" dirty="0"/>
          </a:p>
        </p:txBody>
      </p:sp>
      <p:sp>
        <p:nvSpPr>
          <p:cNvPr id="19" name="shape:019"/>
          <p:cNvSpPr/>
          <p:nvPr/>
        </p:nvSpPr>
        <p:spPr>
          <a:xfrm>
            <a:off x="1260072" y="38994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666B70"/>
                </a:solidFill>
                <a:latin typeface="Yu Mincho Demibold" pitchFamily="34" charset="0"/>
                <a:ea typeface="Yu Mincho Demibold" pitchFamily="34" charset="-122"/>
                <a:cs typeface="Yu Mincho Demibold" pitchFamily="34" charset="-120"/>
              </a:rPr>
              <a:t>項目3</a:t>
            </a:r>
            <a:endParaRPr lang="en-US" sz="1500" dirty="0"/>
          </a:p>
        </p:txBody>
      </p:sp>
      <p:sp>
        <p:nvSpPr>
          <p:cNvPr id="20" name="shape:020"/>
          <p:cNvSpPr/>
          <p:nvPr/>
        </p:nvSpPr>
        <p:spPr>
          <a:xfrm>
            <a:off x="11039623" y="3899484"/>
            <a:ext cx="576000" cy="6552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P.15</a:t>
            </a:r>
            <a:endParaRPr lang="en-US" sz="900" dirty="0"/>
          </a:p>
        </p:txBody>
      </p:sp>
      <p:sp>
        <p:nvSpPr>
          <p:cNvPr id="21" name="shape:021"/>
          <p:cNvSpPr/>
          <p:nvPr/>
        </p:nvSpPr>
        <p:spPr>
          <a:xfrm>
            <a:off x="576072" y="4554684"/>
            <a:ext cx="11039551" cy="0"/>
          </a:xfrm>
          <a:prstGeom prst="line">
            <a:avLst/>
          </a:prstGeom>
          <a:noFill/>
          <a:ln w="9525">
            <a:solidFill>
              <a:srgbClr val="D9DCDF"/>
            </a:solidFill>
            <a:prstDash val="solid"/>
          </a:ln>
        </p:spPr>
        <p:txBody>
          <a:bodyPr>
            <a:noAutofit/>
          </a:bodyPr>
          <a:p/>
        </p:txBody>
      </p:sp>
      <p:sp>
        <p:nvSpPr>
          <p:cNvPr id="22" name="shape:022"/>
          <p:cNvSpPr/>
          <p:nvPr/>
        </p:nvSpPr>
        <p:spPr>
          <a:xfrm>
            <a:off x="576072" y="45546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666B70"/>
                </a:solidFill>
                <a:latin typeface="Yu Mincho Demibold" pitchFamily="34" charset="0"/>
                <a:ea typeface="Yu Mincho Demibold" pitchFamily="34" charset="-122"/>
                <a:cs typeface="Yu Mincho Demibold" pitchFamily="34" charset="-120"/>
              </a:rPr>
              <a:t>04</a:t>
            </a:r>
            <a:endParaRPr lang="en-US" sz="1400" dirty="0"/>
          </a:p>
        </p:txBody>
      </p:sp>
      <p:sp>
        <p:nvSpPr>
          <p:cNvPr id="23" name="shape:023"/>
          <p:cNvSpPr/>
          <p:nvPr/>
        </p:nvSpPr>
        <p:spPr>
          <a:xfrm>
            <a:off x="1260072" y="45546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666B70"/>
                </a:solidFill>
                <a:latin typeface="Yu Mincho Demibold" pitchFamily="34" charset="0"/>
                <a:ea typeface="Yu Mincho Demibold" pitchFamily="34" charset="-122"/>
                <a:cs typeface="Yu Mincho Demibold" pitchFamily="34" charset="-120"/>
              </a:rPr>
              <a:t>項目4</a:t>
            </a:r>
            <a:endParaRPr lang="en-US" sz="1500" dirty="0"/>
          </a:p>
        </p:txBody>
      </p:sp>
      <p:sp>
        <p:nvSpPr>
          <p:cNvPr id="24" name="shape:024"/>
          <p:cNvSpPr/>
          <p:nvPr/>
        </p:nvSpPr>
        <p:spPr>
          <a:xfrm>
            <a:off x="11039623" y="4554684"/>
            <a:ext cx="576000" cy="655200"/>
          </a:xfrm>
          <a:prstGeom prst="rect">
            <a:avLst/>
          </a:prstGeom>
          <a:noFill/>
          <a:ln/>
        </p:spPr>
        <p:txBody>
          <a:bodyPr wrap="square" lIns="0" tIns="0" rIns="0" bIns="0" rtlCol="0" anchor="ctr">
            <a:noAutofit/>
          </a:bodyPr>
          <a:lstStyle/>
          <a:p>
            <a:pPr algn="r" indent="0" marL="0">
              <a:buNone/>
            </a:pPr>
            <a:r>
              <a:rPr lang="en-US" sz="900" dirty="0">
                <a:solidFill>
                  <a:srgbClr val="666B70"/>
                </a:solidFill>
                <a:latin typeface="Yu Gothic" pitchFamily="34" charset="0"/>
                <a:ea typeface="Yu Gothic" pitchFamily="34" charset="-122"/>
                <a:cs typeface="Yu Gothic" pitchFamily="34" charset="-120"/>
              </a:rPr>
              <a:t>P.21</a:t>
            </a:r>
            <a:endParaRPr lang="en-US" sz="9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エグゼクティブサマリー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28</a:t>
            </a:r>
            <a:endParaRPr lang="en-US" sz="750" dirty="0"/>
          </a:p>
        </p:txBody>
      </p:sp>
      <p:sp>
        <p:nvSpPr>
          <p:cNvPr id="10" name="shape:010"/>
          <p:cNvSpPr/>
          <p:nvPr/>
        </p:nvSpPr>
        <p:spPr>
          <a:xfrm>
            <a:off x="576072"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2</a:t>
            </a:r>
            <a:endParaRPr lang="en-US" sz="1450" dirty="0"/>
          </a:p>
        </p:txBody>
      </p:sp>
      <p:sp>
        <p:nvSpPr>
          <p:cNvPr id="11" name="shape:011"/>
          <p:cNvSpPr/>
          <p:nvPr/>
        </p:nvSpPr>
        <p:spPr>
          <a:xfrm>
            <a:off x="576072"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071B2C"/>
                </a:solidFill>
                <a:latin typeface="Yu Gothic" pitchFamily="34" charset="0"/>
                <a:ea typeface="Yu Gothic" pitchFamily="34" charset="-122"/>
                <a:cs typeface="Yu Gothic" pitchFamily="34" charset="-120"/>
              </a:rPr>
              <a:t>記載例1</a:t>
            </a:r>
            <a:endParaRPr lang="en-US" sz="1500" dirty="0"/>
          </a:p>
        </p:txBody>
      </p:sp>
      <p:sp>
        <p:nvSpPr>
          <p:cNvPr id="12" name="shape:012"/>
          <p:cNvSpPr/>
          <p:nvPr/>
        </p:nvSpPr>
        <p:spPr>
          <a:xfrm>
            <a:off x="4389120"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3</a:t>
            </a:r>
            <a:endParaRPr lang="en-US" sz="1450" dirty="0"/>
          </a:p>
        </p:txBody>
      </p:sp>
      <p:sp>
        <p:nvSpPr>
          <p:cNvPr id="13" name="shape:013"/>
          <p:cNvSpPr/>
          <p:nvPr/>
        </p:nvSpPr>
        <p:spPr>
          <a:xfrm>
            <a:off x="4389120"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071B2C"/>
                </a:solidFill>
                <a:latin typeface="Yu Gothic" pitchFamily="34" charset="0"/>
                <a:ea typeface="Yu Gothic" pitchFamily="34" charset="-122"/>
                <a:cs typeface="Yu Gothic" pitchFamily="34" charset="-120"/>
              </a:rPr>
              <a:t>記載例2</a:t>
            </a:r>
            <a:endParaRPr lang="en-US" sz="1500" dirty="0"/>
          </a:p>
        </p:txBody>
      </p:sp>
      <p:sp>
        <p:nvSpPr>
          <p:cNvPr id="14" name="shape:014"/>
          <p:cNvSpPr/>
          <p:nvPr/>
        </p:nvSpPr>
        <p:spPr>
          <a:xfrm>
            <a:off x="8202168"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4</a:t>
            </a:r>
            <a:endParaRPr lang="en-US" sz="1450" dirty="0"/>
          </a:p>
        </p:txBody>
      </p:sp>
      <p:sp>
        <p:nvSpPr>
          <p:cNvPr id="15" name="shape:015"/>
          <p:cNvSpPr/>
          <p:nvPr/>
        </p:nvSpPr>
        <p:spPr>
          <a:xfrm>
            <a:off x="8202168"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071B2C"/>
                </a:solidFill>
                <a:latin typeface="Yu Gothic" pitchFamily="34" charset="0"/>
                <a:ea typeface="Yu Gothic" pitchFamily="34" charset="-122"/>
                <a:cs typeface="Yu Gothic" pitchFamily="34" charset="-120"/>
              </a:rPr>
              <a:t>記載例3</a:t>
            </a:r>
            <a:endParaRPr lang="en-US" sz="1500" dirty="0"/>
          </a:p>
        </p:txBody>
      </p:sp>
      <p:sp>
        <p:nvSpPr>
          <p:cNvPr id="1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29</a:t>
            </a:r>
            <a:endParaRPr lang="en-US" sz="750" dirty="0"/>
          </a:p>
        </p:txBody>
      </p:sp>
      <p:sp>
        <p:nvSpPr>
          <p:cNvPr id="10" name="shape:010"/>
          <p:cNvSpPr/>
          <p:nvPr/>
        </p:nvSpPr>
        <p:spPr>
          <a:xfrm>
            <a:off x="576072" y="2363724"/>
            <a:ext cx="3383280" cy="2377440"/>
          </a:xfrm>
          <a:prstGeom prst="rect">
            <a:avLst/>
          </a:prstGeom>
          <a:noFill/>
          <a:ln/>
        </p:spPr>
        <p:txBody>
          <a:bodyPr wrap="square" lIns="381" tIns="381" rIns="381" bIns="381" rtlCol="0" anchor="t">
            <a:noAutofit/>
          </a:bodyPr>
          <a:lstStyle/>
          <a:p>
            <a:pPr algn="l" indent="0" marL="0">
              <a:buNone/>
            </a:pPr>
            <a:r>
              <a:rPr lang="en-US" sz="1300" dirty="0">
                <a:solidFill>
                  <a:srgbClr val="666B70"/>
                </a:solidFill>
                <a:latin typeface="Yu Gothic" pitchFamily="34" charset="0"/>
                <a:ea typeface="Yu Gothic" pitchFamily="34" charset="-122"/>
                <a:cs typeface="Yu Gothic" pitchFamily="34" charset="-120"/>
              </a:rPr>
              <a:t>指標名、単位、2026〜2026年</a:t>
            </a:r>
            <a:endParaRPr lang="en-US" sz="1300" dirty="0"/>
          </a:p>
        </p:txBody>
      </p:sp>
      <p:sp>
        <p:nvSpPr>
          <p:cNvPr id="11" name="shape:011"/>
          <p:cNvSpPr/>
          <p:nvPr/>
        </p:nvSpPr>
        <p:spPr>
          <a:xfrm>
            <a:off x="4599432" y="2363724"/>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1E5F8C"/>
                </a:solidFill>
                <a:latin typeface="Yu Gothic" pitchFamily="34" charset="0"/>
                <a:ea typeface="Yu Gothic" pitchFamily="34" charset="-122"/>
                <a:cs typeface="Yu Gothic" pitchFamily="34" charset="-120"/>
              </a:rPr>
              <a:t>180+</a:t>
            </a:r>
            <a:endParaRPr lang="en-US" sz="2600" dirty="0"/>
          </a:p>
        </p:txBody>
      </p:sp>
      <p:sp>
        <p:nvSpPr>
          <p:cNvPr id="12" name="shape:012"/>
          <p:cNvSpPr/>
          <p:nvPr/>
        </p:nvSpPr>
        <p:spPr>
          <a:xfrm>
            <a:off x="6473952" y="2436876"/>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記載例1</a:t>
            </a:r>
            <a:endParaRPr lang="en-US" sz="1200" dirty="0"/>
          </a:p>
        </p:txBody>
      </p:sp>
      <p:sp>
        <p:nvSpPr>
          <p:cNvPr id="13" name="shape:013"/>
          <p:cNvSpPr/>
          <p:nvPr/>
        </p:nvSpPr>
        <p:spPr>
          <a:xfrm>
            <a:off x="4599432" y="3003804"/>
            <a:ext cx="7016191" cy="0"/>
          </a:xfrm>
          <a:prstGeom prst="line">
            <a:avLst/>
          </a:prstGeom>
          <a:noFill/>
          <a:ln w="12700">
            <a:solidFill>
              <a:srgbClr val="D9DCDF"/>
            </a:solidFill>
            <a:prstDash val="solid"/>
          </a:ln>
        </p:spPr>
        <p:txBody>
          <a:bodyPr>
            <a:noAutofit/>
          </a:bodyPr>
          <a:p/>
        </p:txBody>
      </p:sp>
      <p:sp>
        <p:nvSpPr>
          <p:cNvPr id="14" name="shape:014"/>
          <p:cNvSpPr/>
          <p:nvPr/>
        </p:nvSpPr>
        <p:spPr>
          <a:xfrm>
            <a:off x="4599432" y="3150108"/>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1E5F8C"/>
                </a:solidFill>
                <a:latin typeface="Yu Gothic" pitchFamily="34" charset="0"/>
                <a:ea typeface="Yu Gothic" pitchFamily="34" charset="-122"/>
                <a:cs typeface="Yu Gothic" pitchFamily="34" charset="-120"/>
              </a:rPr>
              <a:t>2.4M</a:t>
            </a:r>
            <a:endParaRPr lang="en-US" sz="2600" dirty="0"/>
          </a:p>
        </p:txBody>
      </p:sp>
      <p:sp>
        <p:nvSpPr>
          <p:cNvPr id="15" name="shape:015"/>
          <p:cNvSpPr/>
          <p:nvPr/>
        </p:nvSpPr>
        <p:spPr>
          <a:xfrm>
            <a:off x="6473952" y="3223260"/>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記載例2</a:t>
            </a:r>
            <a:endParaRPr lang="en-US" sz="1200" dirty="0"/>
          </a:p>
        </p:txBody>
      </p:sp>
      <p:sp>
        <p:nvSpPr>
          <p:cNvPr id="16" name="shape:016"/>
          <p:cNvSpPr/>
          <p:nvPr/>
        </p:nvSpPr>
        <p:spPr>
          <a:xfrm>
            <a:off x="4599432" y="3790188"/>
            <a:ext cx="7016191" cy="0"/>
          </a:xfrm>
          <a:prstGeom prst="line">
            <a:avLst/>
          </a:prstGeom>
          <a:noFill/>
          <a:ln w="12700">
            <a:solidFill>
              <a:srgbClr val="D9DCDF"/>
            </a:solidFill>
            <a:prstDash val="solid"/>
          </a:ln>
        </p:spPr>
        <p:txBody>
          <a:bodyPr>
            <a:noAutofit/>
          </a:bodyPr>
          <a:p/>
        </p:txBody>
      </p:sp>
      <p:sp>
        <p:nvSpPr>
          <p:cNvPr id="17" name="shape:017"/>
          <p:cNvSpPr/>
          <p:nvPr/>
        </p:nvSpPr>
        <p:spPr>
          <a:xfrm>
            <a:off x="4599432" y="3936492"/>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1E5F8C"/>
                </a:solidFill>
                <a:latin typeface="Yu Gothic" pitchFamily="34" charset="0"/>
                <a:ea typeface="Yu Gothic" pitchFamily="34" charset="-122"/>
                <a:cs typeface="Yu Gothic" pitchFamily="34" charset="-120"/>
              </a:rPr>
              <a:t>640</a:t>
            </a:r>
            <a:endParaRPr lang="en-US" sz="2600" dirty="0"/>
          </a:p>
        </p:txBody>
      </p:sp>
      <p:sp>
        <p:nvSpPr>
          <p:cNvPr id="18" name="shape:018"/>
          <p:cNvSpPr/>
          <p:nvPr/>
        </p:nvSpPr>
        <p:spPr>
          <a:xfrm>
            <a:off x="6473952" y="4009644"/>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記載例3</a:t>
            </a:r>
            <a:endParaRPr lang="en-US" sz="1200" dirty="0"/>
          </a:p>
        </p:txBody>
      </p:sp>
      <p:sp>
        <p:nvSpPr>
          <p:cNvPr id="19" name="shape:019"/>
          <p:cNvSpPr/>
          <p:nvPr/>
        </p:nvSpPr>
        <p:spPr>
          <a:xfrm>
            <a:off x="4599432" y="4576572"/>
            <a:ext cx="7016191" cy="0"/>
          </a:xfrm>
          <a:prstGeom prst="line">
            <a:avLst/>
          </a:prstGeom>
          <a:noFill/>
          <a:ln w="12700">
            <a:solidFill>
              <a:srgbClr val="D9DCDF"/>
            </a:solidFill>
            <a:prstDash val="solid"/>
          </a:ln>
        </p:spPr>
        <p:txBody>
          <a:bodyPr>
            <a:noAutofit/>
          </a:bodyPr>
          <a:p/>
        </p:txBody>
      </p:sp>
      <p:sp>
        <p:nvSpPr>
          <p:cNvPr id="20" name="shape:020"/>
          <p:cNvSpPr/>
          <p:nvPr/>
        </p:nvSpPr>
        <p:spPr>
          <a:xfrm>
            <a:off x="4599432" y="4722876"/>
            <a:ext cx="1737360" cy="457200"/>
          </a:xfrm>
          <a:prstGeom prst="rect">
            <a:avLst/>
          </a:prstGeom>
          <a:noFill/>
          <a:ln/>
        </p:spPr>
        <p:txBody>
          <a:bodyPr wrap="square" lIns="381" tIns="381" rIns="381" bIns="381" rtlCol="0" anchor="t">
            <a:noAutofit/>
          </a:bodyPr>
          <a:lstStyle/>
          <a:p>
            <a:pPr algn="l" indent="0" marL="0">
              <a:buNone/>
            </a:pPr>
            <a:r>
              <a:rPr lang="en-US" sz="2600" b="1" dirty="0">
                <a:solidFill>
                  <a:srgbClr val="1E5F8C"/>
                </a:solidFill>
                <a:latin typeface="Yu Gothic" pitchFamily="34" charset="0"/>
                <a:ea typeface="Yu Gothic" pitchFamily="34" charset="-122"/>
                <a:cs typeface="Yu Gothic" pitchFamily="34" charset="-120"/>
              </a:rPr>
              <a:t>12</a:t>
            </a:r>
            <a:endParaRPr lang="en-US" sz="2600" dirty="0"/>
          </a:p>
        </p:txBody>
      </p:sp>
      <p:sp>
        <p:nvSpPr>
          <p:cNvPr id="21" name="shape:021"/>
          <p:cNvSpPr/>
          <p:nvPr/>
        </p:nvSpPr>
        <p:spPr>
          <a:xfrm>
            <a:off x="6473952" y="4796028"/>
            <a:ext cx="5141671"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記載例4</a:t>
            </a:r>
            <a:endParaRPr lang="en-US" sz="1200" dirty="0"/>
          </a:p>
        </p:txBody>
      </p:sp>
      <p:sp>
        <p:nvSpPr>
          <p:cNvPr id="22" name="shape:022"/>
          <p:cNvSpPr/>
          <p:nvPr/>
        </p:nvSpPr>
        <p:spPr>
          <a:xfrm>
            <a:off x="4599432" y="5362956"/>
            <a:ext cx="7016191" cy="0"/>
          </a:xfrm>
          <a:prstGeom prst="line">
            <a:avLst/>
          </a:prstGeom>
          <a:noFill/>
          <a:ln w="12700">
            <a:solidFill>
              <a:srgbClr val="D9DCDF"/>
            </a:solidFill>
            <a:prstDash val="solid"/>
          </a:ln>
        </p:spPr>
        <p:txBody>
          <a:bodyPr>
            <a:noAutofit/>
          </a:bodyPr>
          <a:p/>
        </p:txBody>
      </p:sp>
      <p:sp>
        <p:nvSpPr>
          <p:cNvPr id="2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大型数値の対比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30</a:t>
            </a:r>
            <a:endParaRPr lang="en-US" sz="750" dirty="0"/>
          </a:p>
        </p:txBody>
      </p:sp>
      <p:sp>
        <p:nvSpPr>
          <p:cNvPr id="10" name="shape:010"/>
          <p:cNvSpPr/>
          <p:nvPr/>
        </p:nvSpPr>
        <p:spPr>
          <a:xfrm>
            <a:off x="576072" y="2178272"/>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666B70"/>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1E5F8C"/>
                </a:solidFill>
                <a:latin typeface="Yu Gothic" pitchFamily="34" charset="0"/>
                <a:ea typeface="Yu Gothic" pitchFamily="34" charset="-122"/>
                <a:cs typeface="Yu Gothic" pitchFamily="34" charset="-120"/>
              </a:rPr>
              <a:t>18%</a:t>
            </a:r>
            <a:endParaRPr lang="en-US" sz="7200" dirty="0"/>
          </a:p>
        </p:txBody>
      </p:sp>
      <p:sp>
        <p:nvSpPr>
          <p:cNvPr id="12" name="shape:012"/>
          <p:cNvSpPr/>
          <p:nvPr/>
        </p:nvSpPr>
        <p:spPr>
          <a:xfrm>
            <a:off x="576072"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071B2C"/>
                </a:solidFill>
                <a:latin typeface="Yu Gothic" pitchFamily="34" charset="0"/>
                <a:ea typeface="Yu Gothic" pitchFamily="34" charset="-122"/>
                <a:cs typeface="Yu Gothic" pitchFamily="34" charset="-120"/>
              </a:rPr>
              <a:t>項目1</a:t>
            </a:r>
            <a:endParaRPr lang="en-US" sz="1500" dirty="0"/>
          </a:p>
        </p:txBody>
      </p:sp>
      <p:sp>
        <p:nvSpPr>
          <p:cNvPr id="13" name="shape:013"/>
          <p:cNvSpPr/>
          <p:nvPr/>
        </p:nvSpPr>
        <p:spPr>
          <a:xfrm>
            <a:off x="576072"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666B70"/>
                </a:solidFill>
                <a:latin typeface="Yu Gothic" pitchFamily="34" charset="0"/>
                <a:ea typeface="Yu Gothic" pitchFamily="34" charset="-122"/>
                <a:cs typeface="Yu Gothic" pitchFamily="34" charset="-120"/>
              </a:rPr>
              <a:t>注：前提や注記を記載</a:t>
            </a:r>
            <a:endParaRPr lang="en-US" sz="1150" dirty="0"/>
          </a:p>
        </p:txBody>
      </p:sp>
      <p:sp>
        <p:nvSpPr>
          <p:cNvPr id="14" name="shape:014"/>
          <p:cNvSpPr/>
          <p:nvPr/>
        </p:nvSpPr>
        <p:spPr>
          <a:xfrm>
            <a:off x="6461608"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1E5F8C"/>
                </a:solidFill>
                <a:latin typeface="Yu Gothic" pitchFamily="34" charset="0"/>
                <a:ea typeface="Yu Gothic" pitchFamily="34" charset="-122"/>
                <a:cs typeface="Yu Gothic" pitchFamily="34" charset="-120"/>
              </a:rPr>
              <a:t>7</a:t>
            </a:r>
            <a:endParaRPr lang="en-US" sz="7200" dirty="0"/>
          </a:p>
        </p:txBody>
      </p:sp>
      <p:sp>
        <p:nvSpPr>
          <p:cNvPr id="15" name="shape:015"/>
          <p:cNvSpPr/>
          <p:nvPr/>
        </p:nvSpPr>
        <p:spPr>
          <a:xfrm>
            <a:off x="6461608"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071B2C"/>
                </a:solidFill>
                <a:latin typeface="Yu Gothic" pitchFamily="34" charset="0"/>
                <a:ea typeface="Yu Gothic" pitchFamily="34" charset="-122"/>
                <a:cs typeface="Yu Gothic" pitchFamily="34" charset="-120"/>
              </a:rPr>
              <a:t>項目2</a:t>
            </a:r>
            <a:endParaRPr lang="en-US" sz="1500" dirty="0"/>
          </a:p>
        </p:txBody>
      </p:sp>
      <p:sp>
        <p:nvSpPr>
          <p:cNvPr id="16" name="shape:016"/>
          <p:cNvSpPr/>
          <p:nvPr/>
        </p:nvSpPr>
        <p:spPr>
          <a:xfrm>
            <a:off x="6461608"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666B70"/>
                </a:solidFill>
                <a:latin typeface="Yu Gothic" pitchFamily="34" charset="0"/>
                <a:ea typeface="Yu Gothic" pitchFamily="34" charset="-122"/>
                <a:cs typeface="Yu Gothic" pitchFamily="34" charset="-120"/>
              </a:rPr>
              <a:t>注：前提や注記を記載</a:t>
            </a:r>
            <a:endParaRPr lang="en-US" sz="1150" dirty="0"/>
          </a:p>
        </p:txBody>
      </p:sp>
      <p:sp>
        <p:nvSpPr>
          <p:cNvPr id="1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KPI一覧</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31</a:t>
            </a:r>
            <a:endParaRPr lang="en-US" sz="750" dirty="0"/>
          </a:p>
        </p:txBody>
      </p:sp>
      <p:sp>
        <p:nvSpPr>
          <p:cNvPr id="10" name="shape:010"/>
          <p:cNvSpPr/>
          <p:nvPr/>
        </p:nvSpPr>
        <p:spPr>
          <a:xfrm>
            <a:off x="576072" y="2978087"/>
            <a:ext cx="2485568" cy="0"/>
          </a:xfrm>
          <a:prstGeom prst="line">
            <a:avLst/>
          </a:prstGeom>
          <a:noFill/>
          <a:ln w="25400">
            <a:solidFill>
              <a:srgbClr val="071B2C"/>
            </a:solidFill>
            <a:prstDash val="solid"/>
          </a:ln>
        </p:spPr>
        <p:txBody>
          <a:bodyPr>
            <a:noAutofit/>
          </a:bodyPr>
          <a:p/>
        </p:txBody>
      </p:sp>
      <p:sp>
        <p:nvSpPr>
          <p:cNvPr id="11" name="shape:011"/>
          <p:cNvSpPr/>
          <p:nvPr/>
        </p:nvSpPr>
        <p:spPr>
          <a:xfrm>
            <a:off x="576072"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666B70"/>
                </a:solidFill>
                <a:latin typeface="Yu Gothic" pitchFamily="34" charset="0"/>
                <a:ea typeface="Yu Gothic" pitchFamily="34" charset="-122"/>
                <a:cs typeface="Yu Gothic" pitchFamily="34" charset="-120"/>
              </a:rPr>
              <a:t>項目1</a:t>
            </a:r>
            <a:endParaRPr lang="en-US" sz="1200" dirty="0"/>
          </a:p>
        </p:txBody>
      </p:sp>
      <p:sp>
        <p:nvSpPr>
          <p:cNvPr id="12" name="shape:012"/>
          <p:cNvSpPr/>
          <p:nvPr/>
        </p:nvSpPr>
        <p:spPr>
          <a:xfrm>
            <a:off x="576072"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1E5F8C"/>
                </a:solidFill>
                <a:latin typeface="Yu Gothic" pitchFamily="34" charset="0"/>
                <a:ea typeface="Yu Gothic" pitchFamily="34" charset="-122"/>
                <a:cs typeface="Yu Gothic" pitchFamily="34" charset="-120"/>
              </a:rPr>
              <a:t>-18%</a:t>
            </a:r>
            <a:endParaRPr lang="en-US" sz="3400" dirty="0"/>
          </a:p>
        </p:txBody>
      </p:sp>
      <p:sp>
        <p:nvSpPr>
          <p:cNvPr id="13" name="shape:013"/>
          <p:cNvSpPr/>
          <p:nvPr/>
        </p:nvSpPr>
        <p:spPr>
          <a:xfrm>
            <a:off x="576072"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記載例1</a:t>
            </a:r>
            <a:endParaRPr lang="en-US" sz="1300" dirty="0"/>
          </a:p>
        </p:txBody>
      </p:sp>
      <p:sp>
        <p:nvSpPr>
          <p:cNvPr id="14" name="shape:014"/>
          <p:cNvSpPr/>
          <p:nvPr/>
        </p:nvSpPr>
        <p:spPr>
          <a:xfrm>
            <a:off x="576072"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注：前提や注記を記載</a:t>
            </a:r>
            <a:endParaRPr lang="en-US" sz="1100" dirty="0"/>
          </a:p>
        </p:txBody>
      </p:sp>
      <p:sp>
        <p:nvSpPr>
          <p:cNvPr id="15" name="shape:015"/>
          <p:cNvSpPr/>
          <p:nvPr/>
        </p:nvSpPr>
        <p:spPr>
          <a:xfrm>
            <a:off x="3427400" y="2978087"/>
            <a:ext cx="2485568" cy="0"/>
          </a:xfrm>
          <a:prstGeom prst="line">
            <a:avLst/>
          </a:prstGeom>
          <a:noFill/>
          <a:ln w="25400">
            <a:solidFill>
              <a:srgbClr val="071B2C"/>
            </a:solidFill>
            <a:prstDash val="solid"/>
          </a:ln>
        </p:spPr>
        <p:txBody>
          <a:bodyPr>
            <a:noAutofit/>
          </a:bodyPr>
          <a:p/>
        </p:txBody>
      </p:sp>
      <p:sp>
        <p:nvSpPr>
          <p:cNvPr id="16" name="shape:016"/>
          <p:cNvSpPr/>
          <p:nvPr/>
        </p:nvSpPr>
        <p:spPr>
          <a:xfrm>
            <a:off x="3427400"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666B70"/>
                </a:solidFill>
                <a:latin typeface="Yu Gothic" pitchFamily="34" charset="0"/>
                <a:ea typeface="Yu Gothic" pitchFamily="34" charset="-122"/>
                <a:cs typeface="Yu Gothic" pitchFamily="34" charset="-120"/>
              </a:rPr>
              <a:t>項目2</a:t>
            </a:r>
            <a:endParaRPr lang="en-US" sz="1200" dirty="0"/>
          </a:p>
        </p:txBody>
      </p:sp>
      <p:sp>
        <p:nvSpPr>
          <p:cNvPr id="17" name="shape:017"/>
          <p:cNvSpPr/>
          <p:nvPr/>
        </p:nvSpPr>
        <p:spPr>
          <a:xfrm>
            <a:off x="3427400"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1E5F8C"/>
                </a:solidFill>
                <a:latin typeface="Yu Gothic" pitchFamily="34" charset="0"/>
                <a:ea typeface="Yu Gothic" pitchFamily="34" charset="-122"/>
                <a:cs typeface="Yu Gothic" pitchFamily="34" charset="-120"/>
              </a:rPr>
              <a:t>0 days</a:t>
            </a:r>
            <a:endParaRPr lang="en-US" sz="3400" dirty="0"/>
          </a:p>
        </p:txBody>
      </p:sp>
      <p:sp>
        <p:nvSpPr>
          <p:cNvPr id="18" name="shape:018"/>
          <p:cNvSpPr/>
          <p:nvPr/>
        </p:nvSpPr>
        <p:spPr>
          <a:xfrm>
            <a:off x="3427400"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記載例2</a:t>
            </a:r>
            <a:endParaRPr lang="en-US" sz="1300" dirty="0"/>
          </a:p>
        </p:txBody>
      </p:sp>
      <p:sp>
        <p:nvSpPr>
          <p:cNvPr id="19" name="shape:019"/>
          <p:cNvSpPr/>
          <p:nvPr/>
        </p:nvSpPr>
        <p:spPr>
          <a:xfrm>
            <a:off x="3427400"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注：前提や注記を記載</a:t>
            </a:r>
            <a:endParaRPr lang="en-US" sz="1100" dirty="0"/>
          </a:p>
        </p:txBody>
      </p:sp>
      <p:sp>
        <p:nvSpPr>
          <p:cNvPr id="20" name="shape:020"/>
          <p:cNvSpPr/>
          <p:nvPr/>
        </p:nvSpPr>
        <p:spPr>
          <a:xfrm>
            <a:off x="6278728" y="2978087"/>
            <a:ext cx="2485568" cy="0"/>
          </a:xfrm>
          <a:prstGeom prst="line">
            <a:avLst/>
          </a:prstGeom>
          <a:noFill/>
          <a:ln w="25400">
            <a:solidFill>
              <a:srgbClr val="071B2C"/>
            </a:solidFill>
            <a:prstDash val="solid"/>
          </a:ln>
        </p:spPr>
        <p:txBody>
          <a:bodyPr>
            <a:noAutofit/>
          </a:bodyPr>
          <a:p/>
        </p:txBody>
      </p:sp>
      <p:sp>
        <p:nvSpPr>
          <p:cNvPr id="21" name="shape:021"/>
          <p:cNvSpPr/>
          <p:nvPr/>
        </p:nvSpPr>
        <p:spPr>
          <a:xfrm>
            <a:off x="6278728"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666B70"/>
                </a:solidFill>
                <a:latin typeface="Yu Gothic" pitchFamily="34" charset="0"/>
                <a:ea typeface="Yu Gothic" pitchFamily="34" charset="-122"/>
                <a:cs typeface="Yu Gothic" pitchFamily="34" charset="-120"/>
              </a:rPr>
              <a:t>項目3</a:t>
            </a:r>
            <a:endParaRPr lang="en-US" sz="1200" dirty="0"/>
          </a:p>
        </p:txBody>
      </p:sp>
      <p:sp>
        <p:nvSpPr>
          <p:cNvPr id="22" name="shape:022"/>
          <p:cNvSpPr/>
          <p:nvPr/>
        </p:nvSpPr>
        <p:spPr>
          <a:xfrm>
            <a:off x="6278728"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1E5F8C"/>
                </a:solidFill>
                <a:latin typeface="Yu Gothic" pitchFamily="34" charset="0"/>
                <a:ea typeface="Yu Gothic" pitchFamily="34" charset="-122"/>
                <a:cs typeface="Yu Gothic" pitchFamily="34" charset="-120"/>
              </a:rPr>
              <a:t>2 / 4</a:t>
            </a:r>
            <a:endParaRPr lang="en-US" sz="3400" dirty="0"/>
          </a:p>
        </p:txBody>
      </p:sp>
      <p:sp>
        <p:nvSpPr>
          <p:cNvPr id="23" name="shape:023"/>
          <p:cNvSpPr/>
          <p:nvPr/>
        </p:nvSpPr>
        <p:spPr>
          <a:xfrm>
            <a:off x="6278728"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記載例3</a:t>
            </a:r>
            <a:endParaRPr lang="en-US" sz="1300" dirty="0"/>
          </a:p>
        </p:txBody>
      </p:sp>
      <p:sp>
        <p:nvSpPr>
          <p:cNvPr id="24" name="shape:024"/>
          <p:cNvSpPr/>
          <p:nvPr/>
        </p:nvSpPr>
        <p:spPr>
          <a:xfrm>
            <a:off x="6278728"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注：前提や注記を記載</a:t>
            </a:r>
            <a:endParaRPr lang="en-US" sz="1100" dirty="0"/>
          </a:p>
        </p:txBody>
      </p:sp>
      <p:sp>
        <p:nvSpPr>
          <p:cNvPr id="25" name="shape:025"/>
          <p:cNvSpPr/>
          <p:nvPr/>
        </p:nvSpPr>
        <p:spPr>
          <a:xfrm>
            <a:off x="9130055" y="2978087"/>
            <a:ext cx="2485568" cy="0"/>
          </a:xfrm>
          <a:prstGeom prst="line">
            <a:avLst/>
          </a:prstGeom>
          <a:noFill/>
          <a:ln w="25400">
            <a:solidFill>
              <a:srgbClr val="071B2C"/>
            </a:solidFill>
            <a:prstDash val="solid"/>
          </a:ln>
        </p:spPr>
        <p:txBody>
          <a:bodyPr>
            <a:noAutofit/>
          </a:bodyPr>
          <a:p/>
        </p:txBody>
      </p:sp>
      <p:sp>
        <p:nvSpPr>
          <p:cNvPr id="26" name="shape:026"/>
          <p:cNvSpPr/>
          <p:nvPr/>
        </p:nvSpPr>
        <p:spPr>
          <a:xfrm>
            <a:off x="9130055"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666B70"/>
                </a:solidFill>
                <a:latin typeface="Yu Gothic" pitchFamily="34" charset="0"/>
                <a:ea typeface="Yu Gothic" pitchFamily="34" charset="-122"/>
                <a:cs typeface="Yu Gothic" pitchFamily="34" charset="-120"/>
              </a:rPr>
              <a:t>項目4</a:t>
            </a:r>
            <a:endParaRPr lang="en-US" sz="1200" dirty="0"/>
          </a:p>
        </p:txBody>
      </p:sp>
      <p:sp>
        <p:nvSpPr>
          <p:cNvPr id="27" name="shape:027"/>
          <p:cNvSpPr/>
          <p:nvPr/>
        </p:nvSpPr>
        <p:spPr>
          <a:xfrm>
            <a:off x="9130055"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1E5F8C"/>
                </a:solidFill>
                <a:latin typeface="Yu Gothic" pitchFamily="34" charset="0"/>
                <a:ea typeface="Yu Gothic" pitchFamily="34" charset="-122"/>
                <a:cs typeface="Yu Gothic" pitchFamily="34" charset="-120"/>
              </a:rPr>
              <a:t>$6M</a:t>
            </a:r>
            <a:endParaRPr lang="en-US" sz="3400" dirty="0"/>
          </a:p>
        </p:txBody>
      </p:sp>
      <p:sp>
        <p:nvSpPr>
          <p:cNvPr id="28" name="shape:028"/>
          <p:cNvSpPr/>
          <p:nvPr/>
        </p:nvSpPr>
        <p:spPr>
          <a:xfrm>
            <a:off x="9130055"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記載例4</a:t>
            </a:r>
            <a:endParaRPr lang="en-US" sz="1300" dirty="0"/>
          </a:p>
        </p:txBody>
      </p:sp>
      <p:sp>
        <p:nvSpPr>
          <p:cNvPr id="29" name="shape:029"/>
          <p:cNvSpPr/>
          <p:nvPr/>
        </p:nvSpPr>
        <p:spPr>
          <a:xfrm>
            <a:off x="9130055"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注：前提や注記を記載</a:t>
            </a:r>
            <a:endParaRPr lang="en-US" sz="11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単一チャート＋含意</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32</a:t>
            </a:r>
            <a:endParaRPr lang="en-US" sz="750" dirty="0"/>
          </a:p>
        </p:txBody>
      </p:sp>
      <p:sp>
        <p:nvSpPr>
          <p:cNvPr id="10" name="shape:010"/>
          <p:cNvSpPr/>
          <p:nvPr/>
        </p:nvSpPr>
        <p:spPr>
          <a:xfrm>
            <a:off x="576072" y="1920240"/>
            <a:ext cx="6126480" cy="27432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指標名、単位</a:t>
            </a:r>
            <a:endParaRPr lang="en-US" sz="1500" dirty="0"/>
          </a:p>
        </p:txBody>
      </p:sp>
      <p:sp>
        <p:nvSpPr>
          <p:cNvPr id="13" name="shape:013"/>
          <p:cNvSpPr/>
          <p:nvPr/>
        </p:nvSpPr>
        <p:spPr>
          <a:xfrm>
            <a:off x="117043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071B2C"/>
                </a:solidFill>
                <a:latin typeface="Yu Gothic" pitchFamily="34" charset="0"/>
                <a:ea typeface="Yu Gothic" pitchFamily="34" charset="-122"/>
                <a:cs typeface="Yu Gothic" pitchFamily="34" charset="-120"/>
              </a:rPr>
              <a:t>項目1</a:t>
            </a:r>
            <a:endParaRPr lang="en-US" sz="950" dirty="0"/>
          </a:p>
        </p:txBody>
      </p:sp>
      <p:sp>
        <p:nvSpPr>
          <p:cNvPr id="16" name="shape:016"/>
          <p:cNvSpPr/>
          <p:nvPr/>
        </p:nvSpPr>
        <p:spPr>
          <a:xfrm>
            <a:off x="222199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071B2C"/>
                </a:solidFill>
                <a:latin typeface="Yu Gothic" pitchFamily="34" charset="0"/>
                <a:ea typeface="Yu Gothic" pitchFamily="34" charset="-122"/>
                <a:cs typeface="Yu Gothic" pitchFamily="34" charset="-120"/>
              </a:rPr>
              <a:t>項目2</a:t>
            </a:r>
            <a:endParaRPr lang="en-US" sz="950" dirty="0"/>
          </a:p>
        </p:txBody>
      </p:sp>
      <p:sp>
        <p:nvSpPr>
          <p:cNvPr id="19" name="shape:019"/>
          <p:cNvSpPr/>
          <p:nvPr/>
        </p:nvSpPr>
        <p:spPr>
          <a:xfrm>
            <a:off x="327355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071B2C"/>
                </a:solidFill>
                <a:latin typeface="Yu Gothic" pitchFamily="34" charset="0"/>
                <a:ea typeface="Yu Gothic" pitchFamily="34" charset="-122"/>
                <a:cs typeface="Yu Gothic" pitchFamily="34" charset="-120"/>
              </a:rPr>
              <a:t>項目3</a:t>
            </a:r>
            <a:endParaRPr lang="en-US" sz="950" dirty="0"/>
          </a:p>
        </p:txBody>
      </p:sp>
      <p:sp>
        <p:nvSpPr>
          <p:cNvPr id="22" name="shape:022"/>
          <p:cNvSpPr/>
          <p:nvPr/>
        </p:nvSpPr>
        <p:spPr>
          <a:xfrm>
            <a:off x="432511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071B2C"/>
                </a:solidFill>
                <a:latin typeface="Yu Gothic" pitchFamily="34" charset="0"/>
                <a:ea typeface="Yu Gothic" pitchFamily="34" charset="-122"/>
                <a:cs typeface="Yu Gothic" pitchFamily="34" charset="-120"/>
              </a:rPr>
              <a:t>項目4</a:t>
            </a:r>
            <a:endParaRPr lang="en-US" sz="950" dirty="0"/>
          </a:p>
        </p:txBody>
      </p:sp>
      <p:sp>
        <p:nvSpPr>
          <p:cNvPr id="23" name="shape:023"/>
          <p:cNvSpPr/>
          <p:nvPr/>
        </p:nvSpPr>
        <p:spPr>
          <a:xfrm>
            <a:off x="576072" y="5577840"/>
            <a:ext cx="5760720" cy="0"/>
          </a:xfrm>
          <a:prstGeom prst="line">
            <a:avLst/>
          </a:prstGeom>
          <a:noFill/>
          <a:ln w="12700">
            <a:solidFill>
              <a:srgbClr val="071B2C"/>
            </a:solidFill>
            <a:prstDash val="solid"/>
          </a:ln>
        </p:spPr>
        <p:txBody>
          <a:bodyPr>
            <a:noAutofit/>
          </a:bodyPr>
          <a:p/>
        </p:txBody>
      </p:sp>
      <p:sp>
        <p:nvSpPr>
          <p:cNvPr id="24" name="shape:024"/>
          <p:cNvSpPr/>
          <p:nvPr/>
        </p:nvSpPr>
        <p:spPr>
          <a:xfrm>
            <a:off x="6858000" y="2057400"/>
            <a:ext cx="0" cy="1417320"/>
          </a:xfrm>
          <a:prstGeom prst="line">
            <a:avLst/>
          </a:prstGeom>
          <a:noFill/>
          <a:ln w="27940">
            <a:solidFill>
              <a:srgbClr val="1E5F8C"/>
            </a:solidFill>
            <a:prstDash val="solid"/>
          </a:ln>
        </p:spPr>
        <p:txBody>
          <a:bodyPr>
            <a:noAutofit/>
          </a:bodyPr>
          <a:p/>
        </p:txBody>
      </p:sp>
      <p:sp>
        <p:nvSpPr>
          <p:cNvPr id="25" name="shape:025"/>
          <p:cNvSpPr/>
          <p:nvPr/>
        </p:nvSpPr>
        <p:spPr>
          <a:xfrm>
            <a:off x="7059168" y="2057400"/>
            <a:ext cx="4187952" cy="41148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2</a:t>
            </a:r>
            <a:endParaRPr lang="en-US" sz="1500" dirty="0"/>
          </a:p>
        </p:txBody>
      </p:sp>
      <p:sp>
        <p:nvSpPr>
          <p:cNvPr id="26" name="shape:026"/>
          <p:cNvSpPr/>
          <p:nvPr/>
        </p:nvSpPr>
        <p:spPr>
          <a:xfrm>
            <a:off x="7059168" y="2560320"/>
            <a:ext cx="4187952" cy="914400"/>
          </a:xfrm>
          <a:prstGeom prst="rect">
            <a:avLst/>
          </a:prstGeom>
          <a:noFill/>
          <a:ln/>
        </p:spPr>
        <p:txBody>
          <a:bodyPr wrap="square" lIns="381" tIns="381" rIns="381" bIns="381" rtlCol="0" anchor="t">
            <a:noAutofit/>
          </a:bodyPr>
          <a:lstStyle/>
          <a:p>
            <a:pPr algn="l" indent="0" marL="0">
              <a:buNone/>
            </a:pPr>
            <a:r>
              <a:rPr lang="en-US" sz="1350" dirty="0">
                <a:solidFill>
                  <a:srgbClr val="071B2C"/>
                </a:solidFill>
                <a:latin typeface="Yu Gothic" pitchFamily="34" charset="0"/>
                <a:ea typeface="Yu Gothic" pitchFamily="34" charset="-122"/>
                <a:cs typeface="Yu Gothic" pitchFamily="34" charset="-120"/>
              </a:rPr>
              <a:t>記載例1</a:t>
            </a:r>
            <a:endParaRPr lang="en-US" sz="1350" dirty="0"/>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graphicFrame>
        <p:nvGraphicFramePr>
          <p:cNvPr id="28" name="shape:028"/>
          <p:cNvGraphicFramePr>
            <a:graphicFrameLocks noGrp="1"/>
          </p:cNvGraphicFramePr>
          <p:nvPr/>
        </p:nvGraphicFramePr>
        <p:xfrm>
          <a:off x="1143000" y="2423160"/>
          <a:ext cx="4206240" cy="3200400"/>
        </p:xfrm>
        <a:graphic>
          <a:graphicData uri="http://schemas.openxmlformats.org/drawingml/2006/chart">
            <c:chart xmlns:c="http://schemas.openxmlformats.org/drawingml/2006/chart" r:id="rId2"/>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m06</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積み上げ棒</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33</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指標名、単位</a:t>
            </a:r>
            <a:endParaRPr lang="en-US" sz="1400" dirty="0"/>
          </a:p>
        </p:txBody>
      </p:sp>
      <p:sp>
        <p:nvSpPr>
          <p:cNvPr id="17" name="shape:017"/>
          <p:cNvSpPr/>
          <p:nvPr/>
        </p:nvSpPr>
        <p:spPr>
          <a:xfrm>
            <a:off x="1821637"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項目4</a:t>
            </a:r>
            <a:endParaRPr lang="en-US" sz="1200" dirty="0"/>
          </a:p>
        </p:txBody>
      </p:sp>
      <p:sp>
        <p:nvSpPr>
          <p:cNvPr id="24" name="shape:024"/>
          <p:cNvSpPr/>
          <p:nvPr/>
        </p:nvSpPr>
        <p:spPr>
          <a:xfrm>
            <a:off x="531860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項目5</a:t>
            </a:r>
            <a:endParaRPr lang="en-US" sz="1200" dirty="0"/>
          </a:p>
        </p:txBody>
      </p:sp>
      <p:sp>
        <p:nvSpPr>
          <p:cNvPr id="31" name="shape:031"/>
          <p:cNvSpPr/>
          <p:nvPr/>
        </p:nvSpPr>
        <p:spPr>
          <a:xfrm>
            <a:off x="8815578" y="5669280"/>
            <a:ext cx="1554480" cy="256032"/>
          </a:xfrm>
          <a:prstGeom prst="rect">
            <a:avLst/>
          </a:prstGeom>
          <a:noFill/>
          <a:ln/>
        </p:spPr>
        <p:txBody>
          <a:bodyPr wrap="square" lIns="381" tIns="381" rIns="381" bIns="381" rtlCol="0" anchor="t">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項目6</a:t>
            </a:r>
            <a:endParaRPr lang="en-US" sz="1200" dirty="0"/>
          </a:p>
        </p:txBody>
      </p:sp>
      <p:sp>
        <p:nvSpPr>
          <p:cNvPr id="32" name="shape:032"/>
          <p:cNvSpPr/>
          <p:nvPr/>
        </p:nvSpPr>
        <p:spPr>
          <a:xfrm>
            <a:off x="576072" y="5943600"/>
            <a:ext cx="201168" cy="201168"/>
          </a:xfrm>
          <a:prstGeom prst="rect">
            <a:avLst/>
          </a:prstGeom>
          <a:solidFill>
            <a:srgbClr val="071B2C"/>
          </a:solidFill>
          <a:ln/>
        </p:spPr>
        <p:txBody>
          <a:bodyPr>
            <a:noAutofit/>
          </a:bodyPr>
          <a:p/>
        </p:txBody>
      </p:sp>
      <p:sp>
        <p:nvSpPr>
          <p:cNvPr id="33" name="shape:033"/>
          <p:cNvSpPr/>
          <p:nvPr/>
        </p:nvSpPr>
        <p:spPr>
          <a:xfrm>
            <a:off x="8686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項目1</a:t>
            </a:r>
            <a:endParaRPr lang="en-US" sz="1100" dirty="0"/>
          </a:p>
        </p:txBody>
      </p:sp>
      <p:sp>
        <p:nvSpPr>
          <p:cNvPr id="34" name="shape:034"/>
          <p:cNvSpPr/>
          <p:nvPr/>
        </p:nvSpPr>
        <p:spPr>
          <a:xfrm>
            <a:off x="2404872" y="5943600"/>
            <a:ext cx="201168" cy="201168"/>
          </a:xfrm>
          <a:prstGeom prst="rect">
            <a:avLst/>
          </a:prstGeom>
          <a:solidFill>
            <a:srgbClr val="1E5F8C"/>
          </a:solidFill>
          <a:ln/>
        </p:spPr>
        <p:txBody>
          <a:bodyPr>
            <a:noAutofit/>
          </a:bodyPr>
          <a:p/>
        </p:txBody>
      </p:sp>
      <p:sp>
        <p:nvSpPr>
          <p:cNvPr id="35" name="shape:035"/>
          <p:cNvSpPr/>
          <p:nvPr/>
        </p:nvSpPr>
        <p:spPr>
          <a:xfrm>
            <a:off x="26974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項目2</a:t>
            </a:r>
            <a:endParaRPr lang="en-US" sz="1100" dirty="0"/>
          </a:p>
        </p:txBody>
      </p:sp>
      <p:sp>
        <p:nvSpPr>
          <p:cNvPr id="36" name="shape:036"/>
          <p:cNvSpPr/>
          <p:nvPr/>
        </p:nvSpPr>
        <p:spPr>
          <a:xfrm>
            <a:off x="4233672" y="5943600"/>
            <a:ext cx="201168" cy="201168"/>
          </a:xfrm>
          <a:prstGeom prst="rect">
            <a:avLst/>
          </a:prstGeom>
          <a:solidFill>
            <a:srgbClr val="79C8DC"/>
          </a:solidFill>
          <a:ln/>
        </p:spPr>
        <p:txBody>
          <a:bodyPr>
            <a:noAutofit/>
          </a:bodyPr>
          <a:p/>
        </p:txBody>
      </p:sp>
      <p:sp>
        <p:nvSpPr>
          <p:cNvPr id="37" name="shape:037"/>
          <p:cNvSpPr/>
          <p:nvPr/>
        </p:nvSpPr>
        <p:spPr>
          <a:xfrm>
            <a:off x="4526280" y="5943600"/>
            <a:ext cx="146304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項目3</a:t>
            </a:r>
            <a:endParaRPr lang="en-US" sz="11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graphicFrame>
        <p:nvGraphicFramePr>
          <p:cNvPr id="39" name="shape:039"/>
          <p:cNvGraphicFramePr>
            <a:graphicFrameLocks noGrp="1"/>
          </p:cNvGraphicFramePr>
          <p:nvPr/>
        </p:nvGraphicFramePr>
        <p:xfrm>
          <a:off x="868680" y="2331720"/>
          <a:ext cx="10469880" cy="3291840"/>
        </p:xfrm>
        <a:graphic>
          <a:graphicData uri="http://schemas.openxmlformats.org/drawingml/2006/chart">
            <c:chart xmlns:c="http://schemas.openxmlformats.org/drawingml/2006/chart" r:id="rId2"/>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m07</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寄与度ブリッジ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34</a:t>
            </a:r>
            <a:endParaRPr lang="en-US" sz="750" dirty="0"/>
          </a:p>
        </p:txBody>
      </p:sp>
      <p:sp>
        <p:nvSpPr>
          <p:cNvPr id="10" name="shape:010"/>
          <p:cNvSpPr/>
          <p:nvPr/>
        </p:nvSpPr>
        <p:spPr>
          <a:xfrm>
            <a:off x="576072" y="1920240"/>
            <a:ext cx="6035040" cy="27432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指標名、単位</a:t>
            </a:r>
            <a:endParaRPr lang="en-US" sz="1500" dirty="0"/>
          </a:p>
        </p:txBody>
      </p:sp>
      <p:sp>
        <p:nvSpPr>
          <p:cNvPr id="11" name="shape:011"/>
          <p:cNvSpPr/>
          <p:nvPr/>
        </p:nvSpPr>
        <p:spPr>
          <a:xfrm>
            <a:off x="804672" y="4108269"/>
            <a:ext cx="603504" cy="1469571"/>
          </a:xfrm>
          <a:prstGeom prst="rect">
            <a:avLst/>
          </a:prstGeom>
          <a:solidFill>
            <a:srgbClr val="071B2C"/>
          </a:solidFill>
          <a:ln/>
        </p:spPr>
        <p:txBody>
          <a:bodyPr>
            <a:noAutofit/>
          </a:bodyPr>
          <a:p/>
        </p:txBody>
      </p:sp>
      <p:sp>
        <p:nvSpPr>
          <p:cNvPr id="12" name="shape:012"/>
          <p:cNvSpPr/>
          <p:nvPr/>
        </p:nvSpPr>
        <p:spPr>
          <a:xfrm>
            <a:off x="731520" y="387052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100</a:t>
            </a:r>
            <a:endParaRPr lang="en-US" sz="1200" dirty="0"/>
          </a:p>
        </p:txBody>
      </p:sp>
      <p:sp>
        <p:nvSpPr>
          <p:cNvPr id="13" name="shape:013"/>
          <p:cNvSpPr/>
          <p:nvPr/>
        </p:nvSpPr>
        <p:spPr>
          <a:xfrm>
            <a:off x="64008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071B2C"/>
                </a:solidFill>
                <a:latin typeface="Yu Gothic" pitchFamily="34" charset="0"/>
                <a:ea typeface="Yu Gothic" pitchFamily="34" charset="-122"/>
                <a:cs typeface="Yu Gothic" pitchFamily="34" charset="-120"/>
              </a:rPr>
              <a:t>項目1</a:t>
            </a:r>
            <a:endParaRPr lang="en-US" sz="920" dirty="0"/>
          </a:p>
        </p:txBody>
      </p:sp>
      <p:sp>
        <p:nvSpPr>
          <p:cNvPr id="14" name="shape:014"/>
          <p:cNvSpPr/>
          <p:nvPr/>
        </p:nvSpPr>
        <p:spPr>
          <a:xfrm>
            <a:off x="1828800" y="5313317"/>
            <a:ext cx="603504" cy="264523"/>
          </a:xfrm>
          <a:prstGeom prst="rect">
            <a:avLst/>
          </a:prstGeom>
          <a:solidFill>
            <a:srgbClr val="1E5F8C"/>
          </a:solidFill>
          <a:ln/>
        </p:spPr>
        <p:txBody>
          <a:bodyPr>
            <a:noAutofit/>
          </a:bodyPr>
          <a:p/>
        </p:txBody>
      </p:sp>
      <p:sp>
        <p:nvSpPr>
          <p:cNvPr id="15" name="shape:015"/>
          <p:cNvSpPr/>
          <p:nvPr/>
        </p:nvSpPr>
        <p:spPr>
          <a:xfrm>
            <a:off x="1755648" y="5075573"/>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+18</a:t>
            </a:r>
            <a:endParaRPr lang="en-US" sz="1200" dirty="0"/>
          </a:p>
        </p:txBody>
      </p:sp>
      <p:sp>
        <p:nvSpPr>
          <p:cNvPr id="16" name="shape:016"/>
          <p:cNvSpPr/>
          <p:nvPr/>
        </p:nvSpPr>
        <p:spPr>
          <a:xfrm>
            <a:off x="1664208"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071B2C"/>
                </a:solidFill>
                <a:latin typeface="Yu Gothic" pitchFamily="34" charset="0"/>
                <a:ea typeface="Yu Gothic" pitchFamily="34" charset="-122"/>
                <a:cs typeface="Yu Gothic" pitchFamily="34" charset="-120"/>
              </a:rPr>
              <a:t>項目2</a:t>
            </a:r>
            <a:endParaRPr lang="en-US" sz="920" dirty="0"/>
          </a:p>
        </p:txBody>
      </p:sp>
      <p:sp>
        <p:nvSpPr>
          <p:cNvPr id="17" name="shape:017"/>
          <p:cNvSpPr/>
          <p:nvPr/>
        </p:nvSpPr>
        <p:spPr>
          <a:xfrm>
            <a:off x="2852928" y="5225143"/>
            <a:ext cx="603504" cy="352697"/>
          </a:xfrm>
          <a:prstGeom prst="rect">
            <a:avLst/>
          </a:prstGeom>
          <a:solidFill>
            <a:srgbClr val="1E5F8C"/>
          </a:solidFill>
          <a:ln/>
        </p:spPr>
        <p:txBody>
          <a:bodyPr>
            <a:noAutofit/>
          </a:bodyPr>
          <a:p/>
        </p:txBody>
      </p:sp>
      <p:sp>
        <p:nvSpPr>
          <p:cNvPr id="18" name="shape:018"/>
          <p:cNvSpPr/>
          <p:nvPr/>
        </p:nvSpPr>
        <p:spPr>
          <a:xfrm>
            <a:off x="2779776" y="4987399"/>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+24</a:t>
            </a:r>
            <a:endParaRPr lang="en-US" sz="1200" dirty="0"/>
          </a:p>
        </p:txBody>
      </p:sp>
      <p:sp>
        <p:nvSpPr>
          <p:cNvPr id="19" name="shape:019"/>
          <p:cNvSpPr/>
          <p:nvPr/>
        </p:nvSpPr>
        <p:spPr>
          <a:xfrm>
            <a:off x="2688336"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071B2C"/>
                </a:solidFill>
                <a:latin typeface="Yu Gothic" pitchFamily="34" charset="0"/>
                <a:ea typeface="Yu Gothic" pitchFamily="34" charset="-122"/>
                <a:cs typeface="Yu Gothic" pitchFamily="34" charset="-120"/>
              </a:rPr>
              <a:t>項目3</a:t>
            </a:r>
            <a:endParaRPr lang="en-US" sz="920" dirty="0"/>
          </a:p>
        </p:txBody>
      </p:sp>
      <p:sp>
        <p:nvSpPr>
          <p:cNvPr id="20" name="shape:020"/>
          <p:cNvSpPr/>
          <p:nvPr/>
        </p:nvSpPr>
        <p:spPr>
          <a:xfrm>
            <a:off x="3877056" y="5445579"/>
            <a:ext cx="603504" cy="132261"/>
          </a:xfrm>
          <a:prstGeom prst="rect">
            <a:avLst/>
          </a:prstGeom>
          <a:solidFill>
            <a:srgbClr val="D94C68"/>
          </a:solidFill>
          <a:ln/>
        </p:spPr>
        <p:txBody>
          <a:bodyPr>
            <a:noAutofit/>
          </a:bodyPr>
          <a:p/>
        </p:txBody>
      </p:sp>
      <p:sp>
        <p:nvSpPr>
          <p:cNvPr id="21" name="shape:021"/>
          <p:cNvSpPr/>
          <p:nvPr/>
        </p:nvSpPr>
        <p:spPr>
          <a:xfrm>
            <a:off x="3803904" y="520783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3712464"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071B2C"/>
                </a:solidFill>
                <a:latin typeface="Yu Gothic" pitchFamily="34" charset="0"/>
                <a:ea typeface="Yu Gothic" pitchFamily="34" charset="-122"/>
                <a:cs typeface="Yu Gothic" pitchFamily="34" charset="-120"/>
              </a:rPr>
              <a:t>項目4</a:t>
            </a:r>
            <a:endParaRPr lang="en-US" sz="920" dirty="0"/>
          </a:p>
        </p:txBody>
      </p:sp>
      <p:sp>
        <p:nvSpPr>
          <p:cNvPr id="23" name="shape:023"/>
          <p:cNvSpPr/>
          <p:nvPr/>
        </p:nvSpPr>
        <p:spPr>
          <a:xfrm>
            <a:off x="4901184" y="5474970"/>
            <a:ext cx="603504" cy="102870"/>
          </a:xfrm>
          <a:prstGeom prst="rect">
            <a:avLst/>
          </a:prstGeom>
          <a:solidFill>
            <a:srgbClr val="1E5F8C"/>
          </a:solidFill>
          <a:ln/>
        </p:spPr>
        <p:txBody>
          <a:bodyPr>
            <a:noAutofit/>
          </a:bodyPr>
          <a:p/>
        </p:txBody>
      </p:sp>
      <p:sp>
        <p:nvSpPr>
          <p:cNvPr id="24" name="shape:024"/>
          <p:cNvSpPr/>
          <p:nvPr/>
        </p:nvSpPr>
        <p:spPr>
          <a:xfrm>
            <a:off x="4828032" y="523722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+7</a:t>
            </a:r>
            <a:endParaRPr lang="en-US" sz="1200" dirty="0"/>
          </a:p>
        </p:txBody>
      </p:sp>
      <p:sp>
        <p:nvSpPr>
          <p:cNvPr id="25" name="shape:025"/>
          <p:cNvSpPr/>
          <p:nvPr/>
        </p:nvSpPr>
        <p:spPr>
          <a:xfrm>
            <a:off x="4736592"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071B2C"/>
                </a:solidFill>
                <a:latin typeface="Yu Gothic" pitchFamily="34" charset="0"/>
                <a:ea typeface="Yu Gothic" pitchFamily="34" charset="-122"/>
                <a:cs typeface="Yu Gothic" pitchFamily="34" charset="-120"/>
              </a:rPr>
              <a:t>項目5</a:t>
            </a:r>
            <a:endParaRPr lang="en-US" sz="920" dirty="0"/>
          </a:p>
        </p:txBody>
      </p:sp>
      <p:sp>
        <p:nvSpPr>
          <p:cNvPr id="26" name="shape:026"/>
          <p:cNvSpPr/>
          <p:nvPr/>
        </p:nvSpPr>
        <p:spPr>
          <a:xfrm>
            <a:off x="5925312" y="3520440"/>
            <a:ext cx="603504" cy="2057400"/>
          </a:xfrm>
          <a:prstGeom prst="rect">
            <a:avLst/>
          </a:prstGeom>
          <a:solidFill>
            <a:srgbClr val="071B2C"/>
          </a:solidFill>
          <a:ln/>
        </p:spPr>
        <p:txBody>
          <a:bodyPr>
            <a:noAutofit/>
          </a:bodyPr>
          <a:p/>
        </p:txBody>
      </p:sp>
      <p:sp>
        <p:nvSpPr>
          <p:cNvPr id="27" name="shape:027"/>
          <p:cNvSpPr/>
          <p:nvPr/>
        </p:nvSpPr>
        <p:spPr>
          <a:xfrm>
            <a:off x="5852160" y="328269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140</a:t>
            </a:r>
            <a:endParaRPr lang="en-US" sz="1200" dirty="0"/>
          </a:p>
        </p:txBody>
      </p:sp>
      <p:sp>
        <p:nvSpPr>
          <p:cNvPr id="28" name="shape:028"/>
          <p:cNvSpPr/>
          <p:nvPr/>
        </p:nvSpPr>
        <p:spPr>
          <a:xfrm>
            <a:off x="576072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071B2C"/>
                </a:solidFill>
                <a:latin typeface="Yu Gothic" pitchFamily="34" charset="0"/>
                <a:ea typeface="Yu Gothic" pitchFamily="34" charset="-122"/>
                <a:cs typeface="Yu Gothic" pitchFamily="34" charset="-120"/>
              </a:rPr>
              <a:t>項目6</a:t>
            </a:r>
            <a:endParaRPr lang="en-US" sz="920" dirty="0"/>
          </a:p>
        </p:txBody>
      </p:sp>
      <p:sp>
        <p:nvSpPr>
          <p:cNvPr id="29" name="shape:029"/>
          <p:cNvSpPr/>
          <p:nvPr/>
        </p:nvSpPr>
        <p:spPr>
          <a:xfrm>
            <a:off x="576072" y="5577840"/>
            <a:ext cx="5852160" cy="0"/>
          </a:xfrm>
          <a:prstGeom prst="line">
            <a:avLst/>
          </a:prstGeom>
          <a:noFill/>
          <a:ln w="12700">
            <a:solidFill>
              <a:srgbClr val="071B2C"/>
            </a:solidFill>
            <a:prstDash val="solid"/>
          </a:ln>
        </p:spPr>
        <p:txBody>
          <a:bodyPr>
            <a:noAutofit/>
          </a:bodyPr>
          <a:p/>
        </p:txBody>
      </p:sp>
      <p:sp>
        <p:nvSpPr>
          <p:cNvPr id="30" name="shape:030"/>
          <p:cNvSpPr/>
          <p:nvPr/>
        </p:nvSpPr>
        <p:spPr>
          <a:xfrm>
            <a:off x="6858000" y="1965960"/>
            <a:ext cx="0" cy="1325880"/>
          </a:xfrm>
          <a:prstGeom prst="line">
            <a:avLst/>
          </a:prstGeom>
          <a:noFill/>
          <a:ln w="27940">
            <a:solidFill>
              <a:srgbClr val="1E5F8C"/>
            </a:solidFill>
            <a:prstDash val="solid"/>
          </a:ln>
        </p:spPr>
        <p:txBody>
          <a:bodyPr>
            <a:noAutofit/>
          </a:bodyPr>
          <a:p/>
        </p:txBody>
      </p:sp>
      <p:sp>
        <p:nvSpPr>
          <p:cNvPr id="31" name="shape:031"/>
          <p:cNvSpPr/>
          <p:nvPr/>
        </p:nvSpPr>
        <p:spPr>
          <a:xfrm>
            <a:off x="7059168" y="1965960"/>
            <a:ext cx="4096512" cy="41148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2</a:t>
            </a:r>
            <a:endParaRPr lang="en-US" sz="1500" dirty="0"/>
          </a:p>
        </p:txBody>
      </p:sp>
      <p:sp>
        <p:nvSpPr>
          <p:cNvPr id="32" name="shape:032"/>
          <p:cNvSpPr/>
          <p:nvPr/>
        </p:nvSpPr>
        <p:spPr>
          <a:xfrm>
            <a:off x="7059168" y="2468880"/>
            <a:ext cx="4096512" cy="822960"/>
          </a:xfrm>
          <a:prstGeom prst="rect">
            <a:avLst/>
          </a:prstGeom>
          <a:noFill/>
          <a:ln/>
        </p:spPr>
        <p:txBody>
          <a:bodyPr wrap="square" lIns="381" tIns="381" rIns="381" bIns="381" rtlCol="0" anchor="t">
            <a:noAutofit/>
          </a:bodyPr>
          <a:lstStyle/>
          <a:p>
            <a:pPr algn="l" indent="0" marL="0">
              <a:buNone/>
            </a:pPr>
            <a:r>
              <a:rPr lang="en-US" sz="1350" dirty="0">
                <a:solidFill>
                  <a:srgbClr val="071B2C"/>
                </a:solidFill>
                <a:latin typeface="Yu Gothic" pitchFamily="34" charset="0"/>
                <a:ea typeface="Yu Gothic" pitchFamily="34" charset="-122"/>
                <a:cs typeface="Yu Gothic" pitchFamily="34" charset="-120"/>
              </a:rPr>
              <a:t>記載例1</a:t>
            </a:r>
            <a:endParaRPr lang="en-US" sz="1350" dirty="0"/>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増減ブリッジ（厳密）</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35</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3364992"/>
            <a:ext cx="1005840" cy="2212848"/>
          </a:xfrm>
          <a:prstGeom prst="rect">
            <a:avLst/>
          </a:prstGeom>
          <a:solidFill>
            <a:srgbClr val="071B2C"/>
          </a:solidFill>
          <a:ln/>
        </p:spPr>
        <p:txBody>
          <a:bodyPr>
            <a:noAutofit/>
          </a:bodyPr>
          <a:p/>
        </p:txBody>
      </p:sp>
      <p:sp>
        <p:nvSpPr>
          <p:cNvPr id="12" name="shape:012"/>
          <p:cNvSpPr/>
          <p:nvPr/>
        </p:nvSpPr>
        <p:spPr>
          <a:xfrm>
            <a:off x="1213683"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11</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3364992"/>
            <a:ext cx="1005840" cy="603504"/>
          </a:xfrm>
          <a:prstGeom prst="rect">
            <a:avLst/>
          </a:prstGeom>
          <a:solidFill>
            <a:srgbClr val="D94C68"/>
          </a:solidFill>
          <a:ln/>
        </p:spPr>
        <p:txBody>
          <a:bodyPr>
            <a:noAutofit/>
          </a:bodyPr>
          <a:p/>
        </p:txBody>
      </p:sp>
      <p:sp>
        <p:nvSpPr>
          <p:cNvPr id="15" name="shape:015"/>
          <p:cNvSpPr/>
          <p:nvPr/>
        </p:nvSpPr>
        <p:spPr>
          <a:xfrm>
            <a:off x="3311865"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-3</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3163824"/>
            <a:ext cx="1005840" cy="804672"/>
          </a:xfrm>
          <a:prstGeom prst="rect">
            <a:avLst/>
          </a:prstGeom>
          <a:solidFill>
            <a:srgbClr val="1E5F8C"/>
          </a:solidFill>
          <a:ln/>
        </p:spPr>
        <p:txBody>
          <a:bodyPr>
            <a:noAutofit/>
          </a:bodyPr>
          <a:p/>
        </p:txBody>
      </p:sp>
      <p:sp>
        <p:nvSpPr>
          <p:cNvPr id="18" name="shape:018"/>
          <p:cNvSpPr/>
          <p:nvPr/>
        </p:nvSpPr>
        <p:spPr>
          <a:xfrm>
            <a:off x="5410048" y="2907792"/>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+4</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560320"/>
            <a:ext cx="1005840" cy="603504"/>
          </a:xfrm>
          <a:prstGeom prst="rect">
            <a:avLst/>
          </a:prstGeom>
          <a:solidFill>
            <a:srgbClr val="1E5F8C"/>
          </a:solidFill>
          <a:ln/>
        </p:spPr>
        <p:txBody>
          <a:bodyPr>
            <a:noAutofit/>
          </a:bodyPr>
          <a:p/>
        </p:txBody>
      </p:sp>
      <p:sp>
        <p:nvSpPr>
          <p:cNvPr id="21" name="shape:021"/>
          <p:cNvSpPr/>
          <p:nvPr/>
        </p:nvSpPr>
        <p:spPr>
          <a:xfrm>
            <a:off x="7508230"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560320"/>
            <a:ext cx="1005840" cy="3017520"/>
          </a:xfrm>
          <a:prstGeom prst="rect">
            <a:avLst/>
          </a:prstGeom>
          <a:solidFill>
            <a:srgbClr val="071B2C"/>
          </a:solidFill>
          <a:ln/>
        </p:spPr>
        <p:txBody>
          <a:bodyPr>
            <a:noAutofit/>
          </a:bodyPr>
          <a:p/>
        </p:txBody>
      </p:sp>
      <p:sp>
        <p:nvSpPr>
          <p:cNvPr id="24" name="shape:024"/>
          <p:cNvSpPr/>
          <p:nvPr/>
        </p:nvSpPr>
        <p:spPr>
          <a:xfrm>
            <a:off x="9606412"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15</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071B2C"/>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m09</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小図の並列比較</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36</a:t>
            </a:r>
            <a:endParaRPr lang="en-US" sz="750" dirty="0"/>
          </a:p>
        </p:txBody>
      </p:sp>
      <p:sp>
        <p:nvSpPr>
          <p:cNvPr id="10" name="shape:010"/>
          <p:cNvSpPr/>
          <p:nvPr/>
        </p:nvSpPr>
        <p:spPr>
          <a:xfrm>
            <a:off x="576072"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項目1</a:t>
            </a:r>
            <a:endParaRPr lang="en-US" sz="1200" dirty="0"/>
          </a:p>
        </p:txBody>
      </p:sp>
      <p:sp>
        <p:nvSpPr>
          <p:cNvPr id="11" name="shape:011"/>
          <p:cNvSpPr/>
          <p:nvPr/>
        </p:nvSpPr>
        <p:spPr>
          <a:xfrm>
            <a:off x="576072" y="2322576"/>
            <a:ext cx="5291176" cy="0"/>
          </a:xfrm>
          <a:prstGeom prst="line">
            <a:avLst/>
          </a:prstGeom>
          <a:noFill/>
          <a:ln w="9525">
            <a:solidFill>
              <a:srgbClr val="D9DCDF"/>
            </a:solidFill>
            <a:prstDash val="solid"/>
          </a:ln>
        </p:spPr>
        <p:txBody>
          <a:bodyPr>
            <a:noAutofit/>
          </a:bodyPr>
          <a:p/>
        </p:txBody>
      </p:sp>
      <p:sp>
        <p:nvSpPr>
          <p:cNvPr id="13" name="shape:013"/>
          <p:cNvSpPr/>
          <p:nvPr/>
        </p:nvSpPr>
        <p:spPr>
          <a:xfrm>
            <a:off x="57607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項目2</a:t>
            </a:r>
            <a:endParaRPr lang="en-US" sz="900" dirty="0"/>
          </a:p>
        </p:txBody>
      </p:sp>
      <p:sp>
        <p:nvSpPr>
          <p:cNvPr id="15" name="shape:015"/>
          <p:cNvSpPr/>
          <p:nvPr/>
        </p:nvSpPr>
        <p:spPr>
          <a:xfrm>
            <a:off x="2339797"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項目3</a:t>
            </a:r>
            <a:endParaRPr lang="en-US" sz="900" dirty="0"/>
          </a:p>
        </p:txBody>
      </p:sp>
      <p:sp>
        <p:nvSpPr>
          <p:cNvPr id="17" name="shape:017"/>
          <p:cNvSpPr/>
          <p:nvPr/>
        </p:nvSpPr>
        <p:spPr>
          <a:xfrm>
            <a:off x="410352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項目4</a:t>
            </a:r>
            <a:endParaRPr lang="en-US" sz="900" dirty="0"/>
          </a:p>
        </p:txBody>
      </p:sp>
      <p:sp>
        <p:nvSpPr>
          <p:cNvPr id="18" name="shape:018"/>
          <p:cNvSpPr/>
          <p:nvPr/>
        </p:nvSpPr>
        <p:spPr>
          <a:xfrm>
            <a:off x="6324448"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項目5</a:t>
            </a:r>
            <a:endParaRPr lang="en-US" sz="1200" dirty="0"/>
          </a:p>
        </p:txBody>
      </p:sp>
      <p:sp>
        <p:nvSpPr>
          <p:cNvPr id="19" name="shape:019"/>
          <p:cNvSpPr/>
          <p:nvPr/>
        </p:nvSpPr>
        <p:spPr>
          <a:xfrm>
            <a:off x="6324448" y="2322576"/>
            <a:ext cx="5291176" cy="0"/>
          </a:xfrm>
          <a:prstGeom prst="line">
            <a:avLst/>
          </a:prstGeom>
          <a:noFill/>
          <a:ln w="9525">
            <a:solidFill>
              <a:srgbClr val="D9DCDF"/>
            </a:solidFill>
            <a:prstDash val="solid"/>
          </a:ln>
        </p:spPr>
        <p:txBody>
          <a:bodyPr>
            <a:noAutofit/>
          </a:bodyPr>
          <a:p/>
        </p:txBody>
      </p:sp>
      <p:sp>
        <p:nvSpPr>
          <p:cNvPr id="21" name="shape:021"/>
          <p:cNvSpPr/>
          <p:nvPr/>
        </p:nvSpPr>
        <p:spPr>
          <a:xfrm>
            <a:off x="632444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項目6</a:t>
            </a:r>
            <a:endParaRPr lang="en-US" sz="900" dirty="0"/>
          </a:p>
        </p:txBody>
      </p:sp>
      <p:sp>
        <p:nvSpPr>
          <p:cNvPr id="23" name="shape:023"/>
          <p:cNvSpPr/>
          <p:nvPr/>
        </p:nvSpPr>
        <p:spPr>
          <a:xfrm>
            <a:off x="8088173"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項目7</a:t>
            </a:r>
            <a:endParaRPr lang="en-US" sz="900" dirty="0"/>
          </a:p>
        </p:txBody>
      </p:sp>
      <p:sp>
        <p:nvSpPr>
          <p:cNvPr id="25" name="shape:025"/>
          <p:cNvSpPr/>
          <p:nvPr/>
        </p:nvSpPr>
        <p:spPr>
          <a:xfrm>
            <a:off x="985189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項目8</a:t>
            </a:r>
            <a:endParaRPr lang="en-US" sz="900" dirty="0"/>
          </a:p>
        </p:txBody>
      </p:sp>
      <p:sp>
        <p:nvSpPr>
          <p:cNvPr id="26" name="shape:026"/>
          <p:cNvSpPr/>
          <p:nvPr/>
        </p:nvSpPr>
        <p:spPr>
          <a:xfrm>
            <a:off x="576072"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項目9</a:t>
            </a:r>
            <a:endParaRPr lang="en-US" sz="1200" dirty="0"/>
          </a:p>
        </p:txBody>
      </p:sp>
      <p:sp>
        <p:nvSpPr>
          <p:cNvPr id="27" name="shape:027"/>
          <p:cNvSpPr/>
          <p:nvPr/>
        </p:nvSpPr>
        <p:spPr>
          <a:xfrm>
            <a:off x="576072" y="4649724"/>
            <a:ext cx="5291176" cy="0"/>
          </a:xfrm>
          <a:prstGeom prst="line">
            <a:avLst/>
          </a:prstGeom>
          <a:noFill/>
          <a:ln w="9525">
            <a:solidFill>
              <a:srgbClr val="D9DCDF"/>
            </a:solidFill>
            <a:prstDash val="solid"/>
          </a:ln>
        </p:spPr>
        <p:txBody>
          <a:bodyPr>
            <a:noAutofit/>
          </a:bodyPr>
          <a:p/>
        </p:txBody>
      </p:sp>
      <p:sp>
        <p:nvSpPr>
          <p:cNvPr id="29" name="shape:029"/>
          <p:cNvSpPr/>
          <p:nvPr/>
        </p:nvSpPr>
        <p:spPr>
          <a:xfrm>
            <a:off x="57607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項目10</a:t>
            </a:r>
            <a:endParaRPr lang="en-US" sz="900" dirty="0"/>
          </a:p>
        </p:txBody>
      </p:sp>
      <p:sp>
        <p:nvSpPr>
          <p:cNvPr id="31" name="shape:031"/>
          <p:cNvSpPr/>
          <p:nvPr/>
        </p:nvSpPr>
        <p:spPr>
          <a:xfrm>
            <a:off x="2339797"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項目11</a:t>
            </a:r>
            <a:endParaRPr lang="en-US" sz="900" dirty="0"/>
          </a:p>
        </p:txBody>
      </p:sp>
      <p:sp>
        <p:nvSpPr>
          <p:cNvPr id="33" name="shape:033"/>
          <p:cNvSpPr/>
          <p:nvPr/>
        </p:nvSpPr>
        <p:spPr>
          <a:xfrm>
            <a:off x="410352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項目12</a:t>
            </a:r>
            <a:endParaRPr lang="en-US" sz="900" dirty="0"/>
          </a:p>
        </p:txBody>
      </p:sp>
      <p:sp>
        <p:nvSpPr>
          <p:cNvPr id="34" name="shape:034"/>
          <p:cNvSpPr/>
          <p:nvPr/>
        </p:nvSpPr>
        <p:spPr>
          <a:xfrm>
            <a:off x="6324448"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項目13</a:t>
            </a:r>
            <a:endParaRPr lang="en-US" sz="1200" dirty="0"/>
          </a:p>
        </p:txBody>
      </p:sp>
      <p:sp>
        <p:nvSpPr>
          <p:cNvPr id="35" name="shape:035"/>
          <p:cNvSpPr/>
          <p:nvPr/>
        </p:nvSpPr>
        <p:spPr>
          <a:xfrm>
            <a:off x="6324448" y="4649724"/>
            <a:ext cx="5291176" cy="0"/>
          </a:xfrm>
          <a:prstGeom prst="line">
            <a:avLst/>
          </a:prstGeom>
          <a:noFill/>
          <a:ln w="9525">
            <a:solidFill>
              <a:srgbClr val="D9DCDF"/>
            </a:solidFill>
            <a:prstDash val="solid"/>
          </a:ln>
        </p:spPr>
        <p:txBody>
          <a:bodyPr>
            <a:noAutofit/>
          </a:bodyPr>
          <a:p/>
        </p:txBody>
      </p:sp>
      <p:sp>
        <p:nvSpPr>
          <p:cNvPr id="37" name="shape:037"/>
          <p:cNvSpPr/>
          <p:nvPr/>
        </p:nvSpPr>
        <p:spPr>
          <a:xfrm>
            <a:off x="632444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項目14</a:t>
            </a:r>
            <a:endParaRPr lang="en-US" sz="900" dirty="0"/>
          </a:p>
        </p:txBody>
      </p:sp>
      <p:sp>
        <p:nvSpPr>
          <p:cNvPr id="39" name="shape:039"/>
          <p:cNvSpPr/>
          <p:nvPr/>
        </p:nvSpPr>
        <p:spPr>
          <a:xfrm>
            <a:off x="8088173"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項目15</a:t>
            </a:r>
            <a:endParaRPr lang="en-US" sz="900" dirty="0"/>
          </a:p>
        </p:txBody>
      </p:sp>
      <p:sp>
        <p:nvSpPr>
          <p:cNvPr id="41" name="shape:041"/>
          <p:cNvSpPr/>
          <p:nvPr/>
        </p:nvSpPr>
        <p:spPr>
          <a:xfrm>
            <a:off x="985189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666B70"/>
                </a:solidFill>
                <a:latin typeface="Yu Gothic" pitchFamily="34" charset="0"/>
                <a:ea typeface="Yu Gothic" pitchFamily="34" charset="-122"/>
                <a:cs typeface="Yu Gothic" pitchFamily="34" charset="-120"/>
              </a:rPr>
              <a:t>項目16</a:t>
            </a:r>
            <a:endParaRPr lang="en-US" sz="900" dirty="0"/>
          </a:p>
        </p:txBody>
      </p:sp>
      <p:sp>
        <p:nvSpPr>
          <p:cNvPr id="4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graphicFrame>
        <p:nvGraphicFramePr>
          <p:cNvPr id="43" name="shape:043"/>
          <p:cNvGraphicFramePr>
            <a:graphicFrameLocks noGrp="1"/>
          </p:cNvGraphicFramePr>
          <p:nvPr/>
        </p:nvGraphicFramePr>
        <p:xfrm>
          <a:off x="576072" y="2468880"/>
          <a:ext cx="5291632" cy="1156716"/>
        </p:xfrm>
        <a:graphic>
          <a:graphicData uri="http://schemas.openxmlformats.org/drawingml/2006/chart">
            <c:chart xmlns:c="http://schemas.openxmlformats.org/drawingml/2006/chart" r:id="rId2"/>
          </a:graphicData>
        </a:graphic>
      </p:graphicFrame>
      <p:graphicFrame>
        <p:nvGraphicFramePr>
          <p:cNvPr id="44" name="shape:044"/>
          <p:cNvGraphicFramePr>
            <a:graphicFrameLocks noGrp="1"/>
          </p:cNvGraphicFramePr>
          <p:nvPr/>
        </p:nvGraphicFramePr>
        <p:xfrm>
          <a:off x="6324904" y="2468880"/>
          <a:ext cx="5291632" cy="1156716"/>
        </p:xfrm>
        <a:graphic>
          <a:graphicData uri="http://schemas.openxmlformats.org/drawingml/2006/chart">
            <c:chart xmlns:c="http://schemas.openxmlformats.org/drawingml/2006/chart" r:id="rId3"/>
          </a:graphicData>
        </a:graphic>
      </p:graphicFrame>
      <p:graphicFrame>
        <p:nvGraphicFramePr>
          <p:cNvPr id="45" name="shape:045"/>
          <p:cNvGraphicFramePr>
            <a:graphicFrameLocks noGrp="1"/>
          </p:cNvGraphicFramePr>
          <p:nvPr/>
        </p:nvGraphicFramePr>
        <p:xfrm>
          <a:off x="576072" y="4796028"/>
          <a:ext cx="5291632" cy="1156716"/>
        </p:xfrm>
        <a:graphic>
          <a:graphicData uri="http://schemas.openxmlformats.org/drawingml/2006/chart">
            <c:chart xmlns:c="http://schemas.openxmlformats.org/drawingml/2006/chart" r:id="rId4"/>
          </a:graphicData>
        </a:graphic>
      </p:graphicFrame>
      <p:graphicFrame>
        <p:nvGraphicFramePr>
          <p:cNvPr id="46" name="shape:046"/>
          <p:cNvGraphicFramePr>
            <a:graphicFrameLocks noGrp="1"/>
          </p:cNvGraphicFramePr>
          <p:nvPr/>
        </p:nvGraphicFramePr>
        <p:xfrm>
          <a:off x="6324904" y="4796028"/>
          <a:ext cx="5291632" cy="1156716"/>
        </p:xfrm>
        <a:graphic>
          <a:graphicData uri="http://schemas.openxmlformats.org/drawingml/2006/chart">
            <c:chart xmlns:c="http://schemas.openxmlformats.org/drawingml/2006/chart" r:id="rId5"/>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m10</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選択肢の比較表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37</a:t>
            </a:r>
            <a:endParaRPr lang="en-US" sz="750" dirty="0"/>
          </a:p>
        </p:txBody>
      </p:sp>
      <p:graphicFrame>
        <p:nvGraphicFramePr>
          <p:cNvPr id="29" name="shape:029"/>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194560"/>
                <a:gridCol w="2194560"/>
                <a:gridCol w="2194560"/>
                <a:gridCol w="4507992"/>
              </a:tblGrid>
              <a:tr h="384048">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評価軸</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自社</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競合</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項目5</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記載例3</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項目8</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項目9</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記載例5</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bl>
          </a:graphicData>
        </a:graphic>
      </p:graphicFrame>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シナリオ比較表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38</a:t>
            </a:r>
            <a:endParaRPr lang="en-US" sz="750" dirty="0"/>
          </a:p>
        </p:txBody>
      </p:sp>
      <p:graphicFrame>
        <p:nvGraphicFramePr>
          <p:cNvPr id="30" name="shape:030"/>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1554480"/>
                <a:gridCol w="1737360"/>
                <a:gridCol w="3931920"/>
                <a:gridCol w="3867912"/>
              </a:tblGrid>
              <a:tr h="384048">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シナリオ</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結果</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前提</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経営への含意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b="1" dirty="0">
                          <a:solidFill>
                            <a:srgbClr val="1E5F8C"/>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前提1-1：TextをTextと置く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前提1-2：Textは変わらないとする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記載例1を記載例2まで積み増す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記載例3の判断をN月に前倒す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b="1" dirty="0">
                          <a:solidFill>
                            <a:srgbClr val="1E5F8C"/>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前提2-1：TextをTextと置く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前提2-2：Textは変わらないとする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記載例4を記載例5まで積み増す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記載例6の判断をN月に前倒す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b="1" dirty="0">
                          <a:solidFill>
                            <a:srgbClr val="1E5F8C"/>
                          </a:solidFill>
                          <a:latin typeface="Yu Gothic" pitchFamily="34" charset="0"/>
                          <a:ea typeface="Yu Gothic" pitchFamily="34" charset="-122"/>
                          <a:cs typeface="Yu Gothic" pitchFamily="34" charset="-120"/>
                        </a:rPr>
                        <a:t>記載例7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前提3-1：TextをTextと置く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前提3-2：Textは変わらないとする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記載例7を記載例8まで積み増す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記載例9の判断をN月に前倒す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bl>
          </a:graphicData>
        </a:graphic>
      </p:graphicFrame>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リスク一覧表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39</a:t>
            </a:r>
            <a:endParaRPr lang="en-US" sz="750" dirty="0"/>
          </a:p>
        </p:txBody>
      </p:sp>
      <p:graphicFrame>
        <p:nvGraphicFramePr>
          <p:cNvPr id="31" name="shape:031"/>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834640"/>
                <a:gridCol w="2560320"/>
                <a:gridCol w="4572000"/>
                <a:gridCol w="1124712"/>
              </a:tblGrid>
              <a:tr h="384048">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リスク</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兆候</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対応策</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c>
                  <a:txBody>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担当</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071B2C"/>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記載例1がNを下回る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記載例2のNがNか月続く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記載例3を先に確保する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記載例4の代替案を用意する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記載例5がNを下回る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記載例6のNがNか月続く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記載例7を先に確保する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記載例8の代替案を用意する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r h="1188720">
                <a:tc>
                  <a:txBody>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記載例7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記載例9がNを下回る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記載例10のNがNか月続く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記載例11を先に確保する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071B2C"/>
                          </a:solidFill>
                          <a:latin typeface="Yu Gothic" pitchFamily="34" charset="0"/>
                          <a:ea typeface="Yu Gothic" pitchFamily="34" charset="-122"/>
                          <a:cs typeface="Yu Gothic" pitchFamily="34" charset="-120"/>
                        </a:rPr>
                        <a:t>記載例12の代替案を用意する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c>
                  <a:txBody>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D9DCDF"/>
                      </a:solidFill>
                      <a:prstDash val="solid"/>
                      <a:round/>
                      <a:headEnd type="none" w="med" len="med"/>
                      <a:tailEnd type="none" w="med" len="med"/>
                    </a:lnB>
                  </a:tcPr>
                </a:tc>
              </a:tr>
            </a:tbl>
          </a:graphicData>
        </a:graphic>
      </p:graphicFrame>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横軸評価表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40</a:t>
            </a:r>
            <a:endParaRPr lang="en-US" sz="750" dirty="0"/>
          </a:p>
        </p:txBody>
      </p:sp>
      <p:sp>
        <p:nvSpPr>
          <p:cNvPr id="10" name="shape:010"/>
          <p:cNvSpPr/>
          <p:nvPr/>
        </p:nvSpPr>
        <p:spPr>
          <a:xfrm>
            <a:off x="576072" y="2075688"/>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  網掛けの行＝記載例1（この行だけ立てている理由を1行で）</a:t>
            </a:r>
            <a:endParaRPr lang="en-US" sz="1250" dirty="0"/>
          </a:p>
        </p:txBody>
      </p:sp>
      <p:sp>
        <p:nvSpPr>
          <p:cNvPr id="11" name="shape:011"/>
          <p:cNvSpPr/>
          <p:nvPr/>
        </p:nvSpPr>
        <p:spPr>
          <a:xfrm>
            <a:off x="576072" y="2404872"/>
            <a:ext cx="11039551" cy="0"/>
          </a:xfrm>
          <a:prstGeom prst="line">
            <a:avLst/>
          </a:prstGeom>
          <a:noFill/>
          <a:ln w="7620">
            <a:solidFill>
              <a:srgbClr val="666B70"/>
            </a:solidFill>
            <a:prstDash val="sysDot"/>
          </a:ln>
        </p:spPr>
        <p:txBody>
          <a:bodyPr>
            <a:noAutofit/>
          </a:bodyPr>
          <a:p/>
        </p:txBody>
      </p:sp>
      <p:sp>
        <p:nvSpPr>
          <p:cNvPr id="12" name="shape:012"/>
          <p:cNvSpPr/>
          <p:nvPr/>
        </p:nvSpPr>
        <p:spPr>
          <a:xfrm>
            <a:off x="576072" y="2578608"/>
            <a:ext cx="1304814"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576072" y="2926080"/>
            <a:ext cx="1304814" cy="0"/>
          </a:xfrm>
          <a:prstGeom prst="line">
            <a:avLst/>
          </a:prstGeom>
          <a:noFill/>
          <a:ln w="20320">
            <a:solidFill>
              <a:srgbClr val="071B2C"/>
            </a:solidFill>
            <a:prstDash val="solid"/>
          </a:ln>
        </p:spPr>
        <p:txBody>
          <a:bodyPr>
            <a:noAutofit/>
          </a:bodyPr>
          <a:p/>
        </p:txBody>
      </p:sp>
      <p:sp>
        <p:nvSpPr>
          <p:cNvPr id="14" name="shape:014"/>
          <p:cNvSpPr/>
          <p:nvPr/>
        </p:nvSpPr>
        <p:spPr>
          <a:xfrm>
            <a:off x="2063766" y="2578608"/>
            <a:ext cx="274011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2063766" y="2926080"/>
            <a:ext cx="2740110" cy="0"/>
          </a:xfrm>
          <a:prstGeom prst="line">
            <a:avLst/>
          </a:prstGeom>
          <a:noFill/>
          <a:ln w="20320">
            <a:solidFill>
              <a:srgbClr val="071B2C"/>
            </a:solidFill>
            <a:prstDash val="solid"/>
          </a:ln>
        </p:spPr>
        <p:txBody>
          <a:bodyPr>
            <a:noAutofit/>
          </a:bodyPr>
          <a:p/>
        </p:txBody>
      </p:sp>
      <p:sp>
        <p:nvSpPr>
          <p:cNvPr id="16" name="shape:016"/>
          <p:cNvSpPr/>
          <p:nvPr/>
        </p:nvSpPr>
        <p:spPr>
          <a:xfrm>
            <a:off x="4986756" y="2578608"/>
            <a:ext cx="3001072"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4986756" y="2926080"/>
            <a:ext cx="3001072" cy="0"/>
          </a:xfrm>
          <a:prstGeom prst="line">
            <a:avLst/>
          </a:prstGeom>
          <a:noFill/>
          <a:ln w="20320">
            <a:solidFill>
              <a:srgbClr val="071B2C"/>
            </a:solidFill>
            <a:prstDash val="solid"/>
          </a:ln>
        </p:spPr>
        <p:txBody>
          <a:bodyPr>
            <a:noAutofit/>
          </a:bodyPr>
          <a:p/>
        </p:txBody>
      </p:sp>
      <p:sp>
        <p:nvSpPr>
          <p:cNvPr id="18" name="shape:018"/>
          <p:cNvSpPr/>
          <p:nvPr/>
        </p:nvSpPr>
        <p:spPr>
          <a:xfrm>
            <a:off x="8170708" y="2578608"/>
            <a:ext cx="1565777"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列見出し4</a:t>
            </a:r>
            <a:endParaRPr lang="en-US" sz="1200" dirty="0"/>
          </a:p>
        </p:txBody>
      </p:sp>
      <p:sp>
        <p:nvSpPr>
          <p:cNvPr id="19" name="shape:019"/>
          <p:cNvSpPr/>
          <p:nvPr/>
        </p:nvSpPr>
        <p:spPr>
          <a:xfrm>
            <a:off x="8170708" y="2926080"/>
            <a:ext cx="1565777" cy="0"/>
          </a:xfrm>
          <a:prstGeom prst="line">
            <a:avLst/>
          </a:prstGeom>
          <a:noFill/>
          <a:ln w="20320">
            <a:solidFill>
              <a:srgbClr val="071B2C"/>
            </a:solidFill>
            <a:prstDash val="solid"/>
          </a:ln>
        </p:spPr>
        <p:txBody>
          <a:bodyPr>
            <a:noAutofit/>
          </a:bodyPr>
          <a:p/>
        </p:txBody>
      </p:sp>
      <p:sp>
        <p:nvSpPr>
          <p:cNvPr id="20" name="shape:020"/>
          <p:cNvSpPr/>
          <p:nvPr/>
        </p:nvSpPr>
        <p:spPr>
          <a:xfrm>
            <a:off x="9919365" y="2578608"/>
            <a:ext cx="1696258"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列見出し5</a:t>
            </a:r>
            <a:endParaRPr lang="en-US" sz="1200" dirty="0"/>
          </a:p>
        </p:txBody>
      </p:sp>
      <p:sp>
        <p:nvSpPr>
          <p:cNvPr id="21" name="shape:021"/>
          <p:cNvSpPr/>
          <p:nvPr/>
        </p:nvSpPr>
        <p:spPr>
          <a:xfrm>
            <a:off x="9919365" y="2926080"/>
            <a:ext cx="1696258" cy="0"/>
          </a:xfrm>
          <a:prstGeom prst="line">
            <a:avLst/>
          </a:prstGeom>
          <a:noFill/>
          <a:ln w="20320">
            <a:solidFill>
              <a:srgbClr val="071B2C"/>
            </a:solidFill>
            <a:prstDash val="solid"/>
          </a:ln>
        </p:spPr>
        <p:txBody>
          <a:bodyPr>
            <a:noAutofit/>
          </a:bodyPr>
          <a:p/>
        </p:txBody>
      </p:sp>
      <p:sp>
        <p:nvSpPr>
          <p:cNvPr id="22" name="shape:022"/>
          <p:cNvSpPr/>
          <p:nvPr/>
        </p:nvSpPr>
        <p:spPr>
          <a:xfrm>
            <a:off x="530352" y="3044952"/>
            <a:ext cx="11130991" cy="832104"/>
          </a:xfrm>
          <a:prstGeom prst="rect">
            <a:avLst/>
          </a:prstGeom>
          <a:solidFill>
            <a:srgbClr val="E7F4F8"/>
          </a:solidFill>
          <a:ln/>
        </p:spPr>
        <p:txBody>
          <a:bodyPr>
            <a:noAutofit/>
          </a:bodyPr>
          <a:p/>
        </p:txBody>
      </p:sp>
      <p:sp>
        <p:nvSpPr>
          <p:cNvPr id="23" name="shape:023"/>
          <p:cNvSpPr/>
          <p:nvPr/>
        </p:nvSpPr>
        <p:spPr>
          <a:xfrm>
            <a:off x="576072" y="311810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値</a:t>
            </a:r>
            <a:endParaRPr lang="en-US" sz="1050" dirty="0"/>
          </a:p>
        </p:txBody>
      </p:sp>
      <p:sp>
        <p:nvSpPr>
          <p:cNvPr id="24" name="shape:024"/>
          <p:cNvSpPr/>
          <p:nvPr/>
        </p:nvSpPr>
        <p:spPr>
          <a:xfrm>
            <a:off x="2063766" y="311810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25" name="shape:025"/>
          <p:cNvSpPr/>
          <p:nvPr/>
        </p:nvSpPr>
        <p:spPr>
          <a:xfrm>
            <a:off x="4986756" y="311810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26" name="shape:026"/>
          <p:cNvSpPr/>
          <p:nvPr/>
        </p:nvSpPr>
        <p:spPr>
          <a:xfrm>
            <a:off x="8170708" y="311810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27" name="shape:027"/>
          <p:cNvSpPr/>
          <p:nvPr/>
        </p:nvSpPr>
        <p:spPr>
          <a:xfrm>
            <a:off x="9919365" y="311810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28" name="shape:028"/>
          <p:cNvSpPr/>
          <p:nvPr/>
        </p:nvSpPr>
        <p:spPr>
          <a:xfrm>
            <a:off x="576072" y="3913632"/>
            <a:ext cx="11039551" cy="0"/>
          </a:xfrm>
          <a:prstGeom prst="line">
            <a:avLst/>
          </a:prstGeom>
          <a:noFill/>
          <a:ln w="6350">
            <a:solidFill>
              <a:srgbClr val="D9DCDF"/>
            </a:solidFill>
            <a:prstDash val="dash"/>
          </a:ln>
        </p:spPr>
        <p:txBody>
          <a:bodyPr>
            <a:noAutofit/>
          </a:bodyPr>
          <a:p/>
        </p:txBody>
      </p:sp>
      <p:sp>
        <p:nvSpPr>
          <p:cNvPr id="29" name="shape:029"/>
          <p:cNvSpPr/>
          <p:nvPr/>
        </p:nvSpPr>
        <p:spPr>
          <a:xfrm>
            <a:off x="576072" y="398678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値</a:t>
            </a:r>
            <a:endParaRPr lang="en-US" sz="1050" dirty="0"/>
          </a:p>
        </p:txBody>
      </p:sp>
      <p:sp>
        <p:nvSpPr>
          <p:cNvPr id="30" name="shape:030"/>
          <p:cNvSpPr/>
          <p:nvPr/>
        </p:nvSpPr>
        <p:spPr>
          <a:xfrm>
            <a:off x="2063766" y="398678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1" name="shape:031"/>
          <p:cNvSpPr/>
          <p:nvPr/>
        </p:nvSpPr>
        <p:spPr>
          <a:xfrm>
            <a:off x="4986756" y="398678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2" name="shape:032"/>
          <p:cNvSpPr/>
          <p:nvPr/>
        </p:nvSpPr>
        <p:spPr>
          <a:xfrm>
            <a:off x="8170708" y="398678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3" name="shape:033"/>
          <p:cNvSpPr/>
          <p:nvPr/>
        </p:nvSpPr>
        <p:spPr>
          <a:xfrm>
            <a:off x="9919365" y="398678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4" name="shape:034"/>
          <p:cNvSpPr/>
          <p:nvPr/>
        </p:nvSpPr>
        <p:spPr>
          <a:xfrm>
            <a:off x="576072" y="4782312"/>
            <a:ext cx="11039551" cy="0"/>
          </a:xfrm>
          <a:prstGeom prst="line">
            <a:avLst/>
          </a:prstGeom>
          <a:noFill/>
          <a:ln w="6350">
            <a:solidFill>
              <a:srgbClr val="D9DCDF"/>
            </a:solidFill>
            <a:prstDash val="dash"/>
          </a:ln>
        </p:spPr>
        <p:txBody>
          <a:bodyPr>
            <a:noAutofit/>
          </a:bodyPr>
          <a:p/>
        </p:txBody>
      </p:sp>
      <p:sp>
        <p:nvSpPr>
          <p:cNvPr id="35" name="shape:035"/>
          <p:cNvSpPr/>
          <p:nvPr/>
        </p:nvSpPr>
        <p:spPr>
          <a:xfrm>
            <a:off x="576072" y="485546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071B2C"/>
                </a:solidFill>
                <a:latin typeface="Yu Gothic" pitchFamily="34" charset="0"/>
                <a:ea typeface="Yu Gothic" pitchFamily="34" charset="-122"/>
                <a:cs typeface="Yu Gothic" pitchFamily="34" charset="-120"/>
              </a:rPr>
              <a:t>値</a:t>
            </a:r>
            <a:endParaRPr lang="en-US" sz="1050" dirty="0"/>
          </a:p>
        </p:txBody>
      </p:sp>
      <p:sp>
        <p:nvSpPr>
          <p:cNvPr id="36" name="shape:036"/>
          <p:cNvSpPr/>
          <p:nvPr/>
        </p:nvSpPr>
        <p:spPr>
          <a:xfrm>
            <a:off x="2063766" y="485546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7" name="shape:037"/>
          <p:cNvSpPr/>
          <p:nvPr/>
        </p:nvSpPr>
        <p:spPr>
          <a:xfrm>
            <a:off x="4986756" y="485546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8" name="shape:038"/>
          <p:cNvSpPr/>
          <p:nvPr/>
        </p:nvSpPr>
        <p:spPr>
          <a:xfrm>
            <a:off x="8170708" y="485546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39" name="shape:039"/>
          <p:cNvSpPr/>
          <p:nvPr/>
        </p:nvSpPr>
        <p:spPr>
          <a:xfrm>
            <a:off x="9919365" y="485546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値</a:t>
            </a:r>
            <a:endParaRPr lang="en-US" sz="1050" dirty="0"/>
          </a:p>
        </p:txBody>
      </p:sp>
      <p:sp>
        <p:nvSpPr>
          <p:cNvPr id="40" name="shape:040"/>
          <p:cNvSpPr/>
          <p:nvPr/>
        </p:nvSpPr>
        <p:spPr>
          <a:xfrm>
            <a:off x="576072" y="5650992"/>
            <a:ext cx="11039551" cy="0"/>
          </a:xfrm>
          <a:prstGeom prst="line">
            <a:avLst/>
          </a:prstGeom>
          <a:noFill/>
          <a:ln w="6350">
            <a:solidFill>
              <a:srgbClr val="D9DCDF"/>
            </a:solidFill>
            <a:prstDash val="dash"/>
          </a:ln>
        </p:spPr>
        <p:txBody>
          <a:bodyPr>
            <a:noAutofit/>
          </a:bodyPr>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ヒートマップ表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41</a:t>
            </a:r>
            <a:endParaRPr lang="en-US" sz="750" dirty="0"/>
          </a:p>
        </p:txBody>
      </p:sp>
      <p:sp>
        <p:nvSpPr>
          <p:cNvPr id="10" name="shape:010"/>
          <p:cNvSpPr/>
          <p:nvPr/>
        </p:nvSpPr>
        <p:spPr>
          <a:xfrm>
            <a:off x="576072" y="2011680"/>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953512"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953512" y="2340864"/>
            <a:ext cx="2092376" cy="0"/>
          </a:xfrm>
          <a:prstGeom prst="line">
            <a:avLst/>
          </a:prstGeom>
          <a:noFill/>
          <a:ln w="17780">
            <a:solidFill>
              <a:srgbClr val="071B2C"/>
            </a:solidFill>
            <a:prstDash val="solid"/>
          </a:ln>
        </p:spPr>
        <p:txBody>
          <a:bodyPr>
            <a:noAutofit/>
          </a:bodyPr>
          <a:p/>
        </p:txBody>
      </p:sp>
      <p:sp>
        <p:nvSpPr>
          <p:cNvPr id="13" name="shape:013"/>
          <p:cNvSpPr/>
          <p:nvPr/>
        </p:nvSpPr>
        <p:spPr>
          <a:xfrm>
            <a:off x="5119040"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119040" y="2340864"/>
            <a:ext cx="2092376" cy="0"/>
          </a:xfrm>
          <a:prstGeom prst="line">
            <a:avLst/>
          </a:prstGeom>
          <a:noFill/>
          <a:ln w="17780">
            <a:solidFill>
              <a:srgbClr val="071B2C"/>
            </a:solidFill>
            <a:prstDash val="solid"/>
          </a:ln>
        </p:spPr>
        <p:txBody>
          <a:bodyPr>
            <a:noAutofit/>
          </a:bodyPr>
          <a:p/>
        </p:txBody>
      </p:sp>
      <p:sp>
        <p:nvSpPr>
          <p:cNvPr id="15" name="shape:015"/>
          <p:cNvSpPr/>
          <p:nvPr/>
        </p:nvSpPr>
        <p:spPr>
          <a:xfrm>
            <a:off x="7284568"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7284568" y="2340864"/>
            <a:ext cx="2092376" cy="0"/>
          </a:xfrm>
          <a:prstGeom prst="line">
            <a:avLst/>
          </a:prstGeom>
          <a:noFill/>
          <a:ln w="17780">
            <a:solidFill>
              <a:srgbClr val="071B2C"/>
            </a:solidFill>
            <a:prstDash val="solid"/>
          </a:ln>
        </p:spPr>
        <p:txBody>
          <a:bodyPr>
            <a:noAutofit/>
          </a:bodyPr>
          <a:p/>
        </p:txBody>
      </p:sp>
      <p:sp>
        <p:nvSpPr>
          <p:cNvPr id="17" name="shape:017"/>
          <p:cNvSpPr/>
          <p:nvPr/>
        </p:nvSpPr>
        <p:spPr>
          <a:xfrm>
            <a:off x="9450095"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列見出し4</a:t>
            </a:r>
            <a:endParaRPr lang="en-US" sz="1200" dirty="0"/>
          </a:p>
        </p:txBody>
      </p:sp>
      <p:sp>
        <p:nvSpPr>
          <p:cNvPr id="18" name="shape:018"/>
          <p:cNvSpPr/>
          <p:nvPr/>
        </p:nvSpPr>
        <p:spPr>
          <a:xfrm>
            <a:off x="9450095" y="2340864"/>
            <a:ext cx="2092376" cy="0"/>
          </a:xfrm>
          <a:prstGeom prst="line">
            <a:avLst/>
          </a:prstGeom>
          <a:noFill/>
          <a:ln w="17780">
            <a:solidFill>
              <a:srgbClr val="071B2C"/>
            </a:solidFill>
            <a:prstDash val="solid"/>
          </a:ln>
        </p:spPr>
        <p:txBody>
          <a:bodyPr>
            <a:noAutofit/>
          </a:bodyPr>
          <a:p/>
        </p:txBody>
      </p:sp>
      <p:sp>
        <p:nvSpPr>
          <p:cNvPr id="19" name="shape:019"/>
          <p:cNvSpPr/>
          <p:nvPr/>
        </p:nvSpPr>
        <p:spPr>
          <a:xfrm>
            <a:off x="576072" y="266090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行見出し1</a:t>
            </a:r>
            <a:endParaRPr lang="en-US" sz="1200" dirty="0"/>
          </a:p>
        </p:txBody>
      </p:sp>
      <p:sp>
        <p:nvSpPr>
          <p:cNvPr id="20" name="shape:020"/>
          <p:cNvSpPr/>
          <p:nvPr/>
        </p:nvSpPr>
        <p:spPr>
          <a:xfrm>
            <a:off x="2953512" y="2514600"/>
            <a:ext cx="2092376" cy="658368"/>
          </a:xfrm>
          <a:prstGeom prst="rect">
            <a:avLst/>
          </a:prstGeom>
          <a:solidFill>
            <a:srgbClr val="1E5F8C"/>
          </a:solidFill>
          <a:ln/>
        </p:spPr>
        <p:txBody>
          <a:bodyPr>
            <a:noAutofit/>
          </a:bodyPr>
          <a:p/>
        </p:txBody>
      </p:sp>
      <p:sp>
        <p:nvSpPr>
          <p:cNvPr id="21" name="shape:021"/>
          <p:cNvSpPr/>
          <p:nvPr/>
        </p:nvSpPr>
        <p:spPr>
          <a:xfrm>
            <a:off x="2953512"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22" name="shape:022"/>
          <p:cNvSpPr/>
          <p:nvPr/>
        </p:nvSpPr>
        <p:spPr>
          <a:xfrm>
            <a:off x="5119040" y="2514600"/>
            <a:ext cx="2092376" cy="658368"/>
          </a:xfrm>
          <a:prstGeom prst="rect">
            <a:avLst/>
          </a:prstGeom>
          <a:solidFill>
            <a:srgbClr val="79C8DC"/>
          </a:solidFill>
          <a:ln/>
        </p:spPr>
        <p:txBody>
          <a:bodyPr>
            <a:noAutofit/>
          </a:bodyPr>
          <a:p/>
        </p:txBody>
      </p:sp>
      <p:sp>
        <p:nvSpPr>
          <p:cNvPr id="23" name="shape:023"/>
          <p:cNvSpPr/>
          <p:nvPr/>
        </p:nvSpPr>
        <p:spPr>
          <a:xfrm>
            <a:off x="5119040"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中</a:t>
            </a:r>
            <a:endParaRPr lang="en-US" sz="1150" dirty="0"/>
          </a:p>
        </p:txBody>
      </p:sp>
      <p:sp>
        <p:nvSpPr>
          <p:cNvPr id="24" name="shape:024"/>
          <p:cNvSpPr/>
          <p:nvPr/>
        </p:nvSpPr>
        <p:spPr>
          <a:xfrm>
            <a:off x="7284568" y="2514600"/>
            <a:ext cx="2092376" cy="658368"/>
          </a:xfrm>
          <a:prstGeom prst="rect">
            <a:avLst/>
          </a:prstGeom>
          <a:solidFill>
            <a:srgbClr val="E7F4F8"/>
          </a:solidFill>
          <a:ln/>
        </p:spPr>
        <p:txBody>
          <a:bodyPr>
            <a:noAutofit/>
          </a:bodyPr>
          <a:p/>
        </p:txBody>
      </p:sp>
      <p:sp>
        <p:nvSpPr>
          <p:cNvPr id="25" name="shape:025"/>
          <p:cNvSpPr/>
          <p:nvPr/>
        </p:nvSpPr>
        <p:spPr>
          <a:xfrm>
            <a:off x="7284568"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低</a:t>
            </a:r>
            <a:endParaRPr lang="en-US" sz="1150" dirty="0"/>
          </a:p>
        </p:txBody>
      </p:sp>
      <p:sp>
        <p:nvSpPr>
          <p:cNvPr id="26" name="shape:026"/>
          <p:cNvSpPr/>
          <p:nvPr/>
        </p:nvSpPr>
        <p:spPr>
          <a:xfrm>
            <a:off x="9450095" y="2514600"/>
            <a:ext cx="2092376" cy="658368"/>
          </a:xfrm>
          <a:prstGeom prst="rect">
            <a:avLst/>
          </a:prstGeom>
          <a:solidFill>
            <a:srgbClr val="79C8DC"/>
          </a:solidFill>
          <a:ln/>
        </p:spPr>
        <p:txBody>
          <a:bodyPr>
            <a:noAutofit/>
          </a:bodyPr>
          <a:p/>
        </p:txBody>
      </p:sp>
      <p:sp>
        <p:nvSpPr>
          <p:cNvPr id="27" name="shape:027"/>
          <p:cNvSpPr/>
          <p:nvPr/>
        </p:nvSpPr>
        <p:spPr>
          <a:xfrm>
            <a:off x="9450095"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中</a:t>
            </a:r>
            <a:endParaRPr lang="en-US" sz="1150" dirty="0"/>
          </a:p>
        </p:txBody>
      </p:sp>
      <p:sp>
        <p:nvSpPr>
          <p:cNvPr id="28" name="shape:028"/>
          <p:cNvSpPr/>
          <p:nvPr/>
        </p:nvSpPr>
        <p:spPr>
          <a:xfrm>
            <a:off x="576072" y="339242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行見出し2</a:t>
            </a:r>
            <a:endParaRPr lang="en-US" sz="1200" dirty="0"/>
          </a:p>
        </p:txBody>
      </p:sp>
      <p:sp>
        <p:nvSpPr>
          <p:cNvPr id="29" name="shape:029"/>
          <p:cNvSpPr/>
          <p:nvPr/>
        </p:nvSpPr>
        <p:spPr>
          <a:xfrm>
            <a:off x="2953512" y="3246120"/>
            <a:ext cx="2092376" cy="658368"/>
          </a:xfrm>
          <a:prstGeom prst="rect">
            <a:avLst/>
          </a:prstGeom>
          <a:solidFill>
            <a:srgbClr val="79C8DC"/>
          </a:solidFill>
          <a:ln/>
        </p:spPr>
        <p:txBody>
          <a:bodyPr>
            <a:noAutofit/>
          </a:bodyPr>
          <a:p/>
        </p:txBody>
      </p:sp>
      <p:sp>
        <p:nvSpPr>
          <p:cNvPr id="30" name="shape:030"/>
          <p:cNvSpPr/>
          <p:nvPr/>
        </p:nvSpPr>
        <p:spPr>
          <a:xfrm>
            <a:off x="2953512"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中</a:t>
            </a:r>
            <a:endParaRPr lang="en-US" sz="1150" dirty="0"/>
          </a:p>
        </p:txBody>
      </p:sp>
      <p:sp>
        <p:nvSpPr>
          <p:cNvPr id="31" name="shape:031"/>
          <p:cNvSpPr/>
          <p:nvPr/>
        </p:nvSpPr>
        <p:spPr>
          <a:xfrm>
            <a:off x="5119040" y="3246120"/>
            <a:ext cx="2092376" cy="658368"/>
          </a:xfrm>
          <a:prstGeom prst="rect">
            <a:avLst/>
          </a:prstGeom>
          <a:solidFill>
            <a:srgbClr val="E7F4F8"/>
          </a:solidFill>
          <a:ln/>
        </p:spPr>
        <p:txBody>
          <a:bodyPr>
            <a:noAutofit/>
          </a:bodyPr>
          <a:p/>
        </p:txBody>
      </p:sp>
      <p:sp>
        <p:nvSpPr>
          <p:cNvPr id="32" name="shape:032"/>
          <p:cNvSpPr/>
          <p:nvPr/>
        </p:nvSpPr>
        <p:spPr>
          <a:xfrm>
            <a:off x="5119040"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低</a:t>
            </a:r>
            <a:endParaRPr lang="en-US" sz="1150" dirty="0"/>
          </a:p>
        </p:txBody>
      </p:sp>
      <p:sp>
        <p:nvSpPr>
          <p:cNvPr id="33" name="shape:033"/>
          <p:cNvSpPr/>
          <p:nvPr/>
        </p:nvSpPr>
        <p:spPr>
          <a:xfrm>
            <a:off x="7284568" y="3246120"/>
            <a:ext cx="2092376" cy="658368"/>
          </a:xfrm>
          <a:prstGeom prst="rect">
            <a:avLst/>
          </a:prstGeom>
          <a:solidFill>
            <a:srgbClr val="FFFFFF"/>
          </a:solidFill>
          <a:ln w="6350">
            <a:solidFill>
              <a:srgbClr val="D9DCDF"/>
            </a:solidFill>
            <a:prstDash val="solid"/>
          </a:ln>
        </p:spPr>
        <p:txBody>
          <a:bodyPr>
            <a:noAutofit/>
          </a:bodyPr>
          <a:p/>
        </p:txBody>
      </p:sp>
      <p:sp>
        <p:nvSpPr>
          <p:cNvPr id="34" name="shape:034"/>
          <p:cNvSpPr/>
          <p:nvPr/>
        </p:nvSpPr>
        <p:spPr>
          <a:xfrm>
            <a:off x="7284568"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なし</a:t>
            </a:r>
            <a:endParaRPr lang="en-US" sz="1150" dirty="0"/>
          </a:p>
        </p:txBody>
      </p:sp>
      <p:sp>
        <p:nvSpPr>
          <p:cNvPr id="35" name="shape:035"/>
          <p:cNvSpPr/>
          <p:nvPr/>
        </p:nvSpPr>
        <p:spPr>
          <a:xfrm>
            <a:off x="9450095" y="3246120"/>
            <a:ext cx="2092376" cy="658368"/>
          </a:xfrm>
          <a:prstGeom prst="rect">
            <a:avLst/>
          </a:prstGeom>
          <a:solidFill>
            <a:srgbClr val="E7F4F8"/>
          </a:solidFill>
          <a:ln/>
        </p:spPr>
        <p:txBody>
          <a:bodyPr>
            <a:noAutofit/>
          </a:bodyPr>
          <a:p/>
        </p:txBody>
      </p:sp>
      <p:sp>
        <p:nvSpPr>
          <p:cNvPr id="36" name="shape:036"/>
          <p:cNvSpPr/>
          <p:nvPr/>
        </p:nvSpPr>
        <p:spPr>
          <a:xfrm>
            <a:off x="9450095"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低</a:t>
            </a:r>
            <a:endParaRPr lang="en-US" sz="1150" dirty="0"/>
          </a:p>
        </p:txBody>
      </p:sp>
      <p:sp>
        <p:nvSpPr>
          <p:cNvPr id="37" name="shape:037"/>
          <p:cNvSpPr/>
          <p:nvPr/>
        </p:nvSpPr>
        <p:spPr>
          <a:xfrm>
            <a:off x="576072" y="412394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行見出し3</a:t>
            </a:r>
            <a:endParaRPr lang="en-US" sz="1200" dirty="0"/>
          </a:p>
        </p:txBody>
      </p:sp>
      <p:sp>
        <p:nvSpPr>
          <p:cNvPr id="38" name="shape:038"/>
          <p:cNvSpPr/>
          <p:nvPr/>
        </p:nvSpPr>
        <p:spPr>
          <a:xfrm>
            <a:off x="2953512" y="3977640"/>
            <a:ext cx="2092376" cy="658368"/>
          </a:xfrm>
          <a:prstGeom prst="rect">
            <a:avLst/>
          </a:prstGeom>
          <a:solidFill>
            <a:srgbClr val="1E5F8C"/>
          </a:solidFill>
          <a:ln/>
        </p:spPr>
        <p:txBody>
          <a:bodyPr>
            <a:noAutofit/>
          </a:bodyPr>
          <a:p/>
        </p:txBody>
      </p:sp>
      <p:sp>
        <p:nvSpPr>
          <p:cNvPr id="39" name="shape:039"/>
          <p:cNvSpPr/>
          <p:nvPr/>
        </p:nvSpPr>
        <p:spPr>
          <a:xfrm>
            <a:off x="2953512"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0" name="shape:040"/>
          <p:cNvSpPr/>
          <p:nvPr/>
        </p:nvSpPr>
        <p:spPr>
          <a:xfrm>
            <a:off x="5119040" y="3977640"/>
            <a:ext cx="2092376" cy="658368"/>
          </a:xfrm>
          <a:prstGeom prst="rect">
            <a:avLst/>
          </a:prstGeom>
          <a:solidFill>
            <a:srgbClr val="1E5F8C"/>
          </a:solidFill>
          <a:ln/>
        </p:spPr>
        <p:txBody>
          <a:bodyPr>
            <a:noAutofit/>
          </a:bodyPr>
          <a:p/>
        </p:txBody>
      </p:sp>
      <p:sp>
        <p:nvSpPr>
          <p:cNvPr id="41" name="shape:041"/>
          <p:cNvSpPr/>
          <p:nvPr/>
        </p:nvSpPr>
        <p:spPr>
          <a:xfrm>
            <a:off x="5119040"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2" name="shape:042"/>
          <p:cNvSpPr/>
          <p:nvPr/>
        </p:nvSpPr>
        <p:spPr>
          <a:xfrm>
            <a:off x="7284568" y="3977640"/>
            <a:ext cx="2092376" cy="658368"/>
          </a:xfrm>
          <a:prstGeom prst="rect">
            <a:avLst/>
          </a:prstGeom>
          <a:solidFill>
            <a:srgbClr val="79C8DC"/>
          </a:solidFill>
          <a:ln/>
        </p:spPr>
        <p:txBody>
          <a:bodyPr>
            <a:noAutofit/>
          </a:bodyPr>
          <a:p/>
        </p:txBody>
      </p:sp>
      <p:sp>
        <p:nvSpPr>
          <p:cNvPr id="43" name="shape:043"/>
          <p:cNvSpPr/>
          <p:nvPr/>
        </p:nvSpPr>
        <p:spPr>
          <a:xfrm>
            <a:off x="7284568"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中</a:t>
            </a:r>
            <a:endParaRPr lang="en-US" sz="1150" dirty="0"/>
          </a:p>
        </p:txBody>
      </p:sp>
      <p:sp>
        <p:nvSpPr>
          <p:cNvPr id="44" name="shape:044"/>
          <p:cNvSpPr/>
          <p:nvPr/>
        </p:nvSpPr>
        <p:spPr>
          <a:xfrm>
            <a:off x="9450095" y="3977640"/>
            <a:ext cx="2092376" cy="658368"/>
          </a:xfrm>
          <a:prstGeom prst="rect">
            <a:avLst/>
          </a:prstGeom>
          <a:solidFill>
            <a:srgbClr val="1E5F8C"/>
          </a:solidFill>
          <a:ln/>
        </p:spPr>
        <p:txBody>
          <a:bodyPr>
            <a:noAutofit/>
          </a:bodyPr>
          <a:p/>
        </p:txBody>
      </p:sp>
      <p:sp>
        <p:nvSpPr>
          <p:cNvPr id="45" name="shape:045"/>
          <p:cNvSpPr/>
          <p:nvPr/>
        </p:nvSpPr>
        <p:spPr>
          <a:xfrm>
            <a:off x="9450095"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6" name="shape:046"/>
          <p:cNvSpPr/>
          <p:nvPr/>
        </p:nvSpPr>
        <p:spPr>
          <a:xfrm>
            <a:off x="576072" y="485546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行見出し4</a:t>
            </a:r>
            <a:endParaRPr lang="en-US" sz="1200" dirty="0"/>
          </a:p>
        </p:txBody>
      </p:sp>
      <p:sp>
        <p:nvSpPr>
          <p:cNvPr id="47" name="shape:047"/>
          <p:cNvSpPr/>
          <p:nvPr/>
        </p:nvSpPr>
        <p:spPr>
          <a:xfrm>
            <a:off x="2953512" y="4709160"/>
            <a:ext cx="2092376" cy="658368"/>
          </a:xfrm>
          <a:prstGeom prst="rect">
            <a:avLst/>
          </a:prstGeom>
          <a:solidFill>
            <a:srgbClr val="79C8DC"/>
          </a:solidFill>
          <a:ln/>
        </p:spPr>
        <p:txBody>
          <a:bodyPr>
            <a:noAutofit/>
          </a:bodyPr>
          <a:p/>
        </p:txBody>
      </p:sp>
      <p:sp>
        <p:nvSpPr>
          <p:cNvPr id="48" name="shape:048"/>
          <p:cNvSpPr/>
          <p:nvPr/>
        </p:nvSpPr>
        <p:spPr>
          <a:xfrm>
            <a:off x="2953512"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中</a:t>
            </a:r>
            <a:endParaRPr lang="en-US" sz="1150" dirty="0"/>
          </a:p>
        </p:txBody>
      </p:sp>
      <p:sp>
        <p:nvSpPr>
          <p:cNvPr id="49" name="shape:049"/>
          <p:cNvSpPr/>
          <p:nvPr/>
        </p:nvSpPr>
        <p:spPr>
          <a:xfrm>
            <a:off x="5119040" y="4709160"/>
            <a:ext cx="2092376" cy="658368"/>
          </a:xfrm>
          <a:prstGeom prst="rect">
            <a:avLst/>
          </a:prstGeom>
          <a:solidFill>
            <a:srgbClr val="E7F4F8"/>
          </a:solidFill>
          <a:ln/>
        </p:spPr>
        <p:txBody>
          <a:bodyPr>
            <a:noAutofit/>
          </a:bodyPr>
          <a:p/>
        </p:txBody>
      </p:sp>
      <p:sp>
        <p:nvSpPr>
          <p:cNvPr id="50" name="shape:050"/>
          <p:cNvSpPr/>
          <p:nvPr/>
        </p:nvSpPr>
        <p:spPr>
          <a:xfrm>
            <a:off x="5119040"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低</a:t>
            </a:r>
            <a:endParaRPr lang="en-US" sz="1150" dirty="0"/>
          </a:p>
        </p:txBody>
      </p:sp>
      <p:sp>
        <p:nvSpPr>
          <p:cNvPr id="51" name="shape:051"/>
          <p:cNvSpPr/>
          <p:nvPr/>
        </p:nvSpPr>
        <p:spPr>
          <a:xfrm>
            <a:off x="7284568" y="4709160"/>
            <a:ext cx="2092376" cy="658368"/>
          </a:xfrm>
          <a:prstGeom prst="rect">
            <a:avLst/>
          </a:prstGeom>
          <a:solidFill>
            <a:srgbClr val="FFFFFF"/>
          </a:solidFill>
          <a:ln w="6350">
            <a:solidFill>
              <a:srgbClr val="D9DCDF"/>
            </a:solidFill>
            <a:prstDash val="solid"/>
          </a:ln>
        </p:spPr>
        <p:txBody>
          <a:bodyPr>
            <a:noAutofit/>
          </a:bodyPr>
          <a:p/>
        </p:txBody>
      </p:sp>
      <p:sp>
        <p:nvSpPr>
          <p:cNvPr id="52" name="shape:052"/>
          <p:cNvSpPr/>
          <p:nvPr/>
        </p:nvSpPr>
        <p:spPr>
          <a:xfrm>
            <a:off x="7284568"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なし</a:t>
            </a:r>
            <a:endParaRPr lang="en-US" sz="1150" dirty="0"/>
          </a:p>
        </p:txBody>
      </p:sp>
      <p:sp>
        <p:nvSpPr>
          <p:cNvPr id="53" name="shape:053"/>
          <p:cNvSpPr/>
          <p:nvPr/>
        </p:nvSpPr>
        <p:spPr>
          <a:xfrm>
            <a:off x="9450095" y="4709160"/>
            <a:ext cx="2092376" cy="658368"/>
          </a:xfrm>
          <a:prstGeom prst="rect">
            <a:avLst/>
          </a:prstGeom>
          <a:solidFill>
            <a:srgbClr val="E7F4F8"/>
          </a:solidFill>
          <a:ln/>
        </p:spPr>
        <p:txBody>
          <a:bodyPr>
            <a:noAutofit/>
          </a:bodyPr>
          <a:p/>
        </p:txBody>
      </p:sp>
      <p:sp>
        <p:nvSpPr>
          <p:cNvPr id="54" name="shape:054"/>
          <p:cNvSpPr/>
          <p:nvPr/>
        </p:nvSpPr>
        <p:spPr>
          <a:xfrm>
            <a:off x="9450095"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071B2C"/>
                </a:solidFill>
                <a:latin typeface="Yu Gothic" pitchFamily="34" charset="0"/>
                <a:ea typeface="Yu Gothic" pitchFamily="34" charset="-122"/>
                <a:cs typeface="Yu Gothic" pitchFamily="34" charset="-120"/>
              </a:rPr>
              <a:t>低</a:t>
            </a:r>
            <a:endParaRPr lang="en-US" sz="1150" dirty="0"/>
          </a:p>
        </p:txBody>
      </p:sp>
      <p:sp>
        <p:nvSpPr>
          <p:cNvPr id="55" name="shape:055"/>
          <p:cNvSpPr/>
          <p:nvPr/>
        </p:nvSpPr>
        <p:spPr>
          <a:xfrm>
            <a:off x="576072" y="5577840"/>
            <a:ext cx="201168" cy="201168"/>
          </a:xfrm>
          <a:prstGeom prst="rect">
            <a:avLst/>
          </a:prstGeom>
          <a:ln w="6350">
            <a:solidFill>
              <a:srgbClr val="D9DCDF"/>
            </a:solidFill>
            <a:prstDash val="solid"/>
          </a:ln>
        </p:spPr>
        <p:txBody>
          <a:bodyPr>
            <a:noAutofit/>
          </a:bodyPr>
          <a:p/>
        </p:txBody>
      </p:sp>
      <p:sp>
        <p:nvSpPr>
          <p:cNvPr id="56" name="static:legend_56"/>
          <p:cNvSpPr/>
          <p:nvPr/>
        </p:nvSpPr>
        <p:spPr>
          <a:xfrm>
            <a:off x="86868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なし</a:t>
            </a:r>
            <a:endParaRPr lang="en-US" sz="1100" dirty="0"/>
          </a:p>
        </p:txBody>
      </p:sp>
      <p:sp>
        <p:nvSpPr>
          <p:cNvPr id="57" name="shape:057"/>
          <p:cNvSpPr/>
          <p:nvPr/>
        </p:nvSpPr>
        <p:spPr>
          <a:xfrm>
            <a:off x="2496312" y="5577840"/>
            <a:ext cx="201168" cy="201168"/>
          </a:xfrm>
          <a:prstGeom prst="rect">
            <a:avLst/>
          </a:prstGeom>
          <a:solidFill>
            <a:srgbClr val="E7F4F8"/>
          </a:solidFill>
          <a:ln/>
        </p:spPr>
        <p:txBody>
          <a:bodyPr>
            <a:noAutofit/>
          </a:bodyPr>
          <a:p/>
        </p:txBody>
      </p:sp>
      <p:sp>
        <p:nvSpPr>
          <p:cNvPr id="58" name="static:legend_58"/>
          <p:cNvSpPr/>
          <p:nvPr/>
        </p:nvSpPr>
        <p:spPr>
          <a:xfrm>
            <a:off x="278892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低</a:t>
            </a:r>
            <a:endParaRPr lang="en-US" sz="1100" dirty="0"/>
          </a:p>
        </p:txBody>
      </p:sp>
      <p:sp>
        <p:nvSpPr>
          <p:cNvPr id="59" name="shape:059"/>
          <p:cNvSpPr/>
          <p:nvPr/>
        </p:nvSpPr>
        <p:spPr>
          <a:xfrm>
            <a:off x="4416552" y="5577840"/>
            <a:ext cx="201168" cy="201168"/>
          </a:xfrm>
          <a:prstGeom prst="rect">
            <a:avLst/>
          </a:prstGeom>
          <a:solidFill>
            <a:srgbClr val="79C8DC"/>
          </a:solidFill>
          <a:ln/>
        </p:spPr>
        <p:txBody>
          <a:bodyPr>
            <a:noAutofit/>
          </a:bodyPr>
          <a:p/>
        </p:txBody>
      </p:sp>
      <p:sp>
        <p:nvSpPr>
          <p:cNvPr id="60" name="static:legend_60"/>
          <p:cNvSpPr/>
          <p:nvPr/>
        </p:nvSpPr>
        <p:spPr>
          <a:xfrm>
            <a:off x="470916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中</a:t>
            </a:r>
            <a:endParaRPr lang="en-US" sz="1100" dirty="0"/>
          </a:p>
        </p:txBody>
      </p:sp>
      <p:sp>
        <p:nvSpPr>
          <p:cNvPr id="61" name="shape:061"/>
          <p:cNvSpPr/>
          <p:nvPr/>
        </p:nvSpPr>
        <p:spPr>
          <a:xfrm>
            <a:off x="6336792" y="5577840"/>
            <a:ext cx="201168" cy="201168"/>
          </a:xfrm>
          <a:prstGeom prst="rect">
            <a:avLst/>
          </a:prstGeom>
          <a:solidFill>
            <a:srgbClr val="1E5F8C"/>
          </a:solidFill>
          <a:ln/>
        </p:spPr>
        <p:txBody>
          <a:bodyPr>
            <a:noAutofit/>
          </a:bodyPr>
          <a:p/>
        </p:txBody>
      </p:sp>
      <p:sp>
        <p:nvSpPr>
          <p:cNvPr id="62" name="static:legend_62"/>
          <p:cNvSpPr/>
          <p:nvPr/>
        </p:nvSpPr>
        <p:spPr>
          <a:xfrm>
            <a:off x="662940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高</a:t>
            </a:r>
            <a:endParaRPr lang="en-US" sz="11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2×2マトリクス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42</a:t>
            </a:r>
            <a:endParaRPr lang="en-US" sz="750" dirty="0"/>
          </a:p>
        </p:txBody>
      </p:sp>
      <p:sp>
        <p:nvSpPr>
          <p:cNvPr id="10" name="shape:010"/>
          <p:cNvSpPr/>
          <p:nvPr/>
        </p:nvSpPr>
        <p:spPr>
          <a:xfrm>
            <a:off x="576072" y="5678424"/>
            <a:ext cx="6217920" cy="0"/>
          </a:xfrm>
          <a:prstGeom prst="line">
            <a:avLst/>
          </a:prstGeom>
          <a:noFill/>
          <a:ln w="13970">
            <a:solidFill>
              <a:srgbClr val="071B2C"/>
            </a:solidFill>
            <a:prstDash val="solid"/>
          </a:ln>
        </p:spPr>
        <p:txBody>
          <a:bodyPr>
            <a:noAutofit/>
          </a:bodyPr>
          <a:p/>
        </p:txBody>
      </p:sp>
      <p:sp>
        <p:nvSpPr>
          <p:cNvPr id="11" name="shape:011"/>
          <p:cNvSpPr/>
          <p:nvPr/>
        </p:nvSpPr>
        <p:spPr>
          <a:xfrm>
            <a:off x="576072" y="2066544"/>
            <a:ext cx="0" cy="3611880"/>
          </a:xfrm>
          <a:prstGeom prst="line">
            <a:avLst/>
          </a:prstGeom>
          <a:noFill/>
          <a:ln w="13970">
            <a:solidFill>
              <a:srgbClr val="071B2C"/>
            </a:solidFill>
            <a:prstDash val="solid"/>
          </a:ln>
        </p:spPr>
        <p:txBody>
          <a:bodyPr>
            <a:noAutofit/>
          </a:bodyPr>
          <a:p/>
        </p:txBody>
      </p:sp>
      <p:sp>
        <p:nvSpPr>
          <p:cNvPr id="12" name="shape:012"/>
          <p:cNvSpPr/>
          <p:nvPr/>
        </p:nvSpPr>
        <p:spPr>
          <a:xfrm>
            <a:off x="3685032" y="2066544"/>
            <a:ext cx="0" cy="3611880"/>
          </a:xfrm>
          <a:prstGeom prst="line">
            <a:avLst/>
          </a:prstGeom>
          <a:noFill/>
          <a:ln w="8890">
            <a:solidFill>
              <a:srgbClr val="D9DCDF"/>
            </a:solidFill>
            <a:prstDash val="solid"/>
          </a:ln>
        </p:spPr>
        <p:txBody>
          <a:bodyPr>
            <a:noAutofit/>
          </a:bodyPr>
          <a:p/>
        </p:txBody>
      </p:sp>
      <p:sp>
        <p:nvSpPr>
          <p:cNvPr id="13" name="shape:013"/>
          <p:cNvSpPr/>
          <p:nvPr/>
        </p:nvSpPr>
        <p:spPr>
          <a:xfrm>
            <a:off x="576072" y="3872484"/>
            <a:ext cx="6217920" cy="0"/>
          </a:xfrm>
          <a:prstGeom prst="line">
            <a:avLst/>
          </a:prstGeom>
          <a:noFill/>
          <a:ln w="8890">
            <a:solidFill>
              <a:srgbClr val="D9DCDF"/>
            </a:solidFill>
            <a:prstDash val="solid"/>
          </a:ln>
        </p:spPr>
        <p:txBody>
          <a:bodyPr>
            <a:noAutofit/>
          </a:bodyPr>
          <a:p/>
        </p:txBody>
      </p:sp>
      <p:sp>
        <p:nvSpPr>
          <p:cNvPr id="14" name="shape:014"/>
          <p:cNvSpPr/>
          <p:nvPr/>
        </p:nvSpPr>
        <p:spPr>
          <a:xfrm>
            <a:off x="576072" y="1792224"/>
            <a:ext cx="2926080" cy="201168"/>
          </a:xfrm>
          <a:prstGeom prst="rect">
            <a:avLst/>
          </a:prstGeom>
          <a:noFill/>
          <a:ln/>
        </p:spPr>
        <p:txBody>
          <a:bodyPr wrap="square" lIns="381" tIns="381" rIns="381" bIns="381" rtlCol="0" anchor="t">
            <a:noAutofit/>
          </a:bodyPr>
          <a:lstStyle/>
          <a:p>
            <a:pPr algn="l" indent="0" marL="0">
              <a:buNone/>
            </a:pPr>
            <a:r>
              <a:rPr lang="en-US" sz="1050" b="1" dirty="0">
                <a:solidFill>
                  <a:srgbClr val="666B70"/>
                </a:solidFill>
                <a:latin typeface="Yu Gothic" pitchFamily="34" charset="0"/>
                <a:ea typeface="Yu Gothic" pitchFamily="34" charset="-122"/>
                <a:cs typeface="Yu Gothic" pitchFamily="34" charset="-120"/>
              </a:rPr>
              <a:t>縦軸名（上ほど高い）</a:t>
            </a:r>
            <a:endParaRPr lang="en-US" sz="1050" dirty="0"/>
          </a:p>
        </p:txBody>
      </p:sp>
      <p:sp>
        <p:nvSpPr>
          <p:cNvPr id="15" name="shape:015"/>
          <p:cNvSpPr/>
          <p:nvPr/>
        </p:nvSpPr>
        <p:spPr>
          <a:xfrm>
            <a:off x="3867912" y="5733288"/>
            <a:ext cx="2926080" cy="201168"/>
          </a:xfrm>
          <a:prstGeom prst="rect">
            <a:avLst/>
          </a:prstGeom>
          <a:noFill/>
          <a:ln/>
        </p:spPr>
        <p:txBody>
          <a:bodyPr wrap="square" lIns="381" tIns="381" rIns="381" bIns="381" rtlCol="0" anchor="t">
            <a:noAutofit/>
          </a:bodyPr>
          <a:lstStyle/>
          <a:p>
            <a:pPr algn="r" indent="0" marL="0">
              <a:buNone/>
            </a:pPr>
            <a:r>
              <a:rPr lang="en-US" sz="1050" b="1" dirty="0">
                <a:solidFill>
                  <a:srgbClr val="666B70"/>
                </a:solidFill>
                <a:latin typeface="Yu Gothic" pitchFamily="34" charset="0"/>
                <a:ea typeface="Yu Gothic" pitchFamily="34" charset="-122"/>
                <a:cs typeface="Yu Gothic" pitchFamily="34" charset="-120"/>
              </a:rPr>
              <a:t>横軸名（右ほど高い）</a:t>
            </a:r>
            <a:endParaRPr lang="en-US" sz="1050" dirty="0"/>
          </a:p>
        </p:txBody>
      </p:sp>
      <p:sp>
        <p:nvSpPr>
          <p:cNvPr id="16" name="shape:016"/>
          <p:cNvSpPr/>
          <p:nvPr/>
        </p:nvSpPr>
        <p:spPr>
          <a:xfrm>
            <a:off x="4522622" y="2768803"/>
            <a:ext cx="1060704" cy="329184"/>
          </a:xfrm>
          <a:prstGeom prst="rect">
            <a:avLst/>
          </a:prstGeom>
          <a:solidFill>
            <a:srgbClr val="1E5F8C"/>
          </a:solidFill>
          <a:ln/>
        </p:spPr>
        <p:txBody>
          <a:bodyPr>
            <a:noAutofit/>
          </a:bodyPr>
          <a:p/>
        </p:txBody>
      </p:sp>
      <p:sp>
        <p:nvSpPr>
          <p:cNvPr id="17" name="shape:017"/>
          <p:cNvSpPr/>
          <p:nvPr/>
        </p:nvSpPr>
        <p:spPr>
          <a:xfrm>
            <a:off x="4568342" y="281452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施策1</a:t>
            </a:r>
            <a:endParaRPr lang="en-US" sz="770" dirty="0"/>
          </a:p>
        </p:txBody>
      </p:sp>
      <p:sp>
        <p:nvSpPr>
          <p:cNvPr id="18" name="shape:018"/>
          <p:cNvSpPr/>
          <p:nvPr/>
        </p:nvSpPr>
        <p:spPr>
          <a:xfrm>
            <a:off x="4273906" y="3418942"/>
            <a:ext cx="1060704" cy="329184"/>
          </a:xfrm>
          <a:prstGeom prst="rect">
            <a:avLst/>
          </a:prstGeom>
          <a:solidFill>
            <a:srgbClr val="1E5F8C"/>
          </a:solidFill>
          <a:ln/>
        </p:spPr>
        <p:txBody>
          <a:bodyPr>
            <a:noAutofit/>
          </a:bodyPr>
          <a:p/>
        </p:txBody>
      </p:sp>
      <p:sp>
        <p:nvSpPr>
          <p:cNvPr id="19" name="shape:019"/>
          <p:cNvSpPr/>
          <p:nvPr/>
        </p:nvSpPr>
        <p:spPr>
          <a:xfrm>
            <a:off x="4319626" y="3464662"/>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施策2</a:t>
            </a:r>
            <a:endParaRPr lang="en-US" sz="770" dirty="0"/>
          </a:p>
        </p:txBody>
      </p:sp>
      <p:sp>
        <p:nvSpPr>
          <p:cNvPr id="20" name="shape:020"/>
          <p:cNvSpPr/>
          <p:nvPr/>
        </p:nvSpPr>
        <p:spPr>
          <a:xfrm>
            <a:off x="2221992" y="3021635"/>
            <a:ext cx="1060704" cy="329184"/>
          </a:xfrm>
          <a:prstGeom prst="rect">
            <a:avLst/>
          </a:prstGeom>
          <a:ln w="7620">
            <a:solidFill>
              <a:srgbClr val="1E5F8C"/>
            </a:solidFill>
            <a:prstDash val="solid"/>
          </a:ln>
        </p:spPr>
        <p:txBody>
          <a:bodyPr>
            <a:noAutofit/>
          </a:bodyPr>
          <a:p/>
        </p:txBody>
      </p:sp>
      <p:sp>
        <p:nvSpPr>
          <p:cNvPr id="21" name="shape:021"/>
          <p:cNvSpPr/>
          <p:nvPr/>
        </p:nvSpPr>
        <p:spPr>
          <a:xfrm>
            <a:off x="2267712" y="3067355"/>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071B2C"/>
                </a:solidFill>
                <a:latin typeface="Yu Gothic" pitchFamily="34" charset="0"/>
                <a:ea typeface="Yu Gothic" pitchFamily="34" charset="-122"/>
                <a:cs typeface="Yu Gothic" pitchFamily="34" charset="-120"/>
              </a:rPr>
              <a:t>施策3</a:t>
            </a:r>
            <a:endParaRPr lang="en-US" sz="770" dirty="0"/>
          </a:p>
        </p:txBody>
      </p:sp>
      <p:sp>
        <p:nvSpPr>
          <p:cNvPr id="22" name="shape:022"/>
          <p:cNvSpPr/>
          <p:nvPr/>
        </p:nvSpPr>
        <p:spPr>
          <a:xfrm>
            <a:off x="2905963" y="4141318"/>
            <a:ext cx="1060704" cy="329184"/>
          </a:xfrm>
          <a:prstGeom prst="rect">
            <a:avLst/>
          </a:prstGeom>
          <a:ln w="7620">
            <a:solidFill>
              <a:srgbClr val="1E5F8C"/>
            </a:solidFill>
            <a:prstDash val="solid"/>
          </a:ln>
        </p:spPr>
        <p:txBody>
          <a:bodyPr>
            <a:noAutofit/>
          </a:bodyPr>
          <a:p/>
        </p:txBody>
      </p:sp>
      <p:sp>
        <p:nvSpPr>
          <p:cNvPr id="23" name="shape:023"/>
          <p:cNvSpPr/>
          <p:nvPr/>
        </p:nvSpPr>
        <p:spPr>
          <a:xfrm>
            <a:off x="2951683" y="4187038"/>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071B2C"/>
                </a:solidFill>
                <a:latin typeface="Yu Gothic" pitchFamily="34" charset="0"/>
                <a:ea typeface="Yu Gothic" pitchFamily="34" charset="-122"/>
                <a:cs typeface="Yu Gothic" pitchFamily="34" charset="-120"/>
              </a:rPr>
              <a:t>施策4</a:t>
            </a:r>
            <a:endParaRPr lang="en-US" sz="770" dirty="0"/>
          </a:p>
        </p:txBody>
      </p:sp>
      <p:sp>
        <p:nvSpPr>
          <p:cNvPr id="24" name="shape:024"/>
          <p:cNvSpPr/>
          <p:nvPr/>
        </p:nvSpPr>
        <p:spPr>
          <a:xfrm>
            <a:off x="1475842" y="4574743"/>
            <a:ext cx="1060704" cy="329184"/>
          </a:xfrm>
          <a:prstGeom prst="rect">
            <a:avLst/>
          </a:prstGeom>
          <a:ln w="7620">
            <a:solidFill>
              <a:srgbClr val="1E5F8C"/>
            </a:solidFill>
            <a:prstDash val="solid"/>
          </a:ln>
        </p:spPr>
        <p:txBody>
          <a:bodyPr>
            <a:noAutofit/>
          </a:bodyPr>
          <a:p/>
        </p:txBody>
      </p:sp>
      <p:sp>
        <p:nvSpPr>
          <p:cNvPr id="25" name="shape:025"/>
          <p:cNvSpPr/>
          <p:nvPr/>
        </p:nvSpPr>
        <p:spPr>
          <a:xfrm>
            <a:off x="1521562" y="462046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071B2C"/>
                </a:solidFill>
                <a:latin typeface="Yu Gothic" pitchFamily="34" charset="0"/>
                <a:ea typeface="Yu Gothic" pitchFamily="34" charset="-122"/>
                <a:cs typeface="Yu Gothic" pitchFamily="34" charset="-120"/>
              </a:rPr>
              <a:t>施策5</a:t>
            </a:r>
            <a:endParaRPr lang="en-US" sz="770" dirty="0"/>
          </a:p>
        </p:txBody>
      </p:sp>
      <p:sp>
        <p:nvSpPr>
          <p:cNvPr id="26" name="shape:026"/>
          <p:cNvSpPr/>
          <p:nvPr/>
        </p:nvSpPr>
        <p:spPr>
          <a:xfrm>
            <a:off x="7315200" y="2130552"/>
            <a:ext cx="4023360" cy="64008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見出し 2</a:t>
            </a:r>
            <a:endParaRPr lang="en-US" sz="1400" dirty="0"/>
          </a:p>
        </p:txBody>
      </p:sp>
      <p:sp>
        <p:nvSpPr>
          <p:cNvPr id="27" name="shape:027"/>
          <p:cNvSpPr/>
          <p:nvPr/>
        </p:nvSpPr>
        <p:spPr>
          <a:xfrm>
            <a:off x="7452360" y="290779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記載例1</a:t>
            </a:r>
            <a:endParaRPr lang="en-US" sz="1250" dirty="0"/>
          </a:p>
        </p:txBody>
      </p:sp>
      <p:sp>
        <p:nvSpPr>
          <p:cNvPr id="28" name="shape:028"/>
          <p:cNvSpPr/>
          <p:nvPr/>
        </p:nvSpPr>
        <p:spPr>
          <a:xfrm>
            <a:off x="7452360" y="341071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記載例2</a:t>
            </a:r>
            <a:endParaRPr lang="en-US" sz="12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m16</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プロセス×観点の行列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43</a:t>
            </a:r>
            <a:endParaRPr lang="en-US" sz="750" dirty="0"/>
          </a:p>
        </p:txBody>
      </p:sp>
      <p:sp>
        <p:nvSpPr>
          <p:cNvPr id="10" name="shape:010"/>
          <p:cNvSpPr/>
          <p:nvPr/>
        </p:nvSpPr>
        <p:spPr>
          <a:xfrm>
            <a:off x="576072" y="2116836"/>
            <a:ext cx="2194560"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77063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770632" y="2446020"/>
            <a:ext cx="2820314" cy="0"/>
          </a:xfrm>
          <a:prstGeom prst="line">
            <a:avLst/>
          </a:prstGeom>
          <a:noFill/>
          <a:ln w="17780">
            <a:solidFill>
              <a:srgbClr val="071B2C"/>
            </a:solidFill>
            <a:prstDash val="solid"/>
          </a:ln>
        </p:spPr>
        <p:txBody>
          <a:bodyPr>
            <a:noAutofit/>
          </a:bodyPr>
          <a:p/>
        </p:txBody>
      </p:sp>
      <p:sp>
        <p:nvSpPr>
          <p:cNvPr id="13" name="shape:013"/>
          <p:cNvSpPr/>
          <p:nvPr/>
        </p:nvSpPr>
        <p:spPr>
          <a:xfrm>
            <a:off x="571896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718962" y="2446020"/>
            <a:ext cx="2820314" cy="0"/>
          </a:xfrm>
          <a:prstGeom prst="line">
            <a:avLst/>
          </a:prstGeom>
          <a:noFill/>
          <a:ln w="17780">
            <a:solidFill>
              <a:srgbClr val="071B2C"/>
            </a:solidFill>
            <a:prstDash val="solid"/>
          </a:ln>
        </p:spPr>
        <p:txBody>
          <a:bodyPr>
            <a:noAutofit/>
          </a:bodyPr>
          <a:p/>
        </p:txBody>
      </p:sp>
      <p:sp>
        <p:nvSpPr>
          <p:cNvPr id="15" name="shape:015"/>
          <p:cNvSpPr/>
          <p:nvPr/>
        </p:nvSpPr>
        <p:spPr>
          <a:xfrm>
            <a:off x="8667293"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8667293" y="2446020"/>
            <a:ext cx="2820314" cy="0"/>
          </a:xfrm>
          <a:prstGeom prst="line">
            <a:avLst/>
          </a:prstGeom>
          <a:noFill/>
          <a:ln w="17780">
            <a:solidFill>
              <a:srgbClr val="071B2C"/>
            </a:solidFill>
            <a:prstDash val="solid"/>
          </a:ln>
        </p:spPr>
        <p:txBody>
          <a:bodyPr>
            <a:noAutofit/>
          </a:bodyPr>
          <a:p/>
        </p:txBody>
      </p:sp>
      <p:sp>
        <p:nvSpPr>
          <p:cNvPr id="17" name="shape:017"/>
          <p:cNvSpPr/>
          <p:nvPr/>
        </p:nvSpPr>
        <p:spPr>
          <a:xfrm>
            <a:off x="576072" y="280263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行見出し1</a:t>
            </a:r>
            <a:endParaRPr lang="en-US" sz="1200" dirty="0"/>
          </a:p>
        </p:txBody>
      </p:sp>
      <p:sp>
        <p:nvSpPr>
          <p:cNvPr id="18" name="shape:018"/>
          <p:cNvSpPr/>
          <p:nvPr/>
        </p:nvSpPr>
        <p:spPr>
          <a:xfrm>
            <a:off x="2770632" y="2619756"/>
            <a:ext cx="2820314" cy="886968"/>
          </a:xfrm>
          <a:prstGeom prst="rect">
            <a:avLst/>
          </a:prstGeom>
          <a:solidFill>
            <a:srgbClr val="E7F4F8"/>
          </a:solidFill>
          <a:ln/>
        </p:spPr>
        <p:txBody>
          <a:bodyPr>
            <a:noAutofit/>
          </a:bodyPr>
          <a:p/>
        </p:txBody>
      </p:sp>
      <p:sp>
        <p:nvSpPr>
          <p:cNvPr id="19" name="shape:019"/>
          <p:cNvSpPr/>
          <p:nvPr/>
        </p:nvSpPr>
        <p:spPr>
          <a:xfrm>
            <a:off x="293522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20" name="shape:020"/>
          <p:cNvSpPr/>
          <p:nvPr/>
        </p:nvSpPr>
        <p:spPr>
          <a:xfrm>
            <a:off x="5718962" y="2619756"/>
            <a:ext cx="2820314" cy="886968"/>
          </a:xfrm>
          <a:prstGeom prst="rect">
            <a:avLst/>
          </a:prstGeom>
          <a:solidFill>
            <a:srgbClr val="E7F4F8"/>
          </a:solidFill>
          <a:ln/>
        </p:spPr>
        <p:txBody>
          <a:bodyPr>
            <a:noAutofit/>
          </a:bodyPr>
          <a:p/>
        </p:txBody>
      </p:sp>
      <p:sp>
        <p:nvSpPr>
          <p:cNvPr id="21" name="shape:021"/>
          <p:cNvSpPr/>
          <p:nvPr/>
        </p:nvSpPr>
        <p:spPr>
          <a:xfrm>
            <a:off x="588355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22" name="shape:022"/>
          <p:cNvSpPr/>
          <p:nvPr/>
        </p:nvSpPr>
        <p:spPr>
          <a:xfrm>
            <a:off x="576072" y="385419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行見出し2</a:t>
            </a:r>
            <a:endParaRPr lang="en-US" sz="1200" dirty="0"/>
          </a:p>
        </p:txBody>
      </p:sp>
      <p:sp>
        <p:nvSpPr>
          <p:cNvPr id="23" name="shape:023"/>
          <p:cNvSpPr/>
          <p:nvPr/>
        </p:nvSpPr>
        <p:spPr>
          <a:xfrm>
            <a:off x="2770632" y="3671316"/>
            <a:ext cx="2820314" cy="886968"/>
          </a:xfrm>
          <a:prstGeom prst="rect">
            <a:avLst/>
          </a:prstGeom>
          <a:solidFill>
            <a:srgbClr val="E7F4F8"/>
          </a:solidFill>
          <a:ln/>
        </p:spPr>
        <p:txBody>
          <a:bodyPr>
            <a:noAutofit/>
          </a:bodyPr>
          <a:p/>
        </p:txBody>
      </p:sp>
      <p:sp>
        <p:nvSpPr>
          <p:cNvPr id="24" name="shape:024"/>
          <p:cNvSpPr/>
          <p:nvPr/>
        </p:nvSpPr>
        <p:spPr>
          <a:xfrm>
            <a:off x="293522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25" name="shape:025"/>
          <p:cNvSpPr/>
          <p:nvPr/>
        </p:nvSpPr>
        <p:spPr>
          <a:xfrm>
            <a:off x="5718962" y="3671316"/>
            <a:ext cx="2820314" cy="886968"/>
          </a:xfrm>
          <a:prstGeom prst="rect">
            <a:avLst/>
          </a:prstGeom>
          <a:solidFill>
            <a:srgbClr val="E7F4F8"/>
          </a:solidFill>
          <a:ln/>
        </p:spPr>
        <p:txBody>
          <a:bodyPr>
            <a:noAutofit/>
          </a:bodyPr>
          <a:p/>
        </p:txBody>
      </p:sp>
      <p:sp>
        <p:nvSpPr>
          <p:cNvPr id="26" name="shape:026"/>
          <p:cNvSpPr/>
          <p:nvPr/>
        </p:nvSpPr>
        <p:spPr>
          <a:xfrm>
            <a:off x="588355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27" name="shape:027"/>
          <p:cNvSpPr/>
          <p:nvPr/>
        </p:nvSpPr>
        <p:spPr>
          <a:xfrm>
            <a:off x="576072" y="490575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行見出し3</a:t>
            </a:r>
            <a:endParaRPr lang="en-US" sz="1200" dirty="0"/>
          </a:p>
        </p:txBody>
      </p:sp>
      <p:sp>
        <p:nvSpPr>
          <p:cNvPr id="28" name="shape:028"/>
          <p:cNvSpPr/>
          <p:nvPr/>
        </p:nvSpPr>
        <p:spPr>
          <a:xfrm>
            <a:off x="2770632" y="4722876"/>
            <a:ext cx="2820314" cy="886968"/>
          </a:xfrm>
          <a:prstGeom prst="rect">
            <a:avLst/>
          </a:prstGeom>
          <a:solidFill>
            <a:srgbClr val="E7F4F8"/>
          </a:solidFill>
          <a:ln/>
        </p:spPr>
        <p:txBody>
          <a:bodyPr>
            <a:noAutofit/>
          </a:bodyPr>
          <a:p/>
        </p:txBody>
      </p:sp>
      <p:sp>
        <p:nvSpPr>
          <p:cNvPr id="29" name="shape:029"/>
          <p:cNvSpPr/>
          <p:nvPr/>
        </p:nvSpPr>
        <p:spPr>
          <a:xfrm>
            <a:off x="293522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30" name="shape:030"/>
          <p:cNvSpPr/>
          <p:nvPr/>
        </p:nvSpPr>
        <p:spPr>
          <a:xfrm>
            <a:off x="5718962" y="4722876"/>
            <a:ext cx="2820314" cy="886968"/>
          </a:xfrm>
          <a:prstGeom prst="rect">
            <a:avLst/>
          </a:prstGeom>
          <a:solidFill>
            <a:srgbClr val="E7F4F8"/>
          </a:solidFill>
          <a:ln/>
        </p:spPr>
        <p:txBody>
          <a:bodyPr>
            <a:noAutofit/>
          </a:bodyPr>
          <a:p/>
        </p:txBody>
      </p:sp>
      <p:sp>
        <p:nvSpPr>
          <p:cNvPr id="31" name="shape:031"/>
          <p:cNvSpPr/>
          <p:nvPr/>
        </p:nvSpPr>
        <p:spPr>
          <a:xfrm>
            <a:off x="588355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32" name="shape:032"/>
          <p:cNvSpPr/>
          <p:nvPr/>
        </p:nvSpPr>
        <p:spPr>
          <a:xfrm>
            <a:off x="8667293" y="4722876"/>
            <a:ext cx="2820314" cy="886968"/>
          </a:xfrm>
          <a:prstGeom prst="rect">
            <a:avLst/>
          </a:prstGeom>
          <a:solidFill>
            <a:srgbClr val="E7F4F8"/>
          </a:solidFill>
          <a:ln/>
        </p:spPr>
        <p:txBody>
          <a:bodyPr>
            <a:noAutofit/>
          </a:bodyPr>
          <a:p/>
        </p:txBody>
      </p:sp>
      <p:sp>
        <p:nvSpPr>
          <p:cNvPr id="33" name="shape:033"/>
          <p:cNvSpPr/>
          <p:nvPr/>
        </p:nvSpPr>
        <p:spPr>
          <a:xfrm>
            <a:off x="8831885"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値</a:t>
            </a:r>
            <a:endParaRPr lang="en-US" sz="11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m17</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入れ子行の行列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44</a:t>
            </a:r>
            <a:endParaRPr lang="en-US" sz="750" dirty="0"/>
          </a:p>
        </p:txBody>
      </p:sp>
      <p:sp>
        <p:nvSpPr>
          <p:cNvPr id="10" name="shape:010"/>
          <p:cNvSpPr/>
          <p:nvPr/>
        </p:nvSpPr>
        <p:spPr>
          <a:xfrm>
            <a:off x="576072" y="1847088"/>
            <a:ext cx="2103120"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大分類</a:t>
            </a:r>
            <a:endParaRPr lang="en-US" sz="1250" dirty="0"/>
          </a:p>
        </p:txBody>
      </p:sp>
      <p:sp>
        <p:nvSpPr>
          <p:cNvPr id="11" name="shape:011"/>
          <p:cNvSpPr/>
          <p:nvPr/>
        </p:nvSpPr>
        <p:spPr>
          <a:xfrm>
            <a:off x="2679192" y="1847088"/>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小分類</a:t>
            </a:r>
            <a:endParaRPr lang="en-US" sz="1250" dirty="0"/>
          </a:p>
        </p:txBody>
      </p:sp>
      <p:sp>
        <p:nvSpPr>
          <p:cNvPr id="12" name="shape:012"/>
          <p:cNvSpPr/>
          <p:nvPr/>
        </p:nvSpPr>
        <p:spPr>
          <a:xfrm>
            <a:off x="5239512" y="1847088"/>
            <a:ext cx="6376111"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内容</a:t>
            </a:r>
            <a:endParaRPr lang="en-US" sz="1250" dirty="0"/>
          </a:p>
        </p:txBody>
      </p:sp>
      <p:sp>
        <p:nvSpPr>
          <p:cNvPr id="13" name="shape:013"/>
          <p:cNvSpPr/>
          <p:nvPr/>
        </p:nvSpPr>
        <p:spPr>
          <a:xfrm>
            <a:off x="576072" y="2176272"/>
            <a:ext cx="11039551" cy="0"/>
          </a:xfrm>
          <a:prstGeom prst="line">
            <a:avLst/>
          </a:prstGeom>
          <a:noFill/>
          <a:ln w="15240">
            <a:solidFill>
              <a:srgbClr val="071B2C"/>
            </a:solidFill>
            <a:prstDash val="solid"/>
          </a:ln>
        </p:spPr>
        <p:txBody>
          <a:bodyPr>
            <a:noAutofit/>
          </a:bodyPr>
          <a:p/>
        </p:txBody>
      </p:sp>
      <p:sp>
        <p:nvSpPr>
          <p:cNvPr id="14" name="shape:014"/>
          <p:cNvSpPr/>
          <p:nvPr/>
        </p:nvSpPr>
        <p:spPr>
          <a:xfrm>
            <a:off x="576072" y="2286000"/>
            <a:ext cx="0" cy="2236622"/>
          </a:xfrm>
          <a:prstGeom prst="line">
            <a:avLst/>
          </a:prstGeom>
          <a:noFill/>
          <a:ln w="25400">
            <a:solidFill>
              <a:srgbClr val="071B2C"/>
            </a:solidFill>
            <a:prstDash val="solid"/>
          </a:ln>
        </p:spPr>
        <p:txBody>
          <a:bodyPr>
            <a:noAutofit/>
          </a:bodyPr>
          <a:p/>
        </p:txBody>
      </p:sp>
      <p:sp>
        <p:nvSpPr>
          <p:cNvPr id="15" name="shape:015"/>
          <p:cNvSpPr/>
          <p:nvPr/>
        </p:nvSpPr>
        <p:spPr>
          <a:xfrm>
            <a:off x="704088" y="2286000"/>
            <a:ext cx="1883664" cy="2236622"/>
          </a:xfrm>
          <a:prstGeom prst="rect">
            <a:avLst/>
          </a:prstGeom>
          <a:noFill/>
          <a:ln/>
        </p:spPr>
        <p:txBody>
          <a:bodyPr wrap="square" lIns="381" tIns="381" rIns="381" bIns="381" rtlCol="0" anchor="ctr">
            <a:noAutofit/>
          </a:bodyPr>
          <a:lstStyle/>
          <a:p>
            <a:pPr algn="l" indent="0" marL="0">
              <a:buNone/>
            </a:pPr>
            <a:r>
              <a:rPr lang="en-US" sz="1350" b="1" dirty="0">
                <a:solidFill>
                  <a:srgbClr val="071B2C"/>
                </a:solidFill>
                <a:latin typeface="Yu Gothic" pitchFamily="34" charset="0"/>
                <a:ea typeface="Yu Gothic" pitchFamily="34" charset="-122"/>
                <a:cs typeface="Yu Gothic" pitchFamily="34" charset="-120"/>
              </a:rPr>
              <a:t>項目1</a:t>
            </a:r>
            <a:endParaRPr lang="en-US" sz="1350" dirty="0"/>
          </a:p>
        </p:txBody>
      </p:sp>
      <p:sp>
        <p:nvSpPr>
          <p:cNvPr id="16" name="shape:016"/>
          <p:cNvSpPr/>
          <p:nvPr/>
        </p:nvSpPr>
        <p:spPr>
          <a:xfrm>
            <a:off x="2679192" y="2304288"/>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項目2</a:t>
            </a:r>
            <a:endParaRPr lang="en-US" sz="1200" dirty="0"/>
          </a:p>
        </p:txBody>
      </p:sp>
      <p:sp>
        <p:nvSpPr>
          <p:cNvPr id="17" name="shape:017"/>
          <p:cNvSpPr/>
          <p:nvPr/>
        </p:nvSpPr>
        <p:spPr>
          <a:xfrm>
            <a:off x="5239512" y="2322576"/>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記載例1</a:t>
            </a:r>
            <a:endParaRPr lang="en-US" sz="1150" dirty="0"/>
          </a:p>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記載例2</a:t>
            </a:r>
            <a:endParaRPr lang="en-US" sz="1150" dirty="0"/>
          </a:p>
        </p:txBody>
      </p:sp>
      <p:sp>
        <p:nvSpPr>
          <p:cNvPr id="18" name="shape:018"/>
          <p:cNvSpPr/>
          <p:nvPr/>
        </p:nvSpPr>
        <p:spPr>
          <a:xfrm>
            <a:off x="2679192" y="3019349"/>
            <a:ext cx="8936431" cy="0"/>
          </a:xfrm>
          <a:prstGeom prst="line">
            <a:avLst/>
          </a:prstGeom>
          <a:noFill/>
          <a:ln w="7620">
            <a:solidFill>
              <a:srgbClr val="D9DCDF"/>
            </a:solidFill>
            <a:prstDash val="solid"/>
          </a:ln>
        </p:spPr>
        <p:txBody>
          <a:bodyPr>
            <a:noAutofit/>
          </a:bodyPr>
          <a:p/>
        </p:txBody>
      </p:sp>
      <p:sp>
        <p:nvSpPr>
          <p:cNvPr id="19" name="shape:019"/>
          <p:cNvSpPr/>
          <p:nvPr/>
        </p:nvSpPr>
        <p:spPr>
          <a:xfrm>
            <a:off x="2679192" y="3092501"/>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項目3</a:t>
            </a:r>
            <a:endParaRPr lang="en-US" sz="1200" dirty="0"/>
          </a:p>
        </p:txBody>
      </p:sp>
      <p:sp>
        <p:nvSpPr>
          <p:cNvPr id="20" name="shape:020"/>
          <p:cNvSpPr/>
          <p:nvPr/>
        </p:nvSpPr>
        <p:spPr>
          <a:xfrm>
            <a:off x="5239512" y="3110789"/>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記載例3</a:t>
            </a:r>
            <a:endParaRPr lang="en-US" sz="1150" dirty="0"/>
          </a:p>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記載例4</a:t>
            </a:r>
            <a:endParaRPr lang="en-US" sz="1150" dirty="0"/>
          </a:p>
        </p:txBody>
      </p:sp>
      <p:sp>
        <p:nvSpPr>
          <p:cNvPr id="21" name="shape:021"/>
          <p:cNvSpPr/>
          <p:nvPr/>
        </p:nvSpPr>
        <p:spPr>
          <a:xfrm>
            <a:off x="2679192" y="3807562"/>
            <a:ext cx="8936431" cy="0"/>
          </a:xfrm>
          <a:prstGeom prst="line">
            <a:avLst/>
          </a:prstGeom>
          <a:noFill/>
          <a:ln w="7620">
            <a:solidFill>
              <a:srgbClr val="D9DCDF"/>
            </a:solidFill>
            <a:prstDash val="solid"/>
          </a:ln>
        </p:spPr>
        <p:txBody>
          <a:bodyPr>
            <a:noAutofit/>
          </a:bodyPr>
          <a:p/>
        </p:txBody>
      </p:sp>
      <p:sp>
        <p:nvSpPr>
          <p:cNvPr id="22" name="shape:022"/>
          <p:cNvSpPr/>
          <p:nvPr/>
        </p:nvSpPr>
        <p:spPr>
          <a:xfrm>
            <a:off x="2679192" y="3880714"/>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項目4</a:t>
            </a:r>
            <a:endParaRPr lang="en-US" sz="1200" dirty="0"/>
          </a:p>
        </p:txBody>
      </p:sp>
      <p:sp>
        <p:nvSpPr>
          <p:cNvPr id="23" name="shape:023"/>
          <p:cNvSpPr/>
          <p:nvPr/>
        </p:nvSpPr>
        <p:spPr>
          <a:xfrm>
            <a:off x="5239512" y="3899002"/>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記載例5</a:t>
            </a:r>
            <a:endParaRPr lang="en-US" sz="1150" dirty="0"/>
          </a:p>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記載例6</a:t>
            </a:r>
            <a:endParaRPr lang="en-US" sz="1150" dirty="0"/>
          </a:p>
        </p:txBody>
      </p:sp>
      <p:sp>
        <p:nvSpPr>
          <p:cNvPr id="24" name="shape:024"/>
          <p:cNvSpPr/>
          <p:nvPr/>
        </p:nvSpPr>
        <p:spPr>
          <a:xfrm>
            <a:off x="576072" y="4650638"/>
            <a:ext cx="0" cy="1448410"/>
          </a:xfrm>
          <a:prstGeom prst="line">
            <a:avLst/>
          </a:prstGeom>
          <a:noFill/>
          <a:ln w="25400">
            <a:solidFill>
              <a:srgbClr val="071B2C"/>
            </a:solidFill>
            <a:prstDash val="solid"/>
          </a:ln>
        </p:spPr>
        <p:txBody>
          <a:bodyPr>
            <a:noAutofit/>
          </a:bodyPr>
          <a:p/>
        </p:txBody>
      </p:sp>
      <p:sp>
        <p:nvSpPr>
          <p:cNvPr id="25" name="shape:025"/>
          <p:cNvSpPr/>
          <p:nvPr/>
        </p:nvSpPr>
        <p:spPr>
          <a:xfrm>
            <a:off x="704088" y="4650638"/>
            <a:ext cx="1883664" cy="1448410"/>
          </a:xfrm>
          <a:prstGeom prst="rect">
            <a:avLst/>
          </a:prstGeom>
          <a:noFill/>
          <a:ln/>
        </p:spPr>
        <p:txBody>
          <a:bodyPr wrap="square" lIns="381" tIns="381" rIns="381" bIns="381" rtlCol="0" anchor="ctr">
            <a:noAutofit/>
          </a:bodyPr>
          <a:lstStyle/>
          <a:p>
            <a:pPr algn="l" indent="0" marL="0">
              <a:buNone/>
            </a:pPr>
            <a:r>
              <a:rPr lang="en-US" sz="1350" b="1" dirty="0">
                <a:solidFill>
                  <a:srgbClr val="071B2C"/>
                </a:solidFill>
                <a:latin typeface="Yu Gothic" pitchFamily="34" charset="0"/>
                <a:ea typeface="Yu Gothic" pitchFamily="34" charset="-122"/>
                <a:cs typeface="Yu Gothic" pitchFamily="34" charset="-120"/>
              </a:rPr>
              <a:t>項目5</a:t>
            </a:r>
            <a:endParaRPr lang="en-US" sz="1350" dirty="0"/>
          </a:p>
        </p:txBody>
      </p:sp>
      <p:sp>
        <p:nvSpPr>
          <p:cNvPr id="26" name="shape:026"/>
          <p:cNvSpPr/>
          <p:nvPr/>
        </p:nvSpPr>
        <p:spPr>
          <a:xfrm>
            <a:off x="576072" y="4595774"/>
            <a:ext cx="11039551" cy="0"/>
          </a:xfrm>
          <a:prstGeom prst="line">
            <a:avLst/>
          </a:prstGeom>
          <a:noFill/>
          <a:ln w="11430">
            <a:solidFill>
              <a:srgbClr val="666B70"/>
            </a:solidFill>
            <a:prstDash val="solid"/>
          </a:ln>
        </p:spPr>
        <p:txBody>
          <a:bodyPr>
            <a:noAutofit/>
          </a:bodyPr>
          <a:p/>
        </p:txBody>
      </p:sp>
      <p:sp>
        <p:nvSpPr>
          <p:cNvPr id="27" name="shape:027"/>
          <p:cNvSpPr/>
          <p:nvPr/>
        </p:nvSpPr>
        <p:spPr>
          <a:xfrm>
            <a:off x="2679192" y="4668926"/>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項目6</a:t>
            </a:r>
            <a:endParaRPr lang="en-US" sz="1200" dirty="0"/>
          </a:p>
        </p:txBody>
      </p:sp>
      <p:sp>
        <p:nvSpPr>
          <p:cNvPr id="28" name="shape:028"/>
          <p:cNvSpPr/>
          <p:nvPr/>
        </p:nvSpPr>
        <p:spPr>
          <a:xfrm>
            <a:off x="5239512" y="4687214"/>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記載例7</a:t>
            </a:r>
            <a:endParaRPr lang="en-US" sz="1150" dirty="0"/>
          </a:p>
        </p:txBody>
      </p:sp>
      <p:sp>
        <p:nvSpPr>
          <p:cNvPr id="29" name="shape:029"/>
          <p:cNvSpPr/>
          <p:nvPr/>
        </p:nvSpPr>
        <p:spPr>
          <a:xfrm>
            <a:off x="2679192" y="5383987"/>
            <a:ext cx="8936431" cy="0"/>
          </a:xfrm>
          <a:prstGeom prst="line">
            <a:avLst/>
          </a:prstGeom>
          <a:noFill/>
          <a:ln w="7620">
            <a:solidFill>
              <a:srgbClr val="D9DCDF"/>
            </a:solidFill>
            <a:prstDash val="solid"/>
          </a:ln>
        </p:spPr>
        <p:txBody>
          <a:bodyPr>
            <a:noAutofit/>
          </a:bodyPr>
          <a:p/>
        </p:txBody>
      </p:sp>
      <p:sp>
        <p:nvSpPr>
          <p:cNvPr id="30" name="shape:030"/>
          <p:cNvSpPr/>
          <p:nvPr/>
        </p:nvSpPr>
        <p:spPr>
          <a:xfrm>
            <a:off x="2679192" y="5457139"/>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項目7</a:t>
            </a:r>
            <a:endParaRPr lang="en-US" sz="1200" dirty="0"/>
          </a:p>
        </p:txBody>
      </p:sp>
      <p:sp>
        <p:nvSpPr>
          <p:cNvPr id="31" name="shape:031"/>
          <p:cNvSpPr/>
          <p:nvPr/>
        </p:nvSpPr>
        <p:spPr>
          <a:xfrm>
            <a:off x="5239512" y="5475427"/>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071B2C"/>
                </a:solidFill>
                <a:latin typeface="Yu Gothic" pitchFamily="34" charset="0"/>
                <a:ea typeface="Yu Gothic" pitchFamily="34" charset="-122"/>
                <a:cs typeface="Yu Gothic" pitchFamily="34" charset="-120"/>
              </a:rPr>
              <a:t>記載例8</a:t>
            </a:r>
            <a:endParaRPr lang="en-US" sz="1150" dirty="0"/>
          </a:p>
        </p:txBody>
      </p:sp>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時系列マトリクス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45</a:t>
            </a:r>
            <a:endParaRPr lang="en-US" sz="750" dirty="0"/>
          </a:p>
        </p:txBody>
      </p:sp>
      <p:sp>
        <p:nvSpPr>
          <p:cNvPr id="10" name="shape:010"/>
          <p:cNvSpPr/>
          <p:nvPr/>
        </p:nvSpPr>
        <p:spPr>
          <a:xfrm>
            <a:off x="576072" y="2258568"/>
            <a:ext cx="1828800" cy="27432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段階</a:t>
            </a:r>
            <a:endParaRPr lang="en-US" sz="1250" dirty="0"/>
          </a:p>
        </p:txBody>
      </p:sp>
      <p:sp>
        <p:nvSpPr>
          <p:cNvPr id="11" name="shape:011"/>
          <p:cNvSpPr/>
          <p:nvPr/>
        </p:nvSpPr>
        <p:spPr>
          <a:xfrm>
            <a:off x="576072" y="2587752"/>
            <a:ext cx="1645920" cy="0"/>
          </a:xfrm>
          <a:prstGeom prst="line">
            <a:avLst/>
          </a:prstGeom>
          <a:noFill/>
          <a:ln w="17780">
            <a:solidFill>
              <a:srgbClr val="071B2C"/>
            </a:solidFill>
            <a:prstDash val="solid"/>
          </a:ln>
        </p:spPr>
        <p:txBody>
          <a:bodyPr>
            <a:noAutofit/>
          </a:bodyPr>
          <a:p/>
        </p:txBody>
      </p:sp>
      <p:sp>
        <p:nvSpPr>
          <p:cNvPr id="12" name="shape:012"/>
          <p:cNvSpPr/>
          <p:nvPr/>
        </p:nvSpPr>
        <p:spPr>
          <a:xfrm>
            <a:off x="240487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2404872" y="2587752"/>
            <a:ext cx="2887370" cy="0"/>
          </a:xfrm>
          <a:prstGeom prst="line">
            <a:avLst/>
          </a:prstGeom>
          <a:noFill/>
          <a:ln w="17780">
            <a:solidFill>
              <a:srgbClr val="071B2C"/>
            </a:solidFill>
            <a:prstDash val="solid"/>
          </a:ln>
        </p:spPr>
        <p:txBody>
          <a:bodyPr>
            <a:noAutofit/>
          </a:bodyPr>
          <a:p/>
        </p:txBody>
      </p:sp>
      <p:sp>
        <p:nvSpPr>
          <p:cNvPr id="14" name="shape:014"/>
          <p:cNvSpPr/>
          <p:nvPr/>
        </p:nvSpPr>
        <p:spPr>
          <a:xfrm>
            <a:off x="547512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5475122" y="2587752"/>
            <a:ext cx="2887370" cy="0"/>
          </a:xfrm>
          <a:prstGeom prst="line">
            <a:avLst/>
          </a:prstGeom>
          <a:noFill/>
          <a:ln w="17780">
            <a:solidFill>
              <a:srgbClr val="071B2C"/>
            </a:solidFill>
            <a:prstDash val="solid"/>
          </a:ln>
        </p:spPr>
        <p:txBody>
          <a:bodyPr>
            <a:noAutofit/>
          </a:bodyPr>
          <a:p/>
        </p:txBody>
      </p:sp>
      <p:sp>
        <p:nvSpPr>
          <p:cNvPr id="16" name="shape:016"/>
          <p:cNvSpPr/>
          <p:nvPr/>
        </p:nvSpPr>
        <p:spPr>
          <a:xfrm>
            <a:off x="8545373"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8545373" y="2587752"/>
            <a:ext cx="2887370" cy="0"/>
          </a:xfrm>
          <a:prstGeom prst="line">
            <a:avLst/>
          </a:prstGeom>
          <a:noFill/>
          <a:ln w="17780">
            <a:solidFill>
              <a:srgbClr val="071B2C"/>
            </a:solidFill>
            <a:prstDash val="solid"/>
          </a:ln>
        </p:spPr>
        <p:txBody>
          <a:bodyPr>
            <a:noAutofit/>
          </a:bodyPr>
          <a:p/>
        </p:txBody>
      </p:sp>
      <p:sp>
        <p:nvSpPr>
          <p:cNvPr id="18" name="shape:018"/>
          <p:cNvSpPr/>
          <p:nvPr/>
        </p:nvSpPr>
        <p:spPr>
          <a:xfrm>
            <a:off x="576072" y="28712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期間1</a:t>
            </a:r>
            <a:endParaRPr lang="en-US" sz="1300" dirty="0"/>
          </a:p>
        </p:txBody>
      </p:sp>
      <p:sp>
        <p:nvSpPr>
          <p:cNvPr id="19" name="shape:019"/>
          <p:cNvSpPr/>
          <p:nvPr/>
        </p:nvSpPr>
        <p:spPr>
          <a:xfrm>
            <a:off x="240487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20" name="shape:020"/>
          <p:cNvSpPr/>
          <p:nvPr/>
        </p:nvSpPr>
        <p:spPr>
          <a:xfrm>
            <a:off x="547512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21" name="shape:021"/>
          <p:cNvSpPr/>
          <p:nvPr/>
        </p:nvSpPr>
        <p:spPr>
          <a:xfrm>
            <a:off x="8545373"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22" name="shape:022"/>
          <p:cNvSpPr/>
          <p:nvPr/>
        </p:nvSpPr>
        <p:spPr>
          <a:xfrm>
            <a:off x="576072" y="3639312"/>
            <a:ext cx="11039551" cy="0"/>
          </a:xfrm>
          <a:prstGeom prst="line">
            <a:avLst/>
          </a:prstGeom>
          <a:noFill/>
          <a:ln w="6350">
            <a:solidFill>
              <a:srgbClr val="D9DCDF"/>
            </a:solidFill>
            <a:prstDash val="dash"/>
          </a:ln>
        </p:spPr>
        <p:txBody>
          <a:bodyPr>
            <a:noAutofit/>
          </a:bodyPr>
          <a:p/>
        </p:txBody>
      </p:sp>
      <p:sp>
        <p:nvSpPr>
          <p:cNvPr id="23" name="shape:023"/>
          <p:cNvSpPr/>
          <p:nvPr/>
        </p:nvSpPr>
        <p:spPr>
          <a:xfrm>
            <a:off x="576072" y="37856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期間2</a:t>
            </a:r>
            <a:endParaRPr lang="en-US" sz="1300" dirty="0"/>
          </a:p>
        </p:txBody>
      </p:sp>
      <p:sp>
        <p:nvSpPr>
          <p:cNvPr id="24" name="shape:024"/>
          <p:cNvSpPr/>
          <p:nvPr/>
        </p:nvSpPr>
        <p:spPr>
          <a:xfrm>
            <a:off x="240487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25" name="shape:025"/>
          <p:cNvSpPr/>
          <p:nvPr/>
        </p:nvSpPr>
        <p:spPr>
          <a:xfrm>
            <a:off x="547512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26" name="shape:026"/>
          <p:cNvSpPr/>
          <p:nvPr/>
        </p:nvSpPr>
        <p:spPr>
          <a:xfrm>
            <a:off x="8545373"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27" name="shape:027"/>
          <p:cNvSpPr/>
          <p:nvPr/>
        </p:nvSpPr>
        <p:spPr>
          <a:xfrm>
            <a:off x="576072" y="4553712"/>
            <a:ext cx="11039551" cy="0"/>
          </a:xfrm>
          <a:prstGeom prst="line">
            <a:avLst/>
          </a:prstGeom>
          <a:noFill/>
          <a:ln w="6350">
            <a:solidFill>
              <a:srgbClr val="D9DCDF"/>
            </a:solidFill>
            <a:prstDash val="dash"/>
          </a:ln>
        </p:spPr>
        <p:txBody>
          <a:bodyPr>
            <a:noAutofit/>
          </a:bodyPr>
          <a:p/>
        </p:txBody>
      </p:sp>
      <p:sp>
        <p:nvSpPr>
          <p:cNvPr id="28" name="shape:028"/>
          <p:cNvSpPr/>
          <p:nvPr/>
        </p:nvSpPr>
        <p:spPr>
          <a:xfrm>
            <a:off x="576072" y="47000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1E5F8C"/>
                </a:solidFill>
                <a:latin typeface="Yu Gothic" pitchFamily="34" charset="0"/>
                <a:ea typeface="Yu Gothic" pitchFamily="34" charset="-122"/>
                <a:cs typeface="Yu Gothic" pitchFamily="34" charset="-120"/>
              </a:rPr>
              <a:t>期間3</a:t>
            </a:r>
            <a:endParaRPr lang="en-US" sz="1300" dirty="0"/>
          </a:p>
        </p:txBody>
      </p:sp>
      <p:sp>
        <p:nvSpPr>
          <p:cNvPr id="29" name="shape:029"/>
          <p:cNvSpPr/>
          <p:nvPr/>
        </p:nvSpPr>
        <p:spPr>
          <a:xfrm>
            <a:off x="240487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30" name="shape:030"/>
          <p:cNvSpPr/>
          <p:nvPr/>
        </p:nvSpPr>
        <p:spPr>
          <a:xfrm>
            <a:off x="547512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31" name="shape:031"/>
          <p:cNvSpPr/>
          <p:nvPr/>
        </p:nvSpPr>
        <p:spPr>
          <a:xfrm>
            <a:off x="8545373"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値</a:t>
            </a:r>
            <a:endParaRPr lang="en-US" sz="1200" dirty="0"/>
          </a:p>
        </p:txBody>
      </p:sp>
      <p:sp>
        <p:nvSpPr>
          <p:cNvPr id="32" name="shape:032"/>
          <p:cNvSpPr/>
          <p:nvPr/>
        </p:nvSpPr>
        <p:spPr>
          <a:xfrm>
            <a:off x="576072" y="5468112"/>
            <a:ext cx="11039551" cy="0"/>
          </a:xfrm>
          <a:prstGeom prst="line">
            <a:avLst/>
          </a:prstGeom>
          <a:noFill/>
          <a:ln w="6350">
            <a:solidFill>
              <a:srgbClr val="D9DCDF"/>
            </a:solidFill>
            <a:prstDash val="dash"/>
          </a:ln>
        </p:spPr>
        <p:txBody>
          <a:bodyPr>
            <a:noAutofit/>
          </a:bodyPr>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m19</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テーマカード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46</a:t>
            </a:r>
            <a:endParaRPr lang="en-US" sz="750" dirty="0"/>
          </a:p>
        </p:txBody>
      </p:sp>
      <p:sp>
        <p:nvSpPr>
          <p:cNvPr id="10" name="shape:010"/>
          <p:cNvSpPr/>
          <p:nvPr/>
        </p:nvSpPr>
        <p:spPr>
          <a:xfrm>
            <a:off x="576072" y="1916811"/>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666B70"/>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2502027"/>
            <a:ext cx="2554148" cy="274320"/>
          </a:xfrm>
          <a:prstGeom prst="rect">
            <a:avLst/>
          </a:prstGeom>
          <a:solidFill>
            <a:srgbClr val="1E5F8C"/>
          </a:solidFill>
          <a:ln/>
        </p:spPr>
        <p:txBody>
          <a:bodyPr>
            <a:noAutofit/>
          </a:bodyPr>
          <a:p/>
        </p:txBody>
      </p:sp>
      <p:sp>
        <p:nvSpPr>
          <p:cNvPr id="12" name="shape:012"/>
          <p:cNvSpPr/>
          <p:nvPr/>
        </p:nvSpPr>
        <p:spPr>
          <a:xfrm>
            <a:off x="649224"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項目1</a:t>
            </a:r>
            <a:endParaRPr lang="en-US" sz="1000" dirty="0"/>
          </a:p>
        </p:txBody>
      </p:sp>
      <p:sp>
        <p:nvSpPr>
          <p:cNvPr id="13" name="shape:013"/>
          <p:cNvSpPr/>
          <p:nvPr/>
        </p:nvSpPr>
        <p:spPr>
          <a:xfrm>
            <a:off x="576072"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1E5F8C"/>
                </a:solidFill>
                <a:latin typeface="Yu Gothic" pitchFamily="34" charset="0"/>
                <a:ea typeface="Yu Gothic" pitchFamily="34" charset="-122"/>
                <a:cs typeface="Yu Gothic" pitchFamily="34" charset="-120"/>
              </a:rPr>
              <a:t>見出し 2</a:t>
            </a:r>
            <a:endParaRPr lang="en-US" sz="1400" dirty="0"/>
          </a:p>
        </p:txBody>
      </p:sp>
      <p:sp>
        <p:nvSpPr>
          <p:cNvPr id="14" name="shape:014"/>
          <p:cNvSpPr/>
          <p:nvPr/>
        </p:nvSpPr>
        <p:spPr>
          <a:xfrm>
            <a:off x="576072"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記載例1</a:t>
            </a:r>
            <a:endParaRPr lang="en-US" sz="1150" dirty="0"/>
          </a:p>
        </p:txBody>
      </p:sp>
      <p:sp>
        <p:nvSpPr>
          <p:cNvPr id="15" name="shape:015"/>
          <p:cNvSpPr/>
          <p:nvPr/>
        </p:nvSpPr>
        <p:spPr>
          <a:xfrm>
            <a:off x="576072"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071B2C"/>
                </a:solidFill>
                <a:latin typeface="Yu Gothic" pitchFamily="34" charset="0"/>
                <a:ea typeface="Yu Gothic" pitchFamily="34" charset="-122"/>
                <a:cs typeface="Yu Gothic" pitchFamily="34" charset="-120"/>
              </a:rPr>
              <a:t>3.4x</a:t>
            </a:r>
            <a:endParaRPr lang="en-US" sz="2600" dirty="0"/>
          </a:p>
        </p:txBody>
      </p:sp>
      <p:sp>
        <p:nvSpPr>
          <p:cNvPr id="16" name="shape:016"/>
          <p:cNvSpPr/>
          <p:nvPr/>
        </p:nvSpPr>
        <p:spPr>
          <a:xfrm>
            <a:off x="3267380" y="2502027"/>
            <a:ext cx="0" cy="3200400"/>
          </a:xfrm>
          <a:prstGeom prst="line">
            <a:avLst/>
          </a:prstGeom>
          <a:noFill/>
          <a:ln w="12700">
            <a:solidFill>
              <a:srgbClr val="D9DCDF"/>
            </a:solidFill>
            <a:prstDash val="dot"/>
          </a:ln>
        </p:spPr>
        <p:txBody>
          <a:bodyPr>
            <a:noAutofit/>
          </a:bodyPr>
          <a:p/>
        </p:txBody>
      </p:sp>
      <p:sp>
        <p:nvSpPr>
          <p:cNvPr id="17" name="shape:017"/>
          <p:cNvSpPr/>
          <p:nvPr/>
        </p:nvSpPr>
        <p:spPr>
          <a:xfrm>
            <a:off x="3404540" y="2502027"/>
            <a:ext cx="2554148" cy="274320"/>
          </a:xfrm>
          <a:prstGeom prst="rect">
            <a:avLst/>
          </a:prstGeom>
          <a:solidFill>
            <a:srgbClr val="1E5F8C"/>
          </a:solidFill>
          <a:ln/>
        </p:spPr>
        <p:txBody>
          <a:bodyPr>
            <a:noAutofit/>
          </a:bodyPr>
          <a:p/>
        </p:txBody>
      </p:sp>
      <p:sp>
        <p:nvSpPr>
          <p:cNvPr id="18" name="shape:018"/>
          <p:cNvSpPr/>
          <p:nvPr/>
        </p:nvSpPr>
        <p:spPr>
          <a:xfrm>
            <a:off x="3477692"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項目2</a:t>
            </a:r>
            <a:endParaRPr lang="en-US" sz="1000" dirty="0"/>
          </a:p>
        </p:txBody>
      </p:sp>
      <p:sp>
        <p:nvSpPr>
          <p:cNvPr id="19" name="shape:019"/>
          <p:cNvSpPr/>
          <p:nvPr/>
        </p:nvSpPr>
        <p:spPr>
          <a:xfrm>
            <a:off x="3404540"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1E5F8C"/>
                </a:solidFill>
                <a:latin typeface="Yu Gothic" pitchFamily="34" charset="0"/>
                <a:ea typeface="Yu Gothic" pitchFamily="34" charset="-122"/>
                <a:cs typeface="Yu Gothic" pitchFamily="34" charset="-120"/>
              </a:rPr>
              <a:t>見出し 3</a:t>
            </a:r>
            <a:endParaRPr lang="en-US" sz="1400" dirty="0"/>
          </a:p>
        </p:txBody>
      </p:sp>
      <p:sp>
        <p:nvSpPr>
          <p:cNvPr id="20" name="shape:020"/>
          <p:cNvSpPr/>
          <p:nvPr/>
        </p:nvSpPr>
        <p:spPr>
          <a:xfrm>
            <a:off x="3404540"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記載例2</a:t>
            </a:r>
            <a:endParaRPr lang="en-US" sz="1150" dirty="0"/>
          </a:p>
        </p:txBody>
      </p:sp>
      <p:sp>
        <p:nvSpPr>
          <p:cNvPr id="21" name="shape:021"/>
          <p:cNvSpPr/>
          <p:nvPr/>
        </p:nvSpPr>
        <p:spPr>
          <a:xfrm>
            <a:off x="3404540"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071B2C"/>
                </a:solidFill>
                <a:latin typeface="Yu Gothic" pitchFamily="34" charset="0"/>
                <a:ea typeface="Yu Gothic" pitchFamily="34" charset="-122"/>
                <a:cs typeface="Yu Gothic" pitchFamily="34" charset="-120"/>
              </a:rPr>
              <a:t>+22%</a:t>
            </a:r>
            <a:endParaRPr lang="en-US" sz="2600" dirty="0"/>
          </a:p>
        </p:txBody>
      </p:sp>
      <p:sp>
        <p:nvSpPr>
          <p:cNvPr id="22" name="shape:022"/>
          <p:cNvSpPr/>
          <p:nvPr/>
        </p:nvSpPr>
        <p:spPr>
          <a:xfrm>
            <a:off x="6095848" y="2502027"/>
            <a:ext cx="0" cy="3200400"/>
          </a:xfrm>
          <a:prstGeom prst="line">
            <a:avLst/>
          </a:prstGeom>
          <a:noFill/>
          <a:ln w="12700">
            <a:solidFill>
              <a:srgbClr val="D9DCDF"/>
            </a:solidFill>
            <a:prstDash val="dot"/>
          </a:ln>
        </p:spPr>
        <p:txBody>
          <a:bodyPr>
            <a:noAutofit/>
          </a:bodyPr>
          <a:p/>
        </p:txBody>
      </p:sp>
      <p:sp>
        <p:nvSpPr>
          <p:cNvPr id="23" name="shape:023"/>
          <p:cNvSpPr/>
          <p:nvPr/>
        </p:nvSpPr>
        <p:spPr>
          <a:xfrm>
            <a:off x="6233008" y="2502027"/>
            <a:ext cx="2554148" cy="274320"/>
          </a:xfrm>
          <a:prstGeom prst="rect">
            <a:avLst/>
          </a:prstGeom>
          <a:solidFill>
            <a:srgbClr val="1E5F8C"/>
          </a:solidFill>
          <a:ln/>
        </p:spPr>
        <p:txBody>
          <a:bodyPr>
            <a:noAutofit/>
          </a:bodyPr>
          <a:p/>
        </p:txBody>
      </p:sp>
      <p:sp>
        <p:nvSpPr>
          <p:cNvPr id="24" name="shape:024"/>
          <p:cNvSpPr/>
          <p:nvPr/>
        </p:nvSpPr>
        <p:spPr>
          <a:xfrm>
            <a:off x="6306160"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項目3</a:t>
            </a:r>
            <a:endParaRPr lang="en-US" sz="1000" dirty="0"/>
          </a:p>
        </p:txBody>
      </p:sp>
      <p:sp>
        <p:nvSpPr>
          <p:cNvPr id="25" name="shape:025"/>
          <p:cNvSpPr/>
          <p:nvPr/>
        </p:nvSpPr>
        <p:spPr>
          <a:xfrm>
            <a:off x="6233008"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1E5F8C"/>
                </a:solidFill>
                <a:latin typeface="Yu Gothic" pitchFamily="34" charset="0"/>
                <a:ea typeface="Yu Gothic" pitchFamily="34" charset="-122"/>
                <a:cs typeface="Yu Gothic" pitchFamily="34" charset="-120"/>
              </a:rPr>
              <a:t>見出し 4</a:t>
            </a:r>
            <a:endParaRPr lang="en-US" sz="1400" dirty="0"/>
          </a:p>
        </p:txBody>
      </p:sp>
      <p:sp>
        <p:nvSpPr>
          <p:cNvPr id="26" name="shape:026"/>
          <p:cNvSpPr/>
          <p:nvPr/>
        </p:nvSpPr>
        <p:spPr>
          <a:xfrm>
            <a:off x="6233008"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記載例3</a:t>
            </a:r>
            <a:endParaRPr lang="en-US" sz="1150" dirty="0"/>
          </a:p>
        </p:txBody>
      </p:sp>
      <p:sp>
        <p:nvSpPr>
          <p:cNvPr id="27" name="shape:027"/>
          <p:cNvSpPr/>
          <p:nvPr/>
        </p:nvSpPr>
        <p:spPr>
          <a:xfrm>
            <a:off x="6233008"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071B2C"/>
                </a:solidFill>
                <a:latin typeface="Yu Gothic" pitchFamily="34" charset="0"/>
                <a:ea typeface="Yu Gothic" pitchFamily="34" charset="-122"/>
                <a:cs typeface="Yu Gothic" pitchFamily="34" charset="-120"/>
              </a:rPr>
              <a:t>-41%</a:t>
            </a:r>
            <a:endParaRPr lang="en-US" sz="2600" dirty="0"/>
          </a:p>
        </p:txBody>
      </p:sp>
      <p:sp>
        <p:nvSpPr>
          <p:cNvPr id="28" name="shape:028"/>
          <p:cNvSpPr/>
          <p:nvPr/>
        </p:nvSpPr>
        <p:spPr>
          <a:xfrm>
            <a:off x="8924315" y="2502027"/>
            <a:ext cx="0" cy="3200400"/>
          </a:xfrm>
          <a:prstGeom prst="line">
            <a:avLst/>
          </a:prstGeom>
          <a:noFill/>
          <a:ln w="12700">
            <a:solidFill>
              <a:srgbClr val="D9DCDF"/>
            </a:solidFill>
            <a:prstDash val="dot"/>
          </a:ln>
        </p:spPr>
        <p:txBody>
          <a:bodyPr>
            <a:noAutofit/>
          </a:bodyPr>
          <a:p/>
        </p:txBody>
      </p:sp>
      <p:sp>
        <p:nvSpPr>
          <p:cNvPr id="29" name="shape:029"/>
          <p:cNvSpPr/>
          <p:nvPr/>
        </p:nvSpPr>
        <p:spPr>
          <a:xfrm>
            <a:off x="9061475" y="2502027"/>
            <a:ext cx="2554148" cy="274320"/>
          </a:xfrm>
          <a:prstGeom prst="rect">
            <a:avLst/>
          </a:prstGeom>
          <a:solidFill>
            <a:srgbClr val="1E5F8C"/>
          </a:solidFill>
          <a:ln/>
        </p:spPr>
        <p:txBody>
          <a:bodyPr>
            <a:noAutofit/>
          </a:bodyPr>
          <a:p/>
        </p:txBody>
      </p:sp>
      <p:sp>
        <p:nvSpPr>
          <p:cNvPr id="30" name="shape:030"/>
          <p:cNvSpPr/>
          <p:nvPr/>
        </p:nvSpPr>
        <p:spPr>
          <a:xfrm>
            <a:off x="9134627"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項目4</a:t>
            </a:r>
            <a:endParaRPr lang="en-US" sz="1000" dirty="0"/>
          </a:p>
        </p:txBody>
      </p:sp>
      <p:sp>
        <p:nvSpPr>
          <p:cNvPr id="31" name="shape:031"/>
          <p:cNvSpPr/>
          <p:nvPr/>
        </p:nvSpPr>
        <p:spPr>
          <a:xfrm>
            <a:off x="9061475"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1E5F8C"/>
                </a:solidFill>
                <a:latin typeface="Yu Gothic" pitchFamily="34" charset="0"/>
                <a:ea typeface="Yu Gothic" pitchFamily="34" charset="-122"/>
                <a:cs typeface="Yu Gothic" pitchFamily="34" charset="-120"/>
              </a:rPr>
              <a:t>見出し 5</a:t>
            </a:r>
            <a:endParaRPr lang="en-US" sz="1400" dirty="0"/>
          </a:p>
        </p:txBody>
      </p:sp>
      <p:sp>
        <p:nvSpPr>
          <p:cNvPr id="32" name="shape:032"/>
          <p:cNvSpPr/>
          <p:nvPr/>
        </p:nvSpPr>
        <p:spPr>
          <a:xfrm>
            <a:off x="9061475"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記載例4</a:t>
            </a:r>
            <a:endParaRPr lang="en-US" sz="1150" dirty="0"/>
          </a:p>
        </p:txBody>
      </p:sp>
      <p:sp>
        <p:nvSpPr>
          <p:cNvPr id="33" name="shape:033"/>
          <p:cNvSpPr/>
          <p:nvPr/>
        </p:nvSpPr>
        <p:spPr>
          <a:xfrm>
            <a:off x="9061475"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071B2C"/>
                </a:solidFill>
                <a:latin typeface="Yu Gothic" pitchFamily="34" charset="0"/>
                <a:ea typeface="Yu Gothic" pitchFamily="34" charset="-122"/>
                <a:cs typeface="Yu Gothic" pitchFamily="34" charset="-120"/>
              </a:rPr>
              <a:t>92%</a:t>
            </a:r>
            <a:endParaRPr lang="en-US" sz="260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m20</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提言の柱</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47</a:t>
            </a:r>
            <a:endParaRPr lang="en-US" sz="750" dirty="0"/>
          </a:p>
        </p:txBody>
      </p:sp>
      <p:sp>
        <p:nvSpPr>
          <p:cNvPr id="10" name="shape:010"/>
          <p:cNvSpPr/>
          <p:nvPr/>
        </p:nvSpPr>
        <p:spPr>
          <a:xfrm>
            <a:off x="576072" y="2660904"/>
            <a:ext cx="3375050" cy="0"/>
          </a:xfrm>
          <a:prstGeom prst="line">
            <a:avLst/>
          </a:prstGeom>
          <a:noFill/>
          <a:ln w="31750">
            <a:solidFill>
              <a:srgbClr val="1E5F8C"/>
            </a:solidFill>
            <a:prstDash val="solid"/>
          </a:ln>
        </p:spPr>
        <p:txBody>
          <a:bodyPr>
            <a:noAutofit/>
          </a:bodyPr>
          <a:p/>
        </p:txBody>
      </p:sp>
      <p:sp>
        <p:nvSpPr>
          <p:cNvPr id="11" name="shape:011"/>
          <p:cNvSpPr/>
          <p:nvPr/>
        </p:nvSpPr>
        <p:spPr>
          <a:xfrm>
            <a:off x="576072" y="2825496"/>
            <a:ext cx="457200" cy="457200"/>
          </a:xfrm>
          <a:prstGeom prst="ellipse">
            <a:avLst/>
          </a:prstGeom>
          <a:solidFill>
            <a:srgbClr val="1E5F8C"/>
          </a:solidFill>
          <a:ln/>
        </p:spPr>
        <p:txBody>
          <a:bodyPr>
            <a:noAutofit/>
          </a:bodyPr>
          <a:p/>
        </p:txBody>
      </p:sp>
      <p:sp>
        <p:nvSpPr>
          <p:cNvPr id="12" name="shape:012"/>
          <p:cNvSpPr/>
          <p:nvPr/>
        </p:nvSpPr>
        <p:spPr>
          <a:xfrm>
            <a:off x="57607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3" name="shape:013"/>
          <p:cNvSpPr/>
          <p:nvPr/>
        </p:nvSpPr>
        <p:spPr>
          <a:xfrm>
            <a:off x="57607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2</a:t>
            </a:r>
            <a:endParaRPr lang="en-US" sz="1500" dirty="0"/>
          </a:p>
        </p:txBody>
      </p:sp>
      <p:sp>
        <p:nvSpPr>
          <p:cNvPr id="14" name="shape:014"/>
          <p:cNvSpPr/>
          <p:nvPr/>
        </p:nvSpPr>
        <p:spPr>
          <a:xfrm>
            <a:off x="57607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記載例1</a:t>
            </a:r>
            <a:endParaRPr lang="en-US" sz="1200" dirty="0"/>
          </a:p>
        </p:txBody>
      </p:sp>
      <p:sp>
        <p:nvSpPr>
          <p:cNvPr id="15" name="shape:015"/>
          <p:cNvSpPr/>
          <p:nvPr/>
        </p:nvSpPr>
        <p:spPr>
          <a:xfrm>
            <a:off x="57607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記載例2</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記載例3</a:t>
            </a:r>
            <a:endParaRPr lang="en-US" sz="1200" dirty="0"/>
          </a:p>
        </p:txBody>
      </p:sp>
      <p:sp>
        <p:nvSpPr>
          <p:cNvPr id="16" name="shape:016"/>
          <p:cNvSpPr/>
          <p:nvPr/>
        </p:nvSpPr>
        <p:spPr>
          <a:xfrm>
            <a:off x="4408322" y="2660904"/>
            <a:ext cx="3375050" cy="0"/>
          </a:xfrm>
          <a:prstGeom prst="line">
            <a:avLst/>
          </a:prstGeom>
          <a:noFill/>
          <a:ln w="31750">
            <a:solidFill>
              <a:srgbClr val="1E5F8C"/>
            </a:solidFill>
            <a:prstDash val="solid"/>
          </a:ln>
        </p:spPr>
        <p:txBody>
          <a:bodyPr>
            <a:noAutofit/>
          </a:bodyPr>
          <a:p/>
        </p:txBody>
      </p:sp>
      <p:sp>
        <p:nvSpPr>
          <p:cNvPr id="17" name="shape:017"/>
          <p:cNvSpPr/>
          <p:nvPr/>
        </p:nvSpPr>
        <p:spPr>
          <a:xfrm>
            <a:off x="4408322" y="2825496"/>
            <a:ext cx="457200" cy="457200"/>
          </a:xfrm>
          <a:prstGeom prst="ellipse">
            <a:avLst/>
          </a:prstGeom>
          <a:solidFill>
            <a:srgbClr val="1E5F8C"/>
          </a:solidFill>
          <a:ln/>
        </p:spPr>
        <p:txBody>
          <a:bodyPr>
            <a:noAutofit/>
          </a:bodyPr>
          <a:p/>
        </p:txBody>
      </p:sp>
      <p:sp>
        <p:nvSpPr>
          <p:cNvPr id="18" name="shape:018"/>
          <p:cNvSpPr/>
          <p:nvPr/>
        </p:nvSpPr>
        <p:spPr>
          <a:xfrm>
            <a:off x="440832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9" name="shape:019"/>
          <p:cNvSpPr/>
          <p:nvPr/>
        </p:nvSpPr>
        <p:spPr>
          <a:xfrm>
            <a:off x="440832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3</a:t>
            </a:r>
            <a:endParaRPr lang="en-US" sz="1500" dirty="0"/>
          </a:p>
        </p:txBody>
      </p:sp>
      <p:sp>
        <p:nvSpPr>
          <p:cNvPr id="20" name="shape:020"/>
          <p:cNvSpPr/>
          <p:nvPr/>
        </p:nvSpPr>
        <p:spPr>
          <a:xfrm>
            <a:off x="440832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記載例4</a:t>
            </a:r>
            <a:endParaRPr lang="en-US" sz="1200" dirty="0"/>
          </a:p>
        </p:txBody>
      </p:sp>
      <p:sp>
        <p:nvSpPr>
          <p:cNvPr id="21" name="shape:021"/>
          <p:cNvSpPr/>
          <p:nvPr/>
        </p:nvSpPr>
        <p:spPr>
          <a:xfrm>
            <a:off x="440832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記載例5</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記載例6</a:t>
            </a:r>
            <a:endParaRPr lang="en-US" sz="1200" dirty="0"/>
          </a:p>
        </p:txBody>
      </p:sp>
      <p:sp>
        <p:nvSpPr>
          <p:cNvPr id="22" name="shape:022"/>
          <p:cNvSpPr/>
          <p:nvPr/>
        </p:nvSpPr>
        <p:spPr>
          <a:xfrm>
            <a:off x="8240573" y="2660904"/>
            <a:ext cx="3375050" cy="0"/>
          </a:xfrm>
          <a:prstGeom prst="line">
            <a:avLst/>
          </a:prstGeom>
          <a:noFill/>
          <a:ln w="31750">
            <a:solidFill>
              <a:srgbClr val="1E5F8C"/>
            </a:solidFill>
            <a:prstDash val="solid"/>
          </a:ln>
        </p:spPr>
        <p:txBody>
          <a:bodyPr>
            <a:noAutofit/>
          </a:bodyPr>
          <a:p/>
        </p:txBody>
      </p:sp>
      <p:sp>
        <p:nvSpPr>
          <p:cNvPr id="23" name="shape:023"/>
          <p:cNvSpPr/>
          <p:nvPr/>
        </p:nvSpPr>
        <p:spPr>
          <a:xfrm>
            <a:off x="8240573" y="2825496"/>
            <a:ext cx="457200" cy="457200"/>
          </a:xfrm>
          <a:prstGeom prst="ellipse">
            <a:avLst/>
          </a:prstGeom>
          <a:solidFill>
            <a:srgbClr val="1E5F8C"/>
          </a:solidFill>
          <a:ln/>
        </p:spPr>
        <p:txBody>
          <a:bodyPr>
            <a:noAutofit/>
          </a:bodyPr>
          <a:p/>
        </p:txBody>
      </p:sp>
      <p:sp>
        <p:nvSpPr>
          <p:cNvPr id="24" name="shape:024"/>
          <p:cNvSpPr/>
          <p:nvPr/>
        </p:nvSpPr>
        <p:spPr>
          <a:xfrm>
            <a:off x="8240573"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5" name="shape:025"/>
          <p:cNvSpPr/>
          <p:nvPr/>
        </p:nvSpPr>
        <p:spPr>
          <a:xfrm>
            <a:off x="8240573"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4</a:t>
            </a:r>
            <a:endParaRPr lang="en-US" sz="1500" dirty="0"/>
          </a:p>
        </p:txBody>
      </p:sp>
      <p:sp>
        <p:nvSpPr>
          <p:cNvPr id="26" name="shape:026"/>
          <p:cNvSpPr/>
          <p:nvPr/>
        </p:nvSpPr>
        <p:spPr>
          <a:xfrm>
            <a:off x="8240573"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記載例7</a:t>
            </a:r>
            <a:endParaRPr lang="en-US" sz="1200" dirty="0"/>
          </a:p>
        </p:txBody>
      </p:sp>
      <p:sp>
        <p:nvSpPr>
          <p:cNvPr id="27" name="shape:027"/>
          <p:cNvSpPr/>
          <p:nvPr/>
        </p:nvSpPr>
        <p:spPr>
          <a:xfrm>
            <a:off x="8240573"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記載例8</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記載例9</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番号つき打ち手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48</a:t>
            </a:r>
            <a:endParaRPr lang="en-US" sz="750" dirty="0"/>
          </a:p>
        </p:txBody>
      </p:sp>
      <p:sp>
        <p:nvSpPr>
          <p:cNvPr id="10" name="shape:010"/>
          <p:cNvSpPr/>
          <p:nvPr/>
        </p:nvSpPr>
        <p:spPr>
          <a:xfrm>
            <a:off x="576072" y="2791206"/>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666B70"/>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1E5F8C"/>
                </a:solidFill>
                <a:latin typeface="Yu Gothic" pitchFamily="34" charset="0"/>
                <a:ea typeface="Yu Gothic" pitchFamily="34" charset="-122"/>
                <a:cs typeface="Yu Gothic" pitchFamily="34" charset="-120"/>
              </a:rPr>
              <a:t>1</a:t>
            </a:r>
            <a:endParaRPr lang="en-US" sz="3000" dirty="0"/>
          </a:p>
        </p:txBody>
      </p:sp>
      <p:sp>
        <p:nvSpPr>
          <p:cNvPr id="12" name="shape:012"/>
          <p:cNvSpPr/>
          <p:nvPr/>
        </p:nvSpPr>
        <p:spPr>
          <a:xfrm>
            <a:off x="576072" y="3943350"/>
            <a:ext cx="1915302" cy="0"/>
          </a:xfrm>
          <a:prstGeom prst="line">
            <a:avLst/>
          </a:prstGeom>
          <a:noFill/>
          <a:ln w="12700">
            <a:solidFill>
              <a:srgbClr val="071B2C"/>
            </a:solidFill>
            <a:prstDash val="solid"/>
          </a:ln>
        </p:spPr>
        <p:txBody>
          <a:bodyPr>
            <a:noAutofit/>
          </a:bodyPr>
          <a:p/>
        </p:txBody>
      </p:sp>
      <p:sp>
        <p:nvSpPr>
          <p:cNvPr id="13" name="shape:013"/>
          <p:cNvSpPr/>
          <p:nvPr/>
        </p:nvSpPr>
        <p:spPr>
          <a:xfrm>
            <a:off x="576072"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2</a:t>
            </a:r>
            <a:endParaRPr lang="en-US" sz="1500" dirty="0"/>
          </a:p>
        </p:txBody>
      </p:sp>
      <p:sp>
        <p:nvSpPr>
          <p:cNvPr id="14" name="shape:014"/>
          <p:cNvSpPr/>
          <p:nvPr/>
        </p:nvSpPr>
        <p:spPr>
          <a:xfrm>
            <a:off x="576072"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666B70"/>
                </a:solidFill>
                <a:latin typeface="Yu Gothic" pitchFamily="34" charset="0"/>
                <a:ea typeface="Yu Gothic" pitchFamily="34" charset="-122"/>
                <a:cs typeface="Yu Gothic" pitchFamily="34" charset="-120"/>
              </a:rPr>
              <a:t>記載例1</a:t>
            </a:r>
            <a:endParaRPr lang="en-US" sz="1200" dirty="0"/>
          </a:p>
        </p:txBody>
      </p:sp>
      <p:sp>
        <p:nvSpPr>
          <p:cNvPr id="15" name="shape:015"/>
          <p:cNvSpPr/>
          <p:nvPr/>
        </p:nvSpPr>
        <p:spPr>
          <a:xfrm>
            <a:off x="2857134"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1E5F8C"/>
                </a:solidFill>
                <a:latin typeface="Yu Gothic" pitchFamily="34" charset="0"/>
                <a:ea typeface="Yu Gothic" pitchFamily="34" charset="-122"/>
                <a:cs typeface="Yu Gothic" pitchFamily="34" charset="-120"/>
              </a:rPr>
              <a:t>2</a:t>
            </a:r>
            <a:endParaRPr lang="en-US" sz="3000" dirty="0"/>
          </a:p>
        </p:txBody>
      </p:sp>
      <p:sp>
        <p:nvSpPr>
          <p:cNvPr id="16" name="shape:016"/>
          <p:cNvSpPr/>
          <p:nvPr/>
        </p:nvSpPr>
        <p:spPr>
          <a:xfrm>
            <a:off x="2857134" y="3943350"/>
            <a:ext cx="1915302" cy="0"/>
          </a:xfrm>
          <a:prstGeom prst="line">
            <a:avLst/>
          </a:prstGeom>
          <a:noFill/>
          <a:ln w="12700">
            <a:solidFill>
              <a:srgbClr val="071B2C"/>
            </a:solidFill>
            <a:prstDash val="solid"/>
          </a:ln>
        </p:spPr>
        <p:txBody>
          <a:bodyPr>
            <a:noAutofit/>
          </a:bodyPr>
          <a:p/>
        </p:txBody>
      </p:sp>
      <p:sp>
        <p:nvSpPr>
          <p:cNvPr id="17" name="shape:017"/>
          <p:cNvSpPr/>
          <p:nvPr/>
        </p:nvSpPr>
        <p:spPr>
          <a:xfrm>
            <a:off x="2857134"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3</a:t>
            </a:r>
            <a:endParaRPr lang="en-US" sz="1500" dirty="0"/>
          </a:p>
        </p:txBody>
      </p:sp>
      <p:sp>
        <p:nvSpPr>
          <p:cNvPr id="18" name="shape:018"/>
          <p:cNvSpPr/>
          <p:nvPr/>
        </p:nvSpPr>
        <p:spPr>
          <a:xfrm>
            <a:off x="2857134"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666B70"/>
                </a:solidFill>
                <a:latin typeface="Yu Gothic" pitchFamily="34" charset="0"/>
                <a:ea typeface="Yu Gothic" pitchFamily="34" charset="-122"/>
                <a:cs typeface="Yu Gothic" pitchFamily="34" charset="-120"/>
              </a:rPr>
              <a:t>記載例2</a:t>
            </a:r>
            <a:endParaRPr lang="en-US" sz="1200" dirty="0"/>
          </a:p>
        </p:txBody>
      </p:sp>
      <p:sp>
        <p:nvSpPr>
          <p:cNvPr id="19" name="shape:019"/>
          <p:cNvSpPr/>
          <p:nvPr/>
        </p:nvSpPr>
        <p:spPr>
          <a:xfrm>
            <a:off x="5138196"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1E5F8C"/>
                </a:solidFill>
                <a:latin typeface="Yu Gothic" pitchFamily="34" charset="0"/>
                <a:ea typeface="Yu Gothic" pitchFamily="34" charset="-122"/>
                <a:cs typeface="Yu Gothic" pitchFamily="34" charset="-120"/>
              </a:rPr>
              <a:t>3</a:t>
            </a:r>
            <a:endParaRPr lang="en-US" sz="3000" dirty="0"/>
          </a:p>
        </p:txBody>
      </p:sp>
      <p:sp>
        <p:nvSpPr>
          <p:cNvPr id="20" name="shape:020"/>
          <p:cNvSpPr/>
          <p:nvPr/>
        </p:nvSpPr>
        <p:spPr>
          <a:xfrm>
            <a:off x="5138196" y="3943350"/>
            <a:ext cx="1915302" cy="0"/>
          </a:xfrm>
          <a:prstGeom prst="line">
            <a:avLst/>
          </a:prstGeom>
          <a:noFill/>
          <a:ln w="12700">
            <a:solidFill>
              <a:srgbClr val="071B2C"/>
            </a:solidFill>
            <a:prstDash val="solid"/>
          </a:ln>
        </p:spPr>
        <p:txBody>
          <a:bodyPr>
            <a:noAutofit/>
          </a:bodyPr>
          <a:p/>
        </p:txBody>
      </p:sp>
      <p:sp>
        <p:nvSpPr>
          <p:cNvPr id="21" name="shape:021"/>
          <p:cNvSpPr/>
          <p:nvPr/>
        </p:nvSpPr>
        <p:spPr>
          <a:xfrm>
            <a:off x="5138196"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4</a:t>
            </a:r>
            <a:endParaRPr lang="en-US" sz="1500" dirty="0"/>
          </a:p>
        </p:txBody>
      </p:sp>
      <p:sp>
        <p:nvSpPr>
          <p:cNvPr id="22" name="shape:022"/>
          <p:cNvSpPr/>
          <p:nvPr/>
        </p:nvSpPr>
        <p:spPr>
          <a:xfrm>
            <a:off x="5138196"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666B70"/>
                </a:solidFill>
                <a:latin typeface="Yu Gothic" pitchFamily="34" charset="0"/>
                <a:ea typeface="Yu Gothic" pitchFamily="34" charset="-122"/>
                <a:cs typeface="Yu Gothic" pitchFamily="34" charset="-120"/>
              </a:rPr>
              <a:t>記載例3</a:t>
            </a:r>
            <a:endParaRPr lang="en-US" sz="1200" dirty="0"/>
          </a:p>
        </p:txBody>
      </p:sp>
      <p:sp>
        <p:nvSpPr>
          <p:cNvPr id="23" name="shape:023"/>
          <p:cNvSpPr/>
          <p:nvPr/>
        </p:nvSpPr>
        <p:spPr>
          <a:xfrm>
            <a:off x="7419259"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1E5F8C"/>
                </a:solidFill>
                <a:latin typeface="Yu Gothic" pitchFamily="34" charset="0"/>
                <a:ea typeface="Yu Gothic" pitchFamily="34" charset="-122"/>
                <a:cs typeface="Yu Gothic" pitchFamily="34" charset="-120"/>
              </a:rPr>
              <a:t>4</a:t>
            </a:r>
            <a:endParaRPr lang="en-US" sz="3000" dirty="0"/>
          </a:p>
        </p:txBody>
      </p:sp>
      <p:sp>
        <p:nvSpPr>
          <p:cNvPr id="24" name="shape:024"/>
          <p:cNvSpPr/>
          <p:nvPr/>
        </p:nvSpPr>
        <p:spPr>
          <a:xfrm>
            <a:off x="7419259" y="3943350"/>
            <a:ext cx="1915302" cy="0"/>
          </a:xfrm>
          <a:prstGeom prst="line">
            <a:avLst/>
          </a:prstGeom>
          <a:noFill/>
          <a:ln w="12700">
            <a:solidFill>
              <a:srgbClr val="071B2C"/>
            </a:solidFill>
            <a:prstDash val="solid"/>
          </a:ln>
        </p:spPr>
        <p:txBody>
          <a:bodyPr>
            <a:noAutofit/>
          </a:bodyPr>
          <a:p/>
        </p:txBody>
      </p:sp>
      <p:sp>
        <p:nvSpPr>
          <p:cNvPr id="25" name="shape:025"/>
          <p:cNvSpPr/>
          <p:nvPr/>
        </p:nvSpPr>
        <p:spPr>
          <a:xfrm>
            <a:off x="7419259"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5</a:t>
            </a:r>
            <a:endParaRPr lang="en-US" sz="1500" dirty="0"/>
          </a:p>
        </p:txBody>
      </p:sp>
      <p:sp>
        <p:nvSpPr>
          <p:cNvPr id="26" name="shape:026"/>
          <p:cNvSpPr/>
          <p:nvPr/>
        </p:nvSpPr>
        <p:spPr>
          <a:xfrm>
            <a:off x="7419259"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666B70"/>
                </a:solidFill>
                <a:latin typeface="Yu Gothic" pitchFamily="34" charset="0"/>
                <a:ea typeface="Yu Gothic" pitchFamily="34" charset="-122"/>
                <a:cs typeface="Yu Gothic" pitchFamily="34" charset="-120"/>
              </a:rPr>
              <a:t>記載例4</a:t>
            </a:r>
            <a:endParaRPr lang="en-US" sz="1200" dirty="0"/>
          </a:p>
        </p:txBody>
      </p:sp>
      <p:sp>
        <p:nvSpPr>
          <p:cNvPr id="27" name="shape:027"/>
          <p:cNvSpPr/>
          <p:nvPr/>
        </p:nvSpPr>
        <p:spPr>
          <a:xfrm>
            <a:off x="9700321"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1E5F8C"/>
                </a:solidFill>
                <a:latin typeface="Yu Gothic" pitchFamily="34" charset="0"/>
                <a:ea typeface="Yu Gothic" pitchFamily="34" charset="-122"/>
                <a:cs typeface="Yu Gothic" pitchFamily="34" charset="-120"/>
              </a:rPr>
              <a:t>5</a:t>
            </a:r>
            <a:endParaRPr lang="en-US" sz="3000" dirty="0"/>
          </a:p>
        </p:txBody>
      </p:sp>
      <p:sp>
        <p:nvSpPr>
          <p:cNvPr id="28" name="shape:028"/>
          <p:cNvSpPr/>
          <p:nvPr/>
        </p:nvSpPr>
        <p:spPr>
          <a:xfrm>
            <a:off x="9700321" y="3943350"/>
            <a:ext cx="1915302" cy="0"/>
          </a:xfrm>
          <a:prstGeom prst="line">
            <a:avLst/>
          </a:prstGeom>
          <a:noFill/>
          <a:ln w="12700">
            <a:solidFill>
              <a:srgbClr val="071B2C"/>
            </a:solidFill>
            <a:prstDash val="solid"/>
          </a:ln>
        </p:spPr>
        <p:txBody>
          <a:bodyPr>
            <a:noAutofit/>
          </a:bodyPr>
          <a:p/>
        </p:txBody>
      </p:sp>
      <p:sp>
        <p:nvSpPr>
          <p:cNvPr id="29" name="shape:029"/>
          <p:cNvSpPr/>
          <p:nvPr/>
        </p:nvSpPr>
        <p:spPr>
          <a:xfrm>
            <a:off x="9700321"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見出し 6</a:t>
            </a:r>
            <a:endParaRPr lang="en-US" sz="1500" dirty="0"/>
          </a:p>
        </p:txBody>
      </p:sp>
      <p:sp>
        <p:nvSpPr>
          <p:cNvPr id="30" name="shape:030"/>
          <p:cNvSpPr/>
          <p:nvPr/>
        </p:nvSpPr>
        <p:spPr>
          <a:xfrm>
            <a:off x="9700321"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666B70"/>
                </a:solidFill>
                <a:latin typeface="Yu Gothic" pitchFamily="34" charset="0"/>
                <a:ea typeface="Yu Gothic" pitchFamily="34" charset="-122"/>
                <a:cs typeface="Yu Gothic" pitchFamily="34" charset="-120"/>
              </a:rPr>
              <a:t>記載例5</a:t>
            </a:r>
            <a:endParaRPr lang="en-US" sz="1200" dirty="0"/>
          </a:p>
        </p:txBody>
      </p:sp>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Situation・Complication・Resolution</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49</a:t>
            </a:r>
            <a:endParaRPr lang="en-US" sz="750" dirty="0"/>
          </a:p>
        </p:txBody>
      </p:sp>
      <p:sp>
        <p:nvSpPr>
          <p:cNvPr id="10" name="shape:010"/>
          <p:cNvSpPr/>
          <p:nvPr/>
        </p:nvSpPr>
        <p:spPr>
          <a:xfrm>
            <a:off x="57607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Situation</a:t>
            </a:r>
            <a:endParaRPr lang="en-US" sz="1500" dirty="0"/>
          </a:p>
        </p:txBody>
      </p:sp>
      <p:sp>
        <p:nvSpPr>
          <p:cNvPr id="11" name="shape:011"/>
          <p:cNvSpPr/>
          <p:nvPr/>
        </p:nvSpPr>
        <p:spPr>
          <a:xfrm>
            <a:off x="576072" y="2530602"/>
            <a:ext cx="3405530" cy="0"/>
          </a:xfrm>
          <a:prstGeom prst="line">
            <a:avLst/>
          </a:prstGeom>
          <a:noFill/>
          <a:ln w="25400">
            <a:solidFill>
              <a:srgbClr val="071B2C"/>
            </a:solidFill>
            <a:prstDash val="solid"/>
          </a:ln>
        </p:spPr>
        <p:txBody>
          <a:bodyPr>
            <a:noAutofit/>
          </a:bodyPr>
          <a:p/>
        </p:txBody>
      </p:sp>
      <p:sp>
        <p:nvSpPr>
          <p:cNvPr id="12" name="shape:012"/>
          <p:cNvSpPr/>
          <p:nvPr/>
        </p:nvSpPr>
        <p:spPr>
          <a:xfrm>
            <a:off x="57607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記載例1</a:t>
            </a:r>
            <a:endParaRPr lang="en-US" sz="1500" dirty="0"/>
          </a:p>
        </p:txBody>
      </p:sp>
      <p:sp>
        <p:nvSpPr>
          <p:cNvPr id="13" name="shape:013"/>
          <p:cNvSpPr/>
          <p:nvPr/>
        </p:nvSpPr>
        <p:spPr>
          <a:xfrm>
            <a:off x="57607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記載例2</a:t>
            </a:r>
            <a:endParaRPr lang="en-US" sz="1250" dirty="0"/>
          </a:p>
        </p:txBody>
      </p:sp>
      <p:sp>
        <p:nvSpPr>
          <p:cNvPr id="14" name="shape:014"/>
          <p:cNvSpPr/>
          <p:nvPr/>
        </p:nvSpPr>
        <p:spPr>
          <a:xfrm>
            <a:off x="576072" y="5164074"/>
            <a:ext cx="3405530" cy="0"/>
          </a:xfrm>
          <a:prstGeom prst="line">
            <a:avLst/>
          </a:prstGeom>
          <a:noFill/>
          <a:ln w="9525">
            <a:solidFill>
              <a:srgbClr val="666B70"/>
            </a:solidFill>
            <a:prstDash val="sysDot"/>
          </a:ln>
        </p:spPr>
        <p:txBody>
          <a:bodyPr>
            <a:noAutofit/>
          </a:bodyPr>
          <a:p/>
        </p:txBody>
      </p:sp>
      <p:sp>
        <p:nvSpPr>
          <p:cNvPr id="15" name="shape:015"/>
          <p:cNvSpPr/>
          <p:nvPr/>
        </p:nvSpPr>
        <p:spPr>
          <a:xfrm>
            <a:off x="57607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注：前提や注記を記載</a:t>
            </a:r>
            <a:endParaRPr lang="en-US" sz="1200" dirty="0"/>
          </a:p>
        </p:txBody>
      </p:sp>
      <p:sp>
        <p:nvSpPr>
          <p:cNvPr id="16" name="shape:016"/>
          <p:cNvSpPr/>
          <p:nvPr/>
        </p:nvSpPr>
        <p:spPr>
          <a:xfrm>
            <a:off x="439308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Complication</a:t>
            </a:r>
            <a:endParaRPr lang="en-US" sz="1500" dirty="0"/>
          </a:p>
        </p:txBody>
      </p:sp>
      <p:sp>
        <p:nvSpPr>
          <p:cNvPr id="17" name="shape:017"/>
          <p:cNvSpPr/>
          <p:nvPr/>
        </p:nvSpPr>
        <p:spPr>
          <a:xfrm>
            <a:off x="4393082" y="2530602"/>
            <a:ext cx="3405530" cy="0"/>
          </a:xfrm>
          <a:prstGeom prst="line">
            <a:avLst/>
          </a:prstGeom>
          <a:noFill/>
          <a:ln w="25400">
            <a:solidFill>
              <a:srgbClr val="071B2C"/>
            </a:solidFill>
            <a:prstDash val="solid"/>
          </a:ln>
        </p:spPr>
        <p:txBody>
          <a:bodyPr>
            <a:noAutofit/>
          </a:bodyPr>
          <a:p/>
        </p:txBody>
      </p:sp>
      <p:sp>
        <p:nvSpPr>
          <p:cNvPr id="18" name="shape:018"/>
          <p:cNvSpPr/>
          <p:nvPr/>
        </p:nvSpPr>
        <p:spPr>
          <a:xfrm>
            <a:off x="439308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記載例3</a:t>
            </a:r>
            <a:endParaRPr lang="en-US" sz="1500" dirty="0"/>
          </a:p>
        </p:txBody>
      </p:sp>
      <p:sp>
        <p:nvSpPr>
          <p:cNvPr id="19" name="shape:019"/>
          <p:cNvSpPr/>
          <p:nvPr/>
        </p:nvSpPr>
        <p:spPr>
          <a:xfrm>
            <a:off x="439308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記載例4</a:t>
            </a:r>
            <a:endParaRPr lang="en-US" sz="1250" dirty="0"/>
          </a:p>
        </p:txBody>
      </p:sp>
      <p:sp>
        <p:nvSpPr>
          <p:cNvPr id="20" name="shape:020"/>
          <p:cNvSpPr/>
          <p:nvPr/>
        </p:nvSpPr>
        <p:spPr>
          <a:xfrm>
            <a:off x="4393082" y="5164074"/>
            <a:ext cx="3405530" cy="0"/>
          </a:xfrm>
          <a:prstGeom prst="line">
            <a:avLst/>
          </a:prstGeom>
          <a:noFill/>
          <a:ln w="9525">
            <a:solidFill>
              <a:srgbClr val="666B70"/>
            </a:solidFill>
            <a:prstDash val="sysDot"/>
          </a:ln>
        </p:spPr>
        <p:txBody>
          <a:bodyPr>
            <a:noAutofit/>
          </a:bodyPr>
          <a:p/>
        </p:txBody>
      </p:sp>
      <p:sp>
        <p:nvSpPr>
          <p:cNvPr id="21" name="shape:021"/>
          <p:cNvSpPr/>
          <p:nvPr/>
        </p:nvSpPr>
        <p:spPr>
          <a:xfrm>
            <a:off x="439308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注：前提や注記を記載</a:t>
            </a:r>
            <a:endParaRPr lang="en-US" sz="1200" dirty="0"/>
          </a:p>
        </p:txBody>
      </p:sp>
      <p:sp>
        <p:nvSpPr>
          <p:cNvPr id="22" name="shape:022"/>
          <p:cNvSpPr/>
          <p:nvPr/>
        </p:nvSpPr>
        <p:spPr>
          <a:xfrm>
            <a:off x="8210093"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Resolution</a:t>
            </a:r>
            <a:endParaRPr lang="en-US" sz="1500" dirty="0"/>
          </a:p>
        </p:txBody>
      </p:sp>
      <p:sp>
        <p:nvSpPr>
          <p:cNvPr id="23" name="shape:023"/>
          <p:cNvSpPr/>
          <p:nvPr/>
        </p:nvSpPr>
        <p:spPr>
          <a:xfrm>
            <a:off x="8210093" y="2530602"/>
            <a:ext cx="3405530" cy="0"/>
          </a:xfrm>
          <a:prstGeom prst="line">
            <a:avLst/>
          </a:prstGeom>
          <a:noFill/>
          <a:ln w="25400">
            <a:solidFill>
              <a:srgbClr val="071B2C"/>
            </a:solidFill>
            <a:prstDash val="solid"/>
          </a:ln>
        </p:spPr>
        <p:txBody>
          <a:bodyPr>
            <a:noAutofit/>
          </a:bodyPr>
          <a:p/>
        </p:txBody>
      </p:sp>
      <p:sp>
        <p:nvSpPr>
          <p:cNvPr id="24" name="shape:024"/>
          <p:cNvSpPr/>
          <p:nvPr/>
        </p:nvSpPr>
        <p:spPr>
          <a:xfrm>
            <a:off x="8210093"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記載例5</a:t>
            </a:r>
            <a:endParaRPr lang="en-US" sz="1500" dirty="0"/>
          </a:p>
        </p:txBody>
      </p:sp>
      <p:sp>
        <p:nvSpPr>
          <p:cNvPr id="25" name="shape:025"/>
          <p:cNvSpPr/>
          <p:nvPr/>
        </p:nvSpPr>
        <p:spPr>
          <a:xfrm>
            <a:off x="8210093"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記載例6</a:t>
            </a:r>
            <a:endParaRPr lang="en-US" sz="1250" dirty="0"/>
          </a:p>
        </p:txBody>
      </p:sp>
      <p:sp>
        <p:nvSpPr>
          <p:cNvPr id="26" name="shape:026"/>
          <p:cNvSpPr/>
          <p:nvPr/>
        </p:nvSpPr>
        <p:spPr>
          <a:xfrm>
            <a:off x="8210093" y="5164074"/>
            <a:ext cx="3405530" cy="0"/>
          </a:xfrm>
          <a:prstGeom prst="line">
            <a:avLst/>
          </a:prstGeom>
          <a:noFill/>
          <a:ln w="9525">
            <a:solidFill>
              <a:srgbClr val="666B70"/>
            </a:solidFill>
            <a:prstDash val="sysDot"/>
          </a:ln>
        </p:spPr>
        <p:txBody>
          <a:bodyPr>
            <a:noAutofit/>
          </a:bodyPr>
          <a:p/>
        </p:txBody>
      </p:sp>
      <p:sp>
        <p:nvSpPr>
          <p:cNvPr id="27" name="shape:027"/>
          <p:cNvSpPr/>
          <p:nvPr/>
        </p:nvSpPr>
        <p:spPr>
          <a:xfrm>
            <a:off x="8210093"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注：前提や注記を記載</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課題と打ち手の対応</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50</a:t>
            </a:r>
            <a:endParaRPr lang="en-US" sz="750" dirty="0"/>
          </a:p>
        </p:txBody>
      </p:sp>
      <p:sp>
        <p:nvSpPr>
          <p:cNvPr id="10" name="shape:010"/>
          <p:cNvSpPr/>
          <p:nvPr/>
        </p:nvSpPr>
        <p:spPr>
          <a:xfrm>
            <a:off x="576072"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課題</a:t>
            </a:r>
            <a:endParaRPr lang="en-US" sz="1400" dirty="0"/>
          </a:p>
        </p:txBody>
      </p:sp>
      <p:sp>
        <p:nvSpPr>
          <p:cNvPr id="11" name="shape:011"/>
          <p:cNvSpPr/>
          <p:nvPr/>
        </p:nvSpPr>
        <p:spPr>
          <a:xfrm>
            <a:off x="576072" y="2525173"/>
            <a:ext cx="5108296" cy="0"/>
          </a:xfrm>
          <a:prstGeom prst="line">
            <a:avLst/>
          </a:prstGeom>
          <a:noFill/>
          <a:ln w="25400">
            <a:solidFill>
              <a:srgbClr val="071B2C"/>
            </a:solidFill>
            <a:prstDash val="solid"/>
          </a:ln>
        </p:spPr>
        <p:txBody>
          <a:bodyPr>
            <a:noAutofit/>
          </a:bodyPr>
          <a:p/>
        </p:txBody>
      </p:sp>
      <p:sp>
        <p:nvSpPr>
          <p:cNvPr id="12" name="shape:012"/>
          <p:cNvSpPr/>
          <p:nvPr/>
        </p:nvSpPr>
        <p:spPr>
          <a:xfrm>
            <a:off x="6507328"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打ち手</a:t>
            </a:r>
            <a:endParaRPr lang="en-US" sz="1400" dirty="0"/>
          </a:p>
        </p:txBody>
      </p:sp>
      <p:sp>
        <p:nvSpPr>
          <p:cNvPr id="13" name="shape:013"/>
          <p:cNvSpPr/>
          <p:nvPr/>
        </p:nvSpPr>
        <p:spPr>
          <a:xfrm>
            <a:off x="6507328" y="2525173"/>
            <a:ext cx="5108296" cy="0"/>
          </a:xfrm>
          <a:prstGeom prst="line">
            <a:avLst/>
          </a:prstGeom>
          <a:noFill/>
          <a:ln w="25400">
            <a:solidFill>
              <a:srgbClr val="071B2C"/>
            </a:solidFill>
            <a:prstDash val="solid"/>
          </a:ln>
        </p:spPr>
        <p:txBody>
          <a:bodyPr>
            <a:noAutofit/>
          </a:bodyPr>
          <a:p/>
        </p:txBody>
      </p:sp>
      <p:sp>
        <p:nvSpPr>
          <p:cNvPr id="14" name="shape:014"/>
          <p:cNvSpPr/>
          <p:nvPr/>
        </p:nvSpPr>
        <p:spPr>
          <a:xfrm>
            <a:off x="576072" y="280863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記載例1</a:t>
            </a:r>
            <a:endParaRPr lang="en-US" sz="1250" dirty="0"/>
          </a:p>
        </p:txBody>
      </p:sp>
      <p:sp>
        <p:nvSpPr>
          <p:cNvPr id="15" name="shape:015"/>
          <p:cNvSpPr/>
          <p:nvPr/>
        </p:nvSpPr>
        <p:spPr>
          <a:xfrm>
            <a:off x="6507328" y="280863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記載例2</a:t>
            </a:r>
            <a:endParaRPr lang="en-US" sz="1250" dirty="0"/>
          </a:p>
        </p:txBody>
      </p:sp>
      <p:sp>
        <p:nvSpPr>
          <p:cNvPr id="16" name="shape:016"/>
          <p:cNvSpPr/>
          <p:nvPr/>
        </p:nvSpPr>
        <p:spPr>
          <a:xfrm>
            <a:off x="6507328" y="321097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666B70"/>
                </a:solidFill>
                <a:latin typeface="Yu Gothic" pitchFamily="34" charset="0"/>
                <a:ea typeface="Yu Gothic" pitchFamily="34" charset="-122"/>
                <a:cs typeface="Yu Gothic" pitchFamily="34" charset="-120"/>
              </a:rPr>
              <a:t>記載例3</a:t>
            </a:r>
            <a:endParaRPr lang="en-US" sz="1050" dirty="0"/>
          </a:p>
        </p:txBody>
      </p:sp>
      <p:sp>
        <p:nvSpPr>
          <p:cNvPr id="17" name="shape:017"/>
          <p:cNvSpPr/>
          <p:nvPr/>
        </p:nvSpPr>
        <p:spPr>
          <a:xfrm>
            <a:off x="576072" y="3750469"/>
            <a:ext cx="5108296" cy="0"/>
          </a:xfrm>
          <a:prstGeom prst="line">
            <a:avLst/>
          </a:prstGeom>
          <a:noFill/>
          <a:ln w="6350">
            <a:solidFill>
              <a:srgbClr val="D9DCDF"/>
            </a:solidFill>
            <a:prstDash val="dash"/>
          </a:ln>
        </p:spPr>
        <p:txBody>
          <a:bodyPr>
            <a:noAutofit/>
          </a:bodyPr>
          <a:p/>
        </p:txBody>
      </p:sp>
      <p:sp>
        <p:nvSpPr>
          <p:cNvPr id="18" name="shape:018"/>
          <p:cNvSpPr/>
          <p:nvPr/>
        </p:nvSpPr>
        <p:spPr>
          <a:xfrm>
            <a:off x="6507328" y="3750469"/>
            <a:ext cx="5108296" cy="0"/>
          </a:xfrm>
          <a:prstGeom prst="line">
            <a:avLst/>
          </a:prstGeom>
          <a:noFill/>
          <a:ln w="6350">
            <a:solidFill>
              <a:srgbClr val="D9DCDF"/>
            </a:solidFill>
            <a:prstDash val="dash"/>
          </a:ln>
        </p:spPr>
        <p:txBody>
          <a:bodyPr>
            <a:noAutofit/>
          </a:bodyPr>
          <a:p/>
        </p:txBody>
      </p:sp>
      <p:sp>
        <p:nvSpPr>
          <p:cNvPr id="19" name="shape:019"/>
          <p:cNvSpPr/>
          <p:nvPr/>
        </p:nvSpPr>
        <p:spPr>
          <a:xfrm>
            <a:off x="576072" y="386019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記載例4</a:t>
            </a:r>
            <a:endParaRPr lang="en-US" sz="1250" dirty="0"/>
          </a:p>
        </p:txBody>
      </p:sp>
      <p:sp>
        <p:nvSpPr>
          <p:cNvPr id="20" name="shape:020"/>
          <p:cNvSpPr/>
          <p:nvPr/>
        </p:nvSpPr>
        <p:spPr>
          <a:xfrm>
            <a:off x="6507328" y="386019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記載例5</a:t>
            </a:r>
            <a:endParaRPr lang="en-US" sz="1250" dirty="0"/>
          </a:p>
        </p:txBody>
      </p:sp>
      <p:sp>
        <p:nvSpPr>
          <p:cNvPr id="21" name="shape:021"/>
          <p:cNvSpPr/>
          <p:nvPr/>
        </p:nvSpPr>
        <p:spPr>
          <a:xfrm>
            <a:off x="6507328" y="426253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666B70"/>
                </a:solidFill>
                <a:latin typeface="Yu Gothic" pitchFamily="34" charset="0"/>
                <a:ea typeface="Yu Gothic" pitchFamily="34" charset="-122"/>
                <a:cs typeface="Yu Gothic" pitchFamily="34" charset="-120"/>
              </a:rPr>
              <a:t>記載例6</a:t>
            </a:r>
            <a:endParaRPr lang="en-US" sz="1050" dirty="0"/>
          </a:p>
        </p:txBody>
      </p:sp>
      <p:sp>
        <p:nvSpPr>
          <p:cNvPr id="22" name="shape:022"/>
          <p:cNvSpPr/>
          <p:nvPr/>
        </p:nvSpPr>
        <p:spPr>
          <a:xfrm>
            <a:off x="576072" y="4802029"/>
            <a:ext cx="5108296" cy="0"/>
          </a:xfrm>
          <a:prstGeom prst="line">
            <a:avLst/>
          </a:prstGeom>
          <a:noFill/>
          <a:ln w="6350">
            <a:solidFill>
              <a:srgbClr val="D9DCDF"/>
            </a:solidFill>
            <a:prstDash val="dash"/>
          </a:ln>
        </p:spPr>
        <p:txBody>
          <a:bodyPr>
            <a:noAutofit/>
          </a:bodyPr>
          <a:p/>
        </p:txBody>
      </p:sp>
      <p:sp>
        <p:nvSpPr>
          <p:cNvPr id="23" name="shape:023"/>
          <p:cNvSpPr/>
          <p:nvPr/>
        </p:nvSpPr>
        <p:spPr>
          <a:xfrm>
            <a:off x="6507328" y="4802029"/>
            <a:ext cx="5108296" cy="0"/>
          </a:xfrm>
          <a:prstGeom prst="line">
            <a:avLst/>
          </a:prstGeom>
          <a:noFill/>
          <a:ln w="6350">
            <a:solidFill>
              <a:srgbClr val="D9DCDF"/>
            </a:solidFill>
            <a:prstDash val="dash"/>
          </a:ln>
        </p:spPr>
        <p:txBody>
          <a:bodyPr>
            <a:noAutofit/>
          </a:bodyPr>
          <a:p/>
        </p:txBody>
      </p:sp>
      <p:sp>
        <p:nvSpPr>
          <p:cNvPr id="24" name="shape:024"/>
          <p:cNvSpPr/>
          <p:nvPr/>
        </p:nvSpPr>
        <p:spPr>
          <a:xfrm>
            <a:off x="576072" y="491175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071B2C"/>
                </a:solidFill>
                <a:latin typeface="Yu Gothic" pitchFamily="34" charset="0"/>
                <a:ea typeface="Yu Gothic" pitchFamily="34" charset="-122"/>
                <a:cs typeface="Yu Gothic" pitchFamily="34" charset="-120"/>
              </a:rPr>
              <a:t>記載例7</a:t>
            </a:r>
            <a:endParaRPr lang="en-US" sz="1250" dirty="0"/>
          </a:p>
        </p:txBody>
      </p:sp>
      <p:sp>
        <p:nvSpPr>
          <p:cNvPr id="25" name="shape:025"/>
          <p:cNvSpPr/>
          <p:nvPr/>
        </p:nvSpPr>
        <p:spPr>
          <a:xfrm>
            <a:off x="6507328" y="491175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071B2C"/>
                </a:solidFill>
                <a:latin typeface="Yu Gothic" pitchFamily="34" charset="0"/>
                <a:ea typeface="Yu Gothic" pitchFamily="34" charset="-122"/>
                <a:cs typeface="Yu Gothic" pitchFamily="34" charset="-120"/>
              </a:rPr>
              <a:t>記載例8</a:t>
            </a:r>
            <a:endParaRPr lang="en-US" sz="1250" dirty="0"/>
          </a:p>
        </p:txBody>
      </p:sp>
      <p:sp>
        <p:nvSpPr>
          <p:cNvPr id="26" name="shape:026"/>
          <p:cNvSpPr/>
          <p:nvPr/>
        </p:nvSpPr>
        <p:spPr>
          <a:xfrm>
            <a:off x="6507328" y="531409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666B70"/>
                </a:solidFill>
                <a:latin typeface="Yu Gothic" pitchFamily="34" charset="0"/>
                <a:ea typeface="Yu Gothic" pitchFamily="34" charset="-122"/>
                <a:cs typeface="Yu Gothic" pitchFamily="34" charset="-120"/>
              </a:rPr>
              <a:t>記載例9</a:t>
            </a:r>
            <a:endParaRPr lang="en-US" sz="1050" dirty="0"/>
          </a:p>
        </p:txBody>
      </p:sp>
      <p:sp>
        <p:nvSpPr>
          <p:cNvPr id="27" name="shape:027"/>
          <p:cNvSpPr/>
          <p:nvPr/>
        </p:nvSpPr>
        <p:spPr>
          <a:xfrm rot="5400000">
            <a:off x="5986120" y="4230529"/>
            <a:ext cx="219456" cy="201168"/>
          </a:xfrm>
          <a:prstGeom prst="triangle">
            <a:avLst/>
          </a:prstGeom>
          <a:solidFill>
            <a:srgbClr val="071B2C"/>
          </a:solidFill>
          <a:ln/>
        </p:spPr>
        <p:txBody>
          <a:bodyPr>
            <a:noAutofit/>
          </a:bodyPr>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課題→原因→解決</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51</a:t>
            </a:r>
            <a:endParaRPr lang="en-US" sz="750" dirty="0"/>
          </a:p>
        </p:txBody>
      </p:sp>
      <p:sp>
        <p:nvSpPr>
          <p:cNvPr id="10" name="shape:010"/>
          <p:cNvSpPr/>
          <p:nvPr/>
        </p:nvSpPr>
        <p:spPr>
          <a:xfrm>
            <a:off x="57607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項目1</a:t>
            </a:r>
            <a:endParaRPr lang="en-US" sz="1500" dirty="0"/>
          </a:p>
        </p:txBody>
      </p:sp>
      <p:sp>
        <p:nvSpPr>
          <p:cNvPr id="11" name="shape:011"/>
          <p:cNvSpPr/>
          <p:nvPr/>
        </p:nvSpPr>
        <p:spPr>
          <a:xfrm>
            <a:off x="576072" y="3490722"/>
            <a:ext cx="3222650" cy="0"/>
          </a:xfrm>
          <a:prstGeom prst="line">
            <a:avLst/>
          </a:prstGeom>
          <a:noFill/>
          <a:ln w="25400">
            <a:solidFill>
              <a:srgbClr val="071B2C"/>
            </a:solidFill>
            <a:prstDash val="solid"/>
          </a:ln>
        </p:spPr>
        <p:txBody>
          <a:bodyPr>
            <a:noAutofit/>
          </a:bodyPr>
          <a:p/>
        </p:txBody>
      </p:sp>
      <p:sp>
        <p:nvSpPr>
          <p:cNvPr id="12" name="shape:012"/>
          <p:cNvSpPr/>
          <p:nvPr/>
        </p:nvSpPr>
        <p:spPr>
          <a:xfrm>
            <a:off x="57607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記載例1</a:t>
            </a:r>
            <a:endParaRPr lang="en-US" sz="1400" dirty="0"/>
          </a:p>
        </p:txBody>
      </p:sp>
      <p:sp>
        <p:nvSpPr>
          <p:cNvPr id="13" name="shape:013"/>
          <p:cNvSpPr/>
          <p:nvPr/>
        </p:nvSpPr>
        <p:spPr>
          <a:xfrm>
            <a:off x="57607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記載例2</a:t>
            </a:r>
            <a:endParaRPr lang="en-US" sz="1200" dirty="0"/>
          </a:p>
        </p:txBody>
      </p:sp>
      <p:sp>
        <p:nvSpPr>
          <p:cNvPr id="14" name="shape:014"/>
          <p:cNvSpPr/>
          <p:nvPr/>
        </p:nvSpPr>
        <p:spPr>
          <a:xfrm>
            <a:off x="3835298" y="4386834"/>
            <a:ext cx="292608" cy="201168"/>
          </a:xfrm>
          <a:prstGeom prst="rightArrow">
            <a:avLst/>
          </a:prstGeom>
          <a:solidFill>
            <a:srgbClr val="1E5F8C"/>
          </a:solidFill>
          <a:ln/>
        </p:spPr>
        <p:txBody>
          <a:bodyPr>
            <a:noAutofit/>
          </a:bodyPr>
          <a:p/>
        </p:txBody>
      </p:sp>
      <p:sp>
        <p:nvSpPr>
          <p:cNvPr id="15" name="shape:015"/>
          <p:cNvSpPr/>
          <p:nvPr/>
        </p:nvSpPr>
        <p:spPr>
          <a:xfrm>
            <a:off x="425592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項目2</a:t>
            </a:r>
            <a:endParaRPr lang="en-US" sz="1500" dirty="0"/>
          </a:p>
        </p:txBody>
      </p:sp>
      <p:sp>
        <p:nvSpPr>
          <p:cNvPr id="16" name="shape:016"/>
          <p:cNvSpPr/>
          <p:nvPr/>
        </p:nvSpPr>
        <p:spPr>
          <a:xfrm>
            <a:off x="4255922" y="3490722"/>
            <a:ext cx="3222650" cy="0"/>
          </a:xfrm>
          <a:prstGeom prst="line">
            <a:avLst/>
          </a:prstGeom>
          <a:noFill/>
          <a:ln w="25400">
            <a:solidFill>
              <a:srgbClr val="071B2C"/>
            </a:solidFill>
            <a:prstDash val="solid"/>
          </a:ln>
        </p:spPr>
        <p:txBody>
          <a:bodyPr>
            <a:noAutofit/>
          </a:bodyPr>
          <a:p/>
        </p:txBody>
      </p:sp>
      <p:sp>
        <p:nvSpPr>
          <p:cNvPr id="17" name="shape:017"/>
          <p:cNvSpPr/>
          <p:nvPr/>
        </p:nvSpPr>
        <p:spPr>
          <a:xfrm>
            <a:off x="425592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記載例3</a:t>
            </a:r>
            <a:endParaRPr lang="en-US" sz="1400" dirty="0"/>
          </a:p>
        </p:txBody>
      </p:sp>
      <p:sp>
        <p:nvSpPr>
          <p:cNvPr id="18" name="shape:018"/>
          <p:cNvSpPr/>
          <p:nvPr/>
        </p:nvSpPr>
        <p:spPr>
          <a:xfrm>
            <a:off x="425592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記載例4</a:t>
            </a:r>
            <a:endParaRPr lang="en-US" sz="1200" dirty="0"/>
          </a:p>
        </p:txBody>
      </p:sp>
      <p:sp>
        <p:nvSpPr>
          <p:cNvPr id="19" name="shape:019"/>
          <p:cNvSpPr/>
          <p:nvPr/>
        </p:nvSpPr>
        <p:spPr>
          <a:xfrm>
            <a:off x="7515149" y="4386834"/>
            <a:ext cx="292608" cy="201168"/>
          </a:xfrm>
          <a:prstGeom prst="rightArrow">
            <a:avLst/>
          </a:prstGeom>
          <a:solidFill>
            <a:srgbClr val="1E5F8C"/>
          </a:solidFill>
          <a:ln/>
        </p:spPr>
        <p:txBody>
          <a:bodyPr>
            <a:noAutofit/>
          </a:bodyPr>
          <a:p/>
        </p:txBody>
      </p:sp>
      <p:sp>
        <p:nvSpPr>
          <p:cNvPr id="20" name="shape:020"/>
          <p:cNvSpPr/>
          <p:nvPr/>
        </p:nvSpPr>
        <p:spPr>
          <a:xfrm>
            <a:off x="7935773"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項目3</a:t>
            </a:r>
            <a:endParaRPr lang="en-US" sz="1500" dirty="0"/>
          </a:p>
        </p:txBody>
      </p:sp>
      <p:sp>
        <p:nvSpPr>
          <p:cNvPr id="21" name="shape:021"/>
          <p:cNvSpPr/>
          <p:nvPr/>
        </p:nvSpPr>
        <p:spPr>
          <a:xfrm>
            <a:off x="7935773" y="3490722"/>
            <a:ext cx="3222650" cy="0"/>
          </a:xfrm>
          <a:prstGeom prst="line">
            <a:avLst/>
          </a:prstGeom>
          <a:noFill/>
          <a:ln w="25400">
            <a:solidFill>
              <a:srgbClr val="071B2C"/>
            </a:solidFill>
            <a:prstDash val="solid"/>
          </a:ln>
        </p:spPr>
        <p:txBody>
          <a:bodyPr>
            <a:noAutofit/>
          </a:bodyPr>
          <a:p/>
        </p:txBody>
      </p:sp>
      <p:sp>
        <p:nvSpPr>
          <p:cNvPr id="22" name="shape:022"/>
          <p:cNvSpPr/>
          <p:nvPr/>
        </p:nvSpPr>
        <p:spPr>
          <a:xfrm>
            <a:off x="7935773"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記載例5</a:t>
            </a:r>
            <a:endParaRPr lang="en-US" sz="1400" dirty="0"/>
          </a:p>
        </p:txBody>
      </p:sp>
      <p:sp>
        <p:nvSpPr>
          <p:cNvPr id="23" name="shape:023"/>
          <p:cNvSpPr/>
          <p:nvPr/>
        </p:nvSpPr>
        <p:spPr>
          <a:xfrm>
            <a:off x="7935773"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記載例6</a:t>
            </a:r>
            <a:endParaRPr lang="en-US" sz="12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イシューツリー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52</a:t>
            </a:r>
            <a:endParaRPr lang="en-US" sz="750" dirty="0"/>
          </a:p>
        </p:txBody>
      </p:sp>
      <p:sp>
        <p:nvSpPr>
          <p:cNvPr id="10" name="shape:010"/>
          <p:cNvSpPr/>
          <p:nvPr/>
        </p:nvSpPr>
        <p:spPr>
          <a:xfrm>
            <a:off x="576072" y="3584448"/>
            <a:ext cx="2286000" cy="1005840"/>
          </a:xfrm>
          <a:prstGeom prst="rect">
            <a:avLst/>
          </a:prstGeom>
          <a:solidFill>
            <a:srgbClr val="071B2C"/>
          </a:solidFill>
          <a:ln/>
        </p:spPr>
        <p:txBody>
          <a:bodyPr>
            <a:noAutofit/>
          </a:bodyPr>
          <a:p/>
        </p:txBody>
      </p:sp>
      <p:sp>
        <p:nvSpPr>
          <p:cNvPr id="11" name="shape:011"/>
          <p:cNvSpPr/>
          <p:nvPr/>
        </p:nvSpPr>
        <p:spPr>
          <a:xfrm>
            <a:off x="758952" y="3675888"/>
            <a:ext cx="1920240" cy="822960"/>
          </a:xfrm>
          <a:prstGeom prst="rect">
            <a:avLst/>
          </a:prstGeom>
          <a:noFill/>
          <a:ln/>
        </p:spPr>
        <p:txBody>
          <a:bodyPr wrap="square" lIns="381" tIns="381" rIns="381" bIns="381" rtlCol="0" anchor="ctr">
            <a:noAutofit/>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分解したいイシュー</a:t>
            </a:r>
            <a:endParaRPr lang="en-US" sz="1300" dirty="0"/>
          </a:p>
        </p:txBody>
      </p:sp>
      <p:sp>
        <p:nvSpPr>
          <p:cNvPr id="12" name="shape:012"/>
          <p:cNvSpPr/>
          <p:nvPr/>
        </p:nvSpPr>
        <p:spPr>
          <a:xfrm>
            <a:off x="2862072" y="4087368"/>
            <a:ext cx="320040" cy="0"/>
          </a:xfrm>
          <a:prstGeom prst="line">
            <a:avLst/>
          </a:prstGeom>
          <a:noFill/>
          <a:ln w="12700">
            <a:solidFill>
              <a:srgbClr val="D9DCDF"/>
            </a:solidFill>
            <a:prstDash val="solid"/>
          </a:ln>
        </p:spPr>
        <p:txBody>
          <a:bodyPr>
            <a:noAutofit/>
          </a:bodyPr>
          <a:p/>
        </p:txBody>
      </p:sp>
      <p:sp>
        <p:nvSpPr>
          <p:cNvPr id="13" name="shape:013"/>
          <p:cNvSpPr/>
          <p:nvPr/>
        </p:nvSpPr>
        <p:spPr>
          <a:xfrm>
            <a:off x="3182112" y="2703576"/>
            <a:ext cx="0" cy="2767584"/>
          </a:xfrm>
          <a:prstGeom prst="line">
            <a:avLst/>
          </a:prstGeom>
          <a:noFill/>
          <a:ln w="12700">
            <a:solidFill>
              <a:srgbClr val="D9DCDF"/>
            </a:solidFill>
            <a:prstDash val="solid"/>
          </a:ln>
        </p:spPr>
        <p:txBody>
          <a:bodyPr>
            <a:noAutofit/>
          </a:bodyPr>
          <a:p/>
        </p:txBody>
      </p:sp>
      <p:sp>
        <p:nvSpPr>
          <p:cNvPr id="14" name="shape:014"/>
          <p:cNvSpPr/>
          <p:nvPr/>
        </p:nvSpPr>
        <p:spPr>
          <a:xfrm>
            <a:off x="3182112" y="2703576"/>
            <a:ext cx="320040" cy="0"/>
          </a:xfrm>
          <a:prstGeom prst="line">
            <a:avLst/>
          </a:prstGeom>
          <a:noFill/>
          <a:ln w="12700">
            <a:solidFill>
              <a:srgbClr val="D9DCDF"/>
            </a:solidFill>
            <a:prstDash val="solid"/>
          </a:ln>
        </p:spPr>
        <p:txBody>
          <a:bodyPr>
            <a:noAutofit/>
          </a:bodyPr>
          <a:p/>
        </p:txBody>
      </p:sp>
      <p:sp>
        <p:nvSpPr>
          <p:cNvPr id="15" name="shape:015"/>
          <p:cNvSpPr/>
          <p:nvPr/>
        </p:nvSpPr>
        <p:spPr>
          <a:xfrm>
            <a:off x="3502152" y="2429256"/>
            <a:ext cx="2743200" cy="548640"/>
          </a:xfrm>
          <a:prstGeom prst="rect">
            <a:avLst/>
          </a:prstGeom>
          <a:solidFill>
            <a:srgbClr val="E7F4F8"/>
          </a:solidFill>
          <a:ln/>
        </p:spPr>
        <p:txBody>
          <a:bodyPr>
            <a:noAutofit/>
          </a:bodyPr>
          <a:p/>
        </p:txBody>
      </p:sp>
      <p:sp>
        <p:nvSpPr>
          <p:cNvPr id="16" name="shape:016"/>
          <p:cNvSpPr/>
          <p:nvPr/>
        </p:nvSpPr>
        <p:spPr>
          <a:xfrm>
            <a:off x="3639312" y="2484120"/>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サブイシュー1</a:t>
            </a:r>
            <a:endParaRPr lang="en-US" sz="1200" dirty="0"/>
          </a:p>
        </p:txBody>
      </p:sp>
      <p:sp>
        <p:nvSpPr>
          <p:cNvPr id="17" name="shape:017"/>
          <p:cNvSpPr/>
          <p:nvPr/>
        </p:nvSpPr>
        <p:spPr>
          <a:xfrm>
            <a:off x="6245352" y="2703576"/>
            <a:ext cx="320040" cy="0"/>
          </a:xfrm>
          <a:prstGeom prst="line">
            <a:avLst/>
          </a:prstGeom>
          <a:noFill/>
          <a:ln w="12700">
            <a:solidFill>
              <a:srgbClr val="D9DCDF"/>
            </a:solidFill>
            <a:prstDash val="solid"/>
          </a:ln>
        </p:spPr>
        <p:txBody>
          <a:bodyPr>
            <a:noAutofit/>
          </a:bodyPr>
          <a:p/>
        </p:txBody>
      </p:sp>
      <p:sp>
        <p:nvSpPr>
          <p:cNvPr id="18" name="shape:018"/>
          <p:cNvSpPr/>
          <p:nvPr/>
        </p:nvSpPr>
        <p:spPr>
          <a:xfrm>
            <a:off x="6565392" y="2415540"/>
            <a:ext cx="0" cy="576072"/>
          </a:xfrm>
          <a:prstGeom prst="line">
            <a:avLst/>
          </a:prstGeom>
          <a:noFill/>
          <a:ln w="12700">
            <a:solidFill>
              <a:srgbClr val="D9DCDF"/>
            </a:solidFill>
            <a:prstDash val="solid"/>
          </a:ln>
        </p:spPr>
        <p:txBody>
          <a:bodyPr>
            <a:noAutofit/>
          </a:bodyPr>
          <a:p/>
        </p:txBody>
      </p:sp>
      <p:sp>
        <p:nvSpPr>
          <p:cNvPr id="19" name="shape:019"/>
          <p:cNvSpPr/>
          <p:nvPr/>
        </p:nvSpPr>
        <p:spPr>
          <a:xfrm>
            <a:off x="6565392" y="2415540"/>
            <a:ext cx="320040" cy="0"/>
          </a:xfrm>
          <a:prstGeom prst="line">
            <a:avLst/>
          </a:prstGeom>
          <a:noFill/>
          <a:ln w="12700">
            <a:solidFill>
              <a:srgbClr val="D9DCDF"/>
            </a:solidFill>
            <a:prstDash val="solid"/>
          </a:ln>
        </p:spPr>
        <p:txBody>
          <a:bodyPr>
            <a:noAutofit/>
          </a:bodyPr>
          <a:p/>
        </p:txBody>
      </p:sp>
      <p:sp>
        <p:nvSpPr>
          <p:cNvPr id="20" name="shape:020"/>
          <p:cNvSpPr/>
          <p:nvPr/>
        </p:nvSpPr>
        <p:spPr>
          <a:xfrm>
            <a:off x="6931152" y="2246376"/>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論点1-1</a:t>
            </a:r>
            <a:endParaRPr lang="en-US" sz="1150" dirty="0"/>
          </a:p>
        </p:txBody>
      </p:sp>
      <p:sp>
        <p:nvSpPr>
          <p:cNvPr id="21" name="shape:021"/>
          <p:cNvSpPr/>
          <p:nvPr/>
        </p:nvSpPr>
        <p:spPr>
          <a:xfrm>
            <a:off x="6565392" y="2991612"/>
            <a:ext cx="320040" cy="0"/>
          </a:xfrm>
          <a:prstGeom prst="line">
            <a:avLst/>
          </a:prstGeom>
          <a:noFill/>
          <a:ln w="12700">
            <a:solidFill>
              <a:srgbClr val="D9DCDF"/>
            </a:solidFill>
            <a:prstDash val="solid"/>
          </a:ln>
        </p:spPr>
        <p:txBody>
          <a:bodyPr>
            <a:noAutofit/>
          </a:bodyPr>
          <a:p/>
        </p:txBody>
      </p:sp>
      <p:sp>
        <p:nvSpPr>
          <p:cNvPr id="22" name="shape:022"/>
          <p:cNvSpPr/>
          <p:nvPr/>
        </p:nvSpPr>
        <p:spPr>
          <a:xfrm>
            <a:off x="6931152" y="282244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論点1-2</a:t>
            </a:r>
            <a:endParaRPr lang="en-US" sz="1150" dirty="0"/>
          </a:p>
        </p:txBody>
      </p:sp>
      <p:sp>
        <p:nvSpPr>
          <p:cNvPr id="23" name="shape:023"/>
          <p:cNvSpPr/>
          <p:nvPr/>
        </p:nvSpPr>
        <p:spPr>
          <a:xfrm>
            <a:off x="3182112" y="4087368"/>
            <a:ext cx="320040" cy="0"/>
          </a:xfrm>
          <a:prstGeom prst="line">
            <a:avLst/>
          </a:prstGeom>
          <a:noFill/>
          <a:ln w="12700">
            <a:solidFill>
              <a:srgbClr val="D9DCDF"/>
            </a:solidFill>
            <a:prstDash val="solid"/>
          </a:ln>
        </p:spPr>
        <p:txBody>
          <a:bodyPr>
            <a:noAutofit/>
          </a:bodyPr>
          <a:p/>
        </p:txBody>
      </p:sp>
      <p:sp>
        <p:nvSpPr>
          <p:cNvPr id="24" name="shape:024"/>
          <p:cNvSpPr/>
          <p:nvPr/>
        </p:nvSpPr>
        <p:spPr>
          <a:xfrm>
            <a:off x="3502152" y="3813048"/>
            <a:ext cx="2743200" cy="548640"/>
          </a:xfrm>
          <a:prstGeom prst="rect">
            <a:avLst/>
          </a:prstGeom>
          <a:solidFill>
            <a:srgbClr val="E7F4F8"/>
          </a:solidFill>
          <a:ln/>
        </p:spPr>
        <p:txBody>
          <a:bodyPr>
            <a:noAutofit/>
          </a:bodyPr>
          <a:p/>
        </p:txBody>
      </p:sp>
      <p:sp>
        <p:nvSpPr>
          <p:cNvPr id="25" name="shape:025"/>
          <p:cNvSpPr/>
          <p:nvPr/>
        </p:nvSpPr>
        <p:spPr>
          <a:xfrm>
            <a:off x="3639312" y="3867912"/>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サブイシュー2</a:t>
            </a:r>
            <a:endParaRPr lang="en-US" sz="1200" dirty="0"/>
          </a:p>
        </p:txBody>
      </p:sp>
      <p:sp>
        <p:nvSpPr>
          <p:cNvPr id="26" name="shape:026"/>
          <p:cNvSpPr/>
          <p:nvPr/>
        </p:nvSpPr>
        <p:spPr>
          <a:xfrm>
            <a:off x="6245352" y="4087368"/>
            <a:ext cx="320040" cy="0"/>
          </a:xfrm>
          <a:prstGeom prst="line">
            <a:avLst/>
          </a:prstGeom>
          <a:noFill/>
          <a:ln w="12700">
            <a:solidFill>
              <a:srgbClr val="D9DCDF"/>
            </a:solidFill>
            <a:prstDash val="solid"/>
          </a:ln>
        </p:spPr>
        <p:txBody>
          <a:bodyPr>
            <a:noAutofit/>
          </a:bodyPr>
          <a:p/>
        </p:txBody>
      </p:sp>
      <p:sp>
        <p:nvSpPr>
          <p:cNvPr id="27" name="shape:027"/>
          <p:cNvSpPr/>
          <p:nvPr/>
        </p:nvSpPr>
        <p:spPr>
          <a:xfrm>
            <a:off x="6565392" y="3799332"/>
            <a:ext cx="0" cy="576072"/>
          </a:xfrm>
          <a:prstGeom prst="line">
            <a:avLst/>
          </a:prstGeom>
          <a:noFill/>
          <a:ln w="12700">
            <a:solidFill>
              <a:srgbClr val="D9DCDF"/>
            </a:solidFill>
            <a:prstDash val="solid"/>
          </a:ln>
        </p:spPr>
        <p:txBody>
          <a:bodyPr>
            <a:noAutofit/>
          </a:bodyPr>
          <a:p/>
        </p:txBody>
      </p:sp>
      <p:sp>
        <p:nvSpPr>
          <p:cNvPr id="28" name="shape:028"/>
          <p:cNvSpPr/>
          <p:nvPr/>
        </p:nvSpPr>
        <p:spPr>
          <a:xfrm>
            <a:off x="6565392" y="3799332"/>
            <a:ext cx="320040" cy="0"/>
          </a:xfrm>
          <a:prstGeom prst="line">
            <a:avLst/>
          </a:prstGeom>
          <a:noFill/>
          <a:ln w="12700">
            <a:solidFill>
              <a:srgbClr val="D9DCDF"/>
            </a:solidFill>
            <a:prstDash val="solid"/>
          </a:ln>
        </p:spPr>
        <p:txBody>
          <a:bodyPr>
            <a:noAutofit/>
          </a:bodyPr>
          <a:p/>
        </p:txBody>
      </p:sp>
      <p:sp>
        <p:nvSpPr>
          <p:cNvPr id="29" name="shape:029"/>
          <p:cNvSpPr/>
          <p:nvPr/>
        </p:nvSpPr>
        <p:spPr>
          <a:xfrm>
            <a:off x="6931152" y="363016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論点2-1</a:t>
            </a:r>
            <a:endParaRPr lang="en-US" sz="1150" dirty="0"/>
          </a:p>
        </p:txBody>
      </p:sp>
      <p:sp>
        <p:nvSpPr>
          <p:cNvPr id="30" name="shape:030"/>
          <p:cNvSpPr/>
          <p:nvPr/>
        </p:nvSpPr>
        <p:spPr>
          <a:xfrm>
            <a:off x="6565392" y="4375404"/>
            <a:ext cx="320040" cy="0"/>
          </a:xfrm>
          <a:prstGeom prst="line">
            <a:avLst/>
          </a:prstGeom>
          <a:noFill/>
          <a:ln w="12700">
            <a:solidFill>
              <a:srgbClr val="D9DCDF"/>
            </a:solidFill>
            <a:prstDash val="solid"/>
          </a:ln>
        </p:spPr>
        <p:txBody>
          <a:bodyPr>
            <a:noAutofit/>
          </a:bodyPr>
          <a:p/>
        </p:txBody>
      </p:sp>
      <p:sp>
        <p:nvSpPr>
          <p:cNvPr id="31" name="shape:031"/>
          <p:cNvSpPr/>
          <p:nvPr/>
        </p:nvSpPr>
        <p:spPr>
          <a:xfrm>
            <a:off x="6931152" y="420624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論点2-2</a:t>
            </a:r>
            <a:endParaRPr lang="en-US" sz="1150" dirty="0"/>
          </a:p>
        </p:txBody>
      </p:sp>
      <p:sp>
        <p:nvSpPr>
          <p:cNvPr id="32" name="shape:032"/>
          <p:cNvSpPr/>
          <p:nvPr/>
        </p:nvSpPr>
        <p:spPr>
          <a:xfrm>
            <a:off x="3182112" y="5471160"/>
            <a:ext cx="320040" cy="0"/>
          </a:xfrm>
          <a:prstGeom prst="line">
            <a:avLst/>
          </a:prstGeom>
          <a:noFill/>
          <a:ln w="12700">
            <a:solidFill>
              <a:srgbClr val="D9DCDF"/>
            </a:solidFill>
            <a:prstDash val="solid"/>
          </a:ln>
        </p:spPr>
        <p:txBody>
          <a:bodyPr>
            <a:noAutofit/>
          </a:bodyPr>
          <a:p/>
        </p:txBody>
      </p:sp>
      <p:sp>
        <p:nvSpPr>
          <p:cNvPr id="33" name="shape:033"/>
          <p:cNvSpPr/>
          <p:nvPr/>
        </p:nvSpPr>
        <p:spPr>
          <a:xfrm>
            <a:off x="3502152" y="5196840"/>
            <a:ext cx="2743200" cy="548640"/>
          </a:xfrm>
          <a:prstGeom prst="rect">
            <a:avLst/>
          </a:prstGeom>
          <a:solidFill>
            <a:srgbClr val="E7F4F8"/>
          </a:solidFill>
          <a:ln/>
        </p:spPr>
        <p:txBody>
          <a:bodyPr>
            <a:noAutofit/>
          </a:bodyPr>
          <a:p/>
        </p:txBody>
      </p:sp>
      <p:sp>
        <p:nvSpPr>
          <p:cNvPr id="34" name="shape:034"/>
          <p:cNvSpPr/>
          <p:nvPr/>
        </p:nvSpPr>
        <p:spPr>
          <a:xfrm>
            <a:off x="3639312" y="5251704"/>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サブイシュー3</a:t>
            </a:r>
            <a:endParaRPr lang="en-US" sz="1200" dirty="0"/>
          </a:p>
        </p:txBody>
      </p:sp>
      <p:sp>
        <p:nvSpPr>
          <p:cNvPr id="35" name="shape:035"/>
          <p:cNvSpPr/>
          <p:nvPr/>
        </p:nvSpPr>
        <p:spPr>
          <a:xfrm>
            <a:off x="6245352" y="5471160"/>
            <a:ext cx="320040" cy="0"/>
          </a:xfrm>
          <a:prstGeom prst="line">
            <a:avLst/>
          </a:prstGeom>
          <a:noFill/>
          <a:ln w="12700">
            <a:solidFill>
              <a:srgbClr val="D9DCDF"/>
            </a:solidFill>
            <a:prstDash val="solid"/>
          </a:ln>
        </p:spPr>
        <p:txBody>
          <a:bodyPr>
            <a:noAutofit/>
          </a:bodyPr>
          <a:p/>
        </p:txBody>
      </p:sp>
      <p:sp>
        <p:nvSpPr>
          <p:cNvPr id="36" name="shape:036"/>
          <p:cNvSpPr/>
          <p:nvPr/>
        </p:nvSpPr>
        <p:spPr>
          <a:xfrm>
            <a:off x="6565392" y="5183124"/>
            <a:ext cx="0" cy="576072"/>
          </a:xfrm>
          <a:prstGeom prst="line">
            <a:avLst/>
          </a:prstGeom>
          <a:noFill/>
          <a:ln w="12700">
            <a:solidFill>
              <a:srgbClr val="D9DCDF"/>
            </a:solidFill>
            <a:prstDash val="solid"/>
          </a:ln>
        </p:spPr>
        <p:txBody>
          <a:bodyPr>
            <a:noAutofit/>
          </a:bodyPr>
          <a:p/>
        </p:txBody>
      </p:sp>
      <p:sp>
        <p:nvSpPr>
          <p:cNvPr id="37" name="shape:037"/>
          <p:cNvSpPr/>
          <p:nvPr/>
        </p:nvSpPr>
        <p:spPr>
          <a:xfrm>
            <a:off x="6565392" y="5183124"/>
            <a:ext cx="320040" cy="0"/>
          </a:xfrm>
          <a:prstGeom prst="line">
            <a:avLst/>
          </a:prstGeom>
          <a:noFill/>
          <a:ln w="12700">
            <a:solidFill>
              <a:srgbClr val="D9DCDF"/>
            </a:solidFill>
            <a:prstDash val="solid"/>
          </a:ln>
        </p:spPr>
        <p:txBody>
          <a:bodyPr>
            <a:noAutofit/>
          </a:bodyPr>
          <a:p/>
        </p:txBody>
      </p:sp>
      <p:sp>
        <p:nvSpPr>
          <p:cNvPr id="38" name="shape:038"/>
          <p:cNvSpPr/>
          <p:nvPr/>
        </p:nvSpPr>
        <p:spPr>
          <a:xfrm>
            <a:off x="6931152" y="501396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論点3-1</a:t>
            </a:r>
            <a:endParaRPr lang="en-US" sz="1150" dirty="0"/>
          </a:p>
        </p:txBody>
      </p:sp>
      <p:sp>
        <p:nvSpPr>
          <p:cNvPr id="39" name="shape:039"/>
          <p:cNvSpPr/>
          <p:nvPr/>
        </p:nvSpPr>
        <p:spPr>
          <a:xfrm>
            <a:off x="6565392" y="5759196"/>
            <a:ext cx="320040" cy="0"/>
          </a:xfrm>
          <a:prstGeom prst="line">
            <a:avLst/>
          </a:prstGeom>
          <a:noFill/>
          <a:ln w="12700">
            <a:solidFill>
              <a:srgbClr val="D9DCDF"/>
            </a:solidFill>
            <a:prstDash val="solid"/>
          </a:ln>
        </p:spPr>
        <p:txBody>
          <a:bodyPr>
            <a:noAutofit/>
          </a:bodyPr>
          <a:p/>
        </p:txBody>
      </p:sp>
      <p:sp>
        <p:nvSpPr>
          <p:cNvPr id="40" name="shape:040"/>
          <p:cNvSpPr/>
          <p:nvPr/>
        </p:nvSpPr>
        <p:spPr>
          <a:xfrm>
            <a:off x="6931152" y="5590032"/>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論点3-2</a:t>
            </a:r>
            <a:endParaRPr lang="en-US" sz="1150" dirty="0"/>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m26</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現状と目指す姿</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53</a:t>
            </a:r>
            <a:endParaRPr lang="en-US" sz="750" dirty="0"/>
          </a:p>
        </p:txBody>
      </p:sp>
      <p:sp>
        <p:nvSpPr>
          <p:cNvPr id="10" name="shape:010"/>
          <p:cNvSpPr/>
          <p:nvPr/>
        </p:nvSpPr>
        <p:spPr>
          <a:xfrm>
            <a:off x="850392"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項目1</a:t>
            </a:r>
            <a:endParaRPr lang="en-US" sz="1400" dirty="0"/>
          </a:p>
        </p:txBody>
      </p:sp>
      <p:sp>
        <p:nvSpPr>
          <p:cNvPr id="11" name="shape:011"/>
          <p:cNvSpPr/>
          <p:nvPr/>
        </p:nvSpPr>
        <p:spPr>
          <a:xfrm>
            <a:off x="850392" y="3353562"/>
            <a:ext cx="4559656" cy="0"/>
          </a:xfrm>
          <a:prstGeom prst="line">
            <a:avLst/>
          </a:prstGeom>
          <a:noFill/>
          <a:ln w="20320">
            <a:solidFill>
              <a:srgbClr val="071B2C"/>
            </a:solidFill>
            <a:prstDash val="solid"/>
          </a:ln>
        </p:spPr>
        <p:txBody>
          <a:bodyPr>
            <a:noAutofit/>
          </a:bodyPr>
          <a:p/>
        </p:txBody>
      </p:sp>
      <p:sp>
        <p:nvSpPr>
          <p:cNvPr id="12" name="shape:012"/>
          <p:cNvSpPr/>
          <p:nvPr/>
        </p:nvSpPr>
        <p:spPr>
          <a:xfrm>
            <a:off x="850392"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記載例1</a:t>
            </a:r>
            <a:endParaRPr lang="en-US" sz="1500" dirty="0"/>
          </a:p>
        </p:txBody>
      </p:sp>
      <p:sp>
        <p:nvSpPr>
          <p:cNvPr id="13" name="shape:013"/>
          <p:cNvSpPr/>
          <p:nvPr/>
        </p:nvSpPr>
        <p:spPr>
          <a:xfrm>
            <a:off x="850392"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記載例2</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記載例3</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記載例4</a:t>
            </a:r>
            <a:endParaRPr lang="en-US" sz="1200" dirty="0"/>
          </a:p>
        </p:txBody>
      </p:sp>
      <p:sp>
        <p:nvSpPr>
          <p:cNvPr id="14" name="shape:014"/>
          <p:cNvSpPr/>
          <p:nvPr/>
        </p:nvSpPr>
        <p:spPr>
          <a:xfrm>
            <a:off x="6781648"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1E5F8C"/>
                </a:solidFill>
                <a:latin typeface="Yu Gothic" pitchFamily="34" charset="0"/>
                <a:ea typeface="Yu Gothic" pitchFamily="34" charset="-122"/>
                <a:cs typeface="Yu Gothic" pitchFamily="34" charset="-120"/>
              </a:rPr>
              <a:t>項目2</a:t>
            </a:r>
            <a:endParaRPr lang="en-US" sz="1400" dirty="0"/>
          </a:p>
        </p:txBody>
      </p:sp>
      <p:sp>
        <p:nvSpPr>
          <p:cNvPr id="15" name="shape:015"/>
          <p:cNvSpPr/>
          <p:nvPr/>
        </p:nvSpPr>
        <p:spPr>
          <a:xfrm>
            <a:off x="6781648" y="3353562"/>
            <a:ext cx="4559656" cy="0"/>
          </a:xfrm>
          <a:prstGeom prst="line">
            <a:avLst/>
          </a:prstGeom>
          <a:noFill/>
          <a:ln w="20320">
            <a:solidFill>
              <a:srgbClr val="1E5F8C"/>
            </a:solidFill>
            <a:prstDash val="solid"/>
          </a:ln>
        </p:spPr>
        <p:txBody>
          <a:bodyPr>
            <a:noAutofit/>
          </a:bodyPr>
          <a:p/>
        </p:txBody>
      </p:sp>
      <p:sp>
        <p:nvSpPr>
          <p:cNvPr id="16" name="shape:016"/>
          <p:cNvSpPr/>
          <p:nvPr/>
        </p:nvSpPr>
        <p:spPr>
          <a:xfrm>
            <a:off x="6781648"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071B2C"/>
                </a:solidFill>
                <a:latin typeface="Yu Gothic" pitchFamily="34" charset="0"/>
                <a:ea typeface="Yu Gothic" pitchFamily="34" charset="-122"/>
                <a:cs typeface="Yu Gothic" pitchFamily="34" charset="-120"/>
              </a:rPr>
              <a:t>記載例5</a:t>
            </a:r>
            <a:endParaRPr lang="en-US" sz="1500" dirty="0"/>
          </a:p>
        </p:txBody>
      </p:sp>
      <p:sp>
        <p:nvSpPr>
          <p:cNvPr id="17" name="shape:017"/>
          <p:cNvSpPr/>
          <p:nvPr/>
        </p:nvSpPr>
        <p:spPr>
          <a:xfrm>
            <a:off x="6781648"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記載例6</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記載例7</a:t>
            </a:r>
            <a:endParaRPr lang="en-US" sz="1200" dirty="0"/>
          </a:p>
          <a:p>
            <a:pPr algn="l" marL="152400" indent="-152400">
              <a:buSzPct val="100000"/>
              <a:buChar char="•"/>
            </a:pPr>
            <a:r>
              <a:rPr lang="en-US" sz="1200" dirty="0">
                <a:solidFill>
                  <a:srgbClr val="071B2C"/>
                </a:solidFill>
                <a:latin typeface="Yu Gothic" pitchFamily="34" charset="0"/>
                <a:ea typeface="Yu Gothic" pitchFamily="34" charset="-122"/>
                <a:cs typeface="Yu Gothic" pitchFamily="34" charset="-120"/>
              </a:rPr>
              <a:t>記載例8</a:t>
            </a:r>
            <a:endParaRPr lang="en-US" sz="1200" dirty="0"/>
          </a:p>
        </p:txBody>
      </p:sp>
      <p:sp>
        <p:nvSpPr>
          <p:cNvPr id="18" name="shape:018"/>
          <p:cNvSpPr/>
          <p:nvPr/>
        </p:nvSpPr>
        <p:spPr>
          <a:xfrm>
            <a:off x="5912968" y="3298698"/>
            <a:ext cx="365760" cy="548640"/>
          </a:xfrm>
          <a:prstGeom prst="rect">
            <a:avLst/>
          </a:prstGeom>
          <a:noFill/>
          <a:ln/>
        </p:spPr>
        <p:txBody>
          <a:bodyPr wrap="square" lIns="0" tIns="0" rIns="0" bIns="0" rtlCol="0" anchor="ctr">
            <a:noAutofit/>
          </a:bodyPr>
          <a:lstStyle/>
          <a:p>
            <a:pPr algn="ctr" indent="0" marL="0">
              <a:buNone/>
            </a:pPr>
            <a:r>
              <a:rPr lang="en-US" sz="3000" dirty="0">
                <a:solidFill>
                  <a:srgbClr val="666B70"/>
                </a:solidFill>
                <a:latin typeface="Yu Gothic" pitchFamily="34" charset="0"/>
                <a:ea typeface="Yu Gothic" pitchFamily="34" charset="-122"/>
                <a:cs typeface="Yu Gothic" pitchFamily="34" charset="-120"/>
              </a:rPr>
              <a:t>›</a:t>
            </a:r>
            <a:endParaRPr lang="en-US" sz="3000" dirty="0"/>
          </a:p>
        </p:txBody>
      </p:sp>
      <p:sp>
        <p:nvSpPr>
          <p:cNvPr id="1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m27</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計算ロジックの流れ</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54</a:t>
            </a:r>
            <a:endParaRPr lang="en-US" sz="750" dirty="0"/>
          </a:p>
        </p:txBody>
      </p:sp>
      <p:sp>
        <p:nvSpPr>
          <p:cNvPr id="10" name="shape:010"/>
          <p:cNvSpPr/>
          <p:nvPr/>
        </p:nvSpPr>
        <p:spPr>
          <a:xfrm>
            <a:off x="576072" y="1874520"/>
            <a:ext cx="11039551"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57607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項目3</a:t>
            </a:r>
            <a:endParaRPr lang="en-US" sz="1200" dirty="0"/>
          </a:p>
        </p:txBody>
      </p:sp>
      <p:sp>
        <p:nvSpPr>
          <p:cNvPr id="12" name="shape:012"/>
          <p:cNvSpPr/>
          <p:nvPr/>
        </p:nvSpPr>
        <p:spPr>
          <a:xfrm>
            <a:off x="576072" y="2596896"/>
            <a:ext cx="3192170" cy="0"/>
          </a:xfrm>
          <a:prstGeom prst="line">
            <a:avLst/>
          </a:prstGeom>
          <a:noFill/>
          <a:ln w="6350">
            <a:solidFill>
              <a:srgbClr val="D9DCDF"/>
            </a:solidFill>
            <a:prstDash val="solid"/>
          </a:ln>
        </p:spPr>
        <p:txBody>
          <a:bodyPr>
            <a:noAutofit/>
          </a:bodyPr>
          <a:p/>
        </p:txBody>
      </p:sp>
      <p:sp>
        <p:nvSpPr>
          <p:cNvPr id="13" name="shape:013"/>
          <p:cNvSpPr/>
          <p:nvPr/>
        </p:nvSpPr>
        <p:spPr>
          <a:xfrm>
            <a:off x="833780" y="4959096"/>
            <a:ext cx="548640" cy="381000"/>
          </a:xfrm>
          <a:prstGeom prst="rect">
            <a:avLst/>
          </a:prstGeom>
          <a:solidFill>
            <a:srgbClr val="071B2C"/>
          </a:solidFill>
          <a:ln/>
        </p:spPr>
        <p:txBody>
          <a:bodyPr>
            <a:noAutofit/>
          </a:bodyPr>
          <a:p/>
        </p:txBody>
      </p:sp>
      <p:sp>
        <p:nvSpPr>
          <p:cNvPr id="14" name="shape:014"/>
          <p:cNvSpPr/>
          <p:nvPr/>
        </p:nvSpPr>
        <p:spPr>
          <a:xfrm>
            <a:off x="833780" y="4907280"/>
            <a:ext cx="548640" cy="43281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5" name="shape:015"/>
          <p:cNvSpPr/>
          <p:nvPr/>
        </p:nvSpPr>
        <p:spPr>
          <a:xfrm>
            <a:off x="57607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項目4</a:t>
            </a:r>
            <a:endParaRPr lang="en-US" sz="1000" dirty="0"/>
          </a:p>
        </p:txBody>
      </p:sp>
      <p:sp>
        <p:nvSpPr>
          <p:cNvPr id="16" name="shape:016"/>
          <p:cNvSpPr/>
          <p:nvPr/>
        </p:nvSpPr>
        <p:spPr>
          <a:xfrm>
            <a:off x="1897837" y="4197096"/>
            <a:ext cx="548640" cy="1143000"/>
          </a:xfrm>
          <a:prstGeom prst="rect">
            <a:avLst/>
          </a:prstGeom>
          <a:solidFill>
            <a:srgbClr val="071B2C"/>
          </a:solidFill>
          <a:ln/>
        </p:spPr>
        <p:txBody>
          <a:bodyPr>
            <a:noAutofit/>
          </a:bodyPr>
          <a:p/>
        </p:txBody>
      </p:sp>
      <p:sp>
        <p:nvSpPr>
          <p:cNvPr id="17" name="shape:017"/>
          <p:cNvSpPr/>
          <p:nvPr/>
        </p:nvSpPr>
        <p:spPr>
          <a:xfrm>
            <a:off x="1897837" y="4041648"/>
            <a:ext cx="548640" cy="129844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18" name="shape:018"/>
          <p:cNvSpPr/>
          <p:nvPr/>
        </p:nvSpPr>
        <p:spPr>
          <a:xfrm>
            <a:off x="164012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項目5</a:t>
            </a:r>
            <a:endParaRPr lang="en-US" sz="1000" dirty="0"/>
          </a:p>
        </p:txBody>
      </p:sp>
      <p:sp>
        <p:nvSpPr>
          <p:cNvPr id="19" name="shape:019"/>
          <p:cNvSpPr/>
          <p:nvPr/>
        </p:nvSpPr>
        <p:spPr>
          <a:xfrm>
            <a:off x="2961894" y="3054096"/>
            <a:ext cx="548640" cy="2286000"/>
          </a:xfrm>
          <a:prstGeom prst="rect">
            <a:avLst/>
          </a:prstGeom>
          <a:solidFill>
            <a:srgbClr val="071B2C"/>
          </a:solidFill>
          <a:ln/>
        </p:spPr>
        <p:txBody>
          <a:bodyPr>
            <a:noAutofit/>
          </a:bodyPr>
          <a:p/>
        </p:txBody>
      </p:sp>
      <p:sp>
        <p:nvSpPr>
          <p:cNvPr id="20" name="shape:020"/>
          <p:cNvSpPr/>
          <p:nvPr/>
        </p:nvSpPr>
        <p:spPr>
          <a:xfrm>
            <a:off x="296189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6</a:t>
            </a:r>
            <a:endParaRPr lang="en-US" sz="900" dirty="0"/>
          </a:p>
        </p:txBody>
      </p:sp>
      <p:sp>
        <p:nvSpPr>
          <p:cNvPr id="21" name="shape:021"/>
          <p:cNvSpPr/>
          <p:nvPr/>
        </p:nvSpPr>
        <p:spPr>
          <a:xfrm>
            <a:off x="270418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項目6</a:t>
            </a:r>
            <a:endParaRPr lang="en-US" sz="1000" dirty="0"/>
          </a:p>
        </p:txBody>
      </p:sp>
      <p:sp>
        <p:nvSpPr>
          <p:cNvPr id="22" name="static:operator_22"/>
          <p:cNvSpPr/>
          <p:nvPr/>
        </p:nvSpPr>
        <p:spPr>
          <a:xfrm>
            <a:off x="3836822"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071B2C"/>
                </a:solidFill>
                <a:latin typeface="Yu Gothic" pitchFamily="34" charset="0"/>
                <a:ea typeface="Yu Gothic" pitchFamily="34" charset="-122"/>
                <a:cs typeface="Yu Gothic" pitchFamily="34" charset="-120"/>
              </a:rPr>
              <a:t>×</a:t>
            </a:r>
            <a:endParaRPr lang="en-US" sz="3000" dirty="0"/>
          </a:p>
        </p:txBody>
      </p:sp>
      <p:sp>
        <p:nvSpPr>
          <p:cNvPr id="23" name="shape:023"/>
          <p:cNvSpPr/>
          <p:nvPr/>
        </p:nvSpPr>
        <p:spPr>
          <a:xfrm>
            <a:off x="449976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項目7</a:t>
            </a:r>
            <a:endParaRPr lang="en-US" sz="1200" dirty="0"/>
          </a:p>
        </p:txBody>
      </p:sp>
      <p:sp>
        <p:nvSpPr>
          <p:cNvPr id="24" name="shape:024"/>
          <p:cNvSpPr/>
          <p:nvPr/>
        </p:nvSpPr>
        <p:spPr>
          <a:xfrm>
            <a:off x="4499762" y="2596896"/>
            <a:ext cx="3192170" cy="0"/>
          </a:xfrm>
          <a:prstGeom prst="line">
            <a:avLst/>
          </a:prstGeom>
          <a:noFill/>
          <a:ln w="6350">
            <a:solidFill>
              <a:srgbClr val="D9DCDF"/>
            </a:solidFill>
            <a:prstDash val="solid"/>
          </a:ln>
        </p:spPr>
        <p:txBody>
          <a:bodyPr>
            <a:noAutofit/>
          </a:bodyPr>
          <a:p/>
        </p:txBody>
      </p:sp>
      <p:sp>
        <p:nvSpPr>
          <p:cNvPr id="25" name="shape:025"/>
          <p:cNvSpPr/>
          <p:nvPr/>
        </p:nvSpPr>
        <p:spPr>
          <a:xfrm>
            <a:off x="4757471" y="3054096"/>
            <a:ext cx="548640" cy="2286000"/>
          </a:xfrm>
          <a:prstGeom prst="rect">
            <a:avLst/>
          </a:prstGeom>
          <a:solidFill>
            <a:srgbClr val="071B2C"/>
          </a:solidFill>
          <a:ln/>
        </p:spPr>
        <p:txBody>
          <a:bodyPr>
            <a:noAutofit/>
          </a:bodyPr>
          <a:p/>
        </p:txBody>
      </p:sp>
      <p:sp>
        <p:nvSpPr>
          <p:cNvPr id="26" name="shape:026"/>
          <p:cNvSpPr/>
          <p:nvPr/>
        </p:nvSpPr>
        <p:spPr>
          <a:xfrm>
            <a:off x="4757471"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27" name="shape:027"/>
          <p:cNvSpPr/>
          <p:nvPr/>
        </p:nvSpPr>
        <p:spPr>
          <a:xfrm>
            <a:off x="449976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項目8</a:t>
            </a:r>
            <a:endParaRPr lang="en-US" sz="1000" dirty="0"/>
          </a:p>
        </p:txBody>
      </p:sp>
      <p:sp>
        <p:nvSpPr>
          <p:cNvPr id="28" name="shape:028"/>
          <p:cNvSpPr/>
          <p:nvPr/>
        </p:nvSpPr>
        <p:spPr>
          <a:xfrm>
            <a:off x="5821528" y="3054096"/>
            <a:ext cx="548640" cy="2286000"/>
          </a:xfrm>
          <a:prstGeom prst="rect">
            <a:avLst/>
          </a:prstGeom>
          <a:solidFill>
            <a:srgbClr val="071B2C"/>
          </a:solidFill>
          <a:ln/>
        </p:spPr>
        <p:txBody>
          <a:bodyPr>
            <a:noAutofit/>
          </a:bodyPr>
          <a:p/>
        </p:txBody>
      </p:sp>
      <p:sp>
        <p:nvSpPr>
          <p:cNvPr id="29" name="shape:029"/>
          <p:cNvSpPr/>
          <p:nvPr/>
        </p:nvSpPr>
        <p:spPr>
          <a:xfrm>
            <a:off x="5821528"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0" name="shape:030"/>
          <p:cNvSpPr/>
          <p:nvPr/>
        </p:nvSpPr>
        <p:spPr>
          <a:xfrm>
            <a:off x="556381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項目9</a:t>
            </a:r>
            <a:endParaRPr lang="en-US" sz="1000" dirty="0"/>
          </a:p>
        </p:txBody>
      </p:sp>
      <p:sp>
        <p:nvSpPr>
          <p:cNvPr id="31" name="shape:031"/>
          <p:cNvSpPr/>
          <p:nvPr/>
        </p:nvSpPr>
        <p:spPr>
          <a:xfrm>
            <a:off x="6885584" y="3054096"/>
            <a:ext cx="548640" cy="2286000"/>
          </a:xfrm>
          <a:prstGeom prst="rect">
            <a:avLst/>
          </a:prstGeom>
          <a:solidFill>
            <a:srgbClr val="071B2C"/>
          </a:solidFill>
          <a:ln/>
        </p:spPr>
        <p:txBody>
          <a:bodyPr>
            <a:noAutofit/>
          </a:bodyPr>
          <a:p/>
        </p:txBody>
      </p:sp>
      <p:sp>
        <p:nvSpPr>
          <p:cNvPr id="32" name="shape:032"/>
          <p:cNvSpPr/>
          <p:nvPr/>
        </p:nvSpPr>
        <p:spPr>
          <a:xfrm>
            <a:off x="688558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3" name="shape:033"/>
          <p:cNvSpPr/>
          <p:nvPr/>
        </p:nvSpPr>
        <p:spPr>
          <a:xfrm>
            <a:off x="662787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項目10</a:t>
            </a:r>
            <a:endParaRPr lang="en-US" sz="1000" dirty="0"/>
          </a:p>
        </p:txBody>
      </p:sp>
      <p:sp>
        <p:nvSpPr>
          <p:cNvPr id="34" name="static:operator_34"/>
          <p:cNvSpPr/>
          <p:nvPr/>
        </p:nvSpPr>
        <p:spPr>
          <a:xfrm>
            <a:off x="7760513"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071B2C"/>
                </a:solidFill>
                <a:latin typeface="Yu Gothic" pitchFamily="34" charset="0"/>
                <a:ea typeface="Yu Gothic" pitchFamily="34" charset="-122"/>
                <a:cs typeface="Yu Gothic" pitchFamily="34" charset="-120"/>
              </a:rPr>
              <a:t>=</a:t>
            </a:r>
            <a:endParaRPr lang="en-US" sz="3000" dirty="0"/>
          </a:p>
        </p:txBody>
      </p:sp>
      <p:sp>
        <p:nvSpPr>
          <p:cNvPr id="35" name="shape:035"/>
          <p:cNvSpPr/>
          <p:nvPr/>
        </p:nvSpPr>
        <p:spPr>
          <a:xfrm>
            <a:off x="8423453"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項目11</a:t>
            </a:r>
            <a:endParaRPr lang="en-US" sz="1200" dirty="0"/>
          </a:p>
        </p:txBody>
      </p:sp>
      <p:sp>
        <p:nvSpPr>
          <p:cNvPr id="36" name="shape:036"/>
          <p:cNvSpPr/>
          <p:nvPr/>
        </p:nvSpPr>
        <p:spPr>
          <a:xfrm>
            <a:off x="8423453" y="2596896"/>
            <a:ext cx="3192170" cy="0"/>
          </a:xfrm>
          <a:prstGeom prst="line">
            <a:avLst/>
          </a:prstGeom>
          <a:noFill/>
          <a:ln w="6350">
            <a:solidFill>
              <a:srgbClr val="D9DCDF"/>
            </a:solidFill>
            <a:prstDash val="solid"/>
          </a:ln>
        </p:spPr>
        <p:txBody>
          <a:bodyPr>
            <a:noAutofit/>
          </a:bodyPr>
          <a:p/>
        </p:txBody>
      </p:sp>
      <p:sp>
        <p:nvSpPr>
          <p:cNvPr id="37" name="shape:037"/>
          <p:cNvSpPr/>
          <p:nvPr/>
        </p:nvSpPr>
        <p:spPr>
          <a:xfrm>
            <a:off x="8681161" y="5054346"/>
            <a:ext cx="548640" cy="285750"/>
          </a:xfrm>
          <a:prstGeom prst="rect">
            <a:avLst/>
          </a:prstGeom>
          <a:solidFill>
            <a:srgbClr val="071B2C"/>
          </a:solidFill>
          <a:ln/>
        </p:spPr>
        <p:txBody>
          <a:bodyPr>
            <a:noAutofit/>
          </a:bodyPr>
          <a:p/>
        </p:txBody>
      </p:sp>
      <p:sp>
        <p:nvSpPr>
          <p:cNvPr id="38" name="shape:038"/>
          <p:cNvSpPr/>
          <p:nvPr/>
        </p:nvSpPr>
        <p:spPr>
          <a:xfrm>
            <a:off x="8681161" y="4930060"/>
            <a:ext cx="548640" cy="41003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1.5</a:t>
            </a:r>
            <a:endParaRPr lang="en-US" sz="900" dirty="0"/>
          </a:p>
        </p:txBody>
      </p:sp>
      <p:sp>
        <p:nvSpPr>
          <p:cNvPr id="39" name="shape:039"/>
          <p:cNvSpPr/>
          <p:nvPr/>
        </p:nvSpPr>
        <p:spPr>
          <a:xfrm>
            <a:off x="8681161" y="4959096"/>
            <a:ext cx="548640" cy="95250"/>
          </a:xfrm>
          <a:prstGeom prst="rect">
            <a:avLst/>
          </a:prstGeom>
          <a:solidFill>
            <a:srgbClr val="1E5F8C"/>
          </a:solidFill>
          <a:ln/>
        </p:spPr>
        <p:txBody>
          <a:bodyPr>
            <a:noAutofit/>
          </a:bodyPr>
          <a:p/>
        </p:txBody>
      </p:sp>
      <p:sp>
        <p:nvSpPr>
          <p:cNvPr id="40" name="shape:040"/>
          <p:cNvSpPr/>
          <p:nvPr/>
        </p:nvSpPr>
        <p:spPr>
          <a:xfrm>
            <a:off x="8423453"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項目12</a:t>
            </a:r>
            <a:endParaRPr lang="en-US" sz="1000" dirty="0"/>
          </a:p>
        </p:txBody>
      </p:sp>
      <p:sp>
        <p:nvSpPr>
          <p:cNvPr id="41" name="shape:041"/>
          <p:cNvSpPr/>
          <p:nvPr/>
        </p:nvSpPr>
        <p:spPr>
          <a:xfrm>
            <a:off x="9745218" y="4482846"/>
            <a:ext cx="548640" cy="857250"/>
          </a:xfrm>
          <a:prstGeom prst="rect">
            <a:avLst/>
          </a:prstGeom>
          <a:solidFill>
            <a:srgbClr val="071B2C"/>
          </a:solidFill>
          <a:ln/>
        </p:spPr>
        <p:txBody>
          <a:bodyPr>
            <a:noAutofit/>
          </a:bodyPr>
          <a:p/>
        </p:txBody>
      </p:sp>
      <p:sp>
        <p:nvSpPr>
          <p:cNvPr id="42" name="shape:042"/>
          <p:cNvSpPr/>
          <p:nvPr/>
        </p:nvSpPr>
        <p:spPr>
          <a:xfrm>
            <a:off x="9745218" y="4301338"/>
            <a:ext cx="548640" cy="103875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4.5</a:t>
            </a:r>
            <a:endParaRPr lang="en-US" sz="900" dirty="0"/>
          </a:p>
        </p:txBody>
      </p:sp>
      <p:sp>
        <p:nvSpPr>
          <p:cNvPr id="43" name="shape:043"/>
          <p:cNvSpPr/>
          <p:nvPr/>
        </p:nvSpPr>
        <p:spPr>
          <a:xfrm>
            <a:off x="9745218" y="4197096"/>
            <a:ext cx="548640" cy="285750"/>
          </a:xfrm>
          <a:prstGeom prst="rect">
            <a:avLst/>
          </a:prstGeom>
          <a:solidFill>
            <a:srgbClr val="1E5F8C"/>
          </a:solidFill>
          <a:ln/>
        </p:spPr>
        <p:txBody>
          <a:bodyPr>
            <a:noAutofit/>
          </a:bodyPr>
          <a:p/>
        </p:txBody>
      </p:sp>
      <p:sp>
        <p:nvSpPr>
          <p:cNvPr id="44" name="shape:044"/>
          <p:cNvSpPr/>
          <p:nvPr/>
        </p:nvSpPr>
        <p:spPr>
          <a:xfrm>
            <a:off x="9487510"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項目15</a:t>
            </a:r>
            <a:endParaRPr lang="en-US" sz="1000" dirty="0"/>
          </a:p>
        </p:txBody>
      </p:sp>
      <p:sp>
        <p:nvSpPr>
          <p:cNvPr id="45" name="shape:045"/>
          <p:cNvSpPr/>
          <p:nvPr/>
        </p:nvSpPr>
        <p:spPr>
          <a:xfrm>
            <a:off x="10809275" y="3625596"/>
            <a:ext cx="548640" cy="1714500"/>
          </a:xfrm>
          <a:prstGeom prst="rect">
            <a:avLst/>
          </a:prstGeom>
          <a:solidFill>
            <a:srgbClr val="071B2C"/>
          </a:solidFill>
          <a:ln/>
        </p:spPr>
        <p:txBody>
          <a:bodyPr>
            <a:noAutofit/>
          </a:bodyPr>
          <a:p/>
        </p:txBody>
      </p:sp>
      <p:sp>
        <p:nvSpPr>
          <p:cNvPr id="46" name="shape:046"/>
          <p:cNvSpPr/>
          <p:nvPr/>
        </p:nvSpPr>
        <p:spPr>
          <a:xfrm>
            <a:off x="10809275" y="2879879"/>
            <a:ext cx="548640" cy="2460217"/>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9</a:t>
            </a:r>
            <a:endParaRPr lang="en-US" sz="900" dirty="0"/>
          </a:p>
        </p:txBody>
      </p:sp>
      <p:sp>
        <p:nvSpPr>
          <p:cNvPr id="47" name="shape:047"/>
          <p:cNvSpPr/>
          <p:nvPr/>
        </p:nvSpPr>
        <p:spPr>
          <a:xfrm>
            <a:off x="10809275" y="3054096"/>
            <a:ext cx="548640" cy="571500"/>
          </a:xfrm>
          <a:prstGeom prst="rect">
            <a:avLst/>
          </a:prstGeom>
          <a:solidFill>
            <a:srgbClr val="1E5F8C"/>
          </a:solidFill>
          <a:ln/>
        </p:spPr>
        <p:txBody>
          <a:bodyPr>
            <a:noAutofit/>
          </a:bodyPr>
          <a:p/>
        </p:txBody>
      </p:sp>
      <p:sp>
        <p:nvSpPr>
          <p:cNvPr id="48" name="shape:048"/>
          <p:cNvSpPr/>
          <p:nvPr/>
        </p:nvSpPr>
        <p:spPr>
          <a:xfrm>
            <a:off x="1055156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071B2C"/>
                </a:solidFill>
                <a:latin typeface="Yu Gothic" pitchFamily="34" charset="0"/>
                <a:ea typeface="Yu Gothic" pitchFamily="34" charset="-122"/>
                <a:cs typeface="Yu Gothic" pitchFamily="34" charset="-120"/>
              </a:rPr>
              <a:t>項目18</a:t>
            </a:r>
            <a:endParaRPr lang="en-US" sz="1000" dirty="0"/>
          </a:p>
        </p:txBody>
      </p:sp>
      <p:sp>
        <p:nvSpPr>
          <p:cNvPr id="49" name="shape:049"/>
          <p:cNvSpPr/>
          <p:nvPr/>
        </p:nvSpPr>
        <p:spPr>
          <a:xfrm>
            <a:off x="576072" y="6071616"/>
            <a:ext cx="182880" cy="182880"/>
          </a:xfrm>
          <a:prstGeom prst="rect">
            <a:avLst/>
          </a:prstGeom>
          <a:solidFill>
            <a:srgbClr val="071B2C"/>
          </a:solidFill>
          <a:ln/>
        </p:spPr>
        <p:txBody>
          <a:bodyPr>
            <a:noAutofit/>
          </a:bodyPr>
          <a:p/>
        </p:txBody>
      </p:sp>
      <p:sp>
        <p:nvSpPr>
          <p:cNvPr id="50" name="shape:050"/>
          <p:cNvSpPr/>
          <p:nvPr/>
        </p:nvSpPr>
        <p:spPr>
          <a:xfrm>
            <a:off x="83210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項目1</a:t>
            </a:r>
            <a:endParaRPr lang="en-US" sz="1100" dirty="0"/>
          </a:p>
        </p:txBody>
      </p:sp>
      <p:sp>
        <p:nvSpPr>
          <p:cNvPr id="51" name="shape:051"/>
          <p:cNvSpPr/>
          <p:nvPr/>
        </p:nvSpPr>
        <p:spPr>
          <a:xfrm>
            <a:off x="2221992" y="6071616"/>
            <a:ext cx="182880" cy="182880"/>
          </a:xfrm>
          <a:prstGeom prst="rect">
            <a:avLst/>
          </a:prstGeom>
          <a:solidFill>
            <a:srgbClr val="1E5F8C"/>
          </a:solidFill>
          <a:ln/>
        </p:spPr>
        <p:txBody>
          <a:bodyPr>
            <a:noAutofit/>
          </a:bodyPr>
          <a:p/>
        </p:txBody>
      </p:sp>
      <p:sp>
        <p:nvSpPr>
          <p:cNvPr id="52" name="shape:052"/>
          <p:cNvSpPr/>
          <p:nvPr/>
        </p:nvSpPr>
        <p:spPr>
          <a:xfrm>
            <a:off x="247802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666B70"/>
                </a:solidFill>
                <a:latin typeface="Yu Gothic" pitchFamily="34" charset="0"/>
                <a:ea typeface="Yu Gothic" pitchFamily="34" charset="-122"/>
                <a:cs typeface="Yu Gothic" pitchFamily="34" charset="-120"/>
              </a:rPr>
              <a:t>項目2</a:t>
            </a:r>
            <a:endParaRPr lang="en-US" sz="11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
        <p:nvSpPr>
          <p:cNvPr id="54" name="static:total_54"/>
          <p:cNvSpPr txBox="1"/>
          <p:nvPr/>
        </p:nvSpPr>
        <p:spPr>
          <a:xfrm>
            <a:off x="8589721" y="4699640"/>
            <a:ext cx="731520" cy="219456"/>
          </a:xfrm>
          <a:prstGeom prst="rect">
            <a:avLst/>
          </a:prstGeom>
          <a:noFill/>
        </p:spPr>
        <p:txBody>
          <a:bodyPr wrap="none" lIns="0" rIns="0" tIns="0" bIns="0">
            <a:noAutofit/>
          </a:bodyPr>
          <a:lstStyle/>
          <a:p>
            <a:r>
              <a:rPr sz="1000">
                <a:solidFill>
                  <a:srgbClr val="071B2C"/>
                </a:solidFill>
                <a:latin typeface="Yu Gothic"/>
              </a:rPr>
              <a:t>2</a:t>
            </a:r>
          </a:p>
        </p:txBody>
      </p:sp>
      <p:sp>
        <p:nvSpPr>
          <p:cNvPr id="55" name="static:total_55"/>
          <p:cNvSpPr txBox="1"/>
          <p:nvPr/>
        </p:nvSpPr>
        <p:spPr>
          <a:xfrm>
            <a:off x="9653778" y="3937640"/>
            <a:ext cx="731520" cy="219456"/>
          </a:xfrm>
          <a:prstGeom prst="rect">
            <a:avLst/>
          </a:prstGeom>
          <a:noFill/>
        </p:spPr>
        <p:txBody>
          <a:bodyPr wrap="none" lIns="0" rIns="0" tIns="0" bIns="0">
            <a:noAutofit/>
          </a:bodyPr>
          <a:lstStyle/>
          <a:p>
            <a:r>
              <a:rPr sz="1000">
                <a:solidFill>
                  <a:srgbClr val="071B2C"/>
                </a:solidFill>
                <a:latin typeface="Yu Gothic"/>
              </a:rPr>
              <a:t>6</a:t>
            </a:r>
          </a:p>
        </p:txBody>
      </p:sp>
      <p:sp>
        <p:nvSpPr>
          <p:cNvPr id="56" name="static:total_56"/>
          <p:cNvSpPr txBox="1"/>
          <p:nvPr/>
        </p:nvSpPr>
        <p:spPr>
          <a:xfrm>
            <a:off x="10717835" y="2794640"/>
            <a:ext cx="731520" cy="219456"/>
          </a:xfrm>
          <a:prstGeom prst="rect">
            <a:avLst/>
          </a:prstGeom>
          <a:noFill/>
        </p:spPr>
        <p:txBody>
          <a:bodyPr wrap="none" lIns="0" rIns="0" tIns="0" bIns="0">
            <a:noAutofit/>
          </a:bodyPr>
          <a:lstStyle/>
          <a:p>
            <a:r>
              <a:rPr sz="1000">
                <a:solidFill>
                  <a:srgbClr val="071B2C"/>
                </a:solidFill>
                <a:latin typeface="Yu Gothic"/>
              </a:rPr>
              <a:t>12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プロセスの段階</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55</a:t>
            </a:r>
            <a:endParaRPr lang="en-US" sz="750" dirty="0"/>
          </a:p>
        </p:txBody>
      </p:sp>
      <p:sp>
        <p:nvSpPr>
          <p:cNvPr id="10" name="shape:010"/>
          <p:cNvSpPr/>
          <p:nvPr/>
        </p:nvSpPr>
        <p:spPr>
          <a:xfrm>
            <a:off x="576072" y="3188684"/>
            <a:ext cx="457200" cy="457200"/>
          </a:xfrm>
          <a:prstGeom prst="ellipse">
            <a:avLst/>
          </a:prstGeom>
          <a:ln w="19050">
            <a:solidFill>
              <a:srgbClr val="071B2C"/>
            </a:solidFill>
            <a:prstDash val="solid"/>
          </a:ln>
        </p:spPr>
        <p:txBody>
          <a:bodyPr>
            <a:noAutofit/>
          </a:bodyPr>
          <a:p/>
        </p:txBody>
      </p:sp>
      <p:sp>
        <p:nvSpPr>
          <p:cNvPr id="11" name="shape:011"/>
          <p:cNvSpPr/>
          <p:nvPr/>
        </p:nvSpPr>
        <p:spPr>
          <a:xfrm>
            <a:off x="576072"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1</a:t>
            </a:r>
            <a:endParaRPr lang="en-US" sz="1500" dirty="0"/>
          </a:p>
        </p:txBody>
      </p:sp>
      <p:sp>
        <p:nvSpPr>
          <p:cNvPr id="12" name="shape:012"/>
          <p:cNvSpPr/>
          <p:nvPr/>
        </p:nvSpPr>
        <p:spPr>
          <a:xfrm>
            <a:off x="576072"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2</a:t>
            </a:r>
            <a:endParaRPr lang="en-US" sz="1450" dirty="0"/>
          </a:p>
        </p:txBody>
      </p:sp>
      <p:sp>
        <p:nvSpPr>
          <p:cNvPr id="13" name="shape:013"/>
          <p:cNvSpPr/>
          <p:nvPr/>
        </p:nvSpPr>
        <p:spPr>
          <a:xfrm>
            <a:off x="576072"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記載例1</a:t>
            </a:r>
            <a:endParaRPr lang="en-US" sz="1150" dirty="0"/>
          </a:p>
        </p:txBody>
      </p:sp>
      <p:sp>
        <p:nvSpPr>
          <p:cNvPr id="14" name="shape:014"/>
          <p:cNvSpPr/>
          <p:nvPr/>
        </p:nvSpPr>
        <p:spPr>
          <a:xfrm>
            <a:off x="2878760"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071B2C"/>
                </a:solidFill>
                <a:latin typeface="Yu Gothic" pitchFamily="34" charset="0"/>
                <a:ea typeface="Yu Gothic" pitchFamily="34" charset="-122"/>
                <a:cs typeface="Yu Gothic" pitchFamily="34" charset="-120"/>
              </a:rPr>
              <a:t>›</a:t>
            </a:r>
            <a:endParaRPr lang="en-US" sz="2200" dirty="0"/>
          </a:p>
        </p:txBody>
      </p:sp>
      <p:sp>
        <p:nvSpPr>
          <p:cNvPr id="15" name="shape:015"/>
          <p:cNvSpPr/>
          <p:nvPr/>
        </p:nvSpPr>
        <p:spPr>
          <a:xfrm>
            <a:off x="3335960" y="3188684"/>
            <a:ext cx="457200" cy="457200"/>
          </a:xfrm>
          <a:prstGeom prst="ellipse">
            <a:avLst/>
          </a:prstGeom>
          <a:ln w="19050">
            <a:solidFill>
              <a:srgbClr val="071B2C"/>
            </a:solidFill>
            <a:prstDash val="solid"/>
          </a:ln>
        </p:spPr>
        <p:txBody>
          <a:bodyPr>
            <a:noAutofit/>
          </a:bodyPr>
          <a:p/>
        </p:txBody>
      </p:sp>
      <p:sp>
        <p:nvSpPr>
          <p:cNvPr id="16" name="shape:016"/>
          <p:cNvSpPr/>
          <p:nvPr/>
        </p:nvSpPr>
        <p:spPr>
          <a:xfrm>
            <a:off x="3335960"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2</a:t>
            </a:r>
            <a:endParaRPr lang="en-US" sz="1500" dirty="0"/>
          </a:p>
        </p:txBody>
      </p:sp>
      <p:sp>
        <p:nvSpPr>
          <p:cNvPr id="17" name="shape:017"/>
          <p:cNvSpPr/>
          <p:nvPr/>
        </p:nvSpPr>
        <p:spPr>
          <a:xfrm>
            <a:off x="3335960"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3</a:t>
            </a:r>
            <a:endParaRPr lang="en-US" sz="1450" dirty="0"/>
          </a:p>
        </p:txBody>
      </p:sp>
      <p:sp>
        <p:nvSpPr>
          <p:cNvPr id="18" name="shape:018"/>
          <p:cNvSpPr/>
          <p:nvPr/>
        </p:nvSpPr>
        <p:spPr>
          <a:xfrm>
            <a:off x="3335960"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記載例2</a:t>
            </a:r>
            <a:endParaRPr lang="en-US" sz="1150" dirty="0"/>
          </a:p>
        </p:txBody>
      </p:sp>
      <p:sp>
        <p:nvSpPr>
          <p:cNvPr id="19" name="shape:019"/>
          <p:cNvSpPr/>
          <p:nvPr/>
        </p:nvSpPr>
        <p:spPr>
          <a:xfrm>
            <a:off x="5638648"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071B2C"/>
                </a:solidFill>
                <a:latin typeface="Yu Gothic" pitchFamily="34" charset="0"/>
                <a:ea typeface="Yu Gothic" pitchFamily="34" charset="-122"/>
                <a:cs typeface="Yu Gothic" pitchFamily="34" charset="-120"/>
              </a:rPr>
              <a:t>›</a:t>
            </a:r>
            <a:endParaRPr lang="en-US" sz="2200" dirty="0"/>
          </a:p>
        </p:txBody>
      </p:sp>
      <p:sp>
        <p:nvSpPr>
          <p:cNvPr id="20" name="shape:020"/>
          <p:cNvSpPr/>
          <p:nvPr/>
        </p:nvSpPr>
        <p:spPr>
          <a:xfrm>
            <a:off x="6095848" y="3188684"/>
            <a:ext cx="457200" cy="457200"/>
          </a:xfrm>
          <a:prstGeom prst="ellipse">
            <a:avLst/>
          </a:prstGeom>
          <a:ln w="19050">
            <a:solidFill>
              <a:srgbClr val="071B2C"/>
            </a:solidFill>
            <a:prstDash val="solid"/>
          </a:ln>
        </p:spPr>
        <p:txBody>
          <a:bodyPr>
            <a:noAutofit/>
          </a:bodyPr>
          <a:p/>
        </p:txBody>
      </p:sp>
      <p:sp>
        <p:nvSpPr>
          <p:cNvPr id="21" name="shape:021"/>
          <p:cNvSpPr/>
          <p:nvPr/>
        </p:nvSpPr>
        <p:spPr>
          <a:xfrm>
            <a:off x="6095848"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3</a:t>
            </a:r>
            <a:endParaRPr lang="en-US" sz="1500" dirty="0"/>
          </a:p>
        </p:txBody>
      </p:sp>
      <p:sp>
        <p:nvSpPr>
          <p:cNvPr id="22" name="shape:022"/>
          <p:cNvSpPr/>
          <p:nvPr/>
        </p:nvSpPr>
        <p:spPr>
          <a:xfrm>
            <a:off x="6095848"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4</a:t>
            </a:r>
            <a:endParaRPr lang="en-US" sz="1450" dirty="0"/>
          </a:p>
        </p:txBody>
      </p:sp>
      <p:sp>
        <p:nvSpPr>
          <p:cNvPr id="23" name="shape:023"/>
          <p:cNvSpPr/>
          <p:nvPr/>
        </p:nvSpPr>
        <p:spPr>
          <a:xfrm>
            <a:off x="6095848"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記載例3</a:t>
            </a:r>
            <a:endParaRPr lang="en-US" sz="1150" dirty="0"/>
          </a:p>
        </p:txBody>
      </p:sp>
      <p:sp>
        <p:nvSpPr>
          <p:cNvPr id="24" name="shape:024"/>
          <p:cNvSpPr/>
          <p:nvPr/>
        </p:nvSpPr>
        <p:spPr>
          <a:xfrm>
            <a:off x="8398535"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071B2C"/>
                </a:solidFill>
                <a:latin typeface="Yu Gothic" pitchFamily="34" charset="0"/>
                <a:ea typeface="Yu Gothic" pitchFamily="34" charset="-122"/>
                <a:cs typeface="Yu Gothic" pitchFamily="34" charset="-120"/>
              </a:rPr>
              <a:t>›</a:t>
            </a:r>
            <a:endParaRPr lang="en-US" sz="2200" dirty="0"/>
          </a:p>
        </p:txBody>
      </p:sp>
      <p:sp>
        <p:nvSpPr>
          <p:cNvPr id="25" name="shape:025"/>
          <p:cNvSpPr/>
          <p:nvPr/>
        </p:nvSpPr>
        <p:spPr>
          <a:xfrm>
            <a:off x="8855735" y="3188684"/>
            <a:ext cx="457200" cy="457200"/>
          </a:xfrm>
          <a:prstGeom prst="ellipse">
            <a:avLst/>
          </a:prstGeom>
          <a:ln w="19050">
            <a:solidFill>
              <a:srgbClr val="071B2C"/>
            </a:solidFill>
            <a:prstDash val="solid"/>
          </a:ln>
        </p:spPr>
        <p:txBody>
          <a:bodyPr>
            <a:noAutofit/>
          </a:bodyPr>
          <a:p/>
        </p:txBody>
      </p:sp>
      <p:sp>
        <p:nvSpPr>
          <p:cNvPr id="26" name="shape:026"/>
          <p:cNvSpPr/>
          <p:nvPr/>
        </p:nvSpPr>
        <p:spPr>
          <a:xfrm>
            <a:off x="8855735"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071B2C"/>
                </a:solidFill>
                <a:latin typeface="Yu Gothic" pitchFamily="34" charset="0"/>
                <a:ea typeface="Yu Gothic" pitchFamily="34" charset="-122"/>
                <a:cs typeface="Yu Gothic" pitchFamily="34" charset="-120"/>
              </a:rPr>
              <a:t>4</a:t>
            </a:r>
            <a:endParaRPr lang="en-US" sz="1500" dirty="0"/>
          </a:p>
        </p:txBody>
      </p:sp>
      <p:sp>
        <p:nvSpPr>
          <p:cNvPr id="27" name="shape:027"/>
          <p:cNvSpPr/>
          <p:nvPr/>
        </p:nvSpPr>
        <p:spPr>
          <a:xfrm>
            <a:off x="8855735"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見出し 5</a:t>
            </a:r>
            <a:endParaRPr lang="en-US" sz="1450" dirty="0"/>
          </a:p>
        </p:txBody>
      </p:sp>
      <p:sp>
        <p:nvSpPr>
          <p:cNvPr id="28" name="shape:028"/>
          <p:cNvSpPr/>
          <p:nvPr/>
        </p:nvSpPr>
        <p:spPr>
          <a:xfrm>
            <a:off x="8855735"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071B2C"/>
                </a:solidFill>
                <a:latin typeface="Yu Gothic" pitchFamily="34" charset="0"/>
                <a:ea typeface="Yu Gothic" pitchFamily="34" charset="-122"/>
                <a:cs typeface="Yu Gothic" pitchFamily="34" charset="-120"/>
              </a:rPr>
              <a:t>記載例4</a:t>
            </a:r>
            <a:endParaRPr lang="en-US" sz="11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m29</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循環サイクル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56</a:t>
            </a:r>
            <a:endParaRPr lang="en-US" sz="750" dirty="0"/>
          </a:p>
        </p:txBody>
      </p:sp>
      <p:sp>
        <p:nvSpPr>
          <p:cNvPr id="10" name="shape:010"/>
          <p:cNvSpPr/>
          <p:nvPr/>
        </p:nvSpPr>
        <p:spPr>
          <a:xfrm>
            <a:off x="2255368" y="2377440"/>
            <a:ext cx="7680960" cy="3200400"/>
          </a:xfrm>
          <a:prstGeom prst="ellipse">
            <a:avLst/>
          </a:prstGeom>
          <a:ln w="12700">
            <a:solidFill>
              <a:srgbClr val="D9DCDF"/>
            </a:solidFill>
            <a:prstDash val="dash"/>
          </a:ln>
        </p:spPr>
        <p:txBody>
          <a:bodyPr>
            <a:noAutofit/>
          </a:bodyPr>
          <a:p/>
        </p:txBody>
      </p:sp>
      <p:sp>
        <p:nvSpPr>
          <p:cNvPr id="11" name="shape:011"/>
          <p:cNvSpPr/>
          <p:nvPr/>
        </p:nvSpPr>
        <p:spPr>
          <a:xfrm rot="2160000">
            <a:off x="7330830" y="3083555"/>
            <a:ext cx="329184" cy="182880"/>
          </a:xfrm>
          <a:prstGeom prst="rightArrow">
            <a:avLst/>
          </a:prstGeom>
          <a:solidFill>
            <a:srgbClr val="1E5F8C"/>
          </a:solidFill>
          <a:ln/>
        </p:spPr>
        <p:txBody>
          <a:bodyPr>
            <a:noAutofit/>
          </a:bodyPr>
          <a:p/>
        </p:txBody>
      </p:sp>
      <p:sp>
        <p:nvSpPr>
          <p:cNvPr id="12" name="shape:012"/>
          <p:cNvSpPr/>
          <p:nvPr/>
        </p:nvSpPr>
        <p:spPr>
          <a:xfrm rot="6480000">
            <a:off x="8195814" y="4192783"/>
            <a:ext cx="329184" cy="182880"/>
          </a:xfrm>
          <a:prstGeom prst="rightArrow">
            <a:avLst/>
          </a:prstGeom>
          <a:solidFill>
            <a:srgbClr val="1E5F8C"/>
          </a:solidFill>
          <a:ln/>
        </p:spPr>
        <p:txBody>
          <a:bodyPr>
            <a:noAutofit/>
          </a:bodyPr>
          <a:p/>
        </p:txBody>
      </p:sp>
      <p:sp>
        <p:nvSpPr>
          <p:cNvPr id="13" name="shape:013"/>
          <p:cNvSpPr/>
          <p:nvPr/>
        </p:nvSpPr>
        <p:spPr>
          <a:xfrm rot="10800000">
            <a:off x="5931256" y="4878324"/>
            <a:ext cx="329184" cy="182880"/>
          </a:xfrm>
          <a:prstGeom prst="rightArrow">
            <a:avLst/>
          </a:prstGeom>
          <a:solidFill>
            <a:srgbClr val="1E5F8C"/>
          </a:solidFill>
          <a:ln/>
        </p:spPr>
        <p:txBody>
          <a:bodyPr>
            <a:noAutofit/>
          </a:bodyPr>
          <a:p/>
        </p:txBody>
      </p:sp>
      <p:sp>
        <p:nvSpPr>
          <p:cNvPr id="14" name="shape:014"/>
          <p:cNvSpPr/>
          <p:nvPr/>
        </p:nvSpPr>
        <p:spPr>
          <a:xfrm rot="15120000">
            <a:off x="3666697" y="4192783"/>
            <a:ext cx="329184" cy="182880"/>
          </a:xfrm>
          <a:prstGeom prst="rightArrow">
            <a:avLst/>
          </a:prstGeom>
          <a:solidFill>
            <a:srgbClr val="1E5F8C"/>
          </a:solidFill>
          <a:ln/>
        </p:spPr>
        <p:txBody>
          <a:bodyPr>
            <a:noAutofit/>
          </a:bodyPr>
          <a:p/>
        </p:txBody>
      </p:sp>
      <p:sp>
        <p:nvSpPr>
          <p:cNvPr id="15" name="shape:015"/>
          <p:cNvSpPr/>
          <p:nvPr/>
        </p:nvSpPr>
        <p:spPr>
          <a:xfrm rot="19440000">
            <a:off x="4531682" y="3083555"/>
            <a:ext cx="329184" cy="182880"/>
          </a:xfrm>
          <a:prstGeom prst="rightArrow">
            <a:avLst/>
          </a:prstGeom>
          <a:solidFill>
            <a:srgbClr val="1E5F8C"/>
          </a:solidFill>
          <a:ln/>
        </p:spPr>
        <p:txBody>
          <a:bodyPr>
            <a:noAutofit/>
          </a:bodyPr>
          <a:p/>
        </p:txBody>
      </p:sp>
      <p:sp>
        <p:nvSpPr>
          <p:cNvPr id="16" name="shape:016"/>
          <p:cNvSpPr/>
          <p:nvPr/>
        </p:nvSpPr>
        <p:spPr>
          <a:xfrm>
            <a:off x="5867248" y="1810512"/>
            <a:ext cx="457200" cy="457200"/>
          </a:xfrm>
          <a:prstGeom prst="ellipse">
            <a:avLst/>
          </a:prstGeom>
          <a:ln w="19050">
            <a:solidFill>
              <a:srgbClr val="071B2C"/>
            </a:solidFill>
            <a:prstDash val="solid"/>
          </a:ln>
        </p:spPr>
        <p:txBody>
          <a:bodyPr>
            <a:noAutofit/>
          </a:bodyPr>
          <a:p/>
        </p:txBody>
      </p:sp>
      <p:sp>
        <p:nvSpPr>
          <p:cNvPr id="17" name="shape:017"/>
          <p:cNvSpPr/>
          <p:nvPr/>
        </p:nvSpPr>
        <p:spPr>
          <a:xfrm>
            <a:off x="5867248" y="1810512"/>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071B2C"/>
                </a:solidFill>
                <a:latin typeface="Yu Gothic" pitchFamily="34" charset="0"/>
                <a:ea typeface="Yu Gothic" pitchFamily="34" charset="-122"/>
                <a:cs typeface="Yu Gothic" pitchFamily="34" charset="-120"/>
              </a:rPr>
              <a:t>1</a:t>
            </a:r>
            <a:endParaRPr lang="en-US" sz="1400" dirty="0"/>
          </a:p>
        </p:txBody>
      </p:sp>
      <p:sp>
        <p:nvSpPr>
          <p:cNvPr id="18" name="shape:018"/>
          <p:cNvSpPr/>
          <p:nvPr/>
        </p:nvSpPr>
        <p:spPr>
          <a:xfrm>
            <a:off x="4907128" y="2395728"/>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071B2C"/>
                </a:solidFill>
                <a:latin typeface="Yu Gothic" pitchFamily="34" charset="0"/>
                <a:ea typeface="Yu Gothic" pitchFamily="34" charset="-122"/>
                <a:cs typeface="Yu Gothic" pitchFamily="34" charset="-120"/>
              </a:rPr>
              <a:t>見出し 2</a:t>
            </a:r>
            <a:endParaRPr lang="en-US" sz="1350" dirty="0"/>
          </a:p>
        </p:txBody>
      </p:sp>
      <p:sp>
        <p:nvSpPr>
          <p:cNvPr id="19" name="shape:019"/>
          <p:cNvSpPr/>
          <p:nvPr/>
        </p:nvSpPr>
        <p:spPr>
          <a:xfrm>
            <a:off x="4907128" y="2761488"/>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071B2C"/>
                </a:solidFill>
                <a:latin typeface="Yu Gothic" pitchFamily="34" charset="0"/>
                <a:ea typeface="Yu Gothic" pitchFamily="34" charset="-122"/>
                <a:cs typeface="Yu Gothic" pitchFamily="34" charset="-120"/>
              </a:rPr>
              <a:t>記載例1</a:t>
            </a:r>
            <a:endParaRPr lang="en-US" sz="1100" dirty="0"/>
          </a:p>
        </p:txBody>
      </p:sp>
      <p:sp>
        <p:nvSpPr>
          <p:cNvPr id="20" name="shape:020"/>
          <p:cNvSpPr/>
          <p:nvPr/>
        </p:nvSpPr>
        <p:spPr>
          <a:xfrm>
            <a:off x="9519761" y="2916223"/>
            <a:ext cx="457200" cy="457200"/>
          </a:xfrm>
          <a:prstGeom prst="ellipse">
            <a:avLst/>
          </a:prstGeom>
          <a:ln w="19050">
            <a:solidFill>
              <a:srgbClr val="071B2C"/>
            </a:solidFill>
            <a:prstDash val="solid"/>
          </a:ln>
        </p:spPr>
        <p:txBody>
          <a:bodyPr>
            <a:noAutofit/>
          </a:bodyPr>
          <a:p/>
        </p:txBody>
      </p:sp>
      <p:sp>
        <p:nvSpPr>
          <p:cNvPr id="21" name="shape:021"/>
          <p:cNvSpPr/>
          <p:nvPr/>
        </p:nvSpPr>
        <p:spPr>
          <a:xfrm>
            <a:off x="9519761"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071B2C"/>
                </a:solidFill>
                <a:latin typeface="Yu Gothic" pitchFamily="34" charset="0"/>
                <a:ea typeface="Yu Gothic" pitchFamily="34" charset="-122"/>
                <a:cs typeface="Yu Gothic" pitchFamily="34" charset="-120"/>
              </a:rPr>
              <a:t>2</a:t>
            </a:r>
            <a:endParaRPr lang="en-US" sz="1400" dirty="0"/>
          </a:p>
        </p:txBody>
      </p:sp>
      <p:sp>
        <p:nvSpPr>
          <p:cNvPr id="22" name="shape:022"/>
          <p:cNvSpPr/>
          <p:nvPr/>
        </p:nvSpPr>
        <p:spPr>
          <a:xfrm>
            <a:off x="8559641"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071B2C"/>
                </a:solidFill>
                <a:latin typeface="Yu Gothic" pitchFamily="34" charset="0"/>
                <a:ea typeface="Yu Gothic" pitchFamily="34" charset="-122"/>
                <a:cs typeface="Yu Gothic" pitchFamily="34" charset="-120"/>
              </a:rPr>
              <a:t>見出し 3</a:t>
            </a:r>
            <a:endParaRPr lang="en-US" sz="1350" dirty="0"/>
          </a:p>
        </p:txBody>
      </p:sp>
      <p:sp>
        <p:nvSpPr>
          <p:cNvPr id="23" name="shape:023"/>
          <p:cNvSpPr/>
          <p:nvPr/>
        </p:nvSpPr>
        <p:spPr>
          <a:xfrm>
            <a:off x="8559641"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071B2C"/>
                </a:solidFill>
                <a:latin typeface="Yu Gothic" pitchFamily="34" charset="0"/>
                <a:ea typeface="Yu Gothic" pitchFamily="34" charset="-122"/>
                <a:cs typeface="Yu Gothic" pitchFamily="34" charset="-120"/>
              </a:rPr>
              <a:t>記載例2</a:t>
            </a:r>
            <a:endParaRPr lang="en-US" sz="1100" dirty="0"/>
          </a:p>
        </p:txBody>
      </p:sp>
      <p:sp>
        <p:nvSpPr>
          <p:cNvPr id="24" name="shape:024"/>
          <p:cNvSpPr/>
          <p:nvPr/>
        </p:nvSpPr>
        <p:spPr>
          <a:xfrm>
            <a:off x="8124625" y="4705301"/>
            <a:ext cx="457200" cy="457200"/>
          </a:xfrm>
          <a:prstGeom prst="ellipse">
            <a:avLst/>
          </a:prstGeom>
          <a:ln w="19050">
            <a:solidFill>
              <a:srgbClr val="071B2C"/>
            </a:solidFill>
            <a:prstDash val="solid"/>
          </a:ln>
        </p:spPr>
        <p:txBody>
          <a:bodyPr>
            <a:noAutofit/>
          </a:bodyPr>
          <a:p/>
        </p:txBody>
      </p:sp>
      <p:sp>
        <p:nvSpPr>
          <p:cNvPr id="25" name="shape:025"/>
          <p:cNvSpPr/>
          <p:nvPr/>
        </p:nvSpPr>
        <p:spPr>
          <a:xfrm>
            <a:off x="8124625"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071B2C"/>
                </a:solidFill>
                <a:latin typeface="Yu Gothic" pitchFamily="34" charset="0"/>
                <a:ea typeface="Yu Gothic" pitchFamily="34" charset="-122"/>
                <a:cs typeface="Yu Gothic" pitchFamily="34" charset="-120"/>
              </a:rPr>
              <a:t>3</a:t>
            </a:r>
            <a:endParaRPr lang="en-US" sz="1400" dirty="0"/>
          </a:p>
        </p:txBody>
      </p:sp>
      <p:sp>
        <p:nvSpPr>
          <p:cNvPr id="26" name="shape:026"/>
          <p:cNvSpPr/>
          <p:nvPr/>
        </p:nvSpPr>
        <p:spPr>
          <a:xfrm>
            <a:off x="7164505"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071B2C"/>
                </a:solidFill>
                <a:latin typeface="Yu Gothic" pitchFamily="34" charset="0"/>
                <a:ea typeface="Yu Gothic" pitchFamily="34" charset="-122"/>
                <a:cs typeface="Yu Gothic" pitchFamily="34" charset="-120"/>
              </a:rPr>
              <a:t>見出し 4</a:t>
            </a:r>
            <a:endParaRPr lang="en-US" sz="1350" dirty="0"/>
          </a:p>
        </p:txBody>
      </p:sp>
      <p:sp>
        <p:nvSpPr>
          <p:cNvPr id="27" name="shape:027"/>
          <p:cNvSpPr/>
          <p:nvPr/>
        </p:nvSpPr>
        <p:spPr>
          <a:xfrm>
            <a:off x="7164505"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071B2C"/>
                </a:solidFill>
                <a:latin typeface="Yu Gothic" pitchFamily="34" charset="0"/>
                <a:ea typeface="Yu Gothic" pitchFamily="34" charset="-122"/>
                <a:cs typeface="Yu Gothic" pitchFamily="34" charset="-120"/>
              </a:rPr>
              <a:t>記載例3</a:t>
            </a:r>
            <a:endParaRPr lang="en-US" sz="1100" dirty="0"/>
          </a:p>
        </p:txBody>
      </p:sp>
      <p:sp>
        <p:nvSpPr>
          <p:cNvPr id="28" name="shape:028"/>
          <p:cNvSpPr/>
          <p:nvPr/>
        </p:nvSpPr>
        <p:spPr>
          <a:xfrm>
            <a:off x="3609870" y="4705301"/>
            <a:ext cx="457200" cy="457200"/>
          </a:xfrm>
          <a:prstGeom prst="ellipse">
            <a:avLst/>
          </a:prstGeom>
          <a:ln w="19050">
            <a:solidFill>
              <a:srgbClr val="071B2C"/>
            </a:solidFill>
            <a:prstDash val="solid"/>
          </a:ln>
        </p:spPr>
        <p:txBody>
          <a:bodyPr>
            <a:noAutofit/>
          </a:bodyPr>
          <a:p/>
        </p:txBody>
      </p:sp>
      <p:sp>
        <p:nvSpPr>
          <p:cNvPr id="29" name="shape:029"/>
          <p:cNvSpPr/>
          <p:nvPr/>
        </p:nvSpPr>
        <p:spPr>
          <a:xfrm>
            <a:off x="3609870"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071B2C"/>
                </a:solidFill>
                <a:latin typeface="Yu Gothic" pitchFamily="34" charset="0"/>
                <a:ea typeface="Yu Gothic" pitchFamily="34" charset="-122"/>
                <a:cs typeface="Yu Gothic" pitchFamily="34" charset="-120"/>
              </a:rPr>
              <a:t>4</a:t>
            </a:r>
            <a:endParaRPr lang="en-US" sz="1400" dirty="0"/>
          </a:p>
        </p:txBody>
      </p:sp>
      <p:sp>
        <p:nvSpPr>
          <p:cNvPr id="30" name="shape:030"/>
          <p:cNvSpPr/>
          <p:nvPr/>
        </p:nvSpPr>
        <p:spPr>
          <a:xfrm>
            <a:off x="2649750"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071B2C"/>
                </a:solidFill>
                <a:latin typeface="Yu Gothic" pitchFamily="34" charset="0"/>
                <a:ea typeface="Yu Gothic" pitchFamily="34" charset="-122"/>
                <a:cs typeface="Yu Gothic" pitchFamily="34" charset="-120"/>
              </a:rPr>
              <a:t>見出し 5</a:t>
            </a:r>
            <a:endParaRPr lang="en-US" sz="1350" dirty="0"/>
          </a:p>
        </p:txBody>
      </p:sp>
      <p:sp>
        <p:nvSpPr>
          <p:cNvPr id="31" name="shape:031"/>
          <p:cNvSpPr/>
          <p:nvPr/>
        </p:nvSpPr>
        <p:spPr>
          <a:xfrm>
            <a:off x="2649750"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071B2C"/>
                </a:solidFill>
                <a:latin typeface="Yu Gothic" pitchFamily="34" charset="0"/>
                <a:ea typeface="Yu Gothic" pitchFamily="34" charset="-122"/>
                <a:cs typeface="Yu Gothic" pitchFamily="34" charset="-120"/>
              </a:rPr>
              <a:t>記載例4</a:t>
            </a:r>
            <a:endParaRPr lang="en-US" sz="1100" dirty="0"/>
          </a:p>
        </p:txBody>
      </p:sp>
      <p:sp>
        <p:nvSpPr>
          <p:cNvPr id="32" name="shape:032"/>
          <p:cNvSpPr/>
          <p:nvPr/>
        </p:nvSpPr>
        <p:spPr>
          <a:xfrm>
            <a:off x="2214734" y="2916223"/>
            <a:ext cx="457200" cy="457200"/>
          </a:xfrm>
          <a:prstGeom prst="ellipse">
            <a:avLst/>
          </a:prstGeom>
          <a:ln w="19050">
            <a:solidFill>
              <a:srgbClr val="071B2C"/>
            </a:solidFill>
            <a:prstDash val="solid"/>
          </a:ln>
        </p:spPr>
        <p:txBody>
          <a:bodyPr>
            <a:noAutofit/>
          </a:bodyPr>
          <a:p/>
        </p:txBody>
      </p:sp>
      <p:sp>
        <p:nvSpPr>
          <p:cNvPr id="33" name="shape:033"/>
          <p:cNvSpPr/>
          <p:nvPr/>
        </p:nvSpPr>
        <p:spPr>
          <a:xfrm>
            <a:off x="2214734"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071B2C"/>
                </a:solidFill>
                <a:latin typeface="Yu Gothic" pitchFamily="34" charset="0"/>
                <a:ea typeface="Yu Gothic" pitchFamily="34" charset="-122"/>
                <a:cs typeface="Yu Gothic" pitchFamily="34" charset="-120"/>
              </a:rPr>
              <a:t>5</a:t>
            </a:r>
            <a:endParaRPr lang="en-US" sz="1400" dirty="0"/>
          </a:p>
        </p:txBody>
      </p:sp>
      <p:sp>
        <p:nvSpPr>
          <p:cNvPr id="34" name="shape:034"/>
          <p:cNvSpPr/>
          <p:nvPr/>
        </p:nvSpPr>
        <p:spPr>
          <a:xfrm>
            <a:off x="1254614"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071B2C"/>
                </a:solidFill>
                <a:latin typeface="Yu Gothic" pitchFamily="34" charset="0"/>
                <a:ea typeface="Yu Gothic" pitchFamily="34" charset="-122"/>
                <a:cs typeface="Yu Gothic" pitchFamily="34" charset="-120"/>
              </a:rPr>
              <a:t>見出し 6</a:t>
            </a:r>
            <a:endParaRPr lang="en-US" sz="1350" dirty="0"/>
          </a:p>
        </p:txBody>
      </p:sp>
      <p:sp>
        <p:nvSpPr>
          <p:cNvPr id="35" name="shape:035"/>
          <p:cNvSpPr/>
          <p:nvPr/>
        </p:nvSpPr>
        <p:spPr>
          <a:xfrm>
            <a:off x="1254614"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071B2C"/>
                </a:solidFill>
                <a:latin typeface="Yu Gothic" pitchFamily="34" charset="0"/>
                <a:ea typeface="Yu Gothic" pitchFamily="34" charset="-122"/>
                <a:cs typeface="Yu Gothic" pitchFamily="34" charset="-120"/>
              </a:rPr>
              <a:t>記載例5</a:t>
            </a:r>
            <a:endParaRPr lang="en-US" sz="1100" dirty="0"/>
          </a:p>
        </p:txBody>
      </p:sp>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m30</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矢羽の段階（全体像の見出し）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57</a:t>
            </a:r>
            <a:endParaRPr lang="en-US" sz="750" dirty="0"/>
          </a:p>
        </p:txBody>
      </p:sp>
      <p:sp>
        <p:nvSpPr>
          <p:cNvPr id="10" name="shape:010"/>
          <p:cNvSpPr/>
          <p:nvPr/>
        </p:nvSpPr>
        <p:spPr>
          <a:xfrm>
            <a:off x="576072" y="3177540"/>
            <a:ext cx="2527950" cy="1371600"/>
          </a:xfrm>
          <a:prstGeom prst="chevron">
            <a:avLst/>
          </a:prstGeom>
          <a:solidFill>
            <a:srgbClr val="E7F4F8"/>
          </a:solidFill>
          <a:ln/>
        </p:spPr>
        <p:txBody>
          <a:bodyPr>
            <a:noAutofit/>
          </a:bodyPr>
          <a:p/>
        </p:txBody>
      </p:sp>
      <p:sp>
        <p:nvSpPr>
          <p:cNvPr id="11" name="shape:011"/>
          <p:cNvSpPr/>
          <p:nvPr/>
        </p:nvSpPr>
        <p:spPr>
          <a:xfrm>
            <a:off x="850392" y="3662172"/>
            <a:ext cx="402336" cy="402336"/>
          </a:xfrm>
          <a:prstGeom prst="ellipse">
            <a:avLst/>
          </a:prstGeom>
          <a:solidFill>
            <a:srgbClr val="071B2C"/>
          </a:solidFill>
          <a:ln/>
        </p:spPr>
        <p:txBody>
          <a:bodyPr>
            <a:noAutofit/>
          </a:bodyPr>
          <a:p/>
        </p:txBody>
      </p:sp>
      <p:sp>
        <p:nvSpPr>
          <p:cNvPr id="12" name="shape:012"/>
          <p:cNvSpPr/>
          <p:nvPr/>
        </p:nvSpPr>
        <p:spPr>
          <a:xfrm>
            <a:off x="85039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13" name="shape:013"/>
          <p:cNvSpPr/>
          <p:nvPr/>
        </p:nvSpPr>
        <p:spPr>
          <a:xfrm>
            <a:off x="135331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071B2C"/>
                </a:solidFill>
                <a:latin typeface="Yu Gothic" pitchFamily="34" charset="0"/>
                <a:ea typeface="Yu Gothic" pitchFamily="34" charset="-122"/>
                <a:cs typeface="Yu Gothic" pitchFamily="34" charset="-120"/>
              </a:rPr>
              <a:t>見出し 2</a:t>
            </a:r>
            <a:endParaRPr lang="en-US" sz="1300" dirty="0"/>
          </a:p>
        </p:txBody>
      </p:sp>
      <p:sp>
        <p:nvSpPr>
          <p:cNvPr id="14" name="shape:014"/>
          <p:cNvSpPr/>
          <p:nvPr/>
        </p:nvSpPr>
        <p:spPr>
          <a:xfrm>
            <a:off x="135331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記載例1</a:t>
            </a:r>
            <a:endParaRPr lang="en-US" sz="1050" dirty="0"/>
          </a:p>
        </p:txBody>
      </p:sp>
      <p:sp>
        <p:nvSpPr>
          <p:cNvPr id="15" name="shape:015"/>
          <p:cNvSpPr/>
          <p:nvPr/>
        </p:nvSpPr>
        <p:spPr>
          <a:xfrm>
            <a:off x="2783982" y="3177540"/>
            <a:ext cx="2527950" cy="1371600"/>
          </a:xfrm>
          <a:prstGeom prst="chevron">
            <a:avLst/>
          </a:prstGeom>
          <a:solidFill>
            <a:srgbClr val="E7F4F8"/>
          </a:solidFill>
          <a:ln/>
        </p:spPr>
        <p:txBody>
          <a:bodyPr>
            <a:noAutofit/>
          </a:bodyPr>
          <a:p/>
        </p:txBody>
      </p:sp>
      <p:sp>
        <p:nvSpPr>
          <p:cNvPr id="16" name="shape:016"/>
          <p:cNvSpPr/>
          <p:nvPr/>
        </p:nvSpPr>
        <p:spPr>
          <a:xfrm>
            <a:off x="3058302" y="3662172"/>
            <a:ext cx="402336" cy="402336"/>
          </a:xfrm>
          <a:prstGeom prst="ellipse">
            <a:avLst/>
          </a:prstGeom>
          <a:solidFill>
            <a:srgbClr val="071B2C"/>
          </a:solidFill>
          <a:ln/>
        </p:spPr>
        <p:txBody>
          <a:bodyPr>
            <a:noAutofit/>
          </a:bodyPr>
          <a:p/>
        </p:txBody>
      </p:sp>
      <p:sp>
        <p:nvSpPr>
          <p:cNvPr id="17" name="shape:017"/>
          <p:cNvSpPr/>
          <p:nvPr/>
        </p:nvSpPr>
        <p:spPr>
          <a:xfrm>
            <a:off x="305830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8" name="shape:018"/>
          <p:cNvSpPr/>
          <p:nvPr/>
        </p:nvSpPr>
        <p:spPr>
          <a:xfrm>
            <a:off x="356122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071B2C"/>
                </a:solidFill>
                <a:latin typeface="Yu Gothic" pitchFamily="34" charset="0"/>
                <a:ea typeface="Yu Gothic" pitchFamily="34" charset="-122"/>
                <a:cs typeface="Yu Gothic" pitchFamily="34" charset="-120"/>
              </a:rPr>
              <a:t>見出し 3</a:t>
            </a:r>
            <a:endParaRPr lang="en-US" sz="1300" dirty="0"/>
          </a:p>
        </p:txBody>
      </p:sp>
      <p:sp>
        <p:nvSpPr>
          <p:cNvPr id="19" name="shape:019"/>
          <p:cNvSpPr/>
          <p:nvPr/>
        </p:nvSpPr>
        <p:spPr>
          <a:xfrm>
            <a:off x="356122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記載例2</a:t>
            </a:r>
            <a:endParaRPr lang="en-US" sz="1050" dirty="0"/>
          </a:p>
        </p:txBody>
      </p:sp>
      <p:sp>
        <p:nvSpPr>
          <p:cNvPr id="20" name="shape:020"/>
          <p:cNvSpPr/>
          <p:nvPr/>
        </p:nvSpPr>
        <p:spPr>
          <a:xfrm>
            <a:off x="4991892" y="3177540"/>
            <a:ext cx="2527950" cy="1371600"/>
          </a:xfrm>
          <a:prstGeom prst="chevron">
            <a:avLst/>
          </a:prstGeom>
          <a:solidFill>
            <a:srgbClr val="E7F4F8"/>
          </a:solidFill>
          <a:ln/>
        </p:spPr>
        <p:txBody>
          <a:bodyPr>
            <a:noAutofit/>
          </a:bodyPr>
          <a:p/>
        </p:txBody>
      </p:sp>
      <p:sp>
        <p:nvSpPr>
          <p:cNvPr id="21" name="shape:021"/>
          <p:cNvSpPr/>
          <p:nvPr/>
        </p:nvSpPr>
        <p:spPr>
          <a:xfrm>
            <a:off x="5266212" y="3662172"/>
            <a:ext cx="402336" cy="402336"/>
          </a:xfrm>
          <a:prstGeom prst="ellipse">
            <a:avLst/>
          </a:prstGeom>
          <a:solidFill>
            <a:srgbClr val="071B2C"/>
          </a:solidFill>
          <a:ln/>
        </p:spPr>
        <p:txBody>
          <a:bodyPr>
            <a:noAutofit/>
          </a:bodyPr>
          <a:p/>
        </p:txBody>
      </p:sp>
      <p:sp>
        <p:nvSpPr>
          <p:cNvPr id="22" name="shape:022"/>
          <p:cNvSpPr/>
          <p:nvPr/>
        </p:nvSpPr>
        <p:spPr>
          <a:xfrm>
            <a:off x="526621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23" name="shape:023"/>
          <p:cNvSpPr/>
          <p:nvPr/>
        </p:nvSpPr>
        <p:spPr>
          <a:xfrm>
            <a:off x="576913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071B2C"/>
                </a:solidFill>
                <a:latin typeface="Yu Gothic" pitchFamily="34" charset="0"/>
                <a:ea typeface="Yu Gothic" pitchFamily="34" charset="-122"/>
                <a:cs typeface="Yu Gothic" pitchFamily="34" charset="-120"/>
              </a:rPr>
              <a:t>見出し 4</a:t>
            </a:r>
            <a:endParaRPr lang="en-US" sz="1300" dirty="0"/>
          </a:p>
        </p:txBody>
      </p:sp>
      <p:sp>
        <p:nvSpPr>
          <p:cNvPr id="24" name="shape:024"/>
          <p:cNvSpPr/>
          <p:nvPr/>
        </p:nvSpPr>
        <p:spPr>
          <a:xfrm>
            <a:off x="576913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記載例3</a:t>
            </a:r>
            <a:endParaRPr lang="en-US" sz="1050" dirty="0"/>
          </a:p>
        </p:txBody>
      </p:sp>
      <p:sp>
        <p:nvSpPr>
          <p:cNvPr id="25" name="shape:025"/>
          <p:cNvSpPr/>
          <p:nvPr/>
        </p:nvSpPr>
        <p:spPr>
          <a:xfrm>
            <a:off x="7199803" y="3177540"/>
            <a:ext cx="2527950" cy="1371600"/>
          </a:xfrm>
          <a:prstGeom prst="chevron">
            <a:avLst/>
          </a:prstGeom>
          <a:solidFill>
            <a:srgbClr val="E7F4F8"/>
          </a:solidFill>
          <a:ln/>
        </p:spPr>
        <p:txBody>
          <a:bodyPr>
            <a:noAutofit/>
          </a:bodyPr>
          <a:p/>
        </p:txBody>
      </p:sp>
      <p:sp>
        <p:nvSpPr>
          <p:cNvPr id="26" name="shape:026"/>
          <p:cNvSpPr/>
          <p:nvPr/>
        </p:nvSpPr>
        <p:spPr>
          <a:xfrm>
            <a:off x="7474123" y="3662172"/>
            <a:ext cx="402336" cy="402336"/>
          </a:xfrm>
          <a:prstGeom prst="ellipse">
            <a:avLst/>
          </a:prstGeom>
          <a:solidFill>
            <a:srgbClr val="071B2C"/>
          </a:solidFill>
          <a:ln/>
        </p:spPr>
        <p:txBody>
          <a:bodyPr>
            <a:noAutofit/>
          </a:bodyPr>
          <a:p/>
        </p:txBody>
      </p:sp>
      <p:sp>
        <p:nvSpPr>
          <p:cNvPr id="27" name="shape:027"/>
          <p:cNvSpPr/>
          <p:nvPr/>
        </p:nvSpPr>
        <p:spPr>
          <a:xfrm>
            <a:off x="747412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28" name="shape:028"/>
          <p:cNvSpPr/>
          <p:nvPr/>
        </p:nvSpPr>
        <p:spPr>
          <a:xfrm>
            <a:off x="797704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071B2C"/>
                </a:solidFill>
                <a:latin typeface="Yu Gothic" pitchFamily="34" charset="0"/>
                <a:ea typeface="Yu Gothic" pitchFamily="34" charset="-122"/>
                <a:cs typeface="Yu Gothic" pitchFamily="34" charset="-120"/>
              </a:rPr>
              <a:t>見出し 5</a:t>
            </a:r>
            <a:endParaRPr lang="en-US" sz="1300" dirty="0"/>
          </a:p>
        </p:txBody>
      </p:sp>
      <p:sp>
        <p:nvSpPr>
          <p:cNvPr id="29" name="shape:029"/>
          <p:cNvSpPr/>
          <p:nvPr/>
        </p:nvSpPr>
        <p:spPr>
          <a:xfrm>
            <a:off x="797704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記載例4</a:t>
            </a:r>
            <a:endParaRPr lang="en-US" sz="1050" dirty="0"/>
          </a:p>
        </p:txBody>
      </p:sp>
      <p:sp>
        <p:nvSpPr>
          <p:cNvPr id="30" name="shape:030"/>
          <p:cNvSpPr/>
          <p:nvPr/>
        </p:nvSpPr>
        <p:spPr>
          <a:xfrm>
            <a:off x="9407713" y="3177540"/>
            <a:ext cx="2527950" cy="1371600"/>
          </a:xfrm>
          <a:prstGeom prst="chevron">
            <a:avLst/>
          </a:prstGeom>
          <a:solidFill>
            <a:srgbClr val="E7F4F8"/>
          </a:solidFill>
          <a:ln/>
        </p:spPr>
        <p:txBody>
          <a:bodyPr>
            <a:noAutofit/>
          </a:bodyPr>
          <a:p/>
        </p:txBody>
      </p:sp>
      <p:sp>
        <p:nvSpPr>
          <p:cNvPr id="31" name="shape:031"/>
          <p:cNvSpPr/>
          <p:nvPr/>
        </p:nvSpPr>
        <p:spPr>
          <a:xfrm>
            <a:off x="9682033" y="3662172"/>
            <a:ext cx="402336" cy="402336"/>
          </a:xfrm>
          <a:prstGeom prst="ellipse">
            <a:avLst/>
          </a:prstGeom>
          <a:solidFill>
            <a:srgbClr val="071B2C"/>
          </a:solidFill>
          <a:ln/>
        </p:spPr>
        <p:txBody>
          <a:bodyPr>
            <a:noAutofit/>
          </a:bodyPr>
          <a:p/>
        </p:txBody>
      </p:sp>
      <p:sp>
        <p:nvSpPr>
          <p:cNvPr id="32" name="shape:032"/>
          <p:cNvSpPr/>
          <p:nvPr/>
        </p:nvSpPr>
        <p:spPr>
          <a:xfrm>
            <a:off x="968203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33" name="shape:033"/>
          <p:cNvSpPr/>
          <p:nvPr/>
        </p:nvSpPr>
        <p:spPr>
          <a:xfrm>
            <a:off x="1018495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071B2C"/>
                </a:solidFill>
                <a:latin typeface="Yu Gothic" pitchFamily="34" charset="0"/>
                <a:ea typeface="Yu Gothic" pitchFamily="34" charset="-122"/>
                <a:cs typeface="Yu Gothic" pitchFamily="34" charset="-120"/>
              </a:rPr>
              <a:t>見出し 6</a:t>
            </a:r>
            <a:endParaRPr lang="en-US" sz="1300" dirty="0"/>
          </a:p>
        </p:txBody>
      </p:sp>
      <p:sp>
        <p:nvSpPr>
          <p:cNvPr id="34" name="shape:034"/>
          <p:cNvSpPr/>
          <p:nvPr/>
        </p:nvSpPr>
        <p:spPr>
          <a:xfrm>
            <a:off x="1018495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記載例5</a:t>
            </a:r>
            <a:endParaRPr lang="en-US" sz="1050" dirty="0"/>
          </a:p>
        </p:txBody>
      </p:sp>
      <p:sp>
        <p:nvSpPr>
          <p:cNvPr id="3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m31</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バリューチェーン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58</a:t>
            </a:r>
            <a:endParaRPr lang="en-US" sz="750" dirty="0"/>
          </a:p>
        </p:txBody>
      </p:sp>
      <p:sp>
        <p:nvSpPr>
          <p:cNvPr id="10" name="shape:010"/>
          <p:cNvSpPr/>
          <p:nvPr/>
        </p:nvSpPr>
        <p:spPr>
          <a:xfrm>
            <a:off x="576072" y="1874520"/>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666B70"/>
                </a:solidFill>
                <a:latin typeface="Yu Gothic" pitchFamily="34" charset="0"/>
                <a:ea typeface="Yu Gothic" pitchFamily="34" charset="-122"/>
                <a:cs typeface="Yu Gothic" pitchFamily="34" charset="-120"/>
              </a:rPr>
              <a:t>項目1</a:t>
            </a:r>
            <a:endParaRPr lang="en-US" sz="1150" dirty="0"/>
          </a:p>
        </p:txBody>
      </p:sp>
      <p:sp>
        <p:nvSpPr>
          <p:cNvPr id="11" name="shape:011"/>
          <p:cNvSpPr/>
          <p:nvPr/>
        </p:nvSpPr>
        <p:spPr>
          <a:xfrm>
            <a:off x="576072" y="2185416"/>
            <a:ext cx="1733833" cy="411480"/>
          </a:xfrm>
          <a:prstGeom prst="homePlate">
            <a:avLst/>
          </a:prstGeom>
          <a:solidFill>
            <a:srgbClr val="071B2C"/>
          </a:solidFill>
          <a:ln/>
        </p:spPr>
        <p:txBody>
          <a:bodyPr>
            <a:noAutofit/>
          </a:bodyPr>
          <a:p/>
        </p:txBody>
      </p:sp>
      <p:sp>
        <p:nvSpPr>
          <p:cNvPr id="12" name="shape:012"/>
          <p:cNvSpPr/>
          <p:nvPr/>
        </p:nvSpPr>
        <p:spPr>
          <a:xfrm>
            <a:off x="685800"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項目2</a:t>
            </a:r>
            <a:endParaRPr lang="en-US" sz="1050" dirty="0"/>
          </a:p>
        </p:txBody>
      </p:sp>
      <p:sp>
        <p:nvSpPr>
          <p:cNvPr id="13" name="shape:013"/>
          <p:cNvSpPr/>
          <p:nvPr/>
        </p:nvSpPr>
        <p:spPr>
          <a:xfrm>
            <a:off x="2127025" y="2185416"/>
            <a:ext cx="1733833" cy="411480"/>
          </a:xfrm>
          <a:prstGeom prst="chevron">
            <a:avLst/>
          </a:prstGeom>
          <a:solidFill>
            <a:srgbClr val="071B2C"/>
          </a:solidFill>
          <a:ln/>
        </p:spPr>
        <p:txBody>
          <a:bodyPr>
            <a:noAutofit/>
          </a:bodyPr>
          <a:p/>
        </p:txBody>
      </p:sp>
      <p:sp>
        <p:nvSpPr>
          <p:cNvPr id="14" name="shape:014"/>
          <p:cNvSpPr/>
          <p:nvPr/>
        </p:nvSpPr>
        <p:spPr>
          <a:xfrm>
            <a:off x="2236753"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項目3</a:t>
            </a:r>
            <a:endParaRPr lang="en-US" sz="1050" dirty="0"/>
          </a:p>
        </p:txBody>
      </p:sp>
      <p:sp>
        <p:nvSpPr>
          <p:cNvPr id="15" name="shape:015"/>
          <p:cNvSpPr/>
          <p:nvPr/>
        </p:nvSpPr>
        <p:spPr>
          <a:xfrm>
            <a:off x="3677978" y="2185416"/>
            <a:ext cx="1733833" cy="411480"/>
          </a:xfrm>
          <a:prstGeom prst="chevron">
            <a:avLst/>
          </a:prstGeom>
          <a:solidFill>
            <a:srgbClr val="071B2C"/>
          </a:solidFill>
          <a:ln/>
        </p:spPr>
        <p:txBody>
          <a:bodyPr>
            <a:noAutofit/>
          </a:bodyPr>
          <a:p/>
        </p:txBody>
      </p:sp>
      <p:sp>
        <p:nvSpPr>
          <p:cNvPr id="16" name="shape:016"/>
          <p:cNvSpPr/>
          <p:nvPr/>
        </p:nvSpPr>
        <p:spPr>
          <a:xfrm>
            <a:off x="3787706"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項目4</a:t>
            </a:r>
            <a:endParaRPr lang="en-US" sz="1050" dirty="0"/>
          </a:p>
        </p:txBody>
      </p:sp>
      <p:sp>
        <p:nvSpPr>
          <p:cNvPr id="17" name="shape:017"/>
          <p:cNvSpPr/>
          <p:nvPr/>
        </p:nvSpPr>
        <p:spPr>
          <a:xfrm>
            <a:off x="5228931" y="2185416"/>
            <a:ext cx="1733833" cy="411480"/>
          </a:xfrm>
          <a:prstGeom prst="chevron">
            <a:avLst/>
          </a:prstGeom>
          <a:solidFill>
            <a:srgbClr val="071B2C"/>
          </a:solidFill>
          <a:ln/>
        </p:spPr>
        <p:txBody>
          <a:bodyPr>
            <a:noAutofit/>
          </a:bodyPr>
          <a:p/>
        </p:txBody>
      </p:sp>
      <p:sp>
        <p:nvSpPr>
          <p:cNvPr id="18" name="shape:018"/>
          <p:cNvSpPr/>
          <p:nvPr/>
        </p:nvSpPr>
        <p:spPr>
          <a:xfrm>
            <a:off x="5338659"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項目5</a:t>
            </a:r>
            <a:endParaRPr lang="en-US" sz="1050" dirty="0"/>
          </a:p>
        </p:txBody>
      </p:sp>
      <p:sp>
        <p:nvSpPr>
          <p:cNvPr id="19" name="shape:019"/>
          <p:cNvSpPr/>
          <p:nvPr/>
        </p:nvSpPr>
        <p:spPr>
          <a:xfrm>
            <a:off x="6779884" y="2185416"/>
            <a:ext cx="1733833" cy="411480"/>
          </a:xfrm>
          <a:prstGeom prst="chevron">
            <a:avLst/>
          </a:prstGeom>
          <a:solidFill>
            <a:srgbClr val="071B2C"/>
          </a:solidFill>
          <a:ln/>
        </p:spPr>
        <p:txBody>
          <a:bodyPr>
            <a:noAutofit/>
          </a:bodyPr>
          <a:p/>
        </p:txBody>
      </p:sp>
      <p:sp>
        <p:nvSpPr>
          <p:cNvPr id="20" name="shape:020"/>
          <p:cNvSpPr/>
          <p:nvPr/>
        </p:nvSpPr>
        <p:spPr>
          <a:xfrm>
            <a:off x="6889612"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項目6</a:t>
            </a:r>
            <a:endParaRPr lang="en-US" sz="1050" dirty="0"/>
          </a:p>
        </p:txBody>
      </p:sp>
      <p:sp>
        <p:nvSpPr>
          <p:cNvPr id="21" name="shape:021"/>
          <p:cNvSpPr/>
          <p:nvPr/>
        </p:nvSpPr>
        <p:spPr>
          <a:xfrm>
            <a:off x="8330837" y="2185416"/>
            <a:ext cx="1733833" cy="411480"/>
          </a:xfrm>
          <a:prstGeom prst="chevron">
            <a:avLst/>
          </a:prstGeom>
          <a:solidFill>
            <a:srgbClr val="071B2C"/>
          </a:solidFill>
          <a:ln/>
        </p:spPr>
        <p:txBody>
          <a:bodyPr>
            <a:noAutofit/>
          </a:bodyPr>
          <a:p/>
        </p:txBody>
      </p:sp>
      <p:sp>
        <p:nvSpPr>
          <p:cNvPr id="22" name="shape:022"/>
          <p:cNvSpPr/>
          <p:nvPr/>
        </p:nvSpPr>
        <p:spPr>
          <a:xfrm>
            <a:off x="8440565"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項目7</a:t>
            </a:r>
            <a:endParaRPr lang="en-US" sz="1050" dirty="0"/>
          </a:p>
        </p:txBody>
      </p:sp>
      <p:sp>
        <p:nvSpPr>
          <p:cNvPr id="23" name="shape:023"/>
          <p:cNvSpPr/>
          <p:nvPr/>
        </p:nvSpPr>
        <p:spPr>
          <a:xfrm>
            <a:off x="9881790" y="2185416"/>
            <a:ext cx="1733833" cy="411480"/>
          </a:xfrm>
          <a:prstGeom prst="chevron">
            <a:avLst/>
          </a:prstGeom>
          <a:solidFill>
            <a:srgbClr val="071B2C"/>
          </a:solidFill>
          <a:ln/>
        </p:spPr>
        <p:txBody>
          <a:bodyPr>
            <a:noAutofit/>
          </a:bodyPr>
          <a:p/>
        </p:txBody>
      </p:sp>
      <p:sp>
        <p:nvSpPr>
          <p:cNvPr id="24" name="shape:024"/>
          <p:cNvSpPr/>
          <p:nvPr/>
        </p:nvSpPr>
        <p:spPr>
          <a:xfrm>
            <a:off x="9991518"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項目8</a:t>
            </a:r>
            <a:endParaRPr lang="en-US" sz="1050" dirty="0"/>
          </a:p>
        </p:txBody>
      </p:sp>
      <p:sp>
        <p:nvSpPr>
          <p:cNvPr id="25" name="shape:025"/>
          <p:cNvSpPr/>
          <p:nvPr/>
        </p:nvSpPr>
        <p:spPr>
          <a:xfrm>
            <a:off x="59436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a:t>
            </a:r>
            <a:endParaRPr lang="en-US" sz="1000" dirty="0"/>
          </a:p>
        </p:txBody>
      </p:sp>
      <p:sp>
        <p:nvSpPr>
          <p:cNvPr id="26" name="shape:026"/>
          <p:cNvSpPr/>
          <p:nvPr/>
        </p:nvSpPr>
        <p:spPr>
          <a:xfrm>
            <a:off x="2145313" y="2724912"/>
            <a:ext cx="0" cy="1033272"/>
          </a:xfrm>
          <a:prstGeom prst="line">
            <a:avLst/>
          </a:prstGeom>
          <a:noFill/>
          <a:ln w="6350">
            <a:solidFill>
              <a:srgbClr val="D9DCDF"/>
            </a:solidFill>
            <a:prstDash val="solid"/>
          </a:ln>
        </p:spPr>
        <p:txBody>
          <a:bodyPr>
            <a:noAutofit/>
          </a:bodyPr>
          <a:p/>
        </p:txBody>
      </p:sp>
      <p:sp>
        <p:nvSpPr>
          <p:cNvPr id="27" name="shape:027"/>
          <p:cNvSpPr/>
          <p:nvPr/>
        </p:nvSpPr>
        <p:spPr>
          <a:xfrm>
            <a:off x="2255041"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記載例2</a:t>
            </a:r>
            <a:endParaRPr lang="en-US" sz="1000" dirty="0"/>
          </a:p>
        </p:txBody>
      </p:sp>
      <p:sp>
        <p:nvSpPr>
          <p:cNvPr id="28" name="shape:028"/>
          <p:cNvSpPr/>
          <p:nvPr/>
        </p:nvSpPr>
        <p:spPr>
          <a:xfrm>
            <a:off x="3696266" y="2724912"/>
            <a:ext cx="0" cy="1033272"/>
          </a:xfrm>
          <a:prstGeom prst="line">
            <a:avLst/>
          </a:prstGeom>
          <a:noFill/>
          <a:ln w="6350">
            <a:solidFill>
              <a:srgbClr val="D9DCDF"/>
            </a:solidFill>
            <a:prstDash val="solid"/>
          </a:ln>
        </p:spPr>
        <p:txBody>
          <a:bodyPr>
            <a:noAutofit/>
          </a:bodyPr>
          <a:p/>
        </p:txBody>
      </p:sp>
      <p:sp>
        <p:nvSpPr>
          <p:cNvPr id="29" name="shape:029"/>
          <p:cNvSpPr/>
          <p:nvPr/>
        </p:nvSpPr>
        <p:spPr>
          <a:xfrm>
            <a:off x="3805994"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記載例3</a:t>
            </a:r>
            <a:endParaRPr lang="en-US" sz="1000" dirty="0"/>
          </a:p>
        </p:txBody>
      </p:sp>
      <p:sp>
        <p:nvSpPr>
          <p:cNvPr id="30" name="shape:030"/>
          <p:cNvSpPr/>
          <p:nvPr/>
        </p:nvSpPr>
        <p:spPr>
          <a:xfrm>
            <a:off x="5247219" y="2724912"/>
            <a:ext cx="0" cy="1033272"/>
          </a:xfrm>
          <a:prstGeom prst="line">
            <a:avLst/>
          </a:prstGeom>
          <a:noFill/>
          <a:ln w="6350">
            <a:solidFill>
              <a:srgbClr val="D9DCDF"/>
            </a:solidFill>
            <a:prstDash val="solid"/>
          </a:ln>
        </p:spPr>
        <p:txBody>
          <a:bodyPr>
            <a:noAutofit/>
          </a:bodyPr>
          <a:p/>
        </p:txBody>
      </p:sp>
      <p:sp>
        <p:nvSpPr>
          <p:cNvPr id="31" name="shape:031"/>
          <p:cNvSpPr/>
          <p:nvPr/>
        </p:nvSpPr>
        <p:spPr>
          <a:xfrm>
            <a:off x="5356947"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記載例4</a:t>
            </a:r>
            <a:endParaRPr lang="en-US" sz="1000" dirty="0"/>
          </a:p>
        </p:txBody>
      </p:sp>
      <p:sp>
        <p:nvSpPr>
          <p:cNvPr id="32" name="shape:032"/>
          <p:cNvSpPr/>
          <p:nvPr/>
        </p:nvSpPr>
        <p:spPr>
          <a:xfrm>
            <a:off x="6798172" y="2724912"/>
            <a:ext cx="0" cy="1033272"/>
          </a:xfrm>
          <a:prstGeom prst="line">
            <a:avLst/>
          </a:prstGeom>
          <a:noFill/>
          <a:ln w="6350">
            <a:solidFill>
              <a:srgbClr val="D9DCDF"/>
            </a:solidFill>
            <a:prstDash val="solid"/>
          </a:ln>
        </p:spPr>
        <p:txBody>
          <a:bodyPr>
            <a:noAutofit/>
          </a:bodyPr>
          <a:p/>
        </p:txBody>
      </p:sp>
      <p:sp>
        <p:nvSpPr>
          <p:cNvPr id="33" name="shape:033"/>
          <p:cNvSpPr/>
          <p:nvPr/>
        </p:nvSpPr>
        <p:spPr>
          <a:xfrm>
            <a:off x="690790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記載例5</a:t>
            </a:r>
            <a:endParaRPr lang="en-US" sz="1000" dirty="0"/>
          </a:p>
        </p:txBody>
      </p:sp>
      <p:sp>
        <p:nvSpPr>
          <p:cNvPr id="34" name="shape:034"/>
          <p:cNvSpPr/>
          <p:nvPr/>
        </p:nvSpPr>
        <p:spPr>
          <a:xfrm>
            <a:off x="8349125" y="2724912"/>
            <a:ext cx="0" cy="1033272"/>
          </a:xfrm>
          <a:prstGeom prst="line">
            <a:avLst/>
          </a:prstGeom>
          <a:noFill/>
          <a:ln w="6350">
            <a:solidFill>
              <a:srgbClr val="D9DCDF"/>
            </a:solidFill>
            <a:prstDash val="solid"/>
          </a:ln>
        </p:spPr>
        <p:txBody>
          <a:bodyPr>
            <a:noAutofit/>
          </a:bodyPr>
          <a:p/>
        </p:txBody>
      </p:sp>
      <p:sp>
        <p:nvSpPr>
          <p:cNvPr id="35" name="shape:035"/>
          <p:cNvSpPr/>
          <p:nvPr/>
        </p:nvSpPr>
        <p:spPr>
          <a:xfrm>
            <a:off x="8458853"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記載例6</a:t>
            </a:r>
            <a:endParaRPr lang="en-US" sz="1000" dirty="0"/>
          </a:p>
        </p:txBody>
      </p:sp>
      <p:sp>
        <p:nvSpPr>
          <p:cNvPr id="36" name="shape:036"/>
          <p:cNvSpPr/>
          <p:nvPr/>
        </p:nvSpPr>
        <p:spPr>
          <a:xfrm>
            <a:off x="9900078" y="2724912"/>
            <a:ext cx="0" cy="1033272"/>
          </a:xfrm>
          <a:prstGeom prst="line">
            <a:avLst/>
          </a:prstGeom>
          <a:noFill/>
          <a:ln w="6350">
            <a:solidFill>
              <a:srgbClr val="D9DCDF"/>
            </a:solidFill>
            <a:prstDash val="solid"/>
          </a:ln>
        </p:spPr>
        <p:txBody>
          <a:bodyPr>
            <a:noAutofit/>
          </a:bodyPr>
          <a:p/>
        </p:txBody>
      </p:sp>
      <p:sp>
        <p:nvSpPr>
          <p:cNvPr id="37" name="shape:037"/>
          <p:cNvSpPr/>
          <p:nvPr/>
        </p:nvSpPr>
        <p:spPr>
          <a:xfrm>
            <a:off x="10009806"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記載例7</a:t>
            </a:r>
            <a:endParaRPr lang="en-US" sz="1000" dirty="0"/>
          </a:p>
        </p:txBody>
      </p:sp>
      <p:sp>
        <p:nvSpPr>
          <p:cNvPr id="38" name="shape:038"/>
          <p:cNvSpPr/>
          <p:nvPr/>
        </p:nvSpPr>
        <p:spPr>
          <a:xfrm>
            <a:off x="576072" y="4041648"/>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666B70"/>
                </a:solidFill>
                <a:latin typeface="Yu Gothic" pitchFamily="34" charset="0"/>
                <a:ea typeface="Yu Gothic" pitchFamily="34" charset="-122"/>
                <a:cs typeface="Yu Gothic" pitchFamily="34" charset="-120"/>
              </a:rPr>
              <a:t>項目9</a:t>
            </a:r>
            <a:endParaRPr lang="en-US" sz="1150" dirty="0"/>
          </a:p>
        </p:txBody>
      </p:sp>
      <p:sp>
        <p:nvSpPr>
          <p:cNvPr id="39" name="shape:039"/>
          <p:cNvSpPr/>
          <p:nvPr/>
        </p:nvSpPr>
        <p:spPr>
          <a:xfrm>
            <a:off x="576072" y="4352544"/>
            <a:ext cx="1733833" cy="411480"/>
          </a:xfrm>
          <a:prstGeom prst="homePlate">
            <a:avLst/>
          </a:prstGeom>
          <a:solidFill>
            <a:srgbClr val="79C8DC"/>
          </a:solidFill>
          <a:ln/>
        </p:spPr>
        <p:txBody>
          <a:bodyPr>
            <a:noAutofit/>
          </a:bodyPr>
          <a:p/>
        </p:txBody>
      </p:sp>
      <p:sp>
        <p:nvSpPr>
          <p:cNvPr id="40" name="shape:040"/>
          <p:cNvSpPr/>
          <p:nvPr/>
        </p:nvSpPr>
        <p:spPr>
          <a:xfrm>
            <a:off x="685800"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項目10</a:t>
            </a:r>
            <a:endParaRPr lang="en-US" sz="1050" dirty="0"/>
          </a:p>
        </p:txBody>
      </p:sp>
      <p:sp>
        <p:nvSpPr>
          <p:cNvPr id="41" name="shape:041"/>
          <p:cNvSpPr/>
          <p:nvPr/>
        </p:nvSpPr>
        <p:spPr>
          <a:xfrm>
            <a:off x="2127025" y="4352544"/>
            <a:ext cx="1733833" cy="411480"/>
          </a:xfrm>
          <a:prstGeom prst="chevron">
            <a:avLst/>
          </a:prstGeom>
          <a:solidFill>
            <a:srgbClr val="79C8DC"/>
          </a:solidFill>
          <a:ln/>
        </p:spPr>
        <p:txBody>
          <a:bodyPr>
            <a:noAutofit/>
          </a:bodyPr>
          <a:p/>
        </p:txBody>
      </p:sp>
      <p:sp>
        <p:nvSpPr>
          <p:cNvPr id="42" name="shape:042"/>
          <p:cNvSpPr/>
          <p:nvPr/>
        </p:nvSpPr>
        <p:spPr>
          <a:xfrm>
            <a:off x="2236753"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項目11</a:t>
            </a:r>
            <a:endParaRPr lang="en-US" sz="1050" dirty="0"/>
          </a:p>
        </p:txBody>
      </p:sp>
      <p:sp>
        <p:nvSpPr>
          <p:cNvPr id="43" name="shape:043"/>
          <p:cNvSpPr/>
          <p:nvPr/>
        </p:nvSpPr>
        <p:spPr>
          <a:xfrm>
            <a:off x="3677978" y="4352544"/>
            <a:ext cx="1733833" cy="411480"/>
          </a:xfrm>
          <a:prstGeom prst="chevron">
            <a:avLst/>
          </a:prstGeom>
          <a:solidFill>
            <a:srgbClr val="79C8DC"/>
          </a:solidFill>
          <a:ln/>
        </p:spPr>
        <p:txBody>
          <a:bodyPr>
            <a:noAutofit/>
          </a:bodyPr>
          <a:p/>
        </p:txBody>
      </p:sp>
      <p:sp>
        <p:nvSpPr>
          <p:cNvPr id="44" name="shape:044"/>
          <p:cNvSpPr/>
          <p:nvPr/>
        </p:nvSpPr>
        <p:spPr>
          <a:xfrm>
            <a:off x="3787706"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項目12</a:t>
            </a:r>
            <a:endParaRPr lang="en-US" sz="1050" dirty="0"/>
          </a:p>
        </p:txBody>
      </p:sp>
      <p:sp>
        <p:nvSpPr>
          <p:cNvPr id="45" name="shape:045"/>
          <p:cNvSpPr/>
          <p:nvPr/>
        </p:nvSpPr>
        <p:spPr>
          <a:xfrm>
            <a:off x="5228931" y="4352544"/>
            <a:ext cx="1733833" cy="411480"/>
          </a:xfrm>
          <a:prstGeom prst="chevron">
            <a:avLst/>
          </a:prstGeom>
          <a:solidFill>
            <a:srgbClr val="79C8DC"/>
          </a:solidFill>
          <a:ln/>
        </p:spPr>
        <p:txBody>
          <a:bodyPr>
            <a:noAutofit/>
          </a:bodyPr>
          <a:p/>
        </p:txBody>
      </p:sp>
      <p:sp>
        <p:nvSpPr>
          <p:cNvPr id="46" name="shape:046"/>
          <p:cNvSpPr/>
          <p:nvPr/>
        </p:nvSpPr>
        <p:spPr>
          <a:xfrm>
            <a:off x="5338659"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項目13</a:t>
            </a:r>
            <a:endParaRPr lang="en-US" sz="1050" dirty="0"/>
          </a:p>
        </p:txBody>
      </p:sp>
      <p:sp>
        <p:nvSpPr>
          <p:cNvPr id="47" name="shape:047"/>
          <p:cNvSpPr/>
          <p:nvPr/>
        </p:nvSpPr>
        <p:spPr>
          <a:xfrm>
            <a:off x="6779884" y="4352544"/>
            <a:ext cx="1733833" cy="411480"/>
          </a:xfrm>
          <a:prstGeom prst="chevron">
            <a:avLst/>
          </a:prstGeom>
          <a:solidFill>
            <a:srgbClr val="79C8DC"/>
          </a:solidFill>
          <a:ln/>
        </p:spPr>
        <p:txBody>
          <a:bodyPr>
            <a:noAutofit/>
          </a:bodyPr>
          <a:p/>
        </p:txBody>
      </p:sp>
      <p:sp>
        <p:nvSpPr>
          <p:cNvPr id="48" name="shape:048"/>
          <p:cNvSpPr/>
          <p:nvPr/>
        </p:nvSpPr>
        <p:spPr>
          <a:xfrm>
            <a:off x="6889612"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項目14</a:t>
            </a:r>
            <a:endParaRPr lang="en-US" sz="1050" dirty="0"/>
          </a:p>
        </p:txBody>
      </p:sp>
      <p:sp>
        <p:nvSpPr>
          <p:cNvPr id="49" name="shape:049"/>
          <p:cNvSpPr/>
          <p:nvPr/>
        </p:nvSpPr>
        <p:spPr>
          <a:xfrm>
            <a:off x="8330837" y="4352544"/>
            <a:ext cx="1733833" cy="411480"/>
          </a:xfrm>
          <a:prstGeom prst="chevron">
            <a:avLst/>
          </a:prstGeom>
          <a:solidFill>
            <a:srgbClr val="79C8DC"/>
          </a:solidFill>
          <a:ln/>
        </p:spPr>
        <p:txBody>
          <a:bodyPr>
            <a:noAutofit/>
          </a:bodyPr>
          <a:p/>
        </p:txBody>
      </p:sp>
      <p:sp>
        <p:nvSpPr>
          <p:cNvPr id="50" name="shape:050"/>
          <p:cNvSpPr/>
          <p:nvPr/>
        </p:nvSpPr>
        <p:spPr>
          <a:xfrm>
            <a:off x="8440565"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項目15</a:t>
            </a:r>
            <a:endParaRPr lang="en-US" sz="1050" dirty="0"/>
          </a:p>
        </p:txBody>
      </p:sp>
      <p:sp>
        <p:nvSpPr>
          <p:cNvPr id="51" name="shape:051"/>
          <p:cNvSpPr/>
          <p:nvPr/>
        </p:nvSpPr>
        <p:spPr>
          <a:xfrm>
            <a:off x="9881790" y="4352544"/>
            <a:ext cx="1733833" cy="411480"/>
          </a:xfrm>
          <a:prstGeom prst="chevron">
            <a:avLst/>
          </a:prstGeom>
          <a:solidFill>
            <a:srgbClr val="79C8DC"/>
          </a:solidFill>
          <a:ln/>
        </p:spPr>
        <p:txBody>
          <a:bodyPr>
            <a:noAutofit/>
          </a:bodyPr>
          <a:p/>
        </p:txBody>
      </p:sp>
      <p:sp>
        <p:nvSpPr>
          <p:cNvPr id="52" name="shape:052"/>
          <p:cNvSpPr/>
          <p:nvPr/>
        </p:nvSpPr>
        <p:spPr>
          <a:xfrm>
            <a:off x="9991518"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項目16</a:t>
            </a:r>
            <a:endParaRPr lang="en-US" sz="1050" dirty="0"/>
          </a:p>
        </p:txBody>
      </p:sp>
      <p:sp>
        <p:nvSpPr>
          <p:cNvPr id="53" name="shape:053"/>
          <p:cNvSpPr/>
          <p:nvPr/>
        </p:nvSpPr>
        <p:spPr>
          <a:xfrm>
            <a:off x="59436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記載例8</a:t>
            </a:r>
            <a:endParaRPr lang="en-US" sz="1000" dirty="0"/>
          </a:p>
        </p:txBody>
      </p:sp>
      <p:sp>
        <p:nvSpPr>
          <p:cNvPr id="54" name="shape:054"/>
          <p:cNvSpPr/>
          <p:nvPr/>
        </p:nvSpPr>
        <p:spPr>
          <a:xfrm>
            <a:off x="2145313" y="4892040"/>
            <a:ext cx="0" cy="1033272"/>
          </a:xfrm>
          <a:prstGeom prst="line">
            <a:avLst/>
          </a:prstGeom>
          <a:noFill/>
          <a:ln w="6350">
            <a:solidFill>
              <a:srgbClr val="D9DCDF"/>
            </a:solidFill>
            <a:prstDash val="solid"/>
          </a:ln>
        </p:spPr>
        <p:txBody>
          <a:bodyPr>
            <a:noAutofit/>
          </a:bodyPr>
          <a:p/>
        </p:txBody>
      </p:sp>
      <p:sp>
        <p:nvSpPr>
          <p:cNvPr id="55" name="shape:055"/>
          <p:cNvSpPr/>
          <p:nvPr/>
        </p:nvSpPr>
        <p:spPr>
          <a:xfrm>
            <a:off x="2255041"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記載例9</a:t>
            </a:r>
            <a:endParaRPr lang="en-US" sz="1000" dirty="0"/>
          </a:p>
        </p:txBody>
      </p:sp>
      <p:sp>
        <p:nvSpPr>
          <p:cNvPr id="56" name="shape:056"/>
          <p:cNvSpPr/>
          <p:nvPr/>
        </p:nvSpPr>
        <p:spPr>
          <a:xfrm>
            <a:off x="3696266" y="4892040"/>
            <a:ext cx="0" cy="1033272"/>
          </a:xfrm>
          <a:prstGeom prst="line">
            <a:avLst/>
          </a:prstGeom>
          <a:noFill/>
          <a:ln w="6350">
            <a:solidFill>
              <a:srgbClr val="D9DCDF"/>
            </a:solidFill>
            <a:prstDash val="solid"/>
          </a:ln>
        </p:spPr>
        <p:txBody>
          <a:bodyPr>
            <a:noAutofit/>
          </a:bodyPr>
          <a:p/>
        </p:txBody>
      </p:sp>
      <p:sp>
        <p:nvSpPr>
          <p:cNvPr id="57" name="shape:057"/>
          <p:cNvSpPr/>
          <p:nvPr/>
        </p:nvSpPr>
        <p:spPr>
          <a:xfrm>
            <a:off x="3805994"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記載例10</a:t>
            </a:r>
            <a:endParaRPr lang="en-US" sz="1000" dirty="0"/>
          </a:p>
        </p:txBody>
      </p:sp>
      <p:sp>
        <p:nvSpPr>
          <p:cNvPr id="58" name="shape:058"/>
          <p:cNvSpPr/>
          <p:nvPr/>
        </p:nvSpPr>
        <p:spPr>
          <a:xfrm>
            <a:off x="5247219" y="4892040"/>
            <a:ext cx="0" cy="1033272"/>
          </a:xfrm>
          <a:prstGeom prst="line">
            <a:avLst/>
          </a:prstGeom>
          <a:noFill/>
          <a:ln w="6350">
            <a:solidFill>
              <a:srgbClr val="D9DCDF"/>
            </a:solidFill>
            <a:prstDash val="solid"/>
          </a:ln>
        </p:spPr>
        <p:txBody>
          <a:bodyPr>
            <a:noAutofit/>
          </a:bodyPr>
          <a:p/>
        </p:txBody>
      </p:sp>
      <p:sp>
        <p:nvSpPr>
          <p:cNvPr id="59" name="shape:059"/>
          <p:cNvSpPr/>
          <p:nvPr/>
        </p:nvSpPr>
        <p:spPr>
          <a:xfrm>
            <a:off x="5356947"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記載例11</a:t>
            </a:r>
            <a:endParaRPr lang="en-US" sz="1000" dirty="0"/>
          </a:p>
        </p:txBody>
      </p:sp>
      <p:sp>
        <p:nvSpPr>
          <p:cNvPr id="60" name="shape:060"/>
          <p:cNvSpPr/>
          <p:nvPr/>
        </p:nvSpPr>
        <p:spPr>
          <a:xfrm>
            <a:off x="6798172" y="4892040"/>
            <a:ext cx="0" cy="1033272"/>
          </a:xfrm>
          <a:prstGeom prst="line">
            <a:avLst/>
          </a:prstGeom>
          <a:noFill/>
          <a:ln w="6350">
            <a:solidFill>
              <a:srgbClr val="D9DCDF"/>
            </a:solidFill>
            <a:prstDash val="solid"/>
          </a:ln>
        </p:spPr>
        <p:txBody>
          <a:bodyPr>
            <a:noAutofit/>
          </a:bodyPr>
          <a:p/>
        </p:txBody>
      </p:sp>
      <p:sp>
        <p:nvSpPr>
          <p:cNvPr id="61" name="shape:061"/>
          <p:cNvSpPr/>
          <p:nvPr/>
        </p:nvSpPr>
        <p:spPr>
          <a:xfrm>
            <a:off x="690790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記載例12</a:t>
            </a:r>
            <a:endParaRPr lang="en-US" sz="1000" dirty="0"/>
          </a:p>
        </p:txBody>
      </p:sp>
      <p:sp>
        <p:nvSpPr>
          <p:cNvPr id="62" name="shape:062"/>
          <p:cNvSpPr/>
          <p:nvPr/>
        </p:nvSpPr>
        <p:spPr>
          <a:xfrm>
            <a:off x="8349125" y="4892040"/>
            <a:ext cx="0" cy="1033272"/>
          </a:xfrm>
          <a:prstGeom prst="line">
            <a:avLst/>
          </a:prstGeom>
          <a:noFill/>
          <a:ln w="6350">
            <a:solidFill>
              <a:srgbClr val="D9DCDF"/>
            </a:solidFill>
            <a:prstDash val="solid"/>
          </a:ln>
        </p:spPr>
        <p:txBody>
          <a:bodyPr>
            <a:noAutofit/>
          </a:bodyPr>
          <a:p/>
        </p:txBody>
      </p:sp>
      <p:sp>
        <p:nvSpPr>
          <p:cNvPr id="63" name="shape:063"/>
          <p:cNvSpPr/>
          <p:nvPr/>
        </p:nvSpPr>
        <p:spPr>
          <a:xfrm>
            <a:off x="8458853"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記載例13</a:t>
            </a:r>
            <a:endParaRPr lang="en-US" sz="1000" dirty="0"/>
          </a:p>
        </p:txBody>
      </p:sp>
      <p:sp>
        <p:nvSpPr>
          <p:cNvPr id="64" name="shape:064"/>
          <p:cNvSpPr/>
          <p:nvPr/>
        </p:nvSpPr>
        <p:spPr>
          <a:xfrm>
            <a:off x="9900078" y="4892040"/>
            <a:ext cx="0" cy="1033272"/>
          </a:xfrm>
          <a:prstGeom prst="line">
            <a:avLst/>
          </a:prstGeom>
          <a:noFill/>
          <a:ln w="6350">
            <a:solidFill>
              <a:srgbClr val="D9DCDF"/>
            </a:solidFill>
            <a:prstDash val="solid"/>
          </a:ln>
        </p:spPr>
        <p:txBody>
          <a:bodyPr>
            <a:noAutofit/>
          </a:bodyPr>
          <a:p/>
        </p:txBody>
      </p:sp>
      <p:sp>
        <p:nvSpPr>
          <p:cNvPr id="65" name="shape:065"/>
          <p:cNvSpPr/>
          <p:nvPr/>
        </p:nvSpPr>
        <p:spPr>
          <a:xfrm>
            <a:off x="10009806"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071B2C"/>
                </a:solidFill>
                <a:latin typeface="Yu Gothic" pitchFamily="34" charset="0"/>
                <a:ea typeface="Yu Gothic" pitchFamily="34" charset="-122"/>
                <a:cs typeface="Yu Gothic" pitchFamily="34" charset="-120"/>
              </a:rPr>
              <a:t>記載例14</a:t>
            </a:r>
            <a:endParaRPr lang="en-US" sz="1000" dirty="0"/>
          </a:p>
        </p:txBody>
      </p:sp>
      <p:sp>
        <p:nvSpPr>
          <p:cNvPr id="6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m32</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分岐と判断</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59</a:t>
            </a:r>
            <a:endParaRPr lang="en-US" sz="750" dirty="0"/>
          </a:p>
        </p:txBody>
      </p:sp>
      <p:sp>
        <p:nvSpPr>
          <p:cNvPr id="10" name="shape:010"/>
          <p:cNvSpPr/>
          <p:nvPr/>
        </p:nvSpPr>
        <p:spPr>
          <a:xfrm>
            <a:off x="576072" y="2894076"/>
            <a:ext cx="54864" cy="1280160"/>
          </a:xfrm>
          <a:prstGeom prst="rect">
            <a:avLst/>
          </a:prstGeom>
          <a:solidFill>
            <a:srgbClr val="1E5F8C"/>
          </a:solidFill>
          <a:ln/>
        </p:spPr>
        <p:txBody>
          <a:bodyPr>
            <a:noAutofit/>
          </a:bodyPr>
          <a:p/>
        </p:txBody>
      </p:sp>
      <p:sp>
        <p:nvSpPr>
          <p:cNvPr id="11" name="shape:011"/>
          <p:cNvSpPr/>
          <p:nvPr/>
        </p:nvSpPr>
        <p:spPr>
          <a:xfrm>
            <a:off x="832104" y="2939796"/>
            <a:ext cx="3767328" cy="1188720"/>
          </a:xfrm>
          <a:prstGeom prst="rect">
            <a:avLst/>
          </a:prstGeom>
          <a:noFill/>
          <a:ln/>
        </p:spPr>
        <p:txBody>
          <a:bodyPr wrap="square" lIns="381" tIns="381" rIns="381" bIns="381" rtlCol="0" anchor="t">
            <a:noAutofit/>
          </a:bodyPr>
          <a:lstStyle/>
          <a:p>
            <a:pPr algn="l" indent="0" marL="0">
              <a:buNone/>
            </a:pPr>
            <a:r>
              <a:rPr lang="en-US" sz="1700" b="1" dirty="0">
                <a:solidFill>
                  <a:srgbClr val="071B2C"/>
                </a:solidFill>
                <a:latin typeface="Yu Gothic" pitchFamily="34" charset="0"/>
                <a:ea typeface="Yu Gothic" pitchFamily="34" charset="-122"/>
                <a:cs typeface="Yu Gothic" pitchFamily="34" charset="-120"/>
              </a:rPr>
              <a:t>問い 1：検討すべき問いを記載</a:t>
            </a:r>
            <a:endParaRPr lang="en-US" sz="1700" dirty="0"/>
          </a:p>
        </p:txBody>
      </p:sp>
      <p:sp>
        <p:nvSpPr>
          <p:cNvPr id="12" name="shape:012"/>
          <p:cNvSpPr/>
          <p:nvPr/>
        </p:nvSpPr>
        <p:spPr>
          <a:xfrm>
            <a:off x="4873752" y="2674620"/>
            <a:ext cx="0" cy="2377440"/>
          </a:xfrm>
          <a:prstGeom prst="line">
            <a:avLst/>
          </a:prstGeom>
          <a:noFill/>
          <a:ln w="12700">
            <a:solidFill>
              <a:srgbClr val="D9DCDF"/>
            </a:solidFill>
            <a:prstDash val="solid"/>
          </a:ln>
        </p:spPr>
        <p:txBody>
          <a:bodyPr>
            <a:noAutofit/>
          </a:bodyPr>
          <a:p/>
        </p:txBody>
      </p:sp>
      <p:sp>
        <p:nvSpPr>
          <p:cNvPr id="13" name="shape:013"/>
          <p:cNvSpPr/>
          <p:nvPr/>
        </p:nvSpPr>
        <p:spPr>
          <a:xfrm>
            <a:off x="4873752" y="2674620"/>
            <a:ext cx="274320" cy="0"/>
          </a:xfrm>
          <a:prstGeom prst="line">
            <a:avLst/>
          </a:prstGeom>
          <a:noFill/>
          <a:ln w="9525">
            <a:solidFill>
              <a:srgbClr val="D9DCDF"/>
            </a:solidFill>
            <a:prstDash val="solid"/>
          </a:ln>
        </p:spPr>
        <p:txBody>
          <a:bodyPr>
            <a:noAutofit/>
          </a:bodyPr>
          <a:p/>
        </p:txBody>
      </p:sp>
      <p:sp>
        <p:nvSpPr>
          <p:cNvPr id="14" name="shape:014"/>
          <p:cNvSpPr/>
          <p:nvPr/>
        </p:nvSpPr>
        <p:spPr>
          <a:xfrm>
            <a:off x="5148072" y="2162556"/>
            <a:ext cx="6467551" cy="1024128"/>
          </a:xfrm>
          <a:prstGeom prst="rect">
            <a:avLst/>
          </a:prstGeom>
          <a:ln w="9525">
            <a:solidFill>
              <a:srgbClr val="D9DCDF"/>
            </a:solidFill>
            <a:prstDash val="solid"/>
          </a:ln>
        </p:spPr>
        <p:txBody>
          <a:bodyPr>
            <a:noAutofit/>
          </a:bodyPr>
          <a:p/>
        </p:txBody>
      </p:sp>
      <p:sp>
        <p:nvSpPr>
          <p:cNvPr id="15" name="shape:015"/>
          <p:cNvSpPr/>
          <p:nvPr/>
        </p:nvSpPr>
        <p:spPr>
          <a:xfrm>
            <a:off x="5376672" y="227228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項目1</a:t>
            </a:r>
            <a:endParaRPr lang="en-US" sz="1450" dirty="0"/>
          </a:p>
        </p:txBody>
      </p:sp>
      <p:sp>
        <p:nvSpPr>
          <p:cNvPr id="16" name="shape:016"/>
          <p:cNvSpPr/>
          <p:nvPr/>
        </p:nvSpPr>
        <p:spPr>
          <a:xfrm>
            <a:off x="5376672" y="258318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記載例1</a:t>
            </a:r>
            <a:endParaRPr lang="en-US" sz="1200" dirty="0"/>
          </a:p>
        </p:txBody>
      </p:sp>
      <p:sp>
        <p:nvSpPr>
          <p:cNvPr id="17" name="shape:017"/>
          <p:cNvSpPr/>
          <p:nvPr/>
        </p:nvSpPr>
        <p:spPr>
          <a:xfrm>
            <a:off x="5376672" y="293065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666B70"/>
                </a:solidFill>
                <a:latin typeface="Yu Gothic" pitchFamily="34" charset="0"/>
                <a:ea typeface="Yu Gothic" pitchFamily="34" charset="-122"/>
                <a:cs typeface="Yu Gothic" pitchFamily="34" charset="-120"/>
              </a:rPr>
              <a:t>記載例2</a:t>
            </a:r>
            <a:endParaRPr lang="en-US" sz="1100" dirty="0"/>
          </a:p>
        </p:txBody>
      </p:sp>
      <p:sp>
        <p:nvSpPr>
          <p:cNvPr id="18" name="shape:018"/>
          <p:cNvSpPr/>
          <p:nvPr/>
        </p:nvSpPr>
        <p:spPr>
          <a:xfrm>
            <a:off x="4873752" y="3863340"/>
            <a:ext cx="274320" cy="0"/>
          </a:xfrm>
          <a:prstGeom prst="line">
            <a:avLst/>
          </a:prstGeom>
          <a:noFill/>
          <a:ln w="20320">
            <a:solidFill>
              <a:srgbClr val="1E5F8C"/>
            </a:solidFill>
            <a:prstDash val="solid"/>
          </a:ln>
        </p:spPr>
        <p:txBody>
          <a:bodyPr>
            <a:noAutofit/>
          </a:bodyPr>
          <a:p/>
        </p:txBody>
      </p:sp>
      <p:sp>
        <p:nvSpPr>
          <p:cNvPr id="19" name="shape:019"/>
          <p:cNvSpPr/>
          <p:nvPr/>
        </p:nvSpPr>
        <p:spPr>
          <a:xfrm>
            <a:off x="5148072" y="3351276"/>
            <a:ext cx="6467551" cy="1024128"/>
          </a:xfrm>
          <a:prstGeom prst="rect">
            <a:avLst/>
          </a:prstGeom>
          <a:ln w="20320">
            <a:solidFill>
              <a:srgbClr val="1E5F8C"/>
            </a:solidFill>
            <a:prstDash val="solid"/>
          </a:ln>
        </p:spPr>
        <p:txBody>
          <a:bodyPr>
            <a:noAutofit/>
          </a:bodyPr>
          <a:p/>
        </p:txBody>
      </p:sp>
      <p:sp>
        <p:nvSpPr>
          <p:cNvPr id="20" name="shape:020"/>
          <p:cNvSpPr/>
          <p:nvPr/>
        </p:nvSpPr>
        <p:spPr>
          <a:xfrm>
            <a:off x="5376672" y="346100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項目2</a:t>
            </a:r>
            <a:endParaRPr lang="en-US" sz="1450" dirty="0"/>
          </a:p>
        </p:txBody>
      </p:sp>
      <p:sp>
        <p:nvSpPr>
          <p:cNvPr id="21" name="shape:021"/>
          <p:cNvSpPr/>
          <p:nvPr/>
        </p:nvSpPr>
        <p:spPr>
          <a:xfrm>
            <a:off x="5376672" y="377190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記載例3</a:t>
            </a:r>
            <a:endParaRPr lang="en-US" sz="1200" dirty="0"/>
          </a:p>
        </p:txBody>
      </p:sp>
      <p:sp>
        <p:nvSpPr>
          <p:cNvPr id="22" name="shape:022"/>
          <p:cNvSpPr/>
          <p:nvPr/>
        </p:nvSpPr>
        <p:spPr>
          <a:xfrm>
            <a:off x="5376672" y="411937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666B70"/>
                </a:solidFill>
                <a:latin typeface="Yu Gothic" pitchFamily="34" charset="0"/>
                <a:ea typeface="Yu Gothic" pitchFamily="34" charset="-122"/>
                <a:cs typeface="Yu Gothic" pitchFamily="34" charset="-120"/>
              </a:rPr>
              <a:t>記載例4</a:t>
            </a:r>
            <a:endParaRPr lang="en-US" sz="1100" dirty="0"/>
          </a:p>
        </p:txBody>
      </p:sp>
      <p:sp>
        <p:nvSpPr>
          <p:cNvPr id="23" name="shape:023"/>
          <p:cNvSpPr/>
          <p:nvPr/>
        </p:nvSpPr>
        <p:spPr>
          <a:xfrm>
            <a:off x="4873752" y="5052060"/>
            <a:ext cx="274320" cy="0"/>
          </a:xfrm>
          <a:prstGeom prst="line">
            <a:avLst/>
          </a:prstGeom>
          <a:noFill/>
          <a:ln w="9525">
            <a:solidFill>
              <a:srgbClr val="D9DCDF"/>
            </a:solidFill>
            <a:prstDash val="solid"/>
          </a:ln>
        </p:spPr>
        <p:txBody>
          <a:bodyPr>
            <a:noAutofit/>
          </a:bodyPr>
          <a:p/>
        </p:txBody>
      </p:sp>
      <p:sp>
        <p:nvSpPr>
          <p:cNvPr id="24" name="shape:024"/>
          <p:cNvSpPr/>
          <p:nvPr/>
        </p:nvSpPr>
        <p:spPr>
          <a:xfrm>
            <a:off x="5148072" y="4539996"/>
            <a:ext cx="6467551" cy="1024128"/>
          </a:xfrm>
          <a:prstGeom prst="rect">
            <a:avLst/>
          </a:prstGeom>
          <a:ln w="9525">
            <a:solidFill>
              <a:srgbClr val="D9DCDF"/>
            </a:solidFill>
            <a:prstDash val="solid"/>
          </a:ln>
        </p:spPr>
        <p:txBody>
          <a:bodyPr>
            <a:noAutofit/>
          </a:bodyPr>
          <a:p/>
        </p:txBody>
      </p:sp>
      <p:sp>
        <p:nvSpPr>
          <p:cNvPr id="25" name="shape:025"/>
          <p:cNvSpPr/>
          <p:nvPr/>
        </p:nvSpPr>
        <p:spPr>
          <a:xfrm>
            <a:off x="5376672" y="464972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071B2C"/>
                </a:solidFill>
                <a:latin typeface="Yu Gothic" pitchFamily="34" charset="0"/>
                <a:ea typeface="Yu Gothic" pitchFamily="34" charset="-122"/>
                <a:cs typeface="Yu Gothic" pitchFamily="34" charset="-120"/>
              </a:rPr>
              <a:t>項目3</a:t>
            </a:r>
            <a:endParaRPr lang="en-US" sz="1450" dirty="0"/>
          </a:p>
        </p:txBody>
      </p:sp>
      <p:sp>
        <p:nvSpPr>
          <p:cNvPr id="26" name="shape:026"/>
          <p:cNvSpPr/>
          <p:nvPr/>
        </p:nvSpPr>
        <p:spPr>
          <a:xfrm>
            <a:off x="5376672" y="496062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071B2C"/>
                </a:solidFill>
                <a:latin typeface="Yu Gothic" pitchFamily="34" charset="0"/>
                <a:ea typeface="Yu Gothic" pitchFamily="34" charset="-122"/>
                <a:cs typeface="Yu Gothic" pitchFamily="34" charset="-120"/>
              </a:rPr>
              <a:t>記載例5</a:t>
            </a:r>
            <a:endParaRPr lang="en-US" sz="1200" dirty="0"/>
          </a:p>
        </p:txBody>
      </p:sp>
      <p:sp>
        <p:nvSpPr>
          <p:cNvPr id="27" name="shape:027"/>
          <p:cNvSpPr/>
          <p:nvPr/>
        </p:nvSpPr>
        <p:spPr>
          <a:xfrm>
            <a:off x="5376672" y="530809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666B70"/>
                </a:solidFill>
                <a:latin typeface="Yu Gothic" pitchFamily="34" charset="0"/>
                <a:ea typeface="Yu Gothic" pitchFamily="34" charset="-122"/>
                <a:cs typeface="Yu Gothic" pitchFamily="34" charset="-120"/>
              </a:rPr>
              <a:t>記載例6</a:t>
            </a:r>
            <a:endParaRPr lang="en-US" sz="11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m33</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ロードマップ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60</a:t>
            </a:r>
            <a:endParaRPr lang="en-US" sz="750" dirty="0"/>
          </a:p>
        </p:txBody>
      </p:sp>
      <p:sp>
        <p:nvSpPr>
          <p:cNvPr id="10" name="shape:010"/>
          <p:cNvSpPr/>
          <p:nvPr/>
        </p:nvSpPr>
        <p:spPr>
          <a:xfrm>
            <a:off x="576072" y="2583180"/>
            <a:ext cx="2741600" cy="0"/>
          </a:xfrm>
          <a:prstGeom prst="line">
            <a:avLst/>
          </a:prstGeom>
          <a:noFill/>
          <a:ln w="13970">
            <a:solidFill>
              <a:srgbClr val="071B2C"/>
            </a:solidFill>
            <a:prstDash val="solid"/>
          </a:ln>
        </p:spPr>
        <p:txBody>
          <a:bodyPr>
            <a:noAutofit/>
          </a:bodyPr>
          <a:p/>
        </p:txBody>
      </p:sp>
      <p:sp>
        <p:nvSpPr>
          <p:cNvPr id="11" name="shape:011"/>
          <p:cNvSpPr/>
          <p:nvPr/>
        </p:nvSpPr>
        <p:spPr>
          <a:xfrm>
            <a:off x="704088"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見出し 2</a:t>
            </a:r>
            <a:endParaRPr lang="en-US" sz="1600" dirty="0"/>
          </a:p>
        </p:txBody>
      </p:sp>
      <p:sp>
        <p:nvSpPr>
          <p:cNvPr id="12" name="shape:012"/>
          <p:cNvSpPr/>
          <p:nvPr/>
        </p:nvSpPr>
        <p:spPr>
          <a:xfrm>
            <a:off x="704088"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666B70"/>
                </a:solidFill>
                <a:latin typeface="Yu Gothic" pitchFamily="34" charset="0"/>
                <a:ea typeface="Yu Gothic" pitchFamily="34" charset="-122"/>
                <a:cs typeface="Yu Gothic" pitchFamily="34" charset="-120"/>
              </a:rPr>
              <a:t>記載例1</a:t>
            </a:r>
            <a:endParaRPr lang="en-US" sz="1120" dirty="0"/>
          </a:p>
        </p:txBody>
      </p:sp>
      <p:sp>
        <p:nvSpPr>
          <p:cNvPr id="13" name="shape:013"/>
          <p:cNvSpPr/>
          <p:nvPr/>
        </p:nvSpPr>
        <p:spPr>
          <a:xfrm>
            <a:off x="3335960" y="2583180"/>
            <a:ext cx="2741600" cy="0"/>
          </a:xfrm>
          <a:prstGeom prst="line">
            <a:avLst/>
          </a:prstGeom>
          <a:noFill/>
          <a:ln w="13970">
            <a:solidFill>
              <a:srgbClr val="071B2C"/>
            </a:solidFill>
            <a:prstDash val="solid"/>
          </a:ln>
        </p:spPr>
        <p:txBody>
          <a:bodyPr>
            <a:noAutofit/>
          </a:bodyPr>
          <a:p/>
        </p:txBody>
      </p:sp>
      <p:sp>
        <p:nvSpPr>
          <p:cNvPr id="14" name="shape:014"/>
          <p:cNvSpPr/>
          <p:nvPr/>
        </p:nvSpPr>
        <p:spPr>
          <a:xfrm>
            <a:off x="3335960" y="2583180"/>
            <a:ext cx="0" cy="2560320"/>
          </a:xfrm>
          <a:prstGeom prst="line">
            <a:avLst/>
          </a:prstGeom>
          <a:noFill/>
          <a:ln w="6350">
            <a:solidFill>
              <a:srgbClr val="D9DCDF"/>
            </a:solidFill>
            <a:prstDash val="solid"/>
          </a:ln>
        </p:spPr>
        <p:txBody>
          <a:bodyPr>
            <a:noAutofit/>
          </a:bodyPr>
          <a:p/>
        </p:txBody>
      </p:sp>
      <p:sp>
        <p:nvSpPr>
          <p:cNvPr id="15" name="shape:015"/>
          <p:cNvSpPr/>
          <p:nvPr/>
        </p:nvSpPr>
        <p:spPr>
          <a:xfrm>
            <a:off x="3463976"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見出し 3</a:t>
            </a:r>
            <a:endParaRPr lang="en-US" sz="1600" dirty="0"/>
          </a:p>
        </p:txBody>
      </p:sp>
      <p:sp>
        <p:nvSpPr>
          <p:cNvPr id="16" name="shape:016"/>
          <p:cNvSpPr/>
          <p:nvPr/>
        </p:nvSpPr>
        <p:spPr>
          <a:xfrm>
            <a:off x="3463976"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666B70"/>
                </a:solidFill>
                <a:latin typeface="Yu Gothic" pitchFamily="34" charset="0"/>
                <a:ea typeface="Yu Gothic" pitchFamily="34" charset="-122"/>
                <a:cs typeface="Yu Gothic" pitchFamily="34" charset="-120"/>
              </a:rPr>
              <a:t>記載例2</a:t>
            </a:r>
            <a:endParaRPr lang="en-US" sz="1120" dirty="0"/>
          </a:p>
        </p:txBody>
      </p:sp>
      <p:sp>
        <p:nvSpPr>
          <p:cNvPr id="17" name="shape:017"/>
          <p:cNvSpPr/>
          <p:nvPr/>
        </p:nvSpPr>
        <p:spPr>
          <a:xfrm>
            <a:off x="6095848" y="2583180"/>
            <a:ext cx="2741600" cy="0"/>
          </a:xfrm>
          <a:prstGeom prst="line">
            <a:avLst/>
          </a:prstGeom>
          <a:noFill/>
          <a:ln w="13970">
            <a:solidFill>
              <a:srgbClr val="071B2C"/>
            </a:solidFill>
            <a:prstDash val="solid"/>
          </a:ln>
        </p:spPr>
        <p:txBody>
          <a:bodyPr>
            <a:noAutofit/>
          </a:bodyPr>
          <a:p/>
        </p:txBody>
      </p:sp>
      <p:sp>
        <p:nvSpPr>
          <p:cNvPr id="18" name="shape:018"/>
          <p:cNvSpPr/>
          <p:nvPr/>
        </p:nvSpPr>
        <p:spPr>
          <a:xfrm>
            <a:off x="6095848" y="2583180"/>
            <a:ext cx="0" cy="2560320"/>
          </a:xfrm>
          <a:prstGeom prst="line">
            <a:avLst/>
          </a:prstGeom>
          <a:noFill/>
          <a:ln w="6350">
            <a:solidFill>
              <a:srgbClr val="D9DCDF"/>
            </a:solidFill>
            <a:prstDash val="solid"/>
          </a:ln>
        </p:spPr>
        <p:txBody>
          <a:bodyPr>
            <a:noAutofit/>
          </a:bodyPr>
          <a:p/>
        </p:txBody>
      </p:sp>
      <p:sp>
        <p:nvSpPr>
          <p:cNvPr id="19" name="shape:019"/>
          <p:cNvSpPr/>
          <p:nvPr/>
        </p:nvSpPr>
        <p:spPr>
          <a:xfrm>
            <a:off x="6223864"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見出し 4</a:t>
            </a:r>
            <a:endParaRPr lang="en-US" sz="1600" dirty="0"/>
          </a:p>
        </p:txBody>
      </p:sp>
      <p:sp>
        <p:nvSpPr>
          <p:cNvPr id="20" name="shape:020"/>
          <p:cNvSpPr/>
          <p:nvPr/>
        </p:nvSpPr>
        <p:spPr>
          <a:xfrm>
            <a:off x="6223864"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666B70"/>
                </a:solidFill>
                <a:latin typeface="Yu Gothic" pitchFamily="34" charset="0"/>
                <a:ea typeface="Yu Gothic" pitchFamily="34" charset="-122"/>
                <a:cs typeface="Yu Gothic" pitchFamily="34" charset="-120"/>
              </a:rPr>
              <a:t>記載例3</a:t>
            </a:r>
            <a:endParaRPr lang="en-US" sz="1120" dirty="0"/>
          </a:p>
        </p:txBody>
      </p:sp>
      <p:sp>
        <p:nvSpPr>
          <p:cNvPr id="21" name="shape:021"/>
          <p:cNvSpPr/>
          <p:nvPr/>
        </p:nvSpPr>
        <p:spPr>
          <a:xfrm>
            <a:off x="8855735" y="2583180"/>
            <a:ext cx="2741600" cy="0"/>
          </a:xfrm>
          <a:prstGeom prst="line">
            <a:avLst/>
          </a:prstGeom>
          <a:noFill/>
          <a:ln w="13970">
            <a:solidFill>
              <a:srgbClr val="071B2C"/>
            </a:solidFill>
            <a:prstDash val="solid"/>
          </a:ln>
        </p:spPr>
        <p:txBody>
          <a:bodyPr>
            <a:noAutofit/>
          </a:bodyPr>
          <a:p/>
        </p:txBody>
      </p:sp>
      <p:sp>
        <p:nvSpPr>
          <p:cNvPr id="22" name="shape:022"/>
          <p:cNvSpPr/>
          <p:nvPr/>
        </p:nvSpPr>
        <p:spPr>
          <a:xfrm>
            <a:off x="8855735" y="2583180"/>
            <a:ext cx="0" cy="2560320"/>
          </a:xfrm>
          <a:prstGeom prst="line">
            <a:avLst/>
          </a:prstGeom>
          <a:noFill/>
          <a:ln w="6350">
            <a:solidFill>
              <a:srgbClr val="D9DCDF"/>
            </a:solidFill>
            <a:prstDash val="solid"/>
          </a:ln>
        </p:spPr>
        <p:txBody>
          <a:bodyPr>
            <a:noAutofit/>
          </a:bodyPr>
          <a:p/>
        </p:txBody>
      </p:sp>
      <p:sp>
        <p:nvSpPr>
          <p:cNvPr id="23" name="shape:023"/>
          <p:cNvSpPr/>
          <p:nvPr/>
        </p:nvSpPr>
        <p:spPr>
          <a:xfrm>
            <a:off x="8983751"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見出し 5</a:t>
            </a:r>
            <a:endParaRPr lang="en-US" sz="1600" dirty="0"/>
          </a:p>
        </p:txBody>
      </p:sp>
      <p:sp>
        <p:nvSpPr>
          <p:cNvPr id="24" name="shape:024"/>
          <p:cNvSpPr/>
          <p:nvPr/>
        </p:nvSpPr>
        <p:spPr>
          <a:xfrm>
            <a:off x="8983751"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666B70"/>
                </a:solidFill>
                <a:latin typeface="Yu Gothic" pitchFamily="34" charset="0"/>
                <a:ea typeface="Yu Gothic" pitchFamily="34" charset="-122"/>
                <a:cs typeface="Yu Gothic" pitchFamily="34" charset="-120"/>
              </a:rPr>
              <a:t>記載例4</a:t>
            </a:r>
            <a:endParaRPr lang="en-US" sz="112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m34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ガントチャート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61</a:t>
            </a:r>
            <a:endParaRPr lang="en-US" sz="750" dirty="0"/>
          </a:p>
        </p:txBody>
      </p:sp>
      <p:sp>
        <p:nvSpPr>
          <p:cNvPr id="10" name="shape:010"/>
          <p:cNvSpPr/>
          <p:nvPr/>
        </p:nvSpPr>
        <p:spPr>
          <a:xfrm>
            <a:off x="3776472" y="1828800"/>
            <a:ext cx="5879363" cy="292608"/>
          </a:xfrm>
          <a:prstGeom prst="rect">
            <a:avLst/>
          </a:prstGeom>
          <a:ln w="9525">
            <a:solidFill>
              <a:srgbClr val="D9DCDF"/>
            </a:solidFill>
            <a:prstDash val="solid"/>
          </a:ln>
        </p:spPr>
        <p:txBody>
          <a:bodyPr>
            <a:noAutofit/>
          </a:bodyPr>
          <a:p/>
        </p:txBody>
      </p:sp>
      <p:sp>
        <p:nvSpPr>
          <p:cNvPr id="11" name="shape:011"/>
          <p:cNvSpPr/>
          <p:nvPr/>
        </p:nvSpPr>
        <p:spPr>
          <a:xfrm>
            <a:off x="3776472" y="1828800"/>
            <a:ext cx="5879363" cy="292608"/>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項目13</a:t>
            </a:r>
            <a:endParaRPr lang="en-US" sz="1200" dirty="0"/>
          </a:p>
        </p:txBody>
      </p:sp>
      <p:sp>
        <p:nvSpPr>
          <p:cNvPr id="12" name="shape:012"/>
          <p:cNvSpPr/>
          <p:nvPr/>
        </p:nvSpPr>
        <p:spPr>
          <a:xfrm>
            <a:off x="9655835" y="1828800"/>
            <a:ext cx="1959788" cy="292608"/>
          </a:xfrm>
          <a:prstGeom prst="rect">
            <a:avLst/>
          </a:prstGeom>
          <a:ln w="9525">
            <a:solidFill>
              <a:srgbClr val="D9DCDF"/>
            </a:solidFill>
            <a:prstDash val="solid"/>
          </a:ln>
        </p:spPr>
        <p:txBody>
          <a:bodyPr>
            <a:noAutofit/>
          </a:bodyPr>
          <a:p/>
        </p:txBody>
      </p:sp>
      <p:sp>
        <p:nvSpPr>
          <p:cNvPr id="13" name="shape:013"/>
          <p:cNvSpPr/>
          <p:nvPr/>
        </p:nvSpPr>
        <p:spPr>
          <a:xfrm>
            <a:off x="9655835" y="1828800"/>
            <a:ext cx="1959788" cy="292608"/>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項目14</a:t>
            </a:r>
            <a:endParaRPr lang="en-US" sz="1200" dirty="0"/>
          </a:p>
        </p:txBody>
      </p:sp>
      <p:sp>
        <p:nvSpPr>
          <p:cNvPr id="14" name="shape:014"/>
          <p:cNvSpPr/>
          <p:nvPr/>
        </p:nvSpPr>
        <p:spPr>
          <a:xfrm>
            <a:off x="377647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a:t>
            </a:r>
            <a:endParaRPr lang="en-US" sz="1050" dirty="0"/>
          </a:p>
        </p:txBody>
      </p:sp>
      <p:sp>
        <p:nvSpPr>
          <p:cNvPr id="15" name="shape:015"/>
          <p:cNvSpPr/>
          <p:nvPr/>
        </p:nvSpPr>
        <p:spPr>
          <a:xfrm>
            <a:off x="44297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項目2</a:t>
            </a:r>
            <a:endParaRPr lang="en-US" sz="1050" dirty="0"/>
          </a:p>
        </p:txBody>
      </p:sp>
      <p:sp>
        <p:nvSpPr>
          <p:cNvPr id="16" name="shape:016"/>
          <p:cNvSpPr/>
          <p:nvPr/>
        </p:nvSpPr>
        <p:spPr>
          <a:xfrm>
            <a:off x="5082997"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項目3</a:t>
            </a:r>
            <a:endParaRPr lang="en-US" sz="1050" dirty="0"/>
          </a:p>
        </p:txBody>
      </p:sp>
      <p:sp>
        <p:nvSpPr>
          <p:cNvPr id="17" name="shape:017"/>
          <p:cNvSpPr/>
          <p:nvPr/>
        </p:nvSpPr>
        <p:spPr>
          <a:xfrm>
            <a:off x="573626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項目4</a:t>
            </a:r>
            <a:endParaRPr lang="en-US" sz="1050" dirty="0"/>
          </a:p>
        </p:txBody>
      </p:sp>
      <p:sp>
        <p:nvSpPr>
          <p:cNvPr id="18" name="shape:018"/>
          <p:cNvSpPr/>
          <p:nvPr/>
        </p:nvSpPr>
        <p:spPr>
          <a:xfrm>
            <a:off x="638952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項目5</a:t>
            </a:r>
            <a:endParaRPr lang="en-US" sz="1050" dirty="0"/>
          </a:p>
        </p:txBody>
      </p:sp>
      <p:sp>
        <p:nvSpPr>
          <p:cNvPr id="19" name="shape:019"/>
          <p:cNvSpPr/>
          <p:nvPr/>
        </p:nvSpPr>
        <p:spPr>
          <a:xfrm>
            <a:off x="704278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項目6</a:t>
            </a:r>
            <a:endParaRPr lang="en-US" sz="1050" dirty="0"/>
          </a:p>
        </p:txBody>
      </p:sp>
      <p:sp>
        <p:nvSpPr>
          <p:cNvPr id="20" name="shape:020"/>
          <p:cNvSpPr/>
          <p:nvPr/>
        </p:nvSpPr>
        <p:spPr>
          <a:xfrm>
            <a:off x="769604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項目7</a:t>
            </a:r>
            <a:endParaRPr lang="en-US" sz="1050" dirty="0"/>
          </a:p>
        </p:txBody>
      </p:sp>
      <p:sp>
        <p:nvSpPr>
          <p:cNvPr id="21" name="shape:021"/>
          <p:cNvSpPr/>
          <p:nvPr/>
        </p:nvSpPr>
        <p:spPr>
          <a:xfrm>
            <a:off x="834931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項目8</a:t>
            </a:r>
            <a:endParaRPr lang="en-US" sz="1050" dirty="0"/>
          </a:p>
        </p:txBody>
      </p:sp>
      <p:sp>
        <p:nvSpPr>
          <p:cNvPr id="22" name="shape:022"/>
          <p:cNvSpPr/>
          <p:nvPr/>
        </p:nvSpPr>
        <p:spPr>
          <a:xfrm>
            <a:off x="9002573"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項目9</a:t>
            </a:r>
            <a:endParaRPr lang="en-US" sz="1050" dirty="0"/>
          </a:p>
        </p:txBody>
      </p:sp>
      <p:sp>
        <p:nvSpPr>
          <p:cNvPr id="23" name="shape:023"/>
          <p:cNvSpPr/>
          <p:nvPr/>
        </p:nvSpPr>
        <p:spPr>
          <a:xfrm>
            <a:off x="96558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項目10</a:t>
            </a:r>
            <a:endParaRPr lang="en-US" sz="1050" dirty="0"/>
          </a:p>
        </p:txBody>
      </p:sp>
      <p:sp>
        <p:nvSpPr>
          <p:cNvPr id="24" name="shape:024"/>
          <p:cNvSpPr/>
          <p:nvPr/>
        </p:nvSpPr>
        <p:spPr>
          <a:xfrm>
            <a:off x="1030909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項目11</a:t>
            </a:r>
            <a:endParaRPr lang="en-US" sz="1050" dirty="0"/>
          </a:p>
        </p:txBody>
      </p:sp>
      <p:sp>
        <p:nvSpPr>
          <p:cNvPr id="25" name="shape:025"/>
          <p:cNvSpPr/>
          <p:nvPr/>
        </p:nvSpPr>
        <p:spPr>
          <a:xfrm>
            <a:off x="10962361"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071B2C"/>
                </a:solidFill>
                <a:latin typeface="Yu Gothic" pitchFamily="34" charset="0"/>
                <a:ea typeface="Yu Gothic" pitchFamily="34" charset="-122"/>
                <a:cs typeface="Yu Gothic" pitchFamily="34" charset="-120"/>
              </a:rPr>
              <a:t>項目12</a:t>
            </a:r>
            <a:endParaRPr lang="en-US" sz="1050" dirty="0"/>
          </a:p>
        </p:txBody>
      </p:sp>
      <p:sp>
        <p:nvSpPr>
          <p:cNvPr id="26" name="shape:026"/>
          <p:cNvSpPr/>
          <p:nvPr/>
        </p:nvSpPr>
        <p:spPr>
          <a:xfrm>
            <a:off x="576072" y="2468880"/>
            <a:ext cx="11039551" cy="0"/>
          </a:xfrm>
          <a:prstGeom prst="line">
            <a:avLst/>
          </a:prstGeom>
          <a:noFill/>
          <a:ln w="17780">
            <a:solidFill>
              <a:srgbClr val="071B2C"/>
            </a:solidFill>
            <a:prstDash val="solid"/>
          </a:ln>
        </p:spPr>
        <p:txBody>
          <a:bodyPr>
            <a:noAutofit/>
          </a:bodyPr>
          <a:p/>
        </p:txBody>
      </p:sp>
      <p:sp>
        <p:nvSpPr>
          <p:cNvPr id="27" name="shape:027"/>
          <p:cNvSpPr/>
          <p:nvPr/>
        </p:nvSpPr>
        <p:spPr>
          <a:xfrm>
            <a:off x="4011663" y="2542032"/>
            <a:ext cx="182880" cy="164592"/>
          </a:xfrm>
          <a:prstGeom prst="triangle">
            <a:avLst/>
          </a:prstGeom>
          <a:solidFill>
            <a:srgbClr val="071B2C"/>
          </a:solidFill>
          <a:ln/>
        </p:spPr>
        <p:txBody>
          <a:bodyPr>
            <a:noAutofit/>
          </a:bodyPr>
          <a:p/>
        </p:txBody>
      </p:sp>
      <p:sp>
        <p:nvSpPr>
          <p:cNvPr id="28" name="shape:028"/>
          <p:cNvSpPr/>
          <p:nvPr/>
        </p:nvSpPr>
        <p:spPr>
          <a:xfrm>
            <a:off x="3234423"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071B2C"/>
                </a:solidFill>
                <a:latin typeface="Yu Gothic" pitchFamily="34" charset="0"/>
                <a:ea typeface="Yu Gothic" pitchFamily="34" charset="-122"/>
                <a:cs typeface="Yu Gothic" pitchFamily="34" charset="-120"/>
              </a:rPr>
              <a:t>項目15</a:t>
            </a:r>
            <a:endParaRPr lang="en-US" sz="900" dirty="0"/>
          </a:p>
        </p:txBody>
      </p:sp>
      <p:sp>
        <p:nvSpPr>
          <p:cNvPr id="29" name="shape:029"/>
          <p:cNvSpPr/>
          <p:nvPr/>
        </p:nvSpPr>
        <p:spPr>
          <a:xfrm>
            <a:off x="5318189" y="2542032"/>
            <a:ext cx="182880" cy="164592"/>
          </a:xfrm>
          <a:prstGeom prst="triangle">
            <a:avLst/>
          </a:prstGeom>
          <a:solidFill>
            <a:srgbClr val="071B2C"/>
          </a:solidFill>
          <a:ln/>
        </p:spPr>
        <p:txBody>
          <a:bodyPr>
            <a:noAutofit/>
          </a:bodyPr>
          <a:p/>
        </p:txBody>
      </p:sp>
      <p:sp>
        <p:nvSpPr>
          <p:cNvPr id="30" name="shape:030"/>
          <p:cNvSpPr/>
          <p:nvPr/>
        </p:nvSpPr>
        <p:spPr>
          <a:xfrm>
            <a:off x="4540949"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071B2C"/>
                </a:solidFill>
                <a:latin typeface="Yu Gothic" pitchFamily="34" charset="0"/>
                <a:ea typeface="Yu Gothic" pitchFamily="34" charset="-122"/>
                <a:cs typeface="Yu Gothic" pitchFamily="34" charset="-120"/>
              </a:rPr>
              <a:t>項目16</a:t>
            </a:r>
            <a:endParaRPr lang="en-US" sz="900" dirty="0"/>
          </a:p>
        </p:txBody>
      </p:sp>
      <p:sp>
        <p:nvSpPr>
          <p:cNvPr id="31" name="shape:031"/>
          <p:cNvSpPr/>
          <p:nvPr/>
        </p:nvSpPr>
        <p:spPr>
          <a:xfrm>
            <a:off x="7277976" y="2542032"/>
            <a:ext cx="182880" cy="164592"/>
          </a:xfrm>
          <a:prstGeom prst="triangle">
            <a:avLst/>
          </a:prstGeom>
          <a:solidFill>
            <a:srgbClr val="071B2C"/>
          </a:solidFill>
          <a:ln/>
        </p:spPr>
        <p:txBody>
          <a:bodyPr>
            <a:noAutofit/>
          </a:bodyPr>
          <a:p/>
        </p:txBody>
      </p:sp>
      <p:sp>
        <p:nvSpPr>
          <p:cNvPr id="32" name="shape:032"/>
          <p:cNvSpPr/>
          <p:nvPr/>
        </p:nvSpPr>
        <p:spPr>
          <a:xfrm>
            <a:off x="6500736"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071B2C"/>
                </a:solidFill>
                <a:latin typeface="Yu Gothic" pitchFamily="34" charset="0"/>
                <a:ea typeface="Yu Gothic" pitchFamily="34" charset="-122"/>
                <a:cs typeface="Yu Gothic" pitchFamily="34" charset="-120"/>
              </a:rPr>
              <a:t>項目17</a:t>
            </a:r>
            <a:endParaRPr lang="en-US" sz="900" dirty="0"/>
          </a:p>
        </p:txBody>
      </p:sp>
      <p:sp>
        <p:nvSpPr>
          <p:cNvPr id="33" name="shape:033"/>
          <p:cNvSpPr/>
          <p:nvPr/>
        </p:nvSpPr>
        <p:spPr>
          <a:xfrm>
            <a:off x="9237764" y="2542032"/>
            <a:ext cx="182880" cy="164592"/>
          </a:xfrm>
          <a:prstGeom prst="triangle">
            <a:avLst/>
          </a:prstGeom>
          <a:solidFill>
            <a:srgbClr val="071B2C"/>
          </a:solidFill>
          <a:ln/>
        </p:spPr>
        <p:txBody>
          <a:bodyPr>
            <a:noAutofit/>
          </a:bodyPr>
          <a:p/>
        </p:txBody>
      </p:sp>
      <p:sp>
        <p:nvSpPr>
          <p:cNvPr id="34" name="shape:034"/>
          <p:cNvSpPr/>
          <p:nvPr/>
        </p:nvSpPr>
        <p:spPr>
          <a:xfrm>
            <a:off x="8460524"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071B2C"/>
                </a:solidFill>
                <a:latin typeface="Yu Gothic" pitchFamily="34" charset="0"/>
                <a:ea typeface="Yu Gothic" pitchFamily="34" charset="-122"/>
                <a:cs typeface="Yu Gothic" pitchFamily="34" charset="-120"/>
              </a:rPr>
              <a:t>項目18</a:t>
            </a:r>
            <a:endParaRPr lang="en-US" sz="900" dirty="0"/>
          </a:p>
        </p:txBody>
      </p:sp>
      <p:sp>
        <p:nvSpPr>
          <p:cNvPr id="35" name="shape:035"/>
          <p:cNvSpPr/>
          <p:nvPr/>
        </p:nvSpPr>
        <p:spPr>
          <a:xfrm>
            <a:off x="11197552" y="2542032"/>
            <a:ext cx="182880" cy="164592"/>
          </a:xfrm>
          <a:prstGeom prst="triangle">
            <a:avLst/>
          </a:prstGeom>
          <a:solidFill>
            <a:srgbClr val="071B2C"/>
          </a:solidFill>
          <a:ln/>
        </p:spPr>
        <p:txBody>
          <a:bodyPr>
            <a:noAutofit/>
          </a:bodyPr>
          <a:p/>
        </p:txBody>
      </p:sp>
      <p:sp>
        <p:nvSpPr>
          <p:cNvPr id="36" name="shape:036"/>
          <p:cNvSpPr/>
          <p:nvPr/>
        </p:nvSpPr>
        <p:spPr>
          <a:xfrm>
            <a:off x="10420312"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071B2C"/>
                </a:solidFill>
                <a:latin typeface="Yu Gothic" pitchFamily="34" charset="0"/>
                <a:ea typeface="Yu Gothic" pitchFamily="34" charset="-122"/>
                <a:cs typeface="Yu Gothic" pitchFamily="34" charset="-120"/>
              </a:rPr>
              <a:t>項目19</a:t>
            </a:r>
            <a:endParaRPr lang="en-US" sz="900" dirty="0"/>
          </a:p>
        </p:txBody>
      </p:sp>
      <p:sp>
        <p:nvSpPr>
          <p:cNvPr id="37" name="shape:037"/>
          <p:cNvSpPr/>
          <p:nvPr/>
        </p:nvSpPr>
        <p:spPr>
          <a:xfrm>
            <a:off x="4429735" y="2468880"/>
            <a:ext cx="0" cy="3739896"/>
          </a:xfrm>
          <a:prstGeom prst="line">
            <a:avLst/>
          </a:prstGeom>
          <a:noFill/>
          <a:ln w="5080">
            <a:solidFill>
              <a:srgbClr val="D9DCDF"/>
            </a:solidFill>
            <a:prstDash val="solid"/>
          </a:ln>
        </p:spPr>
        <p:txBody>
          <a:bodyPr>
            <a:noAutofit/>
          </a:bodyPr>
          <a:p/>
        </p:txBody>
      </p:sp>
      <p:sp>
        <p:nvSpPr>
          <p:cNvPr id="38" name="shape:038"/>
          <p:cNvSpPr/>
          <p:nvPr/>
        </p:nvSpPr>
        <p:spPr>
          <a:xfrm>
            <a:off x="5082997" y="2468880"/>
            <a:ext cx="0" cy="3739896"/>
          </a:xfrm>
          <a:prstGeom prst="line">
            <a:avLst/>
          </a:prstGeom>
          <a:noFill/>
          <a:ln w="5080">
            <a:solidFill>
              <a:srgbClr val="D9DCDF"/>
            </a:solidFill>
            <a:prstDash val="solid"/>
          </a:ln>
        </p:spPr>
        <p:txBody>
          <a:bodyPr>
            <a:noAutofit/>
          </a:bodyPr>
          <a:p/>
        </p:txBody>
      </p:sp>
      <p:sp>
        <p:nvSpPr>
          <p:cNvPr id="39" name="shape:039"/>
          <p:cNvSpPr/>
          <p:nvPr/>
        </p:nvSpPr>
        <p:spPr>
          <a:xfrm>
            <a:off x="5736260" y="2468880"/>
            <a:ext cx="0" cy="3739896"/>
          </a:xfrm>
          <a:prstGeom prst="line">
            <a:avLst/>
          </a:prstGeom>
          <a:noFill/>
          <a:ln w="5080">
            <a:solidFill>
              <a:srgbClr val="D9DCDF"/>
            </a:solidFill>
            <a:prstDash val="solid"/>
          </a:ln>
        </p:spPr>
        <p:txBody>
          <a:bodyPr>
            <a:noAutofit/>
          </a:bodyPr>
          <a:p/>
        </p:txBody>
      </p:sp>
      <p:sp>
        <p:nvSpPr>
          <p:cNvPr id="40" name="shape:040"/>
          <p:cNvSpPr/>
          <p:nvPr/>
        </p:nvSpPr>
        <p:spPr>
          <a:xfrm>
            <a:off x="6389522" y="2468880"/>
            <a:ext cx="0" cy="3739896"/>
          </a:xfrm>
          <a:prstGeom prst="line">
            <a:avLst/>
          </a:prstGeom>
          <a:noFill/>
          <a:ln w="5080">
            <a:solidFill>
              <a:srgbClr val="D9DCDF"/>
            </a:solidFill>
            <a:prstDash val="solid"/>
          </a:ln>
        </p:spPr>
        <p:txBody>
          <a:bodyPr>
            <a:noAutofit/>
          </a:bodyPr>
          <a:p/>
        </p:txBody>
      </p:sp>
      <p:sp>
        <p:nvSpPr>
          <p:cNvPr id="41" name="shape:041"/>
          <p:cNvSpPr/>
          <p:nvPr/>
        </p:nvSpPr>
        <p:spPr>
          <a:xfrm>
            <a:off x="7042785" y="2468880"/>
            <a:ext cx="0" cy="3739896"/>
          </a:xfrm>
          <a:prstGeom prst="line">
            <a:avLst/>
          </a:prstGeom>
          <a:noFill/>
          <a:ln w="5080">
            <a:solidFill>
              <a:srgbClr val="D9DCDF"/>
            </a:solidFill>
            <a:prstDash val="solid"/>
          </a:ln>
        </p:spPr>
        <p:txBody>
          <a:bodyPr>
            <a:noAutofit/>
          </a:bodyPr>
          <a:p/>
        </p:txBody>
      </p:sp>
      <p:sp>
        <p:nvSpPr>
          <p:cNvPr id="42" name="shape:042"/>
          <p:cNvSpPr/>
          <p:nvPr/>
        </p:nvSpPr>
        <p:spPr>
          <a:xfrm>
            <a:off x="7696048" y="2468880"/>
            <a:ext cx="0" cy="3739896"/>
          </a:xfrm>
          <a:prstGeom prst="line">
            <a:avLst/>
          </a:prstGeom>
          <a:noFill/>
          <a:ln w="5080">
            <a:solidFill>
              <a:srgbClr val="D9DCDF"/>
            </a:solidFill>
            <a:prstDash val="solid"/>
          </a:ln>
        </p:spPr>
        <p:txBody>
          <a:bodyPr>
            <a:noAutofit/>
          </a:bodyPr>
          <a:p/>
        </p:txBody>
      </p:sp>
      <p:sp>
        <p:nvSpPr>
          <p:cNvPr id="43" name="shape:043"/>
          <p:cNvSpPr/>
          <p:nvPr/>
        </p:nvSpPr>
        <p:spPr>
          <a:xfrm>
            <a:off x="8349310" y="2468880"/>
            <a:ext cx="0" cy="3739896"/>
          </a:xfrm>
          <a:prstGeom prst="line">
            <a:avLst/>
          </a:prstGeom>
          <a:noFill/>
          <a:ln w="5080">
            <a:solidFill>
              <a:srgbClr val="D9DCDF"/>
            </a:solidFill>
            <a:prstDash val="solid"/>
          </a:ln>
        </p:spPr>
        <p:txBody>
          <a:bodyPr>
            <a:noAutofit/>
          </a:bodyPr>
          <a:p/>
        </p:txBody>
      </p:sp>
      <p:sp>
        <p:nvSpPr>
          <p:cNvPr id="44" name="shape:044"/>
          <p:cNvSpPr/>
          <p:nvPr/>
        </p:nvSpPr>
        <p:spPr>
          <a:xfrm>
            <a:off x="9002573" y="2468880"/>
            <a:ext cx="0" cy="3739896"/>
          </a:xfrm>
          <a:prstGeom prst="line">
            <a:avLst/>
          </a:prstGeom>
          <a:noFill/>
          <a:ln w="5080">
            <a:solidFill>
              <a:srgbClr val="D9DCDF"/>
            </a:solidFill>
            <a:prstDash val="solid"/>
          </a:ln>
        </p:spPr>
        <p:txBody>
          <a:bodyPr>
            <a:noAutofit/>
          </a:bodyPr>
          <a:p/>
        </p:txBody>
      </p:sp>
      <p:sp>
        <p:nvSpPr>
          <p:cNvPr id="45" name="shape:045"/>
          <p:cNvSpPr/>
          <p:nvPr/>
        </p:nvSpPr>
        <p:spPr>
          <a:xfrm>
            <a:off x="9655835" y="2468880"/>
            <a:ext cx="0" cy="3739896"/>
          </a:xfrm>
          <a:prstGeom prst="line">
            <a:avLst/>
          </a:prstGeom>
          <a:noFill/>
          <a:ln w="5080">
            <a:solidFill>
              <a:srgbClr val="D9DCDF"/>
            </a:solidFill>
            <a:prstDash val="solid"/>
          </a:ln>
        </p:spPr>
        <p:txBody>
          <a:bodyPr>
            <a:noAutofit/>
          </a:bodyPr>
          <a:p/>
        </p:txBody>
      </p:sp>
      <p:sp>
        <p:nvSpPr>
          <p:cNvPr id="46" name="shape:046"/>
          <p:cNvSpPr/>
          <p:nvPr/>
        </p:nvSpPr>
        <p:spPr>
          <a:xfrm>
            <a:off x="10309098" y="2468880"/>
            <a:ext cx="0" cy="3739896"/>
          </a:xfrm>
          <a:prstGeom prst="line">
            <a:avLst/>
          </a:prstGeom>
          <a:noFill/>
          <a:ln w="5080">
            <a:solidFill>
              <a:srgbClr val="D9DCDF"/>
            </a:solidFill>
            <a:prstDash val="solid"/>
          </a:ln>
        </p:spPr>
        <p:txBody>
          <a:bodyPr>
            <a:noAutofit/>
          </a:bodyPr>
          <a:p/>
        </p:txBody>
      </p:sp>
      <p:sp>
        <p:nvSpPr>
          <p:cNvPr id="47" name="shape:047"/>
          <p:cNvSpPr/>
          <p:nvPr/>
        </p:nvSpPr>
        <p:spPr>
          <a:xfrm>
            <a:off x="10962361" y="2468880"/>
            <a:ext cx="0" cy="3739896"/>
          </a:xfrm>
          <a:prstGeom prst="line">
            <a:avLst/>
          </a:prstGeom>
          <a:noFill/>
          <a:ln w="5080">
            <a:solidFill>
              <a:srgbClr val="D9DCDF"/>
            </a:solidFill>
            <a:prstDash val="solid"/>
          </a:ln>
        </p:spPr>
        <p:txBody>
          <a:bodyPr>
            <a:noAutofit/>
          </a:bodyPr>
          <a:p/>
        </p:txBody>
      </p:sp>
      <p:sp>
        <p:nvSpPr>
          <p:cNvPr id="48" name="shape:048"/>
          <p:cNvSpPr/>
          <p:nvPr/>
        </p:nvSpPr>
        <p:spPr>
          <a:xfrm>
            <a:off x="576072" y="3017520"/>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項目20</a:t>
            </a:r>
            <a:endParaRPr lang="en-US" sz="1200" dirty="0"/>
          </a:p>
        </p:txBody>
      </p:sp>
      <p:sp>
        <p:nvSpPr>
          <p:cNvPr id="49" name="shape:049"/>
          <p:cNvSpPr/>
          <p:nvPr/>
        </p:nvSpPr>
        <p:spPr>
          <a:xfrm>
            <a:off x="576072" y="3017520"/>
            <a:ext cx="11039551" cy="0"/>
          </a:xfrm>
          <a:prstGeom prst="line">
            <a:avLst/>
          </a:prstGeom>
          <a:noFill/>
          <a:ln w="10160">
            <a:solidFill>
              <a:srgbClr val="071B2C"/>
            </a:solidFill>
            <a:prstDash val="solid"/>
          </a:ln>
        </p:spPr>
        <p:txBody>
          <a:bodyPr>
            <a:noAutofit/>
          </a:bodyPr>
          <a:p/>
        </p:txBody>
      </p:sp>
      <p:sp>
        <p:nvSpPr>
          <p:cNvPr id="50" name="shape:050"/>
          <p:cNvSpPr/>
          <p:nvPr/>
        </p:nvSpPr>
        <p:spPr>
          <a:xfrm>
            <a:off x="1947672" y="3017520"/>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項目21</a:t>
            </a:r>
            <a:endParaRPr lang="en-US" sz="1050" dirty="0"/>
          </a:p>
        </p:txBody>
      </p:sp>
      <p:sp>
        <p:nvSpPr>
          <p:cNvPr id="51" name="shape:051"/>
          <p:cNvSpPr/>
          <p:nvPr/>
        </p:nvSpPr>
        <p:spPr>
          <a:xfrm>
            <a:off x="3813048" y="3144883"/>
            <a:ext cx="580110" cy="201168"/>
          </a:xfrm>
          <a:prstGeom prst="rect">
            <a:avLst/>
          </a:prstGeom>
          <a:solidFill>
            <a:srgbClr val="79C8DC"/>
          </a:solidFill>
          <a:ln/>
        </p:spPr>
        <p:txBody>
          <a:bodyPr>
            <a:noAutofit/>
          </a:bodyPr>
          <a:p/>
        </p:txBody>
      </p:sp>
      <p:sp>
        <p:nvSpPr>
          <p:cNvPr id="52" name="shape:052"/>
          <p:cNvSpPr/>
          <p:nvPr/>
        </p:nvSpPr>
        <p:spPr>
          <a:xfrm>
            <a:off x="576072" y="3473414"/>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項目22</a:t>
            </a:r>
            <a:endParaRPr lang="en-US" sz="1200" dirty="0"/>
          </a:p>
        </p:txBody>
      </p:sp>
      <p:sp>
        <p:nvSpPr>
          <p:cNvPr id="53" name="shape:053"/>
          <p:cNvSpPr/>
          <p:nvPr/>
        </p:nvSpPr>
        <p:spPr>
          <a:xfrm>
            <a:off x="576072" y="3473414"/>
            <a:ext cx="11039551" cy="0"/>
          </a:xfrm>
          <a:prstGeom prst="line">
            <a:avLst/>
          </a:prstGeom>
          <a:noFill/>
          <a:ln w="10160">
            <a:solidFill>
              <a:srgbClr val="071B2C"/>
            </a:solidFill>
            <a:prstDash val="solid"/>
          </a:ln>
        </p:spPr>
        <p:txBody>
          <a:bodyPr>
            <a:noAutofit/>
          </a:bodyPr>
          <a:p/>
        </p:txBody>
      </p:sp>
      <p:sp>
        <p:nvSpPr>
          <p:cNvPr id="54" name="shape:054"/>
          <p:cNvSpPr/>
          <p:nvPr/>
        </p:nvSpPr>
        <p:spPr>
          <a:xfrm>
            <a:off x="1947672" y="3473414"/>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項目23</a:t>
            </a:r>
            <a:endParaRPr lang="en-US" sz="1050" dirty="0"/>
          </a:p>
        </p:txBody>
      </p:sp>
      <p:sp>
        <p:nvSpPr>
          <p:cNvPr id="55" name="shape:055"/>
          <p:cNvSpPr/>
          <p:nvPr/>
        </p:nvSpPr>
        <p:spPr>
          <a:xfrm>
            <a:off x="4466310" y="3600777"/>
            <a:ext cx="1233372" cy="201168"/>
          </a:xfrm>
          <a:prstGeom prst="rect">
            <a:avLst/>
          </a:prstGeom>
          <a:solidFill>
            <a:srgbClr val="79C8DC"/>
          </a:solidFill>
          <a:ln/>
        </p:spPr>
        <p:txBody>
          <a:bodyPr>
            <a:noAutofit/>
          </a:bodyPr>
          <a:p/>
        </p:txBody>
      </p:sp>
      <p:sp>
        <p:nvSpPr>
          <p:cNvPr id="56" name="shape:056"/>
          <p:cNvSpPr/>
          <p:nvPr/>
        </p:nvSpPr>
        <p:spPr>
          <a:xfrm>
            <a:off x="576072" y="3929307"/>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項目24</a:t>
            </a:r>
            <a:endParaRPr lang="en-US" sz="1200" dirty="0"/>
          </a:p>
        </p:txBody>
      </p:sp>
      <p:sp>
        <p:nvSpPr>
          <p:cNvPr id="57" name="shape:057"/>
          <p:cNvSpPr/>
          <p:nvPr/>
        </p:nvSpPr>
        <p:spPr>
          <a:xfrm>
            <a:off x="576072" y="3929307"/>
            <a:ext cx="11039551" cy="0"/>
          </a:xfrm>
          <a:prstGeom prst="line">
            <a:avLst/>
          </a:prstGeom>
          <a:noFill/>
          <a:ln w="10160">
            <a:solidFill>
              <a:srgbClr val="071B2C"/>
            </a:solidFill>
            <a:prstDash val="solid"/>
          </a:ln>
        </p:spPr>
        <p:txBody>
          <a:bodyPr>
            <a:noAutofit/>
          </a:bodyPr>
          <a:p/>
        </p:txBody>
      </p:sp>
      <p:sp>
        <p:nvSpPr>
          <p:cNvPr id="58" name="shape:058"/>
          <p:cNvSpPr/>
          <p:nvPr/>
        </p:nvSpPr>
        <p:spPr>
          <a:xfrm>
            <a:off x="1947672" y="3929307"/>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項目25</a:t>
            </a:r>
            <a:endParaRPr lang="en-US" sz="1050" dirty="0"/>
          </a:p>
        </p:txBody>
      </p:sp>
      <p:sp>
        <p:nvSpPr>
          <p:cNvPr id="59" name="shape:059"/>
          <p:cNvSpPr/>
          <p:nvPr/>
        </p:nvSpPr>
        <p:spPr>
          <a:xfrm>
            <a:off x="5119572" y="4056670"/>
            <a:ext cx="580110" cy="201168"/>
          </a:xfrm>
          <a:prstGeom prst="rect">
            <a:avLst/>
          </a:prstGeom>
          <a:solidFill>
            <a:srgbClr val="1E5F8C"/>
          </a:solidFill>
          <a:ln/>
        </p:spPr>
        <p:txBody>
          <a:bodyPr>
            <a:noAutofit/>
          </a:bodyPr>
          <a:p/>
        </p:txBody>
      </p:sp>
      <p:sp>
        <p:nvSpPr>
          <p:cNvPr id="60" name="shape:060"/>
          <p:cNvSpPr/>
          <p:nvPr/>
        </p:nvSpPr>
        <p:spPr>
          <a:xfrm>
            <a:off x="576072" y="4385201"/>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項目26</a:t>
            </a:r>
            <a:endParaRPr lang="en-US" sz="1200" dirty="0"/>
          </a:p>
        </p:txBody>
      </p:sp>
      <p:sp>
        <p:nvSpPr>
          <p:cNvPr id="61" name="shape:061"/>
          <p:cNvSpPr/>
          <p:nvPr/>
        </p:nvSpPr>
        <p:spPr>
          <a:xfrm>
            <a:off x="576072" y="4385201"/>
            <a:ext cx="11039551" cy="0"/>
          </a:xfrm>
          <a:prstGeom prst="line">
            <a:avLst/>
          </a:prstGeom>
          <a:noFill/>
          <a:ln w="10160">
            <a:solidFill>
              <a:srgbClr val="071B2C"/>
            </a:solidFill>
            <a:prstDash val="solid"/>
          </a:ln>
        </p:spPr>
        <p:txBody>
          <a:bodyPr>
            <a:noAutofit/>
          </a:bodyPr>
          <a:p/>
        </p:txBody>
      </p:sp>
      <p:sp>
        <p:nvSpPr>
          <p:cNvPr id="62" name="shape:062"/>
          <p:cNvSpPr/>
          <p:nvPr/>
        </p:nvSpPr>
        <p:spPr>
          <a:xfrm>
            <a:off x="1947672" y="4385201"/>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項目27</a:t>
            </a:r>
            <a:endParaRPr lang="en-US" sz="1050" dirty="0"/>
          </a:p>
        </p:txBody>
      </p:sp>
      <p:sp>
        <p:nvSpPr>
          <p:cNvPr id="63" name="shape:063"/>
          <p:cNvSpPr/>
          <p:nvPr/>
        </p:nvSpPr>
        <p:spPr>
          <a:xfrm>
            <a:off x="5772834" y="4512564"/>
            <a:ext cx="1233372" cy="201168"/>
          </a:xfrm>
          <a:prstGeom prst="rect">
            <a:avLst/>
          </a:prstGeom>
          <a:solidFill>
            <a:srgbClr val="1E5F8C"/>
          </a:solidFill>
          <a:ln/>
        </p:spPr>
        <p:txBody>
          <a:bodyPr>
            <a:noAutofit/>
          </a:bodyPr>
          <a:p/>
        </p:txBody>
      </p:sp>
      <p:sp>
        <p:nvSpPr>
          <p:cNvPr id="64" name="shape:064"/>
          <p:cNvSpPr/>
          <p:nvPr/>
        </p:nvSpPr>
        <p:spPr>
          <a:xfrm>
            <a:off x="576072" y="4841095"/>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項目28</a:t>
            </a:r>
            <a:endParaRPr lang="en-US" sz="1200" dirty="0"/>
          </a:p>
        </p:txBody>
      </p:sp>
      <p:sp>
        <p:nvSpPr>
          <p:cNvPr id="65" name="shape:065"/>
          <p:cNvSpPr/>
          <p:nvPr/>
        </p:nvSpPr>
        <p:spPr>
          <a:xfrm>
            <a:off x="576072" y="4841095"/>
            <a:ext cx="11039551" cy="0"/>
          </a:xfrm>
          <a:prstGeom prst="line">
            <a:avLst/>
          </a:prstGeom>
          <a:noFill/>
          <a:ln w="10160">
            <a:solidFill>
              <a:srgbClr val="071B2C"/>
            </a:solidFill>
            <a:prstDash val="solid"/>
          </a:ln>
        </p:spPr>
        <p:txBody>
          <a:bodyPr>
            <a:noAutofit/>
          </a:bodyPr>
          <a:p/>
        </p:txBody>
      </p:sp>
      <p:sp>
        <p:nvSpPr>
          <p:cNvPr id="66" name="shape:066"/>
          <p:cNvSpPr/>
          <p:nvPr/>
        </p:nvSpPr>
        <p:spPr>
          <a:xfrm>
            <a:off x="1947672" y="4841095"/>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項目29</a:t>
            </a:r>
            <a:endParaRPr lang="en-US" sz="1050" dirty="0"/>
          </a:p>
        </p:txBody>
      </p:sp>
      <p:sp>
        <p:nvSpPr>
          <p:cNvPr id="67" name="shape:067"/>
          <p:cNvSpPr/>
          <p:nvPr/>
        </p:nvSpPr>
        <p:spPr>
          <a:xfrm>
            <a:off x="6426096" y="4968458"/>
            <a:ext cx="1233372" cy="201168"/>
          </a:xfrm>
          <a:prstGeom prst="rect">
            <a:avLst/>
          </a:prstGeom>
          <a:solidFill>
            <a:srgbClr val="1E5F8C"/>
          </a:solidFill>
          <a:ln/>
        </p:spPr>
        <p:txBody>
          <a:bodyPr>
            <a:noAutofit/>
          </a:bodyPr>
          <a:p/>
        </p:txBody>
      </p:sp>
      <p:sp>
        <p:nvSpPr>
          <p:cNvPr id="68" name="shape:068"/>
          <p:cNvSpPr/>
          <p:nvPr/>
        </p:nvSpPr>
        <p:spPr>
          <a:xfrm>
            <a:off x="576072" y="5296989"/>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項目30</a:t>
            </a:r>
            <a:endParaRPr lang="en-US" sz="1200" dirty="0"/>
          </a:p>
        </p:txBody>
      </p:sp>
      <p:sp>
        <p:nvSpPr>
          <p:cNvPr id="69" name="shape:069"/>
          <p:cNvSpPr/>
          <p:nvPr/>
        </p:nvSpPr>
        <p:spPr>
          <a:xfrm>
            <a:off x="576072" y="5296989"/>
            <a:ext cx="11039551" cy="0"/>
          </a:xfrm>
          <a:prstGeom prst="line">
            <a:avLst/>
          </a:prstGeom>
          <a:noFill/>
          <a:ln w="10160">
            <a:solidFill>
              <a:srgbClr val="071B2C"/>
            </a:solidFill>
            <a:prstDash val="solid"/>
          </a:ln>
        </p:spPr>
        <p:txBody>
          <a:bodyPr>
            <a:noAutofit/>
          </a:bodyPr>
          <a:p/>
        </p:txBody>
      </p:sp>
      <p:sp>
        <p:nvSpPr>
          <p:cNvPr id="70" name="shape:070"/>
          <p:cNvSpPr/>
          <p:nvPr/>
        </p:nvSpPr>
        <p:spPr>
          <a:xfrm>
            <a:off x="1947672" y="5296989"/>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項目31</a:t>
            </a:r>
            <a:endParaRPr lang="en-US" sz="1050" dirty="0"/>
          </a:p>
        </p:txBody>
      </p:sp>
      <p:sp>
        <p:nvSpPr>
          <p:cNvPr id="71" name="shape:071"/>
          <p:cNvSpPr/>
          <p:nvPr/>
        </p:nvSpPr>
        <p:spPr>
          <a:xfrm>
            <a:off x="9039144" y="5424351"/>
            <a:ext cx="1233372" cy="201168"/>
          </a:xfrm>
          <a:prstGeom prst="rect">
            <a:avLst/>
          </a:prstGeom>
          <a:solidFill>
            <a:srgbClr val="071B2C"/>
          </a:solidFill>
          <a:ln/>
        </p:spPr>
        <p:txBody>
          <a:bodyPr>
            <a:noAutofit/>
          </a:bodyPr>
          <a:p/>
        </p:txBody>
      </p:sp>
      <p:sp>
        <p:nvSpPr>
          <p:cNvPr id="72" name="shape:072"/>
          <p:cNvSpPr/>
          <p:nvPr/>
        </p:nvSpPr>
        <p:spPr>
          <a:xfrm>
            <a:off x="576072" y="5752882"/>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071B2C"/>
                </a:solidFill>
                <a:latin typeface="Yu Gothic" pitchFamily="34" charset="0"/>
                <a:ea typeface="Yu Gothic" pitchFamily="34" charset="-122"/>
                <a:cs typeface="Yu Gothic" pitchFamily="34" charset="-120"/>
              </a:rPr>
              <a:t>項目32</a:t>
            </a:r>
            <a:endParaRPr lang="en-US" sz="1200" dirty="0"/>
          </a:p>
        </p:txBody>
      </p:sp>
      <p:sp>
        <p:nvSpPr>
          <p:cNvPr id="73" name="shape:073"/>
          <p:cNvSpPr/>
          <p:nvPr/>
        </p:nvSpPr>
        <p:spPr>
          <a:xfrm>
            <a:off x="576072" y="5752882"/>
            <a:ext cx="11039551" cy="0"/>
          </a:xfrm>
          <a:prstGeom prst="line">
            <a:avLst/>
          </a:prstGeom>
          <a:noFill/>
          <a:ln w="10160">
            <a:solidFill>
              <a:srgbClr val="071B2C"/>
            </a:solidFill>
            <a:prstDash val="solid"/>
          </a:ln>
        </p:spPr>
        <p:txBody>
          <a:bodyPr>
            <a:noAutofit/>
          </a:bodyPr>
          <a:p/>
        </p:txBody>
      </p:sp>
      <p:sp>
        <p:nvSpPr>
          <p:cNvPr id="74" name="shape:074"/>
          <p:cNvSpPr/>
          <p:nvPr/>
        </p:nvSpPr>
        <p:spPr>
          <a:xfrm>
            <a:off x="1947672" y="5752882"/>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071B2C"/>
                </a:solidFill>
                <a:latin typeface="Yu Gothic" pitchFamily="34" charset="0"/>
                <a:ea typeface="Yu Gothic" pitchFamily="34" charset="-122"/>
                <a:cs typeface="Yu Gothic" pitchFamily="34" charset="-120"/>
              </a:rPr>
              <a:t>項目33</a:t>
            </a:r>
            <a:endParaRPr lang="en-US" sz="1050" dirty="0"/>
          </a:p>
        </p:txBody>
      </p:sp>
      <p:sp>
        <p:nvSpPr>
          <p:cNvPr id="75" name="shape:075"/>
          <p:cNvSpPr/>
          <p:nvPr/>
        </p:nvSpPr>
        <p:spPr>
          <a:xfrm>
            <a:off x="10345668" y="5880245"/>
            <a:ext cx="1233372" cy="201168"/>
          </a:xfrm>
          <a:prstGeom prst="rightArrow">
            <a:avLst/>
          </a:prstGeom>
          <a:solidFill>
            <a:srgbClr val="071B2C"/>
          </a:solidFill>
          <a:ln/>
        </p:spPr>
        <p:txBody>
          <a:bodyPr>
            <a:noAutofit/>
          </a:bodyPr>
          <a:p/>
        </p:txBody>
      </p:sp>
      <p:sp>
        <p:nvSpPr>
          <p:cNvPr id="7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m35</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意思決定ページ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62</a:t>
            </a:r>
            <a:endParaRPr lang="en-US" sz="750" dirty="0"/>
          </a:p>
        </p:txBody>
      </p:sp>
      <p:sp>
        <p:nvSpPr>
          <p:cNvPr id="10" name="shape:010"/>
          <p:cNvSpPr/>
          <p:nvPr/>
        </p:nvSpPr>
        <p:spPr>
          <a:xfrm>
            <a:off x="576072" y="2894076"/>
            <a:ext cx="5212080" cy="0"/>
          </a:xfrm>
          <a:prstGeom prst="line">
            <a:avLst/>
          </a:prstGeom>
          <a:noFill/>
          <a:ln w="27940">
            <a:solidFill>
              <a:srgbClr val="1E5F8C"/>
            </a:solidFill>
            <a:prstDash val="solid"/>
          </a:ln>
        </p:spPr>
        <p:txBody>
          <a:bodyPr>
            <a:noAutofit/>
          </a:bodyPr>
          <a:p/>
        </p:txBody>
      </p:sp>
      <p:sp>
        <p:nvSpPr>
          <p:cNvPr id="11" name="shape:011"/>
          <p:cNvSpPr/>
          <p:nvPr/>
        </p:nvSpPr>
        <p:spPr>
          <a:xfrm>
            <a:off x="576072" y="3104388"/>
            <a:ext cx="2194560" cy="219456"/>
          </a:xfrm>
          <a:prstGeom prst="rect">
            <a:avLst/>
          </a:prstGeom>
          <a:noFill/>
          <a:ln/>
        </p:spPr>
        <p:txBody>
          <a:bodyPr wrap="square" lIns="381" tIns="381" rIns="381" bIns="381" rtlCol="0" anchor="t">
            <a:noAutofit/>
          </a:bodyPr>
          <a:lstStyle/>
          <a:p>
            <a:pPr algn="l" indent="0" marL="0">
              <a:buNone/>
            </a:pPr>
            <a:r>
              <a:rPr lang="en-US" sz="1050" b="1" dirty="0">
                <a:solidFill>
                  <a:srgbClr val="666B70"/>
                </a:solidFill>
                <a:latin typeface="Yu Gothic" pitchFamily="34" charset="0"/>
                <a:ea typeface="Yu Gothic" pitchFamily="34" charset="-122"/>
                <a:cs typeface="Yu Gothic" pitchFamily="34" charset="-120"/>
              </a:rPr>
              <a:t>推奨する意思決定</a:t>
            </a:r>
            <a:endParaRPr lang="en-US" sz="1050" dirty="0"/>
          </a:p>
        </p:txBody>
      </p:sp>
      <p:sp>
        <p:nvSpPr>
          <p:cNvPr id="12" name="shape:012"/>
          <p:cNvSpPr/>
          <p:nvPr/>
        </p:nvSpPr>
        <p:spPr>
          <a:xfrm>
            <a:off x="576072" y="3470148"/>
            <a:ext cx="5303520" cy="1371600"/>
          </a:xfrm>
          <a:prstGeom prst="rect">
            <a:avLst/>
          </a:prstGeom>
          <a:noFill/>
          <a:ln/>
        </p:spPr>
        <p:txBody>
          <a:bodyPr wrap="square" lIns="381" tIns="381" rIns="381" bIns="381" rtlCol="0" anchor="t">
            <a:noAutofit/>
          </a:bodyPr>
          <a:lstStyle/>
          <a:p>
            <a:pPr algn="l" indent="0" marL="0">
              <a:buNone/>
            </a:pPr>
            <a:r>
              <a:rPr lang="en-US" sz="2200" b="1" dirty="0">
                <a:solidFill>
                  <a:srgbClr val="071B2C"/>
                </a:solidFill>
                <a:latin typeface="Yu Gothic" pitchFamily="34" charset="0"/>
                <a:ea typeface="Yu Gothic" pitchFamily="34" charset="-122"/>
                <a:cs typeface="Yu Gothic" pitchFamily="34" charset="-120"/>
              </a:rPr>
              <a:t>記載例1</a:t>
            </a:r>
            <a:endParaRPr lang="en-US" sz="2200" dirty="0"/>
          </a:p>
        </p:txBody>
      </p:sp>
      <p:sp>
        <p:nvSpPr>
          <p:cNvPr id="13" name="shape:013"/>
          <p:cNvSpPr/>
          <p:nvPr/>
        </p:nvSpPr>
        <p:spPr>
          <a:xfrm>
            <a:off x="6217920" y="2921508"/>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1</a:t>
            </a:r>
            <a:endParaRPr lang="en-US" sz="1600" dirty="0"/>
          </a:p>
        </p:txBody>
      </p:sp>
      <p:sp>
        <p:nvSpPr>
          <p:cNvPr id="14" name="shape:014"/>
          <p:cNvSpPr/>
          <p:nvPr/>
        </p:nvSpPr>
        <p:spPr>
          <a:xfrm>
            <a:off x="6720840" y="2921508"/>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071B2C"/>
                </a:solidFill>
                <a:latin typeface="Yu Gothic" pitchFamily="34" charset="0"/>
                <a:ea typeface="Yu Gothic" pitchFamily="34" charset="-122"/>
                <a:cs typeface="Yu Gothic" pitchFamily="34" charset="-120"/>
              </a:rPr>
              <a:t>記載例2</a:t>
            </a:r>
            <a:endParaRPr lang="en-US" sz="1350" dirty="0"/>
          </a:p>
        </p:txBody>
      </p:sp>
      <p:sp>
        <p:nvSpPr>
          <p:cNvPr id="15" name="shape:015"/>
          <p:cNvSpPr/>
          <p:nvPr/>
        </p:nvSpPr>
        <p:spPr>
          <a:xfrm>
            <a:off x="6172200" y="3406140"/>
            <a:ext cx="5074920" cy="0"/>
          </a:xfrm>
          <a:prstGeom prst="line">
            <a:avLst/>
          </a:prstGeom>
          <a:noFill/>
          <a:ln w="6350">
            <a:solidFill>
              <a:srgbClr val="D9DCDF"/>
            </a:solidFill>
            <a:prstDash val="solid"/>
          </a:ln>
        </p:spPr>
        <p:txBody>
          <a:bodyPr>
            <a:noAutofit/>
          </a:bodyPr>
          <a:p/>
        </p:txBody>
      </p:sp>
      <p:sp>
        <p:nvSpPr>
          <p:cNvPr id="16" name="shape:016"/>
          <p:cNvSpPr/>
          <p:nvPr/>
        </p:nvSpPr>
        <p:spPr>
          <a:xfrm>
            <a:off x="6217920" y="3634740"/>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2</a:t>
            </a:r>
            <a:endParaRPr lang="en-US" sz="1600" dirty="0"/>
          </a:p>
        </p:txBody>
      </p:sp>
      <p:sp>
        <p:nvSpPr>
          <p:cNvPr id="17" name="shape:017"/>
          <p:cNvSpPr/>
          <p:nvPr/>
        </p:nvSpPr>
        <p:spPr>
          <a:xfrm>
            <a:off x="6720840" y="3634740"/>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071B2C"/>
                </a:solidFill>
                <a:latin typeface="Yu Gothic" pitchFamily="34" charset="0"/>
                <a:ea typeface="Yu Gothic" pitchFamily="34" charset="-122"/>
                <a:cs typeface="Yu Gothic" pitchFamily="34" charset="-120"/>
              </a:rPr>
              <a:t>記載例3</a:t>
            </a:r>
            <a:endParaRPr lang="en-US" sz="1350" dirty="0"/>
          </a:p>
        </p:txBody>
      </p:sp>
      <p:sp>
        <p:nvSpPr>
          <p:cNvPr id="18" name="shape:018"/>
          <p:cNvSpPr/>
          <p:nvPr/>
        </p:nvSpPr>
        <p:spPr>
          <a:xfrm>
            <a:off x="6172200" y="4119372"/>
            <a:ext cx="5074920" cy="0"/>
          </a:xfrm>
          <a:prstGeom prst="line">
            <a:avLst/>
          </a:prstGeom>
          <a:noFill/>
          <a:ln w="6350">
            <a:solidFill>
              <a:srgbClr val="D9DCDF"/>
            </a:solidFill>
            <a:prstDash val="solid"/>
          </a:ln>
        </p:spPr>
        <p:txBody>
          <a:bodyPr>
            <a:noAutofit/>
          </a:bodyPr>
          <a:p/>
        </p:txBody>
      </p:sp>
      <p:sp>
        <p:nvSpPr>
          <p:cNvPr id="19" name="shape:019"/>
          <p:cNvSpPr/>
          <p:nvPr/>
        </p:nvSpPr>
        <p:spPr>
          <a:xfrm>
            <a:off x="6217920" y="4347972"/>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1E5F8C"/>
                </a:solidFill>
                <a:latin typeface="Yu Gothic" pitchFamily="34" charset="0"/>
                <a:ea typeface="Yu Gothic" pitchFamily="34" charset="-122"/>
                <a:cs typeface="Yu Gothic" pitchFamily="34" charset="-120"/>
              </a:rPr>
              <a:t>3</a:t>
            </a:r>
            <a:endParaRPr lang="en-US" sz="1600" dirty="0"/>
          </a:p>
        </p:txBody>
      </p:sp>
      <p:sp>
        <p:nvSpPr>
          <p:cNvPr id="20" name="shape:020"/>
          <p:cNvSpPr/>
          <p:nvPr/>
        </p:nvSpPr>
        <p:spPr>
          <a:xfrm>
            <a:off x="6720840" y="4347972"/>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071B2C"/>
                </a:solidFill>
                <a:latin typeface="Yu Gothic" pitchFamily="34" charset="0"/>
                <a:ea typeface="Yu Gothic" pitchFamily="34" charset="-122"/>
                <a:cs typeface="Yu Gothic" pitchFamily="34" charset="-120"/>
              </a:rPr>
              <a:t>記載例4</a:t>
            </a:r>
            <a:endParaRPr lang="en-US" sz="1350" dirty="0"/>
          </a:p>
        </p:txBody>
      </p:sp>
      <p:sp>
        <p:nvSpPr>
          <p:cNvPr id="21" name="shape:021"/>
          <p:cNvSpPr/>
          <p:nvPr/>
        </p:nvSpPr>
        <p:spPr>
          <a:xfrm>
            <a:off x="6172200" y="4832604"/>
            <a:ext cx="5074920" cy="0"/>
          </a:xfrm>
          <a:prstGeom prst="line">
            <a:avLst/>
          </a:prstGeom>
          <a:noFill/>
          <a:ln w="6350">
            <a:solidFill>
              <a:srgbClr val="D9DCDF"/>
            </a:solidFill>
            <a:prstDash val="solid"/>
          </a:ln>
        </p:spPr>
        <p:txBody>
          <a:bodyPr>
            <a:noAutofit/>
          </a:bodyPr>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