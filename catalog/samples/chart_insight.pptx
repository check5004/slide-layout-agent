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Sheet1!$A$2:$A$5</c:f>
              <c:strCache>
                <c:ptCount val="4"/>
                <c:pt idx="0">
                  <c:v>項目1</c:v>
                </c:pt>
                <c:pt idx="1">
                  <c:v>項目2</c:v>
                </c:pt>
                <c:pt idx="2">
                  <c:v>項目3</c:v>
                </c:pt>
                <c:pt idx="3">
                  <c:v>項目4</c:v>
                </c:pt>
              </c:strCache>
            </c:strRef>
          </c:cat>
          <c:val>
            <c:numRef>
              <c:f>Sheet1!$B$2:$B$5</c:f>
              <c:numCache>
                <c:formatCode>General</c:formatCode>
                <c:ptCount val="4"/>
                <c:pt idx="0">
                  <c:v>32.0</c:v>
                </c:pt>
                <c:pt idx="1">
                  <c:v>41.0</c:v>
                </c:pt>
                <c:pt idx="2">
                  <c:v>49.0</c:v>
                </c:pt>
                <c:pt idx="3">
                  <c:v>58.0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"chart_insight",</a:t>
            </a:r>
          </a:p>
          <a:p>
            <a:r>
              <a:t>  "variant": "warm",</a:t>
            </a:r>
          </a:p>
          <a:p>
            <a:r>
              <a:t>  "rationale": "Public template fixture; short fictional slot content; no private data.",</a:t>
            </a:r>
          </a:p>
          <a:p>
            <a:r>
              <a:t>  "source_sha256": "535c64e6338acd49a87f011f06e9cecdf704f95e5ed0158fc63ecb5dbb67a335",</a:t>
            </a:r>
          </a:p>
          <a:p>
            <a:r>
              <a:t>  "evidence": [</a:t>
            </a:r>
          </a:p>
          <a:p>
            <a:r>
              <a:t>    {</a:t>
            </a:r>
          </a:p>
          <a:p>
            <a:r>
              <a:t>      "text": "単一チャート＋含意",</a:t>
            </a:r>
          </a:p>
          <a:p>
            <a:r>
              <a:t>      "refs": [</a:t>
            </a:r>
          </a:p>
          <a:p>
            <a:r>
              <a:t>        {</a:t>
            </a:r>
          </a:p>
          <a:p>
            <a:r>
              <a:t>          "source_id": "s001",</a:t>
            </a:r>
          </a:p>
          <a:p>
            <a:r>
              <a:t>          "quote": "単一チャート＋含意"</a:t>
            </a:r>
          </a:p>
          <a:p>
            <a:r>
              <a:t>        }</a:t>
            </a:r>
          </a:p>
          <a:p>
            <a:r>
              <a:t>      ],</a:t>
            </a:r>
          </a:p>
          <a:p>
            <a:r>
              <a:t>      "mode": "verbatim"</a:t>
            </a:r>
          </a:p>
          <a:p>
            <a:r>
              <a:t>    },</a:t>
            </a:r>
          </a:p>
          <a:p>
            <a:r>
              <a:t>    {</a:t>
            </a:r>
          </a:p>
          <a:p>
            <a:r>
              <a:t>      "text": "注：前提・注記を記載 出典：公開見本",</a:t>
            </a:r>
          </a:p>
          <a:p>
            <a:r>
              <a:t>      "refs": [</a:t>
            </a:r>
          </a:p>
          <a:p>
            <a:r>
              <a:t>        {</a:t>
            </a:r>
          </a:p>
          <a:p>
            <a:r>
              <a:t>          "source_id": "s001",</a:t>
            </a:r>
          </a:p>
          <a:p>
            <a:r>
              <a:t>          "quote": "注：前提・注記を記載 出典：公開見本"</a:t>
            </a:r>
          </a:p>
          <a:p>
            <a:r>
              <a:t>        }</a:t>
            </a:r>
          </a:p>
          <a:p>
            <a:r>
              <a:t>      ],</a:t>
            </a:r>
          </a:p>
          <a:p>
            <a:r>
              <a:t>      "mode": "verbatim"</a:t>
            </a:r>
          </a:p>
          <a:p>
            <a:r>
              <a:t>    },</a:t>
            </a:r>
          </a:p>
          <a:p>
            <a:r>
              <a:t>    {</a:t>
            </a:r>
          </a:p>
          <a:p>
            <a:r>
              <a:t>      "text": "指標名、単位",</a:t>
            </a:r>
          </a:p>
          <a:p>
            <a:r>
              <a:t>      "refs": [</a:t>
            </a:r>
          </a:p>
          <a:p>
            <a:r>
              <a:t>        {</a:t>
            </a:r>
          </a:p>
          <a:p>
            <a:r>
              <a:t>          "source_id": "s001",</a:t>
            </a:r>
          </a:p>
          <a:p>
            <a:r>
              <a:t>          "quote": "指標名、単位"</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"指標",</a:t>
            </a:r>
          </a:p>
          <a:p>
            <a:r>
              <a:t>      "refs": [</a:t>
            </a:r>
          </a:p>
          <a:p>
            <a:r>
              <a:t>        {</a:t>
            </a:r>
          </a:p>
          <a:p>
            <a:r>
              <a:t>          "source_id": "s001",</a:t>
            </a:r>
          </a:p>
          <a:p>
            <a:r>
              <a:t>          "quote": "指標"</a:t>
            </a:r>
          </a:p>
          <a:p>
            <a:r>
              <a:t>        }</a:t>
            </a:r>
          </a:p>
          <a:p>
            <a:r>
              <a:t>      ],</a:t>
            </a:r>
          </a:p>
          <a:p>
            <a:r>
              <a:t>      "mode": "verbatim"</a:t>
            </a:r>
          </a:p>
          <a:p>
            <a:r>
              <a:t>    },</a:t>
            </a:r>
          </a:p>
          <a:p>
            <a:r>
              <a:t>    {</a:t>
            </a:r>
          </a:p>
          <a:p>
            <a:r>
              <a:t>      "value": 32.0,</a:t>
            </a:r>
          </a:p>
          <a:p>
            <a:r>
              <a:t>      "refs": [</a:t>
            </a:r>
          </a:p>
          <a:p>
            <a:r>
              <a:t>        {</a:t>
            </a:r>
          </a:p>
          <a:p>
            <a:r>
              <a:t>          "source_id": "s001",</a:t>
            </a:r>
          </a:p>
          <a:p>
            <a:r>
              <a:t>          "quote": "32"</a:t>
            </a:r>
          </a:p>
          <a:p>
            <a:r>
              <a:t>        }</a:t>
            </a:r>
          </a:p>
          <a:p>
            <a:r>
              <a:t>      ]</a:t>
            </a:r>
          </a:p>
          <a:p>
            <a:r>
              <a:t>    },</a:t>
            </a:r>
          </a:p>
          <a:p>
            <a:r>
              <a:t>    {</a:t>
            </a:r>
          </a:p>
          <a:p>
            <a:r>
              <a:t>      "value": 41.0,</a:t>
            </a:r>
          </a:p>
          <a:p>
            <a:r>
              <a:t>      "refs": [</a:t>
            </a:r>
          </a:p>
          <a:p>
            <a:r>
              <a:t>        {</a:t>
            </a:r>
          </a:p>
          <a:p>
            <a:r>
              <a:t>          "source_id": "s001",</a:t>
            </a:r>
          </a:p>
          <a:p>
            <a:r>
              <a:t>          "quote": "41"</a:t>
            </a:r>
          </a:p>
          <a:p>
            <a:r>
              <a:t>        }</a:t>
            </a:r>
          </a:p>
          <a:p>
            <a:r>
              <a:t>      ]</a:t>
            </a:r>
          </a:p>
          <a:p>
            <a:r>
              <a:t>    },</a:t>
            </a:r>
          </a:p>
          <a:p>
            <a:r>
              <a:t>    {</a:t>
            </a:r>
          </a:p>
          <a:p>
            <a:r>
              <a:t>      "value": 49.0,</a:t>
            </a:r>
          </a:p>
          <a:p>
            <a:r>
              <a:t>      "refs": [</a:t>
            </a:r>
          </a:p>
          <a:p>
            <a:r>
              <a:t>        {</a:t>
            </a:r>
          </a:p>
          <a:p>
            <a:r>
              <a:t>          "source_id": "s001",</a:t>
            </a:r>
          </a:p>
          <a:p>
            <a:r>
              <a:t>          "quote": "49"</a:t>
            </a:r>
          </a:p>
          <a:p>
            <a:r>
              <a:t>        }</a:t>
            </a:r>
          </a:p>
          <a:p>
            <a:r>
              <a:t>      ]</a:t>
            </a:r>
          </a:p>
          <a:p>
            <a:r>
              <a:t>    },</a:t>
            </a:r>
          </a:p>
          <a:p>
            <a:r>
              <a:t>    {</a:t>
            </a:r>
          </a:p>
          <a:p>
            <a:r>
              <a:t>      "value": 58.0,</a:t>
            </a:r>
          </a:p>
          <a:p>
            <a:r>
              <a:t>      "refs": [</a:t>
            </a:r>
          </a:p>
          <a:p>
            <a:r>
              <a:t>        {</a:t>
            </a:r>
          </a:p>
          <a:p>
            <a:r>
              <a:t>          "source_id": "s001",</a:t>
            </a:r>
          </a:p>
          <a:p>
            <a:r>
              <a:t>          "quote": "58"</a:t>
            </a:r>
          </a:p>
          <a:p>
            <a:r>
              <a:t>        }</a:t>
            </a:r>
          </a:p>
          <a:p>
            <a:r>
              <a:t>      ]</a:t>
            </a:r>
          </a:p>
          <a:p>
            <a:r>
              <a:t>    }</a:t>
            </a:r>
          </a:p>
          <a:p>
            <a:r>
              <a:t>  ],</a:t>
            </a:r>
          </a:p>
          <a:p>
            <a:r>
              <a:t>  "citations": {</a:t>
            </a:r>
          </a:p>
          <a:p>
            <a:r>
              <a:t>    "s001": "Public MIT sample: templates/freeform_parts_more_16x9.html section 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"2dc662754e058f5519a5303a025327453a6ed47570b919333e7eaf872e73f99c"</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単一チャート＋含意</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注：前提・注記を記載 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920240"/>
            <a:ext cx="6126480" cy="27432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指標名、単位</a:t>
            </a:r>
            <a:endParaRPr lang="en-US" sz="1500" dirty="0"/>
          </a:p>
        </p:txBody>
      </p:sp>
      <p:sp>
        <p:nvSpPr>
          <p:cNvPr id="13" name="shape:013"/>
          <p:cNvSpPr/>
          <p:nvPr/>
        </p:nvSpPr>
        <p:spPr>
          <a:xfrm>
            <a:off x="117043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項目1</a:t>
            </a:r>
            <a:endParaRPr lang="en-US" sz="950" dirty="0"/>
          </a:p>
        </p:txBody>
      </p:sp>
      <p:sp>
        <p:nvSpPr>
          <p:cNvPr id="16" name="shape:016"/>
          <p:cNvSpPr/>
          <p:nvPr/>
        </p:nvSpPr>
        <p:spPr>
          <a:xfrm>
            <a:off x="222199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項目2</a:t>
            </a:r>
            <a:endParaRPr lang="en-US" sz="950" dirty="0"/>
          </a:p>
        </p:txBody>
      </p:sp>
      <p:sp>
        <p:nvSpPr>
          <p:cNvPr id="19" name="shape:019"/>
          <p:cNvSpPr/>
          <p:nvPr/>
        </p:nvSpPr>
        <p:spPr>
          <a:xfrm>
            <a:off x="327355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項目3</a:t>
            </a:r>
            <a:endParaRPr lang="en-US" sz="950" dirty="0"/>
          </a:p>
        </p:txBody>
      </p:sp>
      <p:sp>
        <p:nvSpPr>
          <p:cNvPr id="22" name="shape:022"/>
          <p:cNvSpPr/>
          <p:nvPr/>
        </p:nvSpPr>
        <p:spPr>
          <a:xfrm>
            <a:off x="432511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項目4</a:t>
            </a:r>
            <a:endParaRPr lang="en-US" sz="950" dirty="0"/>
          </a:p>
        </p:txBody>
      </p:sp>
      <p:sp>
        <p:nvSpPr>
          <p:cNvPr id="23" name="shape:023"/>
          <p:cNvSpPr/>
          <p:nvPr/>
        </p:nvSpPr>
        <p:spPr>
          <a:xfrm>
            <a:off x="576072" y="5577840"/>
            <a:ext cx="5760720" cy="0"/>
          </a:xfrm>
          <a:prstGeom prst="line">
            <a:avLst/>
          </a:prstGeom>
          <a:noFill/>
          <a:ln w="12700">
            <a:solidFill>
              <a:srgbClr val="322014"/>
            </a:solidFill>
            <a:prstDash val="solid"/>
          </a:ln>
        </p:spPr>
        <p:txBody>
          <a:bodyPr>
            <a:noAutofit/>
          </a:bodyPr>
          <a:p/>
        </p:txBody>
      </p:sp>
      <p:sp>
        <p:nvSpPr>
          <p:cNvPr id="24" name="shape:024"/>
          <p:cNvSpPr/>
          <p:nvPr/>
        </p:nvSpPr>
        <p:spPr>
          <a:xfrm>
            <a:off x="6858000" y="2057400"/>
            <a:ext cx="0" cy="1417320"/>
          </a:xfrm>
          <a:prstGeom prst="line">
            <a:avLst/>
          </a:prstGeom>
          <a:noFill/>
          <a:ln w="27940">
            <a:solidFill>
              <a:srgbClr val="5A3921"/>
            </a:solidFill>
            <a:prstDash val="solid"/>
          </a:ln>
        </p:spPr>
        <p:txBody>
          <a:bodyPr>
            <a:noAutofit/>
          </a:bodyPr>
          <a:p/>
        </p:txBody>
      </p:sp>
      <p:sp>
        <p:nvSpPr>
          <p:cNvPr id="25" name="shape:025"/>
          <p:cNvSpPr/>
          <p:nvPr/>
        </p:nvSpPr>
        <p:spPr>
          <a:xfrm>
            <a:off x="7059168" y="2057400"/>
            <a:ext cx="4187952" cy="4114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2</a:t>
            </a:r>
            <a:endParaRPr lang="en-US" sz="1500" dirty="0"/>
          </a:p>
        </p:txBody>
      </p:sp>
      <p:sp>
        <p:nvSpPr>
          <p:cNvPr id="26" name="shape:026"/>
          <p:cNvSpPr/>
          <p:nvPr/>
        </p:nvSpPr>
        <p:spPr>
          <a:xfrm>
            <a:off x="7059168" y="2560320"/>
            <a:ext cx="4187952" cy="914400"/>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記載例1</a:t>
            </a:r>
            <a:endParaRPr lang="en-US" sz="1350" dirty="0"/>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graphicFrame>
        <p:nvGraphicFramePr>
          <p:cNvPr id="28" name="shape:028"/>
          <p:cNvGraphicFramePr>
            <a:graphicFrameLocks noGrp="1"/>
          </p:cNvGraphicFramePr>
          <p:nvPr/>
        </p:nvGraphicFramePr>
        <p:xfrm>
          <a:off x="1143000" y="2423160"/>
          <a:ext cx="4206240" cy="320040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