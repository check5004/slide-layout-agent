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"chevron_rail",</a:t>
            </a:r>
          </a:p>
          <a:p>
            <a:r>
              <a:t>  "variant": "warm",</a:t>
            </a:r>
          </a:p>
          <a:p>
            <a:r>
              <a:t>  "rationale": "Public template fixture; short fictional slot content; no private data.",</a:t>
            </a:r>
          </a:p>
          <a:p>
            <a:r>
              <a:t>  "source_sha256": "12d0e648d12fb5d32e3fa001086c86255f3a75e093eaaf19b5b3e0080d7a3129",</a:t>
            </a:r>
          </a:p>
          <a:p>
            <a:r>
              <a:t>  "evidence": [</a:t>
            </a:r>
          </a:p>
          <a:p>
            <a:r>
              <a:t>    {</a:t>
            </a:r>
          </a:p>
          <a:p>
            <a:r>
              <a:t>      "text": "矢羽の段階（全体像の見出し）",</a:t>
            </a:r>
          </a:p>
          <a:p>
            <a:r>
              <a:t>      "refs": [</a:t>
            </a:r>
          </a:p>
          <a:p>
            <a:r>
              <a:t>        {</a:t>
            </a:r>
          </a:p>
          <a:p>
            <a:r>
              <a:t>          "source_id": "s001",</a:t>
            </a:r>
          </a:p>
          <a:p>
            <a:r>
              <a:t>          "quote": "矢羽の段階（全体像の見出し）"</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"1",</a:t>
            </a:r>
          </a:p>
          <a:p>
            <a:r>
              <a:t>      "refs": [</a:t>
            </a:r>
          </a:p>
          <a:p>
            <a:r>
              <a:t>        {</a:t>
            </a:r>
          </a:p>
          <a:p>
            <a:r>
              <a:t>          "source_id": "s001",</a:t>
            </a:r>
          </a:p>
          <a:p>
            <a:r>
              <a:t>          "quote": "1"</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"2",</a:t>
            </a:r>
          </a:p>
          <a:p>
            <a:r>
              <a:t>      "refs": [</a:t>
            </a:r>
          </a:p>
          <a:p>
            <a:r>
              <a:t>        {</a:t>
            </a:r>
          </a:p>
          <a:p>
            <a:r>
              <a:t>          "source_id": "s001",</a:t>
            </a:r>
          </a:p>
          <a:p>
            <a:r>
              <a:t>          "quote": "2"</a:t>
            </a:r>
          </a:p>
          <a:p>
            <a:r>
              <a:t>        }</a:t>
            </a:r>
          </a:p>
          <a:p>
            <a:r>
              <a:t>      ],</a:t>
            </a:r>
          </a:p>
          <a:p>
            <a:r>
              <a:t>      "mode": "verbatim"</a:t>
            </a:r>
          </a:p>
          <a:p>
            <a:r>
              <a:t>    },</a:t>
            </a:r>
          </a:p>
          <a:p>
            <a:r>
              <a:t>    {</a:t>
            </a:r>
          </a:p>
          <a:p>
            <a:r>
              <a:t>      "text": "見出し 3",</a:t>
            </a:r>
          </a:p>
          <a:p>
            <a:r>
              <a:t>      "refs": [</a:t>
            </a:r>
          </a:p>
          <a:p>
            <a:r>
              <a:t>        {</a:t>
            </a:r>
          </a:p>
          <a:p>
            <a:r>
              <a:t>          "source_id": "s001",</a:t>
            </a:r>
          </a:p>
          <a:p>
            <a:r>
              <a:t>          "quote": "見出し 3"</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"3",</a:t>
            </a:r>
          </a:p>
          <a:p>
            <a:r>
              <a:t>      "refs": [</a:t>
            </a:r>
          </a:p>
          <a:p>
            <a:r>
              <a:t>        {</a:t>
            </a:r>
          </a:p>
          <a:p>
            <a:r>
              <a:t>          "source_id": "s001",</a:t>
            </a:r>
          </a:p>
          <a:p>
            <a:r>
              <a:t>          "quote": "3"</a:t>
            </a:r>
          </a:p>
          <a:p>
            <a:r>
              <a:t>        }</a:t>
            </a:r>
          </a:p>
          <a:p>
            <a:r>
              <a:t>      ],</a:t>
            </a:r>
          </a:p>
          <a:p>
            <a:r>
              <a:t>      "mode": "verbatim"</a:t>
            </a:r>
          </a:p>
          <a:p>
            <a:r>
              <a:t>    },</a:t>
            </a:r>
          </a:p>
          <a:p>
            <a:r>
              <a:t>    {</a:t>
            </a:r>
          </a:p>
          <a:p>
            <a:r>
              <a:t>      "text": "見出し 4",</a:t>
            </a:r>
          </a:p>
          <a:p>
            <a:r>
              <a:t>      "refs": [</a:t>
            </a:r>
          </a:p>
          <a:p>
            <a:r>
              <a:t>        {</a:t>
            </a:r>
          </a:p>
          <a:p>
            <a:r>
              <a:t>          "source_id": "s001",</a:t>
            </a:r>
          </a:p>
          <a:p>
            <a:r>
              <a:t>          "quote": "見出し 4"</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"4",</a:t>
            </a:r>
          </a:p>
          <a:p>
            <a:r>
              <a:t>      "refs": [</a:t>
            </a:r>
          </a:p>
          <a:p>
            <a:r>
              <a:t>        {</a:t>
            </a:r>
          </a:p>
          <a:p>
            <a:r>
              <a:t>          "source_id": "s001",</a:t>
            </a:r>
          </a:p>
          <a:p>
            <a:r>
              <a:t>          "quote": "4"</a:t>
            </a:r>
          </a:p>
          <a:p>
            <a:r>
              <a:t>        }</a:t>
            </a:r>
          </a:p>
          <a:p>
            <a:r>
              <a:t>      ],</a:t>
            </a:r>
          </a:p>
          <a:p>
            <a:r>
              <a:t>      "mode": "verbatim"</a:t>
            </a:r>
          </a:p>
          <a:p>
            <a:r>
              <a:t>    },</a:t>
            </a:r>
          </a:p>
          <a:p>
            <a:r>
              <a:t>    {</a:t>
            </a:r>
          </a:p>
          <a:p>
            <a:r>
              <a:t>      "text": "見出し 5",</a:t>
            </a:r>
          </a:p>
          <a:p>
            <a:r>
              <a:t>      "refs": [</a:t>
            </a:r>
          </a:p>
          <a:p>
            <a:r>
              <a:t>        {</a:t>
            </a:r>
          </a:p>
          <a:p>
            <a:r>
              <a:t>          "source_id": "s001",</a:t>
            </a:r>
          </a:p>
          <a:p>
            <a:r>
              <a:t>          "quote": "見出し 5"</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"5",</a:t>
            </a:r>
          </a:p>
          <a:p>
            <a:r>
              <a:t>      "refs": [</a:t>
            </a:r>
          </a:p>
          <a:p>
            <a:r>
              <a:t>        {</a:t>
            </a:r>
          </a:p>
          <a:p>
            <a:r>
              <a:t>          "source_id": "s001",</a:t>
            </a:r>
          </a:p>
          <a:p>
            <a:r>
              <a:t>          "quote": "5"</a:t>
            </a:r>
          </a:p>
          <a:p>
            <a:r>
              <a:t>        }</a:t>
            </a:r>
          </a:p>
          <a:p>
            <a:r>
              <a:t>      ],</a:t>
            </a:r>
          </a:p>
          <a:p>
            <a:r>
              <a:t>      "mode": "verbatim"</a:t>
            </a:r>
          </a:p>
          <a:p>
            <a:r>
              <a:t>    },</a:t>
            </a:r>
          </a:p>
          <a:p>
            <a:r>
              <a:t>    {</a:t>
            </a:r>
          </a:p>
          <a:p>
            <a:r>
              <a:t>      "text": "見出し 6",</a:t>
            </a:r>
          </a:p>
          <a:p>
            <a:r>
              <a:t>      "refs": [</a:t>
            </a:r>
          </a:p>
          <a:p>
            <a:r>
              <a:t>        {</a:t>
            </a:r>
          </a:p>
          <a:p>
            <a:r>
              <a:t>          "source_id": "s001",</a:t>
            </a:r>
          </a:p>
          <a:p>
            <a:r>
              <a:t>          "quote": "見出し 6"</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"citations": {</a:t>
            </a:r>
          </a:p>
          <a:p>
            <a:r>
              <a:t>    "s001": "Public MIT sample: templates/freeform_parts_more_16x9.html section 30"</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"7417874296707e2b8d111c5ee7e5c80d410030a9b45423adaed4b21375af5007"</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m30</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矢羽の段階（全体像の見出し）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3177540"/>
            <a:ext cx="2527950" cy="1371600"/>
          </a:xfrm>
          <a:prstGeom prst="chevron">
            <a:avLst/>
          </a:prstGeom>
          <a:solidFill>
            <a:srgbClr val="EFEEE8"/>
          </a:solidFill>
          <a:ln/>
        </p:spPr>
        <p:txBody>
          <a:bodyPr>
            <a:noAutofit/>
          </a:bodyPr>
          <a:p/>
        </p:txBody>
      </p:sp>
      <p:sp>
        <p:nvSpPr>
          <p:cNvPr id="11" name="shape:011"/>
          <p:cNvSpPr/>
          <p:nvPr/>
        </p:nvSpPr>
        <p:spPr>
          <a:xfrm>
            <a:off x="850392" y="3662172"/>
            <a:ext cx="402336" cy="402336"/>
          </a:xfrm>
          <a:prstGeom prst="ellipse">
            <a:avLst/>
          </a:prstGeom>
          <a:solidFill>
            <a:srgbClr val="322014"/>
          </a:solidFill>
          <a:ln/>
        </p:spPr>
        <p:txBody>
          <a:bodyPr>
            <a:noAutofit/>
          </a:bodyPr>
          <a:p/>
        </p:txBody>
      </p:sp>
      <p:sp>
        <p:nvSpPr>
          <p:cNvPr id="12" name="shape:012"/>
          <p:cNvSpPr/>
          <p:nvPr/>
        </p:nvSpPr>
        <p:spPr>
          <a:xfrm>
            <a:off x="85039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13" name="shape:013"/>
          <p:cNvSpPr/>
          <p:nvPr/>
        </p:nvSpPr>
        <p:spPr>
          <a:xfrm>
            <a:off x="135331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2</a:t>
            </a:r>
            <a:endParaRPr lang="en-US" sz="1300" dirty="0"/>
          </a:p>
        </p:txBody>
      </p:sp>
      <p:sp>
        <p:nvSpPr>
          <p:cNvPr id="14" name="shape:014"/>
          <p:cNvSpPr/>
          <p:nvPr/>
        </p:nvSpPr>
        <p:spPr>
          <a:xfrm>
            <a:off x="135331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記載例1</a:t>
            </a:r>
            <a:endParaRPr lang="en-US" sz="1050" dirty="0"/>
          </a:p>
        </p:txBody>
      </p:sp>
      <p:sp>
        <p:nvSpPr>
          <p:cNvPr id="15" name="shape:015"/>
          <p:cNvSpPr/>
          <p:nvPr/>
        </p:nvSpPr>
        <p:spPr>
          <a:xfrm>
            <a:off x="2783982" y="3177540"/>
            <a:ext cx="2527950" cy="1371600"/>
          </a:xfrm>
          <a:prstGeom prst="chevron">
            <a:avLst/>
          </a:prstGeom>
          <a:solidFill>
            <a:srgbClr val="EFEEE8"/>
          </a:solidFill>
          <a:ln/>
        </p:spPr>
        <p:txBody>
          <a:bodyPr>
            <a:noAutofit/>
          </a:bodyPr>
          <a:p/>
        </p:txBody>
      </p:sp>
      <p:sp>
        <p:nvSpPr>
          <p:cNvPr id="16" name="shape:016"/>
          <p:cNvSpPr/>
          <p:nvPr/>
        </p:nvSpPr>
        <p:spPr>
          <a:xfrm>
            <a:off x="3058302" y="3662172"/>
            <a:ext cx="402336" cy="402336"/>
          </a:xfrm>
          <a:prstGeom prst="ellipse">
            <a:avLst/>
          </a:prstGeom>
          <a:solidFill>
            <a:srgbClr val="322014"/>
          </a:solidFill>
          <a:ln/>
        </p:spPr>
        <p:txBody>
          <a:bodyPr>
            <a:noAutofit/>
          </a:bodyPr>
          <a:p/>
        </p:txBody>
      </p:sp>
      <p:sp>
        <p:nvSpPr>
          <p:cNvPr id="17" name="shape:017"/>
          <p:cNvSpPr/>
          <p:nvPr/>
        </p:nvSpPr>
        <p:spPr>
          <a:xfrm>
            <a:off x="305830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8" name="shape:018"/>
          <p:cNvSpPr/>
          <p:nvPr/>
        </p:nvSpPr>
        <p:spPr>
          <a:xfrm>
            <a:off x="356122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3</a:t>
            </a:r>
            <a:endParaRPr lang="en-US" sz="1300" dirty="0"/>
          </a:p>
        </p:txBody>
      </p:sp>
      <p:sp>
        <p:nvSpPr>
          <p:cNvPr id="19" name="shape:019"/>
          <p:cNvSpPr/>
          <p:nvPr/>
        </p:nvSpPr>
        <p:spPr>
          <a:xfrm>
            <a:off x="356122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記載例2</a:t>
            </a:r>
            <a:endParaRPr lang="en-US" sz="1050" dirty="0"/>
          </a:p>
        </p:txBody>
      </p:sp>
      <p:sp>
        <p:nvSpPr>
          <p:cNvPr id="20" name="shape:020"/>
          <p:cNvSpPr/>
          <p:nvPr/>
        </p:nvSpPr>
        <p:spPr>
          <a:xfrm>
            <a:off x="4991892" y="3177540"/>
            <a:ext cx="2527950" cy="1371600"/>
          </a:xfrm>
          <a:prstGeom prst="chevron">
            <a:avLst/>
          </a:prstGeom>
          <a:solidFill>
            <a:srgbClr val="EFEEE8"/>
          </a:solidFill>
          <a:ln/>
        </p:spPr>
        <p:txBody>
          <a:bodyPr>
            <a:noAutofit/>
          </a:bodyPr>
          <a:p/>
        </p:txBody>
      </p:sp>
      <p:sp>
        <p:nvSpPr>
          <p:cNvPr id="21" name="shape:021"/>
          <p:cNvSpPr/>
          <p:nvPr/>
        </p:nvSpPr>
        <p:spPr>
          <a:xfrm>
            <a:off x="5266212" y="3662172"/>
            <a:ext cx="402336" cy="402336"/>
          </a:xfrm>
          <a:prstGeom prst="ellipse">
            <a:avLst/>
          </a:prstGeom>
          <a:solidFill>
            <a:srgbClr val="322014"/>
          </a:solidFill>
          <a:ln/>
        </p:spPr>
        <p:txBody>
          <a:bodyPr>
            <a:noAutofit/>
          </a:bodyPr>
          <a:p/>
        </p:txBody>
      </p:sp>
      <p:sp>
        <p:nvSpPr>
          <p:cNvPr id="22" name="shape:022"/>
          <p:cNvSpPr/>
          <p:nvPr/>
        </p:nvSpPr>
        <p:spPr>
          <a:xfrm>
            <a:off x="526621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23" name="shape:023"/>
          <p:cNvSpPr/>
          <p:nvPr/>
        </p:nvSpPr>
        <p:spPr>
          <a:xfrm>
            <a:off x="576913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4</a:t>
            </a:r>
            <a:endParaRPr lang="en-US" sz="1300" dirty="0"/>
          </a:p>
        </p:txBody>
      </p:sp>
      <p:sp>
        <p:nvSpPr>
          <p:cNvPr id="24" name="shape:024"/>
          <p:cNvSpPr/>
          <p:nvPr/>
        </p:nvSpPr>
        <p:spPr>
          <a:xfrm>
            <a:off x="576913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記載例3</a:t>
            </a:r>
            <a:endParaRPr lang="en-US" sz="1050" dirty="0"/>
          </a:p>
        </p:txBody>
      </p:sp>
      <p:sp>
        <p:nvSpPr>
          <p:cNvPr id="25" name="shape:025"/>
          <p:cNvSpPr/>
          <p:nvPr/>
        </p:nvSpPr>
        <p:spPr>
          <a:xfrm>
            <a:off x="7199803" y="3177540"/>
            <a:ext cx="2527950" cy="1371600"/>
          </a:xfrm>
          <a:prstGeom prst="chevron">
            <a:avLst/>
          </a:prstGeom>
          <a:solidFill>
            <a:srgbClr val="EFEEE8"/>
          </a:solidFill>
          <a:ln/>
        </p:spPr>
        <p:txBody>
          <a:bodyPr>
            <a:noAutofit/>
          </a:bodyPr>
          <a:p/>
        </p:txBody>
      </p:sp>
      <p:sp>
        <p:nvSpPr>
          <p:cNvPr id="26" name="shape:026"/>
          <p:cNvSpPr/>
          <p:nvPr/>
        </p:nvSpPr>
        <p:spPr>
          <a:xfrm>
            <a:off x="7474123" y="3662172"/>
            <a:ext cx="402336" cy="402336"/>
          </a:xfrm>
          <a:prstGeom prst="ellipse">
            <a:avLst/>
          </a:prstGeom>
          <a:solidFill>
            <a:srgbClr val="322014"/>
          </a:solidFill>
          <a:ln/>
        </p:spPr>
        <p:txBody>
          <a:bodyPr>
            <a:noAutofit/>
          </a:bodyPr>
          <a:p/>
        </p:txBody>
      </p:sp>
      <p:sp>
        <p:nvSpPr>
          <p:cNvPr id="27" name="shape:027"/>
          <p:cNvSpPr/>
          <p:nvPr/>
        </p:nvSpPr>
        <p:spPr>
          <a:xfrm>
            <a:off x="7474123"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28" name="shape:028"/>
          <p:cNvSpPr/>
          <p:nvPr/>
        </p:nvSpPr>
        <p:spPr>
          <a:xfrm>
            <a:off x="7977043"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5</a:t>
            </a:r>
            <a:endParaRPr lang="en-US" sz="1300" dirty="0"/>
          </a:p>
        </p:txBody>
      </p:sp>
      <p:sp>
        <p:nvSpPr>
          <p:cNvPr id="29" name="shape:029"/>
          <p:cNvSpPr/>
          <p:nvPr/>
        </p:nvSpPr>
        <p:spPr>
          <a:xfrm>
            <a:off x="7977043"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記載例4</a:t>
            </a:r>
            <a:endParaRPr lang="en-US" sz="1050" dirty="0"/>
          </a:p>
        </p:txBody>
      </p:sp>
      <p:sp>
        <p:nvSpPr>
          <p:cNvPr id="30" name="shape:030"/>
          <p:cNvSpPr/>
          <p:nvPr/>
        </p:nvSpPr>
        <p:spPr>
          <a:xfrm>
            <a:off x="9407713" y="3177540"/>
            <a:ext cx="2527950" cy="1371600"/>
          </a:xfrm>
          <a:prstGeom prst="chevron">
            <a:avLst/>
          </a:prstGeom>
          <a:solidFill>
            <a:srgbClr val="EFEEE8"/>
          </a:solidFill>
          <a:ln/>
        </p:spPr>
        <p:txBody>
          <a:bodyPr>
            <a:noAutofit/>
          </a:bodyPr>
          <a:p/>
        </p:txBody>
      </p:sp>
      <p:sp>
        <p:nvSpPr>
          <p:cNvPr id="31" name="shape:031"/>
          <p:cNvSpPr/>
          <p:nvPr/>
        </p:nvSpPr>
        <p:spPr>
          <a:xfrm>
            <a:off x="9682033" y="3662172"/>
            <a:ext cx="402336" cy="402336"/>
          </a:xfrm>
          <a:prstGeom prst="ellipse">
            <a:avLst/>
          </a:prstGeom>
          <a:solidFill>
            <a:srgbClr val="322014"/>
          </a:solidFill>
          <a:ln/>
        </p:spPr>
        <p:txBody>
          <a:bodyPr>
            <a:noAutofit/>
          </a:bodyPr>
          <a:p/>
        </p:txBody>
      </p:sp>
      <p:sp>
        <p:nvSpPr>
          <p:cNvPr id="32" name="shape:032"/>
          <p:cNvSpPr/>
          <p:nvPr/>
        </p:nvSpPr>
        <p:spPr>
          <a:xfrm>
            <a:off x="9682033"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5</a:t>
            </a:r>
            <a:endParaRPr lang="en-US" sz="1400" dirty="0"/>
          </a:p>
        </p:txBody>
      </p:sp>
      <p:sp>
        <p:nvSpPr>
          <p:cNvPr id="33" name="shape:033"/>
          <p:cNvSpPr/>
          <p:nvPr/>
        </p:nvSpPr>
        <p:spPr>
          <a:xfrm>
            <a:off x="10184953"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見出し 6</a:t>
            </a:r>
            <a:endParaRPr lang="en-US" sz="1300" dirty="0"/>
          </a:p>
        </p:txBody>
      </p:sp>
      <p:sp>
        <p:nvSpPr>
          <p:cNvPr id="34" name="shape:034"/>
          <p:cNvSpPr/>
          <p:nvPr/>
        </p:nvSpPr>
        <p:spPr>
          <a:xfrm>
            <a:off x="10184953"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記載例5</a:t>
            </a:r>
            <a:endParaRPr lang="en-US" sz="1050" dirty="0"/>
          </a:p>
        </p:txBody>
      </p:sp>
      <p:sp>
        <p:nvSpPr>
          <p:cNvPr id="3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