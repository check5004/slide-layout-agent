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"chevron_steps",</a:t>
            </a:r>
          </a:p>
          <a:p>
            <a:r>
              <a:t>  "variant": "warm",</a:t>
            </a:r>
          </a:p>
          <a:p>
            <a:r>
              <a:t>  "rationale": "Public template fixture; short fictional slot content; no private data.",</a:t>
            </a:r>
          </a:p>
          <a:p>
            <a:r>
              <a:t>  "source_sha256": "6f790399ebe4aa3bd6b63e7d3a8a4e65f590e66c415147107567f2dc22f8ed21",</a:t>
            </a:r>
          </a:p>
          <a:p>
            <a:r>
              <a:t>  "evidence": [</a:t>
            </a:r>
          </a:p>
          <a:p>
            <a:r>
              <a:t>    {</a:t>
            </a:r>
          </a:p>
          <a:p>
            <a:r>
              <a:t>      "text": "矢羽（プロセス・変遷）",</a:t>
            </a:r>
          </a:p>
          <a:p>
            <a:r>
              <a:t>      "refs": [</a:t>
            </a:r>
          </a:p>
          <a:p>
            <a:r>
              <a:t>        {</a:t>
            </a:r>
          </a:p>
          <a:p>
            <a:r>
              <a:t>          "source_id": "s001",</a:t>
            </a:r>
          </a:p>
          <a:p>
            <a:r>
              <a:t>          "quote": "矢羽（プロセス・変遷）"</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"2026年M月",</a:t>
            </a:r>
          </a:p>
          <a:p>
            <a:r>
              <a:t>      "refs": [</a:t>
            </a:r>
          </a:p>
          <a:p>
            <a:r>
              <a:t>        {</a:t>
            </a:r>
          </a:p>
          <a:p>
            <a:r>
              <a:t>          "source_id": "s001",</a:t>
            </a:r>
          </a:p>
          <a:p>
            <a:r>
              <a:t>          "quote": "2026年M月"</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"2026年M月",</a:t>
            </a:r>
          </a:p>
          <a:p>
            <a:r>
              <a:t>      "refs": [</a:t>
            </a:r>
          </a:p>
          <a:p>
            <a:r>
              <a:t>        {</a:t>
            </a:r>
          </a:p>
          <a:p>
            <a:r>
              <a:t>          "source_id": "s001",</a:t>
            </a:r>
          </a:p>
          <a:p>
            <a:r>
              <a:t>          "quote": "2026年M月"</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"2026年M月",</a:t>
            </a:r>
          </a:p>
          <a:p>
            <a:r>
              <a:t>      "refs": [</a:t>
            </a:r>
          </a:p>
          <a:p>
            <a:r>
              <a:t>        {</a:t>
            </a:r>
          </a:p>
          <a:p>
            <a:r>
              <a:t>          "source_id": "s001",</a:t>
            </a:r>
          </a:p>
          <a:p>
            <a:r>
              <a:t>          "quote": "2026年M月"</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"現在",</a:t>
            </a:r>
          </a:p>
          <a:p>
            <a:r>
              <a:t>      "refs": [</a:t>
            </a:r>
          </a:p>
          <a:p>
            <a:r>
              <a:t>        {</a:t>
            </a:r>
          </a:p>
          <a:p>
            <a:r>
              <a:t>          "source_id": "s001",</a:t>
            </a:r>
          </a:p>
          <a:p>
            <a:r>
              <a:t>          "quote": "現在"</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"citations": {</a:t>
            </a:r>
          </a:p>
          <a:p>
            <a:r>
              <a:t>    "s001": "Public MIT sample: templates/freeform_parts_16x9.html section 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"d38e5b9c5300d5f37e2e944e19b0886eefe86c895d06ac893c1850d963c08a97"</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矢羽（プロセス・変遷）</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3346704"/>
            <a:ext cx="2732888" cy="1051560"/>
          </a:xfrm>
          <a:prstGeom prst="homePlate">
            <a:avLst>
              <a:gd name="adj" fmla="val 20541"/>
            </a:avLst>
          </a:prstGeom>
          <a:solidFill>
            <a:srgbClr val="EFEEE8"/>
          </a:solidFill>
          <a:ln/>
        </p:spPr>
        <p:txBody>
          <a:bodyPr>
            <a:noAutofit/>
          </a:bodyPr>
          <a:p/>
        </p:txBody>
      </p:sp>
      <p:sp>
        <p:nvSpPr>
          <p:cNvPr id="11" name="shape:011"/>
          <p:cNvSpPr/>
          <p:nvPr/>
        </p:nvSpPr>
        <p:spPr>
          <a:xfrm>
            <a:off x="756072" y="3490704"/>
            <a:ext cx="2120888" cy="256032"/>
          </a:xfrm>
          <a:prstGeom prst="rect">
            <a:avLst/>
          </a:prstGeom>
          <a:noFill/>
          <a:ln/>
        </p:spPr>
        <p:txBody>
          <a:bodyPr wrap="square" lIns="0" tIns="0" rIns="0" bIns="0" rtlCol="0" anchor="t">
            <a:noAutofit/>
          </a:bodyPr>
          <a:lstStyle/>
          <a:p>
            <a:pPr algn="l" indent="0" marL="0">
              <a:buNone/>
            </a:pPr>
            <a:r>
              <a:rPr lang="en-US" sz="1200" b="1" dirty="0">
                <a:solidFill>
                  <a:srgbClr val="5A3921"/>
                </a:solidFill>
                <a:latin typeface="Yu Gothic" pitchFamily="34" charset="0"/>
                <a:ea typeface="Yu Gothic" pitchFamily="34" charset="-122"/>
                <a:cs typeface="Yu Gothic" pitchFamily="34" charset="-120"/>
              </a:rPr>
              <a:t>2026年M月</a:t>
            </a:r>
            <a:endParaRPr lang="en-US" sz="1200" dirty="0"/>
          </a:p>
        </p:txBody>
      </p:sp>
      <p:sp>
        <p:nvSpPr>
          <p:cNvPr id="12" name="shape:012"/>
          <p:cNvSpPr/>
          <p:nvPr/>
        </p:nvSpPr>
        <p:spPr>
          <a:xfrm>
            <a:off x="756072" y="3765024"/>
            <a:ext cx="2120888" cy="274320"/>
          </a:xfrm>
          <a:prstGeom prst="rect">
            <a:avLst/>
          </a:prstGeom>
          <a:noFill/>
          <a:ln/>
        </p:spPr>
        <p:txBody>
          <a:bodyPr wrap="square" lIns="0" tIns="0" rIns="0" bIns="0"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項目1</a:t>
            </a:r>
            <a:endParaRPr lang="en-US" sz="1050" dirty="0"/>
          </a:p>
        </p:txBody>
      </p:sp>
      <p:sp>
        <p:nvSpPr>
          <p:cNvPr id="13" name="shape:013"/>
          <p:cNvSpPr/>
          <p:nvPr/>
        </p:nvSpPr>
        <p:spPr>
          <a:xfrm>
            <a:off x="756072" y="4075920"/>
            <a:ext cx="2120888" cy="214344"/>
          </a:xfrm>
          <a:prstGeom prst="rect">
            <a:avLst/>
          </a:prstGeom>
          <a:noFill/>
          <a:ln/>
        </p:spPr>
        <p:txBody>
          <a:bodyPr wrap="square" lIns="0" tIns="0" rIns="0" bIns="0" rtlCol="0" anchor="t">
            <a:noAutofit/>
          </a:bodyPr>
          <a:lstStyle/>
          <a:p>
            <a:pPr algn="l" indent="0" marL="0">
              <a:buNone/>
            </a:pPr>
            <a:r>
              <a:rPr lang="en-US" sz="900" dirty="0">
                <a:solidFill>
                  <a:srgbClr val="322014"/>
                </a:solidFill>
                <a:latin typeface="Yu Gothic" pitchFamily="34" charset="0"/>
                <a:ea typeface="Yu Gothic" pitchFamily="34" charset="-122"/>
                <a:cs typeface="Yu Gothic" pitchFamily="34" charset="-120"/>
              </a:rPr>
              <a:t>記載例1</a:t>
            </a:r>
            <a:endParaRPr lang="en-US" sz="900" dirty="0"/>
          </a:p>
        </p:txBody>
      </p:sp>
      <p:sp>
        <p:nvSpPr>
          <p:cNvPr id="14" name="shape:014"/>
          <p:cNvSpPr/>
          <p:nvPr/>
        </p:nvSpPr>
        <p:spPr>
          <a:xfrm>
            <a:off x="3344960" y="3346704"/>
            <a:ext cx="2732888" cy="1051560"/>
          </a:xfrm>
          <a:prstGeom prst="chevron">
            <a:avLst>
              <a:gd name="adj" fmla="val 20541"/>
            </a:avLst>
          </a:prstGeom>
          <a:solidFill>
            <a:srgbClr val="EFEEE8"/>
          </a:solidFill>
          <a:ln/>
        </p:spPr>
        <p:txBody>
          <a:bodyPr>
            <a:noAutofit/>
          </a:bodyPr>
          <a:p/>
        </p:txBody>
      </p:sp>
      <p:sp>
        <p:nvSpPr>
          <p:cNvPr id="15" name="shape:015"/>
          <p:cNvSpPr/>
          <p:nvPr/>
        </p:nvSpPr>
        <p:spPr>
          <a:xfrm>
            <a:off x="3668960" y="3490704"/>
            <a:ext cx="1976888" cy="256032"/>
          </a:xfrm>
          <a:prstGeom prst="rect">
            <a:avLst/>
          </a:prstGeom>
          <a:noFill/>
          <a:ln/>
        </p:spPr>
        <p:txBody>
          <a:bodyPr wrap="square" lIns="0" tIns="0" rIns="0" bIns="0" rtlCol="0" anchor="t">
            <a:noAutofit/>
          </a:bodyPr>
          <a:lstStyle/>
          <a:p>
            <a:pPr algn="l" indent="0" marL="0">
              <a:buNone/>
            </a:pPr>
            <a:r>
              <a:rPr lang="en-US" sz="1200" b="1" dirty="0">
                <a:solidFill>
                  <a:srgbClr val="5A3921"/>
                </a:solidFill>
                <a:latin typeface="Yu Gothic" pitchFamily="34" charset="0"/>
                <a:ea typeface="Yu Gothic" pitchFamily="34" charset="-122"/>
                <a:cs typeface="Yu Gothic" pitchFamily="34" charset="-120"/>
              </a:rPr>
              <a:t>2026年M月</a:t>
            </a:r>
            <a:endParaRPr lang="en-US" sz="1200" dirty="0"/>
          </a:p>
        </p:txBody>
      </p:sp>
      <p:sp>
        <p:nvSpPr>
          <p:cNvPr id="16" name="shape:016"/>
          <p:cNvSpPr/>
          <p:nvPr/>
        </p:nvSpPr>
        <p:spPr>
          <a:xfrm>
            <a:off x="3668960" y="3765024"/>
            <a:ext cx="1976888" cy="274320"/>
          </a:xfrm>
          <a:prstGeom prst="rect">
            <a:avLst/>
          </a:prstGeom>
          <a:noFill/>
          <a:ln/>
        </p:spPr>
        <p:txBody>
          <a:bodyPr wrap="square" lIns="0" tIns="0" rIns="0" bIns="0"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項目2</a:t>
            </a:r>
            <a:endParaRPr lang="en-US" sz="1050" dirty="0"/>
          </a:p>
        </p:txBody>
      </p:sp>
      <p:sp>
        <p:nvSpPr>
          <p:cNvPr id="17" name="shape:017"/>
          <p:cNvSpPr/>
          <p:nvPr/>
        </p:nvSpPr>
        <p:spPr>
          <a:xfrm>
            <a:off x="3668960" y="4075920"/>
            <a:ext cx="1976888" cy="214344"/>
          </a:xfrm>
          <a:prstGeom prst="rect">
            <a:avLst/>
          </a:prstGeom>
          <a:noFill/>
          <a:ln/>
        </p:spPr>
        <p:txBody>
          <a:bodyPr wrap="square" lIns="0" tIns="0" rIns="0" bIns="0" rtlCol="0" anchor="t">
            <a:noAutofit/>
          </a:bodyPr>
          <a:lstStyle/>
          <a:p>
            <a:pPr algn="l" indent="0" marL="0">
              <a:buNone/>
            </a:pPr>
            <a:r>
              <a:rPr lang="en-US" sz="900" dirty="0">
                <a:solidFill>
                  <a:srgbClr val="322014"/>
                </a:solidFill>
                <a:latin typeface="Yu Gothic" pitchFamily="34" charset="0"/>
                <a:ea typeface="Yu Gothic" pitchFamily="34" charset="-122"/>
                <a:cs typeface="Yu Gothic" pitchFamily="34" charset="-120"/>
              </a:rPr>
              <a:t>記載例2</a:t>
            </a:r>
            <a:endParaRPr lang="en-US" sz="900" dirty="0"/>
          </a:p>
        </p:txBody>
      </p:sp>
      <p:sp>
        <p:nvSpPr>
          <p:cNvPr id="18" name="shape:018"/>
          <p:cNvSpPr/>
          <p:nvPr/>
        </p:nvSpPr>
        <p:spPr>
          <a:xfrm>
            <a:off x="6113848" y="3346704"/>
            <a:ext cx="2732888" cy="1051560"/>
          </a:xfrm>
          <a:prstGeom prst="chevron">
            <a:avLst>
              <a:gd name="adj" fmla="val 20541"/>
            </a:avLst>
          </a:prstGeom>
          <a:solidFill>
            <a:srgbClr val="EFEEE8"/>
          </a:solidFill>
          <a:ln/>
        </p:spPr>
        <p:txBody>
          <a:bodyPr>
            <a:noAutofit/>
          </a:bodyPr>
          <a:p/>
        </p:txBody>
      </p:sp>
      <p:sp>
        <p:nvSpPr>
          <p:cNvPr id="19" name="shape:019"/>
          <p:cNvSpPr/>
          <p:nvPr/>
        </p:nvSpPr>
        <p:spPr>
          <a:xfrm>
            <a:off x="6437848" y="3490704"/>
            <a:ext cx="1976888" cy="256032"/>
          </a:xfrm>
          <a:prstGeom prst="rect">
            <a:avLst/>
          </a:prstGeom>
          <a:noFill/>
          <a:ln/>
        </p:spPr>
        <p:txBody>
          <a:bodyPr wrap="square" lIns="0" tIns="0" rIns="0" bIns="0" rtlCol="0" anchor="t">
            <a:noAutofit/>
          </a:bodyPr>
          <a:lstStyle/>
          <a:p>
            <a:pPr algn="l" indent="0" marL="0">
              <a:buNone/>
            </a:pPr>
            <a:r>
              <a:rPr lang="en-US" sz="1200" b="1" dirty="0">
                <a:solidFill>
                  <a:srgbClr val="5A3921"/>
                </a:solidFill>
                <a:latin typeface="Yu Gothic" pitchFamily="34" charset="0"/>
                <a:ea typeface="Yu Gothic" pitchFamily="34" charset="-122"/>
                <a:cs typeface="Yu Gothic" pitchFamily="34" charset="-120"/>
              </a:rPr>
              <a:t>2026年M月</a:t>
            </a:r>
            <a:endParaRPr lang="en-US" sz="1200" dirty="0"/>
          </a:p>
        </p:txBody>
      </p:sp>
      <p:sp>
        <p:nvSpPr>
          <p:cNvPr id="20" name="shape:020"/>
          <p:cNvSpPr/>
          <p:nvPr/>
        </p:nvSpPr>
        <p:spPr>
          <a:xfrm>
            <a:off x="6437848" y="3765024"/>
            <a:ext cx="1976888" cy="274320"/>
          </a:xfrm>
          <a:prstGeom prst="rect">
            <a:avLst/>
          </a:prstGeom>
          <a:noFill/>
          <a:ln/>
        </p:spPr>
        <p:txBody>
          <a:bodyPr wrap="square" lIns="0" tIns="0" rIns="0" bIns="0"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項目3</a:t>
            </a:r>
            <a:endParaRPr lang="en-US" sz="1050" dirty="0"/>
          </a:p>
        </p:txBody>
      </p:sp>
      <p:sp>
        <p:nvSpPr>
          <p:cNvPr id="21" name="shape:021"/>
          <p:cNvSpPr/>
          <p:nvPr/>
        </p:nvSpPr>
        <p:spPr>
          <a:xfrm>
            <a:off x="6437848" y="4075920"/>
            <a:ext cx="1976888" cy="214344"/>
          </a:xfrm>
          <a:prstGeom prst="rect">
            <a:avLst/>
          </a:prstGeom>
          <a:noFill/>
          <a:ln/>
        </p:spPr>
        <p:txBody>
          <a:bodyPr wrap="square" lIns="0" tIns="0" rIns="0" bIns="0" rtlCol="0" anchor="t">
            <a:noAutofit/>
          </a:bodyPr>
          <a:lstStyle/>
          <a:p>
            <a:pPr algn="l" indent="0" marL="0">
              <a:buNone/>
            </a:pPr>
            <a:r>
              <a:rPr lang="en-US" sz="900" dirty="0">
                <a:solidFill>
                  <a:srgbClr val="322014"/>
                </a:solidFill>
                <a:latin typeface="Yu Gothic" pitchFamily="34" charset="0"/>
                <a:ea typeface="Yu Gothic" pitchFamily="34" charset="-122"/>
                <a:cs typeface="Yu Gothic" pitchFamily="34" charset="-120"/>
              </a:rPr>
              <a:t>記載例3</a:t>
            </a:r>
            <a:endParaRPr lang="en-US" sz="900" dirty="0"/>
          </a:p>
        </p:txBody>
      </p:sp>
      <p:sp>
        <p:nvSpPr>
          <p:cNvPr id="22" name="shape:022"/>
          <p:cNvSpPr/>
          <p:nvPr/>
        </p:nvSpPr>
        <p:spPr>
          <a:xfrm>
            <a:off x="8882735" y="3346704"/>
            <a:ext cx="2732888" cy="1051560"/>
          </a:xfrm>
          <a:prstGeom prst="chevron">
            <a:avLst>
              <a:gd name="adj" fmla="val 20541"/>
            </a:avLst>
          </a:prstGeom>
          <a:solidFill>
            <a:srgbClr val="EFEEE8"/>
          </a:solidFill>
          <a:ln/>
        </p:spPr>
        <p:txBody>
          <a:bodyPr>
            <a:noAutofit/>
          </a:bodyPr>
          <a:p/>
        </p:txBody>
      </p:sp>
      <p:sp>
        <p:nvSpPr>
          <p:cNvPr id="23" name="shape:023"/>
          <p:cNvSpPr/>
          <p:nvPr/>
        </p:nvSpPr>
        <p:spPr>
          <a:xfrm>
            <a:off x="9206735" y="3490704"/>
            <a:ext cx="1976888" cy="256032"/>
          </a:xfrm>
          <a:prstGeom prst="rect">
            <a:avLst/>
          </a:prstGeom>
          <a:noFill/>
          <a:ln/>
        </p:spPr>
        <p:txBody>
          <a:bodyPr wrap="square" lIns="0" tIns="0" rIns="0" bIns="0" rtlCol="0" anchor="t">
            <a:noAutofit/>
          </a:bodyPr>
          <a:lstStyle/>
          <a:p>
            <a:pPr algn="l" indent="0" marL="0">
              <a:buNone/>
            </a:pPr>
            <a:r>
              <a:rPr lang="en-US" sz="1200" b="1" dirty="0">
                <a:solidFill>
                  <a:srgbClr val="5A3921"/>
                </a:solidFill>
                <a:latin typeface="Yu Gothic" pitchFamily="34" charset="0"/>
                <a:ea typeface="Yu Gothic" pitchFamily="34" charset="-122"/>
                <a:cs typeface="Yu Gothic" pitchFamily="34" charset="-120"/>
              </a:rPr>
              <a:t>現在</a:t>
            </a:r>
            <a:endParaRPr lang="en-US" sz="1200" dirty="0"/>
          </a:p>
        </p:txBody>
      </p:sp>
      <p:sp>
        <p:nvSpPr>
          <p:cNvPr id="24" name="shape:024"/>
          <p:cNvSpPr/>
          <p:nvPr/>
        </p:nvSpPr>
        <p:spPr>
          <a:xfrm>
            <a:off x="9206735" y="3765024"/>
            <a:ext cx="1976888" cy="274320"/>
          </a:xfrm>
          <a:prstGeom prst="rect">
            <a:avLst/>
          </a:prstGeom>
          <a:noFill/>
          <a:ln/>
        </p:spPr>
        <p:txBody>
          <a:bodyPr wrap="square" lIns="0" tIns="0" rIns="0" bIns="0"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項目4</a:t>
            </a:r>
            <a:endParaRPr lang="en-US" sz="1050" dirty="0"/>
          </a:p>
        </p:txBody>
      </p:sp>
      <p:sp>
        <p:nvSpPr>
          <p:cNvPr id="25" name="shape:025"/>
          <p:cNvSpPr/>
          <p:nvPr/>
        </p:nvSpPr>
        <p:spPr>
          <a:xfrm>
            <a:off x="9206735" y="4075920"/>
            <a:ext cx="1976888" cy="214344"/>
          </a:xfrm>
          <a:prstGeom prst="rect">
            <a:avLst/>
          </a:prstGeom>
          <a:noFill/>
          <a:ln/>
        </p:spPr>
        <p:txBody>
          <a:bodyPr wrap="square" lIns="0" tIns="0" rIns="0" bIns="0" rtlCol="0" anchor="t">
            <a:noAutofit/>
          </a:bodyPr>
          <a:lstStyle/>
          <a:p>
            <a:pPr algn="l" indent="0" marL="0">
              <a:buNone/>
            </a:pPr>
            <a:r>
              <a:rPr lang="en-US" sz="900" dirty="0">
                <a:solidFill>
                  <a:srgbClr val="322014"/>
                </a:solidFill>
                <a:latin typeface="Yu Gothic" pitchFamily="34" charset="0"/>
                <a:ea typeface="Yu Gothic" pitchFamily="34" charset="-122"/>
                <a:cs typeface="Yu Gothic" pitchFamily="34" charset="-120"/>
              </a:rPr>
              <a:t>記載例4</a:t>
            </a:r>
            <a:endParaRPr lang="en-US" sz="900" dirty="0"/>
          </a:p>
        </p:txBody>
      </p:sp>
      <p:sp>
        <p:nvSpPr>
          <p:cNvPr id="2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