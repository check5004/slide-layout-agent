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"claim_panel_figure",</a:t>
            </a:r>
          </a:p>
          <a:p>
            <a:r>
              <a:t>  "variant": "warm",</a:t>
            </a:r>
          </a:p>
          <a:p>
            <a:r>
              <a:t>  "rationale": "Public template fixture; short fictional slot content; no private data.",</a:t>
            </a:r>
          </a:p>
          <a:p>
            <a:r>
              <a:t>  "source_sha256": "d1be599c3b97672b8b4f5d0cd4196cac6386ca78736f109e358d402466b5792d",</a:t>
            </a:r>
          </a:p>
          <a:p>
            <a:r>
              <a:t>  "evidence": [</a:t>
            </a:r>
          </a:p>
          <a:p>
            <a:r>
              <a:t>    {</a:t>
            </a:r>
          </a:p>
          <a:p>
            <a:r>
              <a:t>      "text": "主張パネル＋図",</a:t>
            </a:r>
          </a:p>
          <a:p>
            <a:r>
              <a:t>      "refs": [</a:t>
            </a:r>
          </a:p>
          <a:p>
            <a:r>
              <a:t>        {</a:t>
            </a:r>
          </a:p>
          <a:p>
            <a:r>
              <a:t>          "source_id": "s001",</a:t>
            </a:r>
          </a:p>
          <a:p>
            <a:r>
              <a:t>          "quote": "主張パネル＋図"</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"2",</a:t>
            </a:r>
          </a:p>
          <a:p>
            <a:r>
              <a:t>      "refs": [</a:t>
            </a:r>
          </a:p>
          <a:p>
            <a:r>
              <a:t>        {</a:t>
            </a:r>
          </a:p>
          <a:p>
            <a:r>
              <a:t>          "source_id": "s001",</a:t>
            </a:r>
          </a:p>
          <a:p>
            <a:r>
              <a:t>          "quote": "2"</a:t>
            </a:r>
          </a:p>
          <a:p>
            <a:r>
              <a:t>        }</a:t>
            </a:r>
          </a:p>
          <a:p>
            <a:r>
              <a:t>      ],</a:t>
            </a:r>
          </a:p>
          <a:p>
            <a:r>
              <a:t>      "mode": "verbatim"</a:t>
            </a:r>
          </a:p>
          <a:p>
            <a:r>
              <a:t>    },</a:t>
            </a:r>
          </a:p>
          <a:p>
            <a:r>
              <a:t>    {</a:t>
            </a:r>
          </a:p>
          <a:p>
            <a:r>
              <a:t>      "text": "項目1（区分名）",</a:t>
            </a:r>
          </a:p>
          <a:p>
            <a:r>
              <a:t>      "refs": [</a:t>
            </a:r>
          </a:p>
          <a:p>
            <a:r>
              <a:t>        {</a:t>
            </a:r>
          </a:p>
          <a:p>
            <a:r>
              <a:t>          "source_id": "s001",</a:t>
            </a:r>
          </a:p>
          <a:p>
            <a:r>
              <a:t>          "quote": "項目1（区分名）"</a:t>
            </a:r>
          </a:p>
          <a:p>
            <a:r>
              <a:t>        }</a:t>
            </a:r>
          </a:p>
          <a:p>
            <a:r>
              <a:t>      ],</a:t>
            </a:r>
          </a:p>
          <a:p>
            <a:r>
              <a:t>      "mode": "verbatim"</a:t>
            </a:r>
          </a:p>
          <a:p>
            <a:r>
              <a:t>    },</a:t>
            </a:r>
          </a:p>
          <a:p>
            <a:r>
              <a:t>    {</a:t>
            </a:r>
          </a:p>
          <a:p>
            <a:r>
              <a:t>      "text": "記載例1（この1枚の主張を1文で）",</a:t>
            </a:r>
          </a:p>
          <a:p>
            <a:r>
              <a:t>      "refs": [</a:t>
            </a:r>
          </a:p>
          <a:p>
            <a:r>
              <a:t>        {</a:t>
            </a:r>
          </a:p>
          <a:p>
            <a:r>
              <a:t>          "source_id": "s001",</a:t>
            </a:r>
          </a:p>
          <a:p>
            <a:r>
              <a:t>          "quote": "記載例1（この1枚の主張を1文で）"</a:t>
            </a:r>
          </a:p>
          <a:p>
            <a:r>
              <a:t>        }</a:t>
            </a:r>
          </a:p>
          <a:p>
            <a:r>
              <a:t>      ],</a:t>
            </a:r>
          </a:p>
          <a:p>
            <a:r>
              <a:t>      "mode": "verbatim"</a:t>
            </a:r>
          </a:p>
          <a:p>
            <a:r>
              <a:t>    },</a:t>
            </a:r>
          </a:p>
          <a:p>
            <a:r>
              <a:t>    {</a:t>
            </a:r>
          </a:p>
          <a:p>
            <a:r>
              <a:t>      "text": "指標名",</a:t>
            </a:r>
          </a:p>
          <a:p>
            <a:r>
              <a:t>      "refs": [</a:t>
            </a:r>
          </a:p>
          <a:p>
            <a:r>
              <a:t>        {</a:t>
            </a:r>
          </a:p>
          <a:p>
            <a:r>
              <a:t>          "source_id": "s001",</a:t>
            </a:r>
          </a:p>
          <a:p>
            <a:r>
              <a:t>          "quote": "指標名"</a:t>
            </a:r>
          </a:p>
          <a:p>
            <a:r>
              <a:t>        }</a:t>
            </a:r>
          </a:p>
          <a:p>
            <a:r>
              <a:t>      ],</a:t>
            </a:r>
          </a:p>
          <a:p>
            <a:r>
              <a:t>      "mode": "verbatim"</a:t>
            </a:r>
          </a:p>
          <a:p>
            <a:r>
              <a:t>    },</a:t>
            </a:r>
          </a:p>
          <a:p>
            <a:r>
              <a:t>    {</a:t>
            </a:r>
          </a:p>
          <a:p>
            <a:r>
              <a:t>      "text": "単位、2026〜2026年",</a:t>
            </a:r>
          </a:p>
          <a:p>
            <a:r>
              <a:t>      "refs": [</a:t>
            </a:r>
          </a:p>
          <a:p>
            <a:r>
              <a:t>        {</a:t>
            </a:r>
          </a:p>
          <a:p>
            <a:r>
              <a:t>          "source_id": "s001",</a:t>
            </a:r>
          </a:p>
          <a:p>
            <a:r>
              <a:t>          "quote": "単位、2026〜2026年"</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"項目9",</a:t>
            </a:r>
          </a:p>
          <a:p>
            <a:r>
              <a:t>      "refs": [</a:t>
            </a:r>
          </a:p>
          <a:p>
            <a:r>
              <a:t>        {</a:t>
            </a:r>
          </a:p>
          <a:p>
            <a:r>
              <a:t>          "source_id": "s001",</a:t>
            </a:r>
          </a:p>
          <a:p>
            <a:r>
              <a:t>          "quote": "項目9"</a:t>
            </a:r>
          </a:p>
          <a:p>
            <a:r>
              <a:t>        }</a:t>
            </a:r>
          </a:p>
          <a:p>
            <a:r>
              <a:t>      ],</a:t>
            </a:r>
          </a:p>
          <a:p>
            <a:r>
              <a:t>      "mode": "verbatim"</a:t>
            </a:r>
          </a:p>
          <a:p>
            <a:r>
              <a:t>    },</a:t>
            </a:r>
          </a:p>
          <a:p>
            <a:r>
              <a:t>    {</a:t>
            </a:r>
          </a:p>
          <a:p>
            <a:r>
              <a:t>      "text": "項目10",</a:t>
            </a:r>
          </a:p>
          <a:p>
            <a:r>
              <a:t>      "refs": [</a:t>
            </a:r>
          </a:p>
          <a:p>
            <a:r>
              <a:t>        {</a:t>
            </a:r>
          </a:p>
          <a:p>
            <a:r>
              <a:t>          "source_id": "s001",</a:t>
            </a:r>
          </a:p>
          <a:p>
            <a:r>
              <a:t>          "quote": "項目10"</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"項目11",</a:t>
            </a:r>
          </a:p>
          <a:p>
            <a:r>
              <a:t>      "refs": [</a:t>
            </a:r>
          </a:p>
          <a:p>
            <a:r>
              <a:t>        {</a:t>
            </a:r>
          </a:p>
          <a:p>
            <a:r>
              <a:t>          "source_id": "s001",</a:t>
            </a:r>
          </a:p>
          <a:p>
            <a:r>
              <a:t>          "quote": "項目11"</a:t>
            </a:r>
          </a:p>
          <a:p>
            <a:r>
              <a:t>        }</a:t>
            </a:r>
          </a:p>
          <a:p>
            <a:r>
              <a:t>      ],</a:t>
            </a:r>
          </a:p>
          <a:p>
            <a:r>
              <a:t>      "mode": "verbatim"</a:t>
            </a:r>
          </a:p>
          <a:p>
            <a:r>
              <a:t>    },</a:t>
            </a:r>
          </a:p>
          <a:p>
            <a:r>
              <a:t>    {</a:t>
            </a:r>
          </a:p>
          <a:p>
            <a:r>
              <a:t>      "text": "項目12",</a:t>
            </a:r>
          </a:p>
          <a:p>
            <a:r>
              <a:t>      "refs": [</a:t>
            </a:r>
          </a:p>
          <a:p>
            <a:r>
              <a:t>        {</a:t>
            </a:r>
          </a:p>
          <a:p>
            <a:r>
              <a:t>          "source_id": "s001",</a:t>
            </a:r>
          </a:p>
          <a:p>
            <a:r>
              <a:t>          "quote": "項目12"</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"citations": {</a:t>
            </a:r>
          </a:p>
          <a:p>
            <a:r>
              <a:t>    "s001": "Public MIT sample: templates/freeform_parts_16x9.html section 11"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"32d2015000b9c8e922ade929c3bd75ff58b135e72afc79f6f4f286d040ecba45"</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主張パネル＋図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2232000" cy="4599432"/>
          </a:xfrm>
          <a:prstGeom prst="rect">
            <a:avLst/>
          </a:prstGeom>
          <a:solidFill>
            <a:srgbClr val="322014"/>
          </a:solidFill>
          <a:ln/>
        </p:spPr>
        <p:txBody>
          <a:bodyPr>
            <a:noAutofit/>
          </a:bodyPr>
          <a:p/>
        </p:txBody>
      </p:sp>
      <p:sp>
        <p:nvSpPr>
          <p:cNvPr id="11" name="shape:011"/>
          <p:cNvSpPr/>
          <p:nvPr/>
        </p:nvSpPr>
        <p:spPr>
          <a:xfrm>
            <a:off x="792072" y="1788768"/>
            <a:ext cx="1800000" cy="384048"/>
          </a:xfrm>
          <a:prstGeom prst="rect">
            <a:avLst/>
          </a:prstGeom>
          <a:noFill/>
          <a:ln/>
        </p:spPr>
        <p:txBody>
          <a:bodyPr wrap="square" lIns="0" tIns="0" rIns="0" bIns="0" rtlCol="0" anchor="t">
            <a:noAutofit/>
          </a:bodyPr>
          <a:lstStyle/>
          <a:p>
            <a:pPr algn="l" indent="0" marL="0">
              <a:buNone/>
            </a:pPr>
            <a:r>
              <a:rPr lang="en-US" sz="2600" b="1" dirty="0">
                <a:solidFill>
                  <a:srgbClr val="C5A681"/>
                </a:solidFill>
                <a:latin typeface="Yu Mincho Demibold" pitchFamily="34" charset="0"/>
                <a:ea typeface="Yu Mincho Demibold" pitchFamily="34" charset="-122"/>
                <a:cs typeface="Yu Mincho Demibold" pitchFamily="34" charset="-120"/>
              </a:rPr>
              <a:t>2</a:t>
            </a:r>
            <a:endParaRPr lang="en-US" sz="2600" dirty="0"/>
          </a:p>
        </p:txBody>
      </p:sp>
      <p:sp>
        <p:nvSpPr>
          <p:cNvPr id="12" name="shape:012"/>
          <p:cNvSpPr/>
          <p:nvPr/>
        </p:nvSpPr>
        <p:spPr>
          <a:xfrm>
            <a:off x="792072" y="2209392"/>
            <a:ext cx="1800000" cy="219456"/>
          </a:xfrm>
          <a:prstGeom prst="rect">
            <a:avLst/>
          </a:prstGeom>
          <a:noFill/>
          <a:ln/>
        </p:spPr>
        <p:txBody>
          <a:bodyPr wrap="square" lIns="0" tIns="0" rIns="0" bIns="0" rtlCol="0" anchor="t">
            <a:noAutofit/>
          </a:bodyPr>
          <a:lstStyle/>
          <a:p>
            <a:pPr indent="0" marL="0">
              <a:buNone/>
            </a:pPr>
            <a:r>
              <a:rPr lang="en-US" sz="950" b="1" spc="100" kern="0" dirty="0">
                <a:solidFill>
                  <a:srgbClr val="E2DCD2"/>
                </a:solidFill>
                <a:latin typeface="Yu Gothic" pitchFamily="34" charset="0"/>
                <a:ea typeface="Yu Gothic" pitchFamily="34" charset="-122"/>
                <a:cs typeface="Yu Gothic" pitchFamily="34" charset="-120"/>
              </a:rPr>
              <a:t>項目1（区分名）</a:t>
            </a:r>
            <a:endParaRPr lang="en-US" sz="950" dirty="0"/>
          </a:p>
        </p:txBody>
      </p:sp>
      <p:sp>
        <p:nvSpPr>
          <p:cNvPr id="13" name="shape:013"/>
          <p:cNvSpPr/>
          <p:nvPr/>
        </p:nvSpPr>
        <p:spPr>
          <a:xfrm>
            <a:off x="792072" y="4676040"/>
            <a:ext cx="1800000" cy="1280160"/>
          </a:xfrm>
          <a:prstGeom prst="rect">
            <a:avLst/>
          </a:prstGeom>
          <a:noFill/>
          <a:ln/>
        </p:spPr>
        <p:txBody>
          <a:bodyPr wrap="square" lIns="0" tIns="0" rIns="0" bIns="0" rtlCol="0" anchor="b">
            <a:noAutofit/>
          </a:bodyPr>
          <a:lstStyle/>
          <a:p>
            <a:pPr algn="l" indent="0" marL="0">
              <a:buNone/>
            </a:pPr>
            <a:r>
              <a:rPr lang="en-US" sz="1400" b="1" dirty="0">
                <a:solidFill>
                  <a:srgbClr val="FFFFFF"/>
                </a:solidFill>
                <a:latin typeface="Yu Mincho Demibold" pitchFamily="34" charset="0"/>
                <a:ea typeface="Yu Mincho Demibold" pitchFamily="34" charset="-122"/>
                <a:cs typeface="Yu Mincho Demibold" pitchFamily="34" charset="-120"/>
              </a:rPr>
              <a:t>記載例1（この1枚の主張を1文で）</a:t>
            </a:r>
            <a:endParaRPr lang="en-US" sz="1400" dirty="0"/>
          </a:p>
        </p:txBody>
      </p:sp>
      <p:sp>
        <p:nvSpPr>
          <p:cNvPr id="14" name="shape:014"/>
          <p:cNvSpPr/>
          <p:nvPr/>
        </p:nvSpPr>
        <p:spPr>
          <a:xfrm>
            <a:off x="3096072" y="1609344"/>
            <a:ext cx="6690751" cy="237744"/>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5" name="shape:015"/>
          <p:cNvSpPr/>
          <p:nvPr/>
        </p:nvSpPr>
        <p:spPr>
          <a:xfrm>
            <a:off x="9786823" y="1609344"/>
            <a:ext cx="182880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単位、2026〜2026年</a:t>
            </a:r>
            <a:endParaRPr lang="en-US" sz="850" dirty="0"/>
          </a:p>
        </p:txBody>
      </p:sp>
      <p:sp>
        <p:nvSpPr>
          <p:cNvPr id="16" name="shape:016"/>
          <p:cNvSpPr/>
          <p:nvPr/>
        </p:nvSpPr>
        <p:spPr>
          <a:xfrm>
            <a:off x="3096072" y="1883664"/>
            <a:ext cx="8519551" cy="0"/>
          </a:xfrm>
          <a:prstGeom prst="line">
            <a:avLst/>
          </a:prstGeom>
          <a:noFill/>
          <a:ln w="17780">
            <a:solidFill>
              <a:srgbClr val="322014"/>
            </a:solidFill>
            <a:prstDash val="solid"/>
          </a:ln>
        </p:spPr>
        <p:txBody>
          <a:bodyPr>
            <a:noAutofit/>
          </a:bodyPr>
          <a:p/>
        </p:txBody>
      </p:sp>
      <p:graphicFrame>
        <p:nvGraphicFramePr>
          <p:cNvPr id="42" name="shape:042"/>
          <p:cNvGraphicFramePr>
            <a:graphicFrameLocks noGrp="1"/>
          </p:cNvGraphicFramePr>
          <p:nvPr>
            <p:extLst>
              <p:ext uri="{D42A27DB-BD31-4B8C-83A1-F6EECF244321}">
                <p14:modId xmlns:p14="http://schemas.microsoft.com/office/powerpoint/2010/main" val="1579011935"/>
              </p:ext>
            </p:extLst>
          </p:nvPr>
        </p:nvGraphicFramePr>
        <p:xfrm>
          <a:off x="3096072" y="1993392"/>
          <a:ext cx="8519551" cy="914400"/>
        </p:xfrm>
        <a:graphic>
          <a:graphicData uri="http://schemas.openxmlformats.org/drawingml/2006/table">
            <a:tbl>
              <a:tblPr/>
              <a:tblGrid>
                <a:gridCol w="1440000"/>
                <a:gridCol w="1152000"/>
                <a:gridCol w="5927551"/>
              </a:tblGrid>
              <a:tr h="1392936">
                <a:tc>
                  <a:txBody>
                    <a:bodyPr/>
                    <a:lstStyle/>
                    <a:p>
                      <a:pPr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項目7</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400" b="1" dirty="0">
                          <a:solidFill>
                            <a:srgbClr val="322014"/>
                          </a:solidFill>
                          <a:latin typeface="Yu Gothic" pitchFamily="34" charset="0"/>
                          <a:ea typeface="Yu Gothic" pitchFamily="34" charset="-122"/>
                          <a:cs typeface="Yu Gothic" pitchFamily="34" charset="-120"/>
                        </a:rPr>
                        <a:t>項目8</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92936">
                <a:tc>
                  <a:txBody>
                    <a:bodyPr/>
                    <a:lstStyle/>
                    <a:p>
                      <a:pPr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項目9</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400" b="1" dirty="0">
                          <a:solidFill>
                            <a:srgbClr val="322014"/>
                          </a:solidFill>
                          <a:latin typeface="Yu Gothic" pitchFamily="34" charset="0"/>
                          <a:ea typeface="Yu Gothic" pitchFamily="34" charset="-122"/>
                          <a:cs typeface="Yu Gothic" pitchFamily="34" charset="-120"/>
                        </a:rPr>
                        <a:t>項目10</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92936">
                <a:tc>
                  <a:txBody>
                    <a:bodyPr/>
                    <a:lstStyle/>
                    <a:p>
                      <a:pPr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項目11</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indent="0" marL="0">
                        <a:buNone/>
                      </a:pPr>
                      <a:r>
                        <a:rPr lang="en-US" sz="1400" b="1" dirty="0">
                          <a:solidFill>
                            <a:srgbClr val="322014"/>
                          </a:solidFill>
                          <a:latin typeface="Yu Gothic" pitchFamily="34" charset="0"/>
                          <a:ea typeface="Yu Gothic" pitchFamily="34" charset="-122"/>
                          <a:cs typeface="Yu Gothic" pitchFamily="34" charset="-120"/>
                        </a:rPr>
                        <a:t>項目12</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4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