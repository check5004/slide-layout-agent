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"comparison_table",</a:t>
            </a:r>
          </a:p>
          <a:p>
            <a:r>
              <a:t>  "variant": "warm",</a:t>
            </a:r>
          </a:p>
          <a:p>
            <a:r>
              <a:t>  "rationale": "Public template fixture; short fictional slot content; no private data.",</a:t>
            </a:r>
          </a:p>
          <a:p>
            <a:r>
              <a:t>  "source_sha256": "d17eff298b400a479ec130fb50c193359d172972ffd3ff02a0f3c32de2a5d553",</a:t>
            </a:r>
          </a:p>
          <a:p>
            <a:r>
              <a:t>  "evidence": [</a:t>
            </a:r>
          </a:p>
          <a:p>
            <a:r>
              <a:t>    {</a:t>
            </a:r>
          </a:p>
          <a:p>
            <a:r>
              <a:t>      "text": "選択肢の比較表",</a:t>
            </a:r>
          </a:p>
          <a:p>
            <a:r>
              <a:t>      "refs": [</a:t>
            </a:r>
          </a:p>
          <a:p>
            <a:r>
              <a:t>        {</a:t>
            </a:r>
          </a:p>
          <a:p>
            <a:r>
              <a:t>          "source_id": "s001",</a:t>
            </a:r>
          </a:p>
          <a:p>
            <a:r>
              <a:t>          "quote": "選択肢の比較表"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"評価軸",</a:t>
            </a:r>
          </a:p>
          <a:p>
            <a:r>
              <a:t>      "refs": [</a:t>
            </a:r>
          </a:p>
          <a:p>
            <a:r>
              <a:t>        {</a:t>
            </a:r>
          </a:p>
          <a:p>
            <a:r>
              <a:t>          "source_id": "s001",</a:t>
            </a:r>
          </a:p>
          <a:p>
            <a:r>
              <a:t>          "quote": "評価軸"</a:t>
            </a:r>
          </a:p>
          <a:p>
            <a:r>
              <a:t>        }</a:t>
            </a:r>
          </a:p>
          <a:p>
            <a:r>
              <a:t>      ],</a:t>
            </a:r>
          </a:p>
          <a:p>
            <a:r>
              <a:t>      "mode": "verbatim"</a:t>
            </a:r>
          </a:p>
          <a:p>
            <a:r>
              <a:t>    },</a:t>
            </a:r>
          </a:p>
          <a:p>
            <a:r>
              <a:t>    {</a:t>
            </a:r>
          </a:p>
          <a:p>
            <a:r>
              <a:t>      "text": "自社",</a:t>
            </a:r>
          </a:p>
          <a:p>
            <a:r>
              <a:t>      "refs": [</a:t>
            </a:r>
          </a:p>
          <a:p>
            <a:r>
              <a:t>        {</a:t>
            </a:r>
          </a:p>
          <a:p>
            <a:r>
              <a:t>          "source_id": "s001",</a:t>
            </a:r>
          </a:p>
          <a:p>
            <a:r>
              <a:t>          "quote": "自社"</a:t>
            </a:r>
          </a:p>
          <a:p>
            <a:r>
              <a:t>        }</a:t>
            </a:r>
          </a:p>
          <a:p>
            <a:r>
              <a:t>      ],</a:t>
            </a:r>
          </a:p>
          <a:p>
            <a:r>
              <a:t>      "mode": "verbatim"</a:t>
            </a:r>
          </a:p>
          <a:p>
            <a:r>
              <a:t>    },</a:t>
            </a:r>
          </a:p>
          <a:p>
            <a:r>
              <a:t>    {</a:t>
            </a:r>
          </a:p>
          <a:p>
            <a:r>
              <a:t>      "text": "競合",</a:t>
            </a:r>
          </a:p>
          <a:p>
            <a:r>
              <a:t>      "refs": [</a:t>
            </a:r>
          </a:p>
          <a:p>
            <a:r>
              <a:t>        {</a:t>
            </a:r>
          </a:p>
          <a:p>
            <a:r>
              <a:t>          "source_id": "s001",</a:t>
            </a:r>
          </a:p>
          <a:p>
            <a:r>
              <a:t>          "quote": "競合"</a:t>
            </a:r>
          </a:p>
          <a:p>
            <a:r>
              <a:t>        }</a:t>
            </a:r>
          </a:p>
          <a:p>
            <a:r>
              <a:t>      ],</a:t>
            </a:r>
          </a:p>
          <a:p>
            <a:r>
              <a:t>      "mode": "verbatim"</a:t>
            </a:r>
          </a:p>
          <a:p>
            <a:r>
              <a:t>    },</a:t>
            </a:r>
          </a:p>
          <a:p>
            <a:r>
              <a:t>    {</a:t>
            </a:r>
          </a:p>
          <a:p>
            <a:r>
              <a:t>      "text": "含意",</a:t>
            </a:r>
          </a:p>
          <a:p>
            <a:r>
              <a:t>      "refs": [</a:t>
            </a:r>
          </a:p>
          <a:p>
            <a:r>
              <a:t>        {</a:t>
            </a:r>
          </a:p>
          <a:p>
            <a:r>
              <a:t>          "source_id": "s001",</a:t>
            </a:r>
          </a:p>
          <a:p>
            <a:r>
              <a:t>          "quote": "含意"</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"citations": {</a:t>
            </a:r>
          </a:p>
          <a:p>
            <a:r>
              <a:t>    "s001": "Public MIT sample: templates/freeform_parts_more_16x9.html section 10"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"95833299ef5ec4823dfd16b44db758ddce717234d3e7233dc520555942115f0c"</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選択肢の比較表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graphicFrame>
        <p:nvGraphicFramePr>
          <p:cNvPr id="29" name="shape:029"/>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194560"/>
                <a:gridCol w="2194560"/>
                <a:gridCol w="2194560"/>
                <a:gridCol w="450799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評価軸</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自社</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競合</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含意</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項目5</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項目7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項目8</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項目9</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記載例5</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