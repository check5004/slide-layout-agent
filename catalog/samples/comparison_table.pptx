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"comparison_table",</a:t>
            </a:r>
          </a:p>
          <a:p>
            <a:r>
              <a:t>  "variant": "warm",</a:t>
            </a:r>
          </a:p>
          <a:p>
            <a:r>
              <a:t>  "rationale": "Public template fixture; short fictional slot content; no private data.",</a:t>
            </a:r>
          </a:p>
          <a:p>
            <a:r>
              <a:t>  "source_sha256": "d17eff298b400a479ec130fb50c193359d172972ffd3ff02a0f3c32de2a5d553",</a:t>
            </a:r>
          </a:p>
          <a:p>
            <a:r>
              <a:t>  "evidence": [</a:t>
            </a:r>
          </a:p>
          <a:p>
            <a:r>
              <a:t>    {</a:t>
            </a:r>
          </a:p>
          <a:p>
            <a:r>
              <a:t>      "text": "選択肢の比較表",</a:t>
            </a:r>
          </a:p>
          <a:p>
            <a:r>
              <a:t>      "refs": [</a:t>
            </a:r>
          </a:p>
          <a:p>
            <a:r>
              <a:t>        {</a:t>
            </a:r>
          </a:p>
          <a:p>
            <a:r>
              <a:t>          "source_id": "s001",</a:t>
            </a:r>
          </a:p>
          <a:p>
            <a:r>
              <a:t>          "quote": "選択肢の比較表"</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"評価軸",</a:t>
            </a:r>
          </a:p>
          <a:p>
            <a:r>
              <a:t>      "refs": [</a:t>
            </a:r>
          </a:p>
          <a:p>
            <a:r>
              <a:t>        {</a:t>
            </a:r>
          </a:p>
          <a:p>
            <a:r>
              <a:t>          "source_id": "s001",</a:t>
            </a:r>
          </a:p>
          <a:p>
            <a:r>
              <a:t>          "quote": "評価軸"</a:t>
            </a:r>
          </a:p>
          <a:p>
            <a:r>
              <a:t>        }</a:t>
            </a:r>
          </a:p>
          <a:p>
            <a:r>
              <a:t>      ],</a:t>
            </a:r>
          </a:p>
          <a:p>
            <a:r>
              <a:t>      "mode": "verbatim"</a:t>
            </a:r>
          </a:p>
          <a:p>
            <a:r>
              <a:t>    },</a:t>
            </a:r>
          </a:p>
          <a:p>
            <a:r>
              <a:t>    {</a:t>
            </a:r>
          </a:p>
          <a:p>
            <a:r>
              <a:t>      "text": "自社",</a:t>
            </a:r>
          </a:p>
          <a:p>
            <a:r>
              <a:t>      "refs": [</a:t>
            </a:r>
          </a:p>
          <a:p>
            <a:r>
              <a:t>        {</a:t>
            </a:r>
          </a:p>
          <a:p>
            <a:r>
              <a:t>          "source_id": "s001",</a:t>
            </a:r>
          </a:p>
          <a:p>
            <a:r>
              <a:t>          "quote": "自社"</a:t>
            </a:r>
          </a:p>
          <a:p>
            <a:r>
              <a:t>        }</a:t>
            </a:r>
          </a:p>
          <a:p>
            <a:r>
              <a:t>      ],</a:t>
            </a:r>
          </a:p>
          <a:p>
            <a:r>
              <a:t>      "mode": "verbatim"</a:t>
            </a:r>
          </a:p>
          <a:p>
            <a:r>
              <a:t>    },</a:t>
            </a:r>
          </a:p>
          <a:p>
            <a:r>
              <a:t>    {</a:t>
            </a:r>
          </a:p>
          <a:p>
            <a:r>
              <a:t>      "text": "競合",</a:t>
            </a:r>
          </a:p>
          <a:p>
            <a:r>
              <a:t>      "refs": [</a:t>
            </a:r>
          </a:p>
          <a:p>
            <a:r>
              <a:t>        {</a:t>
            </a:r>
          </a:p>
          <a:p>
            <a:r>
              <a:t>          "source_id": "s001",</a:t>
            </a:r>
          </a:p>
          <a:p>
            <a:r>
              <a:t>          "quote": "競合"</a:t>
            </a:r>
          </a:p>
          <a:p>
            <a:r>
              <a:t>        }</a:t>
            </a:r>
          </a:p>
          <a:p>
            <a:r>
              <a:t>      ],</a:t>
            </a:r>
          </a:p>
          <a:p>
            <a:r>
              <a:t>      "mode": "verbatim"</a:t>
            </a:r>
          </a:p>
          <a:p>
            <a:r>
              <a:t>    },</a:t>
            </a:r>
          </a:p>
          <a:p>
            <a:r>
              <a:t>    {</a:t>
            </a:r>
          </a:p>
          <a:p>
            <a:r>
              <a:t>      "text": "含意",</a:t>
            </a:r>
          </a:p>
          <a:p>
            <a:r>
              <a:t>      "refs": [</a:t>
            </a:r>
          </a:p>
          <a:p>
            <a:r>
              <a:t>        {</a:t>
            </a:r>
          </a:p>
          <a:p>
            <a:r>
              <a:t>          "source_id": "s001",</a:t>
            </a:r>
          </a:p>
          <a:p>
            <a:r>
              <a:t>          "quote": "含意"</a:t>
            </a:r>
          </a:p>
          <a:p>
            <a:r>
              <a:t>        }</a:t>
            </a:r>
          </a:p>
          <a:p>
            <a:r>
              <a:t>      ],</a:t>
            </a:r>
          </a:p>
          <a:p>
            <a:r>
              <a:t>      "mode": "verbatim"</a:t>
            </a:r>
          </a:p>
          <a:p>
            <a:r>
              <a:t>    },</a:t>
            </a:r>
          </a:p>
          <a:p>
            <a:r>
              <a:t>    {</a:t>
            </a:r>
          </a:p>
          <a:p>
            <a:r>
              <a:t>      "text": "項目1",</a:t>
            </a:r>
          </a:p>
          <a:p>
            <a:r>
              <a:t>      "refs": [</a:t>
            </a:r>
          </a:p>
          <a:p>
            <a:r>
              <a:t>        {</a:t>
            </a:r>
          </a:p>
          <a:p>
            <a:r>
              <a:t>          "source_id": "s001",</a:t>
            </a:r>
          </a:p>
          <a:p>
            <a:r>
              <a:t>          "quote": "項目1"</a:t>
            </a:r>
          </a:p>
          <a:p>
            <a:r>
              <a:t>        }</a:t>
            </a:r>
          </a:p>
          <a:p>
            <a:r>
              <a:t>      ],</a:t>
            </a:r>
          </a:p>
          <a:p>
            <a:r>
              <a:t>      "mode": "verbatim"</a:t>
            </a:r>
          </a:p>
          <a:p>
            <a:r>
              <a:t>    },</a:t>
            </a:r>
          </a:p>
          <a:p>
            <a:r>
              <a:t>    {</a:t>
            </a:r>
          </a:p>
          <a:p>
            <a:r>
              <a:t>      "text": "項目2",</a:t>
            </a:r>
          </a:p>
          <a:p>
            <a:r>
              <a:t>      "refs": [</a:t>
            </a:r>
          </a:p>
          <a:p>
            <a:r>
              <a:t>        {</a:t>
            </a:r>
          </a:p>
          <a:p>
            <a:r>
              <a:t>          "source_id": "s001",</a:t>
            </a:r>
          </a:p>
          <a:p>
            <a:r>
              <a:t>          "quote": "項目2"</a:t>
            </a:r>
          </a:p>
          <a:p>
            <a:r>
              <a:t>        }</a:t>
            </a:r>
          </a:p>
          <a:p>
            <a:r>
              <a:t>      ],</a:t>
            </a:r>
          </a:p>
          <a:p>
            <a:r>
              <a:t>      "mode": "verbatim"</a:t>
            </a:r>
          </a:p>
          <a:p>
            <a:r>
              <a:t>    },</a:t>
            </a:r>
          </a:p>
          <a:p>
            <a:r>
              <a:t>    {</a:t>
            </a:r>
          </a:p>
          <a:p>
            <a:r>
              <a:t>      "text": "項目3",</a:t>
            </a:r>
          </a:p>
          <a:p>
            <a:r>
              <a:t>      "refs": [</a:t>
            </a:r>
          </a:p>
          <a:p>
            <a:r>
              <a:t>        {</a:t>
            </a:r>
          </a:p>
          <a:p>
            <a:r>
              <a:t>          "source_id": "s001",</a:t>
            </a:r>
          </a:p>
          <a:p>
            <a:r>
              <a:t>          "quote": "項目3"</a:t>
            </a:r>
          </a:p>
          <a:p>
            <a:r>
              <a:t>        }</a:t>
            </a:r>
          </a:p>
          <a:p>
            <a:r>
              <a:t>      ],</a:t>
            </a:r>
          </a:p>
          <a:p>
            <a:r>
              <a:t>      "mode": "verbatim"</a:t>
            </a:r>
          </a:p>
          <a:p>
            <a:r>
              <a:t>    },</a:t>
            </a:r>
          </a:p>
          <a:p>
            <a:r>
              <a:t>    {</a:t>
            </a:r>
          </a:p>
          <a:p>
            <a:r>
              <a:t>      "text": "記載例1\n記載例2",</a:t>
            </a:r>
          </a:p>
          <a:p>
            <a:r>
              <a:t>      "refs": [</a:t>
            </a:r>
          </a:p>
          <a:p>
            <a:r>
              <a:t>        {</a:t>
            </a:r>
          </a:p>
          <a:p>
            <a:r>
              <a:t>          "source_id": "s001",</a:t>
            </a:r>
          </a:p>
          <a:p>
            <a:r>
              <a:t>          "quote": "記載例1\n記載例2"</a:t>
            </a:r>
          </a:p>
          <a:p>
            <a:r>
              <a:t>        }</a:t>
            </a:r>
          </a:p>
          <a:p>
            <a:r>
              <a:t>      ],</a:t>
            </a:r>
          </a:p>
          <a:p>
            <a:r>
              <a:t>      "mode": "verbatim"</a:t>
            </a:r>
          </a:p>
          <a:p>
            <a:r>
              <a:t>    },</a:t>
            </a:r>
          </a:p>
          <a:p>
            <a:r>
              <a:t>    {</a:t>
            </a:r>
          </a:p>
          <a:p>
            <a:r>
              <a:t>      "text": "項目4",</a:t>
            </a:r>
          </a:p>
          <a:p>
            <a:r>
              <a:t>      "refs": [</a:t>
            </a:r>
          </a:p>
          <a:p>
            <a:r>
              <a:t>        {</a:t>
            </a:r>
          </a:p>
          <a:p>
            <a:r>
              <a:t>          "source_id": "s001",</a:t>
            </a:r>
          </a:p>
          <a:p>
            <a:r>
              <a:t>          "quote": "項目4"</a:t>
            </a:r>
          </a:p>
          <a:p>
            <a:r>
              <a:t>        }</a:t>
            </a:r>
          </a:p>
          <a:p>
            <a:r>
              <a:t>      ],</a:t>
            </a:r>
          </a:p>
          <a:p>
            <a:r>
              <a:t>      "mode": "verbatim"</a:t>
            </a:r>
          </a:p>
          <a:p>
            <a:r>
              <a:t>    },</a:t>
            </a:r>
          </a:p>
          <a:p>
            <a:r>
              <a:t>    {</a:t>
            </a:r>
          </a:p>
          <a:p>
            <a:r>
              <a:t>      "text": "項目5",</a:t>
            </a:r>
          </a:p>
          <a:p>
            <a:r>
              <a:t>      "refs": [</a:t>
            </a:r>
          </a:p>
          <a:p>
            <a:r>
              <a:t>        {</a:t>
            </a:r>
          </a:p>
          <a:p>
            <a:r>
              <a:t>          "source_id": "s001",</a:t>
            </a:r>
          </a:p>
          <a:p>
            <a:r>
              <a:t>          "quote": "項目5"</a:t>
            </a:r>
          </a:p>
          <a:p>
            <a:r>
              <a:t>        }</a:t>
            </a:r>
          </a:p>
          <a:p>
            <a:r>
              <a:t>      ],</a:t>
            </a:r>
          </a:p>
          <a:p>
            <a:r>
              <a:t>      "mode": "verbatim"</a:t>
            </a:r>
          </a:p>
          <a:p>
            <a:r>
              <a:t>    },</a:t>
            </a:r>
          </a:p>
          <a:p>
            <a:r>
              <a:t>    {</a:t>
            </a:r>
          </a:p>
          <a:p>
            <a:r>
              <a:t>      "text": "項目6",</a:t>
            </a:r>
          </a:p>
          <a:p>
            <a:r>
              <a:t>      "refs": [</a:t>
            </a:r>
          </a:p>
          <a:p>
            <a:r>
              <a:t>        {</a:t>
            </a:r>
          </a:p>
          <a:p>
            <a:r>
              <a:t>          "source_id": "s001",</a:t>
            </a:r>
          </a:p>
          <a:p>
            <a:r>
              <a:t>          "quote": "項目6"</a:t>
            </a:r>
          </a:p>
          <a:p>
            <a:r>
              <a:t>        }</a:t>
            </a:r>
          </a:p>
          <a:p>
            <a:r>
              <a:t>      ],</a:t>
            </a:r>
          </a:p>
          <a:p>
            <a:r>
              <a:t>      "mode": "verbatim"</a:t>
            </a:r>
          </a:p>
          <a:p>
            <a:r>
              <a:t>    },</a:t>
            </a:r>
          </a:p>
          <a:p>
            <a:r>
              <a:t>    {</a:t>
            </a:r>
          </a:p>
          <a:p>
            <a:r>
              <a:t>      "text": "記載例3\n記載例4",</a:t>
            </a:r>
          </a:p>
          <a:p>
            <a:r>
              <a:t>      "refs": [</a:t>
            </a:r>
          </a:p>
          <a:p>
            <a:r>
              <a:t>        {</a:t>
            </a:r>
          </a:p>
          <a:p>
            <a:r>
              <a:t>          "source_id": "s001",</a:t>
            </a:r>
          </a:p>
          <a:p>
            <a:r>
              <a:t>          "quote": "記載例3\n記載例4"</a:t>
            </a:r>
          </a:p>
          <a:p>
            <a:r>
              <a:t>        }</a:t>
            </a:r>
          </a:p>
          <a:p>
            <a:r>
              <a:t>      ],</a:t>
            </a:r>
          </a:p>
          <a:p>
            <a:r>
              <a:t>      "mode": "verbatim"</a:t>
            </a:r>
          </a:p>
          <a:p>
            <a:r>
              <a:t>    },</a:t>
            </a:r>
          </a:p>
          <a:p>
            <a:r>
              <a:t>    {</a:t>
            </a:r>
          </a:p>
          <a:p>
            <a:r>
              <a:t>      "text": "項目7",</a:t>
            </a:r>
          </a:p>
          <a:p>
            <a:r>
              <a:t>      "refs": [</a:t>
            </a:r>
          </a:p>
          <a:p>
            <a:r>
              <a:t>        {</a:t>
            </a:r>
          </a:p>
          <a:p>
            <a:r>
              <a:t>          "source_id": "s001",</a:t>
            </a:r>
          </a:p>
          <a:p>
            <a:r>
              <a:t>          "quote": "項目7"</a:t>
            </a:r>
          </a:p>
          <a:p>
            <a:r>
              <a:t>        }</a:t>
            </a:r>
          </a:p>
          <a:p>
            <a:r>
              <a:t>      ],</a:t>
            </a:r>
          </a:p>
          <a:p>
            <a:r>
              <a:t>      "mode": "verbatim"</a:t>
            </a:r>
          </a:p>
          <a:p>
            <a:r>
              <a:t>    },</a:t>
            </a:r>
          </a:p>
          <a:p>
            <a:r>
              <a:t>    {</a:t>
            </a:r>
          </a:p>
          <a:p>
            <a:r>
              <a:t>      "text": "項目8",</a:t>
            </a:r>
          </a:p>
          <a:p>
            <a:r>
              <a:t>      "refs": [</a:t>
            </a:r>
          </a:p>
          <a:p>
            <a:r>
              <a:t>        {</a:t>
            </a:r>
          </a:p>
          <a:p>
            <a:r>
              <a:t>          "source_id": "s001",</a:t>
            </a:r>
          </a:p>
          <a:p>
            <a:r>
              <a:t>          "quote": "項目8"</a:t>
            </a:r>
          </a:p>
          <a:p>
            <a:r>
              <a:t>        }</a:t>
            </a:r>
          </a:p>
          <a:p>
            <a:r>
              <a:t>      ],</a:t>
            </a:r>
          </a:p>
          <a:p>
            <a:r>
              <a:t>      "mode": "verbatim"</a:t>
            </a:r>
          </a:p>
          <a:p>
            <a:r>
              <a:t>    },</a:t>
            </a:r>
          </a:p>
          <a:p>
            <a:r>
              <a:t>    {</a:t>
            </a:r>
          </a:p>
          <a:p>
            <a:r>
              <a:t>      "text": "項目9",</a:t>
            </a:r>
          </a:p>
          <a:p>
            <a:r>
              <a:t>      "refs": [</a:t>
            </a:r>
          </a:p>
          <a:p>
            <a:r>
              <a:t>        {</a:t>
            </a:r>
          </a:p>
          <a:p>
            <a:r>
              <a:t>          "source_id": "s001",</a:t>
            </a:r>
          </a:p>
          <a:p>
            <a:r>
              <a:t>          "quote": "項目9"</a:t>
            </a:r>
          </a:p>
          <a:p>
            <a:r>
              <a:t>        }</a:t>
            </a:r>
          </a:p>
          <a:p>
            <a:r>
              <a:t>      ],</a:t>
            </a:r>
          </a:p>
          <a:p>
            <a:r>
              <a:t>      "mode": "verbatim"</a:t>
            </a:r>
          </a:p>
          <a:p>
            <a:r>
              <a:t>    },</a:t>
            </a:r>
          </a:p>
          <a:p>
            <a:r>
              <a:t>    {</a:t>
            </a:r>
          </a:p>
          <a:p>
            <a:r>
              <a:t>      "text": "記載例5\n記載例6",</a:t>
            </a:r>
          </a:p>
          <a:p>
            <a:r>
              <a:t>      "refs": [</a:t>
            </a:r>
          </a:p>
          <a:p>
            <a:r>
              <a:t>        {</a:t>
            </a:r>
          </a:p>
          <a:p>
            <a:r>
              <a:t>          "source_id": "s001",</a:t>
            </a:r>
          </a:p>
          <a:p>
            <a:r>
              <a:t>          "quote": "記載例5\n記載例6"</a:t>
            </a:r>
          </a:p>
          <a:p>
            <a:r>
              <a:t>        }</a:t>
            </a:r>
          </a:p>
          <a:p>
            <a:r>
              <a:t>      ],</a:t>
            </a:r>
          </a:p>
          <a:p>
            <a:r>
              <a:t>      "mode": "verbatim"</a:t>
            </a:r>
          </a:p>
          <a:p>
            <a:r>
              <a:t>    }</a:t>
            </a:r>
          </a:p>
          <a:p>
            <a:r>
              <a:t>  ],</a:t>
            </a:r>
          </a:p>
          <a:p>
            <a:r>
              <a:t>  "citations": {</a:t>
            </a:r>
          </a:p>
          <a:p>
            <a:r>
              <a:t>    "s001": "Public MIT sample: templates/freeform_parts_more_16x9.html section 10"</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"6a8bf830aeb7963c6375baf5ca0eb66fd3579545238bc5d88899af05e572b8c6"</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m10</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選択肢の比較表</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graphicFrame>
        <p:nvGraphicFramePr>
          <p:cNvPr id="29" name="shape:029"/>
          <p:cNvGraphicFramePr>
            <a:graphicFrameLocks noGrp="1"/>
          </p:cNvGraphicFramePr>
          <p:nvPr>
            <p:extLst>
              <p:ext uri="{D42A27DB-BD31-4B8C-83A1-F6EECF244321}">
                <p14:modId xmlns:p14="http://schemas.microsoft.com/office/powerpoint/2010/main" val="1579011935"/>
              </p:ext>
            </p:extLst>
          </p:nvPr>
        </p:nvGraphicFramePr>
        <p:xfrm>
          <a:off x="576072" y="2029968"/>
          <a:ext cx="11091672" cy="3950208"/>
        </p:xfrm>
        <a:graphic>
          <a:graphicData uri="http://schemas.openxmlformats.org/drawingml/2006/table">
            <a:tbl>
              <a:tblPr/>
              <a:tblGrid>
                <a:gridCol w="2194560"/>
                <a:gridCol w="2194560"/>
                <a:gridCol w="2194560"/>
                <a:gridCol w="4507992"/>
              </a:tblGrid>
              <a:tr h="384048">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評価軸</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自社</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競合</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含意</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r>
              <a:tr h="1188720">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項目1</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項目2</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項目3</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記載例1</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記載例2</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r>
              <a:tr h="1188720">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項目4</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項目5</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項目6</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記載例3</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記載例4</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r>
              <a:tr h="1188720">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項目7</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項目8</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項目9</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記載例5</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記載例6</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r>
            </a:tbl>
          </a:graphicData>
        </a:graphic>
      </p:graphicFrame>
      <p:sp>
        <p:nvSpPr>
          <p:cNvPr id="30"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