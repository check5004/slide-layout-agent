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"current_target_state",</a:t>
            </a:r>
          </a:p>
          <a:p>
            <a:r>
              <a:t>  "variant": "warm",</a:t>
            </a:r>
          </a:p>
          <a:p>
            <a:r>
              <a:t>  "rationale": "Public template fixture; short fictional slot content; no private data.",</a:t>
            </a:r>
          </a:p>
          <a:p>
            <a:r>
              <a:t>  "source_sha256": "fce00352163ff33c38bff500dfaa26f834b842c6433cfa5ccae75ebca03970db",</a:t>
            </a:r>
          </a:p>
          <a:p>
            <a:r>
              <a:t>  "evidence": [</a:t>
            </a:r>
          </a:p>
          <a:p>
            <a:r>
              <a:t>    {</a:t>
            </a:r>
          </a:p>
          <a:p>
            <a:r>
              <a:t>      "text": "現状と目指す姿",</a:t>
            </a:r>
          </a:p>
          <a:p>
            <a:r>
              <a:t>      "refs": [</a:t>
            </a:r>
          </a:p>
          <a:p>
            <a:r>
              <a:t>        {</a:t>
            </a:r>
          </a:p>
          <a:p>
            <a:r>
              <a:t>          "source_id": "s001",</a:t>
            </a:r>
          </a:p>
          <a:p>
            <a:r>
              <a:t>          "quote": "現状と目指す姿"</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"記載例2\n記載例3\n記載例4",</a:t>
            </a:r>
          </a:p>
          <a:p>
            <a:r>
              <a:t>      "refs": [</a:t>
            </a:r>
          </a:p>
          <a:p>
            <a:r>
              <a:t>        {</a:t>
            </a:r>
          </a:p>
          <a:p>
            <a:r>
              <a:t>          "source_id": "s001",</a:t>
            </a:r>
          </a:p>
          <a:p>
            <a:r>
              <a:t>          "quote": "記載例2\n記載例3\n記載例4"</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"記載例5",</a:t>
            </a:r>
          </a:p>
          <a:p>
            <a:r>
              <a:t>      "refs": [</a:t>
            </a:r>
          </a:p>
          <a:p>
            <a:r>
              <a:t>        {</a:t>
            </a:r>
          </a:p>
          <a:p>
            <a:r>
              <a:t>          "source_id": "s001",</a:t>
            </a:r>
          </a:p>
          <a:p>
            <a:r>
              <a:t>          "quote": "記載例5"</a:t>
            </a:r>
          </a:p>
          <a:p>
            <a:r>
              <a:t>        }</a:t>
            </a:r>
          </a:p>
          <a:p>
            <a:r>
              <a:t>      ],</a:t>
            </a:r>
          </a:p>
          <a:p>
            <a:r>
              <a:t>      "mode": "verbatim"</a:t>
            </a:r>
          </a:p>
          <a:p>
            <a:r>
              <a:t>    },</a:t>
            </a:r>
          </a:p>
          <a:p>
            <a:r>
              <a:t>    {</a:t>
            </a:r>
          </a:p>
          <a:p>
            <a:r>
              <a:t>      "text": "記載例6\n記載例7\n記載例8",</a:t>
            </a:r>
          </a:p>
          <a:p>
            <a:r>
              <a:t>      "refs": [</a:t>
            </a:r>
          </a:p>
          <a:p>
            <a:r>
              <a:t>        {</a:t>
            </a:r>
          </a:p>
          <a:p>
            <a:r>
              <a:t>          "source_id": "s001",</a:t>
            </a:r>
          </a:p>
          <a:p>
            <a:r>
              <a:t>          "quote": "記載例6\n記載例7\n記載例8"</a:t>
            </a:r>
          </a:p>
          <a:p>
            <a:r>
              <a:t>        }</a:t>
            </a:r>
          </a:p>
          <a:p>
            <a:r>
              <a:t>      ],</a:t>
            </a:r>
          </a:p>
          <a:p>
            <a:r>
              <a:t>      "mode": "verbatim"</a:t>
            </a:r>
          </a:p>
          <a:p>
            <a:r>
              <a:t>    },</a:t>
            </a:r>
          </a:p>
          <a:p>
            <a:r>
              <a:t>    {</a:t>
            </a:r>
          </a:p>
          <a:p>
            <a:r>
              <a:t>      "text": "›",</a:t>
            </a:r>
          </a:p>
          <a:p>
            <a:r>
              <a:t>      "refs": [</a:t>
            </a:r>
          </a:p>
          <a:p>
            <a:r>
              <a:t>        {</a:t>
            </a:r>
          </a:p>
          <a:p>
            <a:r>
              <a:t>          "source_id": "s001",</a:t>
            </a:r>
          </a:p>
          <a:p>
            <a:r>
              <a:t>          "quote": "›"</a:t>
            </a:r>
          </a:p>
          <a:p>
            <a:r>
              <a:t>        }</a:t>
            </a:r>
          </a:p>
          <a:p>
            <a:r>
              <a:t>      ],</a:t>
            </a:r>
          </a:p>
          <a:p>
            <a:r>
              <a:t>      "mode": "verbatim"</a:t>
            </a:r>
          </a:p>
          <a:p>
            <a:r>
              <a:t>    }</a:t>
            </a:r>
          </a:p>
          <a:p>
            <a:r>
              <a:t>  ],</a:t>
            </a:r>
          </a:p>
          <a:p>
            <a:r>
              <a:t>  "citations": {</a:t>
            </a:r>
          </a:p>
          <a:p>
            <a:r>
              <a:t>    "s001": "Public MIT sample: templates/freeform_parts_more_16x9.html section 26"</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"1e916e944c9298878377156999e132c9931b4c19c7e22320a68a36283f6f68f2"</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m26</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現状と目指す姿</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850392" y="3006090"/>
            <a:ext cx="4559656" cy="292608"/>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項目1</a:t>
            </a:r>
            <a:endParaRPr lang="en-US" sz="1400" dirty="0"/>
          </a:p>
        </p:txBody>
      </p:sp>
      <p:sp>
        <p:nvSpPr>
          <p:cNvPr id="11" name="shape:011"/>
          <p:cNvSpPr/>
          <p:nvPr/>
        </p:nvSpPr>
        <p:spPr>
          <a:xfrm>
            <a:off x="850392" y="3353562"/>
            <a:ext cx="4559656" cy="0"/>
          </a:xfrm>
          <a:prstGeom prst="line">
            <a:avLst/>
          </a:prstGeom>
          <a:noFill/>
          <a:ln w="20320">
            <a:solidFill>
              <a:srgbClr val="322014"/>
            </a:solidFill>
            <a:prstDash val="solid"/>
          </a:ln>
        </p:spPr>
        <p:txBody>
          <a:bodyPr>
            <a:noAutofit/>
          </a:bodyPr>
          <a:p/>
        </p:txBody>
      </p:sp>
      <p:sp>
        <p:nvSpPr>
          <p:cNvPr id="12" name="shape:012"/>
          <p:cNvSpPr/>
          <p:nvPr/>
        </p:nvSpPr>
        <p:spPr>
          <a:xfrm>
            <a:off x="850392" y="3499866"/>
            <a:ext cx="4559656" cy="36576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記載例1</a:t>
            </a:r>
            <a:endParaRPr lang="en-US" sz="1500" dirty="0"/>
          </a:p>
        </p:txBody>
      </p:sp>
      <p:sp>
        <p:nvSpPr>
          <p:cNvPr id="13" name="shape:013"/>
          <p:cNvSpPr/>
          <p:nvPr/>
        </p:nvSpPr>
        <p:spPr>
          <a:xfrm>
            <a:off x="850392" y="4030218"/>
            <a:ext cx="4559656" cy="192024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記載例2</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記載例3</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記載例4</a:t>
            </a:r>
            <a:endParaRPr lang="en-US" sz="1200" dirty="0"/>
          </a:p>
        </p:txBody>
      </p:sp>
      <p:sp>
        <p:nvSpPr>
          <p:cNvPr id="14" name="shape:014"/>
          <p:cNvSpPr/>
          <p:nvPr/>
        </p:nvSpPr>
        <p:spPr>
          <a:xfrm>
            <a:off x="6781648" y="3006090"/>
            <a:ext cx="4559656" cy="292608"/>
          </a:xfrm>
          <a:prstGeom prst="rect">
            <a:avLst/>
          </a:prstGeom>
          <a:noFill/>
          <a:ln/>
        </p:spPr>
        <p:txBody>
          <a:bodyPr wrap="square" lIns="381" tIns="381" rIns="381" bIns="381" rtlCol="0" anchor="t">
            <a:noAutofit/>
          </a:bodyPr>
          <a:lstStyle/>
          <a:p>
            <a:pPr algn="l" indent="0" marL="0">
              <a:buNone/>
            </a:pPr>
            <a:r>
              <a:rPr lang="en-US" sz="1400" b="1" dirty="0">
                <a:solidFill>
                  <a:srgbClr val="5A3921"/>
                </a:solidFill>
                <a:latin typeface="Yu Gothic" pitchFamily="34" charset="0"/>
                <a:ea typeface="Yu Gothic" pitchFamily="34" charset="-122"/>
                <a:cs typeface="Yu Gothic" pitchFamily="34" charset="-120"/>
              </a:rPr>
              <a:t>項目2</a:t>
            </a:r>
            <a:endParaRPr lang="en-US" sz="1400" dirty="0"/>
          </a:p>
        </p:txBody>
      </p:sp>
      <p:sp>
        <p:nvSpPr>
          <p:cNvPr id="15" name="shape:015"/>
          <p:cNvSpPr/>
          <p:nvPr/>
        </p:nvSpPr>
        <p:spPr>
          <a:xfrm>
            <a:off x="6781648" y="3353562"/>
            <a:ext cx="4559656" cy="0"/>
          </a:xfrm>
          <a:prstGeom prst="line">
            <a:avLst/>
          </a:prstGeom>
          <a:noFill/>
          <a:ln w="20320">
            <a:solidFill>
              <a:srgbClr val="5A3921"/>
            </a:solidFill>
            <a:prstDash val="solid"/>
          </a:ln>
        </p:spPr>
        <p:txBody>
          <a:bodyPr>
            <a:noAutofit/>
          </a:bodyPr>
          <a:p/>
        </p:txBody>
      </p:sp>
      <p:sp>
        <p:nvSpPr>
          <p:cNvPr id="16" name="shape:016"/>
          <p:cNvSpPr/>
          <p:nvPr/>
        </p:nvSpPr>
        <p:spPr>
          <a:xfrm>
            <a:off x="6781648" y="3499866"/>
            <a:ext cx="4559656" cy="36576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記載例5</a:t>
            </a:r>
            <a:endParaRPr lang="en-US" sz="1500" dirty="0"/>
          </a:p>
        </p:txBody>
      </p:sp>
      <p:sp>
        <p:nvSpPr>
          <p:cNvPr id="17" name="shape:017"/>
          <p:cNvSpPr/>
          <p:nvPr/>
        </p:nvSpPr>
        <p:spPr>
          <a:xfrm>
            <a:off x="6781648" y="4030218"/>
            <a:ext cx="4559656" cy="192024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記載例6</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記載例7</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記載例8</a:t>
            </a:r>
            <a:endParaRPr lang="en-US" sz="1200" dirty="0"/>
          </a:p>
        </p:txBody>
      </p:sp>
      <p:sp>
        <p:nvSpPr>
          <p:cNvPr id="18" name="shape:018"/>
          <p:cNvSpPr/>
          <p:nvPr/>
        </p:nvSpPr>
        <p:spPr>
          <a:xfrm>
            <a:off x="5912968" y="3298698"/>
            <a:ext cx="365760" cy="548640"/>
          </a:xfrm>
          <a:prstGeom prst="rect">
            <a:avLst/>
          </a:prstGeom>
          <a:noFill/>
          <a:ln/>
        </p:spPr>
        <p:txBody>
          <a:bodyPr wrap="square" lIns="0" tIns="0" rIns="0" bIns="0" rtlCol="0" anchor="ctr">
            <a:noAutofit/>
          </a:bodyPr>
          <a:lstStyle/>
          <a:p>
            <a:pPr algn="ctr" indent="0" marL="0">
              <a:buNone/>
            </a:pPr>
            <a:r>
              <a:rPr lang="en-US" sz="3000" dirty="0">
                <a:solidFill>
                  <a:srgbClr val="8A7B6B"/>
                </a:solidFill>
                <a:latin typeface="Yu Gothic" pitchFamily="34" charset="0"/>
                <a:ea typeface="Yu Gothic" pitchFamily="34" charset="-122"/>
                <a:cs typeface="Yu Gothic" pitchFamily="34" charset="-120"/>
              </a:rPr>
              <a:t>›</a:t>
            </a:r>
            <a:endParaRPr lang="en-US" sz="3000" dirty="0"/>
          </a:p>
        </p:txBody>
      </p:sp>
      <p:sp>
        <p:nvSpPr>
          <p:cNvPr id="1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