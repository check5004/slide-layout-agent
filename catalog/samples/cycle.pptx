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"cycle",</a:t>
            </a:r>
          </a:p>
          <a:p>
            <a:r>
              <a:t>  "variant": "warm",</a:t>
            </a:r>
          </a:p>
          <a:p>
            <a:r>
              <a:t>  "rationale": "Public template fixture; short fictional slot content; no private data.",</a:t>
            </a:r>
          </a:p>
          <a:p>
            <a:r>
              <a:t>  "source_sha256": "9642c8391e7362720c621689a77b7f7151f6b7d0523bf4e39676112800e2b30a",</a:t>
            </a:r>
          </a:p>
          <a:p>
            <a:r>
              <a:t>  "evidence": [</a:t>
            </a:r>
          </a:p>
          <a:p>
            <a:r>
              <a:t>    {</a:t>
            </a:r>
          </a:p>
          <a:p>
            <a:r>
              <a:t>      "text": "循環サイクル",</a:t>
            </a:r>
          </a:p>
          <a:p>
            <a:r>
              <a:t>      "refs": [</a:t>
            </a:r>
          </a:p>
          <a:p>
            <a:r>
              <a:t>        {</a:t>
            </a:r>
          </a:p>
          <a:p>
            <a:r>
              <a:t>          "source_id": "s001",</a:t>
            </a:r>
          </a:p>
          <a:p>
            <a:r>
              <a:t>          "quote": "循環サイクル"</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"1",</a:t>
            </a:r>
          </a:p>
          <a:p>
            <a:r>
              <a:t>      "refs": [</a:t>
            </a:r>
          </a:p>
          <a:p>
            <a:r>
              <a:t>        {</a:t>
            </a:r>
          </a:p>
          <a:p>
            <a:r>
              <a:t>          "source_id": "s001",</a:t>
            </a:r>
          </a:p>
          <a:p>
            <a:r>
              <a:t>          "quote": "1"</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"3",</a:t>
            </a:r>
          </a:p>
          <a:p>
            <a:r>
              <a:t>      "refs": [</a:t>
            </a:r>
          </a:p>
          <a:p>
            <a:r>
              <a:t>        {</a:t>
            </a:r>
          </a:p>
          <a:p>
            <a:r>
              <a:t>          "source_id": "s001",</a:t>
            </a:r>
          </a:p>
          <a:p>
            <a:r>
              <a:t>          "quote": "3"</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"4",</a:t>
            </a:r>
          </a:p>
          <a:p>
            <a:r>
              <a:t>      "refs": [</a:t>
            </a:r>
          </a:p>
          <a:p>
            <a:r>
              <a:t>        {</a:t>
            </a:r>
          </a:p>
          <a:p>
            <a:r>
              <a:t>          "source_id": "s001",</a:t>
            </a:r>
          </a:p>
          <a:p>
            <a:r>
              <a:t>          "quote": "4"</a:t>
            </a:r>
          </a:p>
          <a:p>
            <a:r>
              <a:t>        }</a:t>
            </a:r>
          </a:p>
          <a:p>
            <a:r>
              <a:t>      ],</a:t>
            </a:r>
          </a:p>
          <a:p>
            <a:r>
              <a:t>      "mode": "verbatim"</a:t>
            </a:r>
          </a:p>
          <a:p>
            <a:r>
              <a:t>    },</a:t>
            </a:r>
          </a:p>
          <a:p>
            <a:r>
              <a:t>    {</a:t>
            </a:r>
          </a:p>
          <a:p>
            <a:r>
              <a:t>      "text": "見出し 5",</a:t>
            </a:r>
          </a:p>
          <a:p>
            <a:r>
              <a:t>      "refs": [</a:t>
            </a:r>
          </a:p>
          <a:p>
            <a:r>
              <a:t>        {</a:t>
            </a:r>
          </a:p>
          <a:p>
            <a:r>
              <a:t>          "source_id": "s001",</a:t>
            </a:r>
          </a:p>
          <a:p>
            <a:r>
              <a:t>          "quote": "見出し 5"</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"5",</a:t>
            </a:r>
          </a:p>
          <a:p>
            <a:r>
              <a:t>      "refs": [</a:t>
            </a:r>
          </a:p>
          <a:p>
            <a:r>
              <a:t>        {</a:t>
            </a:r>
          </a:p>
          <a:p>
            <a:r>
              <a:t>          "source_id": "s001",</a:t>
            </a:r>
          </a:p>
          <a:p>
            <a:r>
              <a:t>          "quote": "5"</a:t>
            </a:r>
          </a:p>
          <a:p>
            <a:r>
              <a:t>        }</a:t>
            </a:r>
          </a:p>
          <a:p>
            <a:r>
              <a:t>      ],</a:t>
            </a:r>
          </a:p>
          <a:p>
            <a:r>
              <a:t>      "mode": "verbatim"</a:t>
            </a:r>
          </a:p>
          <a:p>
            <a:r>
              <a:t>    },</a:t>
            </a:r>
          </a:p>
          <a:p>
            <a:r>
              <a:t>    {</a:t>
            </a:r>
          </a:p>
          <a:p>
            <a:r>
              <a:t>      "text": "見出し 6",</a:t>
            </a:r>
          </a:p>
          <a:p>
            <a:r>
              <a:t>      "refs": [</a:t>
            </a:r>
          </a:p>
          <a:p>
            <a:r>
              <a:t>        {</a:t>
            </a:r>
          </a:p>
          <a:p>
            <a:r>
              <a:t>          "source_id": "s001",</a:t>
            </a:r>
          </a:p>
          <a:p>
            <a:r>
              <a:t>          "quote": "見出し 6"</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"citations": {</a:t>
            </a:r>
          </a:p>
          <a:p>
            <a:r>
              <a:t>    "s001": "Public MIT sample: templates/freeform_parts_more_16x9.html section 29"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"74af576588cc023a67d2c888055455055a5acb7161e895b49a69fc7a48ee05d7"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循環サイクル</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2255368" y="2377440"/>
            <a:ext cx="7680960" cy="3200400"/>
          </a:xfrm>
          <a:prstGeom prst="ellipse">
            <a:avLst/>
          </a:prstGeom>
          <a:ln w="12700">
            <a:solidFill>
              <a:srgbClr val="E2DCD2"/>
            </a:solidFill>
            <a:prstDash val="dash"/>
          </a:ln>
        </p:spPr>
        <p:txBody>
          <a:bodyPr>
            <a:noAutofit/>
          </a:bodyPr>
          <a:p/>
        </p:txBody>
      </p:sp>
      <p:sp>
        <p:nvSpPr>
          <p:cNvPr id="11" name="shape:011"/>
          <p:cNvSpPr/>
          <p:nvPr/>
        </p:nvSpPr>
        <p:spPr>
          <a:xfrm rot="2160000">
            <a:off x="7330830" y="3083555"/>
            <a:ext cx="329184" cy="182880"/>
          </a:xfrm>
          <a:prstGeom prst="rightArrow">
            <a:avLst/>
          </a:prstGeom>
          <a:solidFill>
            <a:srgbClr val="5A3921"/>
          </a:solidFill>
          <a:ln/>
        </p:spPr>
        <p:txBody>
          <a:bodyPr>
            <a:noAutofit/>
          </a:bodyPr>
          <a:p/>
        </p:txBody>
      </p:sp>
      <p:sp>
        <p:nvSpPr>
          <p:cNvPr id="12" name="shape:012"/>
          <p:cNvSpPr/>
          <p:nvPr/>
        </p:nvSpPr>
        <p:spPr>
          <a:xfrm rot="6480000">
            <a:off x="8195814" y="4192783"/>
            <a:ext cx="329184" cy="182880"/>
          </a:xfrm>
          <a:prstGeom prst="rightArrow">
            <a:avLst/>
          </a:prstGeom>
          <a:solidFill>
            <a:srgbClr val="5A3921"/>
          </a:solidFill>
          <a:ln/>
        </p:spPr>
        <p:txBody>
          <a:bodyPr>
            <a:noAutofit/>
          </a:bodyPr>
          <a:p/>
        </p:txBody>
      </p:sp>
      <p:sp>
        <p:nvSpPr>
          <p:cNvPr id="13" name="shape:013"/>
          <p:cNvSpPr/>
          <p:nvPr/>
        </p:nvSpPr>
        <p:spPr>
          <a:xfrm rot="10800000">
            <a:off x="5931256" y="4878324"/>
            <a:ext cx="329184" cy="182880"/>
          </a:xfrm>
          <a:prstGeom prst="rightArrow">
            <a:avLst/>
          </a:prstGeom>
          <a:solidFill>
            <a:srgbClr val="5A3921"/>
          </a:solidFill>
          <a:ln/>
        </p:spPr>
        <p:txBody>
          <a:bodyPr>
            <a:noAutofit/>
          </a:bodyPr>
          <a:p/>
        </p:txBody>
      </p:sp>
      <p:sp>
        <p:nvSpPr>
          <p:cNvPr id="14" name="shape:014"/>
          <p:cNvSpPr/>
          <p:nvPr/>
        </p:nvSpPr>
        <p:spPr>
          <a:xfrm rot="15120000">
            <a:off x="3666697" y="4192783"/>
            <a:ext cx="329184" cy="182880"/>
          </a:xfrm>
          <a:prstGeom prst="rightArrow">
            <a:avLst/>
          </a:prstGeom>
          <a:solidFill>
            <a:srgbClr val="5A3921"/>
          </a:solidFill>
          <a:ln/>
        </p:spPr>
        <p:txBody>
          <a:bodyPr>
            <a:noAutofit/>
          </a:bodyPr>
          <a:p/>
        </p:txBody>
      </p:sp>
      <p:sp>
        <p:nvSpPr>
          <p:cNvPr id="15" name="shape:015"/>
          <p:cNvSpPr/>
          <p:nvPr/>
        </p:nvSpPr>
        <p:spPr>
          <a:xfrm rot="19440000">
            <a:off x="4531682" y="3083555"/>
            <a:ext cx="329184" cy="182880"/>
          </a:xfrm>
          <a:prstGeom prst="rightArrow">
            <a:avLst/>
          </a:prstGeom>
          <a:solidFill>
            <a:srgbClr val="5A3921"/>
          </a:solidFill>
          <a:ln/>
        </p:spPr>
        <p:txBody>
          <a:bodyPr>
            <a:noAutofit/>
          </a:bodyPr>
          <a:p/>
        </p:txBody>
      </p:sp>
      <p:sp>
        <p:nvSpPr>
          <p:cNvPr id="16" name="shape:016"/>
          <p:cNvSpPr/>
          <p:nvPr/>
        </p:nvSpPr>
        <p:spPr>
          <a:xfrm>
            <a:off x="5867248" y="1810512"/>
            <a:ext cx="457200" cy="457200"/>
          </a:xfrm>
          <a:prstGeom prst="ellipse">
            <a:avLst/>
          </a:prstGeom>
          <a:ln w="19050">
            <a:solidFill>
              <a:srgbClr val="322014"/>
            </a:solidFill>
            <a:prstDash val="solid"/>
          </a:ln>
        </p:spPr>
        <p:txBody>
          <a:bodyPr>
            <a:noAutofit/>
          </a:bodyPr>
          <a:p/>
        </p:txBody>
      </p:sp>
      <p:sp>
        <p:nvSpPr>
          <p:cNvPr id="17" name="shape:017"/>
          <p:cNvSpPr/>
          <p:nvPr/>
        </p:nvSpPr>
        <p:spPr>
          <a:xfrm>
            <a:off x="5867248" y="1810512"/>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1</a:t>
            </a:r>
            <a:endParaRPr lang="en-US" sz="1400" dirty="0"/>
          </a:p>
        </p:txBody>
      </p:sp>
      <p:sp>
        <p:nvSpPr>
          <p:cNvPr id="18" name="shape:018"/>
          <p:cNvSpPr/>
          <p:nvPr/>
        </p:nvSpPr>
        <p:spPr>
          <a:xfrm>
            <a:off x="4907128" y="2395728"/>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2</a:t>
            </a:r>
            <a:endParaRPr lang="en-US" sz="1350" dirty="0"/>
          </a:p>
        </p:txBody>
      </p:sp>
      <p:sp>
        <p:nvSpPr>
          <p:cNvPr id="19" name="shape:019"/>
          <p:cNvSpPr/>
          <p:nvPr/>
        </p:nvSpPr>
        <p:spPr>
          <a:xfrm>
            <a:off x="4907128" y="2761488"/>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記載例1</a:t>
            </a:r>
            <a:endParaRPr lang="en-US" sz="1100" dirty="0"/>
          </a:p>
        </p:txBody>
      </p:sp>
      <p:sp>
        <p:nvSpPr>
          <p:cNvPr id="20" name="shape:020"/>
          <p:cNvSpPr/>
          <p:nvPr/>
        </p:nvSpPr>
        <p:spPr>
          <a:xfrm>
            <a:off x="9519761" y="2916223"/>
            <a:ext cx="457200" cy="457200"/>
          </a:xfrm>
          <a:prstGeom prst="ellipse">
            <a:avLst/>
          </a:prstGeom>
          <a:ln w="19050">
            <a:solidFill>
              <a:srgbClr val="322014"/>
            </a:solidFill>
            <a:prstDash val="solid"/>
          </a:ln>
        </p:spPr>
        <p:txBody>
          <a:bodyPr>
            <a:noAutofit/>
          </a:bodyPr>
          <a:p/>
        </p:txBody>
      </p:sp>
      <p:sp>
        <p:nvSpPr>
          <p:cNvPr id="21" name="shape:021"/>
          <p:cNvSpPr/>
          <p:nvPr/>
        </p:nvSpPr>
        <p:spPr>
          <a:xfrm>
            <a:off x="9519761"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2</a:t>
            </a:r>
            <a:endParaRPr lang="en-US" sz="1400" dirty="0"/>
          </a:p>
        </p:txBody>
      </p:sp>
      <p:sp>
        <p:nvSpPr>
          <p:cNvPr id="22" name="shape:022"/>
          <p:cNvSpPr/>
          <p:nvPr/>
        </p:nvSpPr>
        <p:spPr>
          <a:xfrm>
            <a:off x="8559641"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3</a:t>
            </a:r>
            <a:endParaRPr lang="en-US" sz="1350" dirty="0"/>
          </a:p>
        </p:txBody>
      </p:sp>
      <p:sp>
        <p:nvSpPr>
          <p:cNvPr id="23" name="shape:023"/>
          <p:cNvSpPr/>
          <p:nvPr/>
        </p:nvSpPr>
        <p:spPr>
          <a:xfrm>
            <a:off x="8559641"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記載例2</a:t>
            </a:r>
            <a:endParaRPr lang="en-US" sz="1100" dirty="0"/>
          </a:p>
        </p:txBody>
      </p:sp>
      <p:sp>
        <p:nvSpPr>
          <p:cNvPr id="24" name="shape:024"/>
          <p:cNvSpPr/>
          <p:nvPr/>
        </p:nvSpPr>
        <p:spPr>
          <a:xfrm>
            <a:off x="8124625" y="4705301"/>
            <a:ext cx="457200" cy="457200"/>
          </a:xfrm>
          <a:prstGeom prst="ellipse">
            <a:avLst/>
          </a:prstGeom>
          <a:ln w="19050">
            <a:solidFill>
              <a:srgbClr val="322014"/>
            </a:solidFill>
            <a:prstDash val="solid"/>
          </a:ln>
        </p:spPr>
        <p:txBody>
          <a:bodyPr>
            <a:noAutofit/>
          </a:bodyPr>
          <a:p/>
        </p:txBody>
      </p:sp>
      <p:sp>
        <p:nvSpPr>
          <p:cNvPr id="25" name="shape:025"/>
          <p:cNvSpPr/>
          <p:nvPr/>
        </p:nvSpPr>
        <p:spPr>
          <a:xfrm>
            <a:off x="8124625"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3</a:t>
            </a:r>
            <a:endParaRPr lang="en-US" sz="1400" dirty="0"/>
          </a:p>
        </p:txBody>
      </p:sp>
      <p:sp>
        <p:nvSpPr>
          <p:cNvPr id="26" name="shape:026"/>
          <p:cNvSpPr/>
          <p:nvPr/>
        </p:nvSpPr>
        <p:spPr>
          <a:xfrm>
            <a:off x="7164505"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4</a:t>
            </a:r>
            <a:endParaRPr lang="en-US" sz="1350" dirty="0"/>
          </a:p>
        </p:txBody>
      </p:sp>
      <p:sp>
        <p:nvSpPr>
          <p:cNvPr id="27" name="shape:027"/>
          <p:cNvSpPr/>
          <p:nvPr/>
        </p:nvSpPr>
        <p:spPr>
          <a:xfrm>
            <a:off x="7164505"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記載例3</a:t>
            </a:r>
            <a:endParaRPr lang="en-US" sz="1100" dirty="0"/>
          </a:p>
        </p:txBody>
      </p:sp>
      <p:sp>
        <p:nvSpPr>
          <p:cNvPr id="28" name="shape:028"/>
          <p:cNvSpPr/>
          <p:nvPr/>
        </p:nvSpPr>
        <p:spPr>
          <a:xfrm>
            <a:off x="3609870" y="4705301"/>
            <a:ext cx="457200" cy="457200"/>
          </a:xfrm>
          <a:prstGeom prst="ellipse">
            <a:avLst/>
          </a:prstGeom>
          <a:ln w="19050">
            <a:solidFill>
              <a:srgbClr val="322014"/>
            </a:solidFill>
            <a:prstDash val="solid"/>
          </a:ln>
        </p:spPr>
        <p:txBody>
          <a:bodyPr>
            <a:noAutofit/>
          </a:bodyPr>
          <a:p/>
        </p:txBody>
      </p:sp>
      <p:sp>
        <p:nvSpPr>
          <p:cNvPr id="29" name="shape:029"/>
          <p:cNvSpPr/>
          <p:nvPr/>
        </p:nvSpPr>
        <p:spPr>
          <a:xfrm>
            <a:off x="3609870" y="4705301"/>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4</a:t>
            </a:r>
            <a:endParaRPr lang="en-US" sz="1400" dirty="0"/>
          </a:p>
        </p:txBody>
      </p:sp>
      <p:sp>
        <p:nvSpPr>
          <p:cNvPr id="30" name="shape:030"/>
          <p:cNvSpPr/>
          <p:nvPr/>
        </p:nvSpPr>
        <p:spPr>
          <a:xfrm>
            <a:off x="2649750" y="5290517"/>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5</a:t>
            </a:r>
            <a:endParaRPr lang="en-US" sz="1350" dirty="0"/>
          </a:p>
        </p:txBody>
      </p:sp>
      <p:sp>
        <p:nvSpPr>
          <p:cNvPr id="31" name="shape:031"/>
          <p:cNvSpPr/>
          <p:nvPr/>
        </p:nvSpPr>
        <p:spPr>
          <a:xfrm>
            <a:off x="2649750" y="5656277"/>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記載例4</a:t>
            </a:r>
            <a:endParaRPr lang="en-US" sz="1100" dirty="0"/>
          </a:p>
        </p:txBody>
      </p:sp>
      <p:sp>
        <p:nvSpPr>
          <p:cNvPr id="32" name="shape:032"/>
          <p:cNvSpPr/>
          <p:nvPr/>
        </p:nvSpPr>
        <p:spPr>
          <a:xfrm>
            <a:off x="2214734" y="2916223"/>
            <a:ext cx="457200" cy="457200"/>
          </a:xfrm>
          <a:prstGeom prst="ellipse">
            <a:avLst/>
          </a:prstGeom>
          <a:ln w="19050">
            <a:solidFill>
              <a:srgbClr val="322014"/>
            </a:solidFill>
            <a:prstDash val="solid"/>
          </a:ln>
        </p:spPr>
        <p:txBody>
          <a:bodyPr>
            <a:noAutofit/>
          </a:bodyPr>
          <a:p/>
        </p:txBody>
      </p:sp>
      <p:sp>
        <p:nvSpPr>
          <p:cNvPr id="33" name="shape:033"/>
          <p:cNvSpPr/>
          <p:nvPr/>
        </p:nvSpPr>
        <p:spPr>
          <a:xfrm>
            <a:off x="2214734" y="2916223"/>
            <a:ext cx="457200" cy="457200"/>
          </a:xfrm>
          <a:prstGeom prst="rect">
            <a:avLst/>
          </a:prstGeom>
          <a:noFill/>
          <a:ln/>
        </p:spPr>
        <p:txBody>
          <a:bodyPr wrap="square" lIns="381" tIns="381" rIns="381" bIns="381" rtlCol="0" anchor="ctr">
            <a:noAutofit/>
          </a:bodyPr>
          <a:lstStyle/>
          <a:p>
            <a:pPr algn="ctr" indent="0" marL="0">
              <a:buNone/>
            </a:pPr>
            <a:r>
              <a:rPr lang="en-US" sz="1400" b="1" dirty="0">
                <a:solidFill>
                  <a:srgbClr val="322014"/>
                </a:solidFill>
                <a:latin typeface="Yu Gothic" pitchFamily="34" charset="0"/>
                <a:ea typeface="Yu Gothic" pitchFamily="34" charset="-122"/>
                <a:cs typeface="Yu Gothic" pitchFamily="34" charset="-120"/>
              </a:rPr>
              <a:t>5</a:t>
            </a:r>
            <a:endParaRPr lang="en-US" sz="1400" dirty="0"/>
          </a:p>
        </p:txBody>
      </p:sp>
      <p:sp>
        <p:nvSpPr>
          <p:cNvPr id="34" name="shape:034"/>
          <p:cNvSpPr/>
          <p:nvPr/>
        </p:nvSpPr>
        <p:spPr>
          <a:xfrm>
            <a:off x="1254614" y="3501439"/>
            <a:ext cx="2377440" cy="329184"/>
          </a:xfrm>
          <a:prstGeom prst="rect">
            <a:avLst/>
          </a:prstGeom>
          <a:noFill/>
          <a:ln/>
        </p:spPr>
        <p:txBody>
          <a:bodyPr wrap="square" lIns="381" tIns="381" rIns="381" bIns="381" rtlCol="0" anchor="t">
            <a:noAutofit/>
          </a:bodyPr>
          <a:lstStyle/>
          <a:p>
            <a:pPr algn="ctr" indent="0" marL="0">
              <a:buNone/>
            </a:pPr>
            <a:r>
              <a:rPr lang="en-US" sz="1350" b="1" dirty="0">
                <a:solidFill>
                  <a:srgbClr val="322014"/>
                </a:solidFill>
                <a:latin typeface="Yu Gothic" pitchFamily="34" charset="0"/>
                <a:ea typeface="Yu Gothic" pitchFamily="34" charset="-122"/>
                <a:cs typeface="Yu Gothic" pitchFamily="34" charset="-120"/>
              </a:rPr>
              <a:t>見出し 6</a:t>
            </a:r>
            <a:endParaRPr lang="en-US" sz="1350" dirty="0"/>
          </a:p>
        </p:txBody>
      </p:sp>
      <p:sp>
        <p:nvSpPr>
          <p:cNvPr id="35" name="shape:035"/>
          <p:cNvSpPr/>
          <p:nvPr/>
        </p:nvSpPr>
        <p:spPr>
          <a:xfrm>
            <a:off x="1254614" y="3867199"/>
            <a:ext cx="2377440" cy="640080"/>
          </a:xfrm>
          <a:prstGeom prst="rect">
            <a:avLst/>
          </a:prstGeom>
          <a:noFill/>
          <a:ln/>
        </p:spPr>
        <p:txBody>
          <a:bodyPr wrap="square" lIns="381" tIns="381" rIns="381" bIns="381" rtlCol="0" anchor="t">
            <a:noAutofit/>
          </a:bodyPr>
          <a:lstStyle/>
          <a:p>
            <a:pPr algn="ctr" indent="0" marL="0">
              <a:buNone/>
            </a:pPr>
            <a:r>
              <a:rPr lang="en-US" sz="1100" dirty="0">
                <a:solidFill>
                  <a:srgbClr val="322014"/>
                </a:solidFill>
                <a:latin typeface="Yu Gothic" pitchFamily="34" charset="0"/>
                <a:ea typeface="Yu Gothic" pitchFamily="34" charset="-122"/>
                <a:cs typeface="Yu Gothic" pitchFamily="34" charset="-120"/>
              </a:rPr>
              <a:t>記載例5</a:t>
            </a:r>
            <a:endParaRPr lang="en-US" sz="1100" dirty="0"/>
          </a:p>
        </p:txBody>
      </p:sp>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