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"slide001",</a:t>
            </a:r>
          </a:p>
          <a:p>
            <a:r>
              <a:t>  "origin": "catalog",</a:t>
            </a:r>
          </a:p>
          <a:p>
            <a:r>
              <a:t>  "layout_id": "decision_fork",</a:t>
            </a:r>
          </a:p>
          <a:p>
            <a:r>
              <a:t>  "variant": "warm",</a:t>
            </a:r>
          </a:p>
          <a:p>
            <a:r>
              <a:t>  "rationale": "Public template fixture; short fictional slot content; no private data.",</a:t>
            </a:r>
          </a:p>
          <a:p>
            <a:r>
              <a:t>  "source_sha256": "de7ccae7e91287d1242dacc4e26137e9121068f1babdfb86775410627bb8562c",</a:t>
            </a:r>
          </a:p>
          <a:p>
            <a:r>
              <a:t>  "evidence": [</a:t>
            </a:r>
          </a:p>
          <a:p>
            <a:r>
              <a:t>    {</a:t>
            </a:r>
          </a:p>
          <a:p>
            <a:r>
              <a:t>      "text": "分岐と判断",</a:t>
            </a:r>
          </a:p>
          <a:p>
            <a:r>
              <a:t>      "refs": [</a:t>
            </a:r>
          </a:p>
          <a:p>
            <a:r>
              <a:t>        {</a:t>
            </a:r>
          </a:p>
          <a:p>
            <a:r>
              <a:t>          "source_id": "s001",</a:t>
            </a:r>
          </a:p>
          <a:p>
            <a:r>
              <a:t>          "quote": "分岐と判断"</a:t>
            </a:r>
          </a:p>
          <a:p>
            <a:r>
              <a:t>        }</a:t>
            </a:r>
          </a:p>
          <a:p>
            <a:r>
              <a:t>      ],</a:t>
            </a:r>
          </a:p>
          <a:p>
            <a:r>
              <a:t>      "mode": "verbatim"</a:t>
            </a:r>
          </a:p>
          <a:p>
            <a:r>
              <a:t>    },</a:t>
            </a:r>
          </a:p>
          <a:p>
            <a:r>
              <a:t>    {</a:t>
            </a:r>
          </a:p>
          <a:p>
            <a:r>
              <a:t>      "text": "出典：公開見本",</a:t>
            </a:r>
          </a:p>
          <a:p>
            <a:r>
              <a:t>      "refs": [</a:t>
            </a:r>
          </a:p>
          <a:p>
            <a:r>
              <a:t>        {</a:t>
            </a:r>
          </a:p>
          <a:p>
            <a:r>
              <a:t>          "source_id": "s001",</a:t>
            </a:r>
          </a:p>
          <a:p>
            <a:r>
              <a:t>          "quote": "出典：公開見本"</a:t>
            </a:r>
          </a:p>
          <a:p>
            <a:r>
              <a:t>        }</a:t>
            </a:r>
          </a:p>
          <a:p>
            <a:r>
              <a:t>      ],</a:t>
            </a:r>
          </a:p>
          <a:p>
            <a:r>
              <a:t>      "mode": "verbatim"</a:t>
            </a:r>
          </a:p>
          <a:p>
            <a:r>
              <a:t>    },</a:t>
            </a:r>
          </a:p>
          <a:p>
            <a:r>
              <a:t>    {</a:t>
            </a:r>
          </a:p>
          <a:p>
            <a:r>
              <a:t>      "text": "問い 1：検討すべき問いを記載",</a:t>
            </a:r>
          </a:p>
          <a:p>
            <a:r>
              <a:t>      "refs": [</a:t>
            </a:r>
          </a:p>
          <a:p>
            <a:r>
              <a:t>        {</a:t>
            </a:r>
          </a:p>
          <a:p>
            <a:r>
              <a:t>          "source_id": "s001",</a:t>
            </a:r>
          </a:p>
          <a:p>
            <a:r>
              <a:t>          "quote": "問い 1：検討すべき問いを記載"</a:t>
            </a:r>
          </a:p>
          <a:p>
            <a:r>
              <a:t>        }</a:t>
            </a:r>
          </a:p>
          <a:p>
            <a:r>
              <a:t>      ],</a:t>
            </a:r>
          </a:p>
          <a:p>
            <a:r>
              <a:t>      "mode": "verbatim"</a:t>
            </a:r>
          </a:p>
          <a:p>
            <a:r>
              <a:t>    },</a:t>
            </a:r>
          </a:p>
          <a:p>
            <a:r>
              <a:t>    {</a:t>
            </a:r>
          </a:p>
          <a:p>
            <a:r>
              <a:t>      "text": "項目1",</a:t>
            </a:r>
          </a:p>
          <a:p>
            <a:r>
              <a:t>      "refs": [</a:t>
            </a:r>
          </a:p>
          <a:p>
            <a:r>
              <a:t>        {</a:t>
            </a:r>
          </a:p>
          <a:p>
            <a:r>
              <a:t>          "source_id": "s001",</a:t>
            </a:r>
          </a:p>
          <a:p>
            <a:r>
              <a:t>          "quote": "項目1"</a:t>
            </a:r>
          </a:p>
          <a:p>
            <a:r>
              <a:t>        }</a:t>
            </a:r>
          </a:p>
          <a:p>
            <a:r>
              <a:t>      ],</a:t>
            </a:r>
          </a:p>
          <a:p>
            <a:r>
              <a:t>      "mode": "verbatim"</a:t>
            </a:r>
          </a:p>
          <a:p>
            <a:r>
              <a:t>    },</a:t>
            </a:r>
          </a:p>
          <a:p>
            <a:r>
              <a:t>    {</a:t>
            </a:r>
          </a:p>
          <a:p>
            <a:r>
              <a:t>      "text": "記載例1",</a:t>
            </a:r>
          </a:p>
          <a:p>
            <a:r>
              <a:t>      "refs": [</a:t>
            </a:r>
          </a:p>
          <a:p>
            <a:r>
              <a:t>        {</a:t>
            </a:r>
          </a:p>
          <a:p>
            <a:r>
              <a:t>          "source_id": "s001",</a:t>
            </a:r>
          </a:p>
          <a:p>
            <a:r>
              <a:t>          "quote": "記載例1"</a:t>
            </a:r>
          </a:p>
          <a:p>
            <a:r>
              <a:t>        }</a:t>
            </a:r>
          </a:p>
          <a:p>
            <a:r>
              <a:t>      ],</a:t>
            </a:r>
          </a:p>
          <a:p>
            <a:r>
              <a:t>      "mode": "verbatim"</a:t>
            </a:r>
          </a:p>
          <a:p>
            <a:r>
              <a:t>    },</a:t>
            </a:r>
          </a:p>
          <a:p>
            <a:r>
              <a:t>    {</a:t>
            </a:r>
          </a:p>
          <a:p>
            <a:r>
              <a:t>      "text": "記載例2",</a:t>
            </a:r>
          </a:p>
          <a:p>
            <a:r>
              <a:t>      "refs": [</a:t>
            </a:r>
          </a:p>
          <a:p>
            <a:r>
              <a:t>        {</a:t>
            </a:r>
          </a:p>
          <a:p>
            <a:r>
              <a:t>          "source_id": "s001",</a:t>
            </a:r>
          </a:p>
          <a:p>
            <a:r>
              <a:t>          "quote": "記載例2"</a:t>
            </a:r>
          </a:p>
          <a:p>
            <a:r>
              <a:t>        }</a:t>
            </a:r>
          </a:p>
          <a:p>
            <a:r>
              <a:t>      ],</a:t>
            </a:r>
          </a:p>
          <a:p>
            <a:r>
              <a:t>      "mode": "verbatim"</a:t>
            </a:r>
          </a:p>
          <a:p>
            <a:r>
              <a:t>    },</a:t>
            </a:r>
          </a:p>
          <a:p>
            <a:r>
              <a:t>    {</a:t>
            </a:r>
          </a:p>
          <a:p>
            <a:r>
              <a:t>      "text": "項目2",</a:t>
            </a:r>
          </a:p>
          <a:p>
            <a:r>
              <a:t>      "refs": [</a:t>
            </a:r>
          </a:p>
          <a:p>
            <a:r>
              <a:t>        {</a:t>
            </a:r>
          </a:p>
          <a:p>
            <a:r>
              <a:t>          "source_id": "s001",</a:t>
            </a:r>
          </a:p>
          <a:p>
            <a:r>
              <a:t>          "quote": "項目2"</a:t>
            </a:r>
          </a:p>
          <a:p>
            <a:r>
              <a:t>        }</a:t>
            </a:r>
          </a:p>
          <a:p>
            <a:r>
              <a:t>      ],</a:t>
            </a:r>
          </a:p>
          <a:p>
            <a:r>
              <a:t>      "mode": "verbatim"</a:t>
            </a:r>
          </a:p>
          <a:p>
            <a:r>
              <a:t>    },</a:t>
            </a:r>
          </a:p>
          <a:p>
            <a:r>
              <a:t>    {</a:t>
            </a:r>
          </a:p>
          <a:p>
            <a:r>
              <a:t>      "text": "記載例3",</a:t>
            </a:r>
          </a:p>
          <a:p>
            <a:r>
              <a:t>      "refs": [</a:t>
            </a:r>
          </a:p>
          <a:p>
            <a:r>
              <a:t>        {</a:t>
            </a:r>
          </a:p>
          <a:p>
            <a:r>
              <a:t>          "source_id": "s001",</a:t>
            </a:r>
          </a:p>
          <a:p>
            <a:r>
              <a:t>          "quote": "記載例3"</a:t>
            </a:r>
          </a:p>
          <a:p>
            <a:r>
              <a:t>        }</a:t>
            </a:r>
          </a:p>
          <a:p>
            <a:r>
              <a:t>      ],</a:t>
            </a:r>
          </a:p>
          <a:p>
            <a:r>
              <a:t>      "mode": "verbatim"</a:t>
            </a:r>
          </a:p>
          <a:p>
            <a:r>
              <a:t>    },</a:t>
            </a:r>
          </a:p>
          <a:p>
            <a:r>
              <a:t>    {</a:t>
            </a:r>
          </a:p>
          <a:p>
            <a:r>
              <a:t>      "text": "記載例4",</a:t>
            </a:r>
          </a:p>
          <a:p>
            <a:r>
              <a:t>      "refs": [</a:t>
            </a:r>
          </a:p>
          <a:p>
            <a:r>
              <a:t>        {</a:t>
            </a:r>
          </a:p>
          <a:p>
            <a:r>
              <a:t>          "source_id": "s001",</a:t>
            </a:r>
          </a:p>
          <a:p>
            <a:r>
              <a:t>          "quote": "記載例4"</a:t>
            </a:r>
          </a:p>
          <a:p>
            <a:r>
              <a:t>        }</a:t>
            </a:r>
          </a:p>
          <a:p>
            <a:r>
              <a:t>      ],</a:t>
            </a:r>
          </a:p>
          <a:p>
            <a:r>
              <a:t>      "mode": "verbatim"</a:t>
            </a:r>
          </a:p>
          <a:p>
            <a:r>
              <a:t>    },</a:t>
            </a:r>
          </a:p>
          <a:p>
            <a:r>
              <a:t>    {</a:t>
            </a:r>
          </a:p>
          <a:p>
            <a:r>
              <a:t>      "text": "項目3",</a:t>
            </a:r>
          </a:p>
          <a:p>
            <a:r>
              <a:t>      "refs": [</a:t>
            </a:r>
          </a:p>
          <a:p>
            <a:r>
              <a:t>        {</a:t>
            </a:r>
          </a:p>
          <a:p>
            <a:r>
              <a:t>          "source_id": "s001",</a:t>
            </a:r>
          </a:p>
          <a:p>
            <a:r>
              <a:t>          "quote": "項目3"</a:t>
            </a:r>
          </a:p>
          <a:p>
            <a:r>
              <a:t>        }</a:t>
            </a:r>
          </a:p>
          <a:p>
            <a:r>
              <a:t>      ],</a:t>
            </a:r>
          </a:p>
          <a:p>
            <a:r>
              <a:t>      "mode": "verbatim"</a:t>
            </a:r>
          </a:p>
          <a:p>
            <a:r>
              <a:t>    },</a:t>
            </a:r>
          </a:p>
          <a:p>
            <a:r>
              <a:t>    {</a:t>
            </a:r>
          </a:p>
          <a:p>
            <a:r>
              <a:t>      "text": "記載例5",</a:t>
            </a:r>
          </a:p>
          <a:p>
            <a:r>
              <a:t>      "refs": [</a:t>
            </a:r>
          </a:p>
          <a:p>
            <a:r>
              <a:t>        {</a:t>
            </a:r>
          </a:p>
          <a:p>
            <a:r>
              <a:t>          "source_id": "s001",</a:t>
            </a:r>
          </a:p>
          <a:p>
            <a:r>
              <a:t>          "quote": "記載例5"</a:t>
            </a:r>
          </a:p>
          <a:p>
            <a:r>
              <a:t>        }</a:t>
            </a:r>
          </a:p>
          <a:p>
            <a:r>
              <a:t>      ],</a:t>
            </a:r>
          </a:p>
          <a:p>
            <a:r>
              <a:t>      "mode": "verbatim"</a:t>
            </a:r>
          </a:p>
          <a:p>
            <a:r>
              <a:t>    },</a:t>
            </a:r>
          </a:p>
          <a:p>
            <a:r>
              <a:t>    {</a:t>
            </a:r>
          </a:p>
          <a:p>
            <a:r>
              <a:t>      "text": "記載例6",</a:t>
            </a:r>
          </a:p>
          <a:p>
            <a:r>
              <a:t>      "refs": [</a:t>
            </a:r>
          </a:p>
          <a:p>
            <a:r>
              <a:t>        {</a:t>
            </a:r>
          </a:p>
          <a:p>
            <a:r>
              <a:t>          "source_id": "s001",</a:t>
            </a:r>
          </a:p>
          <a:p>
            <a:r>
              <a:t>          "quote": "記載例6"</a:t>
            </a:r>
          </a:p>
          <a:p>
            <a:r>
              <a:t>        }</a:t>
            </a:r>
          </a:p>
          <a:p>
            <a:r>
              <a:t>      ],</a:t>
            </a:r>
          </a:p>
          <a:p>
            <a:r>
              <a:t>      "mode": "verbatim"</a:t>
            </a:r>
          </a:p>
          <a:p>
            <a:r>
              <a:t>    }</a:t>
            </a:r>
          </a:p>
          <a:p>
            <a:r>
              <a:t>  ],</a:t>
            </a:r>
          </a:p>
          <a:p>
            <a:r>
              <a:t>  "citations": {</a:t>
            </a:r>
          </a:p>
          <a:p>
            <a:r>
              <a:t>    "s001": "Public MIT sample: templates/freeform_parts_more_16x9.html section 32"</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"e59a22f610f34ac26753c34194a46699d6ec08c496abfb250007d6b391507f15"</a:t>
            </a:r>
          </a:p>
          <a:p>
            <a:r>
              <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m32</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分岐と判断</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出典：公開見本</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1</a:t>
            </a:r>
            <a:endParaRPr lang="en-US" sz="750" dirty="0"/>
          </a:p>
        </p:txBody>
      </p:sp>
      <p:sp>
        <p:nvSpPr>
          <p:cNvPr id="10" name="shape:010"/>
          <p:cNvSpPr/>
          <p:nvPr/>
        </p:nvSpPr>
        <p:spPr>
          <a:xfrm>
            <a:off x="576072" y="2894076"/>
            <a:ext cx="54864" cy="1280160"/>
          </a:xfrm>
          <a:prstGeom prst="rect">
            <a:avLst/>
          </a:prstGeom>
          <a:solidFill>
            <a:srgbClr val="5A3921"/>
          </a:solidFill>
          <a:ln/>
        </p:spPr>
        <p:txBody>
          <a:bodyPr>
            <a:noAutofit/>
          </a:bodyPr>
          <a:p/>
        </p:txBody>
      </p:sp>
      <p:sp>
        <p:nvSpPr>
          <p:cNvPr id="11" name="shape:011"/>
          <p:cNvSpPr/>
          <p:nvPr/>
        </p:nvSpPr>
        <p:spPr>
          <a:xfrm>
            <a:off x="832104" y="2939796"/>
            <a:ext cx="3767328" cy="1188720"/>
          </a:xfrm>
          <a:prstGeom prst="rect">
            <a:avLst/>
          </a:prstGeom>
          <a:noFill/>
          <a:ln/>
        </p:spPr>
        <p:txBody>
          <a:bodyPr wrap="square" lIns="381" tIns="381" rIns="381" bIns="381" rtlCol="0" anchor="t">
            <a:noAutofit/>
          </a:bodyPr>
          <a:lstStyle/>
          <a:p>
            <a:pPr algn="l" indent="0" marL="0">
              <a:buNone/>
            </a:pPr>
            <a:r>
              <a:rPr lang="en-US" sz="1700" b="1" dirty="0">
                <a:solidFill>
                  <a:srgbClr val="322014"/>
                </a:solidFill>
                <a:latin typeface="Yu Gothic" pitchFamily="34" charset="0"/>
                <a:ea typeface="Yu Gothic" pitchFamily="34" charset="-122"/>
                <a:cs typeface="Yu Gothic" pitchFamily="34" charset="-120"/>
              </a:rPr>
              <a:t>問い 1：検討すべき問いを記載</a:t>
            </a:r>
            <a:endParaRPr lang="en-US" sz="1700" dirty="0"/>
          </a:p>
        </p:txBody>
      </p:sp>
      <p:sp>
        <p:nvSpPr>
          <p:cNvPr id="12" name="shape:012"/>
          <p:cNvSpPr/>
          <p:nvPr/>
        </p:nvSpPr>
        <p:spPr>
          <a:xfrm>
            <a:off x="4873752" y="2674620"/>
            <a:ext cx="0" cy="2377440"/>
          </a:xfrm>
          <a:prstGeom prst="line">
            <a:avLst/>
          </a:prstGeom>
          <a:noFill/>
          <a:ln w="12700">
            <a:solidFill>
              <a:srgbClr val="E2DCD2"/>
            </a:solidFill>
            <a:prstDash val="solid"/>
          </a:ln>
        </p:spPr>
        <p:txBody>
          <a:bodyPr>
            <a:noAutofit/>
          </a:bodyPr>
          <a:p/>
        </p:txBody>
      </p:sp>
      <p:sp>
        <p:nvSpPr>
          <p:cNvPr id="13" name="shape:013"/>
          <p:cNvSpPr/>
          <p:nvPr/>
        </p:nvSpPr>
        <p:spPr>
          <a:xfrm>
            <a:off x="4873752" y="2674620"/>
            <a:ext cx="274320" cy="0"/>
          </a:xfrm>
          <a:prstGeom prst="line">
            <a:avLst/>
          </a:prstGeom>
          <a:noFill/>
          <a:ln w="9525">
            <a:solidFill>
              <a:srgbClr val="E2DCD2"/>
            </a:solidFill>
            <a:prstDash val="solid"/>
          </a:ln>
        </p:spPr>
        <p:txBody>
          <a:bodyPr>
            <a:noAutofit/>
          </a:bodyPr>
          <a:p/>
        </p:txBody>
      </p:sp>
      <p:sp>
        <p:nvSpPr>
          <p:cNvPr id="14" name="shape:014"/>
          <p:cNvSpPr/>
          <p:nvPr/>
        </p:nvSpPr>
        <p:spPr>
          <a:xfrm>
            <a:off x="5148072" y="2162556"/>
            <a:ext cx="6467551" cy="1024128"/>
          </a:xfrm>
          <a:prstGeom prst="rect">
            <a:avLst/>
          </a:prstGeom>
          <a:ln w="9525">
            <a:solidFill>
              <a:srgbClr val="E2DCD2"/>
            </a:solidFill>
            <a:prstDash val="solid"/>
          </a:ln>
        </p:spPr>
        <p:txBody>
          <a:bodyPr>
            <a:noAutofit/>
          </a:bodyPr>
          <a:p/>
        </p:txBody>
      </p:sp>
      <p:sp>
        <p:nvSpPr>
          <p:cNvPr id="15" name="shape:015"/>
          <p:cNvSpPr/>
          <p:nvPr/>
        </p:nvSpPr>
        <p:spPr>
          <a:xfrm>
            <a:off x="5376672" y="2272284"/>
            <a:ext cx="6010351" cy="274320"/>
          </a:xfrm>
          <a:prstGeom prst="rect">
            <a:avLst/>
          </a:prstGeom>
          <a:noFill/>
          <a:ln/>
        </p:spPr>
        <p:txBody>
          <a:bodyPr wrap="square" lIns="381" tIns="381" rIns="381" bIns="381" rtlCol="0" anchor="t">
            <a:noAutofit/>
          </a:bodyPr>
          <a:lstStyle/>
          <a:p>
            <a:pPr algn="l" indent="0" marL="0">
              <a:buNone/>
            </a:pPr>
            <a:r>
              <a:rPr lang="en-US" sz="1450" b="1" dirty="0">
                <a:solidFill>
                  <a:srgbClr val="322014"/>
                </a:solidFill>
                <a:latin typeface="Yu Gothic" pitchFamily="34" charset="0"/>
                <a:ea typeface="Yu Gothic" pitchFamily="34" charset="-122"/>
                <a:cs typeface="Yu Gothic" pitchFamily="34" charset="-120"/>
              </a:rPr>
              <a:t>項目1</a:t>
            </a:r>
            <a:endParaRPr lang="en-US" sz="1450" dirty="0"/>
          </a:p>
        </p:txBody>
      </p:sp>
      <p:sp>
        <p:nvSpPr>
          <p:cNvPr id="16" name="shape:016"/>
          <p:cNvSpPr/>
          <p:nvPr/>
        </p:nvSpPr>
        <p:spPr>
          <a:xfrm>
            <a:off x="5376672" y="2583180"/>
            <a:ext cx="6010351" cy="310896"/>
          </a:xfrm>
          <a:prstGeom prst="rect">
            <a:avLst/>
          </a:prstGeom>
          <a:noFill/>
          <a:ln/>
        </p:spPr>
        <p:txBody>
          <a:bodyPr wrap="square" lIns="381" tIns="381" rIns="381" bIns="381" rtlCol="0" anchor="t">
            <a:noAutofit/>
          </a:bodyPr>
          <a:lstStyle/>
          <a:p>
            <a:pPr algn="l" indent="0" marL="0">
              <a:buNone/>
            </a:pPr>
            <a:r>
              <a:rPr lang="en-US" sz="1200" dirty="0">
                <a:solidFill>
                  <a:srgbClr val="322014"/>
                </a:solidFill>
                <a:latin typeface="Yu Gothic" pitchFamily="34" charset="0"/>
                <a:ea typeface="Yu Gothic" pitchFamily="34" charset="-122"/>
                <a:cs typeface="Yu Gothic" pitchFamily="34" charset="-120"/>
              </a:rPr>
              <a:t>記載例1</a:t>
            </a:r>
            <a:endParaRPr lang="en-US" sz="1200" dirty="0"/>
          </a:p>
        </p:txBody>
      </p:sp>
      <p:sp>
        <p:nvSpPr>
          <p:cNvPr id="17" name="shape:017"/>
          <p:cNvSpPr/>
          <p:nvPr/>
        </p:nvSpPr>
        <p:spPr>
          <a:xfrm>
            <a:off x="5376672" y="2930652"/>
            <a:ext cx="6010351" cy="219456"/>
          </a:xfrm>
          <a:prstGeom prst="rect">
            <a:avLst/>
          </a:prstGeom>
          <a:noFill/>
          <a:ln/>
        </p:spPr>
        <p:txBody>
          <a:bodyPr wrap="square" lIns="381" tIns="381" rIns="381" bIns="381" rtlCol="0" anchor="t">
            <a:noAutofit/>
          </a:bodyPr>
          <a:lstStyle/>
          <a:p>
            <a:pPr algn="l" indent="0" marL="0">
              <a:buNone/>
            </a:pPr>
            <a:r>
              <a:rPr lang="en-US" sz="1100" b="1" dirty="0">
                <a:solidFill>
                  <a:srgbClr val="8A7B6B"/>
                </a:solidFill>
                <a:latin typeface="Yu Gothic" pitchFamily="34" charset="0"/>
                <a:ea typeface="Yu Gothic" pitchFamily="34" charset="-122"/>
                <a:cs typeface="Yu Gothic" pitchFamily="34" charset="-120"/>
              </a:rPr>
              <a:t>記載例2</a:t>
            </a:r>
            <a:endParaRPr lang="en-US" sz="1100" dirty="0"/>
          </a:p>
        </p:txBody>
      </p:sp>
      <p:sp>
        <p:nvSpPr>
          <p:cNvPr id="18" name="shape:018"/>
          <p:cNvSpPr/>
          <p:nvPr/>
        </p:nvSpPr>
        <p:spPr>
          <a:xfrm>
            <a:off x="4873752" y="3863340"/>
            <a:ext cx="274320" cy="0"/>
          </a:xfrm>
          <a:prstGeom prst="line">
            <a:avLst/>
          </a:prstGeom>
          <a:noFill/>
          <a:ln w="20320">
            <a:solidFill>
              <a:srgbClr val="5A3921"/>
            </a:solidFill>
            <a:prstDash val="solid"/>
          </a:ln>
        </p:spPr>
        <p:txBody>
          <a:bodyPr>
            <a:noAutofit/>
          </a:bodyPr>
          <a:p/>
        </p:txBody>
      </p:sp>
      <p:sp>
        <p:nvSpPr>
          <p:cNvPr id="19" name="shape:019"/>
          <p:cNvSpPr/>
          <p:nvPr/>
        </p:nvSpPr>
        <p:spPr>
          <a:xfrm>
            <a:off x="5148072" y="3351276"/>
            <a:ext cx="6467551" cy="1024128"/>
          </a:xfrm>
          <a:prstGeom prst="rect">
            <a:avLst/>
          </a:prstGeom>
          <a:ln w="20320">
            <a:solidFill>
              <a:srgbClr val="5A3921"/>
            </a:solidFill>
            <a:prstDash val="solid"/>
          </a:ln>
        </p:spPr>
        <p:txBody>
          <a:bodyPr>
            <a:noAutofit/>
          </a:bodyPr>
          <a:p/>
        </p:txBody>
      </p:sp>
      <p:sp>
        <p:nvSpPr>
          <p:cNvPr id="20" name="shape:020"/>
          <p:cNvSpPr/>
          <p:nvPr/>
        </p:nvSpPr>
        <p:spPr>
          <a:xfrm>
            <a:off x="5376672" y="3461004"/>
            <a:ext cx="6010351" cy="274320"/>
          </a:xfrm>
          <a:prstGeom prst="rect">
            <a:avLst/>
          </a:prstGeom>
          <a:noFill/>
          <a:ln/>
        </p:spPr>
        <p:txBody>
          <a:bodyPr wrap="square" lIns="381" tIns="381" rIns="381" bIns="381" rtlCol="0" anchor="t">
            <a:noAutofit/>
          </a:bodyPr>
          <a:lstStyle/>
          <a:p>
            <a:pPr algn="l" indent="0" marL="0">
              <a:buNone/>
            </a:pPr>
            <a:r>
              <a:rPr lang="en-US" sz="1450" b="1" dirty="0">
                <a:solidFill>
                  <a:srgbClr val="322014"/>
                </a:solidFill>
                <a:latin typeface="Yu Gothic" pitchFamily="34" charset="0"/>
                <a:ea typeface="Yu Gothic" pitchFamily="34" charset="-122"/>
                <a:cs typeface="Yu Gothic" pitchFamily="34" charset="-120"/>
              </a:rPr>
              <a:t>項目2</a:t>
            </a:r>
            <a:endParaRPr lang="en-US" sz="1450" dirty="0"/>
          </a:p>
        </p:txBody>
      </p:sp>
      <p:sp>
        <p:nvSpPr>
          <p:cNvPr id="21" name="shape:021"/>
          <p:cNvSpPr/>
          <p:nvPr/>
        </p:nvSpPr>
        <p:spPr>
          <a:xfrm>
            <a:off x="5376672" y="3771900"/>
            <a:ext cx="6010351" cy="310896"/>
          </a:xfrm>
          <a:prstGeom prst="rect">
            <a:avLst/>
          </a:prstGeom>
          <a:noFill/>
          <a:ln/>
        </p:spPr>
        <p:txBody>
          <a:bodyPr wrap="square" lIns="381" tIns="381" rIns="381" bIns="381" rtlCol="0" anchor="t">
            <a:noAutofit/>
          </a:bodyPr>
          <a:lstStyle/>
          <a:p>
            <a:pPr algn="l" indent="0" marL="0">
              <a:buNone/>
            </a:pPr>
            <a:r>
              <a:rPr lang="en-US" sz="1200" dirty="0">
                <a:solidFill>
                  <a:srgbClr val="322014"/>
                </a:solidFill>
                <a:latin typeface="Yu Gothic" pitchFamily="34" charset="0"/>
                <a:ea typeface="Yu Gothic" pitchFamily="34" charset="-122"/>
                <a:cs typeface="Yu Gothic" pitchFamily="34" charset="-120"/>
              </a:rPr>
              <a:t>記載例3</a:t>
            </a:r>
            <a:endParaRPr lang="en-US" sz="1200" dirty="0"/>
          </a:p>
        </p:txBody>
      </p:sp>
      <p:sp>
        <p:nvSpPr>
          <p:cNvPr id="22" name="shape:022"/>
          <p:cNvSpPr/>
          <p:nvPr/>
        </p:nvSpPr>
        <p:spPr>
          <a:xfrm>
            <a:off x="5376672" y="4119372"/>
            <a:ext cx="6010351" cy="219456"/>
          </a:xfrm>
          <a:prstGeom prst="rect">
            <a:avLst/>
          </a:prstGeom>
          <a:noFill/>
          <a:ln/>
        </p:spPr>
        <p:txBody>
          <a:bodyPr wrap="square" lIns="381" tIns="381" rIns="381" bIns="381" rtlCol="0" anchor="t">
            <a:noAutofit/>
          </a:bodyPr>
          <a:lstStyle/>
          <a:p>
            <a:pPr algn="l" indent="0" marL="0">
              <a:buNone/>
            </a:pPr>
            <a:r>
              <a:rPr lang="en-US" sz="1100" b="1" dirty="0">
                <a:solidFill>
                  <a:srgbClr val="8A7B6B"/>
                </a:solidFill>
                <a:latin typeface="Yu Gothic" pitchFamily="34" charset="0"/>
                <a:ea typeface="Yu Gothic" pitchFamily="34" charset="-122"/>
                <a:cs typeface="Yu Gothic" pitchFamily="34" charset="-120"/>
              </a:rPr>
              <a:t>記載例4</a:t>
            </a:r>
            <a:endParaRPr lang="en-US" sz="1100" dirty="0"/>
          </a:p>
        </p:txBody>
      </p:sp>
      <p:sp>
        <p:nvSpPr>
          <p:cNvPr id="23" name="shape:023"/>
          <p:cNvSpPr/>
          <p:nvPr/>
        </p:nvSpPr>
        <p:spPr>
          <a:xfrm>
            <a:off x="4873752" y="5052060"/>
            <a:ext cx="274320" cy="0"/>
          </a:xfrm>
          <a:prstGeom prst="line">
            <a:avLst/>
          </a:prstGeom>
          <a:noFill/>
          <a:ln w="9525">
            <a:solidFill>
              <a:srgbClr val="E2DCD2"/>
            </a:solidFill>
            <a:prstDash val="solid"/>
          </a:ln>
        </p:spPr>
        <p:txBody>
          <a:bodyPr>
            <a:noAutofit/>
          </a:bodyPr>
          <a:p/>
        </p:txBody>
      </p:sp>
      <p:sp>
        <p:nvSpPr>
          <p:cNvPr id="24" name="shape:024"/>
          <p:cNvSpPr/>
          <p:nvPr/>
        </p:nvSpPr>
        <p:spPr>
          <a:xfrm>
            <a:off x="5148072" y="4539996"/>
            <a:ext cx="6467551" cy="1024128"/>
          </a:xfrm>
          <a:prstGeom prst="rect">
            <a:avLst/>
          </a:prstGeom>
          <a:ln w="9525">
            <a:solidFill>
              <a:srgbClr val="E2DCD2"/>
            </a:solidFill>
            <a:prstDash val="solid"/>
          </a:ln>
        </p:spPr>
        <p:txBody>
          <a:bodyPr>
            <a:noAutofit/>
          </a:bodyPr>
          <a:p/>
        </p:txBody>
      </p:sp>
      <p:sp>
        <p:nvSpPr>
          <p:cNvPr id="25" name="shape:025"/>
          <p:cNvSpPr/>
          <p:nvPr/>
        </p:nvSpPr>
        <p:spPr>
          <a:xfrm>
            <a:off x="5376672" y="4649724"/>
            <a:ext cx="6010351" cy="274320"/>
          </a:xfrm>
          <a:prstGeom prst="rect">
            <a:avLst/>
          </a:prstGeom>
          <a:noFill/>
          <a:ln/>
        </p:spPr>
        <p:txBody>
          <a:bodyPr wrap="square" lIns="381" tIns="381" rIns="381" bIns="381" rtlCol="0" anchor="t">
            <a:noAutofit/>
          </a:bodyPr>
          <a:lstStyle/>
          <a:p>
            <a:pPr algn="l" indent="0" marL="0">
              <a:buNone/>
            </a:pPr>
            <a:r>
              <a:rPr lang="en-US" sz="1450" b="1" dirty="0">
                <a:solidFill>
                  <a:srgbClr val="322014"/>
                </a:solidFill>
                <a:latin typeface="Yu Gothic" pitchFamily="34" charset="0"/>
                <a:ea typeface="Yu Gothic" pitchFamily="34" charset="-122"/>
                <a:cs typeface="Yu Gothic" pitchFamily="34" charset="-120"/>
              </a:rPr>
              <a:t>項目3</a:t>
            </a:r>
            <a:endParaRPr lang="en-US" sz="1450" dirty="0"/>
          </a:p>
        </p:txBody>
      </p:sp>
      <p:sp>
        <p:nvSpPr>
          <p:cNvPr id="26" name="shape:026"/>
          <p:cNvSpPr/>
          <p:nvPr/>
        </p:nvSpPr>
        <p:spPr>
          <a:xfrm>
            <a:off x="5376672" y="4960620"/>
            <a:ext cx="6010351" cy="310896"/>
          </a:xfrm>
          <a:prstGeom prst="rect">
            <a:avLst/>
          </a:prstGeom>
          <a:noFill/>
          <a:ln/>
        </p:spPr>
        <p:txBody>
          <a:bodyPr wrap="square" lIns="381" tIns="381" rIns="381" bIns="381" rtlCol="0" anchor="t">
            <a:noAutofit/>
          </a:bodyPr>
          <a:lstStyle/>
          <a:p>
            <a:pPr algn="l" indent="0" marL="0">
              <a:buNone/>
            </a:pPr>
            <a:r>
              <a:rPr lang="en-US" sz="1200" dirty="0">
                <a:solidFill>
                  <a:srgbClr val="322014"/>
                </a:solidFill>
                <a:latin typeface="Yu Gothic" pitchFamily="34" charset="0"/>
                <a:ea typeface="Yu Gothic" pitchFamily="34" charset="-122"/>
                <a:cs typeface="Yu Gothic" pitchFamily="34" charset="-120"/>
              </a:rPr>
              <a:t>記載例5</a:t>
            </a:r>
            <a:endParaRPr lang="en-US" sz="1200" dirty="0"/>
          </a:p>
        </p:txBody>
      </p:sp>
      <p:sp>
        <p:nvSpPr>
          <p:cNvPr id="27" name="shape:027"/>
          <p:cNvSpPr/>
          <p:nvPr/>
        </p:nvSpPr>
        <p:spPr>
          <a:xfrm>
            <a:off x="5376672" y="5308092"/>
            <a:ext cx="6010351" cy="219456"/>
          </a:xfrm>
          <a:prstGeom prst="rect">
            <a:avLst/>
          </a:prstGeom>
          <a:noFill/>
          <a:ln/>
        </p:spPr>
        <p:txBody>
          <a:bodyPr wrap="square" lIns="381" tIns="381" rIns="381" bIns="381" rtlCol="0" anchor="t">
            <a:noAutofit/>
          </a:bodyPr>
          <a:lstStyle/>
          <a:p>
            <a:pPr algn="l" indent="0" marL="0">
              <a:buNone/>
            </a:pPr>
            <a:r>
              <a:rPr lang="en-US" sz="1100" b="1" dirty="0">
                <a:solidFill>
                  <a:srgbClr val="8A7B6B"/>
                </a:solidFill>
                <a:latin typeface="Yu Gothic" pitchFamily="34" charset="0"/>
                <a:ea typeface="Yu Gothic" pitchFamily="34" charset="-122"/>
                <a:cs typeface="Yu Gothic" pitchFamily="34" charset="-120"/>
              </a:rPr>
              <a:t>記載例6</a:t>
            </a:r>
            <a:endParaRPr lang="en-US" sz="1100" dirty="0"/>
          </a:p>
        </p:txBody>
      </p:sp>
      <p:sp>
        <p:nvSpPr>
          <p:cNvPr id="28"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native editable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公開レイアウト見本</dc:title>
  <dc:subject>Source-traceable editable slides</dc:subject>
  <dc:creator>slide-layout-agent</dc:creator>
  <cp:keywords/>
  <dc:description>Source references and any third-party template license are recorded in slide notes.</dc:description>
  <cp:lastModifiedBy>slide-layout-agent</cp:lastModifiedBy>
  <cp:revision>1</cp:revision>
  <dcterms:created xsi:type="dcterms:W3CDTF">2013-01-27T09:14:16Z</dcterms:created>
  <dcterms:modified xsi:type="dcterms:W3CDTF">2013-01-27T09:15:58Z</dcterms:modified>
  <cp:category/>
</cp:coreProperties>
</file>