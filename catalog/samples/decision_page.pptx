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"decision_page",</a:t>
            </a:r>
          </a:p>
          <a:p>
            <a:r>
              <a:t>  "variant": "warm",</a:t>
            </a:r>
          </a:p>
          <a:p>
            <a:r>
              <a:t>  "rationale": "Public template fixture; short fictional slot content; no private data.",</a:t>
            </a:r>
          </a:p>
          <a:p>
            <a:r>
              <a:t>  "source_sha256": "9e2195e4732780a5153cc91681ad338236f2e19ea8663c398a9ead934993d66c",</a:t>
            </a:r>
          </a:p>
          <a:p>
            <a:r>
              <a:t>  "evidence": [</a:t>
            </a:r>
          </a:p>
          <a:p>
            <a:r>
              <a:t>    {</a:t>
            </a:r>
          </a:p>
          <a:p>
            <a:r>
              <a:t>      "text": "意思決定ページ",</a:t>
            </a:r>
          </a:p>
          <a:p>
            <a:r>
              <a:t>      "refs": [</a:t>
            </a:r>
          </a:p>
          <a:p>
            <a:r>
              <a:t>        {</a:t>
            </a:r>
          </a:p>
          <a:p>
            <a:r>
              <a:t>          "source_id": "s001",</a:t>
            </a:r>
          </a:p>
          <a:p>
            <a:r>
              <a:t>          "quote": "意思決定ページ"</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"推奨する意思決定",</a:t>
            </a:r>
          </a:p>
          <a:p>
            <a:r>
              <a:t>      "refs": [</a:t>
            </a:r>
          </a:p>
          <a:p>
            <a:r>
              <a:t>        {</a:t>
            </a:r>
          </a:p>
          <a:p>
            <a:r>
              <a:t>          "source_id": "s001",</a:t>
            </a:r>
          </a:p>
          <a:p>
            <a:r>
              <a:t>          "quote": "推奨する意思決定"</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"1",</a:t>
            </a:r>
          </a:p>
          <a:p>
            <a:r>
              <a:t>      "refs": [</a:t>
            </a:r>
          </a:p>
          <a:p>
            <a:r>
              <a:t>        {</a:t>
            </a:r>
          </a:p>
          <a:p>
            <a:r>
              <a:t>          "source_id": "s001",</a:t>
            </a:r>
          </a:p>
          <a:p>
            <a:r>
              <a:t>          "quote": "1"</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"2",</a:t>
            </a:r>
          </a:p>
          <a:p>
            <a:r>
              <a:t>      "refs": [</a:t>
            </a:r>
          </a:p>
          <a:p>
            <a:r>
              <a:t>        {</a:t>
            </a:r>
          </a:p>
          <a:p>
            <a:r>
              <a:t>          "source_id": "s001",</a:t>
            </a:r>
          </a:p>
          <a:p>
            <a:r>
              <a:t>          "quote": "2"</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"3",</a:t>
            </a:r>
          </a:p>
          <a:p>
            <a:r>
              <a:t>      "refs": [</a:t>
            </a:r>
          </a:p>
          <a:p>
            <a:r>
              <a:t>        {</a:t>
            </a:r>
          </a:p>
          <a:p>
            <a:r>
              <a:t>          "source_id": "s001",</a:t>
            </a:r>
          </a:p>
          <a:p>
            <a:r>
              <a:t>          "quote": "3"</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"citations": {</a:t>
            </a:r>
          </a:p>
          <a:p>
            <a:r>
              <a:t>    "s001": "Public MIT sample: templates/freeform_parts_more_16x9.html section 35"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"fa4948b5bf5a43af39fb24b0a7f0e5d29c886d3346e9c4cfb7c845453ab43888"</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意思決定ページ</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894076"/>
            <a:ext cx="5212080" cy="0"/>
          </a:xfrm>
          <a:prstGeom prst="line">
            <a:avLst/>
          </a:prstGeom>
          <a:noFill/>
          <a:ln w="27940">
            <a:solidFill>
              <a:srgbClr val="5A3921"/>
            </a:solidFill>
            <a:prstDash val="solid"/>
          </a:ln>
        </p:spPr>
        <p:txBody>
          <a:bodyPr>
            <a:noAutofit/>
          </a:bodyPr>
          <a:p/>
        </p:txBody>
      </p:sp>
      <p:sp>
        <p:nvSpPr>
          <p:cNvPr id="11" name="shape:011"/>
          <p:cNvSpPr/>
          <p:nvPr/>
        </p:nvSpPr>
        <p:spPr>
          <a:xfrm>
            <a:off x="576072" y="3104388"/>
            <a:ext cx="2194560" cy="219456"/>
          </a:xfrm>
          <a:prstGeom prst="rect">
            <a:avLst/>
          </a:prstGeom>
          <a:noFill/>
          <a:ln/>
        </p:spPr>
        <p:txBody>
          <a:bodyPr wrap="square" lIns="381" tIns="381" rIns="381" bIns="381" rtlCol="0" anchor="t">
            <a:noAutofit/>
          </a:bodyPr>
          <a:lstStyle/>
          <a:p>
            <a:pPr algn="l" indent="0" marL="0">
              <a:buNone/>
            </a:pPr>
            <a:r>
              <a:rPr lang="en-US" sz="1050" b="1" dirty="0">
                <a:solidFill>
                  <a:srgbClr val="8A7B6B"/>
                </a:solidFill>
                <a:latin typeface="Yu Gothic" pitchFamily="34" charset="0"/>
                <a:ea typeface="Yu Gothic" pitchFamily="34" charset="-122"/>
                <a:cs typeface="Yu Gothic" pitchFamily="34" charset="-120"/>
              </a:rPr>
              <a:t>推奨する意思決定</a:t>
            </a:r>
            <a:endParaRPr lang="en-US" sz="1050" dirty="0"/>
          </a:p>
        </p:txBody>
      </p:sp>
      <p:sp>
        <p:nvSpPr>
          <p:cNvPr id="12" name="shape:012"/>
          <p:cNvSpPr/>
          <p:nvPr/>
        </p:nvSpPr>
        <p:spPr>
          <a:xfrm>
            <a:off x="576072" y="3470148"/>
            <a:ext cx="5303520" cy="1371600"/>
          </a:xfrm>
          <a:prstGeom prst="rect">
            <a:avLst/>
          </a:prstGeom>
          <a:noFill/>
          <a:ln/>
        </p:spPr>
        <p:txBody>
          <a:bodyPr wrap="square" lIns="381" tIns="381" rIns="381" bIns="381" rtlCol="0" anchor="t">
            <a:noAutofit/>
          </a:bodyPr>
          <a:lstStyle/>
          <a:p>
            <a:pPr algn="l" indent="0" marL="0">
              <a:buNone/>
            </a:pPr>
            <a:r>
              <a:rPr lang="en-US" sz="2200" b="1" dirty="0">
                <a:solidFill>
                  <a:srgbClr val="322014"/>
                </a:solidFill>
                <a:latin typeface="Yu Gothic" pitchFamily="34" charset="0"/>
                <a:ea typeface="Yu Gothic" pitchFamily="34" charset="-122"/>
                <a:cs typeface="Yu Gothic" pitchFamily="34" charset="-120"/>
              </a:rPr>
              <a:t>記載例1</a:t>
            </a:r>
            <a:endParaRPr lang="en-US" sz="2200" dirty="0"/>
          </a:p>
        </p:txBody>
      </p:sp>
      <p:sp>
        <p:nvSpPr>
          <p:cNvPr id="13" name="shape:013"/>
          <p:cNvSpPr/>
          <p:nvPr/>
        </p:nvSpPr>
        <p:spPr>
          <a:xfrm>
            <a:off x="6217920" y="2921508"/>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1</a:t>
            </a:r>
            <a:endParaRPr lang="en-US" sz="1600" dirty="0"/>
          </a:p>
        </p:txBody>
      </p:sp>
      <p:sp>
        <p:nvSpPr>
          <p:cNvPr id="14" name="shape:014"/>
          <p:cNvSpPr/>
          <p:nvPr/>
        </p:nvSpPr>
        <p:spPr>
          <a:xfrm>
            <a:off x="6720840" y="2921508"/>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記載例2</a:t>
            </a:r>
            <a:endParaRPr lang="en-US" sz="1350" dirty="0"/>
          </a:p>
        </p:txBody>
      </p:sp>
      <p:sp>
        <p:nvSpPr>
          <p:cNvPr id="15" name="shape:015"/>
          <p:cNvSpPr/>
          <p:nvPr/>
        </p:nvSpPr>
        <p:spPr>
          <a:xfrm>
            <a:off x="6172200" y="3406140"/>
            <a:ext cx="5074920" cy="0"/>
          </a:xfrm>
          <a:prstGeom prst="line">
            <a:avLst/>
          </a:prstGeom>
          <a:noFill/>
          <a:ln w="6350">
            <a:solidFill>
              <a:srgbClr val="E2DCD2"/>
            </a:solidFill>
            <a:prstDash val="solid"/>
          </a:ln>
        </p:spPr>
        <p:txBody>
          <a:bodyPr>
            <a:noAutofit/>
          </a:bodyPr>
          <a:p/>
        </p:txBody>
      </p:sp>
      <p:sp>
        <p:nvSpPr>
          <p:cNvPr id="16" name="shape:016"/>
          <p:cNvSpPr/>
          <p:nvPr/>
        </p:nvSpPr>
        <p:spPr>
          <a:xfrm>
            <a:off x="6217920" y="3634740"/>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2</a:t>
            </a:r>
            <a:endParaRPr lang="en-US" sz="1600" dirty="0"/>
          </a:p>
        </p:txBody>
      </p:sp>
      <p:sp>
        <p:nvSpPr>
          <p:cNvPr id="17" name="shape:017"/>
          <p:cNvSpPr/>
          <p:nvPr/>
        </p:nvSpPr>
        <p:spPr>
          <a:xfrm>
            <a:off x="6720840" y="3634740"/>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記載例3</a:t>
            </a:r>
            <a:endParaRPr lang="en-US" sz="1350" dirty="0"/>
          </a:p>
        </p:txBody>
      </p:sp>
      <p:sp>
        <p:nvSpPr>
          <p:cNvPr id="18" name="shape:018"/>
          <p:cNvSpPr/>
          <p:nvPr/>
        </p:nvSpPr>
        <p:spPr>
          <a:xfrm>
            <a:off x="6172200" y="4119372"/>
            <a:ext cx="5074920" cy="0"/>
          </a:xfrm>
          <a:prstGeom prst="line">
            <a:avLst/>
          </a:prstGeom>
          <a:noFill/>
          <a:ln w="6350">
            <a:solidFill>
              <a:srgbClr val="E2DCD2"/>
            </a:solidFill>
            <a:prstDash val="solid"/>
          </a:ln>
        </p:spPr>
        <p:txBody>
          <a:bodyPr>
            <a:noAutofit/>
          </a:bodyPr>
          <a:p/>
        </p:txBody>
      </p:sp>
      <p:sp>
        <p:nvSpPr>
          <p:cNvPr id="19" name="shape:019"/>
          <p:cNvSpPr/>
          <p:nvPr/>
        </p:nvSpPr>
        <p:spPr>
          <a:xfrm>
            <a:off x="6217920" y="4347972"/>
            <a:ext cx="274320" cy="25603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3</a:t>
            </a:r>
            <a:endParaRPr lang="en-US" sz="1600" dirty="0"/>
          </a:p>
        </p:txBody>
      </p:sp>
      <p:sp>
        <p:nvSpPr>
          <p:cNvPr id="20" name="shape:020"/>
          <p:cNvSpPr/>
          <p:nvPr/>
        </p:nvSpPr>
        <p:spPr>
          <a:xfrm>
            <a:off x="6720840" y="4347972"/>
            <a:ext cx="4572000" cy="384048"/>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記載例4</a:t>
            </a:r>
            <a:endParaRPr lang="en-US" sz="1350" dirty="0"/>
          </a:p>
        </p:txBody>
      </p:sp>
      <p:sp>
        <p:nvSpPr>
          <p:cNvPr id="21" name="shape:021"/>
          <p:cNvSpPr/>
          <p:nvPr/>
        </p:nvSpPr>
        <p:spPr>
          <a:xfrm>
            <a:off x="6172200" y="4832604"/>
            <a:ext cx="5074920" cy="0"/>
          </a:xfrm>
          <a:prstGeom prst="line">
            <a:avLst/>
          </a:prstGeom>
          <a:noFill/>
          <a:ln w="6350">
            <a:solidFill>
              <a:srgbClr val="E2DCD2"/>
            </a:solidFill>
            <a:prstDash val="solid"/>
          </a:ln>
        </p:spPr>
        <p:txBody>
          <a:bodyPr>
            <a:noAutofit/>
          </a:bodyPr>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