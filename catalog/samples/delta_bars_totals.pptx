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02"/>
          <c:w val="1"/>
          <c:h val="0.86"/>
        </c:manualLayout>
      </c:layout>
      <c:barChart>
        <c:barDir val="col"/>
        <c:grouping val="stacked"/>
        <c:varyColors val="0"/>
        <c:ser>
          <c:idx val="0"/>
          <c:order val="0"/>
          <c:tx>
            <c:strRef>
              <c:f>Sheet1!$B$1</c:f>
              <c:strCache>
                <c:ptCount val="1"/>
                <c:pt idx="0">
                  <c:v>増える分</c:v>
                </c:pt>
              </c:strCache>
            </c:strRef>
          </c:tx>
          <c:spPr>
            <a:solidFill>
              <a:srgbClr val="5A3921"/>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strRef>
              <c:f>Sheet1!$A$2:$A$6</c:f>
              <c:strCache>
                <c:ptCount val="5"/>
                <c:pt idx="0">
                  <c:v>項目2</c:v>
                </c:pt>
                <c:pt idx="1">
                  <c:v>項目3</c:v>
                </c:pt>
                <c:pt idx="2">
                  <c:v>項目4</c:v>
                </c:pt>
                <c:pt idx="3">
                  <c:v>項目5</c:v>
                </c:pt>
                <c:pt idx="4">
                  <c:v>項目6</c:v>
                </c:pt>
              </c:strCache>
            </c:strRef>
          </c:cat>
          <c:val>
            <c:numRef>
              <c:f>Sheet1!$B$2:$B$6</c:f>
              <c:numCache>
                <c:formatCode>General</c:formatCode>
                <c:ptCount val="5"/>
                <c:pt idx="0">
                  <c:v>90.0</c:v>
                </c:pt>
                <c:pt idx="1">
                  <c:v>68.0</c:v>
                </c:pt>
                <c:pt idx="2">
                  <c:v>32.0</c:v>
                </c:pt>
                <c:pt idx="3">
                  <c:v>10.0</c:v>
                </c:pt>
                <c:pt idx="4">
                  <c:v>52.0</c:v>
                </c:pt>
              </c:numCache>
            </c:numRef>
          </c:val>
        </c:ser>
        <c:ser>
          <c:idx val="1"/>
          <c:order val="1"/>
          <c:tx>
            <c:strRef>
              <c:f>Sheet1!$C$1</c:f>
              <c:strCache>
                <c:ptCount val="1"/>
                <c:pt idx="0">
                  <c:v>減る分</c:v>
                </c:pt>
              </c:strCache>
            </c:strRef>
          </c:tx>
          <c:spPr>
            <a:solidFill>
              <a:srgbClr val="322014"/>
            </a:solidFill>
            <a:effectLst/>
          </c:spPr>
          <c:invertIfNegative val="0"/>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cat>
            <c:strRef>
              <c:f>Sheet1!$A$2:$A$6</c:f>
              <c:strCache>
                <c:ptCount val="5"/>
                <c:pt idx="0">
                  <c:v>項目2</c:v>
                </c:pt>
                <c:pt idx="1">
                  <c:v>項目3</c:v>
                </c:pt>
                <c:pt idx="2">
                  <c:v>項目4</c:v>
                </c:pt>
                <c:pt idx="3">
                  <c:v>項目5</c:v>
                </c:pt>
                <c:pt idx="4">
                  <c:v>項目6</c:v>
                </c:pt>
              </c:strCache>
            </c:strRef>
          </c:cat>
          <c:val>
            <c:numRef>
              <c:f>Sheet1!$C$2:$C$6</c:f>
              <c:numCache>
                <c:formatCode>General</c:formatCode>
                <c:ptCount val="5"/>
                <c:pt idx="0">
                  <c:v>-50.0</c:v>
                </c:pt>
                <c:pt idx="1">
                  <c:v>-88.0</c:v>
                </c:pt>
                <c:pt idx="2">
                  <c:v>-12.0</c:v>
                </c:pt>
                <c:pt idx="3">
                  <c:v>-43.0</c:v>
                </c:pt>
                <c:pt idx="4">
                  <c:v>-46.0</c:v>
                </c:pt>
              </c:numCache>
            </c:numRef>
          </c:val>
        </c:ser>
        <c:dLbls>
          <c:numFmt formatCode="#,##0;#,##0" sourceLinked="0"/>
          <c:txPr>
            <a:bodyPr/>
            <a:lstStyle/>
            <a:p>
              <a:pPr>
                <a:defRPr b="0" i="0" strike="noStrike" sz="900" u="none">
                  <a:solidFill>
                    <a:srgbClr val="FFFFFF"/>
                  </a:solidFill>
                  <a:latin typeface="Yu Gothic"/>
                </a:defRPr>
              </a:pPr>
            </a:p>
          </c:txPr>
          <c:dLblPos val="inEnd"/>
          <c:showLegendKey val="0"/>
          <c:showVal val="0"/>
          <c:showCatName val="0"/>
          <c:showSerName val="0"/>
          <c:showPercent val="0"/>
          <c:showBubbleSize val="0"/>
          <c:showLeaderLines val="0"/>
        </c:dLbls>
        <c:gapWidth val="100"/>
        <c:overlap val="10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9050" cap="flat">
            <a:solidFill>
              <a:srgbClr val="322014"/>
            </a:solidFill>
            <a:prstDash val="solid"/>
            <a:round/>
          </a:ln>
        </c:spPr>
        <c:txPr>
          <a:bodyPr/>
          <a:lstStyle/>
          <a:p>
            <a:pPr>
              <a:defRPr sz="1050" b="0" i="0" u="none" strike="noStrike">
                <a:solidFill>
                  <a:srgbClr val="322014"/>
                </a:solidFill>
                <a:latin typeface="Yu Gothic"/>
              </a:defRPr>
            </a:pPr>
            <a:endParaRPr lang="en-US"/>
          </a:p>
        </c:txPr>
        <c:crossAx val="2094734552"/>
        <c:crosses val="autoZero"/>
        <c:auto val="1"/>
        <c:lblAlgn val="ctr"/>
        <c:noMultiLvlLbl val="1"/>
      </c:catAx>
      <c:valAx>
        <c:axId val="2094734552"/>
        <c:scaling>
          <c:orientation val="minMax"/>
          <c:max val="110"/>
          <c:min val="-11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"delta_bars_totals",</a:t>
            </a:r>
          </a:p>
          <a:p>
            <a:r>
              <a:t>  "variant": "warm",</a:t>
            </a:r>
          </a:p>
          <a:p>
            <a:r>
              <a:t>  "rationale": "Public template fixture; short fictional slot content; no private data.",</a:t>
            </a:r>
          </a:p>
          <a:p>
            <a:r>
              <a:t>  "source_sha256": "d9d8886be3aa3862210571e0f2ee6546202d9319e4d4aa908219145585fdcf07",</a:t>
            </a:r>
          </a:p>
          <a:p>
            <a:r>
              <a:t>  "evidence": [</a:t>
            </a:r>
          </a:p>
          <a:p>
            <a:r>
              <a:t>    {</a:t>
            </a:r>
          </a:p>
          <a:p>
            <a:r>
              <a:t>      "text": "増減の縦棒＋左右合計",</a:t>
            </a:r>
          </a:p>
          <a:p>
            <a:r>
              <a:t>      "refs": [</a:t>
            </a:r>
          </a:p>
          <a:p>
            <a:r>
              <a:t>        {</a:t>
            </a:r>
          </a:p>
          <a:p>
            <a:r>
              <a:t>          "source_id": "s001",</a:t>
            </a:r>
          </a:p>
          <a:p>
            <a:r>
              <a:t>          "quote": "増減の縦棒＋左右合計"</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"指標名",</a:t>
            </a:r>
          </a:p>
          <a:p>
            <a:r>
              <a:t>      "refs": [</a:t>
            </a:r>
          </a:p>
          <a:p>
            <a:r>
              <a:t>        {</a:t>
            </a:r>
          </a:p>
          <a:p>
            <a:r>
              <a:t>          "source_id": "s001",</a:t>
            </a:r>
          </a:p>
          <a:p>
            <a:r>
              <a:t>          "quote": "指標名"</a:t>
            </a:r>
          </a:p>
          <a:p>
            <a:r>
              <a:t>        }</a:t>
            </a:r>
          </a:p>
          <a:p>
            <a:r>
              <a:t>      ],</a:t>
            </a:r>
          </a:p>
          <a:p>
            <a:r>
              <a:t>      "mode": "verbatim"</a:t>
            </a:r>
          </a:p>
          <a:p>
            <a:r>
              <a:t>    },</a:t>
            </a:r>
          </a:p>
          <a:p>
            <a:r>
              <a:t>    {</a:t>
            </a:r>
          </a:p>
          <a:p>
            <a:r>
              <a:t>      "text": "単位、2026〜2026年",</a:t>
            </a:r>
          </a:p>
          <a:p>
            <a:r>
              <a:t>      "refs": [</a:t>
            </a:r>
          </a:p>
          <a:p>
            <a:r>
              <a:t>        {</a:t>
            </a:r>
          </a:p>
          <a:p>
            <a:r>
              <a:t>          "source_id": "s001",</a:t>
            </a:r>
          </a:p>
          <a:p>
            <a:r>
              <a:t>          "quote": "単位、2026〜2026年"</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"増える分",</a:t>
            </a:r>
          </a:p>
          <a:p>
            <a:r>
              <a:t>      "refs": [</a:t>
            </a:r>
          </a:p>
          <a:p>
            <a:r>
              <a:t>        {</a:t>
            </a:r>
          </a:p>
          <a:p>
            <a:r>
              <a:t>          "source_id": "s001",</a:t>
            </a:r>
          </a:p>
          <a:p>
            <a:r>
              <a:t>          "quote": "増える分"</a:t>
            </a:r>
          </a:p>
          <a:p>
            <a:r>
              <a:t>        }</a:t>
            </a:r>
          </a:p>
          <a:p>
            <a:r>
              <a:t>      ],</a:t>
            </a:r>
          </a:p>
          <a:p>
            <a:r>
              <a:t>      "mode": "verbatim"</a:t>
            </a:r>
          </a:p>
          <a:p>
            <a:r>
              <a:t>    },</a:t>
            </a:r>
          </a:p>
          <a:p>
            <a:r>
              <a:t>    {</a:t>
            </a:r>
          </a:p>
          <a:p>
            <a:r>
              <a:t>      "value": 90.0,</a:t>
            </a:r>
          </a:p>
          <a:p>
            <a:r>
              <a:t>      "refs": [</a:t>
            </a:r>
          </a:p>
          <a:p>
            <a:r>
              <a:t>        {</a:t>
            </a:r>
          </a:p>
          <a:p>
            <a:r>
              <a:t>          "source_id": "s001",</a:t>
            </a:r>
          </a:p>
          <a:p>
            <a:r>
              <a:t>          "quote": "90"</a:t>
            </a:r>
          </a:p>
          <a:p>
            <a:r>
              <a:t>        }</a:t>
            </a:r>
          </a:p>
          <a:p>
            <a:r>
              <a:t>      ]</a:t>
            </a:r>
          </a:p>
          <a:p>
            <a:r>
              <a:t>    },</a:t>
            </a:r>
          </a:p>
          <a:p>
            <a:r>
              <a:t>    {</a:t>
            </a:r>
          </a:p>
          <a:p>
            <a:r>
              <a:t>      "value": 68.0,</a:t>
            </a:r>
          </a:p>
          <a:p>
            <a:r>
              <a:t>      "refs": [</a:t>
            </a:r>
          </a:p>
          <a:p>
            <a:r>
              <a:t>        {</a:t>
            </a:r>
          </a:p>
          <a:p>
            <a:r>
              <a:t>          "source_id": "s001",</a:t>
            </a:r>
          </a:p>
          <a:p>
            <a:r>
              <a:t>          "quote": "68"</a:t>
            </a:r>
          </a:p>
          <a:p>
            <a:r>
              <a:t>        }</a:t>
            </a:r>
          </a:p>
          <a:p>
            <a:r>
              <a:t>      ]</a:t>
            </a:r>
          </a:p>
          <a:p>
            <a:r>
              <a:t>    },</a:t>
            </a:r>
          </a:p>
          <a:p>
            <a:r>
              <a:t>    {</a:t>
            </a:r>
          </a:p>
          <a:p>
            <a:r>
              <a:t>      "value": 32.0,</a:t>
            </a:r>
          </a:p>
          <a:p>
            <a:r>
              <a:t>      "refs": [</a:t>
            </a:r>
          </a:p>
          <a:p>
            <a:r>
              <a:t>        {</a:t>
            </a:r>
          </a:p>
          <a:p>
            <a:r>
              <a:t>          "source_id": "s001",</a:t>
            </a:r>
          </a:p>
          <a:p>
            <a:r>
              <a:t>          "quote": "32"</a:t>
            </a:r>
          </a:p>
          <a:p>
            <a:r>
              <a:t>        }</a:t>
            </a:r>
          </a:p>
          <a:p>
            <a:r>
              <a:t>      ]</a:t>
            </a:r>
          </a:p>
          <a:p>
            <a:r>
              <a:t>    },</a:t>
            </a:r>
          </a:p>
          <a:p>
            <a:r>
              <a:t>    {</a:t>
            </a:r>
          </a:p>
          <a:p>
            <a:r>
              <a:t>      "value": 10.0,</a:t>
            </a:r>
          </a:p>
          <a:p>
            <a:r>
              <a:t>      "refs": [</a:t>
            </a:r>
          </a:p>
          <a:p>
            <a:r>
              <a:t>        {</a:t>
            </a:r>
          </a:p>
          <a:p>
            <a:r>
              <a:t>          "source_id": "s001",</a:t>
            </a:r>
          </a:p>
          <a:p>
            <a:r>
              <a:t>          "quote": "10"</a:t>
            </a:r>
          </a:p>
          <a:p>
            <a:r>
              <a:t>        }</a:t>
            </a:r>
          </a:p>
          <a:p>
            <a:r>
              <a:t>      ]</a:t>
            </a:r>
          </a:p>
          <a:p>
            <a:r>
              <a:t>    },</a:t>
            </a:r>
          </a:p>
          <a:p>
            <a:r>
              <a:t>    {</a:t>
            </a:r>
          </a:p>
          <a:p>
            <a:r>
              <a:t>      "value": 52.0,</a:t>
            </a:r>
          </a:p>
          <a:p>
            <a:r>
              <a:t>      "refs": [</a:t>
            </a:r>
          </a:p>
          <a:p>
            <a:r>
              <a:t>        {</a:t>
            </a:r>
          </a:p>
          <a:p>
            <a:r>
              <a:t>          "source_id": "s001",</a:t>
            </a:r>
          </a:p>
          <a:p>
            <a:r>
              <a:t>          "quote": "52"</a:t>
            </a:r>
          </a:p>
          <a:p>
            <a:r>
              <a:t>        }</a:t>
            </a:r>
          </a:p>
          <a:p>
            <a:r>
              <a:t>      ]</a:t>
            </a:r>
          </a:p>
          <a:p>
            <a:r>
              <a:t>    },</a:t>
            </a:r>
          </a:p>
          <a:p>
            <a:r>
              <a:t>    {</a:t>
            </a:r>
          </a:p>
          <a:p>
            <a:r>
              <a:t>      "text": "減る分",</a:t>
            </a:r>
          </a:p>
          <a:p>
            <a:r>
              <a:t>      "refs": [</a:t>
            </a:r>
          </a:p>
          <a:p>
            <a:r>
              <a:t>        {</a:t>
            </a:r>
          </a:p>
          <a:p>
            <a:r>
              <a:t>          "source_id": "s001",</a:t>
            </a:r>
          </a:p>
          <a:p>
            <a:r>
              <a:t>          "quote": "減る分"</a:t>
            </a:r>
          </a:p>
          <a:p>
            <a:r>
              <a:t>        }</a:t>
            </a:r>
          </a:p>
          <a:p>
            <a:r>
              <a:t>      ],</a:t>
            </a:r>
          </a:p>
          <a:p>
            <a:r>
              <a:t>      "mode": "verbatim"</a:t>
            </a:r>
          </a:p>
          <a:p>
            <a:r>
              <a:t>    },</a:t>
            </a:r>
          </a:p>
          <a:p>
            <a:r>
              <a:t>    {</a:t>
            </a:r>
          </a:p>
          <a:p>
            <a:r>
              <a:t>      "value": -50.0,</a:t>
            </a:r>
          </a:p>
          <a:p>
            <a:r>
              <a:t>      "refs": [</a:t>
            </a:r>
          </a:p>
          <a:p>
            <a:r>
              <a:t>        {</a:t>
            </a:r>
          </a:p>
          <a:p>
            <a:r>
              <a:t>          "source_id": "s001",</a:t>
            </a:r>
          </a:p>
          <a:p>
            <a:r>
              <a:t>          "quote": "-50"</a:t>
            </a:r>
          </a:p>
          <a:p>
            <a:r>
              <a:t>        }</a:t>
            </a:r>
          </a:p>
          <a:p>
            <a:r>
              <a:t>      ]</a:t>
            </a:r>
          </a:p>
          <a:p>
            <a:r>
              <a:t>    },</a:t>
            </a:r>
          </a:p>
          <a:p>
            <a:r>
              <a:t>    {</a:t>
            </a:r>
          </a:p>
          <a:p>
            <a:r>
              <a:t>      "value": -88.0,</a:t>
            </a:r>
          </a:p>
          <a:p>
            <a:r>
              <a:t>      "refs": [</a:t>
            </a:r>
          </a:p>
          <a:p>
            <a:r>
              <a:t>        {</a:t>
            </a:r>
          </a:p>
          <a:p>
            <a:r>
              <a:t>          "source_id": "s001",</a:t>
            </a:r>
          </a:p>
          <a:p>
            <a:r>
              <a:t>          "quote": "-88"</a:t>
            </a:r>
          </a:p>
          <a:p>
            <a:r>
              <a:t>        }</a:t>
            </a:r>
          </a:p>
          <a:p>
            <a:r>
              <a:t>      ]</a:t>
            </a:r>
          </a:p>
          <a:p>
            <a:r>
              <a:t>    },</a:t>
            </a:r>
          </a:p>
          <a:p>
            <a:r>
              <a:t>    {</a:t>
            </a:r>
          </a:p>
          <a:p>
            <a:r>
              <a:t>      "value": -12.0,</a:t>
            </a:r>
          </a:p>
          <a:p>
            <a:r>
              <a:t>      "refs": [</a:t>
            </a:r>
          </a:p>
          <a:p>
            <a:r>
              <a:t>        {</a:t>
            </a:r>
          </a:p>
          <a:p>
            <a:r>
              <a:t>          "source_id": "s001",</a:t>
            </a:r>
          </a:p>
          <a:p>
            <a:r>
              <a:t>          "quote": "-12"</a:t>
            </a:r>
          </a:p>
          <a:p>
            <a:r>
              <a:t>        }</a:t>
            </a:r>
          </a:p>
          <a:p>
            <a:r>
              <a:t>      ]</a:t>
            </a:r>
          </a:p>
          <a:p>
            <a:r>
              <a:t>    },</a:t>
            </a:r>
          </a:p>
          <a:p>
            <a:r>
              <a:t>    {</a:t>
            </a:r>
          </a:p>
          <a:p>
            <a:r>
              <a:t>      "value": -43.0,</a:t>
            </a:r>
          </a:p>
          <a:p>
            <a:r>
              <a:t>      "refs": [</a:t>
            </a:r>
          </a:p>
          <a:p>
            <a:r>
              <a:t>        {</a:t>
            </a:r>
          </a:p>
          <a:p>
            <a:r>
              <a:t>          "source_id": "s001",</a:t>
            </a:r>
          </a:p>
          <a:p>
            <a:r>
              <a:t>          "quote": "-43"</a:t>
            </a:r>
          </a:p>
          <a:p>
            <a:r>
              <a:t>        }</a:t>
            </a:r>
          </a:p>
          <a:p>
            <a:r>
              <a:t>      ]</a:t>
            </a:r>
          </a:p>
          <a:p>
            <a:r>
              <a:t>    },</a:t>
            </a:r>
          </a:p>
          <a:p>
            <a:r>
              <a:t>    {</a:t>
            </a:r>
          </a:p>
          <a:p>
            <a:r>
              <a:t>      "value": -46.0,</a:t>
            </a:r>
          </a:p>
          <a:p>
            <a:r>
              <a:t>      "refs": [</a:t>
            </a:r>
          </a:p>
          <a:p>
            <a:r>
              <a:t>        {</a:t>
            </a:r>
          </a:p>
          <a:p>
            <a:r>
              <a:t>          "source_id": "s001",</a:t>
            </a:r>
          </a:p>
          <a:p>
            <a:r>
              <a:t>          "quote": "-46"</a:t>
            </a:r>
          </a:p>
          <a:p>
            <a:r>
              <a:t>        }</a:t>
            </a:r>
          </a:p>
          <a:p>
            <a:r>
              <a:t>      ]</a:t>
            </a:r>
          </a:p>
          <a:p>
            <a:r>
              <a:t>    }</a:t>
            </a:r>
          </a:p>
          <a:p>
            <a:r>
              <a:t>  ],</a:t>
            </a:r>
          </a:p>
          <a:p>
            <a:r>
              <a:t>  "citations": {</a:t>
            </a:r>
          </a:p>
          <a:p>
            <a:r>
              <a:t>    "s001": "Public MIT sample: templates/freeform_parts_16x9.html section 23"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"35287da3f879ecff9e3bd367a1c44f7ff65d7aa6394b9c2b7b0a09bad3938935"</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増減の縦棒＋左右合計</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11039551" cy="292608"/>
          </a:xfrm>
          <a:prstGeom prst="rect">
            <a:avLst/>
          </a:prstGeom>
          <a:noFill/>
          <a:ln/>
        </p:spPr>
        <p:txBody>
          <a:bodyPr wrap="square" lIns="0" tIns="0" rIns="0" bIns="0" rtlCol="0" anchor="b">
            <a:noAutofit/>
          </a:bodyPr>
          <a:lstStyle/>
          <a:p>
            <a:pPr algn="l" indent="0" marL="0">
              <a:buNone/>
            </a:pPr>
            <a:r>
              <a:rPr lang="en-US" sz="1150" b="1" dirty="0">
                <a:solidFill>
                  <a:srgbClr val="322014"/>
                </a:solidFill>
                <a:latin typeface="Yu Mincho Demibold" pitchFamily="34" charset="0"/>
                <a:ea typeface="Yu Mincho Demibold" pitchFamily="34" charset="-122"/>
                <a:cs typeface="Yu Mincho Demibold" pitchFamily="34" charset="-120"/>
              </a:rPr>
              <a:t>指標名</a:t>
            </a:r>
            <a:endParaRPr lang="en-US" sz="1150" dirty="0"/>
          </a:p>
        </p:txBody>
      </p:sp>
      <p:sp>
        <p:nvSpPr>
          <p:cNvPr id="11" name="shape:011"/>
          <p:cNvSpPr/>
          <p:nvPr/>
        </p:nvSpPr>
        <p:spPr>
          <a:xfrm>
            <a:off x="576072" y="1901952"/>
            <a:ext cx="11039551" cy="0"/>
          </a:xfrm>
          <a:prstGeom prst="line">
            <a:avLst/>
          </a:prstGeom>
          <a:noFill/>
          <a:ln w="17780">
            <a:solidFill>
              <a:srgbClr val="322014"/>
            </a:solidFill>
            <a:prstDash val="solid"/>
          </a:ln>
        </p:spPr>
        <p:txBody>
          <a:bodyPr>
            <a:noAutofit/>
          </a:bodyPr>
          <a:p/>
        </p:txBody>
      </p:sp>
      <p:sp>
        <p:nvSpPr>
          <p:cNvPr id="12" name="shape:012"/>
          <p:cNvSpPr/>
          <p:nvPr/>
        </p:nvSpPr>
        <p:spPr>
          <a:xfrm>
            <a:off x="9421063" y="1627632"/>
            <a:ext cx="2194560" cy="237744"/>
          </a:xfrm>
          <a:prstGeom prst="rect">
            <a:avLst/>
          </a:prstGeom>
          <a:noFill/>
          <a:ln/>
        </p:spPr>
        <p:txBody>
          <a:bodyPr wrap="square" lIns="0" tIns="0" rIns="0" bIns="0" rtlCol="0" anchor="b">
            <a:noAutofit/>
          </a:bodyPr>
          <a:lstStyle/>
          <a:p>
            <a:pPr algn="r" indent="0" marL="0">
              <a:buNone/>
            </a:pPr>
            <a:r>
              <a:rPr lang="en-US" sz="850" dirty="0">
                <a:solidFill>
                  <a:srgbClr val="8A7B6B"/>
                </a:solidFill>
                <a:latin typeface="Yu Gothic" pitchFamily="34" charset="0"/>
                <a:ea typeface="Yu Gothic" pitchFamily="34" charset="-122"/>
                <a:cs typeface="Yu Gothic" pitchFamily="34" charset="-120"/>
              </a:rPr>
              <a:t>単位、2026〜2026年</a:t>
            </a:r>
            <a:endParaRPr lang="en-US" sz="850" dirty="0"/>
          </a:p>
        </p:txBody>
      </p:sp>
      <p:sp>
        <p:nvSpPr>
          <p:cNvPr id="13" name="shape:013"/>
          <p:cNvSpPr/>
          <p:nvPr/>
        </p:nvSpPr>
        <p:spPr>
          <a:xfrm>
            <a:off x="821395" y="2631696"/>
            <a:ext cx="1839925" cy="502920"/>
          </a:xfrm>
          <a:prstGeom prst="rect">
            <a:avLst/>
          </a:prstGeom>
          <a:noFill/>
          <a:ln/>
        </p:spPr>
        <p:txBody>
          <a:bodyPr wrap="square" lIns="0" tIns="0" rIns="0" bIns="0" rtlCol="0" anchor="b">
            <a:noAutofit/>
          </a:bodyPr>
          <a:lstStyle/>
          <a:p>
            <a:pPr indent="0" marL="0">
              <a:buNone/>
            </a:pPr>
            <a:r>
              <a:rPr lang="en-US" sz="3000" b="1" dirty="0">
                <a:solidFill>
                  <a:srgbClr val="5A3921"/>
                </a:solidFill>
                <a:latin typeface="Yu Mincho Demibold" pitchFamily="34" charset="0"/>
                <a:ea typeface="Yu Mincho Demibold" pitchFamily="34" charset="-122"/>
                <a:cs typeface="Yu Mincho Demibold" pitchFamily="34" charset="-120"/>
              </a:rPr>
              <a:t>+252</a:t>
            </a:r>
            <a:endParaRPr lang="en-US" sz="3000" dirty="0"/>
          </a:p>
        </p:txBody>
      </p:sp>
      <p:sp>
        <p:nvSpPr>
          <p:cNvPr id="14" name="shape:014"/>
          <p:cNvSpPr/>
          <p:nvPr/>
        </p:nvSpPr>
        <p:spPr>
          <a:xfrm>
            <a:off x="821395" y="3152904"/>
            <a:ext cx="1839925" cy="219456"/>
          </a:xfrm>
          <a:prstGeom prst="rect">
            <a:avLst/>
          </a:prstGeom>
          <a:noFill/>
          <a:ln/>
        </p:spPr>
        <p:txBody>
          <a:bodyPr wrap="square" lIns="0" tIns="0" rIns="0" bIns="0"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増える分</a:t>
            </a:r>
            <a:endParaRPr lang="en-US" sz="1050" dirty="0"/>
          </a:p>
        </p:txBody>
      </p:sp>
      <p:sp>
        <p:nvSpPr>
          <p:cNvPr id="15" name="shape:015"/>
          <p:cNvSpPr/>
          <p:nvPr/>
        </p:nvSpPr>
        <p:spPr>
          <a:xfrm>
            <a:off x="821395" y="4348960"/>
            <a:ext cx="1839925" cy="502920"/>
          </a:xfrm>
          <a:prstGeom prst="rect">
            <a:avLst/>
          </a:prstGeom>
          <a:noFill/>
          <a:ln/>
        </p:spPr>
        <p:txBody>
          <a:bodyPr wrap="square" lIns="0" tIns="0" rIns="0" bIns="0" rtlCol="0" anchor="b">
            <a:noAutofit/>
          </a:bodyPr>
          <a:lstStyle/>
          <a:p>
            <a:pPr indent="0" marL="0">
              <a:buNone/>
            </a:pPr>
            <a:r>
              <a:rPr lang="en-US" sz="3000" b="1" dirty="0">
                <a:solidFill>
                  <a:srgbClr val="322014"/>
                </a:solidFill>
                <a:latin typeface="Yu Mincho Demibold" pitchFamily="34" charset="0"/>
                <a:ea typeface="Yu Mincho Demibold" pitchFamily="34" charset="-122"/>
                <a:cs typeface="Yu Mincho Demibold" pitchFamily="34" charset="-120"/>
              </a:rPr>
              <a:t>-239</a:t>
            </a:r>
            <a:endParaRPr lang="en-US" sz="3000" dirty="0"/>
          </a:p>
        </p:txBody>
      </p:sp>
      <p:sp>
        <p:nvSpPr>
          <p:cNvPr id="16" name="shape:016"/>
          <p:cNvSpPr/>
          <p:nvPr/>
        </p:nvSpPr>
        <p:spPr>
          <a:xfrm>
            <a:off x="821395" y="4870168"/>
            <a:ext cx="1839925" cy="219456"/>
          </a:xfrm>
          <a:prstGeom prst="rect">
            <a:avLst/>
          </a:prstGeom>
          <a:noFill/>
          <a:ln/>
        </p:spPr>
        <p:txBody>
          <a:bodyPr wrap="square" lIns="0" tIns="0" rIns="0" bIns="0"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減る分</a:t>
            </a:r>
            <a:endParaRPr lang="en-US" sz="1050" dirty="0"/>
          </a:p>
        </p:txBody>
      </p:sp>
      <p:graphicFrame>
        <p:nvGraphicFramePr>
          <p:cNvPr id="17" name="shape:017" descr=""/>
          <p:cNvGraphicFramePr/>
          <p:nvPr/>
        </p:nvGraphicFramePr>
        <p:xfrm>
          <a:off x="2783982" y="2325042"/>
          <a:ext cx="8831641" cy="3434527"/>
        </p:xfrm>
        <a:graphic>
          <a:graphicData uri="http://schemas.openxmlformats.org/drawingml/2006/chart">
            <c:chart xmlns:c="http://schemas.openxmlformats.org/drawingml/2006/chart" r:id="rId2"/>
          </a:graphicData>
        </a:graphic>
      </p:graphicFrame>
      <p:sp>
        <p:nvSpPr>
          <p:cNvPr id="18" name="shape:018"/>
          <p:cNvSpPr/>
          <p:nvPr/>
        </p:nvSpPr>
        <p:spPr>
          <a:xfrm>
            <a:off x="10165423" y="6008760"/>
            <a:ext cx="144000" cy="144000"/>
          </a:xfrm>
          <a:prstGeom prst="rect">
            <a:avLst/>
          </a:prstGeom>
          <a:solidFill>
            <a:srgbClr val="5A3921"/>
          </a:solidFill>
          <a:ln/>
        </p:spPr>
        <p:txBody>
          <a:bodyPr>
            <a:noAutofit/>
          </a:bodyPr>
          <a:p/>
        </p:txBody>
      </p:sp>
      <p:sp>
        <p:nvSpPr>
          <p:cNvPr id="19" name="shape:019"/>
          <p:cNvSpPr/>
          <p:nvPr/>
        </p:nvSpPr>
        <p:spPr>
          <a:xfrm>
            <a:off x="10363423" y="5989320"/>
            <a:ext cx="47244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増える分</a:t>
            </a:r>
            <a:endParaRPr lang="en-US" sz="800" dirty="0"/>
          </a:p>
        </p:txBody>
      </p:sp>
      <p:sp>
        <p:nvSpPr>
          <p:cNvPr id="20" name="shape:020"/>
          <p:cNvSpPr/>
          <p:nvPr/>
        </p:nvSpPr>
        <p:spPr>
          <a:xfrm>
            <a:off x="11051863" y="6008760"/>
            <a:ext cx="144000" cy="144000"/>
          </a:xfrm>
          <a:prstGeom prst="rect">
            <a:avLst/>
          </a:prstGeom>
          <a:solidFill>
            <a:srgbClr val="322014"/>
          </a:solidFill>
          <a:ln/>
        </p:spPr>
        <p:txBody>
          <a:bodyPr>
            <a:noAutofit/>
          </a:bodyPr>
          <a:p/>
        </p:txBody>
      </p:sp>
      <p:sp>
        <p:nvSpPr>
          <p:cNvPr id="21" name="shape:021"/>
          <p:cNvSpPr/>
          <p:nvPr/>
        </p:nvSpPr>
        <p:spPr>
          <a:xfrm>
            <a:off x="11249863" y="5989320"/>
            <a:ext cx="365760"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減る分</a:t>
            </a:r>
            <a:endParaRPr lang="en-US" sz="800" dirty="0"/>
          </a:p>
        </p:txBody>
      </p:sp>
      <p:sp>
        <p:nvSpPr>
          <p:cNvPr id="2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