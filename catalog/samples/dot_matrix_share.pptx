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"dot_matrix_share",</a:t>
            </a:r>
          </a:p>
          <a:p>
            <a:r>
              <a:t>  "variant": "warm",</a:t>
            </a:r>
          </a:p>
          <a:p>
            <a:r>
              <a:t>  "rationale": "Public template fixture; short fictional slot content; no private data.",</a:t>
            </a:r>
          </a:p>
          <a:p>
            <a:r>
              <a:t>  "source_sha256": "e0c6688caf679e4b73eb4001ca52b9e35a1fdc062dd2a7ce59cc806340f143b2",</a:t>
            </a:r>
          </a:p>
          <a:p>
            <a:r>
              <a:t>  "evidence": [</a:t>
            </a:r>
          </a:p>
          <a:p>
            <a:r>
              <a:t>    {</a:t>
            </a:r>
          </a:p>
          <a:p>
            <a:r>
              <a:t>      "text": "割合のドットマトリクス",</a:t>
            </a:r>
          </a:p>
          <a:p>
            <a:r>
              <a:t>      "refs": [</a:t>
            </a:r>
          </a:p>
          <a:p>
            <a:r>
              <a:t>        {</a:t>
            </a:r>
          </a:p>
          <a:p>
            <a:r>
              <a:t>          "source_id": "s001",</a:t>
            </a:r>
          </a:p>
          <a:p>
            <a:r>
              <a:t>          "quote": "割合のドットマトリクス"</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"記載例1に取り組んでいる領域",</a:t>
            </a:r>
          </a:p>
          <a:p>
            <a:r>
              <a:t>      "refs": [</a:t>
            </a:r>
          </a:p>
          <a:p>
            <a:r>
              <a:t>        {</a:t>
            </a:r>
          </a:p>
          <a:p>
            <a:r>
              <a:t>          "source_id": "s001",</a:t>
            </a:r>
          </a:p>
          <a:p>
            <a:r>
              <a:t>          "quote": "記載例1に取り組んでいる領域"</a:t>
            </a:r>
          </a:p>
          <a:p>
            <a:r>
              <a:t>        }</a:t>
            </a:r>
          </a:p>
          <a:p>
            <a:r>
              <a:t>      ],</a:t>
            </a:r>
          </a:p>
          <a:p>
            <a:r>
              <a:t>      "mode": "verbatim"</a:t>
            </a:r>
          </a:p>
          <a:p>
            <a:r>
              <a:t>    },</a:t>
            </a:r>
          </a:p>
          <a:p>
            <a:r>
              <a:t>    {</a:t>
            </a:r>
          </a:p>
          <a:p>
            <a:r>
              <a:t>      "text": "回答者に占める割合、n=項目2、複数回答",</a:t>
            </a:r>
          </a:p>
          <a:p>
            <a:r>
              <a:t>      "refs": [</a:t>
            </a:r>
          </a:p>
          <a:p>
            <a:r>
              <a:t>        {</a:t>
            </a:r>
          </a:p>
          <a:p>
            <a:r>
              <a:t>          "source_id": "s001",</a:t>
            </a:r>
          </a:p>
          <a:p>
            <a:r>
              <a:t>          "quote": "回答者に占める割合、n=項目2、複数回答"</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"value": 58.0,</a:t>
            </a:r>
          </a:p>
          <a:p>
            <a:r>
              <a:t>      "refs": [</a:t>
            </a:r>
          </a:p>
          <a:p>
            <a:r>
              <a:t>        {</a:t>
            </a:r>
          </a:p>
          <a:p>
            <a:r>
              <a:t>          "source_id": "s001",</a:t>
            </a:r>
          </a:p>
          <a:p>
            <a:r>
              <a:t>          "quote": "58"</a:t>
            </a:r>
          </a:p>
          <a:p>
            <a:r>
              <a:t>        }</a:t>
            </a:r>
          </a:p>
          <a:p>
            <a:r>
              <a:t>      ]</a:t>
            </a:r>
          </a:p>
          <a:p>
            <a:r>
              <a:t>    },</a:t>
            </a:r>
          </a:p>
          <a:p>
            <a:r>
              <a:t>    {</a:t>
            </a:r>
          </a:p>
          <a:p>
            <a:r>
              <a:t>      "value": 42.0,</a:t>
            </a:r>
          </a:p>
          <a:p>
            <a:r>
              <a:t>      "refs": [</a:t>
            </a:r>
          </a:p>
          <a:p>
            <a:r>
              <a:t>        {</a:t>
            </a:r>
          </a:p>
          <a:p>
            <a:r>
              <a:t>          "source_id": "s001",</a:t>
            </a:r>
          </a:p>
          <a:p>
            <a:r>
              <a:t>          "quote": "42"</a:t>
            </a:r>
          </a:p>
          <a:p>
            <a:r>
              <a:t>        }</a:t>
            </a:r>
          </a:p>
          <a:p>
            <a:r>
              <a:t>      ]</a:t>
            </a:r>
          </a:p>
          <a:p>
            <a:r>
              <a:t>    },</a:t>
            </a:r>
          </a:p>
          <a:p>
            <a:r>
              <a:t>    {</a:t>
            </a:r>
          </a:p>
          <a:p>
            <a:r>
              <a:t>      "value": 21.0,</a:t>
            </a:r>
          </a:p>
          <a:p>
            <a:r>
              <a:t>      "refs": [</a:t>
            </a:r>
          </a:p>
          <a:p>
            <a:r>
              <a:t>        {</a:t>
            </a:r>
          </a:p>
          <a:p>
            <a:r>
              <a:t>          "source_id": "s001",</a:t>
            </a:r>
          </a:p>
          <a:p>
            <a:r>
              <a:t>          "quote": "21"</a:t>
            </a:r>
          </a:p>
          <a:p>
            <a:r>
              <a:t>        }</a:t>
            </a:r>
          </a:p>
          <a:p>
            <a:r>
              <a:t>      ]</a:t>
            </a:r>
          </a:p>
          <a:p>
            <a:r>
              <a:t>    },</a:t>
            </a:r>
          </a:p>
          <a:p>
            <a:r>
              <a:t>    {</a:t>
            </a:r>
          </a:p>
          <a:p>
            <a:r>
              <a:t>      "value": 13.0,</a:t>
            </a:r>
          </a:p>
          <a:p>
            <a:r>
              <a:t>      "refs": [</a:t>
            </a:r>
          </a:p>
          <a:p>
            <a:r>
              <a:t>        {</a:t>
            </a:r>
          </a:p>
          <a:p>
            <a:r>
              <a:t>          "source_id": "s001",</a:t>
            </a:r>
          </a:p>
          <a:p>
            <a:r>
              <a:t>          "quote": "13"</a:t>
            </a:r>
          </a:p>
          <a:p>
            <a:r>
              <a:t>        }</a:t>
            </a:r>
          </a:p>
          <a:p>
            <a:r>
              <a:t>      ]</a:t>
            </a:r>
          </a:p>
          <a:p>
            <a:r>
              <a:t>    }</a:t>
            </a:r>
          </a:p>
          <a:p>
            <a:r>
              <a:t>  ],</a:t>
            </a:r>
          </a:p>
          <a:p>
            <a:r>
              <a:t>  "citations": {</a:t>
            </a:r>
          </a:p>
          <a:p>
            <a:r>
              <a:t>    "s001": "Public MIT sample: templates/freeform_parts_16x9.html section 15"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"328493812d4cf842b973c643a3a96442cf83c95ee445831df15380c9fb4f1186"</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b15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割合のドットマトリクス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683331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記載例1に取り組んでいる領域</a:t>
            </a:r>
            <a:endParaRPr lang="en-US" sz="1150" dirty="0"/>
          </a:p>
        </p:txBody>
      </p:sp>
      <p:sp>
        <p:nvSpPr>
          <p:cNvPr id="11" name="shape:011"/>
          <p:cNvSpPr/>
          <p:nvPr/>
        </p:nvSpPr>
        <p:spPr>
          <a:xfrm>
            <a:off x="7409383" y="1618488"/>
            <a:ext cx="4206240" cy="246888"/>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回答者に占める割合、n=項目2、複数回答</a:t>
            </a:r>
            <a:endParaRPr lang="en-US" sz="850" dirty="0"/>
          </a:p>
        </p:txBody>
      </p:sp>
      <p:sp>
        <p:nvSpPr>
          <p:cNvPr id="12" name="shape:012"/>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3" name="shape:013"/>
          <p:cNvSpPr/>
          <p:nvPr/>
        </p:nvSpPr>
        <p:spPr>
          <a:xfrm>
            <a:off x="576072"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58%</a:t>
            </a:r>
            <a:endParaRPr lang="en-US" sz="1500" dirty="0"/>
          </a:p>
        </p:txBody>
      </p:sp>
      <p:sp>
        <p:nvSpPr>
          <p:cNvPr id="14" name="shape:014"/>
          <p:cNvSpPr/>
          <p:nvPr/>
        </p:nvSpPr>
        <p:spPr>
          <a:xfrm>
            <a:off x="1378216" y="3531564"/>
            <a:ext cx="75600" cy="75600"/>
          </a:xfrm>
          <a:prstGeom prst="rect">
            <a:avLst/>
          </a:prstGeom>
          <a:solidFill>
            <a:srgbClr val="5A3921"/>
          </a:solidFill>
          <a:ln/>
        </p:spPr>
        <p:txBody>
          <a:bodyPr>
            <a:noAutofit/>
          </a:bodyPr>
          <a:p/>
        </p:txBody>
      </p:sp>
      <p:sp>
        <p:nvSpPr>
          <p:cNvPr id="15" name="shape:015"/>
          <p:cNvSpPr/>
          <p:nvPr/>
        </p:nvSpPr>
        <p:spPr>
          <a:xfrm>
            <a:off x="1486216" y="3531564"/>
            <a:ext cx="75600" cy="75600"/>
          </a:xfrm>
          <a:prstGeom prst="rect">
            <a:avLst/>
          </a:prstGeom>
          <a:solidFill>
            <a:srgbClr val="5A3921"/>
          </a:solidFill>
          <a:ln/>
        </p:spPr>
        <p:txBody>
          <a:bodyPr>
            <a:noAutofit/>
          </a:bodyPr>
          <a:p/>
        </p:txBody>
      </p:sp>
      <p:sp>
        <p:nvSpPr>
          <p:cNvPr id="16" name="shape:016"/>
          <p:cNvSpPr/>
          <p:nvPr/>
        </p:nvSpPr>
        <p:spPr>
          <a:xfrm>
            <a:off x="1594216" y="3531564"/>
            <a:ext cx="75600" cy="75600"/>
          </a:xfrm>
          <a:prstGeom prst="rect">
            <a:avLst/>
          </a:prstGeom>
          <a:solidFill>
            <a:srgbClr val="5A3921"/>
          </a:solidFill>
          <a:ln/>
        </p:spPr>
        <p:txBody>
          <a:bodyPr>
            <a:noAutofit/>
          </a:bodyPr>
          <a:p/>
        </p:txBody>
      </p:sp>
      <p:sp>
        <p:nvSpPr>
          <p:cNvPr id="17" name="shape:017"/>
          <p:cNvSpPr/>
          <p:nvPr/>
        </p:nvSpPr>
        <p:spPr>
          <a:xfrm>
            <a:off x="1702216" y="3531564"/>
            <a:ext cx="75600" cy="75600"/>
          </a:xfrm>
          <a:prstGeom prst="rect">
            <a:avLst/>
          </a:prstGeom>
          <a:solidFill>
            <a:srgbClr val="5A3921"/>
          </a:solidFill>
          <a:ln/>
        </p:spPr>
        <p:txBody>
          <a:bodyPr>
            <a:noAutofit/>
          </a:bodyPr>
          <a:p/>
        </p:txBody>
      </p:sp>
      <p:sp>
        <p:nvSpPr>
          <p:cNvPr id="18" name="shape:018"/>
          <p:cNvSpPr/>
          <p:nvPr/>
        </p:nvSpPr>
        <p:spPr>
          <a:xfrm>
            <a:off x="1810216" y="3531564"/>
            <a:ext cx="75600" cy="75600"/>
          </a:xfrm>
          <a:prstGeom prst="rect">
            <a:avLst/>
          </a:prstGeom>
          <a:solidFill>
            <a:srgbClr val="5A3921"/>
          </a:solidFill>
          <a:ln/>
        </p:spPr>
        <p:txBody>
          <a:bodyPr>
            <a:noAutofit/>
          </a:bodyPr>
          <a:p/>
        </p:txBody>
      </p:sp>
      <p:sp>
        <p:nvSpPr>
          <p:cNvPr id="19" name="shape:019"/>
          <p:cNvSpPr/>
          <p:nvPr/>
        </p:nvSpPr>
        <p:spPr>
          <a:xfrm>
            <a:off x="1918216" y="3531564"/>
            <a:ext cx="75600" cy="75600"/>
          </a:xfrm>
          <a:prstGeom prst="rect">
            <a:avLst/>
          </a:prstGeom>
          <a:solidFill>
            <a:srgbClr val="5A3921"/>
          </a:solidFill>
          <a:ln/>
        </p:spPr>
        <p:txBody>
          <a:bodyPr>
            <a:noAutofit/>
          </a:bodyPr>
          <a:p/>
        </p:txBody>
      </p:sp>
      <p:sp>
        <p:nvSpPr>
          <p:cNvPr id="20" name="shape:020"/>
          <p:cNvSpPr/>
          <p:nvPr/>
        </p:nvSpPr>
        <p:spPr>
          <a:xfrm>
            <a:off x="2026216" y="3531564"/>
            <a:ext cx="75600" cy="75600"/>
          </a:xfrm>
          <a:prstGeom prst="rect">
            <a:avLst/>
          </a:prstGeom>
          <a:solidFill>
            <a:srgbClr val="5A3921"/>
          </a:solidFill>
          <a:ln/>
        </p:spPr>
        <p:txBody>
          <a:bodyPr>
            <a:noAutofit/>
          </a:bodyPr>
          <a:p/>
        </p:txBody>
      </p:sp>
      <p:sp>
        <p:nvSpPr>
          <p:cNvPr id="21" name="shape:021"/>
          <p:cNvSpPr/>
          <p:nvPr/>
        </p:nvSpPr>
        <p:spPr>
          <a:xfrm>
            <a:off x="2134216" y="3531564"/>
            <a:ext cx="75600" cy="75600"/>
          </a:xfrm>
          <a:prstGeom prst="rect">
            <a:avLst/>
          </a:prstGeom>
          <a:solidFill>
            <a:srgbClr val="5A3921"/>
          </a:solidFill>
          <a:ln/>
        </p:spPr>
        <p:txBody>
          <a:bodyPr>
            <a:noAutofit/>
          </a:bodyPr>
          <a:p/>
        </p:txBody>
      </p:sp>
      <p:sp>
        <p:nvSpPr>
          <p:cNvPr id="22" name="shape:022"/>
          <p:cNvSpPr/>
          <p:nvPr/>
        </p:nvSpPr>
        <p:spPr>
          <a:xfrm>
            <a:off x="2242216" y="3531564"/>
            <a:ext cx="75600" cy="75600"/>
          </a:xfrm>
          <a:prstGeom prst="rect">
            <a:avLst/>
          </a:prstGeom>
          <a:solidFill>
            <a:srgbClr val="5A3921"/>
          </a:solidFill>
          <a:ln/>
        </p:spPr>
        <p:txBody>
          <a:bodyPr>
            <a:noAutofit/>
          </a:bodyPr>
          <a:p/>
        </p:txBody>
      </p:sp>
      <p:sp>
        <p:nvSpPr>
          <p:cNvPr id="23" name="shape:023"/>
          <p:cNvSpPr/>
          <p:nvPr/>
        </p:nvSpPr>
        <p:spPr>
          <a:xfrm>
            <a:off x="2350216" y="3531564"/>
            <a:ext cx="75600" cy="75600"/>
          </a:xfrm>
          <a:prstGeom prst="rect">
            <a:avLst/>
          </a:prstGeom>
          <a:solidFill>
            <a:srgbClr val="5A3921"/>
          </a:solidFill>
          <a:ln/>
        </p:spPr>
        <p:txBody>
          <a:bodyPr>
            <a:noAutofit/>
          </a:bodyPr>
          <a:p/>
        </p:txBody>
      </p:sp>
      <p:sp>
        <p:nvSpPr>
          <p:cNvPr id="24" name="shape:024"/>
          <p:cNvSpPr/>
          <p:nvPr/>
        </p:nvSpPr>
        <p:spPr>
          <a:xfrm>
            <a:off x="1378216" y="3639564"/>
            <a:ext cx="75600" cy="75600"/>
          </a:xfrm>
          <a:prstGeom prst="rect">
            <a:avLst/>
          </a:prstGeom>
          <a:solidFill>
            <a:srgbClr val="5A3921"/>
          </a:solidFill>
          <a:ln/>
        </p:spPr>
        <p:txBody>
          <a:bodyPr>
            <a:noAutofit/>
          </a:bodyPr>
          <a:p/>
        </p:txBody>
      </p:sp>
      <p:sp>
        <p:nvSpPr>
          <p:cNvPr id="25" name="shape:025"/>
          <p:cNvSpPr/>
          <p:nvPr/>
        </p:nvSpPr>
        <p:spPr>
          <a:xfrm>
            <a:off x="1486216" y="3639564"/>
            <a:ext cx="75600" cy="75600"/>
          </a:xfrm>
          <a:prstGeom prst="rect">
            <a:avLst/>
          </a:prstGeom>
          <a:solidFill>
            <a:srgbClr val="5A3921"/>
          </a:solidFill>
          <a:ln/>
        </p:spPr>
        <p:txBody>
          <a:bodyPr>
            <a:noAutofit/>
          </a:bodyPr>
          <a:p/>
        </p:txBody>
      </p:sp>
      <p:sp>
        <p:nvSpPr>
          <p:cNvPr id="26" name="shape:026"/>
          <p:cNvSpPr/>
          <p:nvPr/>
        </p:nvSpPr>
        <p:spPr>
          <a:xfrm>
            <a:off x="1594216" y="3639564"/>
            <a:ext cx="75600" cy="75600"/>
          </a:xfrm>
          <a:prstGeom prst="rect">
            <a:avLst/>
          </a:prstGeom>
          <a:solidFill>
            <a:srgbClr val="5A3921"/>
          </a:solidFill>
          <a:ln/>
        </p:spPr>
        <p:txBody>
          <a:bodyPr>
            <a:noAutofit/>
          </a:bodyPr>
          <a:p/>
        </p:txBody>
      </p:sp>
      <p:sp>
        <p:nvSpPr>
          <p:cNvPr id="27" name="shape:027"/>
          <p:cNvSpPr/>
          <p:nvPr/>
        </p:nvSpPr>
        <p:spPr>
          <a:xfrm>
            <a:off x="1702216" y="3639564"/>
            <a:ext cx="75600" cy="75600"/>
          </a:xfrm>
          <a:prstGeom prst="rect">
            <a:avLst/>
          </a:prstGeom>
          <a:solidFill>
            <a:srgbClr val="5A3921"/>
          </a:solidFill>
          <a:ln/>
        </p:spPr>
        <p:txBody>
          <a:bodyPr>
            <a:noAutofit/>
          </a:bodyPr>
          <a:p/>
        </p:txBody>
      </p:sp>
      <p:sp>
        <p:nvSpPr>
          <p:cNvPr id="28" name="shape:028"/>
          <p:cNvSpPr/>
          <p:nvPr/>
        </p:nvSpPr>
        <p:spPr>
          <a:xfrm>
            <a:off x="1810216" y="3639564"/>
            <a:ext cx="75600" cy="75600"/>
          </a:xfrm>
          <a:prstGeom prst="rect">
            <a:avLst/>
          </a:prstGeom>
          <a:solidFill>
            <a:srgbClr val="5A3921"/>
          </a:solidFill>
          <a:ln/>
        </p:spPr>
        <p:txBody>
          <a:bodyPr>
            <a:noAutofit/>
          </a:bodyPr>
          <a:p/>
        </p:txBody>
      </p:sp>
      <p:sp>
        <p:nvSpPr>
          <p:cNvPr id="29" name="shape:029"/>
          <p:cNvSpPr/>
          <p:nvPr/>
        </p:nvSpPr>
        <p:spPr>
          <a:xfrm>
            <a:off x="1918216" y="3639564"/>
            <a:ext cx="75600" cy="75600"/>
          </a:xfrm>
          <a:prstGeom prst="rect">
            <a:avLst/>
          </a:prstGeom>
          <a:solidFill>
            <a:srgbClr val="5A3921"/>
          </a:solidFill>
          <a:ln/>
        </p:spPr>
        <p:txBody>
          <a:bodyPr>
            <a:noAutofit/>
          </a:bodyPr>
          <a:p/>
        </p:txBody>
      </p:sp>
      <p:sp>
        <p:nvSpPr>
          <p:cNvPr id="30" name="shape:030"/>
          <p:cNvSpPr/>
          <p:nvPr/>
        </p:nvSpPr>
        <p:spPr>
          <a:xfrm>
            <a:off x="2026216" y="3639564"/>
            <a:ext cx="75600" cy="75600"/>
          </a:xfrm>
          <a:prstGeom prst="rect">
            <a:avLst/>
          </a:prstGeom>
          <a:solidFill>
            <a:srgbClr val="5A3921"/>
          </a:solidFill>
          <a:ln/>
        </p:spPr>
        <p:txBody>
          <a:bodyPr>
            <a:noAutofit/>
          </a:bodyPr>
          <a:p/>
        </p:txBody>
      </p:sp>
      <p:sp>
        <p:nvSpPr>
          <p:cNvPr id="31" name="shape:031"/>
          <p:cNvSpPr/>
          <p:nvPr/>
        </p:nvSpPr>
        <p:spPr>
          <a:xfrm>
            <a:off x="2134216" y="3639564"/>
            <a:ext cx="75600" cy="75600"/>
          </a:xfrm>
          <a:prstGeom prst="rect">
            <a:avLst/>
          </a:prstGeom>
          <a:solidFill>
            <a:srgbClr val="5A3921"/>
          </a:solidFill>
          <a:ln/>
        </p:spPr>
        <p:txBody>
          <a:bodyPr>
            <a:noAutofit/>
          </a:bodyPr>
          <a:p/>
        </p:txBody>
      </p:sp>
      <p:sp>
        <p:nvSpPr>
          <p:cNvPr id="32" name="shape:032"/>
          <p:cNvSpPr/>
          <p:nvPr/>
        </p:nvSpPr>
        <p:spPr>
          <a:xfrm>
            <a:off x="2242216" y="3639564"/>
            <a:ext cx="75600" cy="75600"/>
          </a:xfrm>
          <a:prstGeom prst="rect">
            <a:avLst/>
          </a:prstGeom>
          <a:solidFill>
            <a:srgbClr val="5A3921"/>
          </a:solidFill>
          <a:ln/>
        </p:spPr>
        <p:txBody>
          <a:bodyPr>
            <a:noAutofit/>
          </a:bodyPr>
          <a:p/>
        </p:txBody>
      </p:sp>
      <p:sp>
        <p:nvSpPr>
          <p:cNvPr id="33" name="shape:033"/>
          <p:cNvSpPr/>
          <p:nvPr/>
        </p:nvSpPr>
        <p:spPr>
          <a:xfrm>
            <a:off x="2350216" y="3639564"/>
            <a:ext cx="75600" cy="75600"/>
          </a:xfrm>
          <a:prstGeom prst="rect">
            <a:avLst/>
          </a:prstGeom>
          <a:solidFill>
            <a:srgbClr val="5A3921"/>
          </a:solidFill>
          <a:ln/>
        </p:spPr>
        <p:txBody>
          <a:bodyPr>
            <a:noAutofit/>
          </a:bodyPr>
          <a:p/>
        </p:txBody>
      </p:sp>
      <p:sp>
        <p:nvSpPr>
          <p:cNvPr id="34" name="shape:034"/>
          <p:cNvSpPr/>
          <p:nvPr/>
        </p:nvSpPr>
        <p:spPr>
          <a:xfrm>
            <a:off x="1378216" y="3747564"/>
            <a:ext cx="75600" cy="75600"/>
          </a:xfrm>
          <a:prstGeom prst="rect">
            <a:avLst/>
          </a:prstGeom>
          <a:solidFill>
            <a:srgbClr val="5A3921"/>
          </a:solidFill>
          <a:ln/>
        </p:spPr>
        <p:txBody>
          <a:bodyPr>
            <a:noAutofit/>
          </a:bodyPr>
          <a:p/>
        </p:txBody>
      </p:sp>
      <p:sp>
        <p:nvSpPr>
          <p:cNvPr id="35" name="shape:035"/>
          <p:cNvSpPr/>
          <p:nvPr/>
        </p:nvSpPr>
        <p:spPr>
          <a:xfrm>
            <a:off x="1486216" y="3747564"/>
            <a:ext cx="75600" cy="75600"/>
          </a:xfrm>
          <a:prstGeom prst="rect">
            <a:avLst/>
          </a:prstGeom>
          <a:solidFill>
            <a:srgbClr val="5A3921"/>
          </a:solidFill>
          <a:ln/>
        </p:spPr>
        <p:txBody>
          <a:bodyPr>
            <a:noAutofit/>
          </a:bodyPr>
          <a:p/>
        </p:txBody>
      </p:sp>
      <p:sp>
        <p:nvSpPr>
          <p:cNvPr id="36" name="shape:036"/>
          <p:cNvSpPr/>
          <p:nvPr/>
        </p:nvSpPr>
        <p:spPr>
          <a:xfrm>
            <a:off x="1594216" y="3747564"/>
            <a:ext cx="75600" cy="75600"/>
          </a:xfrm>
          <a:prstGeom prst="rect">
            <a:avLst/>
          </a:prstGeom>
          <a:solidFill>
            <a:srgbClr val="5A3921"/>
          </a:solidFill>
          <a:ln/>
        </p:spPr>
        <p:txBody>
          <a:bodyPr>
            <a:noAutofit/>
          </a:bodyPr>
          <a:p/>
        </p:txBody>
      </p:sp>
      <p:sp>
        <p:nvSpPr>
          <p:cNvPr id="37" name="shape:037"/>
          <p:cNvSpPr/>
          <p:nvPr/>
        </p:nvSpPr>
        <p:spPr>
          <a:xfrm>
            <a:off x="1702216" y="3747564"/>
            <a:ext cx="75600" cy="75600"/>
          </a:xfrm>
          <a:prstGeom prst="rect">
            <a:avLst/>
          </a:prstGeom>
          <a:solidFill>
            <a:srgbClr val="5A3921"/>
          </a:solidFill>
          <a:ln/>
        </p:spPr>
        <p:txBody>
          <a:bodyPr>
            <a:noAutofit/>
          </a:bodyPr>
          <a:p/>
        </p:txBody>
      </p:sp>
      <p:sp>
        <p:nvSpPr>
          <p:cNvPr id="38" name="shape:038"/>
          <p:cNvSpPr/>
          <p:nvPr/>
        </p:nvSpPr>
        <p:spPr>
          <a:xfrm>
            <a:off x="1810216" y="3747564"/>
            <a:ext cx="75600" cy="75600"/>
          </a:xfrm>
          <a:prstGeom prst="rect">
            <a:avLst/>
          </a:prstGeom>
          <a:solidFill>
            <a:srgbClr val="5A3921"/>
          </a:solidFill>
          <a:ln/>
        </p:spPr>
        <p:txBody>
          <a:bodyPr>
            <a:noAutofit/>
          </a:bodyPr>
          <a:p/>
        </p:txBody>
      </p:sp>
      <p:sp>
        <p:nvSpPr>
          <p:cNvPr id="39" name="shape:039"/>
          <p:cNvSpPr/>
          <p:nvPr/>
        </p:nvSpPr>
        <p:spPr>
          <a:xfrm>
            <a:off x="1918216" y="3747564"/>
            <a:ext cx="75600" cy="75600"/>
          </a:xfrm>
          <a:prstGeom prst="rect">
            <a:avLst/>
          </a:prstGeom>
          <a:solidFill>
            <a:srgbClr val="5A3921"/>
          </a:solidFill>
          <a:ln/>
        </p:spPr>
        <p:txBody>
          <a:bodyPr>
            <a:noAutofit/>
          </a:bodyPr>
          <a:p/>
        </p:txBody>
      </p:sp>
      <p:sp>
        <p:nvSpPr>
          <p:cNvPr id="40" name="shape:040"/>
          <p:cNvSpPr/>
          <p:nvPr/>
        </p:nvSpPr>
        <p:spPr>
          <a:xfrm>
            <a:off x="2026216" y="3747564"/>
            <a:ext cx="75600" cy="75600"/>
          </a:xfrm>
          <a:prstGeom prst="rect">
            <a:avLst/>
          </a:prstGeom>
          <a:solidFill>
            <a:srgbClr val="5A3921"/>
          </a:solidFill>
          <a:ln/>
        </p:spPr>
        <p:txBody>
          <a:bodyPr>
            <a:noAutofit/>
          </a:bodyPr>
          <a:p/>
        </p:txBody>
      </p:sp>
      <p:sp>
        <p:nvSpPr>
          <p:cNvPr id="41" name="shape:041"/>
          <p:cNvSpPr/>
          <p:nvPr/>
        </p:nvSpPr>
        <p:spPr>
          <a:xfrm>
            <a:off x="2134216" y="3747564"/>
            <a:ext cx="75600" cy="75600"/>
          </a:xfrm>
          <a:prstGeom prst="rect">
            <a:avLst/>
          </a:prstGeom>
          <a:solidFill>
            <a:srgbClr val="5A3921"/>
          </a:solidFill>
          <a:ln/>
        </p:spPr>
        <p:txBody>
          <a:bodyPr>
            <a:noAutofit/>
          </a:bodyPr>
          <a:p/>
        </p:txBody>
      </p:sp>
      <p:sp>
        <p:nvSpPr>
          <p:cNvPr id="42" name="shape:042"/>
          <p:cNvSpPr/>
          <p:nvPr/>
        </p:nvSpPr>
        <p:spPr>
          <a:xfrm>
            <a:off x="2242216" y="3747564"/>
            <a:ext cx="75600" cy="75600"/>
          </a:xfrm>
          <a:prstGeom prst="rect">
            <a:avLst/>
          </a:prstGeom>
          <a:solidFill>
            <a:srgbClr val="5A3921"/>
          </a:solidFill>
          <a:ln/>
        </p:spPr>
        <p:txBody>
          <a:bodyPr>
            <a:noAutofit/>
          </a:bodyPr>
          <a:p/>
        </p:txBody>
      </p:sp>
      <p:sp>
        <p:nvSpPr>
          <p:cNvPr id="43" name="shape:043"/>
          <p:cNvSpPr/>
          <p:nvPr/>
        </p:nvSpPr>
        <p:spPr>
          <a:xfrm>
            <a:off x="2350216" y="3747564"/>
            <a:ext cx="75600" cy="75600"/>
          </a:xfrm>
          <a:prstGeom prst="rect">
            <a:avLst/>
          </a:prstGeom>
          <a:solidFill>
            <a:srgbClr val="5A3921"/>
          </a:solidFill>
          <a:ln/>
        </p:spPr>
        <p:txBody>
          <a:bodyPr>
            <a:noAutofit/>
          </a:bodyPr>
          <a:p/>
        </p:txBody>
      </p:sp>
      <p:sp>
        <p:nvSpPr>
          <p:cNvPr id="44" name="shape:044"/>
          <p:cNvSpPr/>
          <p:nvPr/>
        </p:nvSpPr>
        <p:spPr>
          <a:xfrm>
            <a:off x="1378216" y="3855564"/>
            <a:ext cx="75600" cy="75600"/>
          </a:xfrm>
          <a:prstGeom prst="rect">
            <a:avLst/>
          </a:prstGeom>
          <a:solidFill>
            <a:srgbClr val="5A3921"/>
          </a:solidFill>
          <a:ln/>
        </p:spPr>
        <p:txBody>
          <a:bodyPr>
            <a:noAutofit/>
          </a:bodyPr>
          <a:p/>
        </p:txBody>
      </p:sp>
      <p:sp>
        <p:nvSpPr>
          <p:cNvPr id="45" name="shape:045"/>
          <p:cNvSpPr/>
          <p:nvPr/>
        </p:nvSpPr>
        <p:spPr>
          <a:xfrm>
            <a:off x="1486216" y="3855564"/>
            <a:ext cx="75600" cy="75600"/>
          </a:xfrm>
          <a:prstGeom prst="rect">
            <a:avLst/>
          </a:prstGeom>
          <a:solidFill>
            <a:srgbClr val="5A3921"/>
          </a:solidFill>
          <a:ln/>
        </p:spPr>
        <p:txBody>
          <a:bodyPr>
            <a:noAutofit/>
          </a:bodyPr>
          <a:p/>
        </p:txBody>
      </p:sp>
      <p:sp>
        <p:nvSpPr>
          <p:cNvPr id="46" name="shape:046"/>
          <p:cNvSpPr/>
          <p:nvPr/>
        </p:nvSpPr>
        <p:spPr>
          <a:xfrm>
            <a:off x="1594216" y="3855564"/>
            <a:ext cx="75600" cy="75600"/>
          </a:xfrm>
          <a:prstGeom prst="rect">
            <a:avLst/>
          </a:prstGeom>
          <a:solidFill>
            <a:srgbClr val="5A3921"/>
          </a:solidFill>
          <a:ln/>
        </p:spPr>
        <p:txBody>
          <a:bodyPr>
            <a:noAutofit/>
          </a:bodyPr>
          <a:p/>
        </p:txBody>
      </p:sp>
      <p:sp>
        <p:nvSpPr>
          <p:cNvPr id="47" name="shape:047"/>
          <p:cNvSpPr/>
          <p:nvPr/>
        </p:nvSpPr>
        <p:spPr>
          <a:xfrm>
            <a:off x="1702216" y="3855564"/>
            <a:ext cx="75600" cy="75600"/>
          </a:xfrm>
          <a:prstGeom prst="rect">
            <a:avLst/>
          </a:prstGeom>
          <a:solidFill>
            <a:srgbClr val="5A3921"/>
          </a:solidFill>
          <a:ln/>
        </p:spPr>
        <p:txBody>
          <a:bodyPr>
            <a:noAutofit/>
          </a:bodyPr>
          <a:p/>
        </p:txBody>
      </p:sp>
      <p:sp>
        <p:nvSpPr>
          <p:cNvPr id="48" name="shape:048"/>
          <p:cNvSpPr/>
          <p:nvPr/>
        </p:nvSpPr>
        <p:spPr>
          <a:xfrm>
            <a:off x="1810216" y="3855564"/>
            <a:ext cx="75600" cy="75600"/>
          </a:xfrm>
          <a:prstGeom prst="rect">
            <a:avLst/>
          </a:prstGeom>
          <a:solidFill>
            <a:srgbClr val="5A3921"/>
          </a:solidFill>
          <a:ln/>
        </p:spPr>
        <p:txBody>
          <a:bodyPr>
            <a:noAutofit/>
          </a:bodyPr>
          <a:p/>
        </p:txBody>
      </p:sp>
      <p:sp>
        <p:nvSpPr>
          <p:cNvPr id="49" name="shape:049"/>
          <p:cNvSpPr/>
          <p:nvPr/>
        </p:nvSpPr>
        <p:spPr>
          <a:xfrm>
            <a:off x="1918216" y="3855564"/>
            <a:ext cx="75600" cy="75600"/>
          </a:xfrm>
          <a:prstGeom prst="rect">
            <a:avLst/>
          </a:prstGeom>
          <a:solidFill>
            <a:srgbClr val="5A3921"/>
          </a:solidFill>
          <a:ln/>
        </p:spPr>
        <p:txBody>
          <a:bodyPr>
            <a:noAutofit/>
          </a:bodyPr>
          <a:p/>
        </p:txBody>
      </p:sp>
      <p:sp>
        <p:nvSpPr>
          <p:cNvPr id="50" name="shape:050"/>
          <p:cNvSpPr/>
          <p:nvPr/>
        </p:nvSpPr>
        <p:spPr>
          <a:xfrm>
            <a:off x="2026216" y="3855564"/>
            <a:ext cx="75600" cy="75600"/>
          </a:xfrm>
          <a:prstGeom prst="rect">
            <a:avLst/>
          </a:prstGeom>
          <a:solidFill>
            <a:srgbClr val="5A3921"/>
          </a:solidFill>
          <a:ln/>
        </p:spPr>
        <p:txBody>
          <a:bodyPr>
            <a:noAutofit/>
          </a:bodyPr>
          <a:p/>
        </p:txBody>
      </p:sp>
      <p:sp>
        <p:nvSpPr>
          <p:cNvPr id="51" name="shape:051"/>
          <p:cNvSpPr/>
          <p:nvPr/>
        </p:nvSpPr>
        <p:spPr>
          <a:xfrm>
            <a:off x="2134216" y="3855564"/>
            <a:ext cx="75600" cy="75600"/>
          </a:xfrm>
          <a:prstGeom prst="rect">
            <a:avLst/>
          </a:prstGeom>
          <a:solidFill>
            <a:srgbClr val="5A3921"/>
          </a:solidFill>
          <a:ln/>
        </p:spPr>
        <p:txBody>
          <a:bodyPr>
            <a:noAutofit/>
          </a:bodyPr>
          <a:p/>
        </p:txBody>
      </p:sp>
      <p:sp>
        <p:nvSpPr>
          <p:cNvPr id="52" name="shape:052"/>
          <p:cNvSpPr/>
          <p:nvPr/>
        </p:nvSpPr>
        <p:spPr>
          <a:xfrm>
            <a:off x="2242216" y="3855564"/>
            <a:ext cx="75600" cy="75600"/>
          </a:xfrm>
          <a:prstGeom prst="rect">
            <a:avLst/>
          </a:prstGeom>
          <a:solidFill>
            <a:srgbClr val="5A3921"/>
          </a:solidFill>
          <a:ln/>
        </p:spPr>
        <p:txBody>
          <a:bodyPr>
            <a:noAutofit/>
          </a:bodyPr>
          <a:p/>
        </p:txBody>
      </p:sp>
      <p:sp>
        <p:nvSpPr>
          <p:cNvPr id="53" name="shape:053"/>
          <p:cNvSpPr/>
          <p:nvPr/>
        </p:nvSpPr>
        <p:spPr>
          <a:xfrm>
            <a:off x="2350216" y="3855564"/>
            <a:ext cx="75600" cy="75600"/>
          </a:xfrm>
          <a:prstGeom prst="rect">
            <a:avLst/>
          </a:prstGeom>
          <a:solidFill>
            <a:srgbClr val="5A3921"/>
          </a:solidFill>
          <a:ln/>
        </p:spPr>
        <p:txBody>
          <a:bodyPr>
            <a:noAutofit/>
          </a:bodyPr>
          <a:p/>
        </p:txBody>
      </p:sp>
      <p:sp>
        <p:nvSpPr>
          <p:cNvPr id="54" name="shape:054"/>
          <p:cNvSpPr/>
          <p:nvPr/>
        </p:nvSpPr>
        <p:spPr>
          <a:xfrm>
            <a:off x="1378216" y="3963564"/>
            <a:ext cx="75600" cy="75600"/>
          </a:xfrm>
          <a:prstGeom prst="rect">
            <a:avLst/>
          </a:prstGeom>
          <a:solidFill>
            <a:srgbClr val="5A3921"/>
          </a:solidFill>
          <a:ln/>
        </p:spPr>
        <p:txBody>
          <a:bodyPr>
            <a:noAutofit/>
          </a:bodyPr>
          <a:p/>
        </p:txBody>
      </p:sp>
      <p:sp>
        <p:nvSpPr>
          <p:cNvPr id="55" name="shape:055"/>
          <p:cNvSpPr/>
          <p:nvPr/>
        </p:nvSpPr>
        <p:spPr>
          <a:xfrm>
            <a:off x="1486216" y="3963564"/>
            <a:ext cx="75600" cy="75600"/>
          </a:xfrm>
          <a:prstGeom prst="rect">
            <a:avLst/>
          </a:prstGeom>
          <a:solidFill>
            <a:srgbClr val="5A3921"/>
          </a:solidFill>
          <a:ln/>
        </p:spPr>
        <p:txBody>
          <a:bodyPr>
            <a:noAutofit/>
          </a:bodyPr>
          <a:p/>
        </p:txBody>
      </p:sp>
      <p:sp>
        <p:nvSpPr>
          <p:cNvPr id="56" name="shape:056"/>
          <p:cNvSpPr/>
          <p:nvPr/>
        </p:nvSpPr>
        <p:spPr>
          <a:xfrm>
            <a:off x="1594216" y="3963564"/>
            <a:ext cx="75600" cy="75600"/>
          </a:xfrm>
          <a:prstGeom prst="rect">
            <a:avLst/>
          </a:prstGeom>
          <a:solidFill>
            <a:srgbClr val="5A3921"/>
          </a:solidFill>
          <a:ln/>
        </p:spPr>
        <p:txBody>
          <a:bodyPr>
            <a:noAutofit/>
          </a:bodyPr>
          <a:p/>
        </p:txBody>
      </p:sp>
      <p:sp>
        <p:nvSpPr>
          <p:cNvPr id="57" name="shape:057"/>
          <p:cNvSpPr/>
          <p:nvPr/>
        </p:nvSpPr>
        <p:spPr>
          <a:xfrm>
            <a:off x="1702216" y="3963564"/>
            <a:ext cx="75600" cy="75600"/>
          </a:xfrm>
          <a:prstGeom prst="rect">
            <a:avLst/>
          </a:prstGeom>
          <a:solidFill>
            <a:srgbClr val="5A3921"/>
          </a:solidFill>
          <a:ln/>
        </p:spPr>
        <p:txBody>
          <a:bodyPr>
            <a:noAutofit/>
          </a:bodyPr>
          <a:p/>
        </p:txBody>
      </p:sp>
      <p:sp>
        <p:nvSpPr>
          <p:cNvPr id="58" name="shape:058"/>
          <p:cNvSpPr/>
          <p:nvPr/>
        </p:nvSpPr>
        <p:spPr>
          <a:xfrm>
            <a:off x="1810216" y="3963564"/>
            <a:ext cx="75600" cy="75600"/>
          </a:xfrm>
          <a:prstGeom prst="rect">
            <a:avLst/>
          </a:prstGeom>
          <a:solidFill>
            <a:srgbClr val="5A3921"/>
          </a:solidFill>
          <a:ln/>
        </p:spPr>
        <p:txBody>
          <a:bodyPr>
            <a:noAutofit/>
          </a:bodyPr>
          <a:p/>
        </p:txBody>
      </p:sp>
      <p:sp>
        <p:nvSpPr>
          <p:cNvPr id="59" name="shape:059"/>
          <p:cNvSpPr/>
          <p:nvPr/>
        </p:nvSpPr>
        <p:spPr>
          <a:xfrm>
            <a:off x="1918216" y="3963564"/>
            <a:ext cx="75600" cy="75600"/>
          </a:xfrm>
          <a:prstGeom prst="rect">
            <a:avLst/>
          </a:prstGeom>
          <a:solidFill>
            <a:srgbClr val="5A3921"/>
          </a:solidFill>
          <a:ln/>
        </p:spPr>
        <p:txBody>
          <a:bodyPr>
            <a:noAutofit/>
          </a:bodyPr>
          <a:p/>
        </p:txBody>
      </p:sp>
      <p:sp>
        <p:nvSpPr>
          <p:cNvPr id="60" name="shape:060"/>
          <p:cNvSpPr/>
          <p:nvPr/>
        </p:nvSpPr>
        <p:spPr>
          <a:xfrm>
            <a:off x="2026216" y="3963564"/>
            <a:ext cx="75600" cy="75600"/>
          </a:xfrm>
          <a:prstGeom prst="rect">
            <a:avLst/>
          </a:prstGeom>
          <a:solidFill>
            <a:srgbClr val="5A3921"/>
          </a:solidFill>
          <a:ln/>
        </p:spPr>
        <p:txBody>
          <a:bodyPr>
            <a:noAutofit/>
          </a:bodyPr>
          <a:p/>
        </p:txBody>
      </p:sp>
      <p:sp>
        <p:nvSpPr>
          <p:cNvPr id="61" name="shape:061"/>
          <p:cNvSpPr/>
          <p:nvPr/>
        </p:nvSpPr>
        <p:spPr>
          <a:xfrm>
            <a:off x="2134216" y="3963564"/>
            <a:ext cx="75600" cy="75600"/>
          </a:xfrm>
          <a:prstGeom prst="rect">
            <a:avLst/>
          </a:prstGeom>
          <a:solidFill>
            <a:srgbClr val="5A3921"/>
          </a:solidFill>
          <a:ln/>
        </p:spPr>
        <p:txBody>
          <a:bodyPr>
            <a:noAutofit/>
          </a:bodyPr>
          <a:p/>
        </p:txBody>
      </p:sp>
      <p:sp>
        <p:nvSpPr>
          <p:cNvPr id="62" name="shape:062"/>
          <p:cNvSpPr/>
          <p:nvPr/>
        </p:nvSpPr>
        <p:spPr>
          <a:xfrm>
            <a:off x="2242216" y="3963564"/>
            <a:ext cx="75600" cy="75600"/>
          </a:xfrm>
          <a:prstGeom prst="rect">
            <a:avLst/>
          </a:prstGeom>
          <a:solidFill>
            <a:srgbClr val="5A3921"/>
          </a:solidFill>
          <a:ln/>
        </p:spPr>
        <p:txBody>
          <a:bodyPr>
            <a:noAutofit/>
          </a:bodyPr>
          <a:p/>
        </p:txBody>
      </p:sp>
      <p:sp>
        <p:nvSpPr>
          <p:cNvPr id="63" name="shape:063"/>
          <p:cNvSpPr/>
          <p:nvPr/>
        </p:nvSpPr>
        <p:spPr>
          <a:xfrm>
            <a:off x="2350216" y="3963564"/>
            <a:ext cx="75600" cy="75600"/>
          </a:xfrm>
          <a:prstGeom prst="rect">
            <a:avLst/>
          </a:prstGeom>
          <a:solidFill>
            <a:srgbClr val="5A3921"/>
          </a:solidFill>
          <a:ln/>
        </p:spPr>
        <p:txBody>
          <a:bodyPr>
            <a:noAutofit/>
          </a:bodyPr>
          <a:p/>
        </p:txBody>
      </p:sp>
      <p:sp>
        <p:nvSpPr>
          <p:cNvPr id="64" name="shape:064"/>
          <p:cNvSpPr/>
          <p:nvPr/>
        </p:nvSpPr>
        <p:spPr>
          <a:xfrm>
            <a:off x="1378216" y="4071564"/>
            <a:ext cx="75600" cy="75600"/>
          </a:xfrm>
          <a:prstGeom prst="rect">
            <a:avLst/>
          </a:prstGeom>
          <a:solidFill>
            <a:srgbClr val="5A3921"/>
          </a:solidFill>
          <a:ln/>
        </p:spPr>
        <p:txBody>
          <a:bodyPr>
            <a:noAutofit/>
          </a:bodyPr>
          <a:p/>
        </p:txBody>
      </p:sp>
      <p:sp>
        <p:nvSpPr>
          <p:cNvPr id="65" name="shape:065"/>
          <p:cNvSpPr/>
          <p:nvPr/>
        </p:nvSpPr>
        <p:spPr>
          <a:xfrm>
            <a:off x="1486216" y="4071564"/>
            <a:ext cx="75600" cy="75600"/>
          </a:xfrm>
          <a:prstGeom prst="rect">
            <a:avLst/>
          </a:prstGeom>
          <a:solidFill>
            <a:srgbClr val="5A3921"/>
          </a:solidFill>
          <a:ln/>
        </p:spPr>
        <p:txBody>
          <a:bodyPr>
            <a:noAutofit/>
          </a:bodyPr>
          <a:p/>
        </p:txBody>
      </p:sp>
      <p:sp>
        <p:nvSpPr>
          <p:cNvPr id="66" name="shape:066"/>
          <p:cNvSpPr/>
          <p:nvPr/>
        </p:nvSpPr>
        <p:spPr>
          <a:xfrm>
            <a:off x="1594216" y="4071564"/>
            <a:ext cx="75600" cy="75600"/>
          </a:xfrm>
          <a:prstGeom prst="rect">
            <a:avLst/>
          </a:prstGeom>
          <a:solidFill>
            <a:srgbClr val="5A3921"/>
          </a:solidFill>
          <a:ln/>
        </p:spPr>
        <p:txBody>
          <a:bodyPr>
            <a:noAutofit/>
          </a:bodyPr>
          <a:p/>
        </p:txBody>
      </p:sp>
      <p:sp>
        <p:nvSpPr>
          <p:cNvPr id="67" name="shape:067"/>
          <p:cNvSpPr/>
          <p:nvPr/>
        </p:nvSpPr>
        <p:spPr>
          <a:xfrm>
            <a:off x="1702216" y="4071564"/>
            <a:ext cx="75600" cy="75600"/>
          </a:xfrm>
          <a:prstGeom prst="rect">
            <a:avLst/>
          </a:prstGeom>
          <a:solidFill>
            <a:srgbClr val="5A3921"/>
          </a:solidFill>
          <a:ln/>
        </p:spPr>
        <p:txBody>
          <a:bodyPr>
            <a:noAutofit/>
          </a:bodyPr>
          <a:p/>
        </p:txBody>
      </p:sp>
      <p:sp>
        <p:nvSpPr>
          <p:cNvPr id="68" name="shape:068"/>
          <p:cNvSpPr/>
          <p:nvPr/>
        </p:nvSpPr>
        <p:spPr>
          <a:xfrm>
            <a:off x="1810216" y="4071564"/>
            <a:ext cx="75600" cy="75600"/>
          </a:xfrm>
          <a:prstGeom prst="rect">
            <a:avLst/>
          </a:prstGeom>
          <a:solidFill>
            <a:srgbClr val="5A3921"/>
          </a:solidFill>
          <a:ln/>
        </p:spPr>
        <p:txBody>
          <a:bodyPr>
            <a:noAutofit/>
          </a:bodyPr>
          <a:p/>
        </p:txBody>
      </p:sp>
      <p:sp>
        <p:nvSpPr>
          <p:cNvPr id="69" name="shape:069"/>
          <p:cNvSpPr/>
          <p:nvPr/>
        </p:nvSpPr>
        <p:spPr>
          <a:xfrm>
            <a:off x="1918216" y="4071564"/>
            <a:ext cx="75600" cy="75600"/>
          </a:xfrm>
          <a:prstGeom prst="rect">
            <a:avLst/>
          </a:prstGeom>
          <a:solidFill>
            <a:srgbClr val="5A3921"/>
          </a:solidFill>
          <a:ln/>
        </p:spPr>
        <p:txBody>
          <a:bodyPr>
            <a:noAutofit/>
          </a:bodyPr>
          <a:p/>
        </p:txBody>
      </p:sp>
      <p:sp>
        <p:nvSpPr>
          <p:cNvPr id="70" name="shape:070"/>
          <p:cNvSpPr/>
          <p:nvPr/>
        </p:nvSpPr>
        <p:spPr>
          <a:xfrm>
            <a:off x="2026216" y="4071564"/>
            <a:ext cx="75600" cy="75600"/>
          </a:xfrm>
          <a:prstGeom prst="rect">
            <a:avLst/>
          </a:prstGeom>
          <a:solidFill>
            <a:srgbClr val="5A3921"/>
          </a:solidFill>
          <a:ln/>
        </p:spPr>
        <p:txBody>
          <a:bodyPr>
            <a:noAutofit/>
          </a:bodyPr>
          <a:p/>
        </p:txBody>
      </p:sp>
      <p:sp>
        <p:nvSpPr>
          <p:cNvPr id="71" name="shape:071"/>
          <p:cNvSpPr/>
          <p:nvPr/>
        </p:nvSpPr>
        <p:spPr>
          <a:xfrm>
            <a:off x="2134216" y="4071564"/>
            <a:ext cx="75600" cy="75600"/>
          </a:xfrm>
          <a:prstGeom prst="rect">
            <a:avLst/>
          </a:prstGeom>
          <a:solidFill>
            <a:srgbClr val="5A3921"/>
          </a:solidFill>
          <a:ln/>
        </p:spPr>
        <p:txBody>
          <a:bodyPr>
            <a:noAutofit/>
          </a:bodyPr>
          <a:p/>
        </p:txBody>
      </p:sp>
      <p:sp>
        <p:nvSpPr>
          <p:cNvPr id="72" name="shape:072"/>
          <p:cNvSpPr/>
          <p:nvPr/>
        </p:nvSpPr>
        <p:spPr>
          <a:xfrm>
            <a:off x="2242216" y="4071564"/>
            <a:ext cx="75600" cy="75600"/>
          </a:xfrm>
          <a:prstGeom prst="rect">
            <a:avLst/>
          </a:prstGeom>
          <a:solidFill>
            <a:srgbClr val="E2DCD2"/>
          </a:solidFill>
          <a:ln/>
        </p:spPr>
        <p:txBody>
          <a:bodyPr>
            <a:noAutofit/>
          </a:bodyPr>
          <a:p/>
        </p:txBody>
      </p:sp>
      <p:sp>
        <p:nvSpPr>
          <p:cNvPr id="73" name="shape:073"/>
          <p:cNvSpPr/>
          <p:nvPr/>
        </p:nvSpPr>
        <p:spPr>
          <a:xfrm>
            <a:off x="2350216" y="4071564"/>
            <a:ext cx="75600" cy="75600"/>
          </a:xfrm>
          <a:prstGeom prst="rect">
            <a:avLst/>
          </a:prstGeom>
          <a:solidFill>
            <a:srgbClr val="E2DCD2"/>
          </a:solidFill>
          <a:ln/>
        </p:spPr>
        <p:txBody>
          <a:bodyPr>
            <a:noAutofit/>
          </a:bodyPr>
          <a:p/>
        </p:txBody>
      </p:sp>
      <p:sp>
        <p:nvSpPr>
          <p:cNvPr id="74" name="shape:074"/>
          <p:cNvSpPr/>
          <p:nvPr/>
        </p:nvSpPr>
        <p:spPr>
          <a:xfrm>
            <a:off x="1378216" y="4179564"/>
            <a:ext cx="75600" cy="75600"/>
          </a:xfrm>
          <a:prstGeom prst="rect">
            <a:avLst/>
          </a:prstGeom>
          <a:solidFill>
            <a:srgbClr val="E2DCD2"/>
          </a:solidFill>
          <a:ln/>
        </p:spPr>
        <p:txBody>
          <a:bodyPr>
            <a:noAutofit/>
          </a:bodyPr>
          <a:p/>
        </p:txBody>
      </p:sp>
      <p:sp>
        <p:nvSpPr>
          <p:cNvPr id="75" name="shape:075"/>
          <p:cNvSpPr/>
          <p:nvPr/>
        </p:nvSpPr>
        <p:spPr>
          <a:xfrm>
            <a:off x="1486216" y="4179564"/>
            <a:ext cx="75600" cy="75600"/>
          </a:xfrm>
          <a:prstGeom prst="rect">
            <a:avLst/>
          </a:prstGeom>
          <a:solidFill>
            <a:srgbClr val="E2DCD2"/>
          </a:solidFill>
          <a:ln/>
        </p:spPr>
        <p:txBody>
          <a:bodyPr>
            <a:noAutofit/>
          </a:bodyPr>
          <a:p/>
        </p:txBody>
      </p:sp>
      <p:sp>
        <p:nvSpPr>
          <p:cNvPr id="76" name="shape:076"/>
          <p:cNvSpPr/>
          <p:nvPr/>
        </p:nvSpPr>
        <p:spPr>
          <a:xfrm>
            <a:off x="1594216" y="4179564"/>
            <a:ext cx="75600" cy="75600"/>
          </a:xfrm>
          <a:prstGeom prst="rect">
            <a:avLst/>
          </a:prstGeom>
          <a:solidFill>
            <a:srgbClr val="E2DCD2"/>
          </a:solidFill>
          <a:ln/>
        </p:spPr>
        <p:txBody>
          <a:bodyPr>
            <a:noAutofit/>
          </a:bodyPr>
          <a:p/>
        </p:txBody>
      </p:sp>
      <p:sp>
        <p:nvSpPr>
          <p:cNvPr id="77" name="shape:077"/>
          <p:cNvSpPr/>
          <p:nvPr/>
        </p:nvSpPr>
        <p:spPr>
          <a:xfrm>
            <a:off x="1702216" y="4179564"/>
            <a:ext cx="75600" cy="75600"/>
          </a:xfrm>
          <a:prstGeom prst="rect">
            <a:avLst/>
          </a:prstGeom>
          <a:solidFill>
            <a:srgbClr val="E2DCD2"/>
          </a:solidFill>
          <a:ln/>
        </p:spPr>
        <p:txBody>
          <a:bodyPr>
            <a:noAutofit/>
          </a:bodyPr>
          <a:p/>
        </p:txBody>
      </p:sp>
      <p:sp>
        <p:nvSpPr>
          <p:cNvPr id="78" name="shape:078"/>
          <p:cNvSpPr/>
          <p:nvPr/>
        </p:nvSpPr>
        <p:spPr>
          <a:xfrm>
            <a:off x="1810216" y="4179564"/>
            <a:ext cx="75600" cy="75600"/>
          </a:xfrm>
          <a:prstGeom prst="rect">
            <a:avLst/>
          </a:prstGeom>
          <a:solidFill>
            <a:srgbClr val="E2DCD2"/>
          </a:solidFill>
          <a:ln/>
        </p:spPr>
        <p:txBody>
          <a:bodyPr>
            <a:noAutofit/>
          </a:bodyPr>
          <a:p/>
        </p:txBody>
      </p:sp>
      <p:sp>
        <p:nvSpPr>
          <p:cNvPr id="79" name="shape:079"/>
          <p:cNvSpPr/>
          <p:nvPr/>
        </p:nvSpPr>
        <p:spPr>
          <a:xfrm>
            <a:off x="1918216" y="4179564"/>
            <a:ext cx="75600" cy="75600"/>
          </a:xfrm>
          <a:prstGeom prst="rect">
            <a:avLst/>
          </a:prstGeom>
          <a:solidFill>
            <a:srgbClr val="E2DCD2"/>
          </a:solidFill>
          <a:ln/>
        </p:spPr>
        <p:txBody>
          <a:bodyPr>
            <a:noAutofit/>
          </a:bodyPr>
          <a:p/>
        </p:txBody>
      </p:sp>
      <p:sp>
        <p:nvSpPr>
          <p:cNvPr id="80" name="shape:080"/>
          <p:cNvSpPr/>
          <p:nvPr/>
        </p:nvSpPr>
        <p:spPr>
          <a:xfrm>
            <a:off x="2026216" y="4179564"/>
            <a:ext cx="75600" cy="75600"/>
          </a:xfrm>
          <a:prstGeom prst="rect">
            <a:avLst/>
          </a:prstGeom>
          <a:solidFill>
            <a:srgbClr val="E2DCD2"/>
          </a:solidFill>
          <a:ln/>
        </p:spPr>
        <p:txBody>
          <a:bodyPr>
            <a:noAutofit/>
          </a:bodyPr>
          <a:p/>
        </p:txBody>
      </p:sp>
      <p:sp>
        <p:nvSpPr>
          <p:cNvPr id="81" name="shape:081"/>
          <p:cNvSpPr/>
          <p:nvPr/>
        </p:nvSpPr>
        <p:spPr>
          <a:xfrm>
            <a:off x="2134216" y="4179564"/>
            <a:ext cx="75600" cy="75600"/>
          </a:xfrm>
          <a:prstGeom prst="rect">
            <a:avLst/>
          </a:prstGeom>
          <a:solidFill>
            <a:srgbClr val="E2DCD2"/>
          </a:solidFill>
          <a:ln/>
        </p:spPr>
        <p:txBody>
          <a:bodyPr>
            <a:noAutofit/>
          </a:bodyPr>
          <a:p/>
        </p:txBody>
      </p:sp>
      <p:sp>
        <p:nvSpPr>
          <p:cNvPr id="82" name="shape:082"/>
          <p:cNvSpPr/>
          <p:nvPr/>
        </p:nvSpPr>
        <p:spPr>
          <a:xfrm>
            <a:off x="2242216" y="4179564"/>
            <a:ext cx="75600" cy="75600"/>
          </a:xfrm>
          <a:prstGeom prst="rect">
            <a:avLst/>
          </a:prstGeom>
          <a:solidFill>
            <a:srgbClr val="E2DCD2"/>
          </a:solidFill>
          <a:ln/>
        </p:spPr>
        <p:txBody>
          <a:bodyPr>
            <a:noAutofit/>
          </a:bodyPr>
          <a:p/>
        </p:txBody>
      </p:sp>
      <p:sp>
        <p:nvSpPr>
          <p:cNvPr id="83" name="shape:083"/>
          <p:cNvSpPr/>
          <p:nvPr/>
        </p:nvSpPr>
        <p:spPr>
          <a:xfrm>
            <a:off x="2350216" y="4179564"/>
            <a:ext cx="75600" cy="75600"/>
          </a:xfrm>
          <a:prstGeom prst="rect">
            <a:avLst/>
          </a:prstGeom>
          <a:solidFill>
            <a:srgbClr val="E2DCD2"/>
          </a:solidFill>
          <a:ln/>
        </p:spPr>
        <p:txBody>
          <a:bodyPr>
            <a:noAutofit/>
          </a:bodyPr>
          <a:p/>
        </p:txBody>
      </p:sp>
      <p:sp>
        <p:nvSpPr>
          <p:cNvPr id="84" name="shape:084"/>
          <p:cNvSpPr/>
          <p:nvPr/>
        </p:nvSpPr>
        <p:spPr>
          <a:xfrm>
            <a:off x="1378216" y="4287564"/>
            <a:ext cx="75600" cy="75600"/>
          </a:xfrm>
          <a:prstGeom prst="rect">
            <a:avLst/>
          </a:prstGeom>
          <a:solidFill>
            <a:srgbClr val="E2DCD2"/>
          </a:solidFill>
          <a:ln/>
        </p:spPr>
        <p:txBody>
          <a:bodyPr>
            <a:noAutofit/>
          </a:bodyPr>
          <a:p/>
        </p:txBody>
      </p:sp>
      <p:sp>
        <p:nvSpPr>
          <p:cNvPr id="85" name="shape:085"/>
          <p:cNvSpPr/>
          <p:nvPr/>
        </p:nvSpPr>
        <p:spPr>
          <a:xfrm>
            <a:off x="1486216" y="4287564"/>
            <a:ext cx="75600" cy="75600"/>
          </a:xfrm>
          <a:prstGeom prst="rect">
            <a:avLst/>
          </a:prstGeom>
          <a:solidFill>
            <a:srgbClr val="E2DCD2"/>
          </a:solidFill>
          <a:ln/>
        </p:spPr>
        <p:txBody>
          <a:bodyPr>
            <a:noAutofit/>
          </a:bodyPr>
          <a:p/>
        </p:txBody>
      </p:sp>
      <p:sp>
        <p:nvSpPr>
          <p:cNvPr id="86" name="shape:086"/>
          <p:cNvSpPr/>
          <p:nvPr/>
        </p:nvSpPr>
        <p:spPr>
          <a:xfrm>
            <a:off x="1594216" y="4287564"/>
            <a:ext cx="75600" cy="75600"/>
          </a:xfrm>
          <a:prstGeom prst="rect">
            <a:avLst/>
          </a:prstGeom>
          <a:solidFill>
            <a:srgbClr val="E2DCD2"/>
          </a:solidFill>
          <a:ln/>
        </p:spPr>
        <p:txBody>
          <a:bodyPr>
            <a:noAutofit/>
          </a:bodyPr>
          <a:p/>
        </p:txBody>
      </p:sp>
      <p:sp>
        <p:nvSpPr>
          <p:cNvPr id="87" name="shape:087"/>
          <p:cNvSpPr/>
          <p:nvPr/>
        </p:nvSpPr>
        <p:spPr>
          <a:xfrm>
            <a:off x="1702216" y="4287564"/>
            <a:ext cx="75600" cy="75600"/>
          </a:xfrm>
          <a:prstGeom prst="rect">
            <a:avLst/>
          </a:prstGeom>
          <a:solidFill>
            <a:srgbClr val="E2DCD2"/>
          </a:solidFill>
          <a:ln/>
        </p:spPr>
        <p:txBody>
          <a:bodyPr>
            <a:noAutofit/>
          </a:bodyPr>
          <a:p/>
        </p:txBody>
      </p:sp>
      <p:sp>
        <p:nvSpPr>
          <p:cNvPr id="88" name="shape:088"/>
          <p:cNvSpPr/>
          <p:nvPr/>
        </p:nvSpPr>
        <p:spPr>
          <a:xfrm>
            <a:off x="1810216" y="4287564"/>
            <a:ext cx="75600" cy="75600"/>
          </a:xfrm>
          <a:prstGeom prst="rect">
            <a:avLst/>
          </a:prstGeom>
          <a:solidFill>
            <a:srgbClr val="E2DCD2"/>
          </a:solidFill>
          <a:ln/>
        </p:spPr>
        <p:txBody>
          <a:bodyPr>
            <a:noAutofit/>
          </a:bodyPr>
          <a:p/>
        </p:txBody>
      </p:sp>
      <p:sp>
        <p:nvSpPr>
          <p:cNvPr id="89" name="shape:089"/>
          <p:cNvSpPr/>
          <p:nvPr/>
        </p:nvSpPr>
        <p:spPr>
          <a:xfrm>
            <a:off x="1918216" y="4287564"/>
            <a:ext cx="75600" cy="75600"/>
          </a:xfrm>
          <a:prstGeom prst="rect">
            <a:avLst/>
          </a:prstGeom>
          <a:solidFill>
            <a:srgbClr val="E2DCD2"/>
          </a:solidFill>
          <a:ln/>
        </p:spPr>
        <p:txBody>
          <a:bodyPr>
            <a:noAutofit/>
          </a:bodyPr>
          <a:p/>
        </p:txBody>
      </p:sp>
      <p:sp>
        <p:nvSpPr>
          <p:cNvPr id="90" name="shape:090"/>
          <p:cNvSpPr/>
          <p:nvPr/>
        </p:nvSpPr>
        <p:spPr>
          <a:xfrm>
            <a:off x="2026216" y="4287564"/>
            <a:ext cx="75600" cy="75600"/>
          </a:xfrm>
          <a:prstGeom prst="rect">
            <a:avLst/>
          </a:prstGeom>
          <a:solidFill>
            <a:srgbClr val="E2DCD2"/>
          </a:solidFill>
          <a:ln/>
        </p:spPr>
        <p:txBody>
          <a:bodyPr>
            <a:noAutofit/>
          </a:bodyPr>
          <a:p/>
        </p:txBody>
      </p:sp>
      <p:sp>
        <p:nvSpPr>
          <p:cNvPr id="91" name="shape:091"/>
          <p:cNvSpPr/>
          <p:nvPr/>
        </p:nvSpPr>
        <p:spPr>
          <a:xfrm>
            <a:off x="2134216" y="4287564"/>
            <a:ext cx="75600" cy="75600"/>
          </a:xfrm>
          <a:prstGeom prst="rect">
            <a:avLst/>
          </a:prstGeom>
          <a:solidFill>
            <a:srgbClr val="E2DCD2"/>
          </a:solidFill>
          <a:ln/>
        </p:spPr>
        <p:txBody>
          <a:bodyPr>
            <a:noAutofit/>
          </a:bodyPr>
          <a:p/>
        </p:txBody>
      </p:sp>
      <p:sp>
        <p:nvSpPr>
          <p:cNvPr id="92" name="shape:092"/>
          <p:cNvSpPr/>
          <p:nvPr/>
        </p:nvSpPr>
        <p:spPr>
          <a:xfrm>
            <a:off x="2242216" y="4287564"/>
            <a:ext cx="75600" cy="75600"/>
          </a:xfrm>
          <a:prstGeom prst="rect">
            <a:avLst/>
          </a:prstGeom>
          <a:solidFill>
            <a:srgbClr val="E2DCD2"/>
          </a:solidFill>
          <a:ln/>
        </p:spPr>
        <p:txBody>
          <a:bodyPr>
            <a:noAutofit/>
          </a:bodyPr>
          <a:p/>
        </p:txBody>
      </p:sp>
      <p:sp>
        <p:nvSpPr>
          <p:cNvPr id="93" name="shape:093"/>
          <p:cNvSpPr/>
          <p:nvPr/>
        </p:nvSpPr>
        <p:spPr>
          <a:xfrm>
            <a:off x="2350216" y="4287564"/>
            <a:ext cx="75600" cy="75600"/>
          </a:xfrm>
          <a:prstGeom prst="rect">
            <a:avLst/>
          </a:prstGeom>
          <a:solidFill>
            <a:srgbClr val="E2DCD2"/>
          </a:solidFill>
          <a:ln/>
        </p:spPr>
        <p:txBody>
          <a:bodyPr>
            <a:noAutofit/>
          </a:bodyPr>
          <a:p/>
        </p:txBody>
      </p:sp>
      <p:sp>
        <p:nvSpPr>
          <p:cNvPr id="94" name="shape:094"/>
          <p:cNvSpPr/>
          <p:nvPr/>
        </p:nvSpPr>
        <p:spPr>
          <a:xfrm>
            <a:off x="1378216" y="4395564"/>
            <a:ext cx="75600" cy="75600"/>
          </a:xfrm>
          <a:prstGeom prst="rect">
            <a:avLst/>
          </a:prstGeom>
          <a:solidFill>
            <a:srgbClr val="E2DCD2"/>
          </a:solidFill>
          <a:ln/>
        </p:spPr>
        <p:txBody>
          <a:bodyPr>
            <a:noAutofit/>
          </a:bodyPr>
          <a:p/>
        </p:txBody>
      </p:sp>
      <p:sp>
        <p:nvSpPr>
          <p:cNvPr id="95" name="shape:095"/>
          <p:cNvSpPr/>
          <p:nvPr/>
        </p:nvSpPr>
        <p:spPr>
          <a:xfrm>
            <a:off x="1486216" y="4395564"/>
            <a:ext cx="75600" cy="75600"/>
          </a:xfrm>
          <a:prstGeom prst="rect">
            <a:avLst/>
          </a:prstGeom>
          <a:solidFill>
            <a:srgbClr val="E2DCD2"/>
          </a:solidFill>
          <a:ln/>
        </p:spPr>
        <p:txBody>
          <a:bodyPr>
            <a:noAutofit/>
          </a:bodyPr>
          <a:p/>
        </p:txBody>
      </p:sp>
      <p:sp>
        <p:nvSpPr>
          <p:cNvPr id="96" name="shape:096"/>
          <p:cNvSpPr/>
          <p:nvPr/>
        </p:nvSpPr>
        <p:spPr>
          <a:xfrm>
            <a:off x="1594216" y="4395564"/>
            <a:ext cx="75600" cy="75600"/>
          </a:xfrm>
          <a:prstGeom prst="rect">
            <a:avLst/>
          </a:prstGeom>
          <a:solidFill>
            <a:srgbClr val="E2DCD2"/>
          </a:solidFill>
          <a:ln/>
        </p:spPr>
        <p:txBody>
          <a:bodyPr>
            <a:noAutofit/>
          </a:bodyPr>
          <a:p/>
        </p:txBody>
      </p:sp>
      <p:sp>
        <p:nvSpPr>
          <p:cNvPr id="97" name="shape:097"/>
          <p:cNvSpPr/>
          <p:nvPr/>
        </p:nvSpPr>
        <p:spPr>
          <a:xfrm>
            <a:off x="1702216" y="4395564"/>
            <a:ext cx="75600" cy="75600"/>
          </a:xfrm>
          <a:prstGeom prst="rect">
            <a:avLst/>
          </a:prstGeom>
          <a:solidFill>
            <a:srgbClr val="E2DCD2"/>
          </a:solidFill>
          <a:ln/>
        </p:spPr>
        <p:txBody>
          <a:bodyPr>
            <a:noAutofit/>
          </a:bodyPr>
          <a:p/>
        </p:txBody>
      </p:sp>
      <p:sp>
        <p:nvSpPr>
          <p:cNvPr id="98" name="shape:098"/>
          <p:cNvSpPr/>
          <p:nvPr/>
        </p:nvSpPr>
        <p:spPr>
          <a:xfrm>
            <a:off x="1810216" y="4395564"/>
            <a:ext cx="75600" cy="75600"/>
          </a:xfrm>
          <a:prstGeom prst="rect">
            <a:avLst/>
          </a:prstGeom>
          <a:solidFill>
            <a:srgbClr val="E2DCD2"/>
          </a:solidFill>
          <a:ln/>
        </p:spPr>
        <p:txBody>
          <a:bodyPr>
            <a:noAutofit/>
          </a:bodyPr>
          <a:p/>
        </p:txBody>
      </p:sp>
      <p:sp>
        <p:nvSpPr>
          <p:cNvPr id="99" name="shape:099"/>
          <p:cNvSpPr/>
          <p:nvPr/>
        </p:nvSpPr>
        <p:spPr>
          <a:xfrm>
            <a:off x="1918216" y="4395564"/>
            <a:ext cx="75600" cy="75600"/>
          </a:xfrm>
          <a:prstGeom prst="rect">
            <a:avLst/>
          </a:prstGeom>
          <a:solidFill>
            <a:srgbClr val="E2DCD2"/>
          </a:solidFill>
          <a:ln/>
        </p:spPr>
        <p:txBody>
          <a:bodyPr>
            <a:noAutofit/>
          </a:bodyPr>
          <a:p/>
        </p:txBody>
      </p:sp>
      <p:sp>
        <p:nvSpPr>
          <p:cNvPr id="100" name="shape:100"/>
          <p:cNvSpPr/>
          <p:nvPr/>
        </p:nvSpPr>
        <p:spPr>
          <a:xfrm>
            <a:off x="2026216" y="4395564"/>
            <a:ext cx="75600" cy="75600"/>
          </a:xfrm>
          <a:prstGeom prst="rect">
            <a:avLst/>
          </a:prstGeom>
          <a:solidFill>
            <a:srgbClr val="E2DCD2"/>
          </a:solidFill>
          <a:ln/>
        </p:spPr>
        <p:txBody>
          <a:bodyPr>
            <a:noAutofit/>
          </a:bodyPr>
          <a:p/>
        </p:txBody>
      </p:sp>
      <p:sp>
        <p:nvSpPr>
          <p:cNvPr id="101" name="shape:101"/>
          <p:cNvSpPr/>
          <p:nvPr/>
        </p:nvSpPr>
        <p:spPr>
          <a:xfrm>
            <a:off x="2134216" y="4395564"/>
            <a:ext cx="75600" cy="75600"/>
          </a:xfrm>
          <a:prstGeom prst="rect">
            <a:avLst/>
          </a:prstGeom>
          <a:solidFill>
            <a:srgbClr val="E2DCD2"/>
          </a:solidFill>
          <a:ln/>
        </p:spPr>
        <p:txBody>
          <a:bodyPr>
            <a:noAutofit/>
          </a:bodyPr>
          <a:p/>
        </p:txBody>
      </p:sp>
      <p:sp>
        <p:nvSpPr>
          <p:cNvPr id="102" name="shape:102"/>
          <p:cNvSpPr/>
          <p:nvPr/>
        </p:nvSpPr>
        <p:spPr>
          <a:xfrm>
            <a:off x="2242216" y="4395564"/>
            <a:ext cx="75600" cy="75600"/>
          </a:xfrm>
          <a:prstGeom prst="rect">
            <a:avLst/>
          </a:prstGeom>
          <a:solidFill>
            <a:srgbClr val="E2DCD2"/>
          </a:solidFill>
          <a:ln/>
        </p:spPr>
        <p:txBody>
          <a:bodyPr>
            <a:noAutofit/>
          </a:bodyPr>
          <a:p/>
        </p:txBody>
      </p:sp>
      <p:sp>
        <p:nvSpPr>
          <p:cNvPr id="103" name="shape:103"/>
          <p:cNvSpPr/>
          <p:nvPr/>
        </p:nvSpPr>
        <p:spPr>
          <a:xfrm>
            <a:off x="2350216" y="4395564"/>
            <a:ext cx="75600" cy="75600"/>
          </a:xfrm>
          <a:prstGeom prst="rect">
            <a:avLst/>
          </a:prstGeom>
          <a:solidFill>
            <a:srgbClr val="E2DCD2"/>
          </a:solidFill>
          <a:ln/>
        </p:spPr>
        <p:txBody>
          <a:bodyPr>
            <a:noAutofit/>
          </a:bodyPr>
          <a:p/>
        </p:txBody>
      </p:sp>
      <p:sp>
        <p:nvSpPr>
          <p:cNvPr id="104" name="shape:104"/>
          <p:cNvSpPr/>
          <p:nvPr/>
        </p:nvSpPr>
        <p:spPr>
          <a:xfrm>
            <a:off x="1378216" y="4503564"/>
            <a:ext cx="75600" cy="75600"/>
          </a:xfrm>
          <a:prstGeom prst="rect">
            <a:avLst/>
          </a:prstGeom>
          <a:solidFill>
            <a:srgbClr val="E2DCD2"/>
          </a:solidFill>
          <a:ln/>
        </p:spPr>
        <p:txBody>
          <a:bodyPr>
            <a:noAutofit/>
          </a:bodyPr>
          <a:p/>
        </p:txBody>
      </p:sp>
      <p:sp>
        <p:nvSpPr>
          <p:cNvPr id="105" name="shape:105"/>
          <p:cNvSpPr/>
          <p:nvPr/>
        </p:nvSpPr>
        <p:spPr>
          <a:xfrm>
            <a:off x="1486216" y="4503564"/>
            <a:ext cx="75600" cy="75600"/>
          </a:xfrm>
          <a:prstGeom prst="rect">
            <a:avLst/>
          </a:prstGeom>
          <a:solidFill>
            <a:srgbClr val="E2DCD2"/>
          </a:solidFill>
          <a:ln/>
        </p:spPr>
        <p:txBody>
          <a:bodyPr>
            <a:noAutofit/>
          </a:bodyPr>
          <a:p/>
        </p:txBody>
      </p:sp>
      <p:sp>
        <p:nvSpPr>
          <p:cNvPr id="106" name="shape:106"/>
          <p:cNvSpPr/>
          <p:nvPr/>
        </p:nvSpPr>
        <p:spPr>
          <a:xfrm>
            <a:off x="1594216" y="4503564"/>
            <a:ext cx="75600" cy="75600"/>
          </a:xfrm>
          <a:prstGeom prst="rect">
            <a:avLst/>
          </a:prstGeom>
          <a:solidFill>
            <a:srgbClr val="E2DCD2"/>
          </a:solidFill>
          <a:ln/>
        </p:spPr>
        <p:txBody>
          <a:bodyPr>
            <a:noAutofit/>
          </a:bodyPr>
          <a:p/>
        </p:txBody>
      </p:sp>
      <p:sp>
        <p:nvSpPr>
          <p:cNvPr id="107" name="shape:107"/>
          <p:cNvSpPr/>
          <p:nvPr/>
        </p:nvSpPr>
        <p:spPr>
          <a:xfrm>
            <a:off x="1702216" y="4503564"/>
            <a:ext cx="75600" cy="75600"/>
          </a:xfrm>
          <a:prstGeom prst="rect">
            <a:avLst/>
          </a:prstGeom>
          <a:solidFill>
            <a:srgbClr val="E2DCD2"/>
          </a:solidFill>
          <a:ln/>
        </p:spPr>
        <p:txBody>
          <a:bodyPr>
            <a:noAutofit/>
          </a:bodyPr>
          <a:p/>
        </p:txBody>
      </p:sp>
      <p:sp>
        <p:nvSpPr>
          <p:cNvPr id="108" name="shape:108"/>
          <p:cNvSpPr/>
          <p:nvPr/>
        </p:nvSpPr>
        <p:spPr>
          <a:xfrm>
            <a:off x="1810216" y="4503564"/>
            <a:ext cx="75600" cy="75600"/>
          </a:xfrm>
          <a:prstGeom prst="rect">
            <a:avLst/>
          </a:prstGeom>
          <a:solidFill>
            <a:srgbClr val="E2DCD2"/>
          </a:solidFill>
          <a:ln/>
        </p:spPr>
        <p:txBody>
          <a:bodyPr>
            <a:noAutofit/>
          </a:bodyPr>
          <a:p/>
        </p:txBody>
      </p:sp>
      <p:sp>
        <p:nvSpPr>
          <p:cNvPr id="109" name="shape:109"/>
          <p:cNvSpPr/>
          <p:nvPr/>
        </p:nvSpPr>
        <p:spPr>
          <a:xfrm>
            <a:off x="1918216" y="4503564"/>
            <a:ext cx="75600" cy="75600"/>
          </a:xfrm>
          <a:prstGeom prst="rect">
            <a:avLst/>
          </a:prstGeom>
          <a:solidFill>
            <a:srgbClr val="E2DCD2"/>
          </a:solidFill>
          <a:ln/>
        </p:spPr>
        <p:txBody>
          <a:bodyPr>
            <a:noAutofit/>
          </a:bodyPr>
          <a:p/>
        </p:txBody>
      </p:sp>
      <p:sp>
        <p:nvSpPr>
          <p:cNvPr id="110" name="shape:110"/>
          <p:cNvSpPr/>
          <p:nvPr/>
        </p:nvSpPr>
        <p:spPr>
          <a:xfrm>
            <a:off x="2026216" y="4503564"/>
            <a:ext cx="75600" cy="75600"/>
          </a:xfrm>
          <a:prstGeom prst="rect">
            <a:avLst/>
          </a:prstGeom>
          <a:solidFill>
            <a:srgbClr val="E2DCD2"/>
          </a:solidFill>
          <a:ln/>
        </p:spPr>
        <p:txBody>
          <a:bodyPr>
            <a:noAutofit/>
          </a:bodyPr>
          <a:p/>
        </p:txBody>
      </p:sp>
      <p:sp>
        <p:nvSpPr>
          <p:cNvPr id="111" name="shape:111"/>
          <p:cNvSpPr/>
          <p:nvPr/>
        </p:nvSpPr>
        <p:spPr>
          <a:xfrm>
            <a:off x="2134216" y="4503564"/>
            <a:ext cx="75600" cy="75600"/>
          </a:xfrm>
          <a:prstGeom prst="rect">
            <a:avLst/>
          </a:prstGeom>
          <a:solidFill>
            <a:srgbClr val="E2DCD2"/>
          </a:solidFill>
          <a:ln/>
        </p:spPr>
        <p:txBody>
          <a:bodyPr>
            <a:noAutofit/>
          </a:bodyPr>
          <a:p/>
        </p:txBody>
      </p:sp>
      <p:sp>
        <p:nvSpPr>
          <p:cNvPr id="112" name="shape:112"/>
          <p:cNvSpPr/>
          <p:nvPr/>
        </p:nvSpPr>
        <p:spPr>
          <a:xfrm>
            <a:off x="2242216" y="4503564"/>
            <a:ext cx="75600" cy="75600"/>
          </a:xfrm>
          <a:prstGeom prst="rect">
            <a:avLst/>
          </a:prstGeom>
          <a:solidFill>
            <a:srgbClr val="E2DCD2"/>
          </a:solidFill>
          <a:ln/>
        </p:spPr>
        <p:txBody>
          <a:bodyPr>
            <a:noAutofit/>
          </a:bodyPr>
          <a:p/>
        </p:txBody>
      </p:sp>
      <p:sp>
        <p:nvSpPr>
          <p:cNvPr id="113" name="shape:113"/>
          <p:cNvSpPr/>
          <p:nvPr/>
        </p:nvSpPr>
        <p:spPr>
          <a:xfrm>
            <a:off x="2350216" y="4503564"/>
            <a:ext cx="75600" cy="75600"/>
          </a:xfrm>
          <a:prstGeom prst="rect">
            <a:avLst/>
          </a:prstGeom>
          <a:solidFill>
            <a:srgbClr val="E2DCD2"/>
          </a:solidFill>
          <a:ln/>
        </p:spPr>
        <p:txBody>
          <a:bodyPr>
            <a:noAutofit/>
          </a:bodyPr>
          <a:p/>
        </p:txBody>
      </p:sp>
      <p:sp>
        <p:nvSpPr>
          <p:cNvPr id="114" name="shape:114"/>
          <p:cNvSpPr/>
          <p:nvPr/>
        </p:nvSpPr>
        <p:spPr>
          <a:xfrm>
            <a:off x="576072"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項目3</a:t>
            </a:r>
            <a:endParaRPr lang="en-US" sz="900" dirty="0"/>
          </a:p>
        </p:txBody>
      </p:sp>
      <p:sp>
        <p:nvSpPr>
          <p:cNvPr id="115" name="shape:115"/>
          <p:cNvSpPr/>
          <p:nvPr/>
        </p:nvSpPr>
        <p:spPr>
          <a:xfrm>
            <a:off x="3371960"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42%</a:t>
            </a:r>
            <a:endParaRPr lang="en-US" sz="1500" dirty="0"/>
          </a:p>
        </p:txBody>
      </p:sp>
      <p:sp>
        <p:nvSpPr>
          <p:cNvPr id="116" name="shape:116"/>
          <p:cNvSpPr/>
          <p:nvPr/>
        </p:nvSpPr>
        <p:spPr>
          <a:xfrm>
            <a:off x="4174104" y="3531564"/>
            <a:ext cx="75600" cy="75600"/>
          </a:xfrm>
          <a:prstGeom prst="rect">
            <a:avLst/>
          </a:prstGeom>
          <a:solidFill>
            <a:srgbClr val="5A3921"/>
          </a:solidFill>
          <a:ln/>
        </p:spPr>
        <p:txBody>
          <a:bodyPr>
            <a:noAutofit/>
          </a:bodyPr>
          <a:p/>
        </p:txBody>
      </p:sp>
      <p:sp>
        <p:nvSpPr>
          <p:cNvPr id="117" name="shape:117"/>
          <p:cNvSpPr/>
          <p:nvPr/>
        </p:nvSpPr>
        <p:spPr>
          <a:xfrm>
            <a:off x="4282104" y="3531564"/>
            <a:ext cx="75600" cy="75600"/>
          </a:xfrm>
          <a:prstGeom prst="rect">
            <a:avLst/>
          </a:prstGeom>
          <a:solidFill>
            <a:srgbClr val="5A3921"/>
          </a:solidFill>
          <a:ln/>
        </p:spPr>
        <p:txBody>
          <a:bodyPr>
            <a:noAutofit/>
          </a:bodyPr>
          <a:p/>
        </p:txBody>
      </p:sp>
      <p:sp>
        <p:nvSpPr>
          <p:cNvPr id="118" name="shape:118"/>
          <p:cNvSpPr/>
          <p:nvPr/>
        </p:nvSpPr>
        <p:spPr>
          <a:xfrm>
            <a:off x="4390104" y="3531564"/>
            <a:ext cx="75600" cy="75600"/>
          </a:xfrm>
          <a:prstGeom prst="rect">
            <a:avLst/>
          </a:prstGeom>
          <a:solidFill>
            <a:srgbClr val="5A3921"/>
          </a:solidFill>
          <a:ln/>
        </p:spPr>
        <p:txBody>
          <a:bodyPr>
            <a:noAutofit/>
          </a:bodyPr>
          <a:p/>
        </p:txBody>
      </p:sp>
      <p:sp>
        <p:nvSpPr>
          <p:cNvPr id="119" name="shape:119"/>
          <p:cNvSpPr/>
          <p:nvPr/>
        </p:nvSpPr>
        <p:spPr>
          <a:xfrm>
            <a:off x="4498104" y="3531564"/>
            <a:ext cx="75600" cy="75600"/>
          </a:xfrm>
          <a:prstGeom prst="rect">
            <a:avLst/>
          </a:prstGeom>
          <a:solidFill>
            <a:srgbClr val="5A3921"/>
          </a:solidFill>
          <a:ln/>
        </p:spPr>
        <p:txBody>
          <a:bodyPr>
            <a:noAutofit/>
          </a:bodyPr>
          <a:p/>
        </p:txBody>
      </p:sp>
      <p:sp>
        <p:nvSpPr>
          <p:cNvPr id="120" name="shape:120"/>
          <p:cNvSpPr/>
          <p:nvPr/>
        </p:nvSpPr>
        <p:spPr>
          <a:xfrm>
            <a:off x="4606104" y="3531564"/>
            <a:ext cx="75600" cy="75600"/>
          </a:xfrm>
          <a:prstGeom prst="rect">
            <a:avLst/>
          </a:prstGeom>
          <a:solidFill>
            <a:srgbClr val="5A3921"/>
          </a:solidFill>
          <a:ln/>
        </p:spPr>
        <p:txBody>
          <a:bodyPr>
            <a:noAutofit/>
          </a:bodyPr>
          <a:p/>
        </p:txBody>
      </p:sp>
      <p:sp>
        <p:nvSpPr>
          <p:cNvPr id="121" name="shape:121"/>
          <p:cNvSpPr/>
          <p:nvPr/>
        </p:nvSpPr>
        <p:spPr>
          <a:xfrm>
            <a:off x="4714104" y="3531564"/>
            <a:ext cx="75600" cy="75600"/>
          </a:xfrm>
          <a:prstGeom prst="rect">
            <a:avLst/>
          </a:prstGeom>
          <a:solidFill>
            <a:srgbClr val="5A3921"/>
          </a:solidFill>
          <a:ln/>
        </p:spPr>
        <p:txBody>
          <a:bodyPr>
            <a:noAutofit/>
          </a:bodyPr>
          <a:p/>
        </p:txBody>
      </p:sp>
      <p:sp>
        <p:nvSpPr>
          <p:cNvPr id="122" name="shape:122"/>
          <p:cNvSpPr/>
          <p:nvPr/>
        </p:nvSpPr>
        <p:spPr>
          <a:xfrm>
            <a:off x="4822104" y="3531564"/>
            <a:ext cx="75600" cy="75600"/>
          </a:xfrm>
          <a:prstGeom prst="rect">
            <a:avLst/>
          </a:prstGeom>
          <a:solidFill>
            <a:srgbClr val="5A3921"/>
          </a:solidFill>
          <a:ln/>
        </p:spPr>
        <p:txBody>
          <a:bodyPr>
            <a:noAutofit/>
          </a:bodyPr>
          <a:p/>
        </p:txBody>
      </p:sp>
      <p:sp>
        <p:nvSpPr>
          <p:cNvPr id="123" name="shape:123"/>
          <p:cNvSpPr/>
          <p:nvPr/>
        </p:nvSpPr>
        <p:spPr>
          <a:xfrm>
            <a:off x="4930104" y="3531564"/>
            <a:ext cx="75600" cy="75600"/>
          </a:xfrm>
          <a:prstGeom prst="rect">
            <a:avLst/>
          </a:prstGeom>
          <a:solidFill>
            <a:srgbClr val="5A3921"/>
          </a:solidFill>
          <a:ln/>
        </p:spPr>
        <p:txBody>
          <a:bodyPr>
            <a:noAutofit/>
          </a:bodyPr>
          <a:p/>
        </p:txBody>
      </p:sp>
      <p:sp>
        <p:nvSpPr>
          <p:cNvPr id="124" name="shape:124"/>
          <p:cNvSpPr/>
          <p:nvPr/>
        </p:nvSpPr>
        <p:spPr>
          <a:xfrm>
            <a:off x="5038104" y="3531564"/>
            <a:ext cx="75600" cy="75600"/>
          </a:xfrm>
          <a:prstGeom prst="rect">
            <a:avLst/>
          </a:prstGeom>
          <a:solidFill>
            <a:srgbClr val="5A3921"/>
          </a:solidFill>
          <a:ln/>
        </p:spPr>
        <p:txBody>
          <a:bodyPr>
            <a:noAutofit/>
          </a:bodyPr>
          <a:p/>
        </p:txBody>
      </p:sp>
      <p:sp>
        <p:nvSpPr>
          <p:cNvPr id="125" name="shape:125"/>
          <p:cNvSpPr/>
          <p:nvPr/>
        </p:nvSpPr>
        <p:spPr>
          <a:xfrm>
            <a:off x="5146104" y="3531564"/>
            <a:ext cx="75600" cy="75600"/>
          </a:xfrm>
          <a:prstGeom prst="rect">
            <a:avLst/>
          </a:prstGeom>
          <a:solidFill>
            <a:srgbClr val="5A3921"/>
          </a:solidFill>
          <a:ln/>
        </p:spPr>
        <p:txBody>
          <a:bodyPr>
            <a:noAutofit/>
          </a:bodyPr>
          <a:p/>
        </p:txBody>
      </p:sp>
      <p:sp>
        <p:nvSpPr>
          <p:cNvPr id="126" name="shape:126"/>
          <p:cNvSpPr/>
          <p:nvPr/>
        </p:nvSpPr>
        <p:spPr>
          <a:xfrm>
            <a:off x="4174104" y="3639564"/>
            <a:ext cx="75600" cy="75600"/>
          </a:xfrm>
          <a:prstGeom prst="rect">
            <a:avLst/>
          </a:prstGeom>
          <a:solidFill>
            <a:srgbClr val="5A3921"/>
          </a:solidFill>
          <a:ln/>
        </p:spPr>
        <p:txBody>
          <a:bodyPr>
            <a:noAutofit/>
          </a:bodyPr>
          <a:p/>
        </p:txBody>
      </p:sp>
      <p:sp>
        <p:nvSpPr>
          <p:cNvPr id="127" name="shape:127"/>
          <p:cNvSpPr/>
          <p:nvPr/>
        </p:nvSpPr>
        <p:spPr>
          <a:xfrm>
            <a:off x="4282104" y="3639564"/>
            <a:ext cx="75600" cy="75600"/>
          </a:xfrm>
          <a:prstGeom prst="rect">
            <a:avLst/>
          </a:prstGeom>
          <a:solidFill>
            <a:srgbClr val="5A3921"/>
          </a:solidFill>
          <a:ln/>
        </p:spPr>
        <p:txBody>
          <a:bodyPr>
            <a:noAutofit/>
          </a:bodyPr>
          <a:p/>
        </p:txBody>
      </p:sp>
      <p:sp>
        <p:nvSpPr>
          <p:cNvPr id="128" name="shape:128"/>
          <p:cNvSpPr/>
          <p:nvPr/>
        </p:nvSpPr>
        <p:spPr>
          <a:xfrm>
            <a:off x="4390104" y="3639564"/>
            <a:ext cx="75600" cy="75600"/>
          </a:xfrm>
          <a:prstGeom prst="rect">
            <a:avLst/>
          </a:prstGeom>
          <a:solidFill>
            <a:srgbClr val="5A3921"/>
          </a:solidFill>
          <a:ln/>
        </p:spPr>
        <p:txBody>
          <a:bodyPr>
            <a:noAutofit/>
          </a:bodyPr>
          <a:p/>
        </p:txBody>
      </p:sp>
      <p:sp>
        <p:nvSpPr>
          <p:cNvPr id="129" name="shape:129"/>
          <p:cNvSpPr/>
          <p:nvPr/>
        </p:nvSpPr>
        <p:spPr>
          <a:xfrm>
            <a:off x="4498104" y="3639564"/>
            <a:ext cx="75600" cy="75600"/>
          </a:xfrm>
          <a:prstGeom prst="rect">
            <a:avLst/>
          </a:prstGeom>
          <a:solidFill>
            <a:srgbClr val="5A3921"/>
          </a:solidFill>
          <a:ln/>
        </p:spPr>
        <p:txBody>
          <a:bodyPr>
            <a:noAutofit/>
          </a:bodyPr>
          <a:p/>
        </p:txBody>
      </p:sp>
      <p:sp>
        <p:nvSpPr>
          <p:cNvPr id="130" name="shape:130"/>
          <p:cNvSpPr/>
          <p:nvPr/>
        </p:nvSpPr>
        <p:spPr>
          <a:xfrm>
            <a:off x="4606104" y="3639564"/>
            <a:ext cx="75600" cy="75600"/>
          </a:xfrm>
          <a:prstGeom prst="rect">
            <a:avLst/>
          </a:prstGeom>
          <a:solidFill>
            <a:srgbClr val="5A3921"/>
          </a:solidFill>
          <a:ln/>
        </p:spPr>
        <p:txBody>
          <a:bodyPr>
            <a:noAutofit/>
          </a:bodyPr>
          <a:p/>
        </p:txBody>
      </p:sp>
      <p:sp>
        <p:nvSpPr>
          <p:cNvPr id="131" name="shape:131"/>
          <p:cNvSpPr/>
          <p:nvPr/>
        </p:nvSpPr>
        <p:spPr>
          <a:xfrm>
            <a:off x="4714104" y="3639564"/>
            <a:ext cx="75600" cy="75600"/>
          </a:xfrm>
          <a:prstGeom prst="rect">
            <a:avLst/>
          </a:prstGeom>
          <a:solidFill>
            <a:srgbClr val="5A3921"/>
          </a:solidFill>
          <a:ln/>
        </p:spPr>
        <p:txBody>
          <a:bodyPr>
            <a:noAutofit/>
          </a:bodyPr>
          <a:p/>
        </p:txBody>
      </p:sp>
      <p:sp>
        <p:nvSpPr>
          <p:cNvPr id="132" name="shape:132"/>
          <p:cNvSpPr/>
          <p:nvPr/>
        </p:nvSpPr>
        <p:spPr>
          <a:xfrm>
            <a:off x="4822104" y="3639564"/>
            <a:ext cx="75600" cy="75600"/>
          </a:xfrm>
          <a:prstGeom prst="rect">
            <a:avLst/>
          </a:prstGeom>
          <a:solidFill>
            <a:srgbClr val="5A3921"/>
          </a:solidFill>
          <a:ln/>
        </p:spPr>
        <p:txBody>
          <a:bodyPr>
            <a:noAutofit/>
          </a:bodyPr>
          <a:p/>
        </p:txBody>
      </p:sp>
      <p:sp>
        <p:nvSpPr>
          <p:cNvPr id="133" name="shape:133"/>
          <p:cNvSpPr/>
          <p:nvPr/>
        </p:nvSpPr>
        <p:spPr>
          <a:xfrm>
            <a:off x="4930104" y="3639564"/>
            <a:ext cx="75600" cy="75600"/>
          </a:xfrm>
          <a:prstGeom prst="rect">
            <a:avLst/>
          </a:prstGeom>
          <a:solidFill>
            <a:srgbClr val="5A3921"/>
          </a:solidFill>
          <a:ln/>
        </p:spPr>
        <p:txBody>
          <a:bodyPr>
            <a:noAutofit/>
          </a:bodyPr>
          <a:p/>
        </p:txBody>
      </p:sp>
      <p:sp>
        <p:nvSpPr>
          <p:cNvPr id="134" name="shape:134"/>
          <p:cNvSpPr/>
          <p:nvPr/>
        </p:nvSpPr>
        <p:spPr>
          <a:xfrm>
            <a:off x="5038104" y="3639564"/>
            <a:ext cx="75600" cy="75600"/>
          </a:xfrm>
          <a:prstGeom prst="rect">
            <a:avLst/>
          </a:prstGeom>
          <a:solidFill>
            <a:srgbClr val="5A3921"/>
          </a:solidFill>
          <a:ln/>
        </p:spPr>
        <p:txBody>
          <a:bodyPr>
            <a:noAutofit/>
          </a:bodyPr>
          <a:p/>
        </p:txBody>
      </p:sp>
      <p:sp>
        <p:nvSpPr>
          <p:cNvPr id="135" name="shape:135"/>
          <p:cNvSpPr/>
          <p:nvPr/>
        </p:nvSpPr>
        <p:spPr>
          <a:xfrm>
            <a:off x="5146104" y="3639564"/>
            <a:ext cx="75600" cy="75600"/>
          </a:xfrm>
          <a:prstGeom prst="rect">
            <a:avLst/>
          </a:prstGeom>
          <a:solidFill>
            <a:srgbClr val="5A3921"/>
          </a:solidFill>
          <a:ln/>
        </p:spPr>
        <p:txBody>
          <a:bodyPr>
            <a:noAutofit/>
          </a:bodyPr>
          <a:p/>
        </p:txBody>
      </p:sp>
      <p:sp>
        <p:nvSpPr>
          <p:cNvPr id="136" name="shape:136"/>
          <p:cNvSpPr/>
          <p:nvPr/>
        </p:nvSpPr>
        <p:spPr>
          <a:xfrm>
            <a:off x="4174104" y="3747564"/>
            <a:ext cx="75600" cy="75600"/>
          </a:xfrm>
          <a:prstGeom prst="rect">
            <a:avLst/>
          </a:prstGeom>
          <a:solidFill>
            <a:srgbClr val="5A3921"/>
          </a:solidFill>
          <a:ln/>
        </p:spPr>
        <p:txBody>
          <a:bodyPr>
            <a:noAutofit/>
          </a:bodyPr>
          <a:p/>
        </p:txBody>
      </p:sp>
      <p:sp>
        <p:nvSpPr>
          <p:cNvPr id="137" name="shape:137"/>
          <p:cNvSpPr/>
          <p:nvPr/>
        </p:nvSpPr>
        <p:spPr>
          <a:xfrm>
            <a:off x="4282104" y="3747564"/>
            <a:ext cx="75600" cy="75600"/>
          </a:xfrm>
          <a:prstGeom prst="rect">
            <a:avLst/>
          </a:prstGeom>
          <a:solidFill>
            <a:srgbClr val="5A3921"/>
          </a:solidFill>
          <a:ln/>
        </p:spPr>
        <p:txBody>
          <a:bodyPr>
            <a:noAutofit/>
          </a:bodyPr>
          <a:p/>
        </p:txBody>
      </p:sp>
      <p:sp>
        <p:nvSpPr>
          <p:cNvPr id="138" name="shape:138"/>
          <p:cNvSpPr/>
          <p:nvPr/>
        </p:nvSpPr>
        <p:spPr>
          <a:xfrm>
            <a:off x="4390104" y="3747564"/>
            <a:ext cx="75600" cy="75600"/>
          </a:xfrm>
          <a:prstGeom prst="rect">
            <a:avLst/>
          </a:prstGeom>
          <a:solidFill>
            <a:srgbClr val="5A3921"/>
          </a:solidFill>
          <a:ln/>
        </p:spPr>
        <p:txBody>
          <a:bodyPr>
            <a:noAutofit/>
          </a:bodyPr>
          <a:p/>
        </p:txBody>
      </p:sp>
      <p:sp>
        <p:nvSpPr>
          <p:cNvPr id="139" name="shape:139"/>
          <p:cNvSpPr/>
          <p:nvPr/>
        </p:nvSpPr>
        <p:spPr>
          <a:xfrm>
            <a:off x="4498104" y="3747564"/>
            <a:ext cx="75600" cy="75600"/>
          </a:xfrm>
          <a:prstGeom prst="rect">
            <a:avLst/>
          </a:prstGeom>
          <a:solidFill>
            <a:srgbClr val="5A3921"/>
          </a:solidFill>
          <a:ln/>
        </p:spPr>
        <p:txBody>
          <a:bodyPr>
            <a:noAutofit/>
          </a:bodyPr>
          <a:p/>
        </p:txBody>
      </p:sp>
      <p:sp>
        <p:nvSpPr>
          <p:cNvPr id="140" name="shape:140"/>
          <p:cNvSpPr/>
          <p:nvPr/>
        </p:nvSpPr>
        <p:spPr>
          <a:xfrm>
            <a:off x="4606104" y="3747564"/>
            <a:ext cx="75600" cy="75600"/>
          </a:xfrm>
          <a:prstGeom prst="rect">
            <a:avLst/>
          </a:prstGeom>
          <a:solidFill>
            <a:srgbClr val="5A3921"/>
          </a:solidFill>
          <a:ln/>
        </p:spPr>
        <p:txBody>
          <a:bodyPr>
            <a:noAutofit/>
          </a:bodyPr>
          <a:p/>
        </p:txBody>
      </p:sp>
      <p:sp>
        <p:nvSpPr>
          <p:cNvPr id="141" name="shape:141"/>
          <p:cNvSpPr/>
          <p:nvPr/>
        </p:nvSpPr>
        <p:spPr>
          <a:xfrm>
            <a:off x="4714104" y="3747564"/>
            <a:ext cx="75600" cy="75600"/>
          </a:xfrm>
          <a:prstGeom prst="rect">
            <a:avLst/>
          </a:prstGeom>
          <a:solidFill>
            <a:srgbClr val="5A3921"/>
          </a:solidFill>
          <a:ln/>
        </p:spPr>
        <p:txBody>
          <a:bodyPr>
            <a:noAutofit/>
          </a:bodyPr>
          <a:p/>
        </p:txBody>
      </p:sp>
      <p:sp>
        <p:nvSpPr>
          <p:cNvPr id="142" name="shape:142"/>
          <p:cNvSpPr/>
          <p:nvPr/>
        </p:nvSpPr>
        <p:spPr>
          <a:xfrm>
            <a:off x="4822104" y="3747564"/>
            <a:ext cx="75600" cy="75600"/>
          </a:xfrm>
          <a:prstGeom prst="rect">
            <a:avLst/>
          </a:prstGeom>
          <a:solidFill>
            <a:srgbClr val="5A3921"/>
          </a:solidFill>
          <a:ln/>
        </p:spPr>
        <p:txBody>
          <a:bodyPr>
            <a:noAutofit/>
          </a:bodyPr>
          <a:p/>
        </p:txBody>
      </p:sp>
      <p:sp>
        <p:nvSpPr>
          <p:cNvPr id="143" name="shape:143"/>
          <p:cNvSpPr/>
          <p:nvPr/>
        </p:nvSpPr>
        <p:spPr>
          <a:xfrm>
            <a:off x="4930104" y="3747564"/>
            <a:ext cx="75600" cy="75600"/>
          </a:xfrm>
          <a:prstGeom prst="rect">
            <a:avLst/>
          </a:prstGeom>
          <a:solidFill>
            <a:srgbClr val="5A3921"/>
          </a:solidFill>
          <a:ln/>
        </p:spPr>
        <p:txBody>
          <a:bodyPr>
            <a:noAutofit/>
          </a:bodyPr>
          <a:p/>
        </p:txBody>
      </p:sp>
      <p:sp>
        <p:nvSpPr>
          <p:cNvPr id="144" name="shape:144"/>
          <p:cNvSpPr/>
          <p:nvPr/>
        </p:nvSpPr>
        <p:spPr>
          <a:xfrm>
            <a:off x="5038104" y="3747564"/>
            <a:ext cx="75600" cy="75600"/>
          </a:xfrm>
          <a:prstGeom prst="rect">
            <a:avLst/>
          </a:prstGeom>
          <a:solidFill>
            <a:srgbClr val="5A3921"/>
          </a:solidFill>
          <a:ln/>
        </p:spPr>
        <p:txBody>
          <a:bodyPr>
            <a:noAutofit/>
          </a:bodyPr>
          <a:p/>
        </p:txBody>
      </p:sp>
      <p:sp>
        <p:nvSpPr>
          <p:cNvPr id="145" name="shape:145"/>
          <p:cNvSpPr/>
          <p:nvPr/>
        </p:nvSpPr>
        <p:spPr>
          <a:xfrm>
            <a:off x="5146104" y="3747564"/>
            <a:ext cx="75600" cy="75600"/>
          </a:xfrm>
          <a:prstGeom prst="rect">
            <a:avLst/>
          </a:prstGeom>
          <a:solidFill>
            <a:srgbClr val="5A3921"/>
          </a:solidFill>
          <a:ln/>
        </p:spPr>
        <p:txBody>
          <a:bodyPr>
            <a:noAutofit/>
          </a:bodyPr>
          <a:p/>
        </p:txBody>
      </p:sp>
      <p:sp>
        <p:nvSpPr>
          <p:cNvPr id="146" name="shape:146"/>
          <p:cNvSpPr/>
          <p:nvPr/>
        </p:nvSpPr>
        <p:spPr>
          <a:xfrm>
            <a:off x="4174104" y="3855564"/>
            <a:ext cx="75600" cy="75600"/>
          </a:xfrm>
          <a:prstGeom prst="rect">
            <a:avLst/>
          </a:prstGeom>
          <a:solidFill>
            <a:srgbClr val="5A3921"/>
          </a:solidFill>
          <a:ln/>
        </p:spPr>
        <p:txBody>
          <a:bodyPr>
            <a:noAutofit/>
          </a:bodyPr>
          <a:p/>
        </p:txBody>
      </p:sp>
      <p:sp>
        <p:nvSpPr>
          <p:cNvPr id="147" name="shape:147"/>
          <p:cNvSpPr/>
          <p:nvPr/>
        </p:nvSpPr>
        <p:spPr>
          <a:xfrm>
            <a:off x="4282104" y="3855564"/>
            <a:ext cx="75600" cy="75600"/>
          </a:xfrm>
          <a:prstGeom prst="rect">
            <a:avLst/>
          </a:prstGeom>
          <a:solidFill>
            <a:srgbClr val="5A3921"/>
          </a:solidFill>
          <a:ln/>
        </p:spPr>
        <p:txBody>
          <a:bodyPr>
            <a:noAutofit/>
          </a:bodyPr>
          <a:p/>
        </p:txBody>
      </p:sp>
      <p:sp>
        <p:nvSpPr>
          <p:cNvPr id="148" name="shape:148"/>
          <p:cNvSpPr/>
          <p:nvPr/>
        </p:nvSpPr>
        <p:spPr>
          <a:xfrm>
            <a:off x="4390104" y="3855564"/>
            <a:ext cx="75600" cy="75600"/>
          </a:xfrm>
          <a:prstGeom prst="rect">
            <a:avLst/>
          </a:prstGeom>
          <a:solidFill>
            <a:srgbClr val="5A3921"/>
          </a:solidFill>
          <a:ln/>
        </p:spPr>
        <p:txBody>
          <a:bodyPr>
            <a:noAutofit/>
          </a:bodyPr>
          <a:p/>
        </p:txBody>
      </p:sp>
      <p:sp>
        <p:nvSpPr>
          <p:cNvPr id="149" name="shape:149"/>
          <p:cNvSpPr/>
          <p:nvPr/>
        </p:nvSpPr>
        <p:spPr>
          <a:xfrm>
            <a:off x="4498104" y="3855564"/>
            <a:ext cx="75600" cy="75600"/>
          </a:xfrm>
          <a:prstGeom prst="rect">
            <a:avLst/>
          </a:prstGeom>
          <a:solidFill>
            <a:srgbClr val="5A3921"/>
          </a:solidFill>
          <a:ln/>
        </p:spPr>
        <p:txBody>
          <a:bodyPr>
            <a:noAutofit/>
          </a:bodyPr>
          <a:p/>
        </p:txBody>
      </p:sp>
      <p:sp>
        <p:nvSpPr>
          <p:cNvPr id="150" name="shape:150"/>
          <p:cNvSpPr/>
          <p:nvPr/>
        </p:nvSpPr>
        <p:spPr>
          <a:xfrm>
            <a:off x="4606104" y="3855564"/>
            <a:ext cx="75600" cy="75600"/>
          </a:xfrm>
          <a:prstGeom prst="rect">
            <a:avLst/>
          </a:prstGeom>
          <a:solidFill>
            <a:srgbClr val="5A3921"/>
          </a:solidFill>
          <a:ln/>
        </p:spPr>
        <p:txBody>
          <a:bodyPr>
            <a:noAutofit/>
          </a:bodyPr>
          <a:p/>
        </p:txBody>
      </p:sp>
      <p:sp>
        <p:nvSpPr>
          <p:cNvPr id="151" name="shape:151"/>
          <p:cNvSpPr/>
          <p:nvPr/>
        </p:nvSpPr>
        <p:spPr>
          <a:xfrm>
            <a:off x="4714104" y="3855564"/>
            <a:ext cx="75600" cy="75600"/>
          </a:xfrm>
          <a:prstGeom prst="rect">
            <a:avLst/>
          </a:prstGeom>
          <a:solidFill>
            <a:srgbClr val="5A3921"/>
          </a:solidFill>
          <a:ln/>
        </p:spPr>
        <p:txBody>
          <a:bodyPr>
            <a:noAutofit/>
          </a:bodyPr>
          <a:p/>
        </p:txBody>
      </p:sp>
      <p:sp>
        <p:nvSpPr>
          <p:cNvPr id="152" name="shape:152"/>
          <p:cNvSpPr/>
          <p:nvPr/>
        </p:nvSpPr>
        <p:spPr>
          <a:xfrm>
            <a:off x="4822104" y="3855564"/>
            <a:ext cx="75600" cy="75600"/>
          </a:xfrm>
          <a:prstGeom prst="rect">
            <a:avLst/>
          </a:prstGeom>
          <a:solidFill>
            <a:srgbClr val="5A3921"/>
          </a:solidFill>
          <a:ln/>
        </p:spPr>
        <p:txBody>
          <a:bodyPr>
            <a:noAutofit/>
          </a:bodyPr>
          <a:p/>
        </p:txBody>
      </p:sp>
      <p:sp>
        <p:nvSpPr>
          <p:cNvPr id="153" name="shape:153"/>
          <p:cNvSpPr/>
          <p:nvPr/>
        </p:nvSpPr>
        <p:spPr>
          <a:xfrm>
            <a:off x="4930104" y="3855564"/>
            <a:ext cx="75600" cy="75600"/>
          </a:xfrm>
          <a:prstGeom prst="rect">
            <a:avLst/>
          </a:prstGeom>
          <a:solidFill>
            <a:srgbClr val="5A3921"/>
          </a:solidFill>
          <a:ln/>
        </p:spPr>
        <p:txBody>
          <a:bodyPr>
            <a:noAutofit/>
          </a:bodyPr>
          <a:p/>
        </p:txBody>
      </p:sp>
      <p:sp>
        <p:nvSpPr>
          <p:cNvPr id="154" name="shape:154"/>
          <p:cNvSpPr/>
          <p:nvPr/>
        </p:nvSpPr>
        <p:spPr>
          <a:xfrm>
            <a:off x="5038104" y="3855564"/>
            <a:ext cx="75600" cy="75600"/>
          </a:xfrm>
          <a:prstGeom prst="rect">
            <a:avLst/>
          </a:prstGeom>
          <a:solidFill>
            <a:srgbClr val="5A3921"/>
          </a:solidFill>
          <a:ln/>
        </p:spPr>
        <p:txBody>
          <a:bodyPr>
            <a:noAutofit/>
          </a:bodyPr>
          <a:p/>
        </p:txBody>
      </p:sp>
      <p:sp>
        <p:nvSpPr>
          <p:cNvPr id="155" name="shape:155"/>
          <p:cNvSpPr/>
          <p:nvPr/>
        </p:nvSpPr>
        <p:spPr>
          <a:xfrm>
            <a:off x="5146104" y="3855564"/>
            <a:ext cx="75600" cy="75600"/>
          </a:xfrm>
          <a:prstGeom prst="rect">
            <a:avLst/>
          </a:prstGeom>
          <a:solidFill>
            <a:srgbClr val="5A3921"/>
          </a:solidFill>
          <a:ln/>
        </p:spPr>
        <p:txBody>
          <a:bodyPr>
            <a:noAutofit/>
          </a:bodyPr>
          <a:p/>
        </p:txBody>
      </p:sp>
      <p:sp>
        <p:nvSpPr>
          <p:cNvPr id="156" name="shape:156"/>
          <p:cNvSpPr/>
          <p:nvPr/>
        </p:nvSpPr>
        <p:spPr>
          <a:xfrm>
            <a:off x="4174104" y="3963564"/>
            <a:ext cx="75600" cy="75600"/>
          </a:xfrm>
          <a:prstGeom prst="rect">
            <a:avLst/>
          </a:prstGeom>
          <a:solidFill>
            <a:srgbClr val="5A3921"/>
          </a:solidFill>
          <a:ln/>
        </p:spPr>
        <p:txBody>
          <a:bodyPr>
            <a:noAutofit/>
          </a:bodyPr>
          <a:p/>
        </p:txBody>
      </p:sp>
      <p:sp>
        <p:nvSpPr>
          <p:cNvPr id="157" name="shape:157"/>
          <p:cNvSpPr/>
          <p:nvPr/>
        </p:nvSpPr>
        <p:spPr>
          <a:xfrm>
            <a:off x="4282104" y="3963564"/>
            <a:ext cx="75600" cy="75600"/>
          </a:xfrm>
          <a:prstGeom prst="rect">
            <a:avLst/>
          </a:prstGeom>
          <a:solidFill>
            <a:srgbClr val="5A3921"/>
          </a:solidFill>
          <a:ln/>
        </p:spPr>
        <p:txBody>
          <a:bodyPr>
            <a:noAutofit/>
          </a:bodyPr>
          <a:p/>
        </p:txBody>
      </p:sp>
      <p:sp>
        <p:nvSpPr>
          <p:cNvPr id="158" name="shape:158"/>
          <p:cNvSpPr/>
          <p:nvPr/>
        </p:nvSpPr>
        <p:spPr>
          <a:xfrm>
            <a:off x="4390104" y="3963564"/>
            <a:ext cx="75600" cy="75600"/>
          </a:xfrm>
          <a:prstGeom prst="rect">
            <a:avLst/>
          </a:prstGeom>
          <a:solidFill>
            <a:srgbClr val="E2DCD2"/>
          </a:solidFill>
          <a:ln/>
        </p:spPr>
        <p:txBody>
          <a:bodyPr>
            <a:noAutofit/>
          </a:bodyPr>
          <a:p/>
        </p:txBody>
      </p:sp>
      <p:sp>
        <p:nvSpPr>
          <p:cNvPr id="159" name="shape:159"/>
          <p:cNvSpPr/>
          <p:nvPr/>
        </p:nvSpPr>
        <p:spPr>
          <a:xfrm>
            <a:off x="4498104" y="3963564"/>
            <a:ext cx="75600" cy="75600"/>
          </a:xfrm>
          <a:prstGeom prst="rect">
            <a:avLst/>
          </a:prstGeom>
          <a:solidFill>
            <a:srgbClr val="E2DCD2"/>
          </a:solidFill>
          <a:ln/>
        </p:spPr>
        <p:txBody>
          <a:bodyPr>
            <a:noAutofit/>
          </a:bodyPr>
          <a:p/>
        </p:txBody>
      </p:sp>
      <p:sp>
        <p:nvSpPr>
          <p:cNvPr id="160" name="shape:160"/>
          <p:cNvSpPr/>
          <p:nvPr/>
        </p:nvSpPr>
        <p:spPr>
          <a:xfrm>
            <a:off x="4606104" y="3963564"/>
            <a:ext cx="75600" cy="75600"/>
          </a:xfrm>
          <a:prstGeom prst="rect">
            <a:avLst/>
          </a:prstGeom>
          <a:solidFill>
            <a:srgbClr val="E2DCD2"/>
          </a:solidFill>
          <a:ln/>
        </p:spPr>
        <p:txBody>
          <a:bodyPr>
            <a:noAutofit/>
          </a:bodyPr>
          <a:p/>
        </p:txBody>
      </p:sp>
      <p:sp>
        <p:nvSpPr>
          <p:cNvPr id="161" name="shape:161"/>
          <p:cNvSpPr/>
          <p:nvPr/>
        </p:nvSpPr>
        <p:spPr>
          <a:xfrm>
            <a:off x="4714104" y="3963564"/>
            <a:ext cx="75600" cy="75600"/>
          </a:xfrm>
          <a:prstGeom prst="rect">
            <a:avLst/>
          </a:prstGeom>
          <a:solidFill>
            <a:srgbClr val="E2DCD2"/>
          </a:solidFill>
          <a:ln/>
        </p:spPr>
        <p:txBody>
          <a:bodyPr>
            <a:noAutofit/>
          </a:bodyPr>
          <a:p/>
        </p:txBody>
      </p:sp>
      <p:sp>
        <p:nvSpPr>
          <p:cNvPr id="162" name="shape:162"/>
          <p:cNvSpPr/>
          <p:nvPr/>
        </p:nvSpPr>
        <p:spPr>
          <a:xfrm>
            <a:off x="4822104" y="3963564"/>
            <a:ext cx="75600" cy="75600"/>
          </a:xfrm>
          <a:prstGeom prst="rect">
            <a:avLst/>
          </a:prstGeom>
          <a:solidFill>
            <a:srgbClr val="E2DCD2"/>
          </a:solidFill>
          <a:ln/>
        </p:spPr>
        <p:txBody>
          <a:bodyPr>
            <a:noAutofit/>
          </a:bodyPr>
          <a:p/>
        </p:txBody>
      </p:sp>
      <p:sp>
        <p:nvSpPr>
          <p:cNvPr id="163" name="shape:163"/>
          <p:cNvSpPr/>
          <p:nvPr/>
        </p:nvSpPr>
        <p:spPr>
          <a:xfrm>
            <a:off x="4930104" y="3963564"/>
            <a:ext cx="75600" cy="75600"/>
          </a:xfrm>
          <a:prstGeom prst="rect">
            <a:avLst/>
          </a:prstGeom>
          <a:solidFill>
            <a:srgbClr val="E2DCD2"/>
          </a:solidFill>
          <a:ln/>
        </p:spPr>
        <p:txBody>
          <a:bodyPr>
            <a:noAutofit/>
          </a:bodyPr>
          <a:p/>
        </p:txBody>
      </p:sp>
      <p:sp>
        <p:nvSpPr>
          <p:cNvPr id="164" name="shape:164"/>
          <p:cNvSpPr/>
          <p:nvPr/>
        </p:nvSpPr>
        <p:spPr>
          <a:xfrm>
            <a:off x="5038104" y="3963564"/>
            <a:ext cx="75600" cy="75600"/>
          </a:xfrm>
          <a:prstGeom prst="rect">
            <a:avLst/>
          </a:prstGeom>
          <a:solidFill>
            <a:srgbClr val="E2DCD2"/>
          </a:solidFill>
          <a:ln/>
        </p:spPr>
        <p:txBody>
          <a:bodyPr>
            <a:noAutofit/>
          </a:bodyPr>
          <a:p/>
        </p:txBody>
      </p:sp>
      <p:sp>
        <p:nvSpPr>
          <p:cNvPr id="165" name="shape:165"/>
          <p:cNvSpPr/>
          <p:nvPr/>
        </p:nvSpPr>
        <p:spPr>
          <a:xfrm>
            <a:off x="5146104" y="3963564"/>
            <a:ext cx="75600" cy="75600"/>
          </a:xfrm>
          <a:prstGeom prst="rect">
            <a:avLst/>
          </a:prstGeom>
          <a:solidFill>
            <a:srgbClr val="E2DCD2"/>
          </a:solidFill>
          <a:ln/>
        </p:spPr>
        <p:txBody>
          <a:bodyPr>
            <a:noAutofit/>
          </a:bodyPr>
          <a:p/>
        </p:txBody>
      </p:sp>
      <p:sp>
        <p:nvSpPr>
          <p:cNvPr id="166" name="shape:166"/>
          <p:cNvSpPr/>
          <p:nvPr/>
        </p:nvSpPr>
        <p:spPr>
          <a:xfrm>
            <a:off x="4174104" y="4071564"/>
            <a:ext cx="75600" cy="75600"/>
          </a:xfrm>
          <a:prstGeom prst="rect">
            <a:avLst/>
          </a:prstGeom>
          <a:solidFill>
            <a:srgbClr val="E2DCD2"/>
          </a:solidFill>
          <a:ln/>
        </p:spPr>
        <p:txBody>
          <a:bodyPr>
            <a:noAutofit/>
          </a:bodyPr>
          <a:p/>
        </p:txBody>
      </p:sp>
      <p:sp>
        <p:nvSpPr>
          <p:cNvPr id="167" name="shape:167"/>
          <p:cNvSpPr/>
          <p:nvPr/>
        </p:nvSpPr>
        <p:spPr>
          <a:xfrm>
            <a:off x="4282104" y="4071564"/>
            <a:ext cx="75600" cy="75600"/>
          </a:xfrm>
          <a:prstGeom prst="rect">
            <a:avLst/>
          </a:prstGeom>
          <a:solidFill>
            <a:srgbClr val="E2DCD2"/>
          </a:solidFill>
          <a:ln/>
        </p:spPr>
        <p:txBody>
          <a:bodyPr>
            <a:noAutofit/>
          </a:bodyPr>
          <a:p/>
        </p:txBody>
      </p:sp>
      <p:sp>
        <p:nvSpPr>
          <p:cNvPr id="168" name="shape:168"/>
          <p:cNvSpPr/>
          <p:nvPr/>
        </p:nvSpPr>
        <p:spPr>
          <a:xfrm>
            <a:off x="4390104" y="4071564"/>
            <a:ext cx="75600" cy="75600"/>
          </a:xfrm>
          <a:prstGeom prst="rect">
            <a:avLst/>
          </a:prstGeom>
          <a:solidFill>
            <a:srgbClr val="E2DCD2"/>
          </a:solidFill>
          <a:ln/>
        </p:spPr>
        <p:txBody>
          <a:bodyPr>
            <a:noAutofit/>
          </a:bodyPr>
          <a:p/>
        </p:txBody>
      </p:sp>
      <p:sp>
        <p:nvSpPr>
          <p:cNvPr id="169" name="shape:169"/>
          <p:cNvSpPr/>
          <p:nvPr/>
        </p:nvSpPr>
        <p:spPr>
          <a:xfrm>
            <a:off x="4498104" y="4071564"/>
            <a:ext cx="75600" cy="75600"/>
          </a:xfrm>
          <a:prstGeom prst="rect">
            <a:avLst/>
          </a:prstGeom>
          <a:solidFill>
            <a:srgbClr val="E2DCD2"/>
          </a:solidFill>
          <a:ln/>
        </p:spPr>
        <p:txBody>
          <a:bodyPr>
            <a:noAutofit/>
          </a:bodyPr>
          <a:p/>
        </p:txBody>
      </p:sp>
      <p:sp>
        <p:nvSpPr>
          <p:cNvPr id="170" name="shape:170"/>
          <p:cNvSpPr/>
          <p:nvPr/>
        </p:nvSpPr>
        <p:spPr>
          <a:xfrm>
            <a:off x="4606104" y="4071564"/>
            <a:ext cx="75600" cy="75600"/>
          </a:xfrm>
          <a:prstGeom prst="rect">
            <a:avLst/>
          </a:prstGeom>
          <a:solidFill>
            <a:srgbClr val="E2DCD2"/>
          </a:solidFill>
          <a:ln/>
        </p:spPr>
        <p:txBody>
          <a:bodyPr>
            <a:noAutofit/>
          </a:bodyPr>
          <a:p/>
        </p:txBody>
      </p:sp>
      <p:sp>
        <p:nvSpPr>
          <p:cNvPr id="171" name="shape:171"/>
          <p:cNvSpPr/>
          <p:nvPr/>
        </p:nvSpPr>
        <p:spPr>
          <a:xfrm>
            <a:off x="4714104" y="4071564"/>
            <a:ext cx="75600" cy="75600"/>
          </a:xfrm>
          <a:prstGeom prst="rect">
            <a:avLst/>
          </a:prstGeom>
          <a:solidFill>
            <a:srgbClr val="E2DCD2"/>
          </a:solidFill>
          <a:ln/>
        </p:spPr>
        <p:txBody>
          <a:bodyPr>
            <a:noAutofit/>
          </a:bodyPr>
          <a:p/>
        </p:txBody>
      </p:sp>
      <p:sp>
        <p:nvSpPr>
          <p:cNvPr id="172" name="shape:172"/>
          <p:cNvSpPr/>
          <p:nvPr/>
        </p:nvSpPr>
        <p:spPr>
          <a:xfrm>
            <a:off x="4822104" y="4071564"/>
            <a:ext cx="75600" cy="75600"/>
          </a:xfrm>
          <a:prstGeom prst="rect">
            <a:avLst/>
          </a:prstGeom>
          <a:solidFill>
            <a:srgbClr val="E2DCD2"/>
          </a:solidFill>
          <a:ln/>
        </p:spPr>
        <p:txBody>
          <a:bodyPr>
            <a:noAutofit/>
          </a:bodyPr>
          <a:p/>
        </p:txBody>
      </p:sp>
      <p:sp>
        <p:nvSpPr>
          <p:cNvPr id="173" name="shape:173"/>
          <p:cNvSpPr/>
          <p:nvPr/>
        </p:nvSpPr>
        <p:spPr>
          <a:xfrm>
            <a:off x="4930104" y="4071564"/>
            <a:ext cx="75600" cy="75600"/>
          </a:xfrm>
          <a:prstGeom prst="rect">
            <a:avLst/>
          </a:prstGeom>
          <a:solidFill>
            <a:srgbClr val="E2DCD2"/>
          </a:solidFill>
          <a:ln/>
        </p:spPr>
        <p:txBody>
          <a:bodyPr>
            <a:noAutofit/>
          </a:bodyPr>
          <a:p/>
        </p:txBody>
      </p:sp>
      <p:sp>
        <p:nvSpPr>
          <p:cNvPr id="174" name="shape:174"/>
          <p:cNvSpPr/>
          <p:nvPr/>
        </p:nvSpPr>
        <p:spPr>
          <a:xfrm>
            <a:off x="5038104" y="4071564"/>
            <a:ext cx="75600" cy="75600"/>
          </a:xfrm>
          <a:prstGeom prst="rect">
            <a:avLst/>
          </a:prstGeom>
          <a:solidFill>
            <a:srgbClr val="E2DCD2"/>
          </a:solidFill>
          <a:ln/>
        </p:spPr>
        <p:txBody>
          <a:bodyPr>
            <a:noAutofit/>
          </a:bodyPr>
          <a:p/>
        </p:txBody>
      </p:sp>
      <p:sp>
        <p:nvSpPr>
          <p:cNvPr id="175" name="shape:175"/>
          <p:cNvSpPr/>
          <p:nvPr/>
        </p:nvSpPr>
        <p:spPr>
          <a:xfrm>
            <a:off x="5146104" y="4071564"/>
            <a:ext cx="75600" cy="75600"/>
          </a:xfrm>
          <a:prstGeom prst="rect">
            <a:avLst/>
          </a:prstGeom>
          <a:solidFill>
            <a:srgbClr val="E2DCD2"/>
          </a:solidFill>
          <a:ln/>
        </p:spPr>
        <p:txBody>
          <a:bodyPr>
            <a:noAutofit/>
          </a:bodyPr>
          <a:p/>
        </p:txBody>
      </p:sp>
      <p:sp>
        <p:nvSpPr>
          <p:cNvPr id="176" name="shape:176"/>
          <p:cNvSpPr/>
          <p:nvPr/>
        </p:nvSpPr>
        <p:spPr>
          <a:xfrm>
            <a:off x="4174104" y="4179564"/>
            <a:ext cx="75600" cy="75600"/>
          </a:xfrm>
          <a:prstGeom prst="rect">
            <a:avLst/>
          </a:prstGeom>
          <a:solidFill>
            <a:srgbClr val="E2DCD2"/>
          </a:solidFill>
          <a:ln/>
        </p:spPr>
        <p:txBody>
          <a:bodyPr>
            <a:noAutofit/>
          </a:bodyPr>
          <a:p/>
        </p:txBody>
      </p:sp>
      <p:sp>
        <p:nvSpPr>
          <p:cNvPr id="177" name="shape:177"/>
          <p:cNvSpPr/>
          <p:nvPr/>
        </p:nvSpPr>
        <p:spPr>
          <a:xfrm>
            <a:off x="4282104" y="4179564"/>
            <a:ext cx="75600" cy="75600"/>
          </a:xfrm>
          <a:prstGeom prst="rect">
            <a:avLst/>
          </a:prstGeom>
          <a:solidFill>
            <a:srgbClr val="E2DCD2"/>
          </a:solidFill>
          <a:ln/>
        </p:spPr>
        <p:txBody>
          <a:bodyPr>
            <a:noAutofit/>
          </a:bodyPr>
          <a:p/>
        </p:txBody>
      </p:sp>
      <p:sp>
        <p:nvSpPr>
          <p:cNvPr id="178" name="shape:178"/>
          <p:cNvSpPr/>
          <p:nvPr/>
        </p:nvSpPr>
        <p:spPr>
          <a:xfrm>
            <a:off x="4390104" y="4179564"/>
            <a:ext cx="75600" cy="75600"/>
          </a:xfrm>
          <a:prstGeom prst="rect">
            <a:avLst/>
          </a:prstGeom>
          <a:solidFill>
            <a:srgbClr val="E2DCD2"/>
          </a:solidFill>
          <a:ln/>
        </p:spPr>
        <p:txBody>
          <a:bodyPr>
            <a:noAutofit/>
          </a:bodyPr>
          <a:p/>
        </p:txBody>
      </p:sp>
      <p:sp>
        <p:nvSpPr>
          <p:cNvPr id="179" name="shape:179"/>
          <p:cNvSpPr/>
          <p:nvPr/>
        </p:nvSpPr>
        <p:spPr>
          <a:xfrm>
            <a:off x="4498104" y="4179564"/>
            <a:ext cx="75600" cy="75600"/>
          </a:xfrm>
          <a:prstGeom prst="rect">
            <a:avLst/>
          </a:prstGeom>
          <a:solidFill>
            <a:srgbClr val="E2DCD2"/>
          </a:solidFill>
          <a:ln/>
        </p:spPr>
        <p:txBody>
          <a:bodyPr>
            <a:noAutofit/>
          </a:bodyPr>
          <a:p/>
        </p:txBody>
      </p:sp>
      <p:sp>
        <p:nvSpPr>
          <p:cNvPr id="180" name="shape:180"/>
          <p:cNvSpPr/>
          <p:nvPr/>
        </p:nvSpPr>
        <p:spPr>
          <a:xfrm>
            <a:off x="4606104" y="4179564"/>
            <a:ext cx="75600" cy="75600"/>
          </a:xfrm>
          <a:prstGeom prst="rect">
            <a:avLst/>
          </a:prstGeom>
          <a:solidFill>
            <a:srgbClr val="E2DCD2"/>
          </a:solidFill>
          <a:ln/>
        </p:spPr>
        <p:txBody>
          <a:bodyPr>
            <a:noAutofit/>
          </a:bodyPr>
          <a:p/>
        </p:txBody>
      </p:sp>
      <p:sp>
        <p:nvSpPr>
          <p:cNvPr id="181" name="shape:181"/>
          <p:cNvSpPr/>
          <p:nvPr/>
        </p:nvSpPr>
        <p:spPr>
          <a:xfrm>
            <a:off x="4714104" y="4179564"/>
            <a:ext cx="75600" cy="75600"/>
          </a:xfrm>
          <a:prstGeom prst="rect">
            <a:avLst/>
          </a:prstGeom>
          <a:solidFill>
            <a:srgbClr val="E2DCD2"/>
          </a:solidFill>
          <a:ln/>
        </p:spPr>
        <p:txBody>
          <a:bodyPr>
            <a:noAutofit/>
          </a:bodyPr>
          <a:p/>
        </p:txBody>
      </p:sp>
      <p:sp>
        <p:nvSpPr>
          <p:cNvPr id="182" name="shape:182"/>
          <p:cNvSpPr/>
          <p:nvPr/>
        </p:nvSpPr>
        <p:spPr>
          <a:xfrm>
            <a:off x="4822104" y="4179564"/>
            <a:ext cx="75600" cy="75600"/>
          </a:xfrm>
          <a:prstGeom prst="rect">
            <a:avLst/>
          </a:prstGeom>
          <a:solidFill>
            <a:srgbClr val="E2DCD2"/>
          </a:solidFill>
          <a:ln/>
        </p:spPr>
        <p:txBody>
          <a:bodyPr>
            <a:noAutofit/>
          </a:bodyPr>
          <a:p/>
        </p:txBody>
      </p:sp>
      <p:sp>
        <p:nvSpPr>
          <p:cNvPr id="183" name="shape:183"/>
          <p:cNvSpPr/>
          <p:nvPr/>
        </p:nvSpPr>
        <p:spPr>
          <a:xfrm>
            <a:off x="4930104" y="4179564"/>
            <a:ext cx="75600" cy="75600"/>
          </a:xfrm>
          <a:prstGeom prst="rect">
            <a:avLst/>
          </a:prstGeom>
          <a:solidFill>
            <a:srgbClr val="E2DCD2"/>
          </a:solidFill>
          <a:ln/>
        </p:spPr>
        <p:txBody>
          <a:bodyPr>
            <a:noAutofit/>
          </a:bodyPr>
          <a:p/>
        </p:txBody>
      </p:sp>
      <p:sp>
        <p:nvSpPr>
          <p:cNvPr id="184" name="shape:184"/>
          <p:cNvSpPr/>
          <p:nvPr/>
        </p:nvSpPr>
        <p:spPr>
          <a:xfrm>
            <a:off x="5038104" y="4179564"/>
            <a:ext cx="75600" cy="75600"/>
          </a:xfrm>
          <a:prstGeom prst="rect">
            <a:avLst/>
          </a:prstGeom>
          <a:solidFill>
            <a:srgbClr val="E2DCD2"/>
          </a:solidFill>
          <a:ln/>
        </p:spPr>
        <p:txBody>
          <a:bodyPr>
            <a:noAutofit/>
          </a:bodyPr>
          <a:p/>
        </p:txBody>
      </p:sp>
      <p:sp>
        <p:nvSpPr>
          <p:cNvPr id="185" name="shape:185"/>
          <p:cNvSpPr/>
          <p:nvPr/>
        </p:nvSpPr>
        <p:spPr>
          <a:xfrm>
            <a:off x="5146104" y="4179564"/>
            <a:ext cx="75600" cy="75600"/>
          </a:xfrm>
          <a:prstGeom prst="rect">
            <a:avLst/>
          </a:prstGeom>
          <a:solidFill>
            <a:srgbClr val="E2DCD2"/>
          </a:solidFill>
          <a:ln/>
        </p:spPr>
        <p:txBody>
          <a:bodyPr>
            <a:noAutofit/>
          </a:bodyPr>
          <a:p/>
        </p:txBody>
      </p:sp>
      <p:sp>
        <p:nvSpPr>
          <p:cNvPr id="186" name="shape:186"/>
          <p:cNvSpPr/>
          <p:nvPr/>
        </p:nvSpPr>
        <p:spPr>
          <a:xfrm>
            <a:off x="4174104" y="4287564"/>
            <a:ext cx="75600" cy="75600"/>
          </a:xfrm>
          <a:prstGeom prst="rect">
            <a:avLst/>
          </a:prstGeom>
          <a:solidFill>
            <a:srgbClr val="E2DCD2"/>
          </a:solidFill>
          <a:ln/>
        </p:spPr>
        <p:txBody>
          <a:bodyPr>
            <a:noAutofit/>
          </a:bodyPr>
          <a:p/>
        </p:txBody>
      </p:sp>
      <p:sp>
        <p:nvSpPr>
          <p:cNvPr id="187" name="shape:187"/>
          <p:cNvSpPr/>
          <p:nvPr/>
        </p:nvSpPr>
        <p:spPr>
          <a:xfrm>
            <a:off x="4282104" y="4287564"/>
            <a:ext cx="75600" cy="75600"/>
          </a:xfrm>
          <a:prstGeom prst="rect">
            <a:avLst/>
          </a:prstGeom>
          <a:solidFill>
            <a:srgbClr val="E2DCD2"/>
          </a:solidFill>
          <a:ln/>
        </p:spPr>
        <p:txBody>
          <a:bodyPr>
            <a:noAutofit/>
          </a:bodyPr>
          <a:p/>
        </p:txBody>
      </p:sp>
      <p:sp>
        <p:nvSpPr>
          <p:cNvPr id="188" name="shape:188"/>
          <p:cNvSpPr/>
          <p:nvPr/>
        </p:nvSpPr>
        <p:spPr>
          <a:xfrm>
            <a:off x="4390104" y="4287564"/>
            <a:ext cx="75600" cy="75600"/>
          </a:xfrm>
          <a:prstGeom prst="rect">
            <a:avLst/>
          </a:prstGeom>
          <a:solidFill>
            <a:srgbClr val="E2DCD2"/>
          </a:solidFill>
          <a:ln/>
        </p:spPr>
        <p:txBody>
          <a:bodyPr>
            <a:noAutofit/>
          </a:bodyPr>
          <a:p/>
        </p:txBody>
      </p:sp>
      <p:sp>
        <p:nvSpPr>
          <p:cNvPr id="189" name="shape:189"/>
          <p:cNvSpPr/>
          <p:nvPr/>
        </p:nvSpPr>
        <p:spPr>
          <a:xfrm>
            <a:off x="4498104" y="4287564"/>
            <a:ext cx="75600" cy="75600"/>
          </a:xfrm>
          <a:prstGeom prst="rect">
            <a:avLst/>
          </a:prstGeom>
          <a:solidFill>
            <a:srgbClr val="E2DCD2"/>
          </a:solidFill>
          <a:ln/>
        </p:spPr>
        <p:txBody>
          <a:bodyPr>
            <a:noAutofit/>
          </a:bodyPr>
          <a:p/>
        </p:txBody>
      </p:sp>
      <p:sp>
        <p:nvSpPr>
          <p:cNvPr id="190" name="shape:190"/>
          <p:cNvSpPr/>
          <p:nvPr/>
        </p:nvSpPr>
        <p:spPr>
          <a:xfrm>
            <a:off x="4606104" y="4287564"/>
            <a:ext cx="75600" cy="75600"/>
          </a:xfrm>
          <a:prstGeom prst="rect">
            <a:avLst/>
          </a:prstGeom>
          <a:solidFill>
            <a:srgbClr val="E2DCD2"/>
          </a:solidFill>
          <a:ln/>
        </p:spPr>
        <p:txBody>
          <a:bodyPr>
            <a:noAutofit/>
          </a:bodyPr>
          <a:p/>
        </p:txBody>
      </p:sp>
      <p:sp>
        <p:nvSpPr>
          <p:cNvPr id="191" name="shape:191"/>
          <p:cNvSpPr/>
          <p:nvPr/>
        </p:nvSpPr>
        <p:spPr>
          <a:xfrm>
            <a:off x="4714104" y="4287564"/>
            <a:ext cx="75600" cy="75600"/>
          </a:xfrm>
          <a:prstGeom prst="rect">
            <a:avLst/>
          </a:prstGeom>
          <a:solidFill>
            <a:srgbClr val="E2DCD2"/>
          </a:solidFill>
          <a:ln/>
        </p:spPr>
        <p:txBody>
          <a:bodyPr>
            <a:noAutofit/>
          </a:bodyPr>
          <a:p/>
        </p:txBody>
      </p:sp>
      <p:sp>
        <p:nvSpPr>
          <p:cNvPr id="192" name="shape:192"/>
          <p:cNvSpPr/>
          <p:nvPr/>
        </p:nvSpPr>
        <p:spPr>
          <a:xfrm>
            <a:off x="4822104" y="4287564"/>
            <a:ext cx="75600" cy="75600"/>
          </a:xfrm>
          <a:prstGeom prst="rect">
            <a:avLst/>
          </a:prstGeom>
          <a:solidFill>
            <a:srgbClr val="E2DCD2"/>
          </a:solidFill>
          <a:ln/>
        </p:spPr>
        <p:txBody>
          <a:bodyPr>
            <a:noAutofit/>
          </a:bodyPr>
          <a:p/>
        </p:txBody>
      </p:sp>
      <p:sp>
        <p:nvSpPr>
          <p:cNvPr id="193" name="shape:193"/>
          <p:cNvSpPr/>
          <p:nvPr/>
        </p:nvSpPr>
        <p:spPr>
          <a:xfrm>
            <a:off x="4930104" y="4287564"/>
            <a:ext cx="75600" cy="75600"/>
          </a:xfrm>
          <a:prstGeom prst="rect">
            <a:avLst/>
          </a:prstGeom>
          <a:solidFill>
            <a:srgbClr val="E2DCD2"/>
          </a:solidFill>
          <a:ln/>
        </p:spPr>
        <p:txBody>
          <a:bodyPr>
            <a:noAutofit/>
          </a:bodyPr>
          <a:p/>
        </p:txBody>
      </p:sp>
      <p:sp>
        <p:nvSpPr>
          <p:cNvPr id="194" name="shape:194"/>
          <p:cNvSpPr/>
          <p:nvPr/>
        </p:nvSpPr>
        <p:spPr>
          <a:xfrm>
            <a:off x="5038104" y="4287564"/>
            <a:ext cx="75600" cy="75600"/>
          </a:xfrm>
          <a:prstGeom prst="rect">
            <a:avLst/>
          </a:prstGeom>
          <a:solidFill>
            <a:srgbClr val="E2DCD2"/>
          </a:solidFill>
          <a:ln/>
        </p:spPr>
        <p:txBody>
          <a:bodyPr>
            <a:noAutofit/>
          </a:bodyPr>
          <a:p/>
        </p:txBody>
      </p:sp>
      <p:sp>
        <p:nvSpPr>
          <p:cNvPr id="195" name="shape:195"/>
          <p:cNvSpPr/>
          <p:nvPr/>
        </p:nvSpPr>
        <p:spPr>
          <a:xfrm>
            <a:off x="5146104" y="4287564"/>
            <a:ext cx="75600" cy="75600"/>
          </a:xfrm>
          <a:prstGeom prst="rect">
            <a:avLst/>
          </a:prstGeom>
          <a:solidFill>
            <a:srgbClr val="E2DCD2"/>
          </a:solidFill>
          <a:ln/>
        </p:spPr>
        <p:txBody>
          <a:bodyPr>
            <a:noAutofit/>
          </a:bodyPr>
          <a:p/>
        </p:txBody>
      </p:sp>
      <p:sp>
        <p:nvSpPr>
          <p:cNvPr id="196" name="shape:196"/>
          <p:cNvSpPr/>
          <p:nvPr/>
        </p:nvSpPr>
        <p:spPr>
          <a:xfrm>
            <a:off x="4174104" y="4395564"/>
            <a:ext cx="75600" cy="75600"/>
          </a:xfrm>
          <a:prstGeom prst="rect">
            <a:avLst/>
          </a:prstGeom>
          <a:solidFill>
            <a:srgbClr val="E2DCD2"/>
          </a:solidFill>
          <a:ln/>
        </p:spPr>
        <p:txBody>
          <a:bodyPr>
            <a:noAutofit/>
          </a:bodyPr>
          <a:p/>
        </p:txBody>
      </p:sp>
      <p:sp>
        <p:nvSpPr>
          <p:cNvPr id="197" name="shape:197"/>
          <p:cNvSpPr/>
          <p:nvPr/>
        </p:nvSpPr>
        <p:spPr>
          <a:xfrm>
            <a:off x="4282104" y="4395564"/>
            <a:ext cx="75600" cy="75600"/>
          </a:xfrm>
          <a:prstGeom prst="rect">
            <a:avLst/>
          </a:prstGeom>
          <a:solidFill>
            <a:srgbClr val="E2DCD2"/>
          </a:solidFill>
          <a:ln/>
        </p:spPr>
        <p:txBody>
          <a:bodyPr>
            <a:noAutofit/>
          </a:bodyPr>
          <a:p/>
        </p:txBody>
      </p:sp>
      <p:sp>
        <p:nvSpPr>
          <p:cNvPr id="198" name="shape:198"/>
          <p:cNvSpPr/>
          <p:nvPr/>
        </p:nvSpPr>
        <p:spPr>
          <a:xfrm>
            <a:off x="4390104" y="4395564"/>
            <a:ext cx="75600" cy="75600"/>
          </a:xfrm>
          <a:prstGeom prst="rect">
            <a:avLst/>
          </a:prstGeom>
          <a:solidFill>
            <a:srgbClr val="E2DCD2"/>
          </a:solidFill>
          <a:ln/>
        </p:spPr>
        <p:txBody>
          <a:bodyPr>
            <a:noAutofit/>
          </a:bodyPr>
          <a:p/>
        </p:txBody>
      </p:sp>
      <p:sp>
        <p:nvSpPr>
          <p:cNvPr id="199" name="shape:199"/>
          <p:cNvSpPr/>
          <p:nvPr/>
        </p:nvSpPr>
        <p:spPr>
          <a:xfrm>
            <a:off x="4498104" y="4395564"/>
            <a:ext cx="75600" cy="75600"/>
          </a:xfrm>
          <a:prstGeom prst="rect">
            <a:avLst/>
          </a:prstGeom>
          <a:solidFill>
            <a:srgbClr val="E2DCD2"/>
          </a:solidFill>
          <a:ln/>
        </p:spPr>
        <p:txBody>
          <a:bodyPr>
            <a:noAutofit/>
          </a:bodyPr>
          <a:p/>
        </p:txBody>
      </p:sp>
      <p:sp>
        <p:nvSpPr>
          <p:cNvPr id="200" name="shape:200"/>
          <p:cNvSpPr/>
          <p:nvPr/>
        </p:nvSpPr>
        <p:spPr>
          <a:xfrm>
            <a:off x="4606104" y="4395564"/>
            <a:ext cx="75600" cy="75600"/>
          </a:xfrm>
          <a:prstGeom prst="rect">
            <a:avLst/>
          </a:prstGeom>
          <a:solidFill>
            <a:srgbClr val="E2DCD2"/>
          </a:solidFill>
          <a:ln/>
        </p:spPr>
        <p:txBody>
          <a:bodyPr>
            <a:noAutofit/>
          </a:bodyPr>
          <a:p/>
        </p:txBody>
      </p:sp>
      <p:sp>
        <p:nvSpPr>
          <p:cNvPr id="201" name="shape:201"/>
          <p:cNvSpPr/>
          <p:nvPr/>
        </p:nvSpPr>
        <p:spPr>
          <a:xfrm>
            <a:off x="4714104" y="4395564"/>
            <a:ext cx="75600" cy="75600"/>
          </a:xfrm>
          <a:prstGeom prst="rect">
            <a:avLst/>
          </a:prstGeom>
          <a:solidFill>
            <a:srgbClr val="E2DCD2"/>
          </a:solidFill>
          <a:ln/>
        </p:spPr>
        <p:txBody>
          <a:bodyPr>
            <a:noAutofit/>
          </a:bodyPr>
          <a:p/>
        </p:txBody>
      </p:sp>
      <p:sp>
        <p:nvSpPr>
          <p:cNvPr id="202" name="shape:202"/>
          <p:cNvSpPr/>
          <p:nvPr/>
        </p:nvSpPr>
        <p:spPr>
          <a:xfrm>
            <a:off x="4822104" y="4395564"/>
            <a:ext cx="75600" cy="75600"/>
          </a:xfrm>
          <a:prstGeom prst="rect">
            <a:avLst/>
          </a:prstGeom>
          <a:solidFill>
            <a:srgbClr val="E2DCD2"/>
          </a:solidFill>
          <a:ln/>
        </p:spPr>
        <p:txBody>
          <a:bodyPr>
            <a:noAutofit/>
          </a:bodyPr>
          <a:p/>
        </p:txBody>
      </p:sp>
      <p:sp>
        <p:nvSpPr>
          <p:cNvPr id="203" name="shape:203"/>
          <p:cNvSpPr/>
          <p:nvPr/>
        </p:nvSpPr>
        <p:spPr>
          <a:xfrm>
            <a:off x="4930104" y="4395564"/>
            <a:ext cx="75600" cy="75600"/>
          </a:xfrm>
          <a:prstGeom prst="rect">
            <a:avLst/>
          </a:prstGeom>
          <a:solidFill>
            <a:srgbClr val="E2DCD2"/>
          </a:solidFill>
          <a:ln/>
        </p:spPr>
        <p:txBody>
          <a:bodyPr>
            <a:noAutofit/>
          </a:bodyPr>
          <a:p/>
        </p:txBody>
      </p:sp>
      <p:sp>
        <p:nvSpPr>
          <p:cNvPr id="204" name="shape:204"/>
          <p:cNvSpPr/>
          <p:nvPr/>
        </p:nvSpPr>
        <p:spPr>
          <a:xfrm>
            <a:off x="5038104" y="4395564"/>
            <a:ext cx="75600" cy="75600"/>
          </a:xfrm>
          <a:prstGeom prst="rect">
            <a:avLst/>
          </a:prstGeom>
          <a:solidFill>
            <a:srgbClr val="E2DCD2"/>
          </a:solidFill>
          <a:ln/>
        </p:spPr>
        <p:txBody>
          <a:bodyPr>
            <a:noAutofit/>
          </a:bodyPr>
          <a:p/>
        </p:txBody>
      </p:sp>
      <p:sp>
        <p:nvSpPr>
          <p:cNvPr id="205" name="shape:205"/>
          <p:cNvSpPr/>
          <p:nvPr/>
        </p:nvSpPr>
        <p:spPr>
          <a:xfrm>
            <a:off x="5146104" y="4395564"/>
            <a:ext cx="75600" cy="75600"/>
          </a:xfrm>
          <a:prstGeom prst="rect">
            <a:avLst/>
          </a:prstGeom>
          <a:solidFill>
            <a:srgbClr val="E2DCD2"/>
          </a:solidFill>
          <a:ln/>
        </p:spPr>
        <p:txBody>
          <a:bodyPr>
            <a:noAutofit/>
          </a:bodyPr>
          <a:p/>
        </p:txBody>
      </p:sp>
      <p:sp>
        <p:nvSpPr>
          <p:cNvPr id="206" name="shape:206"/>
          <p:cNvSpPr/>
          <p:nvPr/>
        </p:nvSpPr>
        <p:spPr>
          <a:xfrm>
            <a:off x="4174104" y="4503564"/>
            <a:ext cx="75600" cy="75600"/>
          </a:xfrm>
          <a:prstGeom prst="rect">
            <a:avLst/>
          </a:prstGeom>
          <a:solidFill>
            <a:srgbClr val="E2DCD2"/>
          </a:solidFill>
          <a:ln/>
        </p:spPr>
        <p:txBody>
          <a:bodyPr>
            <a:noAutofit/>
          </a:bodyPr>
          <a:p/>
        </p:txBody>
      </p:sp>
      <p:sp>
        <p:nvSpPr>
          <p:cNvPr id="207" name="shape:207"/>
          <p:cNvSpPr/>
          <p:nvPr/>
        </p:nvSpPr>
        <p:spPr>
          <a:xfrm>
            <a:off x="4282104" y="4503564"/>
            <a:ext cx="75600" cy="75600"/>
          </a:xfrm>
          <a:prstGeom prst="rect">
            <a:avLst/>
          </a:prstGeom>
          <a:solidFill>
            <a:srgbClr val="E2DCD2"/>
          </a:solidFill>
          <a:ln/>
        </p:spPr>
        <p:txBody>
          <a:bodyPr>
            <a:noAutofit/>
          </a:bodyPr>
          <a:p/>
        </p:txBody>
      </p:sp>
      <p:sp>
        <p:nvSpPr>
          <p:cNvPr id="208" name="shape:208"/>
          <p:cNvSpPr/>
          <p:nvPr/>
        </p:nvSpPr>
        <p:spPr>
          <a:xfrm>
            <a:off x="4390104" y="4503564"/>
            <a:ext cx="75600" cy="75600"/>
          </a:xfrm>
          <a:prstGeom prst="rect">
            <a:avLst/>
          </a:prstGeom>
          <a:solidFill>
            <a:srgbClr val="E2DCD2"/>
          </a:solidFill>
          <a:ln/>
        </p:spPr>
        <p:txBody>
          <a:bodyPr>
            <a:noAutofit/>
          </a:bodyPr>
          <a:p/>
        </p:txBody>
      </p:sp>
      <p:sp>
        <p:nvSpPr>
          <p:cNvPr id="209" name="shape:209"/>
          <p:cNvSpPr/>
          <p:nvPr/>
        </p:nvSpPr>
        <p:spPr>
          <a:xfrm>
            <a:off x="4498104" y="4503564"/>
            <a:ext cx="75600" cy="75600"/>
          </a:xfrm>
          <a:prstGeom prst="rect">
            <a:avLst/>
          </a:prstGeom>
          <a:solidFill>
            <a:srgbClr val="E2DCD2"/>
          </a:solidFill>
          <a:ln/>
        </p:spPr>
        <p:txBody>
          <a:bodyPr>
            <a:noAutofit/>
          </a:bodyPr>
          <a:p/>
        </p:txBody>
      </p:sp>
      <p:sp>
        <p:nvSpPr>
          <p:cNvPr id="210" name="shape:210"/>
          <p:cNvSpPr/>
          <p:nvPr/>
        </p:nvSpPr>
        <p:spPr>
          <a:xfrm>
            <a:off x="4606104" y="4503564"/>
            <a:ext cx="75600" cy="75600"/>
          </a:xfrm>
          <a:prstGeom prst="rect">
            <a:avLst/>
          </a:prstGeom>
          <a:solidFill>
            <a:srgbClr val="E2DCD2"/>
          </a:solidFill>
          <a:ln/>
        </p:spPr>
        <p:txBody>
          <a:bodyPr>
            <a:noAutofit/>
          </a:bodyPr>
          <a:p/>
        </p:txBody>
      </p:sp>
      <p:sp>
        <p:nvSpPr>
          <p:cNvPr id="211" name="shape:211"/>
          <p:cNvSpPr/>
          <p:nvPr/>
        </p:nvSpPr>
        <p:spPr>
          <a:xfrm>
            <a:off x="4714104" y="4503564"/>
            <a:ext cx="75600" cy="75600"/>
          </a:xfrm>
          <a:prstGeom prst="rect">
            <a:avLst/>
          </a:prstGeom>
          <a:solidFill>
            <a:srgbClr val="E2DCD2"/>
          </a:solidFill>
          <a:ln/>
        </p:spPr>
        <p:txBody>
          <a:bodyPr>
            <a:noAutofit/>
          </a:bodyPr>
          <a:p/>
        </p:txBody>
      </p:sp>
      <p:sp>
        <p:nvSpPr>
          <p:cNvPr id="212" name="shape:212"/>
          <p:cNvSpPr/>
          <p:nvPr/>
        </p:nvSpPr>
        <p:spPr>
          <a:xfrm>
            <a:off x="4822104" y="4503564"/>
            <a:ext cx="75600" cy="75600"/>
          </a:xfrm>
          <a:prstGeom prst="rect">
            <a:avLst/>
          </a:prstGeom>
          <a:solidFill>
            <a:srgbClr val="E2DCD2"/>
          </a:solidFill>
          <a:ln/>
        </p:spPr>
        <p:txBody>
          <a:bodyPr>
            <a:noAutofit/>
          </a:bodyPr>
          <a:p/>
        </p:txBody>
      </p:sp>
      <p:sp>
        <p:nvSpPr>
          <p:cNvPr id="213" name="shape:213"/>
          <p:cNvSpPr/>
          <p:nvPr/>
        </p:nvSpPr>
        <p:spPr>
          <a:xfrm>
            <a:off x="4930104" y="4503564"/>
            <a:ext cx="75600" cy="75600"/>
          </a:xfrm>
          <a:prstGeom prst="rect">
            <a:avLst/>
          </a:prstGeom>
          <a:solidFill>
            <a:srgbClr val="E2DCD2"/>
          </a:solidFill>
          <a:ln/>
        </p:spPr>
        <p:txBody>
          <a:bodyPr>
            <a:noAutofit/>
          </a:bodyPr>
          <a:p/>
        </p:txBody>
      </p:sp>
      <p:sp>
        <p:nvSpPr>
          <p:cNvPr id="214" name="shape:214"/>
          <p:cNvSpPr/>
          <p:nvPr/>
        </p:nvSpPr>
        <p:spPr>
          <a:xfrm>
            <a:off x="5038104" y="4503564"/>
            <a:ext cx="75600" cy="75600"/>
          </a:xfrm>
          <a:prstGeom prst="rect">
            <a:avLst/>
          </a:prstGeom>
          <a:solidFill>
            <a:srgbClr val="E2DCD2"/>
          </a:solidFill>
          <a:ln/>
        </p:spPr>
        <p:txBody>
          <a:bodyPr>
            <a:noAutofit/>
          </a:bodyPr>
          <a:p/>
        </p:txBody>
      </p:sp>
      <p:sp>
        <p:nvSpPr>
          <p:cNvPr id="215" name="shape:215"/>
          <p:cNvSpPr/>
          <p:nvPr/>
        </p:nvSpPr>
        <p:spPr>
          <a:xfrm>
            <a:off x="5146104" y="4503564"/>
            <a:ext cx="75600" cy="75600"/>
          </a:xfrm>
          <a:prstGeom prst="rect">
            <a:avLst/>
          </a:prstGeom>
          <a:solidFill>
            <a:srgbClr val="E2DCD2"/>
          </a:solidFill>
          <a:ln/>
        </p:spPr>
        <p:txBody>
          <a:bodyPr>
            <a:noAutofit/>
          </a:bodyPr>
          <a:p/>
        </p:txBody>
      </p:sp>
      <p:sp>
        <p:nvSpPr>
          <p:cNvPr id="216" name="shape:216"/>
          <p:cNvSpPr/>
          <p:nvPr/>
        </p:nvSpPr>
        <p:spPr>
          <a:xfrm>
            <a:off x="3371960"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項目4</a:t>
            </a:r>
            <a:endParaRPr lang="en-US" sz="900" dirty="0"/>
          </a:p>
        </p:txBody>
      </p:sp>
      <p:sp>
        <p:nvSpPr>
          <p:cNvPr id="217" name="shape:217"/>
          <p:cNvSpPr/>
          <p:nvPr/>
        </p:nvSpPr>
        <p:spPr>
          <a:xfrm>
            <a:off x="6167848"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21%</a:t>
            </a:r>
            <a:endParaRPr lang="en-US" sz="1500" dirty="0"/>
          </a:p>
        </p:txBody>
      </p:sp>
      <p:sp>
        <p:nvSpPr>
          <p:cNvPr id="218" name="shape:218"/>
          <p:cNvSpPr/>
          <p:nvPr/>
        </p:nvSpPr>
        <p:spPr>
          <a:xfrm>
            <a:off x="6969992" y="3531564"/>
            <a:ext cx="75600" cy="75600"/>
          </a:xfrm>
          <a:prstGeom prst="rect">
            <a:avLst/>
          </a:prstGeom>
          <a:solidFill>
            <a:srgbClr val="5A3921"/>
          </a:solidFill>
          <a:ln/>
        </p:spPr>
        <p:txBody>
          <a:bodyPr>
            <a:noAutofit/>
          </a:bodyPr>
          <a:p/>
        </p:txBody>
      </p:sp>
      <p:sp>
        <p:nvSpPr>
          <p:cNvPr id="219" name="shape:219"/>
          <p:cNvSpPr/>
          <p:nvPr/>
        </p:nvSpPr>
        <p:spPr>
          <a:xfrm>
            <a:off x="7077992" y="3531564"/>
            <a:ext cx="75600" cy="75600"/>
          </a:xfrm>
          <a:prstGeom prst="rect">
            <a:avLst/>
          </a:prstGeom>
          <a:solidFill>
            <a:srgbClr val="5A3921"/>
          </a:solidFill>
          <a:ln/>
        </p:spPr>
        <p:txBody>
          <a:bodyPr>
            <a:noAutofit/>
          </a:bodyPr>
          <a:p/>
        </p:txBody>
      </p:sp>
      <p:sp>
        <p:nvSpPr>
          <p:cNvPr id="220" name="shape:220"/>
          <p:cNvSpPr/>
          <p:nvPr/>
        </p:nvSpPr>
        <p:spPr>
          <a:xfrm>
            <a:off x="7185992" y="3531564"/>
            <a:ext cx="75600" cy="75600"/>
          </a:xfrm>
          <a:prstGeom prst="rect">
            <a:avLst/>
          </a:prstGeom>
          <a:solidFill>
            <a:srgbClr val="5A3921"/>
          </a:solidFill>
          <a:ln/>
        </p:spPr>
        <p:txBody>
          <a:bodyPr>
            <a:noAutofit/>
          </a:bodyPr>
          <a:p/>
        </p:txBody>
      </p:sp>
      <p:sp>
        <p:nvSpPr>
          <p:cNvPr id="221" name="shape:221"/>
          <p:cNvSpPr/>
          <p:nvPr/>
        </p:nvSpPr>
        <p:spPr>
          <a:xfrm>
            <a:off x="7293992" y="3531564"/>
            <a:ext cx="75600" cy="75600"/>
          </a:xfrm>
          <a:prstGeom prst="rect">
            <a:avLst/>
          </a:prstGeom>
          <a:solidFill>
            <a:srgbClr val="5A3921"/>
          </a:solidFill>
          <a:ln/>
        </p:spPr>
        <p:txBody>
          <a:bodyPr>
            <a:noAutofit/>
          </a:bodyPr>
          <a:p/>
        </p:txBody>
      </p:sp>
      <p:sp>
        <p:nvSpPr>
          <p:cNvPr id="222" name="shape:222"/>
          <p:cNvSpPr/>
          <p:nvPr/>
        </p:nvSpPr>
        <p:spPr>
          <a:xfrm>
            <a:off x="7401992" y="3531564"/>
            <a:ext cx="75600" cy="75600"/>
          </a:xfrm>
          <a:prstGeom prst="rect">
            <a:avLst/>
          </a:prstGeom>
          <a:solidFill>
            <a:srgbClr val="5A3921"/>
          </a:solidFill>
          <a:ln/>
        </p:spPr>
        <p:txBody>
          <a:bodyPr>
            <a:noAutofit/>
          </a:bodyPr>
          <a:p/>
        </p:txBody>
      </p:sp>
      <p:sp>
        <p:nvSpPr>
          <p:cNvPr id="223" name="shape:223"/>
          <p:cNvSpPr/>
          <p:nvPr/>
        </p:nvSpPr>
        <p:spPr>
          <a:xfrm>
            <a:off x="7509992" y="3531564"/>
            <a:ext cx="75600" cy="75600"/>
          </a:xfrm>
          <a:prstGeom prst="rect">
            <a:avLst/>
          </a:prstGeom>
          <a:solidFill>
            <a:srgbClr val="5A3921"/>
          </a:solidFill>
          <a:ln/>
        </p:spPr>
        <p:txBody>
          <a:bodyPr>
            <a:noAutofit/>
          </a:bodyPr>
          <a:p/>
        </p:txBody>
      </p:sp>
      <p:sp>
        <p:nvSpPr>
          <p:cNvPr id="224" name="shape:224"/>
          <p:cNvSpPr/>
          <p:nvPr/>
        </p:nvSpPr>
        <p:spPr>
          <a:xfrm>
            <a:off x="7617992" y="3531564"/>
            <a:ext cx="75600" cy="75600"/>
          </a:xfrm>
          <a:prstGeom prst="rect">
            <a:avLst/>
          </a:prstGeom>
          <a:solidFill>
            <a:srgbClr val="5A3921"/>
          </a:solidFill>
          <a:ln/>
        </p:spPr>
        <p:txBody>
          <a:bodyPr>
            <a:noAutofit/>
          </a:bodyPr>
          <a:p/>
        </p:txBody>
      </p:sp>
      <p:sp>
        <p:nvSpPr>
          <p:cNvPr id="225" name="shape:225"/>
          <p:cNvSpPr/>
          <p:nvPr/>
        </p:nvSpPr>
        <p:spPr>
          <a:xfrm>
            <a:off x="7725992" y="3531564"/>
            <a:ext cx="75600" cy="75600"/>
          </a:xfrm>
          <a:prstGeom prst="rect">
            <a:avLst/>
          </a:prstGeom>
          <a:solidFill>
            <a:srgbClr val="5A3921"/>
          </a:solidFill>
          <a:ln/>
        </p:spPr>
        <p:txBody>
          <a:bodyPr>
            <a:noAutofit/>
          </a:bodyPr>
          <a:p/>
        </p:txBody>
      </p:sp>
      <p:sp>
        <p:nvSpPr>
          <p:cNvPr id="226" name="shape:226"/>
          <p:cNvSpPr/>
          <p:nvPr/>
        </p:nvSpPr>
        <p:spPr>
          <a:xfrm>
            <a:off x="7833992" y="3531564"/>
            <a:ext cx="75600" cy="75600"/>
          </a:xfrm>
          <a:prstGeom prst="rect">
            <a:avLst/>
          </a:prstGeom>
          <a:solidFill>
            <a:srgbClr val="5A3921"/>
          </a:solidFill>
          <a:ln/>
        </p:spPr>
        <p:txBody>
          <a:bodyPr>
            <a:noAutofit/>
          </a:bodyPr>
          <a:p/>
        </p:txBody>
      </p:sp>
      <p:sp>
        <p:nvSpPr>
          <p:cNvPr id="227" name="shape:227"/>
          <p:cNvSpPr/>
          <p:nvPr/>
        </p:nvSpPr>
        <p:spPr>
          <a:xfrm>
            <a:off x="7941992" y="3531564"/>
            <a:ext cx="75600" cy="75600"/>
          </a:xfrm>
          <a:prstGeom prst="rect">
            <a:avLst/>
          </a:prstGeom>
          <a:solidFill>
            <a:srgbClr val="5A3921"/>
          </a:solidFill>
          <a:ln/>
        </p:spPr>
        <p:txBody>
          <a:bodyPr>
            <a:noAutofit/>
          </a:bodyPr>
          <a:p/>
        </p:txBody>
      </p:sp>
      <p:sp>
        <p:nvSpPr>
          <p:cNvPr id="228" name="shape:228"/>
          <p:cNvSpPr/>
          <p:nvPr/>
        </p:nvSpPr>
        <p:spPr>
          <a:xfrm>
            <a:off x="6969992" y="3639564"/>
            <a:ext cx="75600" cy="75600"/>
          </a:xfrm>
          <a:prstGeom prst="rect">
            <a:avLst/>
          </a:prstGeom>
          <a:solidFill>
            <a:srgbClr val="5A3921"/>
          </a:solidFill>
          <a:ln/>
        </p:spPr>
        <p:txBody>
          <a:bodyPr>
            <a:noAutofit/>
          </a:bodyPr>
          <a:p/>
        </p:txBody>
      </p:sp>
      <p:sp>
        <p:nvSpPr>
          <p:cNvPr id="229" name="shape:229"/>
          <p:cNvSpPr/>
          <p:nvPr/>
        </p:nvSpPr>
        <p:spPr>
          <a:xfrm>
            <a:off x="7077992" y="3639564"/>
            <a:ext cx="75600" cy="75600"/>
          </a:xfrm>
          <a:prstGeom prst="rect">
            <a:avLst/>
          </a:prstGeom>
          <a:solidFill>
            <a:srgbClr val="5A3921"/>
          </a:solidFill>
          <a:ln/>
        </p:spPr>
        <p:txBody>
          <a:bodyPr>
            <a:noAutofit/>
          </a:bodyPr>
          <a:p/>
        </p:txBody>
      </p:sp>
      <p:sp>
        <p:nvSpPr>
          <p:cNvPr id="230" name="shape:230"/>
          <p:cNvSpPr/>
          <p:nvPr/>
        </p:nvSpPr>
        <p:spPr>
          <a:xfrm>
            <a:off x="7185992" y="3639564"/>
            <a:ext cx="75600" cy="75600"/>
          </a:xfrm>
          <a:prstGeom prst="rect">
            <a:avLst/>
          </a:prstGeom>
          <a:solidFill>
            <a:srgbClr val="5A3921"/>
          </a:solidFill>
          <a:ln/>
        </p:spPr>
        <p:txBody>
          <a:bodyPr>
            <a:noAutofit/>
          </a:bodyPr>
          <a:p/>
        </p:txBody>
      </p:sp>
      <p:sp>
        <p:nvSpPr>
          <p:cNvPr id="231" name="shape:231"/>
          <p:cNvSpPr/>
          <p:nvPr/>
        </p:nvSpPr>
        <p:spPr>
          <a:xfrm>
            <a:off x="7293992" y="3639564"/>
            <a:ext cx="75600" cy="75600"/>
          </a:xfrm>
          <a:prstGeom prst="rect">
            <a:avLst/>
          </a:prstGeom>
          <a:solidFill>
            <a:srgbClr val="5A3921"/>
          </a:solidFill>
          <a:ln/>
        </p:spPr>
        <p:txBody>
          <a:bodyPr>
            <a:noAutofit/>
          </a:bodyPr>
          <a:p/>
        </p:txBody>
      </p:sp>
      <p:sp>
        <p:nvSpPr>
          <p:cNvPr id="232" name="shape:232"/>
          <p:cNvSpPr/>
          <p:nvPr/>
        </p:nvSpPr>
        <p:spPr>
          <a:xfrm>
            <a:off x="7401992" y="3639564"/>
            <a:ext cx="75600" cy="75600"/>
          </a:xfrm>
          <a:prstGeom prst="rect">
            <a:avLst/>
          </a:prstGeom>
          <a:solidFill>
            <a:srgbClr val="5A3921"/>
          </a:solidFill>
          <a:ln/>
        </p:spPr>
        <p:txBody>
          <a:bodyPr>
            <a:noAutofit/>
          </a:bodyPr>
          <a:p/>
        </p:txBody>
      </p:sp>
      <p:sp>
        <p:nvSpPr>
          <p:cNvPr id="233" name="shape:233"/>
          <p:cNvSpPr/>
          <p:nvPr/>
        </p:nvSpPr>
        <p:spPr>
          <a:xfrm>
            <a:off x="7509992" y="3639564"/>
            <a:ext cx="75600" cy="75600"/>
          </a:xfrm>
          <a:prstGeom prst="rect">
            <a:avLst/>
          </a:prstGeom>
          <a:solidFill>
            <a:srgbClr val="5A3921"/>
          </a:solidFill>
          <a:ln/>
        </p:spPr>
        <p:txBody>
          <a:bodyPr>
            <a:noAutofit/>
          </a:bodyPr>
          <a:p/>
        </p:txBody>
      </p:sp>
      <p:sp>
        <p:nvSpPr>
          <p:cNvPr id="234" name="shape:234"/>
          <p:cNvSpPr/>
          <p:nvPr/>
        </p:nvSpPr>
        <p:spPr>
          <a:xfrm>
            <a:off x="7617992" y="3639564"/>
            <a:ext cx="75600" cy="75600"/>
          </a:xfrm>
          <a:prstGeom prst="rect">
            <a:avLst/>
          </a:prstGeom>
          <a:solidFill>
            <a:srgbClr val="5A3921"/>
          </a:solidFill>
          <a:ln/>
        </p:spPr>
        <p:txBody>
          <a:bodyPr>
            <a:noAutofit/>
          </a:bodyPr>
          <a:p/>
        </p:txBody>
      </p:sp>
      <p:sp>
        <p:nvSpPr>
          <p:cNvPr id="235" name="shape:235"/>
          <p:cNvSpPr/>
          <p:nvPr/>
        </p:nvSpPr>
        <p:spPr>
          <a:xfrm>
            <a:off x="7725992" y="3639564"/>
            <a:ext cx="75600" cy="75600"/>
          </a:xfrm>
          <a:prstGeom prst="rect">
            <a:avLst/>
          </a:prstGeom>
          <a:solidFill>
            <a:srgbClr val="5A3921"/>
          </a:solidFill>
          <a:ln/>
        </p:spPr>
        <p:txBody>
          <a:bodyPr>
            <a:noAutofit/>
          </a:bodyPr>
          <a:p/>
        </p:txBody>
      </p:sp>
      <p:sp>
        <p:nvSpPr>
          <p:cNvPr id="236" name="shape:236"/>
          <p:cNvSpPr/>
          <p:nvPr/>
        </p:nvSpPr>
        <p:spPr>
          <a:xfrm>
            <a:off x="7833992" y="3639564"/>
            <a:ext cx="75600" cy="75600"/>
          </a:xfrm>
          <a:prstGeom prst="rect">
            <a:avLst/>
          </a:prstGeom>
          <a:solidFill>
            <a:srgbClr val="5A3921"/>
          </a:solidFill>
          <a:ln/>
        </p:spPr>
        <p:txBody>
          <a:bodyPr>
            <a:noAutofit/>
          </a:bodyPr>
          <a:p/>
        </p:txBody>
      </p:sp>
      <p:sp>
        <p:nvSpPr>
          <p:cNvPr id="237" name="shape:237"/>
          <p:cNvSpPr/>
          <p:nvPr/>
        </p:nvSpPr>
        <p:spPr>
          <a:xfrm>
            <a:off x="7941992" y="3639564"/>
            <a:ext cx="75600" cy="75600"/>
          </a:xfrm>
          <a:prstGeom prst="rect">
            <a:avLst/>
          </a:prstGeom>
          <a:solidFill>
            <a:srgbClr val="5A3921"/>
          </a:solidFill>
          <a:ln/>
        </p:spPr>
        <p:txBody>
          <a:bodyPr>
            <a:noAutofit/>
          </a:bodyPr>
          <a:p/>
        </p:txBody>
      </p:sp>
      <p:sp>
        <p:nvSpPr>
          <p:cNvPr id="238" name="shape:238"/>
          <p:cNvSpPr/>
          <p:nvPr/>
        </p:nvSpPr>
        <p:spPr>
          <a:xfrm>
            <a:off x="6969992" y="3747564"/>
            <a:ext cx="75600" cy="75600"/>
          </a:xfrm>
          <a:prstGeom prst="rect">
            <a:avLst/>
          </a:prstGeom>
          <a:solidFill>
            <a:srgbClr val="5A3921"/>
          </a:solidFill>
          <a:ln/>
        </p:spPr>
        <p:txBody>
          <a:bodyPr>
            <a:noAutofit/>
          </a:bodyPr>
          <a:p/>
        </p:txBody>
      </p:sp>
      <p:sp>
        <p:nvSpPr>
          <p:cNvPr id="239" name="shape:239"/>
          <p:cNvSpPr/>
          <p:nvPr/>
        </p:nvSpPr>
        <p:spPr>
          <a:xfrm>
            <a:off x="7077992" y="3747564"/>
            <a:ext cx="75600" cy="75600"/>
          </a:xfrm>
          <a:prstGeom prst="rect">
            <a:avLst/>
          </a:prstGeom>
          <a:solidFill>
            <a:srgbClr val="E2DCD2"/>
          </a:solidFill>
          <a:ln/>
        </p:spPr>
        <p:txBody>
          <a:bodyPr>
            <a:noAutofit/>
          </a:bodyPr>
          <a:p/>
        </p:txBody>
      </p:sp>
      <p:sp>
        <p:nvSpPr>
          <p:cNvPr id="240" name="shape:240"/>
          <p:cNvSpPr/>
          <p:nvPr/>
        </p:nvSpPr>
        <p:spPr>
          <a:xfrm>
            <a:off x="7185992" y="3747564"/>
            <a:ext cx="75600" cy="75600"/>
          </a:xfrm>
          <a:prstGeom prst="rect">
            <a:avLst/>
          </a:prstGeom>
          <a:solidFill>
            <a:srgbClr val="E2DCD2"/>
          </a:solidFill>
          <a:ln/>
        </p:spPr>
        <p:txBody>
          <a:bodyPr>
            <a:noAutofit/>
          </a:bodyPr>
          <a:p/>
        </p:txBody>
      </p:sp>
      <p:sp>
        <p:nvSpPr>
          <p:cNvPr id="241" name="shape:241"/>
          <p:cNvSpPr/>
          <p:nvPr/>
        </p:nvSpPr>
        <p:spPr>
          <a:xfrm>
            <a:off x="7293992" y="3747564"/>
            <a:ext cx="75600" cy="75600"/>
          </a:xfrm>
          <a:prstGeom prst="rect">
            <a:avLst/>
          </a:prstGeom>
          <a:solidFill>
            <a:srgbClr val="E2DCD2"/>
          </a:solidFill>
          <a:ln/>
        </p:spPr>
        <p:txBody>
          <a:bodyPr>
            <a:noAutofit/>
          </a:bodyPr>
          <a:p/>
        </p:txBody>
      </p:sp>
      <p:sp>
        <p:nvSpPr>
          <p:cNvPr id="242" name="shape:242"/>
          <p:cNvSpPr/>
          <p:nvPr/>
        </p:nvSpPr>
        <p:spPr>
          <a:xfrm>
            <a:off x="7401992" y="3747564"/>
            <a:ext cx="75600" cy="75600"/>
          </a:xfrm>
          <a:prstGeom prst="rect">
            <a:avLst/>
          </a:prstGeom>
          <a:solidFill>
            <a:srgbClr val="E2DCD2"/>
          </a:solidFill>
          <a:ln/>
        </p:spPr>
        <p:txBody>
          <a:bodyPr>
            <a:noAutofit/>
          </a:bodyPr>
          <a:p/>
        </p:txBody>
      </p:sp>
      <p:sp>
        <p:nvSpPr>
          <p:cNvPr id="243" name="shape:243"/>
          <p:cNvSpPr/>
          <p:nvPr/>
        </p:nvSpPr>
        <p:spPr>
          <a:xfrm>
            <a:off x="7509992" y="3747564"/>
            <a:ext cx="75600" cy="75600"/>
          </a:xfrm>
          <a:prstGeom prst="rect">
            <a:avLst/>
          </a:prstGeom>
          <a:solidFill>
            <a:srgbClr val="E2DCD2"/>
          </a:solidFill>
          <a:ln/>
        </p:spPr>
        <p:txBody>
          <a:bodyPr>
            <a:noAutofit/>
          </a:bodyPr>
          <a:p/>
        </p:txBody>
      </p:sp>
      <p:sp>
        <p:nvSpPr>
          <p:cNvPr id="244" name="shape:244"/>
          <p:cNvSpPr/>
          <p:nvPr/>
        </p:nvSpPr>
        <p:spPr>
          <a:xfrm>
            <a:off x="7617992" y="3747564"/>
            <a:ext cx="75600" cy="75600"/>
          </a:xfrm>
          <a:prstGeom prst="rect">
            <a:avLst/>
          </a:prstGeom>
          <a:solidFill>
            <a:srgbClr val="E2DCD2"/>
          </a:solidFill>
          <a:ln/>
        </p:spPr>
        <p:txBody>
          <a:bodyPr>
            <a:noAutofit/>
          </a:bodyPr>
          <a:p/>
        </p:txBody>
      </p:sp>
      <p:sp>
        <p:nvSpPr>
          <p:cNvPr id="245" name="shape:245"/>
          <p:cNvSpPr/>
          <p:nvPr/>
        </p:nvSpPr>
        <p:spPr>
          <a:xfrm>
            <a:off x="7725992" y="3747564"/>
            <a:ext cx="75600" cy="75600"/>
          </a:xfrm>
          <a:prstGeom prst="rect">
            <a:avLst/>
          </a:prstGeom>
          <a:solidFill>
            <a:srgbClr val="E2DCD2"/>
          </a:solidFill>
          <a:ln/>
        </p:spPr>
        <p:txBody>
          <a:bodyPr>
            <a:noAutofit/>
          </a:bodyPr>
          <a:p/>
        </p:txBody>
      </p:sp>
      <p:sp>
        <p:nvSpPr>
          <p:cNvPr id="246" name="shape:246"/>
          <p:cNvSpPr/>
          <p:nvPr/>
        </p:nvSpPr>
        <p:spPr>
          <a:xfrm>
            <a:off x="7833992" y="3747564"/>
            <a:ext cx="75600" cy="75600"/>
          </a:xfrm>
          <a:prstGeom prst="rect">
            <a:avLst/>
          </a:prstGeom>
          <a:solidFill>
            <a:srgbClr val="E2DCD2"/>
          </a:solidFill>
          <a:ln/>
        </p:spPr>
        <p:txBody>
          <a:bodyPr>
            <a:noAutofit/>
          </a:bodyPr>
          <a:p/>
        </p:txBody>
      </p:sp>
      <p:sp>
        <p:nvSpPr>
          <p:cNvPr id="247" name="shape:247"/>
          <p:cNvSpPr/>
          <p:nvPr/>
        </p:nvSpPr>
        <p:spPr>
          <a:xfrm>
            <a:off x="7941992" y="3747564"/>
            <a:ext cx="75600" cy="75600"/>
          </a:xfrm>
          <a:prstGeom prst="rect">
            <a:avLst/>
          </a:prstGeom>
          <a:solidFill>
            <a:srgbClr val="E2DCD2"/>
          </a:solidFill>
          <a:ln/>
        </p:spPr>
        <p:txBody>
          <a:bodyPr>
            <a:noAutofit/>
          </a:bodyPr>
          <a:p/>
        </p:txBody>
      </p:sp>
      <p:sp>
        <p:nvSpPr>
          <p:cNvPr id="248" name="shape:248"/>
          <p:cNvSpPr/>
          <p:nvPr/>
        </p:nvSpPr>
        <p:spPr>
          <a:xfrm>
            <a:off x="6969992" y="3855564"/>
            <a:ext cx="75600" cy="75600"/>
          </a:xfrm>
          <a:prstGeom prst="rect">
            <a:avLst/>
          </a:prstGeom>
          <a:solidFill>
            <a:srgbClr val="E2DCD2"/>
          </a:solidFill>
          <a:ln/>
        </p:spPr>
        <p:txBody>
          <a:bodyPr>
            <a:noAutofit/>
          </a:bodyPr>
          <a:p/>
        </p:txBody>
      </p:sp>
      <p:sp>
        <p:nvSpPr>
          <p:cNvPr id="249" name="shape:249"/>
          <p:cNvSpPr/>
          <p:nvPr/>
        </p:nvSpPr>
        <p:spPr>
          <a:xfrm>
            <a:off x="7077992" y="3855564"/>
            <a:ext cx="75600" cy="75600"/>
          </a:xfrm>
          <a:prstGeom prst="rect">
            <a:avLst/>
          </a:prstGeom>
          <a:solidFill>
            <a:srgbClr val="E2DCD2"/>
          </a:solidFill>
          <a:ln/>
        </p:spPr>
        <p:txBody>
          <a:bodyPr>
            <a:noAutofit/>
          </a:bodyPr>
          <a:p/>
        </p:txBody>
      </p:sp>
      <p:sp>
        <p:nvSpPr>
          <p:cNvPr id="250" name="shape:250"/>
          <p:cNvSpPr/>
          <p:nvPr/>
        </p:nvSpPr>
        <p:spPr>
          <a:xfrm>
            <a:off x="7185992" y="3855564"/>
            <a:ext cx="75600" cy="75600"/>
          </a:xfrm>
          <a:prstGeom prst="rect">
            <a:avLst/>
          </a:prstGeom>
          <a:solidFill>
            <a:srgbClr val="E2DCD2"/>
          </a:solidFill>
          <a:ln/>
        </p:spPr>
        <p:txBody>
          <a:bodyPr>
            <a:noAutofit/>
          </a:bodyPr>
          <a:p/>
        </p:txBody>
      </p:sp>
      <p:sp>
        <p:nvSpPr>
          <p:cNvPr id="251" name="shape:251"/>
          <p:cNvSpPr/>
          <p:nvPr/>
        </p:nvSpPr>
        <p:spPr>
          <a:xfrm>
            <a:off x="7293992" y="3855564"/>
            <a:ext cx="75600" cy="75600"/>
          </a:xfrm>
          <a:prstGeom prst="rect">
            <a:avLst/>
          </a:prstGeom>
          <a:solidFill>
            <a:srgbClr val="E2DCD2"/>
          </a:solidFill>
          <a:ln/>
        </p:spPr>
        <p:txBody>
          <a:bodyPr>
            <a:noAutofit/>
          </a:bodyPr>
          <a:p/>
        </p:txBody>
      </p:sp>
      <p:sp>
        <p:nvSpPr>
          <p:cNvPr id="252" name="shape:252"/>
          <p:cNvSpPr/>
          <p:nvPr/>
        </p:nvSpPr>
        <p:spPr>
          <a:xfrm>
            <a:off x="7401992" y="3855564"/>
            <a:ext cx="75600" cy="75600"/>
          </a:xfrm>
          <a:prstGeom prst="rect">
            <a:avLst/>
          </a:prstGeom>
          <a:solidFill>
            <a:srgbClr val="E2DCD2"/>
          </a:solidFill>
          <a:ln/>
        </p:spPr>
        <p:txBody>
          <a:bodyPr>
            <a:noAutofit/>
          </a:bodyPr>
          <a:p/>
        </p:txBody>
      </p:sp>
      <p:sp>
        <p:nvSpPr>
          <p:cNvPr id="253" name="shape:253"/>
          <p:cNvSpPr/>
          <p:nvPr/>
        </p:nvSpPr>
        <p:spPr>
          <a:xfrm>
            <a:off x="7509992" y="3855564"/>
            <a:ext cx="75600" cy="75600"/>
          </a:xfrm>
          <a:prstGeom prst="rect">
            <a:avLst/>
          </a:prstGeom>
          <a:solidFill>
            <a:srgbClr val="E2DCD2"/>
          </a:solidFill>
          <a:ln/>
        </p:spPr>
        <p:txBody>
          <a:bodyPr>
            <a:noAutofit/>
          </a:bodyPr>
          <a:p/>
        </p:txBody>
      </p:sp>
      <p:sp>
        <p:nvSpPr>
          <p:cNvPr id="254" name="shape:254"/>
          <p:cNvSpPr/>
          <p:nvPr/>
        </p:nvSpPr>
        <p:spPr>
          <a:xfrm>
            <a:off x="7617992" y="3855564"/>
            <a:ext cx="75600" cy="75600"/>
          </a:xfrm>
          <a:prstGeom prst="rect">
            <a:avLst/>
          </a:prstGeom>
          <a:solidFill>
            <a:srgbClr val="E2DCD2"/>
          </a:solidFill>
          <a:ln/>
        </p:spPr>
        <p:txBody>
          <a:bodyPr>
            <a:noAutofit/>
          </a:bodyPr>
          <a:p/>
        </p:txBody>
      </p:sp>
      <p:sp>
        <p:nvSpPr>
          <p:cNvPr id="255" name="shape:255"/>
          <p:cNvSpPr/>
          <p:nvPr/>
        </p:nvSpPr>
        <p:spPr>
          <a:xfrm>
            <a:off x="7725992" y="3855564"/>
            <a:ext cx="75600" cy="75600"/>
          </a:xfrm>
          <a:prstGeom prst="rect">
            <a:avLst/>
          </a:prstGeom>
          <a:solidFill>
            <a:srgbClr val="E2DCD2"/>
          </a:solidFill>
          <a:ln/>
        </p:spPr>
        <p:txBody>
          <a:bodyPr>
            <a:noAutofit/>
          </a:bodyPr>
          <a:p/>
        </p:txBody>
      </p:sp>
      <p:sp>
        <p:nvSpPr>
          <p:cNvPr id="256" name="shape:256"/>
          <p:cNvSpPr/>
          <p:nvPr/>
        </p:nvSpPr>
        <p:spPr>
          <a:xfrm>
            <a:off x="7833992" y="3855564"/>
            <a:ext cx="75600" cy="75600"/>
          </a:xfrm>
          <a:prstGeom prst="rect">
            <a:avLst/>
          </a:prstGeom>
          <a:solidFill>
            <a:srgbClr val="E2DCD2"/>
          </a:solidFill>
          <a:ln/>
        </p:spPr>
        <p:txBody>
          <a:bodyPr>
            <a:noAutofit/>
          </a:bodyPr>
          <a:p/>
        </p:txBody>
      </p:sp>
      <p:sp>
        <p:nvSpPr>
          <p:cNvPr id="257" name="shape:257"/>
          <p:cNvSpPr/>
          <p:nvPr/>
        </p:nvSpPr>
        <p:spPr>
          <a:xfrm>
            <a:off x="7941992" y="3855564"/>
            <a:ext cx="75600" cy="75600"/>
          </a:xfrm>
          <a:prstGeom prst="rect">
            <a:avLst/>
          </a:prstGeom>
          <a:solidFill>
            <a:srgbClr val="E2DCD2"/>
          </a:solidFill>
          <a:ln/>
        </p:spPr>
        <p:txBody>
          <a:bodyPr>
            <a:noAutofit/>
          </a:bodyPr>
          <a:p/>
        </p:txBody>
      </p:sp>
      <p:sp>
        <p:nvSpPr>
          <p:cNvPr id="258" name="shape:258"/>
          <p:cNvSpPr/>
          <p:nvPr/>
        </p:nvSpPr>
        <p:spPr>
          <a:xfrm>
            <a:off x="6969992" y="3963564"/>
            <a:ext cx="75600" cy="75600"/>
          </a:xfrm>
          <a:prstGeom prst="rect">
            <a:avLst/>
          </a:prstGeom>
          <a:solidFill>
            <a:srgbClr val="E2DCD2"/>
          </a:solidFill>
          <a:ln/>
        </p:spPr>
        <p:txBody>
          <a:bodyPr>
            <a:noAutofit/>
          </a:bodyPr>
          <a:p/>
        </p:txBody>
      </p:sp>
      <p:sp>
        <p:nvSpPr>
          <p:cNvPr id="259" name="shape:259"/>
          <p:cNvSpPr/>
          <p:nvPr/>
        </p:nvSpPr>
        <p:spPr>
          <a:xfrm>
            <a:off x="7077992" y="3963564"/>
            <a:ext cx="75600" cy="75600"/>
          </a:xfrm>
          <a:prstGeom prst="rect">
            <a:avLst/>
          </a:prstGeom>
          <a:solidFill>
            <a:srgbClr val="E2DCD2"/>
          </a:solidFill>
          <a:ln/>
        </p:spPr>
        <p:txBody>
          <a:bodyPr>
            <a:noAutofit/>
          </a:bodyPr>
          <a:p/>
        </p:txBody>
      </p:sp>
      <p:sp>
        <p:nvSpPr>
          <p:cNvPr id="260" name="shape:260"/>
          <p:cNvSpPr/>
          <p:nvPr/>
        </p:nvSpPr>
        <p:spPr>
          <a:xfrm>
            <a:off x="7185992" y="3963564"/>
            <a:ext cx="75600" cy="75600"/>
          </a:xfrm>
          <a:prstGeom prst="rect">
            <a:avLst/>
          </a:prstGeom>
          <a:solidFill>
            <a:srgbClr val="E2DCD2"/>
          </a:solidFill>
          <a:ln/>
        </p:spPr>
        <p:txBody>
          <a:bodyPr>
            <a:noAutofit/>
          </a:bodyPr>
          <a:p/>
        </p:txBody>
      </p:sp>
      <p:sp>
        <p:nvSpPr>
          <p:cNvPr id="261" name="shape:261"/>
          <p:cNvSpPr/>
          <p:nvPr/>
        </p:nvSpPr>
        <p:spPr>
          <a:xfrm>
            <a:off x="7293992" y="3963564"/>
            <a:ext cx="75600" cy="75600"/>
          </a:xfrm>
          <a:prstGeom prst="rect">
            <a:avLst/>
          </a:prstGeom>
          <a:solidFill>
            <a:srgbClr val="E2DCD2"/>
          </a:solidFill>
          <a:ln/>
        </p:spPr>
        <p:txBody>
          <a:bodyPr>
            <a:noAutofit/>
          </a:bodyPr>
          <a:p/>
        </p:txBody>
      </p:sp>
      <p:sp>
        <p:nvSpPr>
          <p:cNvPr id="262" name="shape:262"/>
          <p:cNvSpPr/>
          <p:nvPr/>
        </p:nvSpPr>
        <p:spPr>
          <a:xfrm>
            <a:off x="7401992" y="3963564"/>
            <a:ext cx="75600" cy="75600"/>
          </a:xfrm>
          <a:prstGeom prst="rect">
            <a:avLst/>
          </a:prstGeom>
          <a:solidFill>
            <a:srgbClr val="E2DCD2"/>
          </a:solidFill>
          <a:ln/>
        </p:spPr>
        <p:txBody>
          <a:bodyPr>
            <a:noAutofit/>
          </a:bodyPr>
          <a:p/>
        </p:txBody>
      </p:sp>
      <p:sp>
        <p:nvSpPr>
          <p:cNvPr id="263" name="shape:263"/>
          <p:cNvSpPr/>
          <p:nvPr/>
        </p:nvSpPr>
        <p:spPr>
          <a:xfrm>
            <a:off x="7509992" y="3963564"/>
            <a:ext cx="75600" cy="75600"/>
          </a:xfrm>
          <a:prstGeom prst="rect">
            <a:avLst/>
          </a:prstGeom>
          <a:solidFill>
            <a:srgbClr val="E2DCD2"/>
          </a:solidFill>
          <a:ln/>
        </p:spPr>
        <p:txBody>
          <a:bodyPr>
            <a:noAutofit/>
          </a:bodyPr>
          <a:p/>
        </p:txBody>
      </p:sp>
      <p:sp>
        <p:nvSpPr>
          <p:cNvPr id="264" name="shape:264"/>
          <p:cNvSpPr/>
          <p:nvPr/>
        </p:nvSpPr>
        <p:spPr>
          <a:xfrm>
            <a:off x="7617992" y="3963564"/>
            <a:ext cx="75600" cy="75600"/>
          </a:xfrm>
          <a:prstGeom prst="rect">
            <a:avLst/>
          </a:prstGeom>
          <a:solidFill>
            <a:srgbClr val="E2DCD2"/>
          </a:solidFill>
          <a:ln/>
        </p:spPr>
        <p:txBody>
          <a:bodyPr>
            <a:noAutofit/>
          </a:bodyPr>
          <a:p/>
        </p:txBody>
      </p:sp>
      <p:sp>
        <p:nvSpPr>
          <p:cNvPr id="265" name="shape:265"/>
          <p:cNvSpPr/>
          <p:nvPr/>
        </p:nvSpPr>
        <p:spPr>
          <a:xfrm>
            <a:off x="7725992" y="3963564"/>
            <a:ext cx="75600" cy="75600"/>
          </a:xfrm>
          <a:prstGeom prst="rect">
            <a:avLst/>
          </a:prstGeom>
          <a:solidFill>
            <a:srgbClr val="E2DCD2"/>
          </a:solidFill>
          <a:ln/>
        </p:spPr>
        <p:txBody>
          <a:bodyPr>
            <a:noAutofit/>
          </a:bodyPr>
          <a:p/>
        </p:txBody>
      </p:sp>
      <p:sp>
        <p:nvSpPr>
          <p:cNvPr id="266" name="shape:266"/>
          <p:cNvSpPr/>
          <p:nvPr/>
        </p:nvSpPr>
        <p:spPr>
          <a:xfrm>
            <a:off x="7833992" y="3963564"/>
            <a:ext cx="75600" cy="75600"/>
          </a:xfrm>
          <a:prstGeom prst="rect">
            <a:avLst/>
          </a:prstGeom>
          <a:solidFill>
            <a:srgbClr val="E2DCD2"/>
          </a:solidFill>
          <a:ln/>
        </p:spPr>
        <p:txBody>
          <a:bodyPr>
            <a:noAutofit/>
          </a:bodyPr>
          <a:p/>
        </p:txBody>
      </p:sp>
      <p:sp>
        <p:nvSpPr>
          <p:cNvPr id="267" name="shape:267"/>
          <p:cNvSpPr/>
          <p:nvPr/>
        </p:nvSpPr>
        <p:spPr>
          <a:xfrm>
            <a:off x="7941992" y="3963564"/>
            <a:ext cx="75600" cy="75600"/>
          </a:xfrm>
          <a:prstGeom prst="rect">
            <a:avLst/>
          </a:prstGeom>
          <a:solidFill>
            <a:srgbClr val="E2DCD2"/>
          </a:solidFill>
          <a:ln/>
        </p:spPr>
        <p:txBody>
          <a:bodyPr>
            <a:noAutofit/>
          </a:bodyPr>
          <a:p/>
        </p:txBody>
      </p:sp>
      <p:sp>
        <p:nvSpPr>
          <p:cNvPr id="268" name="shape:268"/>
          <p:cNvSpPr/>
          <p:nvPr/>
        </p:nvSpPr>
        <p:spPr>
          <a:xfrm>
            <a:off x="6969992" y="4071564"/>
            <a:ext cx="75600" cy="75600"/>
          </a:xfrm>
          <a:prstGeom prst="rect">
            <a:avLst/>
          </a:prstGeom>
          <a:solidFill>
            <a:srgbClr val="E2DCD2"/>
          </a:solidFill>
          <a:ln/>
        </p:spPr>
        <p:txBody>
          <a:bodyPr>
            <a:noAutofit/>
          </a:bodyPr>
          <a:p/>
        </p:txBody>
      </p:sp>
      <p:sp>
        <p:nvSpPr>
          <p:cNvPr id="269" name="shape:269"/>
          <p:cNvSpPr/>
          <p:nvPr/>
        </p:nvSpPr>
        <p:spPr>
          <a:xfrm>
            <a:off x="7077992" y="4071564"/>
            <a:ext cx="75600" cy="75600"/>
          </a:xfrm>
          <a:prstGeom prst="rect">
            <a:avLst/>
          </a:prstGeom>
          <a:solidFill>
            <a:srgbClr val="E2DCD2"/>
          </a:solidFill>
          <a:ln/>
        </p:spPr>
        <p:txBody>
          <a:bodyPr>
            <a:noAutofit/>
          </a:bodyPr>
          <a:p/>
        </p:txBody>
      </p:sp>
      <p:sp>
        <p:nvSpPr>
          <p:cNvPr id="270" name="shape:270"/>
          <p:cNvSpPr/>
          <p:nvPr/>
        </p:nvSpPr>
        <p:spPr>
          <a:xfrm>
            <a:off x="7185992" y="4071564"/>
            <a:ext cx="75600" cy="75600"/>
          </a:xfrm>
          <a:prstGeom prst="rect">
            <a:avLst/>
          </a:prstGeom>
          <a:solidFill>
            <a:srgbClr val="E2DCD2"/>
          </a:solidFill>
          <a:ln/>
        </p:spPr>
        <p:txBody>
          <a:bodyPr>
            <a:noAutofit/>
          </a:bodyPr>
          <a:p/>
        </p:txBody>
      </p:sp>
      <p:sp>
        <p:nvSpPr>
          <p:cNvPr id="271" name="shape:271"/>
          <p:cNvSpPr/>
          <p:nvPr/>
        </p:nvSpPr>
        <p:spPr>
          <a:xfrm>
            <a:off x="7293992" y="4071564"/>
            <a:ext cx="75600" cy="75600"/>
          </a:xfrm>
          <a:prstGeom prst="rect">
            <a:avLst/>
          </a:prstGeom>
          <a:solidFill>
            <a:srgbClr val="E2DCD2"/>
          </a:solidFill>
          <a:ln/>
        </p:spPr>
        <p:txBody>
          <a:bodyPr>
            <a:noAutofit/>
          </a:bodyPr>
          <a:p/>
        </p:txBody>
      </p:sp>
      <p:sp>
        <p:nvSpPr>
          <p:cNvPr id="272" name="shape:272"/>
          <p:cNvSpPr/>
          <p:nvPr/>
        </p:nvSpPr>
        <p:spPr>
          <a:xfrm>
            <a:off x="7401992" y="4071564"/>
            <a:ext cx="75600" cy="75600"/>
          </a:xfrm>
          <a:prstGeom prst="rect">
            <a:avLst/>
          </a:prstGeom>
          <a:solidFill>
            <a:srgbClr val="E2DCD2"/>
          </a:solidFill>
          <a:ln/>
        </p:spPr>
        <p:txBody>
          <a:bodyPr>
            <a:noAutofit/>
          </a:bodyPr>
          <a:p/>
        </p:txBody>
      </p:sp>
      <p:sp>
        <p:nvSpPr>
          <p:cNvPr id="273" name="shape:273"/>
          <p:cNvSpPr/>
          <p:nvPr/>
        </p:nvSpPr>
        <p:spPr>
          <a:xfrm>
            <a:off x="7509992" y="4071564"/>
            <a:ext cx="75600" cy="75600"/>
          </a:xfrm>
          <a:prstGeom prst="rect">
            <a:avLst/>
          </a:prstGeom>
          <a:solidFill>
            <a:srgbClr val="E2DCD2"/>
          </a:solidFill>
          <a:ln/>
        </p:spPr>
        <p:txBody>
          <a:bodyPr>
            <a:noAutofit/>
          </a:bodyPr>
          <a:p/>
        </p:txBody>
      </p:sp>
      <p:sp>
        <p:nvSpPr>
          <p:cNvPr id="274" name="shape:274"/>
          <p:cNvSpPr/>
          <p:nvPr/>
        </p:nvSpPr>
        <p:spPr>
          <a:xfrm>
            <a:off x="7617992" y="4071564"/>
            <a:ext cx="75600" cy="75600"/>
          </a:xfrm>
          <a:prstGeom prst="rect">
            <a:avLst/>
          </a:prstGeom>
          <a:solidFill>
            <a:srgbClr val="E2DCD2"/>
          </a:solidFill>
          <a:ln/>
        </p:spPr>
        <p:txBody>
          <a:bodyPr>
            <a:noAutofit/>
          </a:bodyPr>
          <a:p/>
        </p:txBody>
      </p:sp>
      <p:sp>
        <p:nvSpPr>
          <p:cNvPr id="275" name="shape:275"/>
          <p:cNvSpPr/>
          <p:nvPr/>
        </p:nvSpPr>
        <p:spPr>
          <a:xfrm>
            <a:off x="7725992" y="4071564"/>
            <a:ext cx="75600" cy="75600"/>
          </a:xfrm>
          <a:prstGeom prst="rect">
            <a:avLst/>
          </a:prstGeom>
          <a:solidFill>
            <a:srgbClr val="E2DCD2"/>
          </a:solidFill>
          <a:ln/>
        </p:spPr>
        <p:txBody>
          <a:bodyPr>
            <a:noAutofit/>
          </a:bodyPr>
          <a:p/>
        </p:txBody>
      </p:sp>
      <p:sp>
        <p:nvSpPr>
          <p:cNvPr id="276" name="shape:276"/>
          <p:cNvSpPr/>
          <p:nvPr/>
        </p:nvSpPr>
        <p:spPr>
          <a:xfrm>
            <a:off x="7833992" y="4071564"/>
            <a:ext cx="75600" cy="75600"/>
          </a:xfrm>
          <a:prstGeom prst="rect">
            <a:avLst/>
          </a:prstGeom>
          <a:solidFill>
            <a:srgbClr val="E2DCD2"/>
          </a:solidFill>
          <a:ln/>
        </p:spPr>
        <p:txBody>
          <a:bodyPr>
            <a:noAutofit/>
          </a:bodyPr>
          <a:p/>
        </p:txBody>
      </p:sp>
      <p:sp>
        <p:nvSpPr>
          <p:cNvPr id="277" name="shape:277"/>
          <p:cNvSpPr/>
          <p:nvPr/>
        </p:nvSpPr>
        <p:spPr>
          <a:xfrm>
            <a:off x="7941992" y="4071564"/>
            <a:ext cx="75600" cy="75600"/>
          </a:xfrm>
          <a:prstGeom prst="rect">
            <a:avLst/>
          </a:prstGeom>
          <a:solidFill>
            <a:srgbClr val="E2DCD2"/>
          </a:solidFill>
          <a:ln/>
        </p:spPr>
        <p:txBody>
          <a:bodyPr>
            <a:noAutofit/>
          </a:bodyPr>
          <a:p/>
        </p:txBody>
      </p:sp>
      <p:sp>
        <p:nvSpPr>
          <p:cNvPr id="278" name="shape:278"/>
          <p:cNvSpPr/>
          <p:nvPr/>
        </p:nvSpPr>
        <p:spPr>
          <a:xfrm>
            <a:off x="6969992" y="4179564"/>
            <a:ext cx="75600" cy="75600"/>
          </a:xfrm>
          <a:prstGeom prst="rect">
            <a:avLst/>
          </a:prstGeom>
          <a:solidFill>
            <a:srgbClr val="E2DCD2"/>
          </a:solidFill>
          <a:ln/>
        </p:spPr>
        <p:txBody>
          <a:bodyPr>
            <a:noAutofit/>
          </a:bodyPr>
          <a:p/>
        </p:txBody>
      </p:sp>
      <p:sp>
        <p:nvSpPr>
          <p:cNvPr id="279" name="shape:279"/>
          <p:cNvSpPr/>
          <p:nvPr/>
        </p:nvSpPr>
        <p:spPr>
          <a:xfrm>
            <a:off x="7077992" y="4179564"/>
            <a:ext cx="75600" cy="75600"/>
          </a:xfrm>
          <a:prstGeom prst="rect">
            <a:avLst/>
          </a:prstGeom>
          <a:solidFill>
            <a:srgbClr val="E2DCD2"/>
          </a:solidFill>
          <a:ln/>
        </p:spPr>
        <p:txBody>
          <a:bodyPr>
            <a:noAutofit/>
          </a:bodyPr>
          <a:p/>
        </p:txBody>
      </p:sp>
      <p:sp>
        <p:nvSpPr>
          <p:cNvPr id="280" name="shape:280"/>
          <p:cNvSpPr/>
          <p:nvPr/>
        </p:nvSpPr>
        <p:spPr>
          <a:xfrm>
            <a:off x="7185992" y="4179564"/>
            <a:ext cx="75600" cy="75600"/>
          </a:xfrm>
          <a:prstGeom prst="rect">
            <a:avLst/>
          </a:prstGeom>
          <a:solidFill>
            <a:srgbClr val="E2DCD2"/>
          </a:solidFill>
          <a:ln/>
        </p:spPr>
        <p:txBody>
          <a:bodyPr>
            <a:noAutofit/>
          </a:bodyPr>
          <a:p/>
        </p:txBody>
      </p:sp>
      <p:sp>
        <p:nvSpPr>
          <p:cNvPr id="281" name="shape:281"/>
          <p:cNvSpPr/>
          <p:nvPr/>
        </p:nvSpPr>
        <p:spPr>
          <a:xfrm>
            <a:off x="7293992" y="4179564"/>
            <a:ext cx="75600" cy="75600"/>
          </a:xfrm>
          <a:prstGeom prst="rect">
            <a:avLst/>
          </a:prstGeom>
          <a:solidFill>
            <a:srgbClr val="E2DCD2"/>
          </a:solidFill>
          <a:ln/>
        </p:spPr>
        <p:txBody>
          <a:bodyPr>
            <a:noAutofit/>
          </a:bodyPr>
          <a:p/>
        </p:txBody>
      </p:sp>
      <p:sp>
        <p:nvSpPr>
          <p:cNvPr id="282" name="shape:282"/>
          <p:cNvSpPr/>
          <p:nvPr/>
        </p:nvSpPr>
        <p:spPr>
          <a:xfrm>
            <a:off x="7401992" y="4179564"/>
            <a:ext cx="75600" cy="75600"/>
          </a:xfrm>
          <a:prstGeom prst="rect">
            <a:avLst/>
          </a:prstGeom>
          <a:solidFill>
            <a:srgbClr val="E2DCD2"/>
          </a:solidFill>
          <a:ln/>
        </p:spPr>
        <p:txBody>
          <a:bodyPr>
            <a:noAutofit/>
          </a:bodyPr>
          <a:p/>
        </p:txBody>
      </p:sp>
      <p:sp>
        <p:nvSpPr>
          <p:cNvPr id="283" name="shape:283"/>
          <p:cNvSpPr/>
          <p:nvPr/>
        </p:nvSpPr>
        <p:spPr>
          <a:xfrm>
            <a:off x="7509992" y="4179564"/>
            <a:ext cx="75600" cy="75600"/>
          </a:xfrm>
          <a:prstGeom prst="rect">
            <a:avLst/>
          </a:prstGeom>
          <a:solidFill>
            <a:srgbClr val="E2DCD2"/>
          </a:solidFill>
          <a:ln/>
        </p:spPr>
        <p:txBody>
          <a:bodyPr>
            <a:noAutofit/>
          </a:bodyPr>
          <a:p/>
        </p:txBody>
      </p:sp>
      <p:sp>
        <p:nvSpPr>
          <p:cNvPr id="284" name="shape:284"/>
          <p:cNvSpPr/>
          <p:nvPr/>
        </p:nvSpPr>
        <p:spPr>
          <a:xfrm>
            <a:off x="7617992" y="4179564"/>
            <a:ext cx="75600" cy="75600"/>
          </a:xfrm>
          <a:prstGeom prst="rect">
            <a:avLst/>
          </a:prstGeom>
          <a:solidFill>
            <a:srgbClr val="E2DCD2"/>
          </a:solidFill>
          <a:ln/>
        </p:spPr>
        <p:txBody>
          <a:bodyPr>
            <a:noAutofit/>
          </a:bodyPr>
          <a:p/>
        </p:txBody>
      </p:sp>
      <p:sp>
        <p:nvSpPr>
          <p:cNvPr id="285" name="shape:285"/>
          <p:cNvSpPr/>
          <p:nvPr/>
        </p:nvSpPr>
        <p:spPr>
          <a:xfrm>
            <a:off x="7725992" y="4179564"/>
            <a:ext cx="75600" cy="75600"/>
          </a:xfrm>
          <a:prstGeom prst="rect">
            <a:avLst/>
          </a:prstGeom>
          <a:solidFill>
            <a:srgbClr val="E2DCD2"/>
          </a:solidFill>
          <a:ln/>
        </p:spPr>
        <p:txBody>
          <a:bodyPr>
            <a:noAutofit/>
          </a:bodyPr>
          <a:p/>
        </p:txBody>
      </p:sp>
      <p:sp>
        <p:nvSpPr>
          <p:cNvPr id="286" name="shape:286"/>
          <p:cNvSpPr/>
          <p:nvPr/>
        </p:nvSpPr>
        <p:spPr>
          <a:xfrm>
            <a:off x="7833992" y="4179564"/>
            <a:ext cx="75600" cy="75600"/>
          </a:xfrm>
          <a:prstGeom prst="rect">
            <a:avLst/>
          </a:prstGeom>
          <a:solidFill>
            <a:srgbClr val="E2DCD2"/>
          </a:solidFill>
          <a:ln/>
        </p:spPr>
        <p:txBody>
          <a:bodyPr>
            <a:noAutofit/>
          </a:bodyPr>
          <a:p/>
        </p:txBody>
      </p:sp>
      <p:sp>
        <p:nvSpPr>
          <p:cNvPr id="287" name="shape:287"/>
          <p:cNvSpPr/>
          <p:nvPr/>
        </p:nvSpPr>
        <p:spPr>
          <a:xfrm>
            <a:off x="7941992" y="4179564"/>
            <a:ext cx="75600" cy="75600"/>
          </a:xfrm>
          <a:prstGeom prst="rect">
            <a:avLst/>
          </a:prstGeom>
          <a:solidFill>
            <a:srgbClr val="E2DCD2"/>
          </a:solidFill>
          <a:ln/>
        </p:spPr>
        <p:txBody>
          <a:bodyPr>
            <a:noAutofit/>
          </a:bodyPr>
          <a:p/>
        </p:txBody>
      </p:sp>
      <p:sp>
        <p:nvSpPr>
          <p:cNvPr id="288" name="shape:288"/>
          <p:cNvSpPr/>
          <p:nvPr/>
        </p:nvSpPr>
        <p:spPr>
          <a:xfrm>
            <a:off x="6969992" y="4287564"/>
            <a:ext cx="75600" cy="75600"/>
          </a:xfrm>
          <a:prstGeom prst="rect">
            <a:avLst/>
          </a:prstGeom>
          <a:solidFill>
            <a:srgbClr val="E2DCD2"/>
          </a:solidFill>
          <a:ln/>
        </p:spPr>
        <p:txBody>
          <a:bodyPr>
            <a:noAutofit/>
          </a:bodyPr>
          <a:p/>
        </p:txBody>
      </p:sp>
      <p:sp>
        <p:nvSpPr>
          <p:cNvPr id="289" name="shape:289"/>
          <p:cNvSpPr/>
          <p:nvPr/>
        </p:nvSpPr>
        <p:spPr>
          <a:xfrm>
            <a:off x="7077992" y="4287564"/>
            <a:ext cx="75600" cy="75600"/>
          </a:xfrm>
          <a:prstGeom prst="rect">
            <a:avLst/>
          </a:prstGeom>
          <a:solidFill>
            <a:srgbClr val="E2DCD2"/>
          </a:solidFill>
          <a:ln/>
        </p:spPr>
        <p:txBody>
          <a:bodyPr>
            <a:noAutofit/>
          </a:bodyPr>
          <a:p/>
        </p:txBody>
      </p:sp>
      <p:sp>
        <p:nvSpPr>
          <p:cNvPr id="290" name="shape:290"/>
          <p:cNvSpPr/>
          <p:nvPr/>
        </p:nvSpPr>
        <p:spPr>
          <a:xfrm>
            <a:off x="7185992" y="4287564"/>
            <a:ext cx="75600" cy="75600"/>
          </a:xfrm>
          <a:prstGeom prst="rect">
            <a:avLst/>
          </a:prstGeom>
          <a:solidFill>
            <a:srgbClr val="E2DCD2"/>
          </a:solidFill>
          <a:ln/>
        </p:spPr>
        <p:txBody>
          <a:bodyPr>
            <a:noAutofit/>
          </a:bodyPr>
          <a:p/>
        </p:txBody>
      </p:sp>
      <p:sp>
        <p:nvSpPr>
          <p:cNvPr id="291" name="shape:291"/>
          <p:cNvSpPr/>
          <p:nvPr/>
        </p:nvSpPr>
        <p:spPr>
          <a:xfrm>
            <a:off x="7293992" y="4287564"/>
            <a:ext cx="75600" cy="75600"/>
          </a:xfrm>
          <a:prstGeom prst="rect">
            <a:avLst/>
          </a:prstGeom>
          <a:solidFill>
            <a:srgbClr val="E2DCD2"/>
          </a:solidFill>
          <a:ln/>
        </p:spPr>
        <p:txBody>
          <a:bodyPr>
            <a:noAutofit/>
          </a:bodyPr>
          <a:p/>
        </p:txBody>
      </p:sp>
      <p:sp>
        <p:nvSpPr>
          <p:cNvPr id="292" name="shape:292"/>
          <p:cNvSpPr/>
          <p:nvPr/>
        </p:nvSpPr>
        <p:spPr>
          <a:xfrm>
            <a:off x="7401992" y="4287564"/>
            <a:ext cx="75600" cy="75600"/>
          </a:xfrm>
          <a:prstGeom prst="rect">
            <a:avLst/>
          </a:prstGeom>
          <a:solidFill>
            <a:srgbClr val="E2DCD2"/>
          </a:solidFill>
          <a:ln/>
        </p:spPr>
        <p:txBody>
          <a:bodyPr>
            <a:noAutofit/>
          </a:bodyPr>
          <a:p/>
        </p:txBody>
      </p:sp>
      <p:sp>
        <p:nvSpPr>
          <p:cNvPr id="293" name="shape:293"/>
          <p:cNvSpPr/>
          <p:nvPr/>
        </p:nvSpPr>
        <p:spPr>
          <a:xfrm>
            <a:off x="7509992" y="4287564"/>
            <a:ext cx="75600" cy="75600"/>
          </a:xfrm>
          <a:prstGeom prst="rect">
            <a:avLst/>
          </a:prstGeom>
          <a:solidFill>
            <a:srgbClr val="E2DCD2"/>
          </a:solidFill>
          <a:ln/>
        </p:spPr>
        <p:txBody>
          <a:bodyPr>
            <a:noAutofit/>
          </a:bodyPr>
          <a:p/>
        </p:txBody>
      </p:sp>
      <p:sp>
        <p:nvSpPr>
          <p:cNvPr id="294" name="shape:294"/>
          <p:cNvSpPr/>
          <p:nvPr/>
        </p:nvSpPr>
        <p:spPr>
          <a:xfrm>
            <a:off x="7617992" y="4287564"/>
            <a:ext cx="75600" cy="75600"/>
          </a:xfrm>
          <a:prstGeom prst="rect">
            <a:avLst/>
          </a:prstGeom>
          <a:solidFill>
            <a:srgbClr val="E2DCD2"/>
          </a:solidFill>
          <a:ln/>
        </p:spPr>
        <p:txBody>
          <a:bodyPr>
            <a:noAutofit/>
          </a:bodyPr>
          <a:p/>
        </p:txBody>
      </p:sp>
      <p:sp>
        <p:nvSpPr>
          <p:cNvPr id="295" name="shape:295"/>
          <p:cNvSpPr/>
          <p:nvPr/>
        </p:nvSpPr>
        <p:spPr>
          <a:xfrm>
            <a:off x="7725992" y="4287564"/>
            <a:ext cx="75600" cy="75600"/>
          </a:xfrm>
          <a:prstGeom prst="rect">
            <a:avLst/>
          </a:prstGeom>
          <a:solidFill>
            <a:srgbClr val="E2DCD2"/>
          </a:solidFill>
          <a:ln/>
        </p:spPr>
        <p:txBody>
          <a:bodyPr>
            <a:noAutofit/>
          </a:bodyPr>
          <a:p/>
        </p:txBody>
      </p:sp>
      <p:sp>
        <p:nvSpPr>
          <p:cNvPr id="296" name="shape:296"/>
          <p:cNvSpPr/>
          <p:nvPr/>
        </p:nvSpPr>
        <p:spPr>
          <a:xfrm>
            <a:off x="7833992" y="4287564"/>
            <a:ext cx="75600" cy="75600"/>
          </a:xfrm>
          <a:prstGeom prst="rect">
            <a:avLst/>
          </a:prstGeom>
          <a:solidFill>
            <a:srgbClr val="E2DCD2"/>
          </a:solidFill>
          <a:ln/>
        </p:spPr>
        <p:txBody>
          <a:bodyPr>
            <a:noAutofit/>
          </a:bodyPr>
          <a:p/>
        </p:txBody>
      </p:sp>
      <p:sp>
        <p:nvSpPr>
          <p:cNvPr id="297" name="shape:297"/>
          <p:cNvSpPr/>
          <p:nvPr/>
        </p:nvSpPr>
        <p:spPr>
          <a:xfrm>
            <a:off x="7941992" y="4287564"/>
            <a:ext cx="75600" cy="75600"/>
          </a:xfrm>
          <a:prstGeom prst="rect">
            <a:avLst/>
          </a:prstGeom>
          <a:solidFill>
            <a:srgbClr val="E2DCD2"/>
          </a:solidFill>
          <a:ln/>
        </p:spPr>
        <p:txBody>
          <a:bodyPr>
            <a:noAutofit/>
          </a:bodyPr>
          <a:p/>
        </p:txBody>
      </p:sp>
      <p:sp>
        <p:nvSpPr>
          <p:cNvPr id="298" name="shape:298"/>
          <p:cNvSpPr/>
          <p:nvPr/>
        </p:nvSpPr>
        <p:spPr>
          <a:xfrm>
            <a:off x="6969992" y="4395564"/>
            <a:ext cx="75600" cy="75600"/>
          </a:xfrm>
          <a:prstGeom prst="rect">
            <a:avLst/>
          </a:prstGeom>
          <a:solidFill>
            <a:srgbClr val="E2DCD2"/>
          </a:solidFill>
          <a:ln/>
        </p:spPr>
        <p:txBody>
          <a:bodyPr>
            <a:noAutofit/>
          </a:bodyPr>
          <a:p/>
        </p:txBody>
      </p:sp>
      <p:sp>
        <p:nvSpPr>
          <p:cNvPr id="299" name="shape:299"/>
          <p:cNvSpPr/>
          <p:nvPr/>
        </p:nvSpPr>
        <p:spPr>
          <a:xfrm>
            <a:off x="7077992" y="4395564"/>
            <a:ext cx="75600" cy="75600"/>
          </a:xfrm>
          <a:prstGeom prst="rect">
            <a:avLst/>
          </a:prstGeom>
          <a:solidFill>
            <a:srgbClr val="E2DCD2"/>
          </a:solidFill>
          <a:ln/>
        </p:spPr>
        <p:txBody>
          <a:bodyPr>
            <a:noAutofit/>
          </a:bodyPr>
          <a:p/>
        </p:txBody>
      </p:sp>
      <p:sp>
        <p:nvSpPr>
          <p:cNvPr id="300" name="shape:300"/>
          <p:cNvSpPr/>
          <p:nvPr/>
        </p:nvSpPr>
        <p:spPr>
          <a:xfrm>
            <a:off x="7185992" y="4395564"/>
            <a:ext cx="75600" cy="75600"/>
          </a:xfrm>
          <a:prstGeom prst="rect">
            <a:avLst/>
          </a:prstGeom>
          <a:solidFill>
            <a:srgbClr val="E2DCD2"/>
          </a:solidFill>
          <a:ln/>
        </p:spPr>
        <p:txBody>
          <a:bodyPr>
            <a:noAutofit/>
          </a:bodyPr>
          <a:p/>
        </p:txBody>
      </p:sp>
      <p:sp>
        <p:nvSpPr>
          <p:cNvPr id="301" name="shape:301"/>
          <p:cNvSpPr/>
          <p:nvPr/>
        </p:nvSpPr>
        <p:spPr>
          <a:xfrm>
            <a:off x="7293992" y="4395564"/>
            <a:ext cx="75600" cy="75600"/>
          </a:xfrm>
          <a:prstGeom prst="rect">
            <a:avLst/>
          </a:prstGeom>
          <a:solidFill>
            <a:srgbClr val="E2DCD2"/>
          </a:solidFill>
          <a:ln/>
        </p:spPr>
        <p:txBody>
          <a:bodyPr>
            <a:noAutofit/>
          </a:bodyPr>
          <a:p/>
        </p:txBody>
      </p:sp>
      <p:sp>
        <p:nvSpPr>
          <p:cNvPr id="302" name="shape:302"/>
          <p:cNvSpPr/>
          <p:nvPr/>
        </p:nvSpPr>
        <p:spPr>
          <a:xfrm>
            <a:off x="7401992" y="4395564"/>
            <a:ext cx="75600" cy="75600"/>
          </a:xfrm>
          <a:prstGeom prst="rect">
            <a:avLst/>
          </a:prstGeom>
          <a:solidFill>
            <a:srgbClr val="E2DCD2"/>
          </a:solidFill>
          <a:ln/>
        </p:spPr>
        <p:txBody>
          <a:bodyPr>
            <a:noAutofit/>
          </a:bodyPr>
          <a:p/>
        </p:txBody>
      </p:sp>
      <p:sp>
        <p:nvSpPr>
          <p:cNvPr id="303" name="shape:303"/>
          <p:cNvSpPr/>
          <p:nvPr/>
        </p:nvSpPr>
        <p:spPr>
          <a:xfrm>
            <a:off x="7509992" y="4395564"/>
            <a:ext cx="75600" cy="75600"/>
          </a:xfrm>
          <a:prstGeom prst="rect">
            <a:avLst/>
          </a:prstGeom>
          <a:solidFill>
            <a:srgbClr val="E2DCD2"/>
          </a:solidFill>
          <a:ln/>
        </p:spPr>
        <p:txBody>
          <a:bodyPr>
            <a:noAutofit/>
          </a:bodyPr>
          <a:p/>
        </p:txBody>
      </p:sp>
      <p:sp>
        <p:nvSpPr>
          <p:cNvPr id="304" name="shape:304"/>
          <p:cNvSpPr/>
          <p:nvPr/>
        </p:nvSpPr>
        <p:spPr>
          <a:xfrm>
            <a:off x="7617992" y="4395564"/>
            <a:ext cx="75600" cy="75600"/>
          </a:xfrm>
          <a:prstGeom prst="rect">
            <a:avLst/>
          </a:prstGeom>
          <a:solidFill>
            <a:srgbClr val="E2DCD2"/>
          </a:solidFill>
          <a:ln/>
        </p:spPr>
        <p:txBody>
          <a:bodyPr>
            <a:noAutofit/>
          </a:bodyPr>
          <a:p/>
        </p:txBody>
      </p:sp>
      <p:sp>
        <p:nvSpPr>
          <p:cNvPr id="305" name="shape:305"/>
          <p:cNvSpPr/>
          <p:nvPr/>
        </p:nvSpPr>
        <p:spPr>
          <a:xfrm>
            <a:off x="7725992" y="4395564"/>
            <a:ext cx="75600" cy="75600"/>
          </a:xfrm>
          <a:prstGeom prst="rect">
            <a:avLst/>
          </a:prstGeom>
          <a:solidFill>
            <a:srgbClr val="E2DCD2"/>
          </a:solidFill>
          <a:ln/>
        </p:spPr>
        <p:txBody>
          <a:bodyPr>
            <a:noAutofit/>
          </a:bodyPr>
          <a:p/>
        </p:txBody>
      </p:sp>
      <p:sp>
        <p:nvSpPr>
          <p:cNvPr id="306" name="shape:306"/>
          <p:cNvSpPr/>
          <p:nvPr/>
        </p:nvSpPr>
        <p:spPr>
          <a:xfrm>
            <a:off x="7833992" y="4395564"/>
            <a:ext cx="75600" cy="75600"/>
          </a:xfrm>
          <a:prstGeom prst="rect">
            <a:avLst/>
          </a:prstGeom>
          <a:solidFill>
            <a:srgbClr val="E2DCD2"/>
          </a:solidFill>
          <a:ln/>
        </p:spPr>
        <p:txBody>
          <a:bodyPr>
            <a:noAutofit/>
          </a:bodyPr>
          <a:p/>
        </p:txBody>
      </p:sp>
      <p:sp>
        <p:nvSpPr>
          <p:cNvPr id="307" name="shape:307"/>
          <p:cNvSpPr/>
          <p:nvPr/>
        </p:nvSpPr>
        <p:spPr>
          <a:xfrm>
            <a:off x="7941992" y="4395564"/>
            <a:ext cx="75600" cy="75600"/>
          </a:xfrm>
          <a:prstGeom prst="rect">
            <a:avLst/>
          </a:prstGeom>
          <a:solidFill>
            <a:srgbClr val="E2DCD2"/>
          </a:solidFill>
          <a:ln/>
        </p:spPr>
        <p:txBody>
          <a:bodyPr>
            <a:noAutofit/>
          </a:bodyPr>
          <a:p/>
        </p:txBody>
      </p:sp>
      <p:sp>
        <p:nvSpPr>
          <p:cNvPr id="308" name="shape:308"/>
          <p:cNvSpPr/>
          <p:nvPr/>
        </p:nvSpPr>
        <p:spPr>
          <a:xfrm>
            <a:off x="6969992" y="4503564"/>
            <a:ext cx="75600" cy="75600"/>
          </a:xfrm>
          <a:prstGeom prst="rect">
            <a:avLst/>
          </a:prstGeom>
          <a:solidFill>
            <a:srgbClr val="E2DCD2"/>
          </a:solidFill>
          <a:ln/>
        </p:spPr>
        <p:txBody>
          <a:bodyPr>
            <a:noAutofit/>
          </a:bodyPr>
          <a:p/>
        </p:txBody>
      </p:sp>
      <p:sp>
        <p:nvSpPr>
          <p:cNvPr id="309" name="shape:309"/>
          <p:cNvSpPr/>
          <p:nvPr/>
        </p:nvSpPr>
        <p:spPr>
          <a:xfrm>
            <a:off x="7077992" y="4503564"/>
            <a:ext cx="75600" cy="75600"/>
          </a:xfrm>
          <a:prstGeom prst="rect">
            <a:avLst/>
          </a:prstGeom>
          <a:solidFill>
            <a:srgbClr val="E2DCD2"/>
          </a:solidFill>
          <a:ln/>
        </p:spPr>
        <p:txBody>
          <a:bodyPr>
            <a:noAutofit/>
          </a:bodyPr>
          <a:p/>
        </p:txBody>
      </p:sp>
      <p:sp>
        <p:nvSpPr>
          <p:cNvPr id="310" name="shape:310"/>
          <p:cNvSpPr/>
          <p:nvPr/>
        </p:nvSpPr>
        <p:spPr>
          <a:xfrm>
            <a:off x="7185992" y="4503564"/>
            <a:ext cx="75600" cy="75600"/>
          </a:xfrm>
          <a:prstGeom prst="rect">
            <a:avLst/>
          </a:prstGeom>
          <a:solidFill>
            <a:srgbClr val="E2DCD2"/>
          </a:solidFill>
          <a:ln/>
        </p:spPr>
        <p:txBody>
          <a:bodyPr>
            <a:noAutofit/>
          </a:bodyPr>
          <a:p/>
        </p:txBody>
      </p:sp>
      <p:sp>
        <p:nvSpPr>
          <p:cNvPr id="311" name="shape:311"/>
          <p:cNvSpPr/>
          <p:nvPr/>
        </p:nvSpPr>
        <p:spPr>
          <a:xfrm>
            <a:off x="7293992" y="4503564"/>
            <a:ext cx="75600" cy="75600"/>
          </a:xfrm>
          <a:prstGeom prst="rect">
            <a:avLst/>
          </a:prstGeom>
          <a:solidFill>
            <a:srgbClr val="E2DCD2"/>
          </a:solidFill>
          <a:ln/>
        </p:spPr>
        <p:txBody>
          <a:bodyPr>
            <a:noAutofit/>
          </a:bodyPr>
          <a:p/>
        </p:txBody>
      </p:sp>
      <p:sp>
        <p:nvSpPr>
          <p:cNvPr id="312" name="shape:312"/>
          <p:cNvSpPr/>
          <p:nvPr/>
        </p:nvSpPr>
        <p:spPr>
          <a:xfrm>
            <a:off x="7401992" y="4503564"/>
            <a:ext cx="75600" cy="75600"/>
          </a:xfrm>
          <a:prstGeom prst="rect">
            <a:avLst/>
          </a:prstGeom>
          <a:solidFill>
            <a:srgbClr val="E2DCD2"/>
          </a:solidFill>
          <a:ln/>
        </p:spPr>
        <p:txBody>
          <a:bodyPr>
            <a:noAutofit/>
          </a:bodyPr>
          <a:p/>
        </p:txBody>
      </p:sp>
      <p:sp>
        <p:nvSpPr>
          <p:cNvPr id="313" name="shape:313"/>
          <p:cNvSpPr/>
          <p:nvPr/>
        </p:nvSpPr>
        <p:spPr>
          <a:xfrm>
            <a:off x="7509992" y="4503564"/>
            <a:ext cx="75600" cy="75600"/>
          </a:xfrm>
          <a:prstGeom prst="rect">
            <a:avLst/>
          </a:prstGeom>
          <a:solidFill>
            <a:srgbClr val="E2DCD2"/>
          </a:solidFill>
          <a:ln/>
        </p:spPr>
        <p:txBody>
          <a:bodyPr>
            <a:noAutofit/>
          </a:bodyPr>
          <a:p/>
        </p:txBody>
      </p:sp>
      <p:sp>
        <p:nvSpPr>
          <p:cNvPr id="314" name="shape:314"/>
          <p:cNvSpPr/>
          <p:nvPr/>
        </p:nvSpPr>
        <p:spPr>
          <a:xfrm>
            <a:off x="7617992" y="4503564"/>
            <a:ext cx="75600" cy="75600"/>
          </a:xfrm>
          <a:prstGeom prst="rect">
            <a:avLst/>
          </a:prstGeom>
          <a:solidFill>
            <a:srgbClr val="E2DCD2"/>
          </a:solidFill>
          <a:ln/>
        </p:spPr>
        <p:txBody>
          <a:bodyPr>
            <a:noAutofit/>
          </a:bodyPr>
          <a:p/>
        </p:txBody>
      </p:sp>
      <p:sp>
        <p:nvSpPr>
          <p:cNvPr id="315" name="shape:315"/>
          <p:cNvSpPr/>
          <p:nvPr/>
        </p:nvSpPr>
        <p:spPr>
          <a:xfrm>
            <a:off x="7725992" y="4503564"/>
            <a:ext cx="75600" cy="75600"/>
          </a:xfrm>
          <a:prstGeom prst="rect">
            <a:avLst/>
          </a:prstGeom>
          <a:solidFill>
            <a:srgbClr val="E2DCD2"/>
          </a:solidFill>
          <a:ln/>
        </p:spPr>
        <p:txBody>
          <a:bodyPr>
            <a:noAutofit/>
          </a:bodyPr>
          <a:p/>
        </p:txBody>
      </p:sp>
      <p:sp>
        <p:nvSpPr>
          <p:cNvPr id="316" name="shape:316"/>
          <p:cNvSpPr/>
          <p:nvPr/>
        </p:nvSpPr>
        <p:spPr>
          <a:xfrm>
            <a:off x="7833992" y="4503564"/>
            <a:ext cx="75600" cy="75600"/>
          </a:xfrm>
          <a:prstGeom prst="rect">
            <a:avLst/>
          </a:prstGeom>
          <a:solidFill>
            <a:srgbClr val="E2DCD2"/>
          </a:solidFill>
          <a:ln/>
        </p:spPr>
        <p:txBody>
          <a:bodyPr>
            <a:noAutofit/>
          </a:bodyPr>
          <a:p/>
        </p:txBody>
      </p:sp>
      <p:sp>
        <p:nvSpPr>
          <p:cNvPr id="317" name="shape:317"/>
          <p:cNvSpPr/>
          <p:nvPr/>
        </p:nvSpPr>
        <p:spPr>
          <a:xfrm>
            <a:off x="7941992" y="4503564"/>
            <a:ext cx="75600" cy="75600"/>
          </a:xfrm>
          <a:prstGeom prst="rect">
            <a:avLst/>
          </a:prstGeom>
          <a:solidFill>
            <a:srgbClr val="E2DCD2"/>
          </a:solidFill>
          <a:ln/>
        </p:spPr>
        <p:txBody>
          <a:bodyPr>
            <a:noAutofit/>
          </a:bodyPr>
          <a:p/>
        </p:txBody>
      </p:sp>
      <p:sp>
        <p:nvSpPr>
          <p:cNvPr id="318" name="shape:318"/>
          <p:cNvSpPr/>
          <p:nvPr/>
        </p:nvSpPr>
        <p:spPr>
          <a:xfrm>
            <a:off x="6167848"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項目5</a:t>
            </a:r>
            <a:endParaRPr lang="en-US" sz="900" dirty="0"/>
          </a:p>
        </p:txBody>
      </p:sp>
      <p:sp>
        <p:nvSpPr>
          <p:cNvPr id="319" name="shape:319"/>
          <p:cNvSpPr/>
          <p:nvPr/>
        </p:nvSpPr>
        <p:spPr>
          <a:xfrm>
            <a:off x="8963735" y="3167244"/>
            <a:ext cx="2651888" cy="274320"/>
          </a:xfrm>
          <a:prstGeom prst="rect">
            <a:avLst/>
          </a:prstGeom>
          <a:noFill/>
          <a:ln/>
        </p:spPr>
        <p:txBody>
          <a:bodyPr wrap="square" lIns="0" tIns="0" rIns="0" bIns="0" rtlCol="0" anchor="b">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13%</a:t>
            </a:r>
            <a:endParaRPr lang="en-US" sz="1500" dirty="0"/>
          </a:p>
        </p:txBody>
      </p:sp>
      <p:sp>
        <p:nvSpPr>
          <p:cNvPr id="320" name="shape:320"/>
          <p:cNvSpPr/>
          <p:nvPr/>
        </p:nvSpPr>
        <p:spPr>
          <a:xfrm>
            <a:off x="9765879" y="3531564"/>
            <a:ext cx="75600" cy="75600"/>
          </a:xfrm>
          <a:prstGeom prst="rect">
            <a:avLst/>
          </a:prstGeom>
          <a:solidFill>
            <a:srgbClr val="5A3921"/>
          </a:solidFill>
          <a:ln/>
        </p:spPr>
        <p:txBody>
          <a:bodyPr>
            <a:noAutofit/>
          </a:bodyPr>
          <a:p/>
        </p:txBody>
      </p:sp>
      <p:sp>
        <p:nvSpPr>
          <p:cNvPr id="321" name="shape:321"/>
          <p:cNvSpPr/>
          <p:nvPr/>
        </p:nvSpPr>
        <p:spPr>
          <a:xfrm>
            <a:off x="9873879" y="3531564"/>
            <a:ext cx="75600" cy="75600"/>
          </a:xfrm>
          <a:prstGeom prst="rect">
            <a:avLst/>
          </a:prstGeom>
          <a:solidFill>
            <a:srgbClr val="5A3921"/>
          </a:solidFill>
          <a:ln/>
        </p:spPr>
        <p:txBody>
          <a:bodyPr>
            <a:noAutofit/>
          </a:bodyPr>
          <a:p/>
        </p:txBody>
      </p:sp>
      <p:sp>
        <p:nvSpPr>
          <p:cNvPr id="322" name="shape:322"/>
          <p:cNvSpPr/>
          <p:nvPr/>
        </p:nvSpPr>
        <p:spPr>
          <a:xfrm>
            <a:off x="9981879" y="3531564"/>
            <a:ext cx="75600" cy="75600"/>
          </a:xfrm>
          <a:prstGeom prst="rect">
            <a:avLst/>
          </a:prstGeom>
          <a:solidFill>
            <a:srgbClr val="5A3921"/>
          </a:solidFill>
          <a:ln/>
        </p:spPr>
        <p:txBody>
          <a:bodyPr>
            <a:noAutofit/>
          </a:bodyPr>
          <a:p/>
        </p:txBody>
      </p:sp>
      <p:sp>
        <p:nvSpPr>
          <p:cNvPr id="323" name="shape:323"/>
          <p:cNvSpPr/>
          <p:nvPr/>
        </p:nvSpPr>
        <p:spPr>
          <a:xfrm>
            <a:off x="10089879" y="3531564"/>
            <a:ext cx="75600" cy="75600"/>
          </a:xfrm>
          <a:prstGeom prst="rect">
            <a:avLst/>
          </a:prstGeom>
          <a:solidFill>
            <a:srgbClr val="5A3921"/>
          </a:solidFill>
          <a:ln/>
        </p:spPr>
        <p:txBody>
          <a:bodyPr>
            <a:noAutofit/>
          </a:bodyPr>
          <a:p/>
        </p:txBody>
      </p:sp>
      <p:sp>
        <p:nvSpPr>
          <p:cNvPr id="324" name="shape:324"/>
          <p:cNvSpPr/>
          <p:nvPr/>
        </p:nvSpPr>
        <p:spPr>
          <a:xfrm>
            <a:off x="10197879" y="3531564"/>
            <a:ext cx="75600" cy="75600"/>
          </a:xfrm>
          <a:prstGeom prst="rect">
            <a:avLst/>
          </a:prstGeom>
          <a:solidFill>
            <a:srgbClr val="5A3921"/>
          </a:solidFill>
          <a:ln/>
        </p:spPr>
        <p:txBody>
          <a:bodyPr>
            <a:noAutofit/>
          </a:bodyPr>
          <a:p/>
        </p:txBody>
      </p:sp>
      <p:sp>
        <p:nvSpPr>
          <p:cNvPr id="325" name="shape:325"/>
          <p:cNvSpPr/>
          <p:nvPr/>
        </p:nvSpPr>
        <p:spPr>
          <a:xfrm>
            <a:off x="10305879" y="3531564"/>
            <a:ext cx="75600" cy="75600"/>
          </a:xfrm>
          <a:prstGeom prst="rect">
            <a:avLst/>
          </a:prstGeom>
          <a:solidFill>
            <a:srgbClr val="5A3921"/>
          </a:solidFill>
          <a:ln/>
        </p:spPr>
        <p:txBody>
          <a:bodyPr>
            <a:noAutofit/>
          </a:bodyPr>
          <a:p/>
        </p:txBody>
      </p:sp>
      <p:sp>
        <p:nvSpPr>
          <p:cNvPr id="326" name="shape:326"/>
          <p:cNvSpPr/>
          <p:nvPr/>
        </p:nvSpPr>
        <p:spPr>
          <a:xfrm>
            <a:off x="10413879" y="3531564"/>
            <a:ext cx="75600" cy="75600"/>
          </a:xfrm>
          <a:prstGeom prst="rect">
            <a:avLst/>
          </a:prstGeom>
          <a:solidFill>
            <a:srgbClr val="5A3921"/>
          </a:solidFill>
          <a:ln/>
        </p:spPr>
        <p:txBody>
          <a:bodyPr>
            <a:noAutofit/>
          </a:bodyPr>
          <a:p/>
        </p:txBody>
      </p:sp>
      <p:sp>
        <p:nvSpPr>
          <p:cNvPr id="327" name="shape:327"/>
          <p:cNvSpPr/>
          <p:nvPr/>
        </p:nvSpPr>
        <p:spPr>
          <a:xfrm>
            <a:off x="10521879" y="3531564"/>
            <a:ext cx="75600" cy="75600"/>
          </a:xfrm>
          <a:prstGeom prst="rect">
            <a:avLst/>
          </a:prstGeom>
          <a:solidFill>
            <a:srgbClr val="5A3921"/>
          </a:solidFill>
          <a:ln/>
        </p:spPr>
        <p:txBody>
          <a:bodyPr>
            <a:noAutofit/>
          </a:bodyPr>
          <a:p/>
        </p:txBody>
      </p:sp>
      <p:sp>
        <p:nvSpPr>
          <p:cNvPr id="328" name="shape:328"/>
          <p:cNvSpPr/>
          <p:nvPr/>
        </p:nvSpPr>
        <p:spPr>
          <a:xfrm>
            <a:off x="10629879" y="3531564"/>
            <a:ext cx="75600" cy="75600"/>
          </a:xfrm>
          <a:prstGeom prst="rect">
            <a:avLst/>
          </a:prstGeom>
          <a:solidFill>
            <a:srgbClr val="5A3921"/>
          </a:solidFill>
          <a:ln/>
        </p:spPr>
        <p:txBody>
          <a:bodyPr>
            <a:noAutofit/>
          </a:bodyPr>
          <a:p/>
        </p:txBody>
      </p:sp>
      <p:sp>
        <p:nvSpPr>
          <p:cNvPr id="329" name="shape:329"/>
          <p:cNvSpPr/>
          <p:nvPr/>
        </p:nvSpPr>
        <p:spPr>
          <a:xfrm>
            <a:off x="10737879" y="3531564"/>
            <a:ext cx="75600" cy="75600"/>
          </a:xfrm>
          <a:prstGeom prst="rect">
            <a:avLst/>
          </a:prstGeom>
          <a:solidFill>
            <a:srgbClr val="5A3921"/>
          </a:solidFill>
          <a:ln/>
        </p:spPr>
        <p:txBody>
          <a:bodyPr>
            <a:noAutofit/>
          </a:bodyPr>
          <a:p/>
        </p:txBody>
      </p:sp>
      <p:sp>
        <p:nvSpPr>
          <p:cNvPr id="330" name="shape:330"/>
          <p:cNvSpPr/>
          <p:nvPr/>
        </p:nvSpPr>
        <p:spPr>
          <a:xfrm>
            <a:off x="9765879" y="3639564"/>
            <a:ext cx="75600" cy="75600"/>
          </a:xfrm>
          <a:prstGeom prst="rect">
            <a:avLst/>
          </a:prstGeom>
          <a:solidFill>
            <a:srgbClr val="5A3921"/>
          </a:solidFill>
          <a:ln/>
        </p:spPr>
        <p:txBody>
          <a:bodyPr>
            <a:noAutofit/>
          </a:bodyPr>
          <a:p/>
        </p:txBody>
      </p:sp>
      <p:sp>
        <p:nvSpPr>
          <p:cNvPr id="331" name="shape:331"/>
          <p:cNvSpPr/>
          <p:nvPr/>
        </p:nvSpPr>
        <p:spPr>
          <a:xfrm>
            <a:off x="9873879" y="3639564"/>
            <a:ext cx="75600" cy="75600"/>
          </a:xfrm>
          <a:prstGeom prst="rect">
            <a:avLst/>
          </a:prstGeom>
          <a:solidFill>
            <a:srgbClr val="5A3921"/>
          </a:solidFill>
          <a:ln/>
        </p:spPr>
        <p:txBody>
          <a:bodyPr>
            <a:noAutofit/>
          </a:bodyPr>
          <a:p/>
        </p:txBody>
      </p:sp>
      <p:sp>
        <p:nvSpPr>
          <p:cNvPr id="332" name="shape:332"/>
          <p:cNvSpPr/>
          <p:nvPr/>
        </p:nvSpPr>
        <p:spPr>
          <a:xfrm>
            <a:off x="9981879" y="3639564"/>
            <a:ext cx="75600" cy="75600"/>
          </a:xfrm>
          <a:prstGeom prst="rect">
            <a:avLst/>
          </a:prstGeom>
          <a:solidFill>
            <a:srgbClr val="5A3921"/>
          </a:solidFill>
          <a:ln/>
        </p:spPr>
        <p:txBody>
          <a:bodyPr>
            <a:noAutofit/>
          </a:bodyPr>
          <a:p/>
        </p:txBody>
      </p:sp>
      <p:sp>
        <p:nvSpPr>
          <p:cNvPr id="333" name="shape:333"/>
          <p:cNvSpPr/>
          <p:nvPr/>
        </p:nvSpPr>
        <p:spPr>
          <a:xfrm>
            <a:off x="10089879" y="3639564"/>
            <a:ext cx="75600" cy="75600"/>
          </a:xfrm>
          <a:prstGeom prst="rect">
            <a:avLst/>
          </a:prstGeom>
          <a:solidFill>
            <a:srgbClr val="E2DCD2"/>
          </a:solidFill>
          <a:ln/>
        </p:spPr>
        <p:txBody>
          <a:bodyPr>
            <a:noAutofit/>
          </a:bodyPr>
          <a:p/>
        </p:txBody>
      </p:sp>
      <p:sp>
        <p:nvSpPr>
          <p:cNvPr id="334" name="shape:334"/>
          <p:cNvSpPr/>
          <p:nvPr/>
        </p:nvSpPr>
        <p:spPr>
          <a:xfrm>
            <a:off x="10197879" y="3639564"/>
            <a:ext cx="75600" cy="75600"/>
          </a:xfrm>
          <a:prstGeom prst="rect">
            <a:avLst/>
          </a:prstGeom>
          <a:solidFill>
            <a:srgbClr val="E2DCD2"/>
          </a:solidFill>
          <a:ln/>
        </p:spPr>
        <p:txBody>
          <a:bodyPr>
            <a:noAutofit/>
          </a:bodyPr>
          <a:p/>
        </p:txBody>
      </p:sp>
      <p:sp>
        <p:nvSpPr>
          <p:cNvPr id="335" name="shape:335"/>
          <p:cNvSpPr/>
          <p:nvPr/>
        </p:nvSpPr>
        <p:spPr>
          <a:xfrm>
            <a:off x="10305879" y="3639564"/>
            <a:ext cx="75600" cy="75600"/>
          </a:xfrm>
          <a:prstGeom prst="rect">
            <a:avLst/>
          </a:prstGeom>
          <a:solidFill>
            <a:srgbClr val="E2DCD2"/>
          </a:solidFill>
          <a:ln/>
        </p:spPr>
        <p:txBody>
          <a:bodyPr>
            <a:noAutofit/>
          </a:bodyPr>
          <a:p/>
        </p:txBody>
      </p:sp>
      <p:sp>
        <p:nvSpPr>
          <p:cNvPr id="336" name="shape:336"/>
          <p:cNvSpPr/>
          <p:nvPr/>
        </p:nvSpPr>
        <p:spPr>
          <a:xfrm>
            <a:off x="10413879" y="3639564"/>
            <a:ext cx="75600" cy="75600"/>
          </a:xfrm>
          <a:prstGeom prst="rect">
            <a:avLst/>
          </a:prstGeom>
          <a:solidFill>
            <a:srgbClr val="E2DCD2"/>
          </a:solidFill>
          <a:ln/>
        </p:spPr>
        <p:txBody>
          <a:bodyPr>
            <a:noAutofit/>
          </a:bodyPr>
          <a:p/>
        </p:txBody>
      </p:sp>
      <p:sp>
        <p:nvSpPr>
          <p:cNvPr id="337" name="shape:337"/>
          <p:cNvSpPr/>
          <p:nvPr/>
        </p:nvSpPr>
        <p:spPr>
          <a:xfrm>
            <a:off x="10521879" y="3639564"/>
            <a:ext cx="75600" cy="75600"/>
          </a:xfrm>
          <a:prstGeom prst="rect">
            <a:avLst/>
          </a:prstGeom>
          <a:solidFill>
            <a:srgbClr val="E2DCD2"/>
          </a:solidFill>
          <a:ln/>
        </p:spPr>
        <p:txBody>
          <a:bodyPr>
            <a:noAutofit/>
          </a:bodyPr>
          <a:p/>
        </p:txBody>
      </p:sp>
      <p:sp>
        <p:nvSpPr>
          <p:cNvPr id="338" name="shape:338"/>
          <p:cNvSpPr/>
          <p:nvPr/>
        </p:nvSpPr>
        <p:spPr>
          <a:xfrm>
            <a:off x="10629879" y="3639564"/>
            <a:ext cx="75600" cy="75600"/>
          </a:xfrm>
          <a:prstGeom prst="rect">
            <a:avLst/>
          </a:prstGeom>
          <a:solidFill>
            <a:srgbClr val="E2DCD2"/>
          </a:solidFill>
          <a:ln/>
        </p:spPr>
        <p:txBody>
          <a:bodyPr>
            <a:noAutofit/>
          </a:bodyPr>
          <a:p/>
        </p:txBody>
      </p:sp>
      <p:sp>
        <p:nvSpPr>
          <p:cNvPr id="339" name="shape:339"/>
          <p:cNvSpPr/>
          <p:nvPr/>
        </p:nvSpPr>
        <p:spPr>
          <a:xfrm>
            <a:off x="10737879" y="3639564"/>
            <a:ext cx="75600" cy="75600"/>
          </a:xfrm>
          <a:prstGeom prst="rect">
            <a:avLst/>
          </a:prstGeom>
          <a:solidFill>
            <a:srgbClr val="E2DCD2"/>
          </a:solidFill>
          <a:ln/>
        </p:spPr>
        <p:txBody>
          <a:bodyPr>
            <a:noAutofit/>
          </a:bodyPr>
          <a:p/>
        </p:txBody>
      </p:sp>
      <p:sp>
        <p:nvSpPr>
          <p:cNvPr id="340" name="shape:340"/>
          <p:cNvSpPr/>
          <p:nvPr/>
        </p:nvSpPr>
        <p:spPr>
          <a:xfrm>
            <a:off x="9765879" y="3747564"/>
            <a:ext cx="75600" cy="75600"/>
          </a:xfrm>
          <a:prstGeom prst="rect">
            <a:avLst/>
          </a:prstGeom>
          <a:solidFill>
            <a:srgbClr val="E2DCD2"/>
          </a:solidFill>
          <a:ln/>
        </p:spPr>
        <p:txBody>
          <a:bodyPr>
            <a:noAutofit/>
          </a:bodyPr>
          <a:p/>
        </p:txBody>
      </p:sp>
      <p:sp>
        <p:nvSpPr>
          <p:cNvPr id="341" name="shape:341"/>
          <p:cNvSpPr/>
          <p:nvPr/>
        </p:nvSpPr>
        <p:spPr>
          <a:xfrm>
            <a:off x="9873879" y="3747564"/>
            <a:ext cx="75600" cy="75600"/>
          </a:xfrm>
          <a:prstGeom prst="rect">
            <a:avLst/>
          </a:prstGeom>
          <a:solidFill>
            <a:srgbClr val="E2DCD2"/>
          </a:solidFill>
          <a:ln/>
        </p:spPr>
        <p:txBody>
          <a:bodyPr>
            <a:noAutofit/>
          </a:bodyPr>
          <a:p/>
        </p:txBody>
      </p:sp>
      <p:sp>
        <p:nvSpPr>
          <p:cNvPr id="342" name="shape:342"/>
          <p:cNvSpPr/>
          <p:nvPr/>
        </p:nvSpPr>
        <p:spPr>
          <a:xfrm>
            <a:off x="9981879" y="3747564"/>
            <a:ext cx="75600" cy="75600"/>
          </a:xfrm>
          <a:prstGeom prst="rect">
            <a:avLst/>
          </a:prstGeom>
          <a:solidFill>
            <a:srgbClr val="E2DCD2"/>
          </a:solidFill>
          <a:ln/>
        </p:spPr>
        <p:txBody>
          <a:bodyPr>
            <a:noAutofit/>
          </a:bodyPr>
          <a:p/>
        </p:txBody>
      </p:sp>
      <p:sp>
        <p:nvSpPr>
          <p:cNvPr id="343" name="shape:343"/>
          <p:cNvSpPr/>
          <p:nvPr/>
        </p:nvSpPr>
        <p:spPr>
          <a:xfrm>
            <a:off x="10089879" y="3747564"/>
            <a:ext cx="75600" cy="75600"/>
          </a:xfrm>
          <a:prstGeom prst="rect">
            <a:avLst/>
          </a:prstGeom>
          <a:solidFill>
            <a:srgbClr val="E2DCD2"/>
          </a:solidFill>
          <a:ln/>
        </p:spPr>
        <p:txBody>
          <a:bodyPr>
            <a:noAutofit/>
          </a:bodyPr>
          <a:p/>
        </p:txBody>
      </p:sp>
      <p:sp>
        <p:nvSpPr>
          <p:cNvPr id="344" name="shape:344"/>
          <p:cNvSpPr/>
          <p:nvPr/>
        </p:nvSpPr>
        <p:spPr>
          <a:xfrm>
            <a:off x="10197879" y="3747564"/>
            <a:ext cx="75600" cy="75600"/>
          </a:xfrm>
          <a:prstGeom prst="rect">
            <a:avLst/>
          </a:prstGeom>
          <a:solidFill>
            <a:srgbClr val="E2DCD2"/>
          </a:solidFill>
          <a:ln/>
        </p:spPr>
        <p:txBody>
          <a:bodyPr>
            <a:noAutofit/>
          </a:bodyPr>
          <a:p/>
        </p:txBody>
      </p:sp>
      <p:sp>
        <p:nvSpPr>
          <p:cNvPr id="345" name="shape:345"/>
          <p:cNvSpPr/>
          <p:nvPr/>
        </p:nvSpPr>
        <p:spPr>
          <a:xfrm>
            <a:off x="10305879" y="3747564"/>
            <a:ext cx="75600" cy="75600"/>
          </a:xfrm>
          <a:prstGeom prst="rect">
            <a:avLst/>
          </a:prstGeom>
          <a:solidFill>
            <a:srgbClr val="E2DCD2"/>
          </a:solidFill>
          <a:ln/>
        </p:spPr>
        <p:txBody>
          <a:bodyPr>
            <a:noAutofit/>
          </a:bodyPr>
          <a:p/>
        </p:txBody>
      </p:sp>
      <p:sp>
        <p:nvSpPr>
          <p:cNvPr id="346" name="shape:346"/>
          <p:cNvSpPr/>
          <p:nvPr/>
        </p:nvSpPr>
        <p:spPr>
          <a:xfrm>
            <a:off x="10413879" y="3747564"/>
            <a:ext cx="75600" cy="75600"/>
          </a:xfrm>
          <a:prstGeom prst="rect">
            <a:avLst/>
          </a:prstGeom>
          <a:solidFill>
            <a:srgbClr val="E2DCD2"/>
          </a:solidFill>
          <a:ln/>
        </p:spPr>
        <p:txBody>
          <a:bodyPr>
            <a:noAutofit/>
          </a:bodyPr>
          <a:p/>
        </p:txBody>
      </p:sp>
      <p:sp>
        <p:nvSpPr>
          <p:cNvPr id="347" name="shape:347"/>
          <p:cNvSpPr/>
          <p:nvPr/>
        </p:nvSpPr>
        <p:spPr>
          <a:xfrm>
            <a:off x="10521879" y="3747564"/>
            <a:ext cx="75600" cy="75600"/>
          </a:xfrm>
          <a:prstGeom prst="rect">
            <a:avLst/>
          </a:prstGeom>
          <a:solidFill>
            <a:srgbClr val="E2DCD2"/>
          </a:solidFill>
          <a:ln/>
        </p:spPr>
        <p:txBody>
          <a:bodyPr>
            <a:noAutofit/>
          </a:bodyPr>
          <a:p/>
        </p:txBody>
      </p:sp>
      <p:sp>
        <p:nvSpPr>
          <p:cNvPr id="348" name="shape:348"/>
          <p:cNvSpPr/>
          <p:nvPr/>
        </p:nvSpPr>
        <p:spPr>
          <a:xfrm>
            <a:off x="10629879" y="3747564"/>
            <a:ext cx="75600" cy="75600"/>
          </a:xfrm>
          <a:prstGeom prst="rect">
            <a:avLst/>
          </a:prstGeom>
          <a:solidFill>
            <a:srgbClr val="E2DCD2"/>
          </a:solidFill>
          <a:ln/>
        </p:spPr>
        <p:txBody>
          <a:bodyPr>
            <a:noAutofit/>
          </a:bodyPr>
          <a:p/>
        </p:txBody>
      </p:sp>
      <p:sp>
        <p:nvSpPr>
          <p:cNvPr id="349" name="shape:349"/>
          <p:cNvSpPr/>
          <p:nvPr/>
        </p:nvSpPr>
        <p:spPr>
          <a:xfrm>
            <a:off x="10737879" y="3747564"/>
            <a:ext cx="75600" cy="75600"/>
          </a:xfrm>
          <a:prstGeom prst="rect">
            <a:avLst/>
          </a:prstGeom>
          <a:solidFill>
            <a:srgbClr val="E2DCD2"/>
          </a:solidFill>
          <a:ln/>
        </p:spPr>
        <p:txBody>
          <a:bodyPr>
            <a:noAutofit/>
          </a:bodyPr>
          <a:p/>
        </p:txBody>
      </p:sp>
      <p:sp>
        <p:nvSpPr>
          <p:cNvPr id="350" name="shape:350"/>
          <p:cNvSpPr/>
          <p:nvPr/>
        </p:nvSpPr>
        <p:spPr>
          <a:xfrm>
            <a:off x="9765879" y="3855564"/>
            <a:ext cx="75600" cy="75600"/>
          </a:xfrm>
          <a:prstGeom prst="rect">
            <a:avLst/>
          </a:prstGeom>
          <a:solidFill>
            <a:srgbClr val="E2DCD2"/>
          </a:solidFill>
          <a:ln/>
        </p:spPr>
        <p:txBody>
          <a:bodyPr>
            <a:noAutofit/>
          </a:bodyPr>
          <a:p/>
        </p:txBody>
      </p:sp>
      <p:sp>
        <p:nvSpPr>
          <p:cNvPr id="351" name="shape:351"/>
          <p:cNvSpPr/>
          <p:nvPr/>
        </p:nvSpPr>
        <p:spPr>
          <a:xfrm>
            <a:off x="9873879" y="3855564"/>
            <a:ext cx="75600" cy="75600"/>
          </a:xfrm>
          <a:prstGeom prst="rect">
            <a:avLst/>
          </a:prstGeom>
          <a:solidFill>
            <a:srgbClr val="E2DCD2"/>
          </a:solidFill>
          <a:ln/>
        </p:spPr>
        <p:txBody>
          <a:bodyPr>
            <a:noAutofit/>
          </a:bodyPr>
          <a:p/>
        </p:txBody>
      </p:sp>
      <p:sp>
        <p:nvSpPr>
          <p:cNvPr id="352" name="shape:352"/>
          <p:cNvSpPr/>
          <p:nvPr/>
        </p:nvSpPr>
        <p:spPr>
          <a:xfrm>
            <a:off x="9981879" y="3855564"/>
            <a:ext cx="75600" cy="75600"/>
          </a:xfrm>
          <a:prstGeom prst="rect">
            <a:avLst/>
          </a:prstGeom>
          <a:solidFill>
            <a:srgbClr val="E2DCD2"/>
          </a:solidFill>
          <a:ln/>
        </p:spPr>
        <p:txBody>
          <a:bodyPr>
            <a:noAutofit/>
          </a:bodyPr>
          <a:p/>
        </p:txBody>
      </p:sp>
      <p:sp>
        <p:nvSpPr>
          <p:cNvPr id="353" name="shape:353"/>
          <p:cNvSpPr/>
          <p:nvPr/>
        </p:nvSpPr>
        <p:spPr>
          <a:xfrm>
            <a:off x="10089879" y="3855564"/>
            <a:ext cx="75600" cy="75600"/>
          </a:xfrm>
          <a:prstGeom prst="rect">
            <a:avLst/>
          </a:prstGeom>
          <a:solidFill>
            <a:srgbClr val="E2DCD2"/>
          </a:solidFill>
          <a:ln/>
        </p:spPr>
        <p:txBody>
          <a:bodyPr>
            <a:noAutofit/>
          </a:bodyPr>
          <a:p/>
        </p:txBody>
      </p:sp>
      <p:sp>
        <p:nvSpPr>
          <p:cNvPr id="354" name="shape:354"/>
          <p:cNvSpPr/>
          <p:nvPr/>
        </p:nvSpPr>
        <p:spPr>
          <a:xfrm>
            <a:off x="10197879" y="3855564"/>
            <a:ext cx="75600" cy="75600"/>
          </a:xfrm>
          <a:prstGeom prst="rect">
            <a:avLst/>
          </a:prstGeom>
          <a:solidFill>
            <a:srgbClr val="E2DCD2"/>
          </a:solidFill>
          <a:ln/>
        </p:spPr>
        <p:txBody>
          <a:bodyPr>
            <a:noAutofit/>
          </a:bodyPr>
          <a:p/>
        </p:txBody>
      </p:sp>
      <p:sp>
        <p:nvSpPr>
          <p:cNvPr id="355" name="shape:355"/>
          <p:cNvSpPr/>
          <p:nvPr/>
        </p:nvSpPr>
        <p:spPr>
          <a:xfrm>
            <a:off x="10305879" y="3855564"/>
            <a:ext cx="75600" cy="75600"/>
          </a:xfrm>
          <a:prstGeom prst="rect">
            <a:avLst/>
          </a:prstGeom>
          <a:solidFill>
            <a:srgbClr val="E2DCD2"/>
          </a:solidFill>
          <a:ln/>
        </p:spPr>
        <p:txBody>
          <a:bodyPr>
            <a:noAutofit/>
          </a:bodyPr>
          <a:p/>
        </p:txBody>
      </p:sp>
      <p:sp>
        <p:nvSpPr>
          <p:cNvPr id="356" name="shape:356"/>
          <p:cNvSpPr/>
          <p:nvPr/>
        </p:nvSpPr>
        <p:spPr>
          <a:xfrm>
            <a:off x="10413879" y="3855564"/>
            <a:ext cx="75600" cy="75600"/>
          </a:xfrm>
          <a:prstGeom prst="rect">
            <a:avLst/>
          </a:prstGeom>
          <a:solidFill>
            <a:srgbClr val="E2DCD2"/>
          </a:solidFill>
          <a:ln/>
        </p:spPr>
        <p:txBody>
          <a:bodyPr>
            <a:noAutofit/>
          </a:bodyPr>
          <a:p/>
        </p:txBody>
      </p:sp>
      <p:sp>
        <p:nvSpPr>
          <p:cNvPr id="357" name="shape:357"/>
          <p:cNvSpPr/>
          <p:nvPr/>
        </p:nvSpPr>
        <p:spPr>
          <a:xfrm>
            <a:off x="10521879" y="3855564"/>
            <a:ext cx="75600" cy="75600"/>
          </a:xfrm>
          <a:prstGeom prst="rect">
            <a:avLst/>
          </a:prstGeom>
          <a:solidFill>
            <a:srgbClr val="E2DCD2"/>
          </a:solidFill>
          <a:ln/>
        </p:spPr>
        <p:txBody>
          <a:bodyPr>
            <a:noAutofit/>
          </a:bodyPr>
          <a:p/>
        </p:txBody>
      </p:sp>
      <p:sp>
        <p:nvSpPr>
          <p:cNvPr id="358" name="shape:358"/>
          <p:cNvSpPr/>
          <p:nvPr/>
        </p:nvSpPr>
        <p:spPr>
          <a:xfrm>
            <a:off x="10629879" y="3855564"/>
            <a:ext cx="75600" cy="75600"/>
          </a:xfrm>
          <a:prstGeom prst="rect">
            <a:avLst/>
          </a:prstGeom>
          <a:solidFill>
            <a:srgbClr val="E2DCD2"/>
          </a:solidFill>
          <a:ln/>
        </p:spPr>
        <p:txBody>
          <a:bodyPr>
            <a:noAutofit/>
          </a:bodyPr>
          <a:p/>
        </p:txBody>
      </p:sp>
      <p:sp>
        <p:nvSpPr>
          <p:cNvPr id="359" name="shape:359"/>
          <p:cNvSpPr/>
          <p:nvPr/>
        </p:nvSpPr>
        <p:spPr>
          <a:xfrm>
            <a:off x="10737879" y="3855564"/>
            <a:ext cx="75600" cy="75600"/>
          </a:xfrm>
          <a:prstGeom prst="rect">
            <a:avLst/>
          </a:prstGeom>
          <a:solidFill>
            <a:srgbClr val="E2DCD2"/>
          </a:solidFill>
          <a:ln/>
        </p:spPr>
        <p:txBody>
          <a:bodyPr>
            <a:noAutofit/>
          </a:bodyPr>
          <a:p/>
        </p:txBody>
      </p:sp>
      <p:sp>
        <p:nvSpPr>
          <p:cNvPr id="360" name="shape:360"/>
          <p:cNvSpPr/>
          <p:nvPr/>
        </p:nvSpPr>
        <p:spPr>
          <a:xfrm>
            <a:off x="9765879" y="3963564"/>
            <a:ext cx="75600" cy="75600"/>
          </a:xfrm>
          <a:prstGeom prst="rect">
            <a:avLst/>
          </a:prstGeom>
          <a:solidFill>
            <a:srgbClr val="E2DCD2"/>
          </a:solidFill>
          <a:ln/>
        </p:spPr>
        <p:txBody>
          <a:bodyPr>
            <a:noAutofit/>
          </a:bodyPr>
          <a:p/>
        </p:txBody>
      </p:sp>
      <p:sp>
        <p:nvSpPr>
          <p:cNvPr id="361" name="shape:361"/>
          <p:cNvSpPr/>
          <p:nvPr/>
        </p:nvSpPr>
        <p:spPr>
          <a:xfrm>
            <a:off x="9873879" y="3963564"/>
            <a:ext cx="75600" cy="75600"/>
          </a:xfrm>
          <a:prstGeom prst="rect">
            <a:avLst/>
          </a:prstGeom>
          <a:solidFill>
            <a:srgbClr val="E2DCD2"/>
          </a:solidFill>
          <a:ln/>
        </p:spPr>
        <p:txBody>
          <a:bodyPr>
            <a:noAutofit/>
          </a:bodyPr>
          <a:p/>
        </p:txBody>
      </p:sp>
      <p:sp>
        <p:nvSpPr>
          <p:cNvPr id="362" name="shape:362"/>
          <p:cNvSpPr/>
          <p:nvPr/>
        </p:nvSpPr>
        <p:spPr>
          <a:xfrm>
            <a:off x="9981879" y="3963564"/>
            <a:ext cx="75600" cy="75600"/>
          </a:xfrm>
          <a:prstGeom prst="rect">
            <a:avLst/>
          </a:prstGeom>
          <a:solidFill>
            <a:srgbClr val="E2DCD2"/>
          </a:solidFill>
          <a:ln/>
        </p:spPr>
        <p:txBody>
          <a:bodyPr>
            <a:noAutofit/>
          </a:bodyPr>
          <a:p/>
        </p:txBody>
      </p:sp>
      <p:sp>
        <p:nvSpPr>
          <p:cNvPr id="363" name="shape:363"/>
          <p:cNvSpPr/>
          <p:nvPr/>
        </p:nvSpPr>
        <p:spPr>
          <a:xfrm>
            <a:off x="10089879" y="3963564"/>
            <a:ext cx="75600" cy="75600"/>
          </a:xfrm>
          <a:prstGeom prst="rect">
            <a:avLst/>
          </a:prstGeom>
          <a:solidFill>
            <a:srgbClr val="E2DCD2"/>
          </a:solidFill>
          <a:ln/>
        </p:spPr>
        <p:txBody>
          <a:bodyPr>
            <a:noAutofit/>
          </a:bodyPr>
          <a:p/>
        </p:txBody>
      </p:sp>
      <p:sp>
        <p:nvSpPr>
          <p:cNvPr id="364" name="shape:364"/>
          <p:cNvSpPr/>
          <p:nvPr/>
        </p:nvSpPr>
        <p:spPr>
          <a:xfrm>
            <a:off x="10197879" y="3963564"/>
            <a:ext cx="75600" cy="75600"/>
          </a:xfrm>
          <a:prstGeom prst="rect">
            <a:avLst/>
          </a:prstGeom>
          <a:solidFill>
            <a:srgbClr val="E2DCD2"/>
          </a:solidFill>
          <a:ln/>
        </p:spPr>
        <p:txBody>
          <a:bodyPr>
            <a:noAutofit/>
          </a:bodyPr>
          <a:p/>
        </p:txBody>
      </p:sp>
      <p:sp>
        <p:nvSpPr>
          <p:cNvPr id="365" name="shape:365"/>
          <p:cNvSpPr/>
          <p:nvPr/>
        </p:nvSpPr>
        <p:spPr>
          <a:xfrm>
            <a:off x="10305879" y="3963564"/>
            <a:ext cx="75600" cy="75600"/>
          </a:xfrm>
          <a:prstGeom prst="rect">
            <a:avLst/>
          </a:prstGeom>
          <a:solidFill>
            <a:srgbClr val="E2DCD2"/>
          </a:solidFill>
          <a:ln/>
        </p:spPr>
        <p:txBody>
          <a:bodyPr>
            <a:noAutofit/>
          </a:bodyPr>
          <a:p/>
        </p:txBody>
      </p:sp>
      <p:sp>
        <p:nvSpPr>
          <p:cNvPr id="366" name="shape:366"/>
          <p:cNvSpPr/>
          <p:nvPr/>
        </p:nvSpPr>
        <p:spPr>
          <a:xfrm>
            <a:off x="10413879" y="3963564"/>
            <a:ext cx="75600" cy="75600"/>
          </a:xfrm>
          <a:prstGeom prst="rect">
            <a:avLst/>
          </a:prstGeom>
          <a:solidFill>
            <a:srgbClr val="E2DCD2"/>
          </a:solidFill>
          <a:ln/>
        </p:spPr>
        <p:txBody>
          <a:bodyPr>
            <a:noAutofit/>
          </a:bodyPr>
          <a:p/>
        </p:txBody>
      </p:sp>
      <p:sp>
        <p:nvSpPr>
          <p:cNvPr id="367" name="shape:367"/>
          <p:cNvSpPr/>
          <p:nvPr/>
        </p:nvSpPr>
        <p:spPr>
          <a:xfrm>
            <a:off x="10521879" y="3963564"/>
            <a:ext cx="75600" cy="75600"/>
          </a:xfrm>
          <a:prstGeom prst="rect">
            <a:avLst/>
          </a:prstGeom>
          <a:solidFill>
            <a:srgbClr val="E2DCD2"/>
          </a:solidFill>
          <a:ln/>
        </p:spPr>
        <p:txBody>
          <a:bodyPr>
            <a:noAutofit/>
          </a:bodyPr>
          <a:p/>
        </p:txBody>
      </p:sp>
      <p:sp>
        <p:nvSpPr>
          <p:cNvPr id="368" name="shape:368"/>
          <p:cNvSpPr/>
          <p:nvPr/>
        </p:nvSpPr>
        <p:spPr>
          <a:xfrm>
            <a:off x="10629879" y="3963564"/>
            <a:ext cx="75600" cy="75600"/>
          </a:xfrm>
          <a:prstGeom prst="rect">
            <a:avLst/>
          </a:prstGeom>
          <a:solidFill>
            <a:srgbClr val="E2DCD2"/>
          </a:solidFill>
          <a:ln/>
        </p:spPr>
        <p:txBody>
          <a:bodyPr>
            <a:noAutofit/>
          </a:bodyPr>
          <a:p/>
        </p:txBody>
      </p:sp>
      <p:sp>
        <p:nvSpPr>
          <p:cNvPr id="369" name="shape:369"/>
          <p:cNvSpPr/>
          <p:nvPr/>
        </p:nvSpPr>
        <p:spPr>
          <a:xfrm>
            <a:off x="10737879" y="3963564"/>
            <a:ext cx="75600" cy="75600"/>
          </a:xfrm>
          <a:prstGeom prst="rect">
            <a:avLst/>
          </a:prstGeom>
          <a:solidFill>
            <a:srgbClr val="E2DCD2"/>
          </a:solidFill>
          <a:ln/>
        </p:spPr>
        <p:txBody>
          <a:bodyPr>
            <a:noAutofit/>
          </a:bodyPr>
          <a:p/>
        </p:txBody>
      </p:sp>
      <p:sp>
        <p:nvSpPr>
          <p:cNvPr id="370" name="shape:370"/>
          <p:cNvSpPr/>
          <p:nvPr/>
        </p:nvSpPr>
        <p:spPr>
          <a:xfrm>
            <a:off x="9765879" y="4071564"/>
            <a:ext cx="75600" cy="75600"/>
          </a:xfrm>
          <a:prstGeom prst="rect">
            <a:avLst/>
          </a:prstGeom>
          <a:solidFill>
            <a:srgbClr val="E2DCD2"/>
          </a:solidFill>
          <a:ln/>
        </p:spPr>
        <p:txBody>
          <a:bodyPr>
            <a:noAutofit/>
          </a:bodyPr>
          <a:p/>
        </p:txBody>
      </p:sp>
      <p:sp>
        <p:nvSpPr>
          <p:cNvPr id="371" name="shape:371"/>
          <p:cNvSpPr/>
          <p:nvPr/>
        </p:nvSpPr>
        <p:spPr>
          <a:xfrm>
            <a:off x="9873879" y="4071564"/>
            <a:ext cx="75600" cy="75600"/>
          </a:xfrm>
          <a:prstGeom prst="rect">
            <a:avLst/>
          </a:prstGeom>
          <a:solidFill>
            <a:srgbClr val="E2DCD2"/>
          </a:solidFill>
          <a:ln/>
        </p:spPr>
        <p:txBody>
          <a:bodyPr>
            <a:noAutofit/>
          </a:bodyPr>
          <a:p/>
        </p:txBody>
      </p:sp>
      <p:sp>
        <p:nvSpPr>
          <p:cNvPr id="372" name="shape:372"/>
          <p:cNvSpPr/>
          <p:nvPr/>
        </p:nvSpPr>
        <p:spPr>
          <a:xfrm>
            <a:off x="9981879" y="4071564"/>
            <a:ext cx="75600" cy="75600"/>
          </a:xfrm>
          <a:prstGeom prst="rect">
            <a:avLst/>
          </a:prstGeom>
          <a:solidFill>
            <a:srgbClr val="E2DCD2"/>
          </a:solidFill>
          <a:ln/>
        </p:spPr>
        <p:txBody>
          <a:bodyPr>
            <a:noAutofit/>
          </a:bodyPr>
          <a:p/>
        </p:txBody>
      </p:sp>
      <p:sp>
        <p:nvSpPr>
          <p:cNvPr id="373" name="shape:373"/>
          <p:cNvSpPr/>
          <p:nvPr/>
        </p:nvSpPr>
        <p:spPr>
          <a:xfrm>
            <a:off x="10089879" y="4071564"/>
            <a:ext cx="75600" cy="75600"/>
          </a:xfrm>
          <a:prstGeom prst="rect">
            <a:avLst/>
          </a:prstGeom>
          <a:solidFill>
            <a:srgbClr val="E2DCD2"/>
          </a:solidFill>
          <a:ln/>
        </p:spPr>
        <p:txBody>
          <a:bodyPr>
            <a:noAutofit/>
          </a:bodyPr>
          <a:p/>
        </p:txBody>
      </p:sp>
      <p:sp>
        <p:nvSpPr>
          <p:cNvPr id="374" name="shape:374"/>
          <p:cNvSpPr/>
          <p:nvPr/>
        </p:nvSpPr>
        <p:spPr>
          <a:xfrm>
            <a:off x="10197879" y="4071564"/>
            <a:ext cx="75600" cy="75600"/>
          </a:xfrm>
          <a:prstGeom prst="rect">
            <a:avLst/>
          </a:prstGeom>
          <a:solidFill>
            <a:srgbClr val="E2DCD2"/>
          </a:solidFill>
          <a:ln/>
        </p:spPr>
        <p:txBody>
          <a:bodyPr>
            <a:noAutofit/>
          </a:bodyPr>
          <a:p/>
        </p:txBody>
      </p:sp>
      <p:sp>
        <p:nvSpPr>
          <p:cNvPr id="375" name="shape:375"/>
          <p:cNvSpPr/>
          <p:nvPr/>
        </p:nvSpPr>
        <p:spPr>
          <a:xfrm>
            <a:off x="10305879" y="4071564"/>
            <a:ext cx="75600" cy="75600"/>
          </a:xfrm>
          <a:prstGeom prst="rect">
            <a:avLst/>
          </a:prstGeom>
          <a:solidFill>
            <a:srgbClr val="E2DCD2"/>
          </a:solidFill>
          <a:ln/>
        </p:spPr>
        <p:txBody>
          <a:bodyPr>
            <a:noAutofit/>
          </a:bodyPr>
          <a:p/>
        </p:txBody>
      </p:sp>
      <p:sp>
        <p:nvSpPr>
          <p:cNvPr id="376" name="shape:376"/>
          <p:cNvSpPr/>
          <p:nvPr/>
        </p:nvSpPr>
        <p:spPr>
          <a:xfrm>
            <a:off x="10413879" y="4071564"/>
            <a:ext cx="75600" cy="75600"/>
          </a:xfrm>
          <a:prstGeom prst="rect">
            <a:avLst/>
          </a:prstGeom>
          <a:solidFill>
            <a:srgbClr val="E2DCD2"/>
          </a:solidFill>
          <a:ln/>
        </p:spPr>
        <p:txBody>
          <a:bodyPr>
            <a:noAutofit/>
          </a:bodyPr>
          <a:p/>
        </p:txBody>
      </p:sp>
      <p:sp>
        <p:nvSpPr>
          <p:cNvPr id="377" name="shape:377"/>
          <p:cNvSpPr/>
          <p:nvPr/>
        </p:nvSpPr>
        <p:spPr>
          <a:xfrm>
            <a:off x="10521879" y="4071564"/>
            <a:ext cx="75600" cy="75600"/>
          </a:xfrm>
          <a:prstGeom prst="rect">
            <a:avLst/>
          </a:prstGeom>
          <a:solidFill>
            <a:srgbClr val="E2DCD2"/>
          </a:solidFill>
          <a:ln/>
        </p:spPr>
        <p:txBody>
          <a:bodyPr>
            <a:noAutofit/>
          </a:bodyPr>
          <a:p/>
        </p:txBody>
      </p:sp>
      <p:sp>
        <p:nvSpPr>
          <p:cNvPr id="378" name="shape:378"/>
          <p:cNvSpPr/>
          <p:nvPr/>
        </p:nvSpPr>
        <p:spPr>
          <a:xfrm>
            <a:off x="10629879" y="4071564"/>
            <a:ext cx="75600" cy="75600"/>
          </a:xfrm>
          <a:prstGeom prst="rect">
            <a:avLst/>
          </a:prstGeom>
          <a:solidFill>
            <a:srgbClr val="E2DCD2"/>
          </a:solidFill>
          <a:ln/>
        </p:spPr>
        <p:txBody>
          <a:bodyPr>
            <a:noAutofit/>
          </a:bodyPr>
          <a:p/>
        </p:txBody>
      </p:sp>
      <p:sp>
        <p:nvSpPr>
          <p:cNvPr id="379" name="shape:379"/>
          <p:cNvSpPr/>
          <p:nvPr/>
        </p:nvSpPr>
        <p:spPr>
          <a:xfrm>
            <a:off x="10737879" y="4071564"/>
            <a:ext cx="75600" cy="75600"/>
          </a:xfrm>
          <a:prstGeom prst="rect">
            <a:avLst/>
          </a:prstGeom>
          <a:solidFill>
            <a:srgbClr val="E2DCD2"/>
          </a:solidFill>
          <a:ln/>
        </p:spPr>
        <p:txBody>
          <a:bodyPr>
            <a:noAutofit/>
          </a:bodyPr>
          <a:p/>
        </p:txBody>
      </p:sp>
      <p:sp>
        <p:nvSpPr>
          <p:cNvPr id="380" name="shape:380"/>
          <p:cNvSpPr/>
          <p:nvPr/>
        </p:nvSpPr>
        <p:spPr>
          <a:xfrm>
            <a:off x="9765879" y="4179564"/>
            <a:ext cx="75600" cy="75600"/>
          </a:xfrm>
          <a:prstGeom prst="rect">
            <a:avLst/>
          </a:prstGeom>
          <a:solidFill>
            <a:srgbClr val="E2DCD2"/>
          </a:solidFill>
          <a:ln/>
        </p:spPr>
        <p:txBody>
          <a:bodyPr>
            <a:noAutofit/>
          </a:bodyPr>
          <a:p/>
        </p:txBody>
      </p:sp>
      <p:sp>
        <p:nvSpPr>
          <p:cNvPr id="381" name="shape:381"/>
          <p:cNvSpPr/>
          <p:nvPr/>
        </p:nvSpPr>
        <p:spPr>
          <a:xfrm>
            <a:off x="9873879" y="4179564"/>
            <a:ext cx="75600" cy="75600"/>
          </a:xfrm>
          <a:prstGeom prst="rect">
            <a:avLst/>
          </a:prstGeom>
          <a:solidFill>
            <a:srgbClr val="E2DCD2"/>
          </a:solidFill>
          <a:ln/>
        </p:spPr>
        <p:txBody>
          <a:bodyPr>
            <a:noAutofit/>
          </a:bodyPr>
          <a:p/>
        </p:txBody>
      </p:sp>
      <p:sp>
        <p:nvSpPr>
          <p:cNvPr id="382" name="shape:382"/>
          <p:cNvSpPr/>
          <p:nvPr/>
        </p:nvSpPr>
        <p:spPr>
          <a:xfrm>
            <a:off x="9981879" y="4179564"/>
            <a:ext cx="75600" cy="75600"/>
          </a:xfrm>
          <a:prstGeom prst="rect">
            <a:avLst/>
          </a:prstGeom>
          <a:solidFill>
            <a:srgbClr val="E2DCD2"/>
          </a:solidFill>
          <a:ln/>
        </p:spPr>
        <p:txBody>
          <a:bodyPr>
            <a:noAutofit/>
          </a:bodyPr>
          <a:p/>
        </p:txBody>
      </p:sp>
      <p:sp>
        <p:nvSpPr>
          <p:cNvPr id="383" name="shape:383"/>
          <p:cNvSpPr/>
          <p:nvPr/>
        </p:nvSpPr>
        <p:spPr>
          <a:xfrm>
            <a:off x="10089879" y="4179564"/>
            <a:ext cx="75600" cy="75600"/>
          </a:xfrm>
          <a:prstGeom prst="rect">
            <a:avLst/>
          </a:prstGeom>
          <a:solidFill>
            <a:srgbClr val="E2DCD2"/>
          </a:solidFill>
          <a:ln/>
        </p:spPr>
        <p:txBody>
          <a:bodyPr>
            <a:noAutofit/>
          </a:bodyPr>
          <a:p/>
        </p:txBody>
      </p:sp>
      <p:sp>
        <p:nvSpPr>
          <p:cNvPr id="384" name="shape:384"/>
          <p:cNvSpPr/>
          <p:nvPr/>
        </p:nvSpPr>
        <p:spPr>
          <a:xfrm>
            <a:off x="10197879" y="4179564"/>
            <a:ext cx="75600" cy="75600"/>
          </a:xfrm>
          <a:prstGeom prst="rect">
            <a:avLst/>
          </a:prstGeom>
          <a:solidFill>
            <a:srgbClr val="E2DCD2"/>
          </a:solidFill>
          <a:ln/>
        </p:spPr>
        <p:txBody>
          <a:bodyPr>
            <a:noAutofit/>
          </a:bodyPr>
          <a:p/>
        </p:txBody>
      </p:sp>
      <p:sp>
        <p:nvSpPr>
          <p:cNvPr id="385" name="shape:385"/>
          <p:cNvSpPr/>
          <p:nvPr/>
        </p:nvSpPr>
        <p:spPr>
          <a:xfrm>
            <a:off x="10305879" y="4179564"/>
            <a:ext cx="75600" cy="75600"/>
          </a:xfrm>
          <a:prstGeom prst="rect">
            <a:avLst/>
          </a:prstGeom>
          <a:solidFill>
            <a:srgbClr val="E2DCD2"/>
          </a:solidFill>
          <a:ln/>
        </p:spPr>
        <p:txBody>
          <a:bodyPr>
            <a:noAutofit/>
          </a:bodyPr>
          <a:p/>
        </p:txBody>
      </p:sp>
      <p:sp>
        <p:nvSpPr>
          <p:cNvPr id="386" name="shape:386"/>
          <p:cNvSpPr/>
          <p:nvPr/>
        </p:nvSpPr>
        <p:spPr>
          <a:xfrm>
            <a:off x="10413879" y="4179564"/>
            <a:ext cx="75600" cy="75600"/>
          </a:xfrm>
          <a:prstGeom prst="rect">
            <a:avLst/>
          </a:prstGeom>
          <a:solidFill>
            <a:srgbClr val="E2DCD2"/>
          </a:solidFill>
          <a:ln/>
        </p:spPr>
        <p:txBody>
          <a:bodyPr>
            <a:noAutofit/>
          </a:bodyPr>
          <a:p/>
        </p:txBody>
      </p:sp>
      <p:sp>
        <p:nvSpPr>
          <p:cNvPr id="387" name="shape:387"/>
          <p:cNvSpPr/>
          <p:nvPr/>
        </p:nvSpPr>
        <p:spPr>
          <a:xfrm>
            <a:off x="10521879" y="4179564"/>
            <a:ext cx="75600" cy="75600"/>
          </a:xfrm>
          <a:prstGeom prst="rect">
            <a:avLst/>
          </a:prstGeom>
          <a:solidFill>
            <a:srgbClr val="E2DCD2"/>
          </a:solidFill>
          <a:ln/>
        </p:spPr>
        <p:txBody>
          <a:bodyPr>
            <a:noAutofit/>
          </a:bodyPr>
          <a:p/>
        </p:txBody>
      </p:sp>
      <p:sp>
        <p:nvSpPr>
          <p:cNvPr id="388" name="shape:388"/>
          <p:cNvSpPr/>
          <p:nvPr/>
        </p:nvSpPr>
        <p:spPr>
          <a:xfrm>
            <a:off x="10629879" y="4179564"/>
            <a:ext cx="75600" cy="75600"/>
          </a:xfrm>
          <a:prstGeom prst="rect">
            <a:avLst/>
          </a:prstGeom>
          <a:solidFill>
            <a:srgbClr val="E2DCD2"/>
          </a:solidFill>
          <a:ln/>
        </p:spPr>
        <p:txBody>
          <a:bodyPr>
            <a:noAutofit/>
          </a:bodyPr>
          <a:p/>
        </p:txBody>
      </p:sp>
      <p:sp>
        <p:nvSpPr>
          <p:cNvPr id="389" name="shape:389"/>
          <p:cNvSpPr/>
          <p:nvPr/>
        </p:nvSpPr>
        <p:spPr>
          <a:xfrm>
            <a:off x="10737879" y="4179564"/>
            <a:ext cx="75600" cy="75600"/>
          </a:xfrm>
          <a:prstGeom prst="rect">
            <a:avLst/>
          </a:prstGeom>
          <a:solidFill>
            <a:srgbClr val="E2DCD2"/>
          </a:solidFill>
          <a:ln/>
        </p:spPr>
        <p:txBody>
          <a:bodyPr>
            <a:noAutofit/>
          </a:bodyPr>
          <a:p/>
        </p:txBody>
      </p:sp>
      <p:sp>
        <p:nvSpPr>
          <p:cNvPr id="390" name="shape:390"/>
          <p:cNvSpPr/>
          <p:nvPr/>
        </p:nvSpPr>
        <p:spPr>
          <a:xfrm>
            <a:off x="9765879" y="4287564"/>
            <a:ext cx="75600" cy="75600"/>
          </a:xfrm>
          <a:prstGeom prst="rect">
            <a:avLst/>
          </a:prstGeom>
          <a:solidFill>
            <a:srgbClr val="E2DCD2"/>
          </a:solidFill>
          <a:ln/>
        </p:spPr>
        <p:txBody>
          <a:bodyPr>
            <a:noAutofit/>
          </a:bodyPr>
          <a:p/>
        </p:txBody>
      </p:sp>
      <p:sp>
        <p:nvSpPr>
          <p:cNvPr id="391" name="shape:391"/>
          <p:cNvSpPr/>
          <p:nvPr/>
        </p:nvSpPr>
        <p:spPr>
          <a:xfrm>
            <a:off x="9873879" y="4287564"/>
            <a:ext cx="75600" cy="75600"/>
          </a:xfrm>
          <a:prstGeom prst="rect">
            <a:avLst/>
          </a:prstGeom>
          <a:solidFill>
            <a:srgbClr val="E2DCD2"/>
          </a:solidFill>
          <a:ln/>
        </p:spPr>
        <p:txBody>
          <a:bodyPr>
            <a:noAutofit/>
          </a:bodyPr>
          <a:p/>
        </p:txBody>
      </p:sp>
      <p:sp>
        <p:nvSpPr>
          <p:cNvPr id="392" name="shape:392"/>
          <p:cNvSpPr/>
          <p:nvPr/>
        </p:nvSpPr>
        <p:spPr>
          <a:xfrm>
            <a:off x="9981879" y="4287564"/>
            <a:ext cx="75600" cy="75600"/>
          </a:xfrm>
          <a:prstGeom prst="rect">
            <a:avLst/>
          </a:prstGeom>
          <a:solidFill>
            <a:srgbClr val="E2DCD2"/>
          </a:solidFill>
          <a:ln/>
        </p:spPr>
        <p:txBody>
          <a:bodyPr>
            <a:noAutofit/>
          </a:bodyPr>
          <a:p/>
        </p:txBody>
      </p:sp>
      <p:sp>
        <p:nvSpPr>
          <p:cNvPr id="393" name="shape:393"/>
          <p:cNvSpPr/>
          <p:nvPr/>
        </p:nvSpPr>
        <p:spPr>
          <a:xfrm>
            <a:off x="10089879" y="4287564"/>
            <a:ext cx="75600" cy="75600"/>
          </a:xfrm>
          <a:prstGeom prst="rect">
            <a:avLst/>
          </a:prstGeom>
          <a:solidFill>
            <a:srgbClr val="E2DCD2"/>
          </a:solidFill>
          <a:ln/>
        </p:spPr>
        <p:txBody>
          <a:bodyPr>
            <a:noAutofit/>
          </a:bodyPr>
          <a:p/>
        </p:txBody>
      </p:sp>
      <p:sp>
        <p:nvSpPr>
          <p:cNvPr id="394" name="shape:394"/>
          <p:cNvSpPr/>
          <p:nvPr/>
        </p:nvSpPr>
        <p:spPr>
          <a:xfrm>
            <a:off x="10197879" y="4287564"/>
            <a:ext cx="75600" cy="75600"/>
          </a:xfrm>
          <a:prstGeom prst="rect">
            <a:avLst/>
          </a:prstGeom>
          <a:solidFill>
            <a:srgbClr val="E2DCD2"/>
          </a:solidFill>
          <a:ln/>
        </p:spPr>
        <p:txBody>
          <a:bodyPr>
            <a:noAutofit/>
          </a:bodyPr>
          <a:p/>
        </p:txBody>
      </p:sp>
      <p:sp>
        <p:nvSpPr>
          <p:cNvPr id="395" name="shape:395"/>
          <p:cNvSpPr/>
          <p:nvPr/>
        </p:nvSpPr>
        <p:spPr>
          <a:xfrm>
            <a:off x="10305879" y="4287564"/>
            <a:ext cx="75600" cy="75600"/>
          </a:xfrm>
          <a:prstGeom prst="rect">
            <a:avLst/>
          </a:prstGeom>
          <a:solidFill>
            <a:srgbClr val="E2DCD2"/>
          </a:solidFill>
          <a:ln/>
        </p:spPr>
        <p:txBody>
          <a:bodyPr>
            <a:noAutofit/>
          </a:bodyPr>
          <a:p/>
        </p:txBody>
      </p:sp>
      <p:sp>
        <p:nvSpPr>
          <p:cNvPr id="396" name="shape:396"/>
          <p:cNvSpPr/>
          <p:nvPr/>
        </p:nvSpPr>
        <p:spPr>
          <a:xfrm>
            <a:off x="10413879" y="4287564"/>
            <a:ext cx="75600" cy="75600"/>
          </a:xfrm>
          <a:prstGeom prst="rect">
            <a:avLst/>
          </a:prstGeom>
          <a:solidFill>
            <a:srgbClr val="E2DCD2"/>
          </a:solidFill>
          <a:ln/>
        </p:spPr>
        <p:txBody>
          <a:bodyPr>
            <a:noAutofit/>
          </a:bodyPr>
          <a:p/>
        </p:txBody>
      </p:sp>
      <p:sp>
        <p:nvSpPr>
          <p:cNvPr id="397" name="shape:397"/>
          <p:cNvSpPr/>
          <p:nvPr/>
        </p:nvSpPr>
        <p:spPr>
          <a:xfrm>
            <a:off x="10521879" y="4287564"/>
            <a:ext cx="75600" cy="75600"/>
          </a:xfrm>
          <a:prstGeom prst="rect">
            <a:avLst/>
          </a:prstGeom>
          <a:solidFill>
            <a:srgbClr val="E2DCD2"/>
          </a:solidFill>
          <a:ln/>
        </p:spPr>
        <p:txBody>
          <a:bodyPr>
            <a:noAutofit/>
          </a:bodyPr>
          <a:p/>
        </p:txBody>
      </p:sp>
      <p:sp>
        <p:nvSpPr>
          <p:cNvPr id="398" name="shape:398"/>
          <p:cNvSpPr/>
          <p:nvPr/>
        </p:nvSpPr>
        <p:spPr>
          <a:xfrm>
            <a:off x="10629879" y="4287564"/>
            <a:ext cx="75600" cy="75600"/>
          </a:xfrm>
          <a:prstGeom prst="rect">
            <a:avLst/>
          </a:prstGeom>
          <a:solidFill>
            <a:srgbClr val="E2DCD2"/>
          </a:solidFill>
          <a:ln/>
        </p:spPr>
        <p:txBody>
          <a:bodyPr>
            <a:noAutofit/>
          </a:bodyPr>
          <a:p/>
        </p:txBody>
      </p:sp>
      <p:sp>
        <p:nvSpPr>
          <p:cNvPr id="399" name="shape:399"/>
          <p:cNvSpPr/>
          <p:nvPr/>
        </p:nvSpPr>
        <p:spPr>
          <a:xfrm>
            <a:off x="10737879" y="4287564"/>
            <a:ext cx="75600" cy="75600"/>
          </a:xfrm>
          <a:prstGeom prst="rect">
            <a:avLst/>
          </a:prstGeom>
          <a:solidFill>
            <a:srgbClr val="E2DCD2"/>
          </a:solidFill>
          <a:ln/>
        </p:spPr>
        <p:txBody>
          <a:bodyPr>
            <a:noAutofit/>
          </a:bodyPr>
          <a:p/>
        </p:txBody>
      </p:sp>
      <p:sp>
        <p:nvSpPr>
          <p:cNvPr id="400" name="shape:400"/>
          <p:cNvSpPr/>
          <p:nvPr/>
        </p:nvSpPr>
        <p:spPr>
          <a:xfrm>
            <a:off x="9765879" y="4395564"/>
            <a:ext cx="75600" cy="75600"/>
          </a:xfrm>
          <a:prstGeom prst="rect">
            <a:avLst/>
          </a:prstGeom>
          <a:solidFill>
            <a:srgbClr val="E2DCD2"/>
          </a:solidFill>
          <a:ln/>
        </p:spPr>
        <p:txBody>
          <a:bodyPr>
            <a:noAutofit/>
          </a:bodyPr>
          <a:p/>
        </p:txBody>
      </p:sp>
      <p:sp>
        <p:nvSpPr>
          <p:cNvPr id="401" name="shape:401"/>
          <p:cNvSpPr/>
          <p:nvPr/>
        </p:nvSpPr>
        <p:spPr>
          <a:xfrm>
            <a:off x="9873879" y="4395564"/>
            <a:ext cx="75600" cy="75600"/>
          </a:xfrm>
          <a:prstGeom prst="rect">
            <a:avLst/>
          </a:prstGeom>
          <a:solidFill>
            <a:srgbClr val="E2DCD2"/>
          </a:solidFill>
          <a:ln/>
        </p:spPr>
        <p:txBody>
          <a:bodyPr>
            <a:noAutofit/>
          </a:bodyPr>
          <a:p/>
        </p:txBody>
      </p:sp>
      <p:sp>
        <p:nvSpPr>
          <p:cNvPr id="402" name="shape:402"/>
          <p:cNvSpPr/>
          <p:nvPr/>
        </p:nvSpPr>
        <p:spPr>
          <a:xfrm>
            <a:off x="9981879" y="4395564"/>
            <a:ext cx="75600" cy="75600"/>
          </a:xfrm>
          <a:prstGeom prst="rect">
            <a:avLst/>
          </a:prstGeom>
          <a:solidFill>
            <a:srgbClr val="E2DCD2"/>
          </a:solidFill>
          <a:ln/>
        </p:spPr>
        <p:txBody>
          <a:bodyPr>
            <a:noAutofit/>
          </a:bodyPr>
          <a:p/>
        </p:txBody>
      </p:sp>
      <p:sp>
        <p:nvSpPr>
          <p:cNvPr id="403" name="shape:403"/>
          <p:cNvSpPr/>
          <p:nvPr/>
        </p:nvSpPr>
        <p:spPr>
          <a:xfrm>
            <a:off x="10089879" y="4395564"/>
            <a:ext cx="75600" cy="75600"/>
          </a:xfrm>
          <a:prstGeom prst="rect">
            <a:avLst/>
          </a:prstGeom>
          <a:solidFill>
            <a:srgbClr val="E2DCD2"/>
          </a:solidFill>
          <a:ln/>
        </p:spPr>
        <p:txBody>
          <a:bodyPr>
            <a:noAutofit/>
          </a:bodyPr>
          <a:p/>
        </p:txBody>
      </p:sp>
      <p:sp>
        <p:nvSpPr>
          <p:cNvPr id="404" name="shape:404"/>
          <p:cNvSpPr/>
          <p:nvPr/>
        </p:nvSpPr>
        <p:spPr>
          <a:xfrm>
            <a:off x="10197879" y="4395564"/>
            <a:ext cx="75600" cy="75600"/>
          </a:xfrm>
          <a:prstGeom prst="rect">
            <a:avLst/>
          </a:prstGeom>
          <a:solidFill>
            <a:srgbClr val="E2DCD2"/>
          </a:solidFill>
          <a:ln/>
        </p:spPr>
        <p:txBody>
          <a:bodyPr>
            <a:noAutofit/>
          </a:bodyPr>
          <a:p/>
        </p:txBody>
      </p:sp>
      <p:sp>
        <p:nvSpPr>
          <p:cNvPr id="405" name="shape:405"/>
          <p:cNvSpPr/>
          <p:nvPr/>
        </p:nvSpPr>
        <p:spPr>
          <a:xfrm>
            <a:off x="10305879" y="4395564"/>
            <a:ext cx="75600" cy="75600"/>
          </a:xfrm>
          <a:prstGeom prst="rect">
            <a:avLst/>
          </a:prstGeom>
          <a:solidFill>
            <a:srgbClr val="E2DCD2"/>
          </a:solidFill>
          <a:ln/>
        </p:spPr>
        <p:txBody>
          <a:bodyPr>
            <a:noAutofit/>
          </a:bodyPr>
          <a:p/>
        </p:txBody>
      </p:sp>
      <p:sp>
        <p:nvSpPr>
          <p:cNvPr id="406" name="shape:406"/>
          <p:cNvSpPr/>
          <p:nvPr/>
        </p:nvSpPr>
        <p:spPr>
          <a:xfrm>
            <a:off x="10413879" y="4395564"/>
            <a:ext cx="75600" cy="75600"/>
          </a:xfrm>
          <a:prstGeom prst="rect">
            <a:avLst/>
          </a:prstGeom>
          <a:solidFill>
            <a:srgbClr val="E2DCD2"/>
          </a:solidFill>
          <a:ln/>
        </p:spPr>
        <p:txBody>
          <a:bodyPr>
            <a:noAutofit/>
          </a:bodyPr>
          <a:p/>
        </p:txBody>
      </p:sp>
      <p:sp>
        <p:nvSpPr>
          <p:cNvPr id="407" name="shape:407"/>
          <p:cNvSpPr/>
          <p:nvPr/>
        </p:nvSpPr>
        <p:spPr>
          <a:xfrm>
            <a:off x="10521879" y="4395564"/>
            <a:ext cx="75600" cy="75600"/>
          </a:xfrm>
          <a:prstGeom prst="rect">
            <a:avLst/>
          </a:prstGeom>
          <a:solidFill>
            <a:srgbClr val="E2DCD2"/>
          </a:solidFill>
          <a:ln/>
        </p:spPr>
        <p:txBody>
          <a:bodyPr>
            <a:noAutofit/>
          </a:bodyPr>
          <a:p/>
        </p:txBody>
      </p:sp>
      <p:sp>
        <p:nvSpPr>
          <p:cNvPr id="408" name="shape:408"/>
          <p:cNvSpPr/>
          <p:nvPr/>
        </p:nvSpPr>
        <p:spPr>
          <a:xfrm>
            <a:off x="10629879" y="4395564"/>
            <a:ext cx="75600" cy="75600"/>
          </a:xfrm>
          <a:prstGeom prst="rect">
            <a:avLst/>
          </a:prstGeom>
          <a:solidFill>
            <a:srgbClr val="E2DCD2"/>
          </a:solidFill>
          <a:ln/>
        </p:spPr>
        <p:txBody>
          <a:bodyPr>
            <a:noAutofit/>
          </a:bodyPr>
          <a:p/>
        </p:txBody>
      </p:sp>
      <p:sp>
        <p:nvSpPr>
          <p:cNvPr id="409" name="shape:409"/>
          <p:cNvSpPr/>
          <p:nvPr/>
        </p:nvSpPr>
        <p:spPr>
          <a:xfrm>
            <a:off x="10737879" y="4395564"/>
            <a:ext cx="75600" cy="75600"/>
          </a:xfrm>
          <a:prstGeom prst="rect">
            <a:avLst/>
          </a:prstGeom>
          <a:solidFill>
            <a:srgbClr val="E2DCD2"/>
          </a:solidFill>
          <a:ln/>
        </p:spPr>
        <p:txBody>
          <a:bodyPr>
            <a:noAutofit/>
          </a:bodyPr>
          <a:p/>
        </p:txBody>
      </p:sp>
      <p:sp>
        <p:nvSpPr>
          <p:cNvPr id="410" name="shape:410"/>
          <p:cNvSpPr/>
          <p:nvPr/>
        </p:nvSpPr>
        <p:spPr>
          <a:xfrm>
            <a:off x="9765879" y="4503564"/>
            <a:ext cx="75600" cy="75600"/>
          </a:xfrm>
          <a:prstGeom prst="rect">
            <a:avLst/>
          </a:prstGeom>
          <a:solidFill>
            <a:srgbClr val="E2DCD2"/>
          </a:solidFill>
          <a:ln/>
        </p:spPr>
        <p:txBody>
          <a:bodyPr>
            <a:noAutofit/>
          </a:bodyPr>
          <a:p/>
        </p:txBody>
      </p:sp>
      <p:sp>
        <p:nvSpPr>
          <p:cNvPr id="411" name="shape:411"/>
          <p:cNvSpPr/>
          <p:nvPr/>
        </p:nvSpPr>
        <p:spPr>
          <a:xfrm>
            <a:off x="9873879" y="4503564"/>
            <a:ext cx="75600" cy="75600"/>
          </a:xfrm>
          <a:prstGeom prst="rect">
            <a:avLst/>
          </a:prstGeom>
          <a:solidFill>
            <a:srgbClr val="E2DCD2"/>
          </a:solidFill>
          <a:ln/>
        </p:spPr>
        <p:txBody>
          <a:bodyPr>
            <a:noAutofit/>
          </a:bodyPr>
          <a:p/>
        </p:txBody>
      </p:sp>
      <p:sp>
        <p:nvSpPr>
          <p:cNvPr id="412" name="shape:412"/>
          <p:cNvSpPr/>
          <p:nvPr/>
        </p:nvSpPr>
        <p:spPr>
          <a:xfrm>
            <a:off x="9981879" y="4503564"/>
            <a:ext cx="75600" cy="75600"/>
          </a:xfrm>
          <a:prstGeom prst="rect">
            <a:avLst/>
          </a:prstGeom>
          <a:solidFill>
            <a:srgbClr val="E2DCD2"/>
          </a:solidFill>
          <a:ln/>
        </p:spPr>
        <p:txBody>
          <a:bodyPr>
            <a:noAutofit/>
          </a:bodyPr>
          <a:p/>
        </p:txBody>
      </p:sp>
      <p:sp>
        <p:nvSpPr>
          <p:cNvPr id="413" name="shape:413"/>
          <p:cNvSpPr/>
          <p:nvPr/>
        </p:nvSpPr>
        <p:spPr>
          <a:xfrm>
            <a:off x="10089879" y="4503564"/>
            <a:ext cx="75600" cy="75600"/>
          </a:xfrm>
          <a:prstGeom prst="rect">
            <a:avLst/>
          </a:prstGeom>
          <a:solidFill>
            <a:srgbClr val="E2DCD2"/>
          </a:solidFill>
          <a:ln/>
        </p:spPr>
        <p:txBody>
          <a:bodyPr>
            <a:noAutofit/>
          </a:bodyPr>
          <a:p/>
        </p:txBody>
      </p:sp>
      <p:sp>
        <p:nvSpPr>
          <p:cNvPr id="414" name="shape:414"/>
          <p:cNvSpPr/>
          <p:nvPr/>
        </p:nvSpPr>
        <p:spPr>
          <a:xfrm>
            <a:off x="10197879" y="4503564"/>
            <a:ext cx="75600" cy="75600"/>
          </a:xfrm>
          <a:prstGeom prst="rect">
            <a:avLst/>
          </a:prstGeom>
          <a:solidFill>
            <a:srgbClr val="E2DCD2"/>
          </a:solidFill>
          <a:ln/>
        </p:spPr>
        <p:txBody>
          <a:bodyPr>
            <a:noAutofit/>
          </a:bodyPr>
          <a:p/>
        </p:txBody>
      </p:sp>
      <p:sp>
        <p:nvSpPr>
          <p:cNvPr id="415" name="shape:415"/>
          <p:cNvSpPr/>
          <p:nvPr/>
        </p:nvSpPr>
        <p:spPr>
          <a:xfrm>
            <a:off x="10305879" y="4503564"/>
            <a:ext cx="75600" cy="75600"/>
          </a:xfrm>
          <a:prstGeom prst="rect">
            <a:avLst/>
          </a:prstGeom>
          <a:solidFill>
            <a:srgbClr val="E2DCD2"/>
          </a:solidFill>
          <a:ln/>
        </p:spPr>
        <p:txBody>
          <a:bodyPr>
            <a:noAutofit/>
          </a:bodyPr>
          <a:p/>
        </p:txBody>
      </p:sp>
      <p:sp>
        <p:nvSpPr>
          <p:cNvPr id="416" name="shape:416"/>
          <p:cNvSpPr/>
          <p:nvPr/>
        </p:nvSpPr>
        <p:spPr>
          <a:xfrm>
            <a:off x="10413879" y="4503564"/>
            <a:ext cx="75600" cy="75600"/>
          </a:xfrm>
          <a:prstGeom prst="rect">
            <a:avLst/>
          </a:prstGeom>
          <a:solidFill>
            <a:srgbClr val="E2DCD2"/>
          </a:solidFill>
          <a:ln/>
        </p:spPr>
        <p:txBody>
          <a:bodyPr>
            <a:noAutofit/>
          </a:bodyPr>
          <a:p/>
        </p:txBody>
      </p:sp>
      <p:sp>
        <p:nvSpPr>
          <p:cNvPr id="417" name="shape:417"/>
          <p:cNvSpPr/>
          <p:nvPr/>
        </p:nvSpPr>
        <p:spPr>
          <a:xfrm>
            <a:off x="10521879" y="4503564"/>
            <a:ext cx="75600" cy="75600"/>
          </a:xfrm>
          <a:prstGeom prst="rect">
            <a:avLst/>
          </a:prstGeom>
          <a:solidFill>
            <a:srgbClr val="E2DCD2"/>
          </a:solidFill>
          <a:ln/>
        </p:spPr>
        <p:txBody>
          <a:bodyPr>
            <a:noAutofit/>
          </a:bodyPr>
          <a:p/>
        </p:txBody>
      </p:sp>
      <p:sp>
        <p:nvSpPr>
          <p:cNvPr id="418" name="shape:418"/>
          <p:cNvSpPr/>
          <p:nvPr/>
        </p:nvSpPr>
        <p:spPr>
          <a:xfrm>
            <a:off x="10629879" y="4503564"/>
            <a:ext cx="75600" cy="75600"/>
          </a:xfrm>
          <a:prstGeom prst="rect">
            <a:avLst/>
          </a:prstGeom>
          <a:solidFill>
            <a:srgbClr val="E2DCD2"/>
          </a:solidFill>
          <a:ln/>
        </p:spPr>
        <p:txBody>
          <a:bodyPr>
            <a:noAutofit/>
          </a:bodyPr>
          <a:p/>
        </p:txBody>
      </p:sp>
      <p:sp>
        <p:nvSpPr>
          <p:cNvPr id="419" name="shape:419"/>
          <p:cNvSpPr/>
          <p:nvPr/>
        </p:nvSpPr>
        <p:spPr>
          <a:xfrm>
            <a:off x="10737879" y="4503564"/>
            <a:ext cx="75600" cy="75600"/>
          </a:xfrm>
          <a:prstGeom prst="rect">
            <a:avLst/>
          </a:prstGeom>
          <a:solidFill>
            <a:srgbClr val="E2DCD2"/>
          </a:solidFill>
          <a:ln/>
        </p:spPr>
        <p:txBody>
          <a:bodyPr>
            <a:noAutofit/>
          </a:bodyPr>
          <a:p/>
        </p:txBody>
      </p:sp>
      <p:sp>
        <p:nvSpPr>
          <p:cNvPr id="420" name="shape:420"/>
          <p:cNvSpPr/>
          <p:nvPr/>
        </p:nvSpPr>
        <p:spPr>
          <a:xfrm>
            <a:off x="8963735" y="4669164"/>
            <a:ext cx="2651888" cy="329184"/>
          </a:xfrm>
          <a:prstGeom prst="rect">
            <a:avLst/>
          </a:prstGeom>
          <a:noFill/>
          <a:ln/>
        </p:spPr>
        <p:txBody>
          <a:bodyPr wrap="square" lIns="0" tIns="0" rIns="0" bIns="0" rtlCol="0" anchor="t">
            <a:noAutofit/>
          </a:bodyPr>
          <a:lstStyle/>
          <a:p>
            <a:pPr algn="ctr" indent="0" marL="0">
              <a:buNone/>
            </a:pPr>
            <a:r>
              <a:rPr lang="en-US" sz="900" dirty="0">
                <a:solidFill>
                  <a:srgbClr val="322014"/>
                </a:solidFill>
                <a:latin typeface="Yu Gothic" pitchFamily="34" charset="0"/>
                <a:ea typeface="Yu Gothic" pitchFamily="34" charset="-122"/>
                <a:cs typeface="Yu Gothic" pitchFamily="34" charset="-120"/>
              </a:rPr>
              <a:t>項目6</a:t>
            </a:r>
            <a:endParaRPr lang="en-US" sz="900" dirty="0"/>
          </a:p>
        </p:txBody>
      </p:sp>
      <p:sp>
        <p:nvSpPr>
          <p:cNvPr id="4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