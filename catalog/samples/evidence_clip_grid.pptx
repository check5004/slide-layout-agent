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"evidence_clip_grid",</a:t>
            </a:r>
          </a:p>
          <a:p>
            <a:r>
              <a:t>  "variant": "warm",</a:t>
            </a:r>
          </a:p>
          <a:p>
            <a:r>
              <a:t>  "rationale": "Public template fixture; short fictional slot content; no private data.",</a:t>
            </a:r>
          </a:p>
          <a:p>
            <a:r>
              <a:t>  "source_sha256": "9ef0bf9a0230cfa2e73801467b4eea5c8415ceabecd76635b08347887abde4ec",</a:t>
            </a:r>
          </a:p>
          <a:p>
            <a:r>
              <a:t>  "evidence": [</a:t>
            </a:r>
          </a:p>
          <a:p>
            <a:r>
              <a:t>    {</a:t>
            </a:r>
          </a:p>
          <a:p>
            <a:r>
              <a:t>      "text": "外部動向の根拠グリッド",</a:t>
            </a:r>
          </a:p>
          <a:p>
            <a:r>
              <a:t>      "refs": [</a:t>
            </a:r>
          </a:p>
          <a:p>
            <a:r>
              <a:t>        {</a:t>
            </a:r>
          </a:p>
          <a:p>
            <a:r>
              <a:t>          "source_id": "s001",</a:t>
            </a:r>
          </a:p>
          <a:p>
            <a:r>
              <a:t>          "quote": "外部動向の根拠グリッド"</a:t>
            </a:r>
          </a:p>
          <a:p>
            <a:r>
              <a:t>        }</a:t>
            </a:r>
          </a:p>
          <a:p>
            <a:r>
              <a:t>      ],</a:t>
            </a:r>
          </a:p>
          <a:p>
            <a:r>
              <a:t>      "mode": "verbatim"</a:t>
            </a:r>
          </a:p>
          <a:p>
            <a:r>
              <a:t>    },</a:t>
            </a:r>
          </a:p>
          <a:p>
            <a:r>
              <a:t>    {</a:t>
            </a:r>
          </a:p>
          <a:p>
            <a:r>
              <a:t>      "text": "出典：公開見本（2026年M月D日）、Source 2（2026年M月D日）",</a:t>
            </a:r>
          </a:p>
          <a:p>
            <a:r>
              <a:t>      "refs": [</a:t>
            </a:r>
          </a:p>
          <a:p>
            <a:r>
              <a:t>        {</a:t>
            </a:r>
          </a:p>
          <a:p>
            <a:r>
              <a:t>          "source_id": "s001",</a:t>
            </a:r>
          </a:p>
          <a:p>
            <a:r>
              <a:t>          "quote": "出典：公開見本（2026年M月D日）、Source 2（2026年M月D日）"</a:t>
            </a:r>
          </a:p>
          <a:p>
            <a:r>
              <a:t>        }</a:t>
            </a:r>
          </a:p>
          <a:p>
            <a:r>
              <a:t>      ],</a:t>
            </a:r>
          </a:p>
          <a:p>
            <a:r>
              <a:t>      "mode": "verbatim"</a:t>
            </a:r>
          </a:p>
          <a:p>
            <a:r>
              <a:t>    },</a:t>
            </a:r>
          </a:p>
          <a:p>
            <a:r>
              <a:t>    {</a:t>
            </a:r>
          </a:p>
          <a:p>
            <a:r>
              <a:t>      "text": "項目1分類",</a:t>
            </a:r>
          </a:p>
          <a:p>
            <a:r>
              <a:t>      "refs": [</a:t>
            </a:r>
          </a:p>
          <a:p>
            <a:r>
              <a:t>        {</a:t>
            </a:r>
          </a:p>
          <a:p>
            <a:r>
              <a:t>          "source_id": "s001",</a:t>
            </a:r>
          </a:p>
          <a:p>
            <a:r>
              <a:t>          "quote": "項目1分類"</a:t>
            </a:r>
          </a:p>
          <a:p>
            <a:r>
              <a:t>        }</a:t>
            </a:r>
          </a:p>
          <a:p>
            <a:r>
              <a:t>      ],</a:t>
            </a:r>
          </a:p>
          <a:p>
            <a:r>
              <a:t>      "mode": "verbatim"</a:t>
            </a:r>
          </a:p>
          <a:p>
            <a:r>
              <a:t>    },</a:t>
            </a:r>
          </a:p>
          <a:p>
            <a:r>
              <a:t>    {</a:t>
            </a:r>
          </a:p>
          <a:p>
            <a:r>
              <a:t>      "text": "2026年M月D日",</a:t>
            </a:r>
          </a:p>
          <a:p>
            <a:r>
              <a:t>      "refs": [</a:t>
            </a:r>
          </a:p>
          <a:p>
            <a:r>
              <a:t>        {</a:t>
            </a:r>
          </a:p>
          <a:p>
            <a:r>
              <a:t>          "source_id": "s001",</a:t>
            </a:r>
          </a:p>
          <a:p>
            <a:r>
              <a:t>          "quote": "2026年M月D日"</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"項目2分類",</a:t>
            </a:r>
          </a:p>
          <a:p>
            <a:r>
              <a:t>      "refs": [</a:t>
            </a:r>
          </a:p>
          <a:p>
            <a:r>
              <a:t>        {</a:t>
            </a:r>
          </a:p>
          <a:p>
            <a:r>
              <a:t>          "source_id": "s001",</a:t>
            </a:r>
          </a:p>
          <a:p>
            <a:r>
              <a:t>          "quote": "項目2分類"</a:t>
            </a:r>
          </a:p>
          <a:p>
            <a:r>
              <a:t>        }</a:t>
            </a:r>
          </a:p>
          <a:p>
            <a:r>
              <a:t>      ],</a:t>
            </a:r>
          </a:p>
          <a:p>
            <a:r>
              <a:t>      "mode": "verbatim"</a:t>
            </a:r>
          </a:p>
          <a:p>
            <a:r>
              <a:t>    },</a:t>
            </a:r>
          </a:p>
          <a:p>
            <a:r>
              <a:t>    {</a:t>
            </a:r>
          </a:p>
          <a:p>
            <a:r>
              <a:t>      "text": "2026年M月D日",</a:t>
            </a:r>
          </a:p>
          <a:p>
            <a:r>
              <a:t>      "refs": [</a:t>
            </a:r>
          </a:p>
          <a:p>
            <a:r>
              <a:t>        {</a:t>
            </a:r>
          </a:p>
          <a:p>
            <a:r>
              <a:t>          "source_id": "s001",</a:t>
            </a:r>
          </a:p>
          <a:p>
            <a:r>
              <a:t>          "quote": "2026年M月D日"</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"項目3分類",</a:t>
            </a:r>
          </a:p>
          <a:p>
            <a:r>
              <a:t>      "refs": [</a:t>
            </a:r>
          </a:p>
          <a:p>
            <a:r>
              <a:t>        {</a:t>
            </a:r>
          </a:p>
          <a:p>
            <a:r>
              <a:t>          "source_id": "s001",</a:t>
            </a:r>
          </a:p>
          <a:p>
            <a:r>
              <a:t>          "quote": "項目3分類"</a:t>
            </a:r>
          </a:p>
          <a:p>
            <a:r>
              <a:t>        }</a:t>
            </a:r>
          </a:p>
          <a:p>
            <a:r>
              <a:t>      ],</a:t>
            </a:r>
          </a:p>
          <a:p>
            <a:r>
              <a:t>      "mode": "verbatim"</a:t>
            </a:r>
          </a:p>
          <a:p>
            <a:r>
              <a:t>    },</a:t>
            </a:r>
          </a:p>
          <a:p>
            <a:r>
              <a:t>    {</a:t>
            </a:r>
          </a:p>
          <a:p>
            <a:r>
              <a:t>      "text": "2026年M月D日",</a:t>
            </a:r>
          </a:p>
          <a:p>
            <a:r>
              <a:t>      "refs": [</a:t>
            </a:r>
          </a:p>
          <a:p>
            <a:r>
              <a:t>        {</a:t>
            </a:r>
          </a:p>
          <a:p>
            <a:r>
              <a:t>          "source_id": "s001",</a:t>
            </a:r>
          </a:p>
          <a:p>
            <a:r>
              <a:t>          "quote": "2026年M月D日"</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"text": "項目4分類",</a:t>
            </a:r>
          </a:p>
          <a:p>
            <a:r>
              <a:t>      "refs": [</a:t>
            </a:r>
          </a:p>
          <a:p>
            <a:r>
              <a:t>        {</a:t>
            </a:r>
          </a:p>
          <a:p>
            <a:r>
              <a:t>          "source_id": "s001",</a:t>
            </a:r>
          </a:p>
          <a:p>
            <a:r>
              <a:t>          "quote": "項目4分類"</a:t>
            </a:r>
          </a:p>
          <a:p>
            <a:r>
              <a:t>        }</a:t>
            </a:r>
          </a:p>
          <a:p>
            <a:r>
              <a:t>      ],</a:t>
            </a:r>
          </a:p>
          <a:p>
            <a:r>
              <a:t>      "mode": "verbatim"</a:t>
            </a:r>
          </a:p>
          <a:p>
            <a:r>
              <a:t>    },</a:t>
            </a:r>
          </a:p>
          <a:p>
            <a:r>
              <a:t>    {</a:t>
            </a:r>
          </a:p>
          <a:p>
            <a:r>
              <a:t>      "text": "2026年M月D日",</a:t>
            </a:r>
          </a:p>
          <a:p>
            <a:r>
              <a:t>      "refs": [</a:t>
            </a:r>
          </a:p>
          <a:p>
            <a:r>
              <a:t>        {</a:t>
            </a:r>
          </a:p>
          <a:p>
            <a:r>
              <a:t>          "source_id": "s001",</a:t>
            </a:r>
          </a:p>
          <a:p>
            <a:r>
              <a:t>          "quote": "2026年M月D日"</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"記載例8",</a:t>
            </a:r>
          </a:p>
          <a:p>
            <a:r>
              <a:t>      "refs": [</a:t>
            </a:r>
          </a:p>
          <a:p>
            <a:r>
              <a:t>        {</a:t>
            </a:r>
          </a:p>
          <a:p>
            <a:r>
              <a:t>          "source_id": "s001",</a:t>
            </a:r>
          </a:p>
          <a:p>
            <a:r>
              <a:t>          "quote": "記載例8"</a:t>
            </a:r>
          </a:p>
          <a:p>
            <a:r>
              <a:t>        }</a:t>
            </a:r>
          </a:p>
          <a:p>
            <a:r>
              <a:t>      ],</a:t>
            </a:r>
          </a:p>
          <a:p>
            <a:r>
              <a:t>      "mode": "verbatim"</a:t>
            </a:r>
          </a:p>
          <a:p>
            <a:r>
              <a:t>    }</a:t>
            </a:r>
          </a:p>
          <a:p>
            <a:r>
              <a:t>  ],</a:t>
            </a:r>
          </a:p>
          <a:p>
            <a:r>
              <a:t>  "citations": {</a:t>
            </a:r>
          </a:p>
          <a:p>
            <a:r>
              <a:t>    "s001": "Public MIT sample: templates/freeform_parts_16x9.html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"173102eb56fc6c863e1b20384464c24d033837ca8f1c25e9aae311f83a0aaecb"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外部動向の根拠グリッド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出典：公開見本（2026年M月D日）、Source 2（2026年M月D日）</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56072" y="1734768"/>
            <a:ext cx="797220" cy="182880"/>
          </a:xfrm>
          <a:prstGeom prst="rect">
            <a:avLst/>
          </a:prstGeom>
          <a:solidFill>
            <a:srgbClr val="322014"/>
          </a:solidFill>
          <a:ln/>
        </p:spPr>
        <p:txBody>
          <a:bodyPr>
            <a:noAutofit/>
          </a:bodyPr>
          <a:p/>
        </p:txBody>
      </p:sp>
      <p:sp>
        <p:nvSpPr>
          <p:cNvPr id="12" name="shape:012"/>
          <p:cNvSpPr/>
          <p:nvPr/>
        </p:nvSpPr>
        <p:spPr>
          <a:xfrm>
            <a:off x="756072"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項目1分類</a:t>
            </a:r>
            <a:endParaRPr lang="en-US" sz="750" dirty="0"/>
          </a:p>
        </p:txBody>
      </p:sp>
      <p:sp>
        <p:nvSpPr>
          <p:cNvPr id="13" name="shape:013"/>
          <p:cNvSpPr/>
          <p:nvPr/>
        </p:nvSpPr>
        <p:spPr>
          <a:xfrm>
            <a:off x="756072"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14" name="shape:014"/>
          <p:cNvSpPr/>
          <p:nvPr/>
        </p:nvSpPr>
        <p:spPr>
          <a:xfrm>
            <a:off x="756072"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記載例1</a:t>
            </a:r>
            <a:endParaRPr lang="en-US" sz="1100" dirty="0"/>
          </a:p>
        </p:txBody>
      </p:sp>
      <p:sp>
        <p:nvSpPr>
          <p:cNvPr id="15" name="shape:015"/>
          <p:cNvSpPr/>
          <p:nvPr/>
        </p:nvSpPr>
        <p:spPr>
          <a:xfrm>
            <a:off x="756072"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記載例2</a:t>
            </a:r>
            <a:endParaRPr lang="en-US" sz="850" dirty="0"/>
          </a:p>
        </p:txBody>
      </p:sp>
      <p:sp>
        <p:nvSpPr>
          <p:cNvPr id="16" name="shape:016"/>
          <p:cNvSpPr/>
          <p:nvPr/>
        </p:nvSpPr>
        <p:spPr>
          <a:xfrm>
            <a:off x="6167848" y="1572768"/>
            <a:ext cx="5447776" cy="2227716"/>
          </a:xfrm>
          <a:prstGeom prst="rect">
            <a:avLst/>
          </a:prstGeom>
          <a:solidFill>
            <a:srgbClr val="EFEEE8"/>
          </a:solidFill>
          <a:ln/>
        </p:spPr>
        <p:txBody>
          <a:bodyPr>
            <a:noAutofit/>
          </a:bodyPr>
          <a:p/>
        </p:txBody>
      </p:sp>
      <p:sp>
        <p:nvSpPr>
          <p:cNvPr id="17" name="shape:017"/>
          <p:cNvSpPr/>
          <p:nvPr/>
        </p:nvSpPr>
        <p:spPr>
          <a:xfrm>
            <a:off x="6347848" y="1734768"/>
            <a:ext cx="797220" cy="182880"/>
          </a:xfrm>
          <a:prstGeom prst="rect">
            <a:avLst/>
          </a:prstGeom>
          <a:solidFill>
            <a:srgbClr val="322014"/>
          </a:solidFill>
          <a:ln/>
        </p:spPr>
        <p:txBody>
          <a:bodyPr>
            <a:noAutofit/>
          </a:bodyPr>
          <a:p/>
        </p:txBody>
      </p:sp>
      <p:sp>
        <p:nvSpPr>
          <p:cNvPr id="18" name="shape:018"/>
          <p:cNvSpPr/>
          <p:nvPr/>
        </p:nvSpPr>
        <p:spPr>
          <a:xfrm>
            <a:off x="6347848"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項目2分類</a:t>
            </a:r>
            <a:endParaRPr lang="en-US" sz="750" dirty="0"/>
          </a:p>
        </p:txBody>
      </p:sp>
      <p:sp>
        <p:nvSpPr>
          <p:cNvPr id="19" name="shape:019"/>
          <p:cNvSpPr/>
          <p:nvPr/>
        </p:nvSpPr>
        <p:spPr>
          <a:xfrm>
            <a:off x="6347848"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20" name="shape:020"/>
          <p:cNvSpPr/>
          <p:nvPr/>
        </p:nvSpPr>
        <p:spPr>
          <a:xfrm>
            <a:off x="6347848"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記載例3</a:t>
            </a:r>
            <a:endParaRPr lang="en-US" sz="1100" dirty="0"/>
          </a:p>
        </p:txBody>
      </p:sp>
      <p:sp>
        <p:nvSpPr>
          <p:cNvPr id="21" name="shape:021"/>
          <p:cNvSpPr/>
          <p:nvPr/>
        </p:nvSpPr>
        <p:spPr>
          <a:xfrm>
            <a:off x="6347848"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記載例4</a:t>
            </a:r>
            <a:endParaRPr lang="en-US" sz="850" dirty="0"/>
          </a:p>
        </p:txBody>
      </p:sp>
      <p:sp>
        <p:nvSpPr>
          <p:cNvPr id="22" name="shape:022"/>
          <p:cNvSpPr/>
          <p:nvPr/>
        </p:nvSpPr>
        <p:spPr>
          <a:xfrm>
            <a:off x="576072" y="3944484"/>
            <a:ext cx="5447776" cy="2227716"/>
          </a:xfrm>
          <a:prstGeom prst="rect">
            <a:avLst/>
          </a:prstGeom>
          <a:solidFill>
            <a:srgbClr val="EFEEE8"/>
          </a:solidFill>
          <a:ln/>
        </p:spPr>
        <p:txBody>
          <a:bodyPr>
            <a:noAutofit/>
          </a:bodyPr>
          <a:p/>
        </p:txBody>
      </p:sp>
      <p:sp>
        <p:nvSpPr>
          <p:cNvPr id="23" name="shape:023"/>
          <p:cNvSpPr/>
          <p:nvPr/>
        </p:nvSpPr>
        <p:spPr>
          <a:xfrm>
            <a:off x="756072" y="4106484"/>
            <a:ext cx="797220" cy="182880"/>
          </a:xfrm>
          <a:prstGeom prst="rect">
            <a:avLst/>
          </a:prstGeom>
          <a:solidFill>
            <a:srgbClr val="322014"/>
          </a:solidFill>
          <a:ln/>
        </p:spPr>
        <p:txBody>
          <a:bodyPr>
            <a:noAutofit/>
          </a:bodyPr>
          <a:p/>
        </p:txBody>
      </p:sp>
      <p:sp>
        <p:nvSpPr>
          <p:cNvPr id="24" name="shape:024"/>
          <p:cNvSpPr/>
          <p:nvPr/>
        </p:nvSpPr>
        <p:spPr>
          <a:xfrm>
            <a:off x="756072"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項目3分類</a:t>
            </a:r>
            <a:endParaRPr lang="en-US" sz="750" dirty="0"/>
          </a:p>
        </p:txBody>
      </p:sp>
      <p:sp>
        <p:nvSpPr>
          <p:cNvPr id="25" name="shape:025"/>
          <p:cNvSpPr/>
          <p:nvPr/>
        </p:nvSpPr>
        <p:spPr>
          <a:xfrm>
            <a:off x="756072"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26" name="shape:026"/>
          <p:cNvSpPr/>
          <p:nvPr/>
        </p:nvSpPr>
        <p:spPr>
          <a:xfrm>
            <a:off x="756072"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記載例5</a:t>
            </a:r>
            <a:endParaRPr lang="en-US" sz="1100" dirty="0"/>
          </a:p>
        </p:txBody>
      </p:sp>
      <p:sp>
        <p:nvSpPr>
          <p:cNvPr id="27" name="shape:027"/>
          <p:cNvSpPr/>
          <p:nvPr/>
        </p:nvSpPr>
        <p:spPr>
          <a:xfrm>
            <a:off x="756072"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記載例6</a:t>
            </a:r>
            <a:endParaRPr lang="en-US" sz="850" dirty="0"/>
          </a:p>
        </p:txBody>
      </p:sp>
      <p:sp>
        <p:nvSpPr>
          <p:cNvPr id="28" name="shape:028"/>
          <p:cNvSpPr/>
          <p:nvPr/>
        </p:nvSpPr>
        <p:spPr>
          <a:xfrm>
            <a:off x="6167848" y="3944484"/>
            <a:ext cx="5447776" cy="2227716"/>
          </a:xfrm>
          <a:prstGeom prst="rect">
            <a:avLst/>
          </a:prstGeom>
          <a:solidFill>
            <a:srgbClr val="EFEEE8"/>
          </a:solidFill>
          <a:ln/>
        </p:spPr>
        <p:txBody>
          <a:bodyPr>
            <a:noAutofit/>
          </a:bodyPr>
          <a:p/>
        </p:txBody>
      </p:sp>
      <p:sp>
        <p:nvSpPr>
          <p:cNvPr id="29" name="shape:029"/>
          <p:cNvSpPr/>
          <p:nvPr/>
        </p:nvSpPr>
        <p:spPr>
          <a:xfrm>
            <a:off x="6347848" y="4106484"/>
            <a:ext cx="797220" cy="182880"/>
          </a:xfrm>
          <a:prstGeom prst="rect">
            <a:avLst/>
          </a:prstGeom>
          <a:solidFill>
            <a:srgbClr val="322014"/>
          </a:solidFill>
          <a:ln/>
        </p:spPr>
        <p:txBody>
          <a:bodyPr>
            <a:noAutofit/>
          </a:bodyPr>
          <a:p/>
        </p:txBody>
      </p:sp>
      <p:sp>
        <p:nvSpPr>
          <p:cNvPr id="30" name="shape:030"/>
          <p:cNvSpPr/>
          <p:nvPr/>
        </p:nvSpPr>
        <p:spPr>
          <a:xfrm>
            <a:off x="6347848"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項目4分類</a:t>
            </a:r>
            <a:endParaRPr lang="en-US" sz="750" dirty="0"/>
          </a:p>
        </p:txBody>
      </p:sp>
      <p:sp>
        <p:nvSpPr>
          <p:cNvPr id="31" name="shape:031"/>
          <p:cNvSpPr/>
          <p:nvPr/>
        </p:nvSpPr>
        <p:spPr>
          <a:xfrm>
            <a:off x="6347848"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2026年M月D日</a:t>
            </a:r>
            <a:endParaRPr lang="en-US" sz="800" dirty="0"/>
          </a:p>
        </p:txBody>
      </p:sp>
      <p:sp>
        <p:nvSpPr>
          <p:cNvPr id="32" name="shape:032"/>
          <p:cNvSpPr/>
          <p:nvPr/>
        </p:nvSpPr>
        <p:spPr>
          <a:xfrm>
            <a:off x="6347848"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記載例7</a:t>
            </a:r>
            <a:endParaRPr lang="en-US" sz="1100" dirty="0"/>
          </a:p>
        </p:txBody>
      </p:sp>
      <p:sp>
        <p:nvSpPr>
          <p:cNvPr id="33" name="shape:033"/>
          <p:cNvSpPr/>
          <p:nvPr/>
        </p:nvSpPr>
        <p:spPr>
          <a:xfrm>
            <a:off x="6347848"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記載例8</a:t>
            </a:r>
            <a:endParaRPr lang="en-US" sz="8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