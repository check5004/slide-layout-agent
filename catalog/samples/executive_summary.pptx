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"executive_summary",</a:t>
            </a:r>
          </a:p>
          <a:p>
            <a:r>
              <a:t>  "variant": "warm",</a:t>
            </a:r>
          </a:p>
          <a:p>
            <a:r>
              <a:t>  "rationale": "Public template fixture; short fictional slot content; no private data.",</a:t>
            </a:r>
          </a:p>
          <a:p>
            <a:r>
              <a:t>  "source_sha256": "9defbdf9fffc3d09a5a8775390fb010dffdb8cb4b0aba6e32c1fdb61785faa72",</a:t>
            </a:r>
          </a:p>
          <a:p>
            <a:r>
              <a:t>  "evidence": [</a:t>
            </a:r>
          </a:p>
          <a:p>
            <a:r>
              <a:t>    {</a:t>
            </a:r>
          </a:p>
          <a:p>
            <a:r>
              <a:t>      "text": "エグゼクティブサマリー",</a:t>
            </a:r>
          </a:p>
          <a:p>
            <a:r>
              <a:t>      "refs": [</a:t>
            </a:r>
          </a:p>
          <a:p>
            <a:r>
              <a:t>        {</a:t>
            </a:r>
          </a:p>
          <a:p>
            <a:r>
              <a:t>          "source_id": "s001",</a:t>
            </a:r>
          </a:p>
          <a:p>
            <a:r>
              <a:t>          "quote": "エグゼクティブサマリー"</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"citations": {</a:t>
            </a:r>
          </a:p>
          <a:p>
            <a:r>
              <a:t>    "s001": "Public MIT sample: templates/freeform_parts_more_16x9.html section 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"6ae6491b456828ac99c34880eced6632ebd37215b5ec361da48964c5aa255e6b"</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エグゼクティブサマリー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2</a:t>
            </a:r>
            <a:endParaRPr lang="en-US" sz="1450" dirty="0"/>
          </a:p>
        </p:txBody>
      </p:sp>
      <p:sp>
        <p:nvSpPr>
          <p:cNvPr id="11" name="shape:011"/>
          <p:cNvSpPr/>
          <p:nvPr/>
        </p:nvSpPr>
        <p:spPr>
          <a:xfrm>
            <a:off x="576072"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記載例1</a:t>
            </a:r>
            <a:endParaRPr lang="en-US" sz="1500" dirty="0"/>
          </a:p>
        </p:txBody>
      </p:sp>
      <p:sp>
        <p:nvSpPr>
          <p:cNvPr id="12" name="shape:012"/>
          <p:cNvSpPr/>
          <p:nvPr/>
        </p:nvSpPr>
        <p:spPr>
          <a:xfrm>
            <a:off x="4389120"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3</a:t>
            </a:r>
            <a:endParaRPr lang="en-US" sz="1450" dirty="0"/>
          </a:p>
        </p:txBody>
      </p:sp>
      <p:sp>
        <p:nvSpPr>
          <p:cNvPr id="13" name="shape:013"/>
          <p:cNvSpPr/>
          <p:nvPr/>
        </p:nvSpPr>
        <p:spPr>
          <a:xfrm>
            <a:off x="4389120"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記載例2</a:t>
            </a:r>
            <a:endParaRPr lang="en-US" sz="1500" dirty="0"/>
          </a:p>
        </p:txBody>
      </p:sp>
      <p:sp>
        <p:nvSpPr>
          <p:cNvPr id="14" name="shape:014"/>
          <p:cNvSpPr/>
          <p:nvPr/>
        </p:nvSpPr>
        <p:spPr>
          <a:xfrm>
            <a:off x="8202168"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4</a:t>
            </a:r>
            <a:endParaRPr lang="en-US" sz="1450" dirty="0"/>
          </a:p>
        </p:txBody>
      </p:sp>
      <p:sp>
        <p:nvSpPr>
          <p:cNvPr id="15" name="shape:015"/>
          <p:cNvSpPr/>
          <p:nvPr/>
        </p:nvSpPr>
        <p:spPr>
          <a:xfrm>
            <a:off x="8202168"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記載例3</a:t>
            </a:r>
            <a:endParaRPr lang="en-US" sz="1500" dirty="0"/>
          </a:p>
        </p:txBody>
      </p:sp>
      <p:sp>
        <p:nvSpPr>
          <p:cNvPr id="1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