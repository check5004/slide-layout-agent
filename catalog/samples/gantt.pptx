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"gantt",</a:t>
            </a:r>
          </a:p>
          <a:p>
            <a:r>
              <a:t>  "variant": "warm",</a:t>
            </a:r>
          </a:p>
          <a:p>
            <a:r>
              <a:t>  "rationale": "Public template fixture; short fictional slot content; no private data.",</a:t>
            </a:r>
          </a:p>
          <a:p>
            <a:r>
              <a:t>  "source_sha256": "fe89f7205fe7fc977c1ccf0f055142ff31c4c7c2ef41baf23d3c2ada5119d9a5",</a:t>
            </a:r>
          </a:p>
          <a:p>
            <a:r>
              <a:t>  "evidence": [</a:t>
            </a:r>
          </a:p>
          <a:p>
            <a:r>
              <a:t>    {</a:t>
            </a:r>
          </a:p>
          <a:p>
            <a:r>
              <a:t>      "text": "ガントチャート",</a:t>
            </a:r>
          </a:p>
          <a:p>
            <a:r>
              <a:t>      "refs": [</a:t>
            </a:r>
          </a:p>
          <a:p>
            <a:r>
              <a:t>        {</a:t>
            </a:r>
          </a:p>
          <a:p>
            <a:r>
              <a:t>          "source_id": "s001",</a:t>
            </a:r>
          </a:p>
          <a:p>
            <a:r>
              <a:t>          "quote": "ガントチャート"</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"項目13",</a:t>
            </a:r>
          </a:p>
          <a:p>
            <a:r>
              <a:t>      "refs": [</a:t>
            </a:r>
          </a:p>
          <a:p>
            <a:r>
              <a:t>        {</a:t>
            </a:r>
          </a:p>
          <a:p>
            <a:r>
              <a:t>          "source_id": "s001",</a:t>
            </a:r>
          </a:p>
          <a:p>
            <a:r>
              <a:t>          "quote": "項目13"</a:t>
            </a:r>
          </a:p>
          <a:p>
            <a:r>
              <a:t>        }</a:t>
            </a:r>
          </a:p>
          <a:p>
            <a:r>
              <a:t>      ],</a:t>
            </a:r>
          </a:p>
          <a:p>
            <a:r>
              <a:t>      "mode": "verbatim"</a:t>
            </a:r>
          </a:p>
          <a:p>
            <a:r>
              <a:t>    },</a:t>
            </a:r>
          </a:p>
          <a:p>
            <a:r>
              <a:t>    {</a:t>
            </a:r>
          </a:p>
          <a:p>
            <a:r>
              <a:t>      "text": "項目14",</a:t>
            </a:r>
          </a:p>
          <a:p>
            <a:r>
              <a:t>      "refs": [</a:t>
            </a:r>
          </a:p>
          <a:p>
            <a:r>
              <a:t>        {</a:t>
            </a:r>
          </a:p>
          <a:p>
            <a:r>
              <a:t>          "source_id": "s001",</a:t>
            </a:r>
          </a:p>
          <a:p>
            <a:r>
              <a:t>          "quote": "項目14"</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"項目7",</a:t>
            </a:r>
          </a:p>
          <a:p>
            <a:r>
              <a:t>      "refs": [</a:t>
            </a:r>
          </a:p>
          <a:p>
            <a:r>
              <a:t>        {</a:t>
            </a:r>
          </a:p>
          <a:p>
            <a:r>
              <a:t>          "source_id": "s001",</a:t>
            </a:r>
          </a:p>
          <a:p>
            <a:r>
              <a:t>          "quote": "項目7"</a:t>
            </a:r>
          </a:p>
          <a:p>
            <a:r>
              <a:t>        }</a:t>
            </a:r>
          </a:p>
          <a:p>
            <a:r>
              <a:t>      ],</a:t>
            </a:r>
          </a:p>
          <a:p>
            <a:r>
              <a:t>      "mode": "verbatim"</a:t>
            </a:r>
          </a:p>
          <a:p>
            <a:r>
              <a:t>    },</a:t>
            </a:r>
          </a:p>
          <a:p>
            <a:r>
              <a:t>    {</a:t>
            </a:r>
          </a:p>
          <a:p>
            <a:r>
              <a:t>      "text": "項目8",</a:t>
            </a:r>
          </a:p>
          <a:p>
            <a:r>
              <a:t>      "refs": [</a:t>
            </a:r>
          </a:p>
          <a:p>
            <a:r>
              <a:t>        {</a:t>
            </a:r>
          </a:p>
          <a:p>
            <a:r>
              <a:t>          "source_id": "s001",</a:t>
            </a:r>
          </a:p>
          <a:p>
            <a:r>
              <a:t>          "quote": "項目8"</a:t>
            </a:r>
          </a:p>
          <a:p>
            <a:r>
              <a:t>        }</a:t>
            </a:r>
          </a:p>
          <a:p>
            <a:r>
              <a:t>      ],</a:t>
            </a:r>
          </a:p>
          <a:p>
            <a:r>
              <a:t>      "mode": "verbatim"</a:t>
            </a:r>
          </a:p>
          <a:p>
            <a:r>
              <a:t>    },</a:t>
            </a:r>
          </a:p>
          <a:p>
            <a:r>
              <a:t>    {</a:t>
            </a:r>
          </a:p>
          <a:p>
            <a:r>
              <a:t>      "text": "項目9",</a:t>
            </a:r>
          </a:p>
          <a:p>
            <a:r>
              <a:t>      "refs": [</a:t>
            </a:r>
          </a:p>
          <a:p>
            <a:r>
              <a:t>        {</a:t>
            </a:r>
          </a:p>
          <a:p>
            <a:r>
              <a:t>          "source_id": "s001",</a:t>
            </a:r>
          </a:p>
          <a:p>
            <a:r>
              <a:t>          "quote": "項目9"</a:t>
            </a:r>
          </a:p>
          <a:p>
            <a:r>
              <a:t>        }</a:t>
            </a:r>
          </a:p>
          <a:p>
            <a:r>
              <a:t>      ],</a:t>
            </a:r>
          </a:p>
          <a:p>
            <a:r>
              <a:t>      "mode": "verbatim"</a:t>
            </a:r>
          </a:p>
          <a:p>
            <a:r>
              <a:t>    },</a:t>
            </a:r>
          </a:p>
          <a:p>
            <a:r>
              <a:t>    {</a:t>
            </a:r>
          </a:p>
          <a:p>
            <a:r>
              <a:t>      "text": "項目10",</a:t>
            </a:r>
          </a:p>
          <a:p>
            <a:r>
              <a:t>      "refs": [</a:t>
            </a:r>
          </a:p>
          <a:p>
            <a:r>
              <a:t>        {</a:t>
            </a:r>
          </a:p>
          <a:p>
            <a:r>
              <a:t>          "source_id": "s001",</a:t>
            </a:r>
          </a:p>
          <a:p>
            <a:r>
              <a:t>          "quote": "項目10"</a:t>
            </a:r>
          </a:p>
          <a:p>
            <a:r>
              <a:t>        }</a:t>
            </a:r>
          </a:p>
          <a:p>
            <a:r>
              <a:t>      ],</a:t>
            </a:r>
          </a:p>
          <a:p>
            <a:r>
              <a:t>      "mode": "verbatim"</a:t>
            </a:r>
          </a:p>
          <a:p>
            <a:r>
              <a:t>    },</a:t>
            </a:r>
          </a:p>
          <a:p>
            <a:r>
              <a:t>    {</a:t>
            </a:r>
          </a:p>
          <a:p>
            <a:r>
              <a:t>      "text": "項目11",</a:t>
            </a:r>
          </a:p>
          <a:p>
            <a:r>
              <a:t>      "refs": [</a:t>
            </a:r>
          </a:p>
          <a:p>
            <a:r>
              <a:t>        {</a:t>
            </a:r>
          </a:p>
          <a:p>
            <a:r>
              <a:t>          "source_id": "s001",</a:t>
            </a:r>
          </a:p>
          <a:p>
            <a:r>
              <a:t>          "quote": "項目11"</a:t>
            </a:r>
          </a:p>
          <a:p>
            <a:r>
              <a:t>        }</a:t>
            </a:r>
          </a:p>
          <a:p>
            <a:r>
              <a:t>      ],</a:t>
            </a:r>
          </a:p>
          <a:p>
            <a:r>
              <a:t>      "mode": "verbatim"</a:t>
            </a:r>
          </a:p>
          <a:p>
            <a:r>
              <a:t>    },</a:t>
            </a:r>
          </a:p>
          <a:p>
            <a:r>
              <a:t>    {</a:t>
            </a:r>
          </a:p>
          <a:p>
            <a:r>
              <a:t>      "text": "項目12",</a:t>
            </a:r>
          </a:p>
          <a:p>
            <a:r>
              <a:t>      "refs": [</a:t>
            </a:r>
          </a:p>
          <a:p>
            <a:r>
              <a:t>        {</a:t>
            </a:r>
          </a:p>
          <a:p>
            <a:r>
              <a:t>          "source_id": "s001",</a:t>
            </a:r>
          </a:p>
          <a:p>
            <a:r>
              <a:t>          "quote": "項目12"</a:t>
            </a:r>
          </a:p>
          <a:p>
            <a:r>
              <a:t>        }</a:t>
            </a:r>
          </a:p>
          <a:p>
            <a:r>
              <a:t>      ],</a:t>
            </a:r>
          </a:p>
          <a:p>
            <a:r>
              <a:t>      "mode": "verbatim"</a:t>
            </a:r>
          </a:p>
          <a:p>
            <a:r>
              <a:t>    },</a:t>
            </a:r>
          </a:p>
          <a:p>
            <a:r>
              <a:t>    {</a:t>
            </a:r>
          </a:p>
          <a:p>
            <a:r>
              <a:t>      "text": "項目15",</a:t>
            </a:r>
          </a:p>
          <a:p>
            <a:r>
              <a:t>      "refs": [</a:t>
            </a:r>
          </a:p>
          <a:p>
            <a:r>
              <a:t>        {</a:t>
            </a:r>
          </a:p>
          <a:p>
            <a:r>
              <a:t>          "source_id": "s001",</a:t>
            </a:r>
          </a:p>
          <a:p>
            <a:r>
              <a:t>          "quote": "項目15"</a:t>
            </a:r>
          </a:p>
          <a:p>
            <a:r>
              <a:t>        }</a:t>
            </a:r>
          </a:p>
          <a:p>
            <a:r>
              <a:t>      ],</a:t>
            </a:r>
          </a:p>
          <a:p>
            <a:r>
              <a:t>      "mode": "verbatim"</a:t>
            </a:r>
          </a:p>
          <a:p>
            <a:r>
              <a:t>    },</a:t>
            </a:r>
          </a:p>
          <a:p>
            <a:r>
              <a:t>    {</a:t>
            </a:r>
          </a:p>
          <a:p>
            <a:r>
              <a:t>      "text": "項目16",</a:t>
            </a:r>
          </a:p>
          <a:p>
            <a:r>
              <a:t>      "refs": [</a:t>
            </a:r>
          </a:p>
          <a:p>
            <a:r>
              <a:t>        {</a:t>
            </a:r>
          </a:p>
          <a:p>
            <a:r>
              <a:t>          "source_id": "s001",</a:t>
            </a:r>
          </a:p>
          <a:p>
            <a:r>
              <a:t>          "quote": "項目16"</a:t>
            </a:r>
          </a:p>
          <a:p>
            <a:r>
              <a:t>        }</a:t>
            </a:r>
          </a:p>
          <a:p>
            <a:r>
              <a:t>      ],</a:t>
            </a:r>
          </a:p>
          <a:p>
            <a:r>
              <a:t>      "mode": "verbatim"</a:t>
            </a:r>
          </a:p>
          <a:p>
            <a:r>
              <a:t>    },</a:t>
            </a:r>
          </a:p>
          <a:p>
            <a:r>
              <a:t>    {</a:t>
            </a:r>
          </a:p>
          <a:p>
            <a:r>
              <a:t>      "text": "項目17",</a:t>
            </a:r>
          </a:p>
          <a:p>
            <a:r>
              <a:t>      "refs": [</a:t>
            </a:r>
          </a:p>
          <a:p>
            <a:r>
              <a:t>        {</a:t>
            </a:r>
          </a:p>
          <a:p>
            <a:r>
              <a:t>          "source_id": "s001",</a:t>
            </a:r>
          </a:p>
          <a:p>
            <a:r>
              <a:t>          "quote": "項目17"</a:t>
            </a:r>
          </a:p>
          <a:p>
            <a:r>
              <a:t>        }</a:t>
            </a:r>
          </a:p>
          <a:p>
            <a:r>
              <a:t>      ],</a:t>
            </a:r>
          </a:p>
          <a:p>
            <a:r>
              <a:t>      "mode": "verbatim"</a:t>
            </a:r>
          </a:p>
          <a:p>
            <a:r>
              <a:t>    },</a:t>
            </a:r>
          </a:p>
          <a:p>
            <a:r>
              <a:t>    {</a:t>
            </a:r>
          </a:p>
          <a:p>
            <a:r>
              <a:t>      "text": "項目18",</a:t>
            </a:r>
          </a:p>
          <a:p>
            <a:r>
              <a:t>      "refs": [</a:t>
            </a:r>
          </a:p>
          <a:p>
            <a:r>
              <a:t>        {</a:t>
            </a:r>
          </a:p>
          <a:p>
            <a:r>
              <a:t>          "source_id": "s001",</a:t>
            </a:r>
          </a:p>
          <a:p>
            <a:r>
              <a:t>          "quote": "項目18"</a:t>
            </a:r>
          </a:p>
          <a:p>
            <a:r>
              <a:t>        }</a:t>
            </a:r>
          </a:p>
          <a:p>
            <a:r>
              <a:t>      ],</a:t>
            </a:r>
          </a:p>
          <a:p>
            <a:r>
              <a:t>      "mode": "verbatim"</a:t>
            </a:r>
          </a:p>
          <a:p>
            <a:r>
              <a:t>    },</a:t>
            </a:r>
          </a:p>
          <a:p>
            <a:r>
              <a:t>    {</a:t>
            </a:r>
          </a:p>
          <a:p>
            <a:r>
              <a:t>      "text": "項目19",</a:t>
            </a:r>
          </a:p>
          <a:p>
            <a:r>
              <a:t>      "refs": [</a:t>
            </a:r>
          </a:p>
          <a:p>
            <a:r>
              <a:t>        {</a:t>
            </a:r>
          </a:p>
          <a:p>
            <a:r>
              <a:t>          "source_id": "s001",</a:t>
            </a:r>
          </a:p>
          <a:p>
            <a:r>
              <a:t>          "quote": "項目19"</a:t>
            </a:r>
          </a:p>
          <a:p>
            <a:r>
              <a:t>        }</a:t>
            </a:r>
          </a:p>
          <a:p>
            <a:r>
              <a:t>      ],</a:t>
            </a:r>
          </a:p>
          <a:p>
            <a:r>
              <a:t>      "mode": "verbatim"</a:t>
            </a:r>
          </a:p>
          <a:p>
            <a:r>
              <a:t>    },</a:t>
            </a:r>
          </a:p>
          <a:p>
            <a:r>
              <a:t>    {</a:t>
            </a:r>
          </a:p>
          <a:p>
            <a:r>
              <a:t>      "text": "項目20",</a:t>
            </a:r>
          </a:p>
          <a:p>
            <a:r>
              <a:t>      "refs": [</a:t>
            </a:r>
          </a:p>
          <a:p>
            <a:r>
              <a:t>        {</a:t>
            </a:r>
          </a:p>
          <a:p>
            <a:r>
              <a:t>          "source_id": "s001",</a:t>
            </a:r>
          </a:p>
          <a:p>
            <a:r>
              <a:t>          "quote": "項目20"</a:t>
            </a:r>
          </a:p>
          <a:p>
            <a:r>
              <a:t>        }</a:t>
            </a:r>
          </a:p>
          <a:p>
            <a:r>
              <a:t>      ],</a:t>
            </a:r>
          </a:p>
          <a:p>
            <a:r>
              <a:t>      "mode": "verbatim"</a:t>
            </a:r>
          </a:p>
          <a:p>
            <a:r>
              <a:t>    },</a:t>
            </a:r>
          </a:p>
          <a:p>
            <a:r>
              <a:t>    {</a:t>
            </a:r>
          </a:p>
          <a:p>
            <a:r>
              <a:t>      "text": "項目21",</a:t>
            </a:r>
          </a:p>
          <a:p>
            <a:r>
              <a:t>      "refs": [</a:t>
            </a:r>
          </a:p>
          <a:p>
            <a:r>
              <a:t>        {</a:t>
            </a:r>
          </a:p>
          <a:p>
            <a:r>
              <a:t>          "source_id": "s001",</a:t>
            </a:r>
          </a:p>
          <a:p>
            <a:r>
              <a:t>          "quote": "項目21"</a:t>
            </a:r>
          </a:p>
          <a:p>
            <a:r>
              <a:t>        }</a:t>
            </a:r>
          </a:p>
          <a:p>
            <a:r>
              <a:t>      ],</a:t>
            </a:r>
          </a:p>
          <a:p>
            <a:r>
              <a:t>      "mode": "verbatim"</a:t>
            </a:r>
          </a:p>
          <a:p>
            <a:r>
              <a:t>    },</a:t>
            </a:r>
          </a:p>
          <a:p>
            <a:r>
              <a:t>    {</a:t>
            </a:r>
          </a:p>
          <a:p>
            <a:r>
              <a:t>      "text": "項目22",</a:t>
            </a:r>
          </a:p>
          <a:p>
            <a:r>
              <a:t>      "refs": [</a:t>
            </a:r>
          </a:p>
          <a:p>
            <a:r>
              <a:t>        {</a:t>
            </a:r>
          </a:p>
          <a:p>
            <a:r>
              <a:t>          "source_id": "s001",</a:t>
            </a:r>
          </a:p>
          <a:p>
            <a:r>
              <a:t>          "quote": "項目22"</a:t>
            </a:r>
          </a:p>
          <a:p>
            <a:r>
              <a:t>        }</a:t>
            </a:r>
          </a:p>
          <a:p>
            <a:r>
              <a:t>      ],</a:t>
            </a:r>
          </a:p>
          <a:p>
            <a:r>
              <a:t>      "mode": "verbatim"</a:t>
            </a:r>
          </a:p>
          <a:p>
            <a:r>
              <a:t>    },</a:t>
            </a:r>
          </a:p>
          <a:p>
            <a:r>
              <a:t>    {</a:t>
            </a:r>
          </a:p>
          <a:p>
            <a:r>
              <a:t>      "text": "項目23",</a:t>
            </a:r>
          </a:p>
          <a:p>
            <a:r>
              <a:t>      "refs": [</a:t>
            </a:r>
          </a:p>
          <a:p>
            <a:r>
              <a:t>        {</a:t>
            </a:r>
          </a:p>
          <a:p>
            <a:r>
              <a:t>          "source_id": "s001",</a:t>
            </a:r>
          </a:p>
          <a:p>
            <a:r>
              <a:t>          "quote": "項目23"</a:t>
            </a:r>
          </a:p>
          <a:p>
            <a:r>
              <a:t>        }</a:t>
            </a:r>
          </a:p>
          <a:p>
            <a:r>
              <a:t>      ],</a:t>
            </a:r>
          </a:p>
          <a:p>
            <a:r>
              <a:t>      "mode": "verbatim"</a:t>
            </a:r>
          </a:p>
          <a:p>
            <a:r>
              <a:t>    },</a:t>
            </a:r>
          </a:p>
          <a:p>
            <a:r>
              <a:t>    {</a:t>
            </a:r>
          </a:p>
          <a:p>
            <a:r>
              <a:t>      "text": "項目24",</a:t>
            </a:r>
          </a:p>
          <a:p>
            <a:r>
              <a:t>      "refs": [</a:t>
            </a:r>
          </a:p>
          <a:p>
            <a:r>
              <a:t>        {</a:t>
            </a:r>
          </a:p>
          <a:p>
            <a:r>
              <a:t>          "source_id": "s001",</a:t>
            </a:r>
          </a:p>
          <a:p>
            <a:r>
              <a:t>          "quote": "項目24"</a:t>
            </a:r>
          </a:p>
          <a:p>
            <a:r>
              <a:t>        }</a:t>
            </a:r>
          </a:p>
          <a:p>
            <a:r>
              <a:t>      ],</a:t>
            </a:r>
          </a:p>
          <a:p>
            <a:r>
              <a:t>      "mode": "verbatim"</a:t>
            </a:r>
          </a:p>
          <a:p>
            <a:r>
              <a:t>    },</a:t>
            </a:r>
          </a:p>
          <a:p>
            <a:r>
              <a:t>    {</a:t>
            </a:r>
          </a:p>
          <a:p>
            <a:r>
              <a:t>      "text": "項目25",</a:t>
            </a:r>
          </a:p>
          <a:p>
            <a:r>
              <a:t>      "refs": [</a:t>
            </a:r>
          </a:p>
          <a:p>
            <a:r>
              <a:t>        {</a:t>
            </a:r>
          </a:p>
          <a:p>
            <a:r>
              <a:t>          "source_id": "s001",</a:t>
            </a:r>
          </a:p>
          <a:p>
            <a:r>
              <a:t>          "quote": "項目25"</a:t>
            </a:r>
          </a:p>
          <a:p>
            <a:r>
              <a:t>        }</a:t>
            </a:r>
          </a:p>
          <a:p>
            <a:r>
              <a:t>      ],</a:t>
            </a:r>
          </a:p>
          <a:p>
            <a:r>
              <a:t>      "mode": "verbatim"</a:t>
            </a:r>
          </a:p>
          <a:p>
            <a:r>
              <a:t>    },</a:t>
            </a:r>
          </a:p>
          <a:p>
            <a:r>
              <a:t>    {</a:t>
            </a:r>
          </a:p>
          <a:p>
            <a:r>
              <a:t>      "text": "項目26",</a:t>
            </a:r>
          </a:p>
          <a:p>
            <a:r>
              <a:t>      "refs": [</a:t>
            </a:r>
          </a:p>
          <a:p>
            <a:r>
              <a:t>        {</a:t>
            </a:r>
          </a:p>
          <a:p>
            <a:r>
              <a:t>          "source_id": "s001",</a:t>
            </a:r>
          </a:p>
          <a:p>
            <a:r>
              <a:t>          "quote": "項目26"</a:t>
            </a:r>
          </a:p>
          <a:p>
            <a:r>
              <a:t>        }</a:t>
            </a:r>
          </a:p>
          <a:p>
            <a:r>
              <a:t>      ],</a:t>
            </a:r>
          </a:p>
          <a:p>
            <a:r>
              <a:t>      "mode": "verbatim"</a:t>
            </a:r>
          </a:p>
          <a:p>
            <a:r>
              <a:t>    },</a:t>
            </a:r>
          </a:p>
          <a:p>
            <a:r>
              <a:t>    {</a:t>
            </a:r>
          </a:p>
          <a:p>
            <a:r>
              <a:t>      "text": "項目27",</a:t>
            </a:r>
          </a:p>
          <a:p>
            <a:r>
              <a:t>      "refs": [</a:t>
            </a:r>
          </a:p>
          <a:p>
            <a:r>
              <a:t>        {</a:t>
            </a:r>
          </a:p>
          <a:p>
            <a:r>
              <a:t>          "source_id": "s001",</a:t>
            </a:r>
          </a:p>
          <a:p>
            <a:r>
              <a:t>          "quote": "項目27"</a:t>
            </a:r>
          </a:p>
          <a:p>
            <a:r>
              <a:t>        }</a:t>
            </a:r>
          </a:p>
          <a:p>
            <a:r>
              <a:t>      ],</a:t>
            </a:r>
          </a:p>
          <a:p>
            <a:r>
              <a:t>      "mode": "verbatim"</a:t>
            </a:r>
          </a:p>
          <a:p>
            <a:r>
              <a:t>    },</a:t>
            </a:r>
          </a:p>
          <a:p>
            <a:r>
              <a:t>    {</a:t>
            </a:r>
          </a:p>
          <a:p>
            <a:r>
              <a:t>      "text": "項目28",</a:t>
            </a:r>
          </a:p>
          <a:p>
            <a:r>
              <a:t>      "refs": [</a:t>
            </a:r>
          </a:p>
          <a:p>
            <a:r>
              <a:t>        {</a:t>
            </a:r>
          </a:p>
          <a:p>
            <a:r>
              <a:t>          "source_id": "s001",</a:t>
            </a:r>
          </a:p>
          <a:p>
            <a:r>
              <a:t>          "quote": "項目28"</a:t>
            </a:r>
          </a:p>
          <a:p>
            <a:r>
              <a:t>        }</a:t>
            </a:r>
          </a:p>
          <a:p>
            <a:r>
              <a:t>      ],</a:t>
            </a:r>
          </a:p>
          <a:p>
            <a:r>
              <a:t>      "mode": "verbatim"</a:t>
            </a:r>
          </a:p>
          <a:p>
            <a:r>
              <a:t>    },</a:t>
            </a:r>
          </a:p>
          <a:p>
            <a:r>
              <a:t>    {</a:t>
            </a:r>
          </a:p>
          <a:p>
            <a:r>
              <a:t>      "text": "項目29",</a:t>
            </a:r>
          </a:p>
          <a:p>
            <a:r>
              <a:t>      "refs": [</a:t>
            </a:r>
          </a:p>
          <a:p>
            <a:r>
              <a:t>        {</a:t>
            </a:r>
          </a:p>
          <a:p>
            <a:r>
              <a:t>          "source_id": "s001",</a:t>
            </a:r>
          </a:p>
          <a:p>
            <a:r>
              <a:t>          "quote": "項目29"</a:t>
            </a:r>
          </a:p>
          <a:p>
            <a:r>
              <a:t>        }</a:t>
            </a:r>
          </a:p>
          <a:p>
            <a:r>
              <a:t>      ],</a:t>
            </a:r>
          </a:p>
          <a:p>
            <a:r>
              <a:t>      "mode": "verbatim"</a:t>
            </a:r>
          </a:p>
          <a:p>
            <a:r>
              <a:t>    },</a:t>
            </a:r>
          </a:p>
          <a:p>
            <a:r>
              <a:t>    {</a:t>
            </a:r>
          </a:p>
          <a:p>
            <a:r>
              <a:t>      "text": "項目30",</a:t>
            </a:r>
          </a:p>
          <a:p>
            <a:r>
              <a:t>      "refs": [</a:t>
            </a:r>
          </a:p>
          <a:p>
            <a:r>
              <a:t>        {</a:t>
            </a:r>
          </a:p>
          <a:p>
            <a:r>
              <a:t>          "source_id": "s001",</a:t>
            </a:r>
          </a:p>
          <a:p>
            <a:r>
              <a:t>          "quote": "項目30"</a:t>
            </a:r>
          </a:p>
          <a:p>
            <a:r>
              <a:t>        }</a:t>
            </a:r>
          </a:p>
          <a:p>
            <a:r>
              <a:t>      ],</a:t>
            </a:r>
          </a:p>
          <a:p>
            <a:r>
              <a:t>      "mode": "verbatim"</a:t>
            </a:r>
          </a:p>
          <a:p>
            <a:r>
              <a:t>    },</a:t>
            </a:r>
          </a:p>
          <a:p>
            <a:r>
              <a:t>    {</a:t>
            </a:r>
          </a:p>
          <a:p>
            <a:r>
              <a:t>      "text": "項目31",</a:t>
            </a:r>
          </a:p>
          <a:p>
            <a:r>
              <a:t>      "refs": [</a:t>
            </a:r>
          </a:p>
          <a:p>
            <a:r>
              <a:t>        {</a:t>
            </a:r>
          </a:p>
          <a:p>
            <a:r>
              <a:t>          "source_id": "s001",</a:t>
            </a:r>
          </a:p>
          <a:p>
            <a:r>
              <a:t>          "quote": "項目31"</a:t>
            </a:r>
          </a:p>
          <a:p>
            <a:r>
              <a:t>        }</a:t>
            </a:r>
          </a:p>
          <a:p>
            <a:r>
              <a:t>      ],</a:t>
            </a:r>
          </a:p>
          <a:p>
            <a:r>
              <a:t>      "mode": "verbatim"</a:t>
            </a:r>
          </a:p>
          <a:p>
            <a:r>
              <a:t>    },</a:t>
            </a:r>
          </a:p>
          <a:p>
            <a:r>
              <a:t>    {</a:t>
            </a:r>
          </a:p>
          <a:p>
            <a:r>
              <a:t>      "text": "項目32",</a:t>
            </a:r>
          </a:p>
          <a:p>
            <a:r>
              <a:t>      "refs": [</a:t>
            </a:r>
          </a:p>
          <a:p>
            <a:r>
              <a:t>        {</a:t>
            </a:r>
          </a:p>
          <a:p>
            <a:r>
              <a:t>          "source_id": "s001",</a:t>
            </a:r>
          </a:p>
          <a:p>
            <a:r>
              <a:t>          "quote": "項目32"</a:t>
            </a:r>
          </a:p>
          <a:p>
            <a:r>
              <a:t>        }</a:t>
            </a:r>
          </a:p>
          <a:p>
            <a:r>
              <a:t>      ],</a:t>
            </a:r>
          </a:p>
          <a:p>
            <a:r>
              <a:t>      "mode": "verbatim"</a:t>
            </a:r>
          </a:p>
          <a:p>
            <a:r>
              <a:t>    },</a:t>
            </a:r>
          </a:p>
          <a:p>
            <a:r>
              <a:t>    {</a:t>
            </a:r>
          </a:p>
          <a:p>
            <a:r>
              <a:t>      "text": "項目33",</a:t>
            </a:r>
          </a:p>
          <a:p>
            <a:r>
              <a:t>      "refs": [</a:t>
            </a:r>
          </a:p>
          <a:p>
            <a:r>
              <a:t>        {</a:t>
            </a:r>
          </a:p>
          <a:p>
            <a:r>
              <a:t>          "source_id": "s001",</a:t>
            </a:r>
          </a:p>
          <a:p>
            <a:r>
              <a:t>          "quote": "項目33"</a:t>
            </a:r>
          </a:p>
          <a:p>
            <a:r>
              <a:t>        }</a:t>
            </a:r>
          </a:p>
          <a:p>
            <a:r>
              <a:t>      ],</a:t>
            </a:r>
          </a:p>
          <a:p>
            <a:r>
              <a:t>      "mode": "verbatim"</a:t>
            </a:r>
          </a:p>
          <a:p>
            <a:r>
              <a:t>    },</a:t>
            </a:r>
          </a:p>
          <a:p>
            <a:r>
              <a:t>    {</a:t>
            </a:r>
          </a:p>
          <a:p>
            <a:r>
              <a:t>      "value": 0.0,</a:t>
            </a:r>
          </a:p>
          <a:p>
            <a:r>
              <a:t>      "refs": [</a:t>
            </a:r>
          </a:p>
          <a:p>
            <a:r>
              <a:t>        {</a:t>
            </a:r>
          </a:p>
          <a:p>
            <a:r>
              <a:t>          "source_id": "s001",</a:t>
            </a:r>
          </a:p>
          <a:p>
            <a:r>
              <a:t>          "quote": "0"</a:t>
            </a:r>
          </a:p>
          <a:p>
            <a:r>
              <a:t>        }</a:t>
            </a:r>
          </a:p>
          <a:p>
            <a:r>
              <a:t>      ]</a:t>
            </a:r>
          </a:p>
          <a:p>
            <a:r>
              <a:t>    },</a:t>
            </a:r>
          </a:p>
          <a:p>
            <a:r>
              <a:t>    {</a:t>
            </a:r>
          </a:p>
          <a:p>
            <a:r>
              <a:t>      "value": 1.0,</a:t>
            </a:r>
          </a:p>
          <a:p>
            <a:r>
              <a:t>      "refs": [</a:t>
            </a:r>
          </a:p>
          <a:p>
            <a:r>
              <a:t>        {</a:t>
            </a:r>
          </a:p>
          <a:p>
            <a:r>
              <a:t>          "source_id": "s001",</a:t>
            </a:r>
          </a:p>
          <a:p>
            <a:r>
              <a:t>          "quote": "1"</a:t>
            </a:r>
          </a:p>
          <a:p>
            <a:r>
              <a:t>        }</a:t>
            </a:r>
          </a:p>
          <a:p>
            <a:r>
              <a:t>      ]</a:t>
            </a:r>
          </a:p>
          <a:p>
            <a:r>
              <a:t>    },</a:t>
            </a:r>
          </a:p>
          <a:p>
            <a:r>
              <a:t>    {</a:t>
            </a:r>
          </a:p>
          <a:p>
            <a:r>
              <a:t>      "value": 1.0,</a:t>
            </a:r>
          </a:p>
          <a:p>
            <a:r>
              <a:t>      "refs": [</a:t>
            </a:r>
          </a:p>
          <a:p>
            <a:r>
              <a:t>        {</a:t>
            </a:r>
          </a:p>
          <a:p>
            <a:r>
              <a:t>          "source_id": "s001",</a:t>
            </a:r>
          </a:p>
          <a:p>
            <a:r>
              <a:t>          "quote": "1"</a:t>
            </a:r>
          </a:p>
          <a:p>
            <a:r>
              <a:t>        }</a:t>
            </a:r>
          </a:p>
          <a:p>
            <a:r>
              <a:t>      ]</a:t>
            </a:r>
          </a:p>
          <a:p>
            <a:r>
              <a:t>    },</a:t>
            </a:r>
          </a:p>
          <a:p>
            <a:r>
              <a:t>    {</a:t>
            </a:r>
          </a:p>
          <a:p>
            <a:r>
              <a:t>      "value": 3.0,</a:t>
            </a:r>
          </a:p>
          <a:p>
            <a:r>
              <a:t>      "refs": [</a:t>
            </a:r>
          </a:p>
          <a:p>
            <a:r>
              <a:t>        {</a:t>
            </a:r>
          </a:p>
          <a:p>
            <a:r>
              <a:t>          "source_id": "s001",</a:t>
            </a:r>
          </a:p>
          <a:p>
            <a:r>
              <a:t>          "quote": "3"</a:t>
            </a:r>
          </a:p>
          <a:p>
            <a:r>
              <a:t>        }</a:t>
            </a:r>
          </a:p>
          <a:p>
            <a:r>
              <a:t>      ]</a:t>
            </a:r>
          </a:p>
          <a:p>
            <a:r>
              <a:t>    },</a:t>
            </a:r>
          </a:p>
          <a:p>
            <a:r>
              <a:t>    {</a:t>
            </a:r>
          </a:p>
          <a:p>
            <a:r>
              <a:t>      "value": 2.0,</a:t>
            </a:r>
          </a:p>
          <a:p>
            <a:r>
              <a:t>      "refs": [</a:t>
            </a:r>
          </a:p>
          <a:p>
            <a:r>
              <a:t>        {</a:t>
            </a:r>
          </a:p>
          <a:p>
            <a:r>
              <a:t>          "source_id": "s001",</a:t>
            </a:r>
          </a:p>
          <a:p>
            <a:r>
              <a:t>          "quote": "2"</a:t>
            </a:r>
          </a:p>
          <a:p>
            <a:r>
              <a:t>        }</a:t>
            </a:r>
          </a:p>
          <a:p>
            <a:r>
              <a:t>      ]</a:t>
            </a:r>
          </a:p>
          <a:p>
            <a:r>
              <a:t>    },</a:t>
            </a:r>
          </a:p>
          <a:p>
            <a:r>
              <a:t>    {</a:t>
            </a:r>
          </a:p>
          <a:p>
            <a:r>
              <a:t>      "value": 3.0,</a:t>
            </a:r>
          </a:p>
          <a:p>
            <a:r>
              <a:t>      "refs": [</a:t>
            </a:r>
          </a:p>
          <a:p>
            <a:r>
              <a:t>        {</a:t>
            </a:r>
          </a:p>
          <a:p>
            <a:r>
              <a:t>          "source_id": "s001",</a:t>
            </a:r>
          </a:p>
          <a:p>
            <a:r>
              <a:t>          "quote": "3"</a:t>
            </a:r>
          </a:p>
          <a:p>
            <a:r>
              <a:t>        }</a:t>
            </a:r>
          </a:p>
          <a:p>
            <a:r>
              <a:t>      ]</a:t>
            </a:r>
          </a:p>
          <a:p>
            <a:r>
              <a:t>    },</a:t>
            </a:r>
          </a:p>
          <a:p>
            <a:r>
              <a:t>    {</a:t>
            </a:r>
          </a:p>
          <a:p>
            <a:r>
              <a:t>      "value": 3.0,</a:t>
            </a:r>
          </a:p>
          <a:p>
            <a:r>
              <a:t>      "refs": [</a:t>
            </a:r>
          </a:p>
          <a:p>
            <a:r>
              <a:t>        {</a:t>
            </a:r>
          </a:p>
          <a:p>
            <a:r>
              <a:t>          "source_id": "s001",</a:t>
            </a:r>
          </a:p>
          <a:p>
            <a:r>
              <a:t>          "quote": "3"</a:t>
            </a:r>
          </a:p>
          <a:p>
            <a:r>
              <a:t>        }</a:t>
            </a:r>
          </a:p>
          <a:p>
            <a:r>
              <a:t>      ]</a:t>
            </a:r>
          </a:p>
          <a:p>
            <a:r>
              <a:t>    },</a:t>
            </a:r>
          </a:p>
          <a:p>
            <a:r>
              <a:t>    {</a:t>
            </a:r>
          </a:p>
          <a:p>
            <a:r>
              <a:t>      "value": 5.0,</a:t>
            </a:r>
          </a:p>
          <a:p>
            <a:r>
              <a:t>      "refs": [</a:t>
            </a:r>
          </a:p>
          <a:p>
            <a:r>
              <a:t>        {</a:t>
            </a:r>
          </a:p>
          <a:p>
            <a:r>
              <a:t>          "source_id": "s001",</a:t>
            </a:r>
          </a:p>
          <a:p>
            <a:r>
              <a:t>          "quote": "5"</a:t>
            </a:r>
          </a:p>
          <a:p>
            <a:r>
              <a:t>        }</a:t>
            </a:r>
          </a:p>
          <a:p>
            <a:r>
              <a:t>      ]</a:t>
            </a:r>
          </a:p>
          <a:p>
            <a:r>
              <a:t>    },</a:t>
            </a:r>
          </a:p>
          <a:p>
            <a:r>
              <a:t>    {</a:t>
            </a:r>
          </a:p>
          <a:p>
            <a:r>
              <a:t>      "value": 4.0,</a:t>
            </a:r>
          </a:p>
          <a:p>
            <a:r>
              <a:t>      "refs": [</a:t>
            </a:r>
          </a:p>
          <a:p>
            <a:r>
              <a:t>        {</a:t>
            </a:r>
          </a:p>
          <a:p>
            <a:r>
              <a:t>          "source_id": "s001",</a:t>
            </a:r>
          </a:p>
          <a:p>
            <a:r>
              <a:t>          "quote": "4"</a:t>
            </a:r>
          </a:p>
          <a:p>
            <a:r>
              <a:t>        }</a:t>
            </a:r>
          </a:p>
          <a:p>
            <a:r>
              <a:t>      ]</a:t>
            </a:r>
          </a:p>
          <a:p>
            <a:r>
              <a:t>    },</a:t>
            </a:r>
          </a:p>
          <a:p>
            <a:r>
              <a:t>    {</a:t>
            </a:r>
          </a:p>
          <a:p>
            <a:r>
              <a:t>      "value": 6.0,</a:t>
            </a:r>
          </a:p>
          <a:p>
            <a:r>
              <a:t>      "refs": [</a:t>
            </a:r>
          </a:p>
          <a:p>
            <a:r>
              <a:t>        {</a:t>
            </a:r>
          </a:p>
          <a:p>
            <a:r>
              <a:t>          "source_id": "s001",</a:t>
            </a:r>
          </a:p>
          <a:p>
            <a:r>
              <a:t>          "quote": "6"</a:t>
            </a:r>
          </a:p>
          <a:p>
            <a:r>
              <a:t>        }</a:t>
            </a:r>
          </a:p>
          <a:p>
            <a:r>
              <a:t>      ]</a:t>
            </a:r>
          </a:p>
          <a:p>
            <a:r>
              <a:t>    },</a:t>
            </a:r>
          </a:p>
          <a:p>
            <a:r>
              <a:t>    {</a:t>
            </a:r>
          </a:p>
          <a:p>
            <a:r>
              <a:t>      "value": 8.0,</a:t>
            </a:r>
          </a:p>
          <a:p>
            <a:r>
              <a:t>      "refs": [</a:t>
            </a:r>
          </a:p>
          <a:p>
            <a:r>
              <a:t>        {</a:t>
            </a:r>
          </a:p>
          <a:p>
            <a:r>
              <a:t>          "source_id": "s001",</a:t>
            </a:r>
          </a:p>
          <a:p>
            <a:r>
              <a:t>          "quote": "8"</a:t>
            </a:r>
          </a:p>
          <a:p>
            <a:r>
              <a:t>        }</a:t>
            </a:r>
          </a:p>
          <a:p>
            <a:r>
              <a:t>      ]</a:t>
            </a:r>
          </a:p>
          <a:p>
            <a:r>
              <a:t>    },</a:t>
            </a:r>
          </a:p>
          <a:p>
            <a:r>
              <a:t>    {</a:t>
            </a:r>
          </a:p>
          <a:p>
            <a:r>
              <a:t>      "value": 10.0,</a:t>
            </a:r>
          </a:p>
          <a:p>
            <a:r>
              <a:t>      "refs": [</a:t>
            </a:r>
          </a:p>
          <a:p>
            <a:r>
              <a:t>        {</a:t>
            </a:r>
          </a:p>
          <a:p>
            <a:r>
              <a:t>          "source_id": "s001",</a:t>
            </a:r>
          </a:p>
          <a:p>
            <a:r>
              <a:t>          "quote": "10"</a:t>
            </a:r>
          </a:p>
          <a:p>
            <a:r>
              <a:t>        }</a:t>
            </a:r>
          </a:p>
          <a:p>
            <a:r>
              <a:t>      ]</a:t>
            </a:r>
          </a:p>
          <a:p>
            <a:r>
              <a:t>    },</a:t>
            </a:r>
          </a:p>
          <a:p>
            <a:r>
              <a:t>    {</a:t>
            </a:r>
          </a:p>
          <a:p>
            <a:r>
              <a:t>      "value": 10.0,</a:t>
            </a:r>
          </a:p>
          <a:p>
            <a:r>
              <a:t>      "refs": [</a:t>
            </a:r>
          </a:p>
          <a:p>
            <a:r>
              <a:t>        {</a:t>
            </a:r>
          </a:p>
          <a:p>
            <a:r>
              <a:t>          "source_id": "s001",</a:t>
            </a:r>
          </a:p>
          <a:p>
            <a:r>
              <a:t>          "quote": "10"</a:t>
            </a:r>
          </a:p>
          <a:p>
            <a:r>
              <a:t>        }</a:t>
            </a:r>
          </a:p>
          <a:p>
            <a:r>
              <a:t>      ]</a:t>
            </a:r>
          </a:p>
          <a:p>
            <a:r>
              <a:t>    },</a:t>
            </a:r>
          </a:p>
          <a:p>
            <a:r>
              <a:t>    {</a:t>
            </a:r>
          </a:p>
          <a:p>
            <a:r>
              <a:t>      "value": 12.0,</a:t>
            </a:r>
          </a:p>
          <a:p>
            <a:r>
              <a:t>      "refs": [</a:t>
            </a:r>
          </a:p>
          <a:p>
            <a:r>
              <a:t>        {</a:t>
            </a:r>
          </a:p>
          <a:p>
            <a:r>
              <a:t>          "source_id": "s001",</a:t>
            </a:r>
          </a:p>
          <a:p>
            <a:r>
              <a:t>          "quote": "12"</a:t>
            </a:r>
          </a:p>
          <a:p>
            <a:r>
              <a:t>        }</a:t>
            </a:r>
          </a:p>
          <a:p>
            <a:r>
              <a:t>      ]</a:t>
            </a:r>
          </a:p>
          <a:p>
            <a:r>
              <a:t>    }</a:t>
            </a:r>
          </a:p>
          <a:p>
            <a:r>
              <a:t>  ],</a:t>
            </a:r>
          </a:p>
          <a:p>
            <a:r>
              <a:t>  "citations": {</a:t>
            </a:r>
          </a:p>
          <a:p>
            <a:r>
              <a:t>    "s001": "Public MIT sample: templates/freeform_parts_more_16x9.html section 34"</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"b34fdabbf5df66e6506f93f66d5e05a1ab7f4d6a1484c757d34a71847df7b09e"</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m34</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ガントチャート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3776472" y="1828800"/>
            <a:ext cx="5879363" cy="292608"/>
          </a:xfrm>
          <a:prstGeom prst="rect">
            <a:avLst/>
          </a:prstGeom>
          <a:ln w="9525">
            <a:solidFill>
              <a:srgbClr val="E2DCD2"/>
            </a:solidFill>
            <a:prstDash val="solid"/>
          </a:ln>
        </p:spPr>
        <p:txBody>
          <a:bodyPr>
            <a:noAutofit/>
          </a:bodyPr>
          <a:p/>
        </p:txBody>
      </p:sp>
      <p:sp>
        <p:nvSpPr>
          <p:cNvPr id="11" name="shape:011"/>
          <p:cNvSpPr/>
          <p:nvPr/>
        </p:nvSpPr>
        <p:spPr>
          <a:xfrm>
            <a:off x="3776472" y="1828800"/>
            <a:ext cx="5879363" cy="292608"/>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項目13</a:t>
            </a:r>
            <a:endParaRPr lang="en-US" sz="1200" dirty="0"/>
          </a:p>
        </p:txBody>
      </p:sp>
      <p:sp>
        <p:nvSpPr>
          <p:cNvPr id="12" name="shape:012"/>
          <p:cNvSpPr/>
          <p:nvPr/>
        </p:nvSpPr>
        <p:spPr>
          <a:xfrm>
            <a:off x="9655835" y="1828800"/>
            <a:ext cx="1959788" cy="292608"/>
          </a:xfrm>
          <a:prstGeom prst="rect">
            <a:avLst/>
          </a:prstGeom>
          <a:ln w="9525">
            <a:solidFill>
              <a:srgbClr val="E2DCD2"/>
            </a:solidFill>
            <a:prstDash val="solid"/>
          </a:ln>
        </p:spPr>
        <p:txBody>
          <a:bodyPr>
            <a:noAutofit/>
          </a:bodyPr>
          <a:p/>
        </p:txBody>
      </p:sp>
      <p:sp>
        <p:nvSpPr>
          <p:cNvPr id="13" name="shape:013"/>
          <p:cNvSpPr/>
          <p:nvPr/>
        </p:nvSpPr>
        <p:spPr>
          <a:xfrm>
            <a:off x="9655835" y="1828800"/>
            <a:ext cx="1959788" cy="292608"/>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項目14</a:t>
            </a:r>
            <a:endParaRPr lang="en-US" sz="1200" dirty="0"/>
          </a:p>
        </p:txBody>
      </p:sp>
      <p:sp>
        <p:nvSpPr>
          <p:cNvPr id="14" name="shape:014"/>
          <p:cNvSpPr/>
          <p:nvPr/>
        </p:nvSpPr>
        <p:spPr>
          <a:xfrm>
            <a:off x="3776472"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a:t>
            </a:r>
            <a:endParaRPr lang="en-US" sz="1050" dirty="0"/>
          </a:p>
        </p:txBody>
      </p:sp>
      <p:sp>
        <p:nvSpPr>
          <p:cNvPr id="15" name="shape:015"/>
          <p:cNvSpPr/>
          <p:nvPr/>
        </p:nvSpPr>
        <p:spPr>
          <a:xfrm>
            <a:off x="442973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項目2</a:t>
            </a:r>
            <a:endParaRPr lang="en-US" sz="1050" dirty="0"/>
          </a:p>
        </p:txBody>
      </p:sp>
      <p:sp>
        <p:nvSpPr>
          <p:cNvPr id="16" name="shape:016"/>
          <p:cNvSpPr/>
          <p:nvPr/>
        </p:nvSpPr>
        <p:spPr>
          <a:xfrm>
            <a:off x="5082997"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項目3</a:t>
            </a:r>
            <a:endParaRPr lang="en-US" sz="1050" dirty="0"/>
          </a:p>
        </p:txBody>
      </p:sp>
      <p:sp>
        <p:nvSpPr>
          <p:cNvPr id="17" name="shape:017"/>
          <p:cNvSpPr/>
          <p:nvPr/>
        </p:nvSpPr>
        <p:spPr>
          <a:xfrm>
            <a:off x="5736260"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項目4</a:t>
            </a:r>
            <a:endParaRPr lang="en-US" sz="1050" dirty="0"/>
          </a:p>
        </p:txBody>
      </p:sp>
      <p:sp>
        <p:nvSpPr>
          <p:cNvPr id="18" name="shape:018"/>
          <p:cNvSpPr/>
          <p:nvPr/>
        </p:nvSpPr>
        <p:spPr>
          <a:xfrm>
            <a:off x="6389522"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項目5</a:t>
            </a:r>
            <a:endParaRPr lang="en-US" sz="1050" dirty="0"/>
          </a:p>
        </p:txBody>
      </p:sp>
      <p:sp>
        <p:nvSpPr>
          <p:cNvPr id="19" name="shape:019"/>
          <p:cNvSpPr/>
          <p:nvPr/>
        </p:nvSpPr>
        <p:spPr>
          <a:xfrm>
            <a:off x="704278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項目6</a:t>
            </a:r>
            <a:endParaRPr lang="en-US" sz="1050" dirty="0"/>
          </a:p>
        </p:txBody>
      </p:sp>
      <p:sp>
        <p:nvSpPr>
          <p:cNvPr id="20" name="shape:020"/>
          <p:cNvSpPr/>
          <p:nvPr/>
        </p:nvSpPr>
        <p:spPr>
          <a:xfrm>
            <a:off x="7696048"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項目7</a:t>
            </a:r>
            <a:endParaRPr lang="en-US" sz="1050" dirty="0"/>
          </a:p>
        </p:txBody>
      </p:sp>
      <p:sp>
        <p:nvSpPr>
          <p:cNvPr id="21" name="shape:021"/>
          <p:cNvSpPr/>
          <p:nvPr/>
        </p:nvSpPr>
        <p:spPr>
          <a:xfrm>
            <a:off x="8349310"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項目8</a:t>
            </a:r>
            <a:endParaRPr lang="en-US" sz="1050" dirty="0"/>
          </a:p>
        </p:txBody>
      </p:sp>
      <p:sp>
        <p:nvSpPr>
          <p:cNvPr id="22" name="shape:022"/>
          <p:cNvSpPr/>
          <p:nvPr/>
        </p:nvSpPr>
        <p:spPr>
          <a:xfrm>
            <a:off x="9002573"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項目9</a:t>
            </a:r>
            <a:endParaRPr lang="en-US" sz="1050" dirty="0"/>
          </a:p>
        </p:txBody>
      </p:sp>
      <p:sp>
        <p:nvSpPr>
          <p:cNvPr id="23" name="shape:023"/>
          <p:cNvSpPr/>
          <p:nvPr/>
        </p:nvSpPr>
        <p:spPr>
          <a:xfrm>
            <a:off x="9655835"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項目10</a:t>
            </a:r>
            <a:endParaRPr lang="en-US" sz="1050" dirty="0"/>
          </a:p>
        </p:txBody>
      </p:sp>
      <p:sp>
        <p:nvSpPr>
          <p:cNvPr id="24" name="shape:024"/>
          <p:cNvSpPr/>
          <p:nvPr/>
        </p:nvSpPr>
        <p:spPr>
          <a:xfrm>
            <a:off x="10309098"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項目11</a:t>
            </a:r>
            <a:endParaRPr lang="en-US" sz="1050" dirty="0"/>
          </a:p>
        </p:txBody>
      </p:sp>
      <p:sp>
        <p:nvSpPr>
          <p:cNvPr id="25" name="shape:025"/>
          <p:cNvSpPr/>
          <p:nvPr/>
        </p:nvSpPr>
        <p:spPr>
          <a:xfrm>
            <a:off x="10962361" y="2157984"/>
            <a:ext cx="653263" cy="274320"/>
          </a:xfrm>
          <a:prstGeom prst="rect">
            <a:avLst/>
          </a:prstGeom>
          <a:noFill/>
          <a:ln/>
        </p:spPr>
        <p:txBody>
          <a:bodyPr wrap="square" lIns="381" tIns="381" rIns="381" bIns="381" rtlCol="0" anchor="t">
            <a:noAutofit/>
          </a:bodyPr>
          <a:lstStyle/>
          <a:p>
            <a:pPr algn="ctr" indent="0" marL="0">
              <a:buNone/>
            </a:pPr>
            <a:r>
              <a:rPr lang="en-US" sz="1050" b="1" dirty="0">
                <a:solidFill>
                  <a:srgbClr val="322014"/>
                </a:solidFill>
                <a:latin typeface="Yu Gothic" pitchFamily="34" charset="0"/>
                <a:ea typeface="Yu Gothic" pitchFamily="34" charset="-122"/>
                <a:cs typeface="Yu Gothic" pitchFamily="34" charset="-120"/>
              </a:rPr>
              <a:t>項目12</a:t>
            </a:r>
            <a:endParaRPr lang="en-US" sz="1050" dirty="0"/>
          </a:p>
        </p:txBody>
      </p:sp>
      <p:sp>
        <p:nvSpPr>
          <p:cNvPr id="26" name="shape:026"/>
          <p:cNvSpPr/>
          <p:nvPr/>
        </p:nvSpPr>
        <p:spPr>
          <a:xfrm>
            <a:off x="576072" y="2468880"/>
            <a:ext cx="11039551" cy="0"/>
          </a:xfrm>
          <a:prstGeom prst="line">
            <a:avLst/>
          </a:prstGeom>
          <a:noFill/>
          <a:ln w="17780">
            <a:solidFill>
              <a:srgbClr val="322014"/>
            </a:solidFill>
            <a:prstDash val="solid"/>
          </a:ln>
        </p:spPr>
        <p:txBody>
          <a:bodyPr>
            <a:noAutofit/>
          </a:bodyPr>
          <a:p/>
        </p:txBody>
      </p:sp>
      <p:sp>
        <p:nvSpPr>
          <p:cNvPr id="27" name="shape:027"/>
          <p:cNvSpPr/>
          <p:nvPr/>
        </p:nvSpPr>
        <p:spPr>
          <a:xfrm>
            <a:off x="4011663" y="2542032"/>
            <a:ext cx="182880" cy="164592"/>
          </a:xfrm>
          <a:prstGeom prst="triangle">
            <a:avLst/>
          </a:prstGeom>
          <a:solidFill>
            <a:srgbClr val="322014"/>
          </a:solidFill>
          <a:ln/>
        </p:spPr>
        <p:txBody>
          <a:bodyPr>
            <a:noAutofit/>
          </a:bodyPr>
          <a:p/>
        </p:txBody>
      </p:sp>
      <p:sp>
        <p:nvSpPr>
          <p:cNvPr id="28" name="shape:028"/>
          <p:cNvSpPr/>
          <p:nvPr/>
        </p:nvSpPr>
        <p:spPr>
          <a:xfrm>
            <a:off x="3234423"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項目15</a:t>
            </a:r>
            <a:endParaRPr lang="en-US" sz="900" dirty="0"/>
          </a:p>
        </p:txBody>
      </p:sp>
      <p:sp>
        <p:nvSpPr>
          <p:cNvPr id="29" name="shape:029"/>
          <p:cNvSpPr/>
          <p:nvPr/>
        </p:nvSpPr>
        <p:spPr>
          <a:xfrm>
            <a:off x="5318189" y="2542032"/>
            <a:ext cx="182880" cy="164592"/>
          </a:xfrm>
          <a:prstGeom prst="triangle">
            <a:avLst/>
          </a:prstGeom>
          <a:solidFill>
            <a:srgbClr val="322014"/>
          </a:solidFill>
          <a:ln/>
        </p:spPr>
        <p:txBody>
          <a:bodyPr>
            <a:noAutofit/>
          </a:bodyPr>
          <a:p/>
        </p:txBody>
      </p:sp>
      <p:sp>
        <p:nvSpPr>
          <p:cNvPr id="30" name="shape:030"/>
          <p:cNvSpPr/>
          <p:nvPr/>
        </p:nvSpPr>
        <p:spPr>
          <a:xfrm>
            <a:off x="4540949"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項目16</a:t>
            </a:r>
            <a:endParaRPr lang="en-US" sz="900" dirty="0"/>
          </a:p>
        </p:txBody>
      </p:sp>
      <p:sp>
        <p:nvSpPr>
          <p:cNvPr id="31" name="shape:031"/>
          <p:cNvSpPr/>
          <p:nvPr/>
        </p:nvSpPr>
        <p:spPr>
          <a:xfrm>
            <a:off x="7277976" y="2542032"/>
            <a:ext cx="182880" cy="164592"/>
          </a:xfrm>
          <a:prstGeom prst="triangle">
            <a:avLst/>
          </a:prstGeom>
          <a:solidFill>
            <a:srgbClr val="322014"/>
          </a:solidFill>
          <a:ln/>
        </p:spPr>
        <p:txBody>
          <a:bodyPr>
            <a:noAutofit/>
          </a:bodyPr>
          <a:p/>
        </p:txBody>
      </p:sp>
      <p:sp>
        <p:nvSpPr>
          <p:cNvPr id="32" name="shape:032"/>
          <p:cNvSpPr/>
          <p:nvPr/>
        </p:nvSpPr>
        <p:spPr>
          <a:xfrm>
            <a:off x="6500736"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項目17</a:t>
            </a:r>
            <a:endParaRPr lang="en-US" sz="900" dirty="0"/>
          </a:p>
        </p:txBody>
      </p:sp>
      <p:sp>
        <p:nvSpPr>
          <p:cNvPr id="33" name="shape:033"/>
          <p:cNvSpPr/>
          <p:nvPr/>
        </p:nvSpPr>
        <p:spPr>
          <a:xfrm>
            <a:off x="9237764" y="2542032"/>
            <a:ext cx="182880" cy="164592"/>
          </a:xfrm>
          <a:prstGeom prst="triangle">
            <a:avLst/>
          </a:prstGeom>
          <a:solidFill>
            <a:srgbClr val="322014"/>
          </a:solidFill>
          <a:ln/>
        </p:spPr>
        <p:txBody>
          <a:bodyPr>
            <a:noAutofit/>
          </a:bodyPr>
          <a:p/>
        </p:txBody>
      </p:sp>
      <p:sp>
        <p:nvSpPr>
          <p:cNvPr id="34" name="shape:034"/>
          <p:cNvSpPr/>
          <p:nvPr/>
        </p:nvSpPr>
        <p:spPr>
          <a:xfrm>
            <a:off x="8460524"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項目18</a:t>
            </a:r>
            <a:endParaRPr lang="en-US" sz="900" dirty="0"/>
          </a:p>
        </p:txBody>
      </p:sp>
      <p:sp>
        <p:nvSpPr>
          <p:cNvPr id="35" name="shape:035"/>
          <p:cNvSpPr/>
          <p:nvPr/>
        </p:nvSpPr>
        <p:spPr>
          <a:xfrm>
            <a:off x="11197552" y="2542032"/>
            <a:ext cx="182880" cy="164592"/>
          </a:xfrm>
          <a:prstGeom prst="triangle">
            <a:avLst/>
          </a:prstGeom>
          <a:solidFill>
            <a:srgbClr val="322014"/>
          </a:solidFill>
          <a:ln/>
        </p:spPr>
        <p:txBody>
          <a:bodyPr>
            <a:noAutofit/>
          </a:bodyPr>
          <a:p/>
        </p:txBody>
      </p:sp>
      <p:sp>
        <p:nvSpPr>
          <p:cNvPr id="36" name="shape:036"/>
          <p:cNvSpPr/>
          <p:nvPr/>
        </p:nvSpPr>
        <p:spPr>
          <a:xfrm>
            <a:off x="10420312" y="2724912"/>
            <a:ext cx="1737360" cy="201168"/>
          </a:xfrm>
          <a:prstGeom prst="rect">
            <a:avLst/>
          </a:prstGeom>
          <a:noFill/>
          <a:ln/>
        </p:spPr>
        <p:txBody>
          <a:bodyPr wrap="square" lIns="381" tIns="381" rIns="381" bIns="381" rtlCol="0" anchor="t">
            <a:noAutofit/>
          </a:bodyPr>
          <a:lstStyle/>
          <a:p>
            <a:pPr algn="ctr" indent="0" marL="0">
              <a:buNone/>
            </a:pPr>
            <a:r>
              <a:rPr lang="en-US" sz="900" b="1" dirty="0">
                <a:solidFill>
                  <a:srgbClr val="322014"/>
                </a:solidFill>
                <a:latin typeface="Yu Gothic" pitchFamily="34" charset="0"/>
                <a:ea typeface="Yu Gothic" pitchFamily="34" charset="-122"/>
                <a:cs typeface="Yu Gothic" pitchFamily="34" charset="-120"/>
              </a:rPr>
              <a:t>項目19</a:t>
            </a:r>
            <a:endParaRPr lang="en-US" sz="900" dirty="0"/>
          </a:p>
        </p:txBody>
      </p:sp>
      <p:sp>
        <p:nvSpPr>
          <p:cNvPr id="37" name="shape:037"/>
          <p:cNvSpPr/>
          <p:nvPr/>
        </p:nvSpPr>
        <p:spPr>
          <a:xfrm>
            <a:off x="4429735" y="2468880"/>
            <a:ext cx="0" cy="3739896"/>
          </a:xfrm>
          <a:prstGeom prst="line">
            <a:avLst/>
          </a:prstGeom>
          <a:noFill/>
          <a:ln w="5080">
            <a:solidFill>
              <a:srgbClr val="E2DCD2"/>
            </a:solidFill>
            <a:prstDash val="solid"/>
          </a:ln>
        </p:spPr>
        <p:txBody>
          <a:bodyPr>
            <a:noAutofit/>
          </a:bodyPr>
          <a:p/>
        </p:txBody>
      </p:sp>
      <p:sp>
        <p:nvSpPr>
          <p:cNvPr id="38" name="shape:038"/>
          <p:cNvSpPr/>
          <p:nvPr/>
        </p:nvSpPr>
        <p:spPr>
          <a:xfrm>
            <a:off x="5082997" y="2468880"/>
            <a:ext cx="0" cy="3739896"/>
          </a:xfrm>
          <a:prstGeom prst="line">
            <a:avLst/>
          </a:prstGeom>
          <a:noFill/>
          <a:ln w="5080">
            <a:solidFill>
              <a:srgbClr val="E2DCD2"/>
            </a:solidFill>
            <a:prstDash val="solid"/>
          </a:ln>
        </p:spPr>
        <p:txBody>
          <a:bodyPr>
            <a:noAutofit/>
          </a:bodyPr>
          <a:p/>
        </p:txBody>
      </p:sp>
      <p:sp>
        <p:nvSpPr>
          <p:cNvPr id="39" name="shape:039"/>
          <p:cNvSpPr/>
          <p:nvPr/>
        </p:nvSpPr>
        <p:spPr>
          <a:xfrm>
            <a:off x="5736260" y="2468880"/>
            <a:ext cx="0" cy="3739896"/>
          </a:xfrm>
          <a:prstGeom prst="line">
            <a:avLst/>
          </a:prstGeom>
          <a:noFill/>
          <a:ln w="5080">
            <a:solidFill>
              <a:srgbClr val="E2DCD2"/>
            </a:solidFill>
            <a:prstDash val="solid"/>
          </a:ln>
        </p:spPr>
        <p:txBody>
          <a:bodyPr>
            <a:noAutofit/>
          </a:bodyPr>
          <a:p/>
        </p:txBody>
      </p:sp>
      <p:sp>
        <p:nvSpPr>
          <p:cNvPr id="40" name="shape:040"/>
          <p:cNvSpPr/>
          <p:nvPr/>
        </p:nvSpPr>
        <p:spPr>
          <a:xfrm>
            <a:off x="6389522" y="2468880"/>
            <a:ext cx="0" cy="3739896"/>
          </a:xfrm>
          <a:prstGeom prst="line">
            <a:avLst/>
          </a:prstGeom>
          <a:noFill/>
          <a:ln w="5080">
            <a:solidFill>
              <a:srgbClr val="E2DCD2"/>
            </a:solidFill>
            <a:prstDash val="solid"/>
          </a:ln>
        </p:spPr>
        <p:txBody>
          <a:bodyPr>
            <a:noAutofit/>
          </a:bodyPr>
          <a:p/>
        </p:txBody>
      </p:sp>
      <p:sp>
        <p:nvSpPr>
          <p:cNvPr id="41" name="shape:041"/>
          <p:cNvSpPr/>
          <p:nvPr/>
        </p:nvSpPr>
        <p:spPr>
          <a:xfrm>
            <a:off x="7042785" y="2468880"/>
            <a:ext cx="0" cy="3739896"/>
          </a:xfrm>
          <a:prstGeom prst="line">
            <a:avLst/>
          </a:prstGeom>
          <a:noFill/>
          <a:ln w="5080">
            <a:solidFill>
              <a:srgbClr val="E2DCD2"/>
            </a:solidFill>
            <a:prstDash val="solid"/>
          </a:ln>
        </p:spPr>
        <p:txBody>
          <a:bodyPr>
            <a:noAutofit/>
          </a:bodyPr>
          <a:p/>
        </p:txBody>
      </p:sp>
      <p:sp>
        <p:nvSpPr>
          <p:cNvPr id="42" name="shape:042"/>
          <p:cNvSpPr/>
          <p:nvPr/>
        </p:nvSpPr>
        <p:spPr>
          <a:xfrm>
            <a:off x="7696048" y="2468880"/>
            <a:ext cx="0" cy="3739896"/>
          </a:xfrm>
          <a:prstGeom prst="line">
            <a:avLst/>
          </a:prstGeom>
          <a:noFill/>
          <a:ln w="5080">
            <a:solidFill>
              <a:srgbClr val="E2DCD2"/>
            </a:solidFill>
            <a:prstDash val="solid"/>
          </a:ln>
        </p:spPr>
        <p:txBody>
          <a:bodyPr>
            <a:noAutofit/>
          </a:bodyPr>
          <a:p/>
        </p:txBody>
      </p:sp>
      <p:sp>
        <p:nvSpPr>
          <p:cNvPr id="43" name="shape:043"/>
          <p:cNvSpPr/>
          <p:nvPr/>
        </p:nvSpPr>
        <p:spPr>
          <a:xfrm>
            <a:off x="8349310" y="2468880"/>
            <a:ext cx="0" cy="3739896"/>
          </a:xfrm>
          <a:prstGeom prst="line">
            <a:avLst/>
          </a:prstGeom>
          <a:noFill/>
          <a:ln w="5080">
            <a:solidFill>
              <a:srgbClr val="E2DCD2"/>
            </a:solidFill>
            <a:prstDash val="solid"/>
          </a:ln>
        </p:spPr>
        <p:txBody>
          <a:bodyPr>
            <a:noAutofit/>
          </a:bodyPr>
          <a:p/>
        </p:txBody>
      </p:sp>
      <p:sp>
        <p:nvSpPr>
          <p:cNvPr id="44" name="shape:044"/>
          <p:cNvSpPr/>
          <p:nvPr/>
        </p:nvSpPr>
        <p:spPr>
          <a:xfrm>
            <a:off x="9002573" y="2468880"/>
            <a:ext cx="0" cy="3739896"/>
          </a:xfrm>
          <a:prstGeom prst="line">
            <a:avLst/>
          </a:prstGeom>
          <a:noFill/>
          <a:ln w="5080">
            <a:solidFill>
              <a:srgbClr val="E2DCD2"/>
            </a:solidFill>
            <a:prstDash val="solid"/>
          </a:ln>
        </p:spPr>
        <p:txBody>
          <a:bodyPr>
            <a:noAutofit/>
          </a:bodyPr>
          <a:p/>
        </p:txBody>
      </p:sp>
      <p:sp>
        <p:nvSpPr>
          <p:cNvPr id="45" name="shape:045"/>
          <p:cNvSpPr/>
          <p:nvPr/>
        </p:nvSpPr>
        <p:spPr>
          <a:xfrm>
            <a:off x="9655835" y="2468880"/>
            <a:ext cx="0" cy="3739896"/>
          </a:xfrm>
          <a:prstGeom prst="line">
            <a:avLst/>
          </a:prstGeom>
          <a:noFill/>
          <a:ln w="5080">
            <a:solidFill>
              <a:srgbClr val="E2DCD2"/>
            </a:solidFill>
            <a:prstDash val="solid"/>
          </a:ln>
        </p:spPr>
        <p:txBody>
          <a:bodyPr>
            <a:noAutofit/>
          </a:bodyPr>
          <a:p/>
        </p:txBody>
      </p:sp>
      <p:sp>
        <p:nvSpPr>
          <p:cNvPr id="46" name="shape:046"/>
          <p:cNvSpPr/>
          <p:nvPr/>
        </p:nvSpPr>
        <p:spPr>
          <a:xfrm>
            <a:off x="10309098" y="2468880"/>
            <a:ext cx="0" cy="3739896"/>
          </a:xfrm>
          <a:prstGeom prst="line">
            <a:avLst/>
          </a:prstGeom>
          <a:noFill/>
          <a:ln w="5080">
            <a:solidFill>
              <a:srgbClr val="E2DCD2"/>
            </a:solidFill>
            <a:prstDash val="solid"/>
          </a:ln>
        </p:spPr>
        <p:txBody>
          <a:bodyPr>
            <a:noAutofit/>
          </a:bodyPr>
          <a:p/>
        </p:txBody>
      </p:sp>
      <p:sp>
        <p:nvSpPr>
          <p:cNvPr id="47" name="shape:047"/>
          <p:cNvSpPr/>
          <p:nvPr/>
        </p:nvSpPr>
        <p:spPr>
          <a:xfrm>
            <a:off x="10962361" y="2468880"/>
            <a:ext cx="0" cy="3739896"/>
          </a:xfrm>
          <a:prstGeom prst="line">
            <a:avLst/>
          </a:prstGeom>
          <a:noFill/>
          <a:ln w="5080">
            <a:solidFill>
              <a:srgbClr val="E2DCD2"/>
            </a:solidFill>
            <a:prstDash val="solid"/>
          </a:ln>
        </p:spPr>
        <p:txBody>
          <a:bodyPr>
            <a:noAutofit/>
          </a:bodyPr>
          <a:p/>
        </p:txBody>
      </p:sp>
      <p:sp>
        <p:nvSpPr>
          <p:cNvPr id="48" name="shape:048"/>
          <p:cNvSpPr/>
          <p:nvPr/>
        </p:nvSpPr>
        <p:spPr>
          <a:xfrm>
            <a:off x="576072" y="3017520"/>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項目20</a:t>
            </a:r>
            <a:endParaRPr lang="en-US" sz="1200" dirty="0"/>
          </a:p>
        </p:txBody>
      </p:sp>
      <p:sp>
        <p:nvSpPr>
          <p:cNvPr id="49" name="shape:049"/>
          <p:cNvSpPr/>
          <p:nvPr/>
        </p:nvSpPr>
        <p:spPr>
          <a:xfrm>
            <a:off x="576072" y="3017520"/>
            <a:ext cx="11039551" cy="0"/>
          </a:xfrm>
          <a:prstGeom prst="line">
            <a:avLst/>
          </a:prstGeom>
          <a:noFill/>
          <a:ln w="10160">
            <a:solidFill>
              <a:srgbClr val="322014"/>
            </a:solidFill>
            <a:prstDash val="solid"/>
          </a:ln>
        </p:spPr>
        <p:txBody>
          <a:bodyPr>
            <a:noAutofit/>
          </a:bodyPr>
          <a:p/>
        </p:txBody>
      </p:sp>
      <p:sp>
        <p:nvSpPr>
          <p:cNvPr id="50" name="shape:050"/>
          <p:cNvSpPr/>
          <p:nvPr/>
        </p:nvSpPr>
        <p:spPr>
          <a:xfrm>
            <a:off x="1947672" y="3017520"/>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項目21</a:t>
            </a:r>
            <a:endParaRPr lang="en-US" sz="1050" dirty="0"/>
          </a:p>
        </p:txBody>
      </p:sp>
      <p:sp>
        <p:nvSpPr>
          <p:cNvPr id="51" name="shape:051"/>
          <p:cNvSpPr/>
          <p:nvPr/>
        </p:nvSpPr>
        <p:spPr>
          <a:xfrm>
            <a:off x="3813048" y="3144883"/>
            <a:ext cx="580110" cy="201168"/>
          </a:xfrm>
          <a:prstGeom prst="rect">
            <a:avLst/>
          </a:prstGeom>
          <a:solidFill>
            <a:srgbClr val="C5A681"/>
          </a:solidFill>
          <a:ln/>
        </p:spPr>
        <p:txBody>
          <a:bodyPr>
            <a:noAutofit/>
          </a:bodyPr>
          <a:p/>
        </p:txBody>
      </p:sp>
      <p:sp>
        <p:nvSpPr>
          <p:cNvPr id="52" name="shape:052"/>
          <p:cNvSpPr/>
          <p:nvPr/>
        </p:nvSpPr>
        <p:spPr>
          <a:xfrm>
            <a:off x="576072" y="3473414"/>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項目22</a:t>
            </a:r>
            <a:endParaRPr lang="en-US" sz="1200" dirty="0"/>
          </a:p>
        </p:txBody>
      </p:sp>
      <p:sp>
        <p:nvSpPr>
          <p:cNvPr id="53" name="shape:053"/>
          <p:cNvSpPr/>
          <p:nvPr/>
        </p:nvSpPr>
        <p:spPr>
          <a:xfrm>
            <a:off x="576072" y="3473414"/>
            <a:ext cx="11039551" cy="0"/>
          </a:xfrm>
          <a:prstGeom prst="line">
            <a:avLst/>
          </a:prstGeom>
          <a:noFill/>
          <a:ln w="10160">
            <a:solidFill>
              <a:srgbClr val="322014"/>
            </a:solidFill>
            <a:prstDash val="solid"/>
          </a:ln>
        </p:spPr>
        <p:txBody>
          <a:bodyPr>
            <a:noAutofit/>
          </a:bodyPr>
          <a:p/>
        </p:txBody>
      </p:sp>
      <p:sp>
        <p:nvSpPr>
          <p:cNvPr id="54" name="shape:054"/>
          <p:cNvSpPr/>
          <p:nvPr/>
        </p:nvSpPr>
        <p:spPr>
          <a:xfrm>
            <a:off x="1947672" y="3473414"/>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項目23</a:t>
            </a:r>
            <a:endParaRPr lang="en-US" sz="1050" dirty="0"/>
          </a:p>
        </p:txBody>
      </p:sp>
      <p:sp>
        <p:nvSpPr>
          <p:cNvPr id="55" name="shape:055"/>
          <p:cNvSpPr/>
          <p:nvPr/>
        </p:nvSpPr>
        <p:spPr>
          <a:xfrm>
            <a:off x="4466310" y="3600777"/>
            <a:ext cx="1233372" cy="201168"/>
          </a:xfrm>
          <a:prstGeom prst="rect">
            <a:avLst/>
          </a:prstGeom>
          <a:solidFill>
            <a:srgbClr val="C5A681"/>
          </a:solidFill>
          <a:ln/>
        </p:spPr>
        <p:txBody>
          <a:bodyPr>
            <a:noAutofit/>
          </a:bodyPr>
          <a:p/>
        </p:txBody>
      </p:sp>
      <p:sp>
        <p:nvSpPr>
          <p:cNvPr id="56" name="shape:056"/>
          <p:cNvSpPr/>
          <p:nvPr/>
        </p:nvSpPr>
        <p:spPr>
          <a:xfrm>
            <a:off x="576072" y="3929307"/>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項目24</a:t>
            </a:r>
            <a:endParaRPr lang="en-US" sz="1200" dirty="0"/>
          </a:p>
        </p:txBody>
      </p:sp>
      <p:sp>
        <p:nvSpPr>
          <p:cNvPr id="57" name="shape:057"/>
          <p:cNvSpPr/>
          <p:nvPr/>
        </p:nvSpPr>
        <p:spPr>
          <a:xfrm>
            <a:off x="576072" y="3929307"/>
            <a:ext cx="11039551" cy="0"/>
          </a:xfrm>
          <a:prstGeom prst="line">
            <a:avLst/>
          </a:prstGeom>
          <a:noFill/>
          <a:ln w="10160">
            <a:solidFill>
              <a:srgbClr val="322014"/>
            </a:solidFill>
            <a:prstDash val="solid"/>
          </a:ln>
        </p:spPr>
        <p:txBody>
          <a:bodyPr>
            <a:noAutofit/>
          </a:bodyPr>
          <a:p/>
        </p:txBody>
      </p:sp>
      <p:sp>
        <p:nvSpPr>
          <p:cNvPr id="58" name="shape:058"/>
          <p:cNvSpPr/>
          <p:nvPr/>
        </p:nvSpPr>
        <p:spPr>
          <a:xfrm>
            <a:off x="1947672" y="3929307"/>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項目25</a:t>
            </a:r>
            <a:endParaRPr lang="en-US" sz="1050" dirty="0"/>
          </a:p>
        </p:txBody>
      </p:sp>
      <p:sp>
        <p:nvSpPr>
          <p:cNvPr id="59" name="shape:059"/>
          <p:cNvSpPr/>
          <p:nvPr/>
        </p:nvSpPr>
        <p:spPr>
          <a:xfrm>
            <a:off x="5119572" y="4056670"/>
            <a:ext cx="580110" cy="201168"/>
          </a:xfrm>
          <a:prstGeom prst="rect">
            <a:avLst/>
          </a:prstGeom>
          <a:solidFill>
            <a:srgbClr val="5A3921"/>
          </a:solidFill>
          <a:ln/>
        </p:spPr>
        <p:txBody>
          <a:bodyPr>
            <a:noAutofit/>
          </a:bodyPr>
          <a:p/>
        </p:txBody>
      </p:sp>
      <p:sp>
        <p:nvSpPr>
          <p:cNvPr id="60" name="shape:060"/>
          <p:cNvSpPr/>
          <p:nvPr/>
        </p:nvSpPr>
        <p:spPr>
          <a:xfrm>
            <a:off x="576072" y="4385201"/>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項目26</a:t>
            </a:r>
            <a:endParaRPr lang="en-US" sz="1200" dirty="0"/>
          </a:p>
        </p:txBody>
      </p:sp>
      <p:sp>
        <p:nvSpPr>
          <p:cNvPr id="61" name="shape:061"/>
          <p:cNvSpPr/>
          <p:nvPr/>
        </p:nvSpPr>
        <p:spPr>
          <a:xfrm>
            <a:off x="576072" y="4385201"/>
            <a:ext cx="11039551" cy="0"/>
          </a:xfrm>
          <a:prstGeom prst="line">
            <a:avLst/>
          </a:prstGeom>
          <a:noFill/>
          <a:ln w="10160">
            <a:solidFill>
              <a:srgbClr val="322014"/>
            </a:solidFill>
            <a:prstDash val="solid"/>
          </a:ln>
        </p:spPr>
        <p:txBody>
          <a:bodyPr>
            <a:noAutofit/>
          </a:bodyPr>
          <a:p/>
        </p:txBody>
      </p:sp>
      <p:sp>
        <p:nvSpPr>
          <p:cNvPr id="62" name="shape:062"/>
          <p:cNvSpPr/>
          <p:nvPr/>
        </p:nvSpPr>
        <p:spPr>
          <a:xfrm>
            <a:off x="1947672" y="4385201"/>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項目27</a:t>
            </a:r>
            <a:endParaRPr lang="en-US" sz="1050" dirty="0"/>
          </a:p>
        </p:txBody>
      </p:sp>
      <p:sp>
        <p:nvSpPr>
          <p:cNvPr id="63" name="shape:063"/>
          <p:cNvSpPr/>
          <p:nvPr/>
        </p:nvSpPr>
        <p:spPr>
          <a:xfrm>
            <a:off x="5772834" y="4512564"/>
            <a:ext cx="1233372" cy="201168"/>
          </a:xfrm>
          <a:prstGeom prst="rect">
            <a:avLst/>
          </a:prstGeom>
          <a:solidFill>
            <a:srgbClr val="5A3921"/>
          </a:solidFill>
          <a:ln/>
        </p:spPr>
        <p:txBody>
          <a:bodyPr>
            <a:noAutofit/>
          </a:bodyPr>
          <a:p/>
        </p:txBody>
      </p:sp>
      <p:sp>
        <p:nvSpPr>
          <p:cNvPr id="64" name="shape:064"/>
          <p:cNvSpPr/>
          <p:nvPr/>
        </p:nvSpPr>
        <p:spPr>
          <a:xfrm>
            <a:off x="576072" y="4841095"/>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項目28</a:t>
            </a:r>
            <a:endParaRPr lang="en-US" sz="1200" dirty="0"/>
          </a:p>
        </p:txBody>
      </p:sp>
      <p:sp>
        <p:nvSpPr>
          <p:cNvPr id="65" name="shape:065"/>
          <p:cNvSpPr/>
          <p:nvPr/>
        </p:nvSpPr>
        <p:spPr>
          <a:xfrm>
            <a:off x="576072" y="4841095"/>
            <a:ext cx="11039551" cy="0"/>
          </a:xfrm>
          <a:prstGeom prst="line">
            <a:avLst/>
          </a:prstGeom>
          <a:noFill/>
          <a:ln w="10160">
            <a:solidFill>
              <a:srgbClr val="322014"/>
            </a:solidFill>
            <a:prstDash val="solid"/>
          </a:ln>
        </p:spPr>
        <p:txBody>
          <a:bodyPr>
            <a:noAutofit/>
          </a:bodyPr>
          <a:p/>
        </p:txBody>
      </p:sp>
      <p:sp>
        <p:nvSpPr>
          <p:cNvPr id="66" name="shape:066"/>
          <p:cNvSpPr/>
          <p:nvPr/>
        </p:nvSpPr>
        <p:spPr>
          <a:xfrm>
            <a:off x="1947672" y="4841095"/>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項目29</a:t>
            </a:r>
            <a:endParaRPr lang="en-US" sz="1050" dirty="0"/>
          </a:p>
        </p:txBody>
      </p:sp>
      <p:sp>
        <p:nvSpPr>
          <p:cNvPr id="67" name="shape:067"/>
          <p:cNvSpPr/>
          <p:nvPr/>
        </p:nvSpPr>
        <p:spPr>
          <a:xfrm>
            <a:off x="6426096" y="4968458"/>
            <a:ext cx="1233372" cy="201168"/>
          </a:xfrm>
          <a:prstGeom prst="rect">
            <a:avLst/>
          </a:prstGeom>
          <a:solidFill>
            <a:srgbClr val="5A3921"/>
          </a:solidFill>
          <a:ln/>
        </p:spPr>
        <p:txBody>
          <a:bodyPr>
            <a:noAutofit/>
          </a:bodyPr>
          <a:p/>
        </p:txBody>
      </p:sp>
      <p:sp>
        <p:nvSpPr>
          <p:cNvPr id="68" name="shape:068"/>
          <p:cNvSpPr/>
          <p:nvPr/>
        </p:nvSpPr>
        <p:spPr>
          <a:xfrm>
            <a:off x="576072" y="5296989"/>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項目30</a:t>
            </a:r>
            <a:endParaRPr lang="en-US" sz="1200" dirty="0"/>
          </a:p>
        </p:txBody>
      </p:sp>
      <p:sp>
        <p:nvSpPr>
          <p:cNvPr id="69" name="shape:069"/>
          <p:cNvSpPr/>
          <p:nvPr/>
        </p:nvSpPr>
        <p:spPr>
          <a:xfrm>
            <a:off x="576072" y="5296989"/>
            <a:ext cx="11039551" cy="0"/>
          </a:xfrm>
          <a:prstGeom prst="line">
            <a:avLst/>
          </a:prstGeom>
          <a:noFill/>
          <a:ln w="10160">
            <a:solidFill>
              <a:srgbClr val="322014"/>
            </a:solidFill>
            <a:prstDash val="solid"/>
          </a:ln>
        </p:spPr>
        <p:txBody>
          <a:bodyPr>
            <a:noAutofit/>
          </a:bodyPr>
          <a:p/>
        </p:txBody>
      </p:sp>
      <p:sp>
        <p:nvSpPr>
          <p:cNvPr id="70" name="shape:070"/>
          <p:cNvSpPr/>
          <p:nvPr/>
        </p:nvSpPr>
        <p:spPr>
          <a:xfrm>
            <a:off x="1947672" y="5296989"/>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項目31</a:t>
            </a:r>
            <a:endParaRPr lang="en-US" sz="1050" dirty="0"/>
          </a:p>
        </p:txBody>
      </p:sp>
      <p:sp>
        <p:nvSpPr>
          <p:cNvPr id="71" name="shape:071"/>
          <p:cNvSpPr/>
          <p:nvPr/>
        </p:nvSpPr>
        <p:spPr>
          <a:xfrm>
            <a:off x="9039144" y="5424351"/>
            <a:ext cx="1233372" cy="201168"/>
          </a:xfrm>
          <a:prstGeom prst="rect">
            <a:avLst/>
          </a:prstGeom>
          <a:solidFill>
            <a:srgbClr val="322014"/>
          </a:solidFill>
          <a:ln/>
        </p:spPr>
        <p:txBody>
          <a:bodyPr>
            <a:noAutofit/>
          </a:bodyPr>
          <a:p/>
        </p:txBody>
      </p:sp>
      <p:sp>
        <p:nvSpPr>
          <p:cNvPr id="72" name="shape:072"/>
          <p:cNvSpPr/>
          <p:nvPr/>
        </p:nvSpPr>
        <p:spPr>
          <a:xfrm>
            <a:off x="576072" y="5752882"/>
            <a:ext cx="1280160" cy="455894"/>
          </a:xfrm>
          <a:prstGeom prst="rect">
            <a:avLst/>
          </a:prstGeom>
          <a:noFill/>
          <a:ln/>
        </p:spPr>
        <p:txBody>
          <a:bodyPr wrap="square" lIns="381" tIns="381" rIns="381" bIns="381" rtlCol="0" anchor="ctr">
            <a:noAutofit/>
          </a:bodyPr>
          <a:lstStyle/>
          <a:p>
            <a:pPr algn="ctr" indent="0" marL="0">
              <a:buNone/>
            </a:pPr>
            <a:r>
              <a:rPr lang="en-US" sz="1200" b="1" dirty="0">
                <a:solidFill>
                  <a:srgbClr val="322014"/>
                </a:solidFill>
                <a:latin typeface="Yu Gothic" pitchFamily="34" charset="0"/>
                <a:ea typeface="Yu Gothic" pitchFamily="34" charset="-122"/>
                <a:cs typeface="Yu Gothic" pitchFamily="34" charset="-120"/>
              </a:rPr>
              <a:t>項目32</a:t>
            </a:r>
            <a:endParaRPr lang="en-US" sz="1200" dirty="0"/>
          </a:p>
        </p:txBody>
      </p:sp>
      <p:sp>
        <p:nvSpPr>
          <p:cNvPr id="73" name="shape:073"/>
          <p:cNvSpPr/>
          <p:nvPr/>
        </p:nvSpPr>
        <p:spPr>
          <a:xfrm>
            <a:off x="576072" y="5752882"/>
            <a:ext cx="11039551" cy="0"/>
          </a:xfrm>
          <a:prstGeom prst="line">
            <a:avLst/>
          </a:prstGeom>
          <a:noFill/>
          <a:ln w="10160">
            <a:solidFill>
              <a:srgbClr val="322014"/>
            </a:solidFill>
            <a:prstDash val="solid"/>
          </a:ln>
        </p:spPr>
        <p:txBody>
          <a:bodyPr>
            <a:noAutofit/>
          </a:bodyPr>
          <a:p/>
        </p:txBody>
      </p:sp>
      <p:sp>
        <p:nvSpPr>
          <p:cNvPr id="74" name="shape:074"/>
          <p:cNvSpPr/>
          <p:nvPr/>
        </p:nvSpPr>
        <p:spPr>
          <a:xfrm>
            <a:off x="1947672" y="5752882"/>
            <a:ext cx="1737360" cy="455894"/>
          </a:xfrm>
          <a:prstGeom prst="rect">
            <a:avLst/>
          </a:prstGeom>
          <a:noFill/>
          <a:ln/>
        </p:spPr>
        <p:txBody>
          <a:bodyPr wrap="square" lIns="381" tIns="381" rIns="381" bIns="381" rtlCol="0" anchor="ctr">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項目33</a:t>
            </a:r>
            <a:endParaRPr lang="en-US" sz="1050" dirty="0"/>
          </a:p>
        </p:txBody>
      </p:sp>
      <p:sp>
        <p:nvSpPr>
          <p:cNvPr id="75" name="shape:075"/>
          <p:cNvSpPr/>
          <p:nvPr/>
        </p:nvSpPr>
        <p:spPr>
          <a:xfrm>
            <a:off x="10345668" y="5880245"/>
            <a:ext cx="1233372" cy="201168"/>
          </a:xfrm>
          <a:prstGeom prst="rightArrow">
            <a:avLst/>
          </a:prstGeom>
          <a:solidFill>
            <a:srgbClr val="322014"/>
          </a:solidFill>
          <a:ln/>
        </p:spPr>
        <p:txBody>
          <a:bodyPr>
            <a:noAutofit/>
          </a:bodyPr>
          <a:p/>
        </p:txBody>
      </p:sp>
      <p:sp>
        <p:nvSpPr>
          <p:cNvPr id="7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