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"harvey_ball_table",</a:t>
            </a:r>
          </a:p>
          <a:p>
            <a:r>
              <a:t>  "variant": "warm",</a:t>
            </a:r>
          </a:p>
          <a:p>
            <a:r>
              <a:t>  "rationale": "Public template fixture; short fictional slot content; no private data.",</a:t>
            </a:r>
          </a:p>
          <a:p>
            <a:r>
              <a:t>  "source_sha256": "e61cc80a95db50ddea9d86044032265f0afba7353e7996ab2fffcf3d62b516cb",</a:t>
            </a:r>
          </a:p>
          <a:p>
            <a:r>
              <a:t>  "evidence": [</a:t>
            </a:r>
          </a:p>
          <a:p>
            <a:r>
              <a:t>    {</a:t>
            </a:r>
          </a:p>
          <a:p>
            <a:r>
              <a:t>      "text": "充足度評価表（ハーベイボール）",</a:t>
            </a:r>
          </a:p>
          <a:p>
            <a:r>
              <a:t>      "refs": [</a:t>
            </a:r>
          </a:p>
          <a:p>
            <a:r>
              <a:t>        {</a:t>
            </a:r>
          </a:p>
          <a:p>
            <a:r>
              <a:t>          "source_id": "s001",</a:t>
            </a:r>
          </a:p>
          <a:p>
            <a:r>
              <a:t>          "quote": "充足度評価表（ハーベイボール）"</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"評価軸",</a:t>
            </a:r>
          </a:p>
          <a:p>
            <a:r>
              <a:t>      "refs": [</a:t>
            </a:r>
          </a:p>
          <a:p>
            <a:r>
              <a:t>        {</a:t>
            </a:r>
          </a:p>
          <a:p>
            <a:r>
              <a:t>          "source_id": "s001",</a:t>
            </a:r>
          </a:p>
          <a:p>
            <a:r>
              <a:t>          "quote": "評価軸"</a:t>
            </a:r>
          </a:p>
          <a:p>
            <a:r>
              <a:t>        }</a:t>
            </a:r>
          </a:p>
          <a:p>
            <a:r>
              <a:t>      ],</a:t>
            </a:r>
          </a:p>
          <a:p>
            <a:r>
              <a:t>      "mode": "verbatim"</a:t>
            </a:r>
          </a:p>
          <a:p>
            <a:r>
              <a:t>    },</a:t>
            </a:r>
          </a:p>
          <a:p>
            <a:r>
              <a:t>    {</a:t>
            </a:r>
          </a:p>
          <a:p>
            <a:r>
              <a:t>      "text": "項目1案",</a:t>
            </a:r>
          </a:p>
          <a:p>
            <a:r>
              <a:t>      "refs": [</a:t>
            </a:r>
          </a:p>
          <a:p>
            <a:r>
              <a:t>        {</a:t>
            </a:r>
          </a:p>
          <a:p>
            <a:r>
              <a:t>          "source_id": "s001",</a:t>
            </a:r>
          </a:p>
          <a:p>
            <a:r>
              <a:t>          "quote": "項目1案"</a:t>
            </a:r>
          </a:p>
          <a:p>
            <a:r>
              <a:t>        }</a:t>
            </a:r>
          </a:p>
          <a:p>
            <a:r>
              <a:t>      ],</a:t>
            </a:r>
          </a:p>
          <a:p>
            <a:r>
              <a:t>      "mode": "verbatim"</a:t>
            </a:r>
          </a:p>
          <a:p>
            <a:r>
              <a:t>    },</a:t>
            </a:r>
          </a:p>
          <a:p>
            <a:r>
              <a:t>    {</a:t>
            </a:r>
          </a:p>
          <a:p>
            <a:r>
              <a:t>      "text": "項目2案",</a:t>
            </a:r>
          </a:p>
          <a:p>
            <a:r>
              <a:t>      "refs": [</a:t>
            </a:r>
          </a:p>
          <a:p>
            <a:r>
              <a:t>        {</a:t>
            </a:r>
          </a:p>
          <a:p>
            <a:r>
              <a:t>          "source_id": "s001",</a:t>
            </a:r>
          </a:p>
          <a:p>
            <a:r>
              <a:t>          "quote": "項目2案"</a:t>
            </a:r>
          </a:p>
          <a:p>
            <a:r>
              <a:t>        }</a:t>
            </a:r>
          </a:p>
          <a:p>
            <a:r>
              <a:t>      ],</a:t>
            </a:r>
          </a:p>
          <a:p>
            <a:r>
              <a:t>      "mode": "verbatim"</a:t>
            </a:r>
          </a:p>
          <a:p>
            <a:r>
              <a:t>    },</a:t>
            </a:r>
          </a:p>
          <a:p>
            <a:r>
              <a:t>    {</a:t>
            </a:r>
          </a:p>
          <a:p>
            <a:r>
              <a:t>      "text": "判断の理由",</a:t>
            </a:r>
          </a:p>
          <a:p>
            <a:r>
              <a:t>      "refs": [</a:t>
            </a:r>
          </a:p>
          <a:p>
            <a:r>
              <a:t>        {</a:t>
            </a:r>
          </a:p>
          <a:p>
            <a:r>
              <a:t>          "source_id": "s001",</a:t>
            </a:r>
          </a:p>
          <a:p>
            <a:r>
              <a:t>          "quote": "判断の理由"</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"記載例1\n記載例2",</a:t>
            </a:r>
          </a:p>
          <a:p>
            <a:r>
              <a:t>      "refs": [</a:t>
            </a:r>
          </a:p>
          <a:p>
            <a:r>
              <a:t>        {</a:t>
            </a:r>
          </a:p>
          <a:p>
            <a:r>
              <a:t>          "source_id": "s001",</a:t>
            </a:r>
          </a:p>
          <a:p>
            <a:r>
              <a:t>          "quote": "記載例1\n記載例2"</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"記載例3\n記載例4",</a:t>
            </a:r>
          </a:p>
          <a:p>
            <a:r>
              <a:t>      "refs": [</a:t>
            </a:r>
          </a:p>
          <a:p>
            <a:r>
              <a:t>        {</a:t>
            </a:r>
          </a:p>
          <a:p>
            <a:r>
              <a:t>          "source_id": "s001",</a:t>
            </a:r>
          </a:p>
          <a:p>
            <a:r>
              <a:t>          "quote": "記載例3\n記載例4"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"記載例5\n記載例6",</a:t>
            </a:r>
          </a:p>
          <a:p>
            <a:r>
              <a:t>      "refs": [</a:t>
            </a:r>
          </a:p>
          <a:p>
            <a:r>
              <a:t>        {</a:t>
            </a:r>
          </a:p>
          <a:p>
            <a:r>
              <a:t>          "source_id": "s001",</a:t>
            </a:r>
          </a:p>
          <a:p>
            <a:r>
              <a:t>          "quote": "記載例5\n記載例6"</a:t>
            </a:r>
          </a:p>
          <a:p>
            <a:r>
              <a:t>        }</a:t>
            </a:r>
          </a:p>
          <a:p>
            <a:r>
              <a:t>      ],</a:t>
            </a:r>
          </a:p>
          <a:p>
            <a:r>
              <a:t>      "mode": "verbatim"</a:t>
            </a:r>
          </a:p>
          <a:p>
            <a:r>
              <a:t>    },</a:t>
            </a:r>
          </a:p>
          <a:p>
            <a:r>
              <a:t>    {</a:t>
            </a:r>
          </a:p>
          <a:p>
            <a:r>
              <a:t>      "text": "満たす",</a:t>
            </a:r>
          </a:p>
          <a:p>
            <a:r>
              <a:t>      "refs": [</a:t>
            </a:r>
          </a:p>
          <a:p>
            <a:r>
              <a:t>        {</a:t>
            </a:r>
          </a:p>
          <a:p>
            <a:r>
              <a:t>          "source_id": "s001",</a:t>
            </a:r>
          </a:p>
          <a:p>
            <a:r>
              <a:t>          "quote": "満たす"</a:t>
            </a:r>
          </a:p>
          <a:p>
            <a:r>
              <a:t>        }</a:t>
            </a:r>
          </a:p>
          <a:p>
            <a:r>
              <a:t>      ],</a:t>
            </a:r>
          </a:p>
          <a:p>
            <a:r>
              <a:t>      "mode": "verbatim"</a:t>
            </a:r>
          </a:p>
          <a:p>
            <a:r>
              <a:t>    },</a:t>
            </a:r>
          </a:p>
          <a:p>
            <a:r>
              <a:t>    {</a:t>
            </a:r>
          </a:p>
          <a:p>
            <a:r>
              <a:t>      "text": "一部満たす",</a:t>
            </a:r>
          </a:p>
          <a:p>
            <a:r>
              <a:t>      "refs": [</a:t>
            </a:r>
          </a:p>
          <a:p>
            <a:r>
              <a:t>        {</a:t>
            </a:r>
          </a:p>
          <a:p>
            <a:r>
              <a:t>          "source_id": "s001",</a:t>
            </a:r>
          </a:p>
          <a:p>
            <a:r>
              <a:t>          "quote": "一部満たす"</a:t>
            </a:r>
          </a:p>
          <a:p>
            <a:r>
              <a:t>        }</a:t>
            </a:r>
          </a:p>
          <a:p>
            <a:r>
              <a:t>      ],</a:t>
            </a:r>
          </a:p>
          <a:p>
            <a:r>
              <a:t>      "mode": "verbatim"</a:t>
            </a:r>
          </a:p>
          <a:p>
            <a:r>
              <a:t>    },</a:t>
            </a:r>
          </a:p>
          <a:p>
            <a:r>
              <a:t>    {</a:t>
            </a:r>
          </a:p>
          <a:p>
            <a:r>
              <a:t>      "text": "一部満たす",</a:t>
            </a:r>
          </a:p>
          <a:p>
            <a:r>
              <a:t>      "refs": [</a:t>
            </a:r>
          </a:p>
          <a:p>
            <a:r>
              <a:t>        {</a:t>
            </a:r>
          </a:p>
          <a:p>
            <a:r>
              <a:t>          "source_id": "s001",</a:t>
            </a:r>
          </a:p>
          <a:p>
            <a:r>
              <a:t>          "quote": "一部満たす"</a:t>
            </a:r>
          </a:p>
          <a:p>
            <a:r>
              <a:t>        }</a:t>
            </a:r>
          </a:p>
          <a:p>
            <a:r>
              <a:t>      ],</a:t>
            </a:r>
          </a:p>
          <a:p>
            <a:r>
              <a:t>      "mode": "verbatim"</a:t>
            </a:r>
          </a:p>
          <a:p>
            <a:r>
              <a:t>    },</a:t>
            </a:r>
          </a:p>
          <a:p>
            <a:r>
              <a:t>    {</a:t>
            </a:r>
          </a:p>
          <a:p>
            <a:r>
              <a:t>      "text": "満たさない",</a:t>
            </a:r>
          </a:p>
          <a:p>
            <a:r>
              <a:t>      "refs": [</a:t>
            </a:r>
          </a:p>
          <a:p>
            <a:r>
              <a:t>        {</a:t>
            </a:r>
          </a:p>
          <a:p>
            <a:r>
              <a:t>          "source_id": "s001",</a:t>
            </a:r>
          </a:p>
          <a:p>
            <a:r>
              <a:t>          "quote": "満たさない"</a:t>
            </a:r>
          </a:p>
          <a:p>
            <a:r>
              <a:t>        }</a:t>
            </a:r>
          </a:p>
          <a:p>
            <a:r>
              <a:t>      ],</a:t>
            </a:r>
          </a:p>
          <a:p>
            <a:r>
              <a:t>      "mode": "verbatim"</a:t>
            </a:r>
          </a:p>
          <a:p>
            <a:r>
              <a:t>    },</a:t>
            </a:r>
          </a:p>
          <a:p>
            <a:r>
              <a:t>    {</a:t>
            </a:r>
          </a:p>
          <a:p>
            <a:r>
              <a:t>      "text": "一部満たす",</a:t>
            </a:r>
          </a:p>
          <a:p>
            <a:r>
              <a:t>      "refs": [</a:t>
            </a:r>
          </a:p>
          <a:p>
            <a:r>
              <a:t>        {</a:t>
            </a:r>
          </a:p>
          <a:p>
            <a:r>
              <a:t>          "source_id": "s001",</a:t>
            </a:r>
          </a:p>
          <a:p>
            <a:r>
              <a:t>          "quote": "一部満たす"</a:t>
            </a:r>
          </a:p>
          <a:p>
            <a:r>
              <a:t>        }</a:t>
            </a:r>
          </a:p>
          <a:p>
            <a:r>
              <a:t>      ],</a:t>
            </a:r>
          </a:p>
          <a:p>
            <a:r>
              <a:t>      "mode": "verbatim"</a:t>
            </a:r>
          </a:p>
          <a:p>
            <a:r>
              <a:t>    },</a:t>
            </a:r>
          </a:p>
          <a:p>
            <a:r>
              <a:t>    {</a:t>
            </a:r>
          </a:p>
          <a:p>
            <a:r>
              <a:t>      "text": "満たす",</a:t>
            </a:r>
          </a:p>
          <a:p>
            <a:r>
              <a:t>      "refs": [</a:t>
            </a:r>
          </a:p>
          <a:p>
            <a:r>
              <a:t>        {</a:t>
            </a:r>
          </a:p>
          <a:p>
            <a:r>
              <a:t>          "source_id": "s001",</a:t>
            </a:r>
          </a:p>
          <a:p>
            <a:r>
              <a:t>          "quote": "満たす"</a:t>
            </a:r>
          </a:p>
          <a:p>
            <a:r>
              <a:t>        }</a:t>
            </a:r>
          </a:p>
          <a:p>
            <a:r>
              <a:t>      ],</a:t>
            </a:r>
          </a:p>
          <a:p>
            <a:r>
              <a:t>      "mode": "verbatim"</a:t>
            </a:r>
          </a:p>
          <a:p>
            <a:r>
              <a:t>    }</a:t>
            </a:r>
          </a:p>
          <a:p>
            <a:r>
              <a:t>  ],</a:t>
            </a:r>
          </a:p>
          <a:p>
            <a:r>
              <a:t>  "citations": {</a:t>
            </a:r>
          </a:p>
          <a:p>
            <a:r>
              <a:t>    "s001": "Public MIT sample: templates/freeform_parts_16x9.html section 14"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"e5df118a46905e9c0f9dd404c28db81cf1dbf1d753875281986ee175e242b317"</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充足度評価表（ハーベイボール）</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9012406" y="1617984"/>
            <a:ext cx="165600" cy="165600"/>
          </a:xfrm>
          <a:prstGeom prst="ellipse">
            <a:avLst/>
          </a:prstGeom>
          <a:solidFill>
            <a:srgbClr val="322014"/>
          </a:solidFill>
          <a:ln/>
        </p:spPr>
        <p:txBody>
          <a:bodyPr>
            <a:noAutofit/>
          </a:bodyPr>
          <a:p/>
        </p:txBody>
      </p:sp>
      <p:sp>
        <p:nvSpPr>
          <p:cNvPr id="11" name="static:legend_11"/>
          <p:cNvSpPr/>
          <p:nvPr/>
        </p:nvSpPr>
        <p:spPr>
          <a:xfrm>
            <a:off x="9232006" y="1609344"/>
            <a:ext cx="360274"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満たす</a:t>
            </a:r>
            <a:endParaRPr lang="en-US" sz="800" dirty="0"/>
          </a:p>
        </p:txBody>
      </p:sp>
      <p:sp>
        <p:nvSpPr>
          <p:cNvPr id="12" name="shape:012"/>
          <p:cNvSpPr/>
          <p:nvPr/>
        </p:nvSpPr>
        <p:spPr>
          <a:xfrm>
            <a:off x="9808279" y="1617984"/>
            <a:ext cx="165600" cy="165600"/>
          </a:xfrm>
          <a:prstGeom prst="pie">
            <a:avLst>
              <a:gd name="adj1" fmla="val 16200000"/>
              <a:gd name="adj2" fmla="val 5400000"/>
            </a:avLst>
          </a:prstGeom>
          <a:solidFill>
            <a:srgbClr val="322014"/>
          </a:solidFill>
          <a:ln/>
        </p:spPr>
        <p:txBody>
          <a:bodyPr>
            <a:noAutofit/>
          </a:bodyPr>
          <a:p/>
        </p:txBody>
      </p:sp>
      <p:sp>
        <p:nvSpPr>
          <p:cNvPr id="13" name="shape:013"/>
          <p:cNvSpPr/>
          <p:nvPr/>
        </p:nvSpPr>
        <p:spPr>
          <a:xfrm>
            <a:off x="9808279" y="1617984"/>
            <a:ext cx="165600" cy="165600"/>
          </a:xfrm>
          <a:prstGeom prst="ellipse">
            <a:avLst/>
          </a:prstGeom>
          <a:ln w="9525">
            <a:solidFill>
              <a:srgbClr val="322014"/>
            </a:solidFill>
            <a:prstDash val="solid"/>
          </a:ln>
        </p:spPr>
        <p:txBody>
          <a:bodyPr>
            <a:noAutofit/>
          </a:bodyPr>
          <a:p/>
        </p:txBody>
      </p:sp>
      <p:sp>
        <p:nvSpPr>
          <p:cNvPr id="14" name="static:legend_14"/>
          <p:cNvSpPr/>
          <p:nvPr/>
        </p:nvSpPr>
        <p:spPr>
          <a:xfrm>
            <a:off x="10027879"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一部満たす</a:t>
            </a:r>
            <a:endParaRPr lang="en-US" sz="800" dirty="0"/>
          </a:p>
        </p:txBody>
      </p:sp>
      <p:sp>
        <p:nvSpPr>
          <p:cNvPr id="15" name="shape:015"/>
          <p:cNvSpPr/>
          <p:nvPr/>
        </p:nvSpPr>
        <p:spPr>
          <a:xfrm>
            <a:off x="10819951" y="1617984"/>
            <a:ext cx="165600" cy="165600"/>
          </a:xfrm>
          <a:prstGeom prst="ellipse">
            <a:avLst/>
          </a:prstGeom>
          <a:ln w="9525">
            <a:solidFill>
              <a:srgbClr val="322014"/>
            </a:solidFill>
            <a:prstDash val="solid"/>
          </a:ln>
        </p:spPr>
        <p:txBody>
          <a:bodyPr>
            <a:noAutofit/>
          </a:bodyPr>
          <a:p/>
        </p:txBody>
      </p:sp>
      <p:sp>
        <p:nvSpPr>
          <p:cNvPr id="16" name="static:legend_16"/>
          <p:cNvSpPr/>
          <p:nvPr/>
        </p:nvSpPr>
        <p:spPr>
          <a:xfrm>
            <a:off x="11039551"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満たさない</a:t>
            </a:r>
            <a:endParaRPr lang="en-US" sz="800" dirty="0"/>
          </a:p>
        </p:txBody>
      </p:sp>
      <p:graphicFrame>
        <p:nvGraphicFramePr>
          <p:cNvPr id="36" name="shape:036"/>
          <p:cNvGraphicFramePr>
            <a:graphicFrameLocks noGrp="1"/>
          </p:cNvGraphicFramePr>
          <p:nvPr>
            <p:extLst>
              <p:ext uri="{D42A27DB-BD31-4B8C-83A1-F6EECF244321}">
                <p14:modId xmlns:p14="http://schemas.microsoft.com/office/powerpoint/2010/main" val="1579011935"/>
              </p:ext>
            </p:extLst>
          </p:nvPr>
        </p:nvGraphicFramePr>
        <p:xfrm>
          <a:off x="576072" y="1972224"/>
          <a:ext cx="11039551" cy="914400"/>
        </p:xfrm>
        <a:graphic>
          <a:graphicData uri="http://schemas.openxmlformats.org/drawingml/2006/table">
            <a:tbl>
              <a:tblPr/>
              <a:tblGrid>
                <a:gridCol w="1800000"/>
                <a:gridCol w="1224000"/>
                <a:gridCol w="1224000"/>
                <a:gridCol w="6791551"/>
              </a:tblGrid>
              <a:tr h="365760">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評価軸</a:t>
                      </a:r>
                      <a:endParaRPr lang="en-US" sz="11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322014"/>
                      </a:solidFill>
                      <a:prstDash val="solid"/>
                      <a:round/>
                      <a:headEnd type="none" w="med" len="med"/>
                      <a:tailEnd type="none" w="med" len="med"/>
                    </a:lnR>
                    <a:lnT w="0" cap="flat" cmpd="sng" algn="ctr">
                      <a:noFill/>
                    </a:lnT>
                    <a:lnB w="17780" cap="flat" cmpd="sng" algn="ctr">
                      <a:solidFill>
                        <a:srgbClr val="322014"/>
                      </a:solidFill>
                      <a:prstDash val="solid"/>
                      <a:round/>
                      <a:headEnd type="none" w="med" len="med"/>
                      <a:tailEnd type="none" w="med" len="med"/>
                    </a:lnB>
                  </a:tcPr>
                </a:tc>
                <a:tc>
                  <a:txBody>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項目1案</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項目2案</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判断の理由</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項目3</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項目4</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記載例4</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項目5</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記載例5</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3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
        <p:nvSpPr>
          <p:cNvPr id="38" name="shape:038"/>
          <p:cNvSpPr/>
          <p:nvPr/>
        </p:nvSpPr>
        <p:spPr>
          <a:xfrm>
            <a:off x="2905272" y="2894220"/>
            <a:ext cx="165600" cy="165600"/>
          </a:xfrm>
          <a:prstGeom prst="ellipse">
            <a:avLst/>
          </a:prstGeom>
          <a:solidFill>
            <a:srgbClr val="322014"/>
          </a:solidFill>
          <a:ln w="9525">
            <a:solidFill>
              <a:srgbClr val="322014"/>
            </a:solidFill>
            <a:prstDash val="solid"/>
          </a:ln>
        </p:spPr>
        <p:txBody>
          <a:bodyPr>
            <a:noAutofit/>
          </a:bodyPr>
          <a:p/>
        </p:txBody>
      </p:sp>
      <p:sp>
        <p:nvSpPr>
          <p:cNvPr id="39" name="shape:039"/>
          <p:cNvSpPr/>
          <p:nvPr/>
        </p:nvSpPr>
        <p:spPr>
          <a:xfrm>
            <a:off x="2905272" y="2894220"/>
            <a:ext cx="165600" cy="165600"/>
          </a:xfrm>
          <a:prstGeom prst="pie">
            <a:avLst>
              <a:gd name="adj1" fmla="val 16200000"/>
              <a:gd name="adj2" fmla="val 5400000"/>
            </a:avLst>
          </a:prstGeom>
          <a:noFill/>
          <a:ln>
            <a:noFill/>
          </a:ln>
        </p:spPr>
        <p:txBody>
          <a:bodyPr>
            <a:noAutofit/>
          </a:bodyPr>
          <a:p/>
        </p:txBody>
      </p:sp>
      <p:sp>
        <p:nvSpPr>
          <p:cNvPr id="40" name="shape:040"/>
          <p:cNvSpPr/>
          <p:nvPr/>
        </p:nvSpPr>
        <p:spPr>
          <a:xfrm>
            <a:off x="4129272" y="2894220"/>
            <a:ext cx="165600" cy="165600"/>
          </a:xfrm>
          <a:prstGeom prst="ellipse">
            <a:avLst/>
          </a:prstGeom>
          <a:solidFill>
            <a:srgbClr val="FFFFFF"/>
          </a:solidFill>
          <a:ln w="9525">
            <a:solidFill>
              <a:srgbClr val="322014"/>
            </a:solidFill>
            <a:prstDash val="solid"/>
          </a:ln>
        </p:spPr>
        <p:txBody>
          <a:bodyPr>
            <a:noAutofit/>
          </a:bodyPr>
          <a:p/>
        </p:txBody>
      </p:sp>
      <p:sp>
        <p:nvSpPr>
          <p:cNvPr id="41" name="shape:041"/>
          <p:cNvSpPr/>
          <p:nvPr/>
        </p:nvSpPr>
        <p:spPr>
          <a:xfrm>
            <a:off x="4129272" y="2894220"/>
            <a:ext cx="165600" cy="165600"/>
          </a:xfrm>
          <a:prstGeom prst="pie">
            <a:avLst>
              <a:gd name="adj1" fmla="val 16200000"/>
              <a:gd name="adj2" fmla="val 5400000"/>
            </a:avLst>
          </a:prstGeom>
          <a:solidFill>
            <a:srgbClr val="322014"/>
          </a:solidFill>
          <a:ln>
            <a:noFill/>
          </a:ln>
        </p:spPr>
        <p:txBody>
          <a:bodyPr>
            <a:noAutofit/>
          </a:bodyPr>
          <a:p/>
        </p:txBody>
      </p:sp>
      <p:sp>
        <p:nvSpPr>
          <p:cNvPr id="42" name="shape:042"/>
          <p:cNvSpPr/>
          <p:nvPr/>
        </p:nvSpPr>
        <p:spPr>
          <a:xfrm>
            <a:off x="2905272" y="4172292"/>
            <a:ext cx="165600" cy="165600"/>
          </a:xfrm>
          <a:prstGeom prst="ellipse">
            <a:avLst/>
          </a:prstGeom>
          <a:solidFill>
            <a:srgbClr val="FFFFFF"/>
          </a:solidFill>
          <a:ln w="9525">
            <a:solidFill>
              <a:srgbClr val="322014"/>
            </a:solidFill>
            <a:prstDash val="solid"/>
          </a:ln>
        </p:spPr>
        <p:txBody>
          <a:bodyPr>
            <a:noAutofit/>
          </a:bodyPr>
          <a:p/>
        </p:txBody>
      </p:sp>
      <p:sp>
        <p:nvSpPr>
          <p:cNvPr id="43" name="shape:043"/>
          <p:cNvSpPr/>
          <p:nvPr/>
        </p:nvSpPr>
        <p:spPr>
          <a:xfrm>
            <a:off x="2905272" y="4172292"/>
            <a:ext cx="165600" cy="165600"/>
          </a:xfrm>
          <a:prstGeom prst="pie">
            <a:avLst>
              <a:gd name="adj1" fmla="val 16200000"/>
              <a:gd name="adj2" fmla="val 5400000"/>
            </a:avLst>
          </a:prstGeom>
          <a:solidFill>
            <a:srgbClr val="322014"/>
          </a:solidFill>
          <a:ln>
            <a:noFill/>
          </a:ln>
        </p:spPr>
        <p:txBody>
          <a:bodyPr>
            <a:noAutofit/>
          </a:bodyPr>
          <a:p/>
        </p:txBody>
      </p:sp>
      <p:sp>
        <p:nvSpPr>
          <p:cNvPr id="44" name="shape:044"/>
          <p:cNvSpPr/>
          <p:nvPr/>
        </p:nvSpPr>
        <p:spPr>
          <a:xfrm>
            <a:off x="4129272" y="4172292"/>
            <a:ext cx="165600" cy="165600"/>
          </a:xfrm>
          <a:prstGeom prst="ellipse">
            <a:avLst/>
          </a:prstGeom>
          <a:solidFill>
            <a:srgbClr val="FFFFFF"/>
          </a:solidFill>
          <a:ln w="9525">
            <a:solidFill>
              <a:srgbClr val="322014"/>
            </a:solidFill>
            <a:prstDash val="solid"/>
          </a:ln>
        </p:spPr>
        <p:txBody>
          <a:bodyPr>
            <a:noAutofit/>
          </a:bodyPr>
          <a:p/>
        </p:txBody>
      </p:sp>
      <p:sp>
        <p:nvSpPr>
          <p:cNvPr id="45" name="shape:045"/>
          <p:cNvSpPr/>
          <p:nvPr/>
        </p:nvSpPr>
        <p:spPr>
          <a:xfrm>
            <a:off x="4129272" y="4172292"/>
            <a:ext cx="165600" cy="165600"/>
          </a:xfrm>
          <a:prstGeom prst="pie">
            <a:avLst>
              <a:gd name="adj1" fmla="val 16200000"/>
              <a:gd name="adj2" fmla="val 5400000"/>
            </a:avLst>
          </a:prstGeom>
          <a:noFill/>
          <a:ln>
            <a:noFill/>
          </a:ln>
        </p:spPr>
        <p:txBody>
          <a:bodyPr>
            <a:noAutofit/>
          </a:bodyPr>
          <a:p/>
        </p:txBody>
      </p:sp>
      <p:sp>
        <p:nvSpPr>
          <p:cNvPr id="46" name="shape:046"/>
          <p:cNvSpPr/>
          <p:nvPr/>
        </p:nvSpPr>
        <p:spPr>
          <a:xfrm>
            <a:off x="2905272" y="5450364"/>
            <a:ext cx="165600" cy="165600"/>
          </a:xfrm>
          <a:prstGeom prst="ellipse">
            <a:avLst/>
          </a:prstGeom>
          <a:solidFill>
            <a:srgbClr val="FFFFFF"/>
          </a:solidFill>
          <a:ln w="9525">
            <a:solidFill>
              <a:srgbClr val="322014"/>
            </a:solidFill>
            <a:prstDash val="solid"/>
          </a:ln>
        </p:spPr>
        <p:txBody>
          <a:bodyPr>
            <a:noAutofit/>
          </a:bodyPr>
          <a:p/>
        </p:txBody>
      </p:sp>
      <p:sp>
        <p:nvSpPr>
          <p:cNvPr id="47" name="shape:047"/>
          <p:cNvSpPr/>
          <p:nvPr/>
        </p:nvSpPr>
        <p:spPr>
          <a:xfrm>
            <a:off x="2905272" y="5450364"/>
            <a:ext cx="165600" cy="165600"/>
          </a:xfrm>
          <a:prstGeom prst="pie">
            <a:avLst>
              <a:gd name="adj1" fmla="val 16200000"/>
              <a:gd name="adj2" fmla="val 5400000"/>
            </a:avLst>
          </a:prstGeom>
          <a:solidFill>
            <a:srgbClr val="322014"/>
          </a:solidFill>
          <a:ln>
            <a:noFill/>
          </a:ln>
        </p:spPr>
        <p:txBody>
          <a:bodyPr>
            <a:noAutofit/>
          </a:bodyPr>
          <a:p/>
        </p:txBody>
      </p:sp>
      <p:sp>
        <p:nvSpPr>
          <p:cNvPr id="48" name="shape:048"/>
          <p:cNvSpPr/>
          <p:nvPr/>
        </p:nvSpPr>
        <p:spPr>
          <a:xfrm>
            <a:off x="4129272" y="5450364"/>
            <a:ext cx="165600" cy="165600"/>
          </a:xfrm>
          <a:prstGeom prst="ellipse">
            <a:avLst/>
          </a:prstGeom>
          <a:solidFill>
            <a:srgbClr val="322014"/>
          </a:solidFill>
          <a:ln w="9525">
            <a:solidFill>
              <a:srgbClr val="322014"/>
            </a:solidFill>
            <a:prstDash val="solid"/>
          </a:ln>
        </p:spPr>
        <p:txBody>
          <a:bodyPr>
            <a:noAutofit/>
          </a:bodyPr>
          <a:p/>
        </p:txBody>
      </p:sp>
      <p:sp>
        <p:nvSpPr>
          <p:cNvPr id="49" name="shape:049"/>
          <p:cNvSpPr/>
          <p:nvPr/>
        </p:nvSpPr>
        <p:spPr>
          <a:xfrm>
            <a:off x="4129272" y="5450364"/>
            <a:ext cx="165600" cy="165600"/>
          </a:xfrm>
          <a:prstGeom prst="pie">
            <a:avLst>
              <a:gd name="adj1" fmla="val 16200000"/>
              <a:gd name="adj2" fmla="val 5400000"/>
            </a:avLst>
          </a:prstGeom>
          <a:noFill/>
          <a:ln>
            <a:noFill/>
          </a:ln>
        </p:spPr>
        <p:txBody>
          <a:bodyPr>
            <a:noAutofit/>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