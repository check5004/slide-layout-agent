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"heatmap_table",</a:t>
            </a:r>
          </a:p>
          <a:p>
            <a:r>
              <a:t>  "variant": "warm",</a:t>
            </a:r>
          </a:p>
          <a:p>
            <a:r>
              <a:t>  "rationale": "Public template fixture; short fictional slot content; no private data.",</a:t>
            </a:r>
          </a:p>
          <a:p>
            <a:r>
              <a:t>  "source_sha256": "ac9d93fa42a88e3680677c070f889942f1da8f59109e6d934f9d726282baa004",</a:t>
            </a:r>
          </a:p>
          <a:p>
            <a:r>
              <a:t>  "evidence": [</a:t>
            </a:r>
          </a:p>
          <a:p>
            <a:r>
              <a:t>    {</a:t>
            </a:r>
          </a:p>
          <a:p>
            <a:r>
              <a:t>      "text": "ヒートマップ表",</a:t>
            </a:r>
          </a:p>
          <a:p>
            <a:r>
              <a:t>      "refs": [</a:t>
            </a:r>
          </a:p>
          <a:p>
            <a:r>
              <a:t>        {</a:t>
            </a:r>
          </a:p>
          <a:p>
            <a:r>
              <a:t>          "source_id": "s001",</a:t>
            </a:r>
          </a:p>
          <a:p>
            <a:r>
              <a:t>          "quote": "ヒートマップ表"</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"行の軸名",</a:t>
            </a:r>
          </a:p>
          <a:p>
            <a:r>
              <a:t>      "refs": [</a:t>
            </a:r>
          </a:p>
          <a:p>
            <a:r>
              <a:t>        {</a:t>
            </a:r>
          </a:p>
          <a:p>
            <a:r>
              <a:t>          "source_id": "s001",</a:t>
            </a:r>
          </a:p>
          <a:p>
            <a:r>
              <a:t>          "quote": "行の軸名"</a:t>
            </a:r>
          </a:p>
          <a:p>
            <a:r>
              <a:t>        }</a:t>
            </a:r>
          </a:p>
          <a:p>
            <a:r>
              <a:t>      ],</a:t>
            </a:r>
          </a:p>
          <a:p>
            <a:r>
              <a:t>      "mode": "verbatim"</a:t>
            </a:r>
          </a:p>
          <a:p>
            <a:r>
              <a:t>    },</a:t>
            </a:r>
          </a:p>
          <a:p>
            <a:r>
              <a:t>    {</a:t>
            </a:r>
          </a:p>
          <a:p>
            <a:r>
              <a:t>      "text": "列見出し1",</a:t>
            </a:r>
          </a:p>
          <a:p>
            <a:r>
              <a:t>      "refs": [</a:t>
            </a:r>
          </a:p>
          <a:p>
            <a:r>
              <a:t>        {</a:t>
            </a:r>
          </a:p>
          <a:p>
            <a:r>
              <a:t>          "source_id": "s001",</a:t>
            </a:r>
          </a:p>
          <a:p>
            <a:r>
              <a:t>          "quote": "列見出し1"</a:t>
            </a:r>
          </a:p>
          <a:p>
            <a:r>
              <a:t>        }</a:t>
            </a:r>
          </a:p>
          <a:p>
            <a:r>
              <a:t>      ],</a:t>
            </a:r>
          </a:p>
          <a:p>
            <a:r>
              <a:t>      "mode": "verbatim"</a:t>
            </a:r>
          </a:p>
          <a:p>
            <a:r>
              <a:t>    },</a:t>
            </a:r>
          </a:p>
          <a:p>
            <a:r>
              <a:t>    {</a:t>
            </a:r>
          </a:p>
          <a:p>
            <a:r>
              <a:t>      "text": "列見出し2",</a:t>
            </a:r>
          </a:p>
          <a:p>
            <a:r>
              <a:t>      "refs": [</a:t>
            </a:r>
          </a:p>
          <a:p>
            <a:r>
              <a:t>        {</a:t>
            </a:r>
          </a:p>
          <a:p>
            <a:r>
              <a:t>          "source_id": "s001",</a:t>
            </a:r>
          </a:p>
          <a:p>
            <a:r>
              <a:t>          "quote": "列見出し2"</a:t>
            </a:r>
          </a:p>
          <a:p>
            <a:r>
              <a:t>        }</a:t>
            </a:r>
          </a:p>
          <a:p>
            <a:r>
              <a:t>      ],</a:t>
            </a:r>
          </a:p>
          <a:p>
            <a:r>
              <a:t>      "mode": "verbatim"</a:t>
            </a:r>
          </a:p>
          <a:p>
            <a:r>
              <a:t>    },</a:t>
            </a:r>
          </a:p>
          <a:p>
            <a:r>
              <a:t>    {</a:t>
            </a:r>
          </a:p>
          <a:p>
            <a:r>
              <a:t>      "text": "列見出し3",</a:t>
            </a:r>
          </a:p>
          <a:p>
            <a:r>
              <a:t>      "refs": [</a:t>
            </a:r>
          </a:p>
          <a:p>
            <a:r>
              <a:t>        {</a:t>
            </a:r>
          </a:p>
          <a:p>
            <a:r>
              <a:t>          "source_id": "s001",</a:t>
            </a:r>
          </a:p>
          <a:p>
            <a:r>
              <a:t>          "quote": "列見出し3"</a:t>
            </a:r>
          </a:p>
          <a:p>
            <a:r>
              <a:t>        }</a:t>
            </a:r>
          </a:p>
          <a:p>
            <a:r>
              <a:t>      ],</a:t>
            </a:r>
          </a:p>
          <a:p>
            <a:r>
              <a:t>      "mode": "verbatim"</a:t>
            </a:r>
          </a:p>
          <a:p>
            <a:r>
              <a:t>    },</a:t>
            </a:r>
          </a:p>
          <a:p>
            <a:r>
              <a:t>    {</a:t>
            </a:r>
          </a:p>
          <a:p>
            <a:r>
              <a:t>      "text": "列見出し4",</a:t>
            </a:r>
          </a:p>
          <a:p>
            <a:r>
              <a:t>      "refs": [</a:t>
            </a:r>
          </a:p>
          <a:p>
            <a:r>
              <a:t>        {</a:t>
            </a:r>
          </a:p>
          <a:p>
            <a:r>
              <a:t>          "source_id": "s001",</a:t>
            </a:r>
          </a:p>
          <a:p>
            <a:r>
              <a:t>          "quote": "列見出し4"</a:t>
            </a:r>
          </a:p>
          <a:p>
            <a:r>
              <a:t>        }</a:t>
            </a:r>
          </a:p>
          <a:p>
            <a:r>
              <a:t>      ],</a:t>
            </a:r>
          </a:p>
          <a:p>
            <a:r>
              <a:t>      "mode": "verbatim"</a:t>
            </a:r>
          </a:p>
          <a:p>
            <a:r>
              <a:t>    },</a:t>
            </a:r>
          </a:p>
          <a:p>
            <a:r>
              <a:t>    {</a:t>
            </a:r>
          </a:p>
          <a:p>
            <a:r>
              <a:t>      "text": "行見出し1",</a:t>
            </a:r>
          </a:p>
          <a:p>
            <a:r>
              <a:t>      "refs": [</a:t>
            </a:r>
          </a:p>
          <a:p>
            <a:r>
              <a:t>        {</a:t>
            </a:r>
          </a:p>
          <a:p>
            <a:r>
              <a:t>          "source_id": "s001",</a:t>
            </a:r>
          </a:p>
          <a:p>
            <a:r>
              <a:t>          "quote": "行見出し1"</a:t>
            </a:r>
          </a:p>
          <a:p>
            <a:r>
              <a:t>        }</a:t>
            </a:r>
          </a:p>
          <a:p>
            <a:r>
              <a:t>      ],</a:t>
            </a:r>
          </a:p>
          <a:p>
            <a:r>
              <a:t>      "mode": "verbatim"</a:t>
            </a:r>
          </a:p>
          <a:p>
            <a:r>
              <a:t>    },</a:t>
            </a:r>
          </a:p>
          <a:p>
            <a:r>
              <a:t>    {</a:t>
            </a:r>
          </a:p>
          <a:p>
            <a:r>
              <a:t>      "text": "行見出し2",</a:t>
            </a:r>
          </a:p>
          <a:p>
            <a:r>
              <a:t>      "refs": [</a:t>
            </a:r>
          </a:p>
          <a:p>
            <a:r>
              <a:t>        {</a:t>
            </a:r>
          </a:p>
          <a:p>
            <a:r>
              <a:t>          "source_id": "s001",</a:t>
            </a:r>
          </a:p>
          <a:p>
            <a:r>
              <a:t>          "quote": "行見出し2"</a:t>
            </a:r>
          </a:p>
          <a:p>
            <a:r>
              <a:t>        }</a:t>
            </a:r>
          </a:p>
          <a:p>
            <a:r>
              <a:t>      ],</a:t>
            </a:r>
          </a:p>
          <a:p>
            <a:r>
              <a:t>      "mode": "verbatim"</a:t>
            </a:r>
          </a:p>
          <a:p>
            <a:r>
              <a:t>    },</a:t>
            </a:r>
          </a:p>
          <a:p>
            <a:r>
              <a:t>    {</a:t>
            </a:r>
          </a:p>
          <a:p>
            <a:r>
              <a:t>      "text": "行見出し3",</a:t>
            </a:r>
          </a:p>
          <a:p>
            <a:r>
              <a:t>      "refs": [</a:t>
            </a:r>
          </a:p>
          <a:p>
            <a:r>
              <a:t>        {</a:t>
            </a:r>
          </a:p>
          <a:p>
            <a:r>
              <a:t>          "source_id": "s001",</a:t>
            </a:r>
          </a:p>
          <a:p>
            <a:r>
              <a:t>          "quote": "行見出し3"</a:t>
            </a:r>
          </a:p>
          <a:p>
            <a:r>
              <a:t>        }</a:t>
            </a:r>
          </a:p>
          <a:p>
            <a:r>
              <a:t>      ],</a:t>
            </a:r>
          </a:p>
          <a:p>
            <a:r>
              <a:t>      "mode": "verbatim"</a:t>
            </a:r>
          </a:p>
          <a:p>
            <a:r>
              <a:t>    },</a:t>
            </a:r>
          </a:p>
          <a:p>
            <a:r>
              <a:t>    {</a:t>
            </a:r>
          </a:p>
          <a:p>
            <a:r>
              <a:t>      "text": "行見出し4",</a:t>
            </a:r>
          </a:p>
          <a:p>
            <a:r>
              <a:t>      "refs": [</a:t>
            </a:r>
          </a:p>
          <a:p>
            <a:r>
              <a:t>        {</a:t>
            </a:r>
          </a:p>
          <a:p>
            <a:r>
              <a:t>          "source_id": "s001",</a:t>
            </a:r>
          </a:p>
          <a:p>
            <a:r>
              <a:t>          "quote": "行見出し4"</a:t>
            </a:r>
          </a:p>
          <a:p>
            <a:r>
              <a:t>        }</a:t>
            </a:r>
          </a:p>
          <a:p>
            <a:r>
              <a:t>      ],</a:t>
            </a:r>
          </a:p>
          <a:p>
            <a:r>
              <a:t>      "mode": "verbatim"</a:t>
            </a:r>
          </a:p>
          <a:p>
            <a:r>
              <a:t>    },</a:t>
            </a:r>
          </a:p>
          <a:p>
            <a:r>
              <a:t>    {</a:t>
            </a:r>
          </a:p>
          <a:p>
            <a:r>
              <a:t>      "text": "高",</a:t>
            </a:r>
          </a:p>
          <a:p>
            <a:r>
              <a:t>      "refs": [</a:t>
            </a:r>
          </a:p>
          <a:p>
            <a:r>
              <a:t>        {</a:t>
            </a:r>
          </a:p>
          <a:p>
            <a:r>
              <a:t>          "source_id": "s001",</a:t>
            </a:r>
          </a:p>
          <a:p>
            <a:r>
              <a:t>          "quote": "高"</a:t>
            </a:r>
          </a:p>
          <a:p>
            <a:r>
              <a:t>        }</a:t>
            </a:r>
          </a:p>
          <a:p>
            <a:r>
              <a:t>      ],</a:t>
            </a:r>
          </a:p>
          <a:p>
            <a:r>
              <a:t>      "mode": "verbatim"</a:t>
            </a:r>
          </a:p>
          <a:p>
            <a:r>
              <a:t>    },</a:t>
            </a:r>
          </a:p>
          <a:p>
            <a:r>
              <a:t>    {</a:t>
            </a:r>
          </a:p>
          <a:p>
            <a:r>
              <a:t>      "text": "中",</a:t>
            </a:r>
          </a:p>
          <a:p>
            <a:r>
              <a:t>      "refs": [</a:t>
            </a:r>
          </a:p>
          <a:p>
            <a:r>
              <a:t>        {</a:t>
            </a:r>
          </a:p>
          <a:p>
            <a:r>
              <a:t>          "source_id": "s001",</a:t>
            </a:r>
          </a:p>
          <a:p>
            <a:r>
              <a:t>          "quote": "中"</a:t>
            </a:r>
          </a:p>
          <a:p>
            <a:r>
              <a:t>        }</a:t>
            </a:r>
          </a:p>
          <a:p>
            <a:r>
              <a:t>      ],</a:t>
            </a:r>
          </a:p>
          <a:p>
            <a:r>
              <a:t>      "mode": "verbatim"</a:t>
            </a:r>
          </a:p>
          <a:p>
            <a:r>
              <a:t>    },</a:t>
            </a:r>
          </a:p>
          <a:p>
            <a:r>
              <a:t>    {</a:t>
            </a:r>
          </a:p>
          <a:p>
            <a:r>
              <a:t>      "text": "低",</a:t>
            </a:r>
          </a:p>
          <a:p>
            <a:r>
              <a:t>      "refs": [</a:t>
            </a:r>
          </a:p>
          <a:p>
            <a:r>
              <a:t>        {</a:t>
            </a:r>
          </a:p>
          <a:p>
            <a:r>
              <a:t>          "source_id": "s001",</a:t>
            </a:r>
          </a:p>
          <a:p>
            <a:r>
              <a:t>          "quote": "低"</a:t>
            </a:r>
          </a:p>
          <a:p>
            <a:r>
              <a:t>        }</a:t>
            </a:r>
          </a:p>
          <a:p>
            <a:r>
              <a:t>      ],</a:t>
            </a:r>
          </a:p>
          <a:p>
            <a:r>
              <a:t>      "mode": "verbatim"</a:t>
            </a:r>
          </a:p>
          <a:p>
            <a:r>
              <a:t>    },</a:t>
            </a:r>
          </a:p>
          <a:p>
            <a:r>
              <a:t>    {</a:t>
            </a:r>
          </a:p>
          <a:p>
            <a:r>
              <a:t>      "text": "中",</a:t>
            </a:r>
          </a:p>
          <a:p>
            <a:r>
              <a:t>      "refs": [</a:t>
            </a:r>
          </a:p>
          <a:p>
            <a:r>
              <a:t>        {</a:t>
            </a:r>
          </a:p>
          <a:p>
            <a:r>
              <a:t>          "source_id": "s001",</a:t>
            </a:r>
          </a:p>
          <a:p>
            <a:r>
              <a:t>          "quote": "中"</a:t>
            </a:r>
          </a:p>
          <a:p>
            <a:r>
              <a:t>        }</a:t>
            </a:r>
          </a:p>
          <a:p>
            <a:r>
              <a:t>      ],</a:t>
            </a:r>
          </a:p>
          <a:p>
            <a:r>
              <a:t>      "mode": "verbatim"</a:t>
            </a:r>
          </a:p>
          <a:p>
            <a:r>
              <a:t>    },</a:t>
            </a:r>
          </a:p>
          <a:p>
            <a:r>
              <a:t>    {</a:t>
            </a:r>
          </a:p>
          <a:p>
            <a:r>
              <a:t>      "text": "中",</a:t>
            </a:r>
          </a:p>
          <a:p>
            <a:r>
              <a:t>      "refs": [</a:t>
            </a:r>
          </a:p>
          <a:p>
            <a:r>
              <a:t>        {</a:t>
            </a:r>
          </a:p>
          <a:p>
            <a:r>
              <a:t>          "source_id": "s001",</a:t>
            </a:r>
          </a:p>
          <a:p>
            <a:r>
              <a:t>          "quote": "中"</a:t>
            </a:r>
          </a:p>
          <a:p>
            <a:r>
              <a:t>        }</a:t>
            </a:r>
          </a:p>
          <a:p>
            <a:r>
              <a:t>      ],</a:t>
            </a:r>
          </a:p>
          <a:p>
            <a:r>
              <a:t>      "mode": "verbatim"</a:t>
            </a:r>
          </a:p>
          <a:p>
            <a:r>
              <a:t>    },</a:t>
            </a:r>
          </a:p>
          <a:p>
            <a:r>
              <a:t>    {</a:t>
            </a:r>
          </a:p>
          <a:p>
            <a:r>
              <a:t>      "text": "低",</a:t>
            </a:r>
          </a:p>
          <a:p>
            <a:r>
              <a:t>      "refs": [</a:t>
            </a:r>
          </a:p>
          <a:p>
            <a:r>
              <a:t>        {</a:t>
            </a:r>
          </a:p>
          <a:p>
            <a:r>
              <a:t>          "source_id": "s001",</a:t>
            </a:r>
          </a:p>
          <a:p>
            <a:r>
              <a:t>          "quote": "低"</a:t>
            </a:r>
          </a:p>
          <a:p>
            <a:r>
              <a:t>        }</a:t>
            </a:r>
          </a:p>
          <a:p>
            <a:r>
              <a:t>      ],</a:t>
            </a:r>
          </a:p>
          <a:p>
            <a:r>
              <a:t>      "mode": "verbatim"</a:t>
            </a:r>
          </a:p>
          <a:p>
            <a:r>
              <a:t>    },</a:t>
            </a:r>
          </a:p>
          <a:p>
            <a:r>
              <a:t>    {</a:t>
            </a:r>
          </a:p>
          <a:p>
            <a:r>
              <a:t>      "text": "なし",</a:t>
            </a:r>
          </a:p>
          <a:p>
            <a:r>
              <a:t>      "refs": [</a:t>
            </a:r>
          </a:p>
          <a:p>
            <a:r>
              <a:t>        {</a:t>
            </a:r>
          </a:p>
          <a:p>
            <a:r>
              <a:t>          "source_id": "s001",</a:t>
            </a:r>
          </a:p>
          <a:p>
            <a:r>
              <a:t>          "quote": "なし"</a:t>
            </a:r>
          </a:p>
          <a:p>
            <a:r>
              <a:t>        }</a:t>
            </a:r>
          </a:p>
          <a:p>
            <a:r>
              <a:t>      ],</a:t>
            </a:r>
          </a:p>
          <a:p>
            <a:r>
              <a:t>      "mode": "verbatim"</a:t>
            </a:r>
          </a:p>
          <a:p>
            <a:r>
              <a:t>    },</a:t>
            </a:r>
          </a:p>
          <a:p>
            <a:r>
              <a:t>    {</a:t>
            </a:r>
          </a:p>
          <a:p>
            <a:r>
              <a:t>      "text": "低",</a:t>
            </a:r>
          </a:p>
          <a:p>
            <a:r>
              <a:t>      "refs": [</a:t>
            </a:r>
          </a:p>
          <a:p>
            <a:r>
              <a:t>        {</a:t>
            </a:r>
          </a:p>
          <a:p>
            <a:r>
              <a:t>          "source_id": "s001",</a:t>
            </a:r>
          </a:p>
          <a:p>
            <a:r>
              <a:t>          "quote": "低"</a:t>
            </a:r>
          </a:p>
          <a:p>
            <a:r>
              <a:t>        }</a:t>
            </a:r>
          </a:p>
          <a:p>
            <a:r>
              <a:t>      ],</a:t>
            </a:r>
          </a:p>
          <a:p>
            <a:r>
              <a:t>      "mode": "verbatim"</a:t>
            </a:r>
          </a:p>
          <a:p>
            <a:r>
              <a:t>    },</a:t>
            </a:r>
          </a:p>
          <a:p>
            <a:r>
              <a:t>    {</a:t>
            </a:r>
          </a:p>
          <a:p>
            <a:r>
              <a:t>      "text": "高",</a:t>
            </a:r>
          </a:p>
          <a:p>
            <a:r>
              <a:t>      "refs": [</a:t>
            </a:r>
          </a:p>
          <a:p>
            <a:r>
              <a:t>        {</a:t>
            </a:r>
          </a:p>
          <a:p>
            <a:r>
              <a:t>          "source_id": "s001",</a:t>
            </a:r>
          </a:p>
          <a:p>
            <a:r>
              <a:t>          "quote": "高"</a:t>
            </a:r>
          </a:p>
          <a:p>
            <a:r>
              <a:t>        }</a:t>
            </a:r>
          </a:p>
          <a:p>
            <a:r>
              <a:t>      ],</a:t>
            </a:r>
          </a:p>
          <a:p>
            <a:r>
              <a:t>      "mode": "verbatim"</a:t>
            </a:r>
          </a:p>
          <a:p>
            <a:r>
              <a:t>    },</a:t>
            </a:r>
          </a:p>
          <a:p>
            <a:r>
              <a:t>    {</a:t>
            </a:r>
          </a:p>
          <a:p>
            <a:r>
              <a:t>      "text": "高",</a:t>
            </a:r>
          </a:p>
          <a:p>
            <a:r>
              <a:t>      "refs": [</a:t>
            </a:r>
          </a:p>
          <a:p>
            <a:r>
              <a:t>        {</a:t>
            </a:r>
          </a:p>
          <a:p>
            <a:r>
              <a:t>          "source_id": "s001",</a:t>
            </a:r>
          </a:p>
          <a:p>
            <a:r>
              <a:t>          "quote": "高"</a:t>
            </a:r>
          </a:p>
          <a:p>
            <a:r>
              <a:t>        }</a:t>
            </a:r>
          </a:p>
          <a:p>
            <a:r>
              <a:t>      ],</a:t>
            </a:r>
          </a:p>
          <a:p>
            <a:r>
              <a:t>      "mode": "verbatim"</a:t>
            </a:r>
          </a:p>
          <a:p>
            <a:r>
              <a:t>    },</a:t>
            </a:r>
          </a:p>
          <a:p>
            <a:r>
              <a:t>    {</a:t>
            </a:r>
          </a:p>
          <a:p>
            <a:r>
              <a:t>      "text": "中",</a:t>
            </a:r>
          </a:p>
          <a:p>
            <a:r>
              <a:t>      "refs": [</a:t>
            </a:r>
          </a:p>
          <a:p>
            <a:r>
              <a:t>        {</a:t>
            </a:r>
          </a:p>
          <a:p>
            <a:r>
              <a:t>          "source_id": "s001",</a:t>
            </a:r>
          </a:p>
          <a:p>
            <a:r>
              <a:t>          "quote": "中"</a:t>
            </a:r>
          </a:p>
          <a:p>
            <a:r>
              <a:t>        }</a:t>
            </a:r>
          </a:p>
          <a:p>
            <a:r>
              <a:t>      ],</a:t>
            </a:r>
          </a:p>
          <a:p>
            <a:r>
              <a:t>      "mode": "verbatim"</a:t>
            </a:r>
          </a:p>
          <a:p>
            <a:r>
              <a:t>    },</a:t>
            </a:r>
          </a:p>
          <a:p>
            <a:r>
              <a:t>    {</a:t>
            </a:r>
          </a:p>
          <a:p>
            <a:r>
              <a:t>      "text": "高",</a:t>
            </a:r>
          </a:p>
          <a:p>
            <a:r>
              <a:t>      "refs": [</a:t>
            </a:r>
          </a:p>
          <a:p>
            <a:r>
              <a:t>        {</a:t>
            </a:r>
          </a:p>
          <a:p>
            <a:r>
              <a:t>          "source_id": "s001",</a:t>
            </a:r>
          </a:p>
          <a:p>
            <a:r>
              <a:t>          "quote": "高"</a:t>
            </a:r>
          </a:p>
          <a:p>
            <a:r>
              <a:t>        }</a:t>
            </a:r>
          </a:p>
          <a:p>
            <a:r>
              <a:t>      ],</a:t>
            </a:r>
          </a:p>
          <a:p>
            <a:r>
              <a:t>      "mode": "verbatim"</a:t>
            </a:r>
          </a:p>
          <a:p>
            <a:r>
              <a:t>    },</a:t>
            </a:r>
          </a:p>
          <a:p>
            <a:r>
              <a:t>    {</a:t>
            </a:r>
          </a:p>
          <a:p>
            <a:r>
              <a:t>      "text": "中",</a:t>
            </a:r>
          </a:p>
          <a:p>
            <a:r>
              <a:t>      "refs": [</a:t>
            </a:r>
          </a:p>
          <a:p>
            <a:r>
              <a:t>        {</a:t>
            </a:r>
          </a:p>
          <a:p>
            <a:r>
              <a:t>          "source_id": "s001",</a:t>
            </a:r>
          </a:p>
          <a:p>
            <a:r>
              <a:t>          "quote": "中"</a:t>
            </a:r>
          </a:p>
          <a:p>
            <a:r>
              <a:t>        }</a:t>
            </a:r>
          </a:p>
          <a:p>
            <a:r>
              <a:t>      ],</a:t>
            </a:r>
          </a:p>
          <a:p>
            <a:r>
              <a:t>      "mode": "verbatim"</a:t>
            </a:r>
          </a:p>
          <a:p>
            <a:r>
              <a:t>    },</a:t>
            </a:r>
          </a:p>
          <a:p>
            <a:r>
              <a:t>    {</a:t>
            </a:r>
          </a:p>
          <a:p>
            <a:r>
              <a:t>      "text": "低",</a:t>
            </a:r>
          </a:p>
          <a:p>
            <a:r>
              <a:t>      "refs": [</a:t>
            </a:r>
          </a:p>
          <a:p>
            <a:r>
              <a:t>        {</a:t>
            </a:r>
          </a:p>
          <a:p>
            <a:r>
              <a:t>          "source_id": "s001",</a:t>
            </a:r>
          </a:p>
          <a:p>
            <a:r>
              <a:t>          "quote": "低"</a:t>
            </a:r>
          </a:p>
          <a:p>
            <a:r>
              <a:t>        }</a:t>
            </a:r>
          </a:p>
          <a:p>
            <a:r>
              <a:t>      ],</a:t>
            </a:r>
          </a:p>
          <a:p>
            <a:r>
              <a:t>      "mode": "verbatim"</a:t>
            </a:r>
          </a:p>
          <a:p>
            <a:r>
              <a:t>    },</a:t>
            </a:r>
          </a:p>
          <a:p>
            <a:r>
              <a:t>    {</a:t>
            </a:r>
          </a:p>
          <a:p>
            <a:r>
              <a:t>      "text": "なし",</a:t>
            </a:r>
          </a:p>
          <a:p>
            <a:r>
              <a:t>      "refs": [</a:t>
            </a:r>
          </a:p>
          <a:p>
            <a:r>
              <a:t>        {</a:t>
            </a:r>
          </a:p>
          <a:p>
            <a:r>
              <a:t>          "source_id": "s001",</a:t>
            </a:r>
          </a:p>
          <a:p>
            <a:r>
              <a:t>          "quote": "なし"</a:t>
            </a:r>
          </a:p>
          <a:p>
            <a:r>
              <a:t>        }</a:t>
            </a:r>
          </a:p>
          <a:p>
            <a:r>
              <a:t>      ],</a:t>
            </a:r>
          </a:p>
          <a:p>
            <a:r>
              <a:t>      "mode": "verbatim"</a:t>
            </a:r>
          </a:p>
          <a:p>
            <a:r>
              <a:t>    },</a:t>
            </a:r>
          </a:p>
          <a:p>
            <a:r>
              <a:t>    {</a:t>
            </a:r>
          </a:p>
          <a:p>
            <a:r>
              <a:t>      "text": "低",</a:t>
            </a:r>
          </a:p>
          <a:p>
            <a:r>
              <a:t>      "refs": [</a:t>
            </a:r>
          </a:p>
          <a:p>
            <a:r>
              <a:t>        {</a:t>
            </a:r>
          </a:p>
          <a:p>
            <a:r>
              <a:t>          "source_id": "s001",</a:t>
            </a:r>
          </a:p>
          <a:p>
            <a:r>
              <a:t>          "quote": "低"</a:t>
            </a:r>
          </a:p>
          <a:p>
            <a:r>
              <a:t>        }</a:t>
            </a:r>
          </a:p>
          <a:p>
            <a:r>
              <a:t>      ],</a:t>
            </a:r>
          </a:p>
          <a:p>
            <a:r>
              <a:t>      "mode": "verbatim"</a:t>
            </a:r>
          </a:p>
          <a:p>
            <a:r>
              <a:t>    }</a:t>
            </a:r>
          </a:p>
          <a:p>
            <a:r>
              <a:t>  ],</a:t>
            </a:r>
          </a:p>
          <a:p>
            <a:r>
              <a:t>  "citations": {</a:t>
            </a:r>
          </a:p>
          <a:p>
            <a:r>
              <a:t>    "s001": "Public MIT sample: templates/freeform_parts_more_16x9.html section 14"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"dabb68e9a760c00669da37d400b5fbdc2dbfe5391084983c823255928c67fa5d"</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ヒートマップ表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011680"/>
            <a:ext cx="237744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行の軸名</a:t>
            </a:r>
            <a:endParaRPr lang="en-US" sz="1250" dirty="0"/>
          </a:p>
        </p:txBody>
      </p:sp>
      <p:sp>
        <p:nvSpPr>
          <p:cNvPr id="11" name="shape:011"/>
          <p:cNvSpPr/>
          <p:nvPr/>
        </p:nvSpPr>
        <p:spPr>
          <a:xfrm>
            <a:off x="2953512"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2" name="shape:012"/>
          <p:cNvSpPr/>
          <p:nvPr/>
        </p:nvSpPr>
        <p:spPr>
          <a:xfrm>
            <a:off x="2953512" y="2340864"/>
            <a:ext cx="2092376" cy="0"/>
          </a:xfrm>
          <a:prstGeom prst="line">
            <a:avLst/>
          </a:prstGeom>
          <a:noFill/>
          <a:ln w="17780">
            <a:solidFill>
              <a:srgbClr val="322014"/>
            </a:solidFill>
            <a:prstDash val="solid"/>
          </a:ln>
        </p:spPr>
        <p:txBody>
          <a:bodyPr>
            <a:noAutofit/>
          </a:bodyPr>
          <a:p/>
        </p:txBody>
      </p:sp>
      <p:sp>
        <p:nvSpPr>
          <p:cNvPr id="13" name="shape:013"/>
          <p:cNvSpPr/>
          <p:nvPr/>
        </p:nvSpPr>
        <p:spPr>
          <a:xfrm>
            <a:off x="5119040"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4" name="shape:014"/>
          <p:cNvSpPr/>
          <p:nvPr/>
        </p:nvSpPr>
        <p:spPr>
          <a:xfrm>
            <a:off x="5119040" y="2340864"/>
            <a:ext cx="2092376" cy="0"/>
          </a:xfrm>
          <a:prstGeom prst="line">
            <a:avLst/>
          </a:prstGeom>
          <a:noFill/>
          <a:ln w="17780">
            <a:solidFill>
              <a:srgbClr val="322014"/>
            </a:solidFill>
            <a:prstDash val="solid"/>
          </a:ln>
        </p:spPr>
        <p:txBody>
          <a:bodyPr>
            <a:noAutofit/>
          </a:bodyPr>
          <a:p/>
        </p:txBody>
      </p:sp>
      <p:sp>
        <p:nvSpPr>
          <p:cNvPr id="15" name="shape:015"/>
          <p:cNvSpPr/>
          <p:nvPr/>
        </p:nvSpPr>
        <p:spPr>
          <a:xfrm>
            <a:off x="7284568"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6" name="shape:016"/>
          <p:cNvSpPr/>
          <p:nvPr/>
        </p:nvSpPr>
        <p:spPr>
          <a:xfrm>
            <a:off x="7284568" y="2340864"/>
            <a:ext cx="2092376" cy="0"/>
          </a:xfrm>
          <a:prstGeom prst="line">
            <a:avLst/>
          </a:prstGeom>
          <a:noFill/>
          <a:ln w="17780">
            <a:solidFill>
              <a:srgbClr val="322014"/>
            </a:solidFill>
            <a:prstDash val="solid"/>
          </a:ln>
        </p:spPr>
        <p:txBody>
          <a:bodyPr>
            <a:noAutofit/>
          </a:bodyPr>
          <a:p/>
        </p:txBody>
      </p:sp>
      <p:sp>
        <p:nvSpPr>
          <p:cNvPr id="17" name="shape:017"/>
          <p:cNvSpPr/>
          <p:nvPr/>
        </p:nvSpPr>
        <p:spPr>
          <a:xfrm>
            <a:off x="9450095" y="2011680"/>
            <a:ext cx="20923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列見出し4</a:t>
            </a:r>
            <a:endParaRPr lang="en-US" sz="1200" dirty="0"/>
          </a:p>
        </p:txBody>
      </p:sp>
      <p:sp>
        <p:nvSpPr>
          <p:cNvPr id="18" name="shape:018"/>
          <p:cNvSpPr/>
          <p:nvPr/>
        </p:nvSpPr>
        <p:spPr>
          <a:xfrm>
            <a:off x="9450095" y="2340864"/>
            <a:ext cx="2092376" cy="0"/>
          </a:xfrm>
          <a:prstGeom prst="line">
            <a:avLst/>
          </a:prstGeom>
          <a:noFill/>
          <a:ln w="17780">
            <a:solidFill>
              <a:srgbClr val="322014"/>
            </a:solidFill>
            <a:prstDash val="solid"/>
          </a:ln>
        </p:spPr>
        <p:txBody>
          <a:bodyPr>
            <a:noAutofit/>
          </a:bodyPr>
          <a:p/>
        </p:txBody>
      </p:sp>
      <p:sp>
        <p:nvSpPr>
          <p:cNvPr id="19" name="shape:019"/>
          <p:cNvSpPr/>
          <p:nvPr/>
        </p:nvSpPr>
        <p:spPr>
          <a:xfrm>
            <a:off x="576072" y="266090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行見出し1</a:t>
            </a:r>
            <a:endParaRPr lang="en-US" sz="1200" dirty="0"/>
          </a:p>
        </p:txBody>
      </p:sp>
      <p:sp>
        <p:nvSpPr>
          <p:cNvPr id="20" name="shape:020"/>
          <p:cNvSpPr/>
          <p:nvPr/>
        </p:nvSpPr>
        <p:spPr>
          <a:xfrm>
            <a:off x="2953512" y="2514600"/>
            <a:ext cx="2092376" cy="658368"/>
          </a:xfrm>
          <a:prstGeom prst="rect">
            <a:avLst/>
          </a:prstGeom>
          <a:solidFill>
            <a:srgbClr val="5A3921"/>
          </a:solidFill>
          <a:ln/>
        </p:spPr>
        <p:txBody>
          <a:bodyPr>
            <a:noAutofit/>
          </a:bodyPr>
          <a:p/>
        </p:txBody>
      </p:sp>
      <p:sp>
        <p:nvSpPr>
          <p:cNvPr id="21" name="shape:021"/>
          <p:cNvSpPr/>
          <p:nvPr/>
        </p:nvSpPr>
        <p:spPr>
          <a:xfrm>
            <a:off x="2953512"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22" name="shape:022"/>
          <p:cNvSpPr/>
          <p:nvPr/>
        </p:nvSpPr>
        <p:spPr>
          <a:xfrm>
            <a:off x="5119040" y="2514600"/>
            <a:ext cx="2092376" cy="658368"/>
          </a:xfrm>
          <a:prstGeom prst="rect">
            <a:avLst/>
          </a:prstGeom>
          <a:solidFill>
            <a:srgbClr val="C5A681"/>
          </a:solidFill>
          <a:ln/>
        </p:spPr>
        <p:txBody>
          <a:bodyPr>
            <a:noAutofit/>
          </a:bodyPr>
          <a:p/>
        </p:txBody>
      </p:sp>
      <p:sp>
        <p:nvSpPr>
          <p:cNvPr id="23" name="shape:023"/>
          <p:cNvSpPr/>
          <p:nvPr/>
        </p:nvSpPr>
        <p:spPr>
          <a:xfrm>
            <a:off x="5119040"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24" name="shape:024"/>
          <p:cNvSpPr/>
          <p:nvPr/>
        </p:nvSpPr>
        <p:spPr>
          <a:xfrm>
            <a:off x="7284568" y="2514600"/>
            <a:ext cx="2092376" cy="658368"/>
          </a:xfrm>
          <a:prstGeom prst="rect">
            <a:avLst/>
          </a:prstGeom>
          <a:solidFill>
            <a:srgbClr val="EFEEE8"/>
          </a:solidFill>
          <a:ln/>
        </p:spPr>
        <p:txBody>
          <a:bodyPr>
            <a:noAutofit/>
          </a:bodyPr>
          <a:p/>
        </p:txBody>
      </p:sp>
      <p:sp>
        <p:nvSpPr>
          <p:cNvPr id="25" name="shape:025"/>
          <p:cNvSpPr/>
          <p:nvPr/>
        </p:nvSpPr>
        <p:spPr>
          <a:xfrm>
            <a:off x="7284568"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26" name="shape:026"/>
          <p:cNvSpPr/>
          <p:nvPr/>
        </p:nvSpPr>
        <p:spPr>
          <a:xfrm>
            <a:off x="9450095" y="2514600"/>
            <a:ext cx="2092376" cy="658368"/>
          </a:xfrm>
          <a:prstGeom prst="rect">
            <a:avLst/>
          </a:prstGeom>
          <a:solidFill>
            <a:srgbClr val="C5A681"/>
          </a:solidFill>
          <a:ln/>
        </p:spPr>
        <p:txBody>
          <a:bodyPr>
            <a:noAutofit/>
          </a:bodyPr>
          <a:p/>
        </p:txBody>
      </p:sp>
      <p:sp>
        <p:nvSpPr>
          <p:cNvPr id="27" name="shape:027"/>
          <p:cNvSpPr/>
          <p:nvPr/>
        </p:nvSpPr>
        <p:spPr>
          <a:xfrm>
            <a:off x="9450095" y="251460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28" name="shape:028"/>
          <p:cNvSpPr/>
          <p:nvPr/>
        </p:nvSpPr>
        <p:spPr>
          <a:xfrm>
            <a:off x="576072" y="339242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行見出し2</a:t>
            </a:r>
            <a:endParaRPr lang="en-US" sz="1200" dirty="0"/>
          </a:p>
        </p:txBody>
      </p:sp>
      <p:sp>
        <p:nvSpPr>
          <p:cNvPr id="29" name="shape:029"/>
          <p:cNvSpPr/>
          <p:nvPr/>
        </p:nvSpPr>
        <p:spPr>
          <a:xfrm>
            <a:off x="2953512" y="3246120"/>
            <a:ext cx="2092376" cy="658368"/>
          </a:xfrm>
          <a:prstGeom prst="rect">
            <a:avLst/>
          </a:prstGeom>
          <a:solidFill>
            <a:srgbClr val="C5A681"/>
          </a:solidFill>
          <a:ln/>
        </p:spPr>
        <p:txBody>
          <a:bodyPr>
            <a:noAutofit/>
          </a:bodyPr>
          <a:p/>
        </p:txBody>
      </p:sp>
      <p:sp>
        <p:nvSpPr>
          <p:cNvPr id="30" name="shape:030"/>
          <p:cNvSpPr/>
          <p:nvPr/>
        </p:nvSpPr>
        <p:spPr>
          <a:xfrm>
            <a:off x="2953512"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31" name="shape:031"/>
          <p:cNvSpPr/>
          <p:nvPr/>
        </p:nvSpPr>
        <p:spPr>
          <a:xfrm>
            <a:off x="5119040" y="3246120"/>
            <a:ext cx="2092376" cy="658368"/>
          </a:xfrm>
          <a:prstGeom prst="rect">
            <a:avLst/>
          </a:prstGeom>
          <a:solidFill>
            <a:srgbClr val="EFEEE8"/>
          </a:solidFill>
          <a:ln/>
        </p:spPr>
        <p:txBody>
          <a:bodyPr>
            <a:noAutofit/>
          </a:bodyPr>
          <a:p/>
        </p:txBody>
      </p:sp>
      <p:sp>
        <p:nvSpPr>
          <p:cNvPr id="32" name="shape:032"/>
          <p:cNvSpPr/>
          <p:nvPr/>
        </p:nvSpPr>
        <p:spPr>
          <a:xfrm>
            <a:off x="5119040"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33" name="shape:033"/>
          <p:cNvSpPr/>
          <p:nvPr/>
        </p:nvSpPr>
        <p:spPr>
          <a:xfrm>
            <a:off x="7284568" y="3246120"/>
            <a:ext cx="2092376" cy="658368"/>
          </a:xfrm>
          <a:prstGeom prst="rect">
            <a:avLst/>
          </a:prstGeom>
          <a:solidFill>
            <a:srgbClr val="FFFFFF"/>
          </a:solidFill>
          <a:ln w="6350">
            <a:solidFill>
              <a:srgbClr val="E2DCD2"/>
            </a:solidFill>
            <a:prstDash val="solid"/>
          </a:ln>
        </p:spPr>
        <p:txBody>
          <a:bodyPr>
            <a:noAutofit/>
          </a:bodyPr>
          <a:p/>
        </p:txBody>
      </p:sp>
      <p:sp>
        <p:nvSpPr>
          <p:cNvPr id="34" name="shape:034"/>
          <p:cNvSpPr/>
          <p:nvPr/>
        </p:nvSpPr>
        <p:spPr>
          <a:xfrm>
            <a:off x="7284568"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なし</a:t>
            </a:r>
            <a:endParaRPr lang="en-US" sz="1150" dirty="0"/>
          </a:p>
        </p:txBody>
      </p:sp>
      <p:sp>
        <p:nvSpPr>
          <p:cNvPr id="35" name="shape:035"/>
          <p:cNvSpPr/>
          <p:nvPr/>
        </p:nvSpPr>
        <p:spPr>
          <a:xfrm>
            <a:off x="9450095" y="3246120"/>
            <a:ext cx="2092376" cy="658368"/>
          </a:xfrm>
          <a:prstGeom prst="rect">
            <a:avLst/>
          </a:prstGeom>
          <a:solidFill>
            <a:srgbClr val="EFEEE8"/>
          </a:solidFill>
          <a:ln/>
        </p:spPr>
        <p:txBody>
          <a:bodyPr>
            <a:noAutofit/>
          </a:bodyPr>
          <a:p/>
        </p:txBody>
      </p:sp>
      <p:sp>
        <p:nvSpPr>
          <p:cNvPr id="36" name="shape:036"/>
          <p:cNvSpPr/>
          <p:nvPr/>
        </p:nvSpPr>
        <p:spPr>
          <a:xfrm>
            <a:off x="9450095" y="324612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37" name="shape:037"/>
          <p:cNvSpPr/>
          <p:nvPr/>
        </p:nvSpPr>
        <p:spPr>
          <a:xfrm>
            <a:off x="576072" y="412394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行見出し3</a:t>
            </a:r>
            <a:endParaRPr lang="en-US" sz="1200" dirty="0"/>
          </a:p>
        </p:txBody>
      </p:sp>
      <p:sp>
        <p:nvSpPr>
          <p:cNvPr id="38" name="shape:038"/>
          <p:cNvSpPr/>
          <p:nvPr/>
        </p:nvSpPr>
        <p:spPr>
          <a:xfrm>
            <a:off x="2953512" y="3977640"/>
            <a:ext cx="2092376" cy="658368"/>
          </a:xfrm>
          <a:prstGeom prst="rect">
            <a:avLst/>
          </a:prstGeom>
          <a:solidFill>
            <a:srgbClr val="5A3921"/>
          </a:solidFill>
          <a:ln/>
        </p:spPr>
        <p:txBody>
          <a:bodyPr>
            <a:noAutofit/>
          </a:bodyPr>
          <a:p/>
        </p:txBody>
      </p:sp>
      <p:sp>
        <p:nvSpPr>
          <p:cNvPr id="39" name="shape:039"/>
          <p:cNvSpPr/>
          <p:nvPr/>
        </p:nvSpPr>
        <p:spPr>
          <a:xfrm>
            <a:off x="2953512"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0" name="shape:040"/>
          <p:cNvSpPr/>
          <p:nvPr/>
        </p:nvSpPr>
        <p:spPr>
          <a:xfrm>
            <a:off x="5119040" y="3977640"/>
            <a:ext cx="2092376" cy="658368"/>
          </a:xfrm>
          <a:prstGeom prst="rect">
            <a:avLst/>
          </a:prstGeom>
          <a:solidFill>
            <a:srgbClr val="5A3921"/>
          </a:solidFill>
          <a:ln/>
        </p:spPr>
        <p:txBody>
          <a:bodyPr>
            <a:noAutofit/>
          </a:bodyPr>
          <a:p/>
        </p:txBody>
      </p:sp>
      <p:sp>
        <p:nvSpPr>
          <p:cNvPr id="41" name="shape:041"/>
          <p:cNvSpPr/>
          <p:nvPr/>
        </p:nvSpPr>
        <p:spPr>
          <a:xfrm>
            <a:off x="5119040"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2" name="shape:042"/>
          <p:cNvSpPr/>
          <p:nvPr/>
        </p:nvSpPr>
        <p:spPr>
          <a:xfrm>
            <a:off x="7284568" y="3977640"/>
            <a:ext cx="2092376" cy="658368"/>
          </a:xfrm>
          <a:prstGeom prst="rect">
            <a:avLst/>
          </a:prstGeom>
          <a:solidFill>
            <a:srgbClr val="C5A681"/>
          </a:solidFill>
          <a:ln/>
        </p:spPr>
        <p:txBody>
          <a:bodyPr>
            <a:noAutofit/>
          </a:bodyPr>
          <a:p/>
        </p:txBody>
      </p:sp>
      <p:sp>
        <p:nvSpPr>
          <p:cNvPr id="43" name="shape:043"/>
          <p:cNvSpPr/>
          <p:nvPr/>
        </p:nvSpPr>
        <p:spPr>
          <a:xfrm>
            <a:off x="7284568"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44" name="shape:044"/>
          <p:cNvSpPr/>
          <p:nvPr/>
        </p:nvSpPr>
        <p:spPr>
          <a:xfrm>
            <a:off x="9450095" y="3977640"/>
            <a:ext cx="2092376" cy="658368"/>
          </a:xfrm>
          <a:prstGeom prst="rect">
            <a:avLst/>
          </a:prstGeom>
          <a:solidFill>
            <a:srgbClr val="5A3921"/>
          </a:solidFill>
          <a:ln/>
        </p:spPr>
        <p:txBody>
          <a:bodyPr>
            <a:noAutofit/>
          </a:bodyPr>
          <a:p/>
        </p:txBody>
      </p:sp>
      <p:sp>
        <p:nvSpPr>
          <p:cNvPr id="45" name="shape:045"/>
          <p:cNvSpPr/>
          <p:nvPr/>
        </p:nvSpPr>
        <p:spPr>
          <a:xfrm>
            <a:off x="9450095" y="397764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FFFFFF"/>
                </a:solidFill>
                <a:latin typeface="Yu Gothic" pitchFamily="34" charset="0"/>
                <a:ea typeface="Yu Gothic" pitchFamily="34" charset="-122"/>
                <a:cs typeface="Yu Gothic" pitchFamily="34" charset="-120"/>
              </a:rPr>
              <a:t>高</a:t>
            </a:r>
            <a:endParaRPr lang="en-US" sz="1150" dirty="0"/>
          </a:p>
        </p:txBody>
      </p:sp>
      <p:sp>
        <p:nvSpPr>
          <p:cNvPr id="46" name="shape:046"/>
          <p:cNvSpPr/>
          <p:nvPr/>
        </p:nvSpPr>
        <p:spPr>
          <a:xfrm>
            <a:off x="576072" y="4855464"/>
            <a:ext cx="2286000" cy="36576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行見出し4</a:t>
            </a:r>
            <a:endParaRPr lang="en-US" sz="1200" dirty="0"/>
          </a:p>
        </p:txBody>
      </p:sp>
      <p:sp>
        <p:nvSpPr>
          <p:cNvPr id="47" name="shape:047"/>
          <p:cNvSpPr/>
          <p:nvPr/>
        </p:nvSpPr>
        <p:spPr>
          <a:xfrm>
            <a:off x="2953512" y="4709160"/>
            <a:ext cx="2092376" cy="658368"/>
          </a:xfrm>
          <a:prstGeom prst="rect">
            <a:avLst/>
          </a:prstGeom>
          <a:solidFill>
            <a:srgbClr val="C5A681"/>
          </a:solidFill>
          <a:ln/>
        </p:spPr>
        <p:txBody>
          <a:bodyPr>
            <a:noAutofit/>
          </a:bodyPr>
          <a:p/>
        </p:txBody>
      </p:sp>
      <p:sp>
        <p:nvSpPr>
          <p:cNvPr id="48" name="shape:048"/>
          <p:cNvSpPr/>
          <p:nvPr/>
        </p:nvSpPr>
        <p:spPr>
          <a:xfrm>
            <a:off x="2953512"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中</a:t>
            </a:r>
            <a:endParaRPr lang="en-US" sz="1150" dirty="0"/>
          </a:p>
        </p:txBody>
      </p:sp>
      <p:sp>
        <p:nvSpPr>
          <p:cNvPr id="49" name="shape:049"/>
          <p:cNvSpPr/>
          <p:nvPr/>
        </p:nvSpPr>
        <p:spPr>
          <a:xfrm>
            <a:off x="5119040" y="4709160"/>
            <a:ext cx="2092376" cy="658368"/>
          </a:xfrm>
          <a:prstGeom prst="rect">
            <a:avLst/>
          </a:prstGeom>
          <a:solidFill>
            <a:srgbClr val="EFEEE8"/>
          </a:solidFill>
          <a:ln/>
        </p:spPr>
        <p:txBody>
          <a:bodyPr>
            <a:noAutofit/>
          </a:bodyPr>
          <a:p/>
        </p:txBody>
      </p:sp>
      <p:sp>
        <p:nvSpPr>
          <p:cNvPr id="50" name="shape:050"/>
          <p:cNvSpPr/>
          <p:nvPr/>
        </p:nvSpPr>
        <p:spPr>
          <a:xfrm>
            <a:off x="5119040"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51" name="shape:051"/>
          <p:cNvSpPr/>
          <p:nvPr/>
        </p:nvSpPr>
        <p:spPr>
          <a:xfrm>
            <a:off x="7284568" y="4709160"/>
            <a:ext cx="2092376" cy="658368"/>
          </a:xfrm>
          <a:prstGeom prst="rect">
            <a:avLst/>
          </a:prstGeom>
          <a:solidFill>
            <a:srgbClr val="FFFFFF"/>
          </a:solidFill>
          <a:ln w="6350">
            <a:solidFill>
              <a:srgbClr val="E2DCD2"/>
            </a:solidFill>
            <a:prstDash val="solid"/>
          </a:ln>
        </p:spPr>
        <p:txBody>
          <a:bodyPr>
            <a:noAutofit/>
          </a:bodyPr>
          <a:p/>
        </p:txBody>
      </p:sp>
      <p:sp>
        <p:nvSpPr>
          <p:cNvPr id="52" name="shape:052"/>
          <p:cNvSpPr/>
          <p:nvPr/>
        </p:nvSpPr>
        <p:spPr>
          <a:xfrm>
            <a:off x="7284568"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なし</a:t>
            </a:r>
            <a:endParaRPr lang="en-US" sz="1150" dirty="0"/>
          </a:p>
        </p:txBody>
      </p:sp>
      <p:sp>
        <p:nvSpPr>
          <p:cNvPr id="53" name="shape:053"/>
          <p:cNvSpPr/>
          <p:nvPr/>
        </p:nvSpPr>
        <p:spPr>
          <a:xfrm>
            <a:off x="9450095" y="4709160"/>
            <a:ext cx="2092376" cy="658368"/>
          </a:xfrm>
          <a:prstGeom prst="rect">
            <a:avLst/>
          </a:prstGeom>
          <a:solidFill>
            <a:srgbClr val="EFEEE8"/>
          </a:solidFill>
          <a:ln/>
        </p:spPr>
        <p:txBody>
          <a:bodyPr>
            <a:noAutofit/>
          </a:bodyPr>
          <a:p/>
        </p:txBody>
      </p:sp>
      <p:sp>
        <p:nvSpPr>
          <p:cNvPr id="54" name="shape:054"/>
          <p:cNvSpPr/>
          <p:nvPr/>
        </p:nvSpPr>
        <p:spPr>
          <a:xfrm>
            <a:off x="9450095" y="4709160"/>
            <a:ext cx="2092376" cy="658368"/>
          </a:xfrm>
          <a:prstGeom prst="rect">
            <a:avLst/>
          </a:prstGeom>
          <a:noFill/>
          <a:ln/>
        </p:spPr>
        <p:txBody>
          <a:bodyPr wrap="square" lIns="381" tIns="381" rIns="381" bIns="381" rtlCol="0" anchor="ctr">
            <a:noAutofit/>
          </a:bodyPr>
          <a:lstStyle/>
          <a:p>
            <a:pPr algn="ctr" indent="0" marL="0">
              <a:buNone/>
            </a:pPr>
            <a:r>
              <a:rPr lang="en-US" sz="1150" b="1" dirty="0">
                <a:solidFill>
                  <a:srgbClr val="322014"/>
                </a:solidFill>
                <a:latin typeface="Yu Gothic" pitchFamily="34" charset="0"/>
                <a:ea typeface="Yu Gothic" pitchFamily="34" charset="-122"/>
                <a:cs typeface="Yu Gothic" pitchFamily="34" charset="-120"/>
              </a:rPr>
              <a:t>低</a:t>
            </a:r>
            <a:endParaRPr lang="en-US" sz="1150" dirty="0"/>
          </a:p>
        </p:txBody>
      </p:sp>
      <p:sp>
        <p:nvSpPr>
          <p:cNvPr id="55" name="shape:055"/>
          <p:cNvSpPr/>
          <p:nvPr/>
        </p:nvSpPr>
        <p:spPr>
          <a:xfrm>
            <a:off x="576072" y="5577840"/>
            <a:ext cx="201168" cy="201168"/>
          </a:xfrm>
          <a:prstGeom prst="rect">
            <a:avLst/>
          </a:prstGeom>
          <a:ln w="6350">
            <a:solidFill>
              <a:srgbClr val="E2DCD2"/>
            </a:solidFill>
            <a:prstDash val="solid"/>
          </a:ln>
        </p:spPr>
        <p:txBody>
          <a:bodyPr>
            <a:noAutofit/>
          </a:bodyPr>
          <a:p/>
        </p:txBody>
      </p:sp>
      <p:sp>
        <p:nvSpPr>
          <p:cNvPr id="56" name="static:legend_56"/>
          <p:cNvSpPr/>
          <p:nvPr/>
        </p:nvSpPr>
        <p:spPr>
          <a:xfrm>
            <a:off x="86868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なし</a:t>
            </a:r>
            <a:endParaRPr lang="en-US" sz="1100" dirty="0"/>
          </a:p>
        </p:txBody>
      </p:sp>
      <p:sp>
        <p:nvSpPr>
          <p:cNvPr id="57" name="shape:057"/>
          <p:cNvSpPr/>
          <p:nvPr/>
        </p:nvSpPr>
        <p:spPr>
          <a:xfrm>
            <a:off x="2496312" y="5577840"/>
            <a:ext cx="201168" cy="201168"/>
          </a:xfrm>
          <a:prstGeom prst="rect">
            <a:avLst/>
          </a:prstGeom>
          <a:solidFill>
            <a:srgbClr val="EFEEE8"/>
          </a:solidFill>
          <a:ln/>
        </p:spPr>
        <p:txBody>
          <a:bodyPr>
            <a:noAutofit/>
          </a:bodyPr>
          <a:p/>
        </p:txBody>
      </p:sp>
      <p:sp>
        <p:nvSpPr>
          <p:cNvPr id="58" name="static:legend_58"/>
          <p:cNvSpPr/>
          <p:nvPr/>
        </p:nvSpPr>
        <p:spPr>
          <a:xfrm>
            <a:off x="278892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低</a:t>
            </a:r>
            <a:endParaRPr lang="en-US" sz="1100" dirty="0"/>
          </a:p>
        </p:txBody>
      </p:sp>
      <p:sp>
        <p:nvSpPr>
          <p:cNvPr id="59" name="shape:059"/>
          <p:cNvSpPr/>
          <p:nvPr/>
        </p:nvSpPr>
        <p:spPr>
          <a:xfrm>
            <a:off x="4416552" y="5577840"/>
            <a:ext cx="201168" cy="201168"/>
          </a:xfrm>
          <a:prstGeom prst="rect">
            <a:avLst/>
          </a:prstGeom>
          <a:solidFill>
            <a:srgbClr val="C5A681"/>
          </a:solidFill>
          <a:ln/>
        </p:spPr>
        <p:txBody>
          <a:bodyPr>
            <a:noAutofit/>
          </a:bodyPr>
          <a:p/>
        </p:txBody>
      </p:sp>
      <p:sp>
        <p:nvSpPr>
          <p:cNvPr id="60" name="static:legend_60"/>
          <p:cNvSpPr/>
          <p:nvPr/>
        </p:nvSpPr>
        <p:spPr>
          <a:xfrm>
            <a:off x="470916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中</a:t>
            </a:r>
            <a:endParaRPr lang="en-US" sz="1100" dirty="0"/>
          </a:p>
        </p:txBody>
      </p:sp>
      <p:sp>
        <p:nvSpPr>
          <p:cNvPr id="61" name="shape:061"/>
          <p:cNvSpPr/>
          <p:nvPr/>
        </p:nvSpPr>
        <p:spPr>
          <a:xfrm>
            <a:off x="6336792" y="5577840"/>
            <a:ext cx="201168" cy="201168"/>
          </a:xfrm>
          <a:prstGeom prst="rect">
            <a:avLst/>
          </a:prstGeom>
          <a:solidFill>
            <a:srgbClr val="5A3921"/>
          </a:solidFill>
          <a:ln/>
        </p:spPr>
        <p:txBody>
          <a:bodyPr>
            <a:noAutofit/>
          </a:bodyPr>
          <a:p/>
        </p:txBody>
      </p:sp>
      <p:sp>
        <p:nvSpPr>
          <p:cNvPr id="62" name="static:legend_62"/>
          <p:cNvSpPr/>
          <p:nvPr/>
        </p:nvSpPr>
        <p:spPr>
          <a:xfrm>
            <a:off x="6629400" y="5577840"/>
            <a:ext cx="1554480" cy="219456"/>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高</a:t>
            </a:r>
            <a:endParaRPr lang="en-US" sz="1100" dirty="0"/>
          </a:p>
        </p:txBody>
      </p:sp>
      <p:sp>
        <p:nvSpPr>
          <p:cNvPr id="6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