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"issue_action_columns",</a:t>
            </a:r>
          </a:p>
          <a:p>
            <a:r>
              <a:t>  "variant": "warm",</a:t>
            </a:r>
          </a:p>
          <a:p>
            <a:r>
              <a:t>  "rationale": "Public template fixture; short fictional slot content; no private data.",</a:t>
            </a:r>
          </a:p>
          <a:p>
            <a:r>
              <a:t>  "source_sha256": "e34aa61a47f79ad72da5afc01e51248621ef6cbcf17e602e898fc870d1c9de77",</a:t>
            </a:r>
          </a:p>
          <a:p>
            <a:r>
              <a:t>  "evidence": [</a:t>
            </a:r>
          </a:p>
          <a:p>
            <a:r>
              <a:t>    {</a:t>
            </a:r>
          </a:p>
          <a:p>
            <a:r>
              <a:t>      "text": "課題と打ち手の2カラム",</a:t>
            </a:r>
          </a:p>
          <a:p>
            <a:r>
              <a:t>      "refs": [</a:t>
            </a:r>
          </a:p>
          <a:p>
            <a:r>
              <a:t>        {</a:t>
            </a:r>
          </a:p>
          <a:p>
            <a:r>
              <a:t>          "source_id": "s001",</a:t>
            </a:r>
          </a:p>
          <a:p>
            <a:r>
              <a:t>          "quote": "課題と打ち手の2カラム"</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"いま起きている課題",</a:t>
            </a:r>
          </a:p>
          <a:p>
            <a:r>
              <a:t>      "refs": [</a:t>
            </a:r>
          </a:p>
          <a:p>
            <a:r>
              <a:t>        {</a:t>
            </a:r>
          </a:p>
          <a:p>
            <a:r>
              <a:t>          "source_id": "s001",</a:t>
            </a:r>
          </a:p>
          <a:p>
            <a:r>
              <a:t>          "quote": "いま起きている課題"</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"記載例2",</a:t>
            </a:r>
          </a:p>
          <a:p>
            <a:r>
              <a:t>      "refs": [</a:t>
            </a:r>
          </a:p>
          <a:p>
            <a:r>
              <a:t>        {</a:t>
            </a:r>
          </a:p>
          <a:p>
            <a:r>
              <a:t>          "source_id": "s001",</a:t>
            </a:r>
          </a:p>
          <a:p>
            <a:r>
              <a:t>          "quote": "記載例2"</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"記載例3",</a:t>
            </a:r>
          </a:p>
          <a:p>
            <a:r>
              <a:t>      "refs": [</a:t>
            </a:r>
          </a:p>
          <a:p>
            <a:r>
              <a:t>        {</a:t>
            </a:r>
          </a:p>
          <a:p>
            <a:r>
              <a:t>          "source_id": "s001",</a:t>
            </a:r>
          </a:p>
          <a:p>
            <a:r>
              <a:t>          "quote": "記載例3"</a:t>
            </a:r>
          </a:p>
          <a:p>
            <a:r>
              <a:t>        }</a:t>
            </a:r>
          </a:p>
          <a:p>
            <a:r>
              <a:t>      ],</a:t>
            </a:r>
          </a:p>
          <a:p>
            <a:r>
              <a:t>      "mode": "verbatim"</a:t>
            </a:r>
          </a:p>
          <a:p>
            <a:r>
              <a:t>    },</a:t>
            </a:r>
          </a:p>
          <a:p>
            <a:r>
              <a:t>    {</a:t>
            </a:r>
          </a:p>
          <a:p>
            <a:r>
              <a:t>      "text": "これから打つ手",</a:t>
            </a:r>
          </a:p>
          <a:p>
            <a:r>
              <a:t>      "refs": [</a:t>
            </a:r>
          </a:p>
          <a:p>
            <a:r>
              <a:t>        {</a:t>
            </a:r>
          </a:p>
          <a:p>
            <a:r>
              <a:t>          "source_id": "s001",</a:t>
            </a:r>
          </a:p>
          <a:p>
            <a:r>
              <a:t>          "quote": "これから打つ手"</a:t>
            </a:r>
          </a:p>
          <a:p>
            <a:r>
              <a:t>        }</a:t>
            </a:r>
          </a:p>
          <a:p>
            <a:r>
              <a:t>      ],</a:t>
            </a:r>
          </a:p>
          <a:p>
            <a:r>
              <a:t>      "mode": "verbatim"</a:t>
            </a:r>
          </a:p>
          <a:p>
            <a:r>
              <a:t>    },</a:t>
            </a:r>
          </a:p>
          <a:p>
            <a:r>
              <a:t>    {</a:t>
            </a:r>
          </a:p>
          <a:p>
            <a:r>
              <a:t>      "text": "項目4",</a:t>
            </a:r>
          </a:p>
          <a:p>
            <a:r>
              <a:t>      "refs": [</a:t>
            </a:r>
          </a:p>
          <a:p>
            <a:r>
              <a:t>        {</a:t>
            </a:r>
          </a:p>
          <a:p>
            <a:r>
              <a:t>          "source_id": "s001",</a:t>
            </a:r>
          </a:p>
          <a:p>
            <a:r>
              <a:t>          "quote": "項目4"</a:t>
            </a:r>
          </a:p>
          <a:p>
            <a:r>
              <a:t>        }</a:t>
            </a:r>
          </a:p>
          <a:p>
            <a:r>
              <a:t>      ],</a:t>
            </a:r>
          </a:p>
          <a:p>
            <a:r>
              <a:t>      "mode": "verbatim"</a:t>
            </a:r>
          </a:p>
          <a:p>
            <a:r>
              <a:t>    },</a:t>
            </a:r>
          </a:p>
          <a:p>
            <a:r>
              <a:t>    {</a:t>
            </a:r>
          </a:p>
          <a:p>
            <a:r>
              <a:t>      "text": "記載例4",</a:t>
            </a:r>
          </a:p>
          <a:p>
            <a:r>
              <a:t>      "refs": [</a:t>
            </a:r>
          </a:p>
          <a:p>
            <a:r>
              <a:t>        {</a:t>
            </a:r>
          </a:p>
          <a:p>
            <a:r>
              <a:t>          "source_id": "s001",</a:t>
            </a:r>
          </a:p>
          <a:p>
            <a:r>
              <a:t>          "quote": "記載例4"</a:t>
            </a:r>
          </a:p>
          <a:p>
            <a:r>
              <a:t>        }</a:t>
            </a:r>
          </a:p>
          <a:p>
            <a:r>
              <a:t>      ],</a:t>
            </a:r>
          </a:p>
          <a:p>
            <a:r>
              <a:t>      "mode": "verbatim"</a:t>
            </a:r>
          </a:p>
          <a:p>
            <a:r>
              <a:t>    },</a:t>
            </a:r>
          </a:p>
          <a:p>
            <a:r>
              <a:t>    {</a:t>
            </a:r>
          </a:p>
          <a:p>
            <a:r>
              <a:t>      "text": "項目5",</a:t>
            </a:r>
          </a:p>
          <a:p>
            <a:r>
              <a:t>      "refs": [</a:t>
            </a:r>
          </a:p>
          <a:p>
            <a:r>
              <a:t>        {</a:t>
            </a:r>
          </a:p>
          <a:p>
            <a:r>
              <a:t>          "source_id": "s001",</a:t>
            </a:r>
          </a:p>
          <a:p>
            <a:r>
              <a:t>          "quote": "項目5"</a:t>
            </a:r>
          </a:p>
          <a:p>
            <a:r>
              <a:t>        }</a:t>
            </a:r>
          </a:p>
          <a:p>
            <a:r>
              <a:t>      ],</a:t>
            </a:r>
          </a:p>
          <a:p>
            <a:r>
              <a:t>      "mode": "verbatim"</a:t>
            </a:r>
          </a:p>
          <a:p>
            <a:r>
              <a:t>    },</a:t>
            </a:r>
          </a:p>
          <a:p>
            <a:r>
              <a:t>    {</a:t>
            </a:r>
          </a:p>
          <a:p>
            <a:r>
              <a:t>      "text": "記載例5",</a:t>
            </a:r>
          </a:p>
          <a:p>
            <a:r>
              <a:t>      "refs": [</a:t>
            </a:r>
          </a:p>
          <a:p>
            <a:r>
              <a:t>        {</a:t>
            </a:r>
          </a:p>
          <a:p>
            <a:r>
              <a:t>          "source_id": "s001",</a:t>
            </a:r>
          </a:p>
          <a:p>
            <a:r>
              <a:t>          "quote": "記載例5"</a:t>
            </a:r>
          </a:p>
          <a:p>
            <a:r>
              <a:t>        }</a:t>
            </a:r>
          </a:p>
          <a:p>
            <a:r>
              <a:t>      ],</a:t>
            </a:r>
          </a:p>
          <a:p>
            <a:r>
              <a:t>      "mode": "verbatim"</a:t>
            </a:r>
          </a:p>
          <a:p>
            <a:r>
              <a:t>    },</a:t>
            </a:r>
          </a:p>
          <a:p>
            <a:r>
              <a:t>    {</a:t>
            </a:r>
          </a:p>
          <a:p>
            <a:r>
              <a:t>      "text": "項目6",</a:t>
            </a:r>
          </a:p>
          <a:p>
            <a:r>
              <a:t>      "refs": [</a:t>
            </a:r>
          </a:p>
          <a:p>
            <a:r>
              <a:t>        {</a:t>
            </a:r>
          </a:p>
          <a:p>
            <a:r>
              <a:t>          "source_id": "s001",</a:t>
            </a:r>
          </a:p>
          <a:p>
            <a:r>
              <a:t>          "quote": "項目6"</a:t>
            </a:r>
          </a:p>
          <a:p>
            <a:r>
              <a:t>        }</a:t>
            </a:r>
          </a:p>
          <a:p>
            <a:r>
              <a:t>      ],</a:t>
            </a:r>
          </a:p>
          <a:p>
            <a:r>
              <a:t>      "mode": "verbatim"</a:t>
            </a:r>
          </a:p>
          <a:p>
            <a:r>
              <a:t>    },</a:t>
            </a:r>
          </a:p>
          <a:p>
            <a:r>
              <a:t>    {</a:t>
            </a:r>
          </a:p>
          <a:p>
            <a:r>
              <a:t>      "text": "記載例6",</a:t>
            </a:r>
          </a:p>
          <a:p>
            <a:r>
              <a:t>      "refs": [</a:t>
            </a:r>
          </a:p>
          <a:p>
            <a:r>
              <a:t>        {</a:t>
            </a:r>
          </a:p>
          <a:p>
            <a:r>
              <a:t>          "source_id": "s001",</a:t>
            </a:r>
          </a:p>
          <a:p>
            <a:r>
              <a:t>          "quote": "記載例6"</a:t>
            </a:r>
          </a:p>
          <a:p>
            <a:r>
              <a:t>        }</a:t>
            </a:r>
          </a:p>
          <a:p>
            <a:r>
              <a:t>      ],</a:t>
            </a:r>
          </a:p>
          <a:p>
            <a:r>
              <a:t>      "mode": "verbatim"</a:t>
            </a:r>
          </a:p>
          <a:p>
            <a:r>
              <a:t>    }</a:t>
            </a:r>
          </a:p>
          <a:p>
            <a:r>
              <a:t>  ],</a:t>
            </a:r>
          </a:p>
          <a:p>
            <a:r>
              <a:t>  "citations": {</a:t>
            </a:r>
          </a:p>
          <a:p>
            <a:r>
              <a:t>    "s001": "Public MIT sample: templates/freeform_parts_16x9.html section 26"</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"beaf8187cd8c76fd8d8ac30839c0531c6fc496939a4a795f0f6d8bbcb4b957f3"</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b26</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課題と打ち手の2カラム</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572768"/>
            <a:ext cx="5447776"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いま起きている課題</a:t>
            </a:r>
            <a:endParaRPr lang="en-US" sz="1150" dirty="0"/>
          </a:p>
        </p:txBody>
      </p:sp>
      <p:sp>
        <p:nvSpPr>
          <p:cNvPr id="11" name="shape:011"/>
          <p:cNvSpPr/>
          <p:nvPr/>
        </p:nvSpPr>
        <p:spPr>
          <a:xfrm>
            <a:off x="576072" y="1901952"/>
            <a:ext cx="5447776" cy="0"/>
          </a:xfrm>
          <a:prstGeom prst="line">
            <a:avLst/>
          </a:prstGeom>
          <a:noFill/>
          <a:ln w="17780">
            <a:solidFill>
              <a:srgbClr val="322014"/>
            </a:solidFill>
            <a:prstDash val="solid"/>
          </a:ln>
        </p:spPr>
        <p:txBody>
          <a:bodyPr>
            <a:noAutofit/>
          </a:bodyPr>
          <a:p/>
        </p:txBody>
      </p:sp>
      <p:sp>
        <p:nvSpPr>
          <p:cNvPr id="12" name="shape:012"/>
          <p:cNvSpPr/>
          <p:nvPr/>
        </p:nvSpPr>
        <p:spPr>
          <a:xfrm>
            <a:off x="576072" y="2027952"/>
            <a:ext cx="1584000" cy="1381416"/>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項目1</a:t>
            </a:r>
            <a:endParaRPr lang="en-US" sz="1150" dirty="0"/>
          </a:p>
        </p:txBody>
      </p:sp>
      <p:sp>
        <p:nvSpPr>
          <p:cNvPr id="13" name="shape:013"/>
          <p:cNvSpPr/>
          <p:nvPr/>
        </p:nvSpPr>
        <p:spPr>
          <a:xfrm>
            <a:off x="2376072" y="2027952"/>
            <a:ext cx="3647776" cy="1381416"/>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記載例1</a:t>
            </a:r>
            <a:endParaRPr lang="en-US" sz="1050" dirty="0"/>
          </a:p>
        </p:txBody>
      </p:sp>
      <p:sp>
        <p:nvSpPr>
          <p:cNvPr id="14" name="shape:014"/>
          <p:cNvSpPr/>
          <p:nvPr/>
        </p:nvSpPr>
        <p:spPr>
          <a:xfrm>
            <a:off x="576072" y="3409368"/>
            <a:ext cx="5447776" cy="0"/>
          </a:xfrm>
          <a:prstGeom prst="line">
            <a:avLst/>
          </a:prstGeom>
          <a:noFill/>
          <a:ln w="9525">
            <a:solidFill>
              <a:srgbClr val="E2DCD2"/>
            </a:solidFill>
            <a:prstDash val="solid"/>
          </a:ln>
        </p:spPr>
        <p:txBody>
          <a:bodyPr>
            <a:noAutofit/>
          </a:bodyPr>
          <a:p/>
        </p:txBody>
      </p:sp>
      <p:sp>
        <p:nvSpPr>
          <p:cNvPr id="15" name="shape:015"/>
          <p:cNvSpPr/>
          <p:nvPr/>
        </p:nvSpPr>
        <p:spPr>
          <a:xfrm>
            <a:off x="576072" y="3409368"/>
            <a:ext cx="1584000" cy="1381416"/>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項目2</a:t>
            </a:r>
            <a:endParaRPr lang="en-US" sz="1150" dirty="0"/>
          </a:p>
        </p:txBody>
      </p:sp>
      <p:sp>
        <p:nvSpPr>
          <p:cNvPr id="16" name="shape:016"/>
          <p:cNvSpPr/>
          <p:nvPr/>
        </p:nvSpPr>
        <p:spPr>
          <a:xfrm>
            <a:off x="2376072" y="3409368"/>
            <a:ext cx="3647776" cy="1381416"/>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記載例2</a:t>
            </a:r>
            <a:endParaRPr lang="en-US" sz="1050" dirty="0"/>
          </a:p>
        </p:txBody>
      </p:sp>
      <p:sp>
        <p:nvSpPr>
          <p:cNvPr id="17" name="shape:017"/>
          <p:cNvSpPr/>
          <p:nvPr/>
        </p:nvSpPr>
        <p:spPr>
          <a:xfrm>
            <a:off x="576072" y="4790784"/>
            <a:ext cx="5447776" cy="0"/>
          </a:xfrm>
          <a:prstGeom prst="line">
            <a:avLst/>
          </a:prstGeom>
          <a:noFill/>
          <a:ln w="9525">
            <a:solidFill>
              <a:srgbClr val="E2DCD2"/>
            </a:solidFill>
            <a:prstDash val="solid"/>
          </a:ln>
        </p:spPr>
        <p:txBody>
          <a:bodyPr>
            <a:noAutofit/>
          </a:bodyPr>
          <a:p/>
        </p:txBody>
      </p:sp>
      <p:sp>
        <p:nvSpPr>
          <p:cNvPr id="18" name="shape:018"/>
          <p:cNvSpPr/>
          <p:nvPr/>
        </p:nvSpPr>
        <p:spPr>
          <a:xfrm>
            <a:off x="576072" y="4790784"/>
            <a:ext cx="1584000" cy="1381416"/>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項目3</a:t>
            </a:r>
            <a:endParaRPr lang="en-US" sz="1150" dirty="0"/>
          </a:p>
        </p:txBody>
      </p:sp>
      <p:sp>
        <p:nvSpPr>
          <p:cNvPr id="19" name="shape:019"/>
          <p:cNvSpPr/>
          <p:nvPr/>
        </p:nvSpPr>
        <p:spPr>
          <a:xfrm>
            <a:off x="2376072" y="4790784"/>
            <a:ext cx="3647776" cy="1381416"/>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記載例3</a:t>
            </a:r>
            <a:endParaRPr lang="en-US" sz="1050" dirty="0"/>
          </a:p>
        </p:txBody>
      </p:sp>
      <p:sp>
        <p:nvSpPr>
          <p:cNvPr id="20" name="shape:020"/>
          <p:cNvSpPr/>
          <p:nvPr/>
        </p:nvSpPr>
        <p:spPr>
          <a:xfrm>
            <a:off x="6167848" y="1572768"/>
            <a:ext cx="5447776"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これから打つ手</a:t>
            </a:r>
            <a:endParaRPr lang="en-US" sz="1150" dirty="0"/>
          </a:p>
        </p:txBody>
      </p:sp>
      <p:sp>
        <p:nvSpPr>
          <p:cNvPr id="21" name="shape:021"/>
          <p:cNvSpPr/>
          <p:nvPr/>
        </p:nvSpPr>
        <p:spPr>
          <a:xfrm>
            <a:off x="6167848" y="1901952"/>
            <a:ext cx="5447776" cy="0"/>
          </a:xfrm>
          <a:prstGeom prst="line">
            <a:avLst/>
          </a:prstGeom>
          <a:noFill/>
          <a:ln w="17780">
            <a:solidFill>
              <a:srgbClr val="322014"/>
            </a:solidFill>
            <a:prstDash val="solid"/>
          </a:ln>
        </p:spPr>
        <p:txBody>
          <a:bodyPr>
            <a:noAutofit/>
          </a:bodyPr>
          <a:p/>
        </p:txBody>
      </p:sp>
      <p:sp>
        <p:nvSpPr>
          <p:cNvPr id="22" name="shape:022"/>
          <p:cNvSpPr/>
          <p:nvPr/>
        </p:nvSpPr>
        <p:spPr>
          <a:xfrm>
            <a:off x="6167848" y="2027952"/>
            <a:ext cx="1584000" cy="1381416"/>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項目4</a:t>
            </a:r>
            <a:endParaRPr lang="en-US" sz="1150" dirty="0"/>
          </a:p>
        </p:txBody>
      </p:sp>
      <p:sp>
        <p:nvSpPr>
          <p:cNvPr id="23" name="shape:023"/>
          <p:cNvSpPr/>
          <p:nvPr/>
        </p:nvSpPr>
        <p:spPr>
          <a:xfrm>
            <a:off x="7967848" y="2027952"/>
            <a:ext cx="3647776" cy="1381416"/>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記載例4</a:t>
            </a:r>
            <a:endParaRPr lang="en-US" sz="1050" dirty="0"/>
          </a:p>
        </p:txBody>
      </p:sp>
      <p:sp>
        <p:nvSpPr>
          <p:cNvPr id="24" name="shape:024"/>
          <p:cNvSpPr/>
          <p:nvPr/>
        </p:nvSpPr>
        <p:spPr>
          <a:xfrm>
            <a:off x="6167848" y="3409368"/>
            <a:ext cx="5447776" cy="0"/>
          </a:xfrm>
          <a:prstGeom prst="line">
            <a:avLst/>
          </a:prstGeom>
          <a:noFill/>
          <a:ln w="9525">
            <a:solidFill>
              <a:srgbClr val="E2DCD2"/>
            </a:solidFill>
            <a:prstDash val="solid"/>
          </a:ln>
        </p:spPr>
        <p:txBody>
          <a:bodyPr>
            <a:noAutofit/>
          </a:bodyPr>
          <a:p/>
        </p:txBody>
      </p:sp>
      <p:sp>
        <p:nvSpPr>
          <p:cNvPr id="25" name="shape:025"/>
          <p:cNvSpPr/>
          <p:nvPr/>
        </p:nvSpPr>
        <p:spPr>
          <a:xfrm>
            <a:off x="6167848" y="3409368"/>
            <a:ext cx="1584000" cy="1381416"/>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項目5</a:t>
            </a:r>
            <a:endParaRPr lang="en-US" sz="1150" dirty="0"/>
          </a:p>
        </p:txBody>
      </p:sp>
      <p:sp>
        <p:nvSpPr>
          <p:cNvPr id="26" name="shape:026"/>
          <p:cNvSpPr/>
          <p:nvPr/>
        </p:nvSpPr>
        <p:spPr>
          <a:xfrm>
            <a:off x="7967848" y="3409368"/>
            <a:ext cx="3647776" cy="1381416"/>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記載例5</a:t>
            </a:r>
            <a:endParaRPr lang="en-US" sz="1050" dirty="0"/>
          </a:p>
        </p:txBody>
      </p:sp>
      <p:sp>
        <p:nvSpPr>
          <p:cNvPr id="27" name="shape:027"/>
          <p:cNvSpPr/>
          <p:nvPr/>
        </p:nvSpPr>
        <p:spPr>
          <a:xfrm>
            <a:off x="6167848" y="4790784"/>
            <a:ext cx="5447776" cy="0"/>
          </a:xfrm>
          <a:prstGeom prst="line">
            <a:avLst/>
          </a:prstGeom>
          <a:noFill/>
          <a:ln w="9525">
            <a:solidFill>
              <a:srgbClr val="E2DCD2"/>
            </a:solidFill>
            <a:prstDash val="solid"/>
          </a:ln>
        </p:spPr>
        <p:txBody>
          <a:bodyPr>
            <a:noAutofit/>
          </a:bodyPr>
          <a:p/>
        </p:txBody>
      </p:sp>
      <p:sp>
        <p:nvSpPr>
          <p:cNvPr id="28" name="shape:028"/>
          <p:cNvSpPr/>
          <p:nvPr/>
        </p:nvSpPr>
        <p:spPr>
          <a:xfrm>
            <a:off x="6167848" y="4790784"/>
            <a:ext cx="1584000" cy="1381416"/>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項目6</a:t>
            </a:r>
            <a:endParaRPr lang="en-US" sz="1150" dirty="0"/>
          </a:p>
        </p:txBody>
      </p:sp>
      <p:sp>
        <p:nvSpPr>
          <p:cNvPr id="29" name="shape:029"/>
          <p:cNvSpPr/>
          <p:nvPr/>
        </p:nvSpPr>
        <p:spPr>
          <a:xfrm>
            <a:off x="7967848" y="4790784"/>
            <a:ext cx="3647776" cy="1381416"/>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記載例6</a:t>
            </a:r>
            <a:endParaRPr lang="en-US" sz="1050" dirty="0"/>
          </a:p>
        </p:txBody>
      </p:sp>
      <p:sp>
        <p:nvSpPr>
          <p:cNvPr id="30"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