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"issue_cause_solution",</a:t>
            </a:r>
          </a:p>
          <a:p>
            <a:r>
              <a:t>  "variant": "warm",</a:t>
            </a:r>
          </a:p>
          <a:p>
            <a:r>
              <a:t>  "rationale": "Public template fixture; short fictional slot content; no private data.",</a:t>
            </a:r>
          </a:p>
          <a:p>
            <a:r>
              <a:t>  "source_sha256": "67f04e95d5498ec08ca5f507749cac1685040d41df5913968c1892373b031d06",</a:t>
            </a:r>
          </a:p>
          <a:p>
            <a:r>
              <a:t>  "evidence": [</a:t>
            </a:r>
          </a:p>
          <a:p>
            <a:r>
              <a:t>    {</a:t>
            </a:r>
          </a:p>
          <a:p>
            <a:r>
              <a:t>      "text": "課題→原因→解決",</a:t>
            </a:r>
          </a:p>
          <a:p>
            <a:r>
              <a:t>      "refs": [</a:t>
            </a:r>
          </a:p>
          <a:p>
            <a:r>
              <a:t>        {</a:t>
            </a:r>
          </a:p>
          <a:p>
            <a:r>
              <a:t>          "source_id": "s001",</a:t>
            </a:r>
          </a:p>
          <a:p>
            <a:r>
              <a:t>          "quote": "課題→原因→解決"</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"記載例5",</a:t>
            </a:r>
          </a:p>
          <a:p>
            <a:r>
              <a:t>      "refs": [</a:t>
            </a:r>
          </a:p>
          <a:p>
            <a:r>
              <a:t>        {</a:t>
            </a:r>
          </a:p>
          <a:p>
            <a:r>
              <a:t>          "source_id": "s001",</a:t>
            </a:r>
          </a:p>
          <a:p>
            <a:r>
              <a:t>          "quote": "記載例5"</a:t>
            </a:r>
          </a:p>
          <a:p>
            <a:r>
              <a:t>        }</a:t>
            </a:r>
          </a:p>
          <a:p>
            <a:r>
              <a:t>      ],</a:t>
            </a:r>
          </a:p>
          <a:p>
            <a:r>
              <a:t>      "mode": "verbatim"</a:t>
            </a:r>
          </a:p>
          <a:p>
            <a:r>
              <a:t>    },</a:t>
            </a:r>
          </a:p>
          <a:p>
            <a:r>
              <a:t>    {</a:t>
            </a:r>
          </a:p>
          <a:p>
            <a:r>
              <a:t>      "text": "記載例6",</a:t>
            </a:r>
          </a:p>
          <a:p>
            <a:r>
              <a:t>      "refs": [</a:t>
            </a:r>
          </a:p>
          <a:p>
            <a:r>
              <a:t>        {</a:t>
            </a:r>
          </a:p>
          <a:p>
            <a:r>
              <a:t>          "source_id": "s001",</a:t>
            </a:r>
          </a:p>
          <a:p>
            <a:r>
              <a:t>          "quote": "記載例6"</a:t>
            </a:r>
          </a:p>
          <a:p>
            <a:r>
              <a:t>        }</a:t>
            </a:r>
          </a:p>
          <a:p>
            <a:r>
              <a:t>      ],</a:t>
            </a:r>
          </a:p>
          <a:p>
            <a:r>
              <a:t>      "mode": "verbatim"</a:t>
            </a:r>
          </a:p>
          <a:p>
            <a:r>
              <a:t>    }</a:t>
            </a:r>
          </a:p>
          <a:p>
            <a:r>
              <a:t>  ],</a:t>
            </a:r>
          </a:p>
          <a:p>
            <a:r>
              <a:t>  "citations": {</a:t>
            </a:r>
          </a:p>
          <a:p>
            <a:r>
              <a:t>    "s001": "Public MIT sample: templates/freeform_parts_more_16x9.html section 24"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"ab03d673c0e8cae23e0537f77f11b8f4dc69540b40e3435c213fbd4071340b1d"</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m24</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課題→原因→解決</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3106674"/>
            <a:ext cx="322265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項目1</a:t>
            </a:r>
            <a:endParaRPr lang="en-US" sz="1500" dirty="0"/>
          </a:p>
        </p:txBody>
      </p:sp>
      <p:sp>
        <p:nvSpPr>
          <p:cNvPr id="11" name="shape:011"/>
          <p:cNvSpPr/>
          <p:nvPr/>
        </p:nvSpPr>
        <p:spPr>
          <a:xfrm>
            <a:off x="576072" y="3490722"/>
            <a:ext cx="3222650" cy="0"/>
          </a:xfrm>
          <a:prstGeom prst="line">
            <a:avLst/>
          </a:prstGeom>
          <a:noFill/>
          <a:ln w="25400">
            <a:solidFill>
              <a:srgbClr val="322014"/>
            </a:solidFill>
            <a:prstDash val="solid"/>
          </a:ln>
        </p:spPr>
        <p:txBody>
          <a:bodyPr>
            <a:noAutofit/>
          </a:bodyPr>
          <a:p/>
        </p:txBody>
      </p:sp>
      <p:sp>
        <p:nvSpPr>
          <p:cNvPr id="12" name="shape:012"/>
          <p:cNvSpPr/>
          <p:nvPr/>
        </p:nvSpPr>
        <p:spPr>
          <a:xfrm>
            <a:off x="576072" y="3655314"/>
            <a:ext cx="3222650" cy="64008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記載例1</a:t>
            </a:r>
            <a:endParaRPr lang="en-US" sz="1400" dirty="0"/>
          </a:p>
        </p:txBody>
      </p:sp>
      <p:sp>
        <p:nvSpPr>
          <p:cNvPr id="13" name="shape:013"/>
          <p:cNvSpPr/>
          <p:nvPr/>
        </p:nvSpPr>
        <p:spPr>
          <a:xfrm>
            <a:off x="576072" y="4341114"/>
            <a:ext cx="3222650" cy="14630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記載例2</a:t>
            </a:r>
            <a:endParaRPr lang="en-US" sz="1200" dirty="0"/>
          </a:p>
        </p:txBody>
      </p:sp>
      <p:sp>
        <p:nvSpPr>
          <p:cNvPr id="14" name="shape:014"/>
          <p:cNvSpPr/>
          <p:nvPr/>
        </p:nvSpPr>
        <p:spPr>
          <a:xfrm>
            <a:off x="3835298" y="4386834"/>
            <a:ext cx="292608" cy="201168"/>
          </a:xfrm>
          <a:prstGeom prst="rightArrow">
            <a:avLst/>
          </a:prstGeom>
          <a:solidFill>
            <a:srgbClr val="5A3921"/>
          </a:solidFill>
          <a:ln/>
        </p:spPr>
        <p:txBody>
          <a:bodyPr>
            <a:noAutofit/>
          </a:bodyPr>
          <a:p/>
        </p:txBody>
      </p:sp>
      <p:sp>
        <p:nvSpPr>
          <p:cNvPr id="15" name="shape:015"/>
          <p:cNvSpPr/>
          <p:nvPr/>
        </p:nvSpPr>
        <p:spPr>
          <a:xfrm>
            <a:off x="4255922" y="3106674"/>
            <a:ext cx="322265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項目2</a:t>
            </a:r>
            <a:endParaRPr lang="en-US" sz="1500" dirty="0"/>
          </a:p>
        </p:txBody>
      </p:sp>
      <p:sp>
        <p:nvSpPr>
          <p:cNvPr id="16" name="shape:016"/>
          <p:cNvSpPr/>
          <p:nvPr/>
        </p:nvSpPr>
        <p:spPr>
          <a:xfrm>
            <a:off x="4255922" y="3490722"/>
            <a:ext cx="3222650" cy="0"/>
          </a:xfrm>
          <a:prstGeom prst="line">
            <a:avLst/>
          </a:prstGeom>
          <a:noFill/>
          <a:ln w="25400">
            <a:solidFill>
              <a:srgbClr val="322014"/>
            </a:solidFill>
            <a:prstDash val="solid"/>
          </a:ln>
        </p:spPr>
        <p:txBody>
          <a:bodyPr>
            <a:noAutofit/>
          </a:bodyPr>
          <a:p/>
        </p:txBody>
      </p:sp>
      <p:sp>
        <p:nvSpPr>
          <p:cNvPr id="17" name="shape:017"/>
          <p:cNvSpPr/>
          <p:nvPr/>
        </p:nvSpPr>
        <p:spPr>
          <a:xfrm>
            <a:off x="4255922" y="3655314"/>
            <a:ext cx="3222650" cy="64008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記載例3</a:t>
            </a:r>
            <a:endParaRPr lang="en-US" sz="1400" dirty="0"/>
          </a:p>
        </p:txBody>
      </p:sp>
      <p:sp>
        <p:nvSpPr>
          <p:cNvPr id="18" name="shape:018"/>
          <p:cNvSpPr/>
          <p:nvPr/>
        </p:nvSpPr>
        <p:spPr>
          <a:xfrm>
            <a:off x="4255922" y="4341114"/>
            <a:ext cx="3222650" cy="14630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記載例4</a:t>
            </a:r>
            <a:endParaRPr lang="en-US" sz="1200" dirty="0"/>
          </a:p>
        </p:txBody>
      </p:sp>
      <p:sp>
        <p:nvSpPr>
          <p:cNvPr id="19" name="shape:019"/>
          <p:cNvSpPr/>
          <p:nvPr/>
        </p:nvSpPr>
        <p:spPr>
          <a:xfrm>
            <a:off x="7515149" y="4386834"/>
            <a:ext cx="292608" cy="201168"/>
          </a:xfrm>
          <a:prstGeom prst="rightArrow">
            <a:avLst/>
          </a:prstGeom>
          <a:solidFill>
            <a:srgbClr val="5A3921"/>
          </a:solidFill>
          <a:ln/>
        </p:spPr>
        <p:txBody>
          <a:bodyPr>
            <a:noAutofit/>
          </a:bodyPr>
          <a:p/>
        </p:txBody>
      </p:sp>
      <p:sp>
        <p:nvSpPr>
          <p:cNvPr id="20" name="shape:020"/>
          <p:cNvSpPr/>
          <p:nvPr/>
        </p:nvSpPr>
        <p:spPr>
          <a:xfrm>
            <a:off x="7935773" y="3106674"/>
            <a:ext cx="322265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項目3</a:t>
            </a:r>
            <a:endParaRPr lang="en-US" sz="1500" dirty="0"/>
          </a:p>
        </p:txBody>
      </p:sp>
      <p:sp>
        <p:nvSpPr>
          <p:cNvPr id="21" name="shape:021"/>
          <p:cNvSpPr/>
          <p:nvPr/>
        </p:nvSpPr>
        <p:spPr>
          <a:xfrm>
            <a:off x="7935773" y="3490722"/>
            <a:ext cx="3222650" cy="0"/>
          </a:xfrm>
          <a:prstGeom prst="line">
            <a:avLst/>
          </a:prstGeom>
          <a:noFill/>
          <a:ln w="25400">
            <a:solidFill>
              <a:srgbClr val="322014"/>
            </a:solidFill>
            <a:prstDash val="solid"/>
          </a:ln>
        </p:spPr>
        <p:txBody>
          <a:bodyPr>
            <a:noAutofit/>
          </a:bodyPr>
          <a:p/>
        </p:txBody>
      </p:sp>
      <p:sp>
        <p:nvSpPr>
          <p:cNvPr id="22" name="shape:022"/>
          <p:cNvSpPr/>
          <p:nvPr/>
        </p:nvSpPr>
        <p:spPr>
          <a:xfrm>
            <a:off x="7935773" y="3655314"/>
            <a:ext cx="3222650" cy="64008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記載例5</a:t>
            </a:r>
            <a:endParaRPr lang="en-US" sz="1400" dirty="0"/>
          </a:p>
        </p:txBody>
      </p:sp>
      <p:sp>
        <p:nvSpPr>
          <p:cNvPr id="23" name="shape:023"/>
          <p:cNvSpPr/>
          <p:nvPr/>
        </p:nvSpPr>
        <p:spPr>
          <a:xfrm>
            <a:off x="7935773" y="4341114"/>
            <a:ext cx="3222650" cy="14630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記載例6</a:t>
            </a:r>
            <a:endParaRPr lang="en-US" sz="1200" dirty="0"/>
          </a:p>
        </p:txBody>
      </p:sp>
      <p:sp>
        <p:nvSpPr>
          <p:cNvPr id="2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