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"issue_to_solution_map",</a:t>
            </a:r>
          </a:p>
          <a:p>
            <a:r>
              <a:t>  "variant": "warm",</a:t>
            </a:r>
          </a:p>
          <a:p>
            <a:r>
              <a:t>  "rationale": "Public template fixture; short fictional slot content; no private data.",</a:t>
            </a:r>
          </a:p>
          <a:p>
            <a:r>
              <a:t>  "source_sha256": "afe81117ed820dc52c95ee973ba9c61dc16dd18a0e7519fa8662458d6c7f711a",</a:t>
            </a:r>
          </a:p>
          <a:p>
            <a:r>
              <a:t>  "evidence": [</a:t>
            </a:r>
          </a:p>
          <a:p>
            <a:r>
              <a:t>    {</a:t>
            </a:r>
          </a:p>
          <a:p>
            <a:r>
              <a:t>      "text": "課題と打ち手の対応",</a:t>
            </a:r>
          </a:p>
          <a:p>
            <a:r>
              <a:t>      "refs": [</a:t>
            </a:r>
          </a:p>
          <a:p>
            <a:r>
              <a:t>        {</a:t>
            </a:r>
          </a:p>
          <a:p>
            <a:r>
              <a:t>          "source_id": "s001",</a:t>
            </a:r>
          </a:p>
          <a:p>
            <a:r>
              <a:t>          "quote": "課題と打ち手の対応"</a:t>
            </a:r>
          </a:p>
          <a:p>
            <a:r>
              <a:t>        }</a:t>
            </a:r>
          </a:p>
          <a:p>
            <a:r>
              <a:t>      ],</a:t>
            </a:r>
          </a:p>
          <a:p>
            <a:r>
              <a:t>      "mode": "verbatim"</a:t>
            </a:r>
          </a:p>
          <a:p>
            <a:r>
              <a:t>    },</a:t>
            </a:r>
          </a:p>
          <a:p>
            <a:r>
              <a:t>    {</a:t>
            </a:r>
          </a:p>
          <a:p>
            <a:r>
              <a:t>      "text": "出典：公開見本",</a:t>
            </a:r>
          </a:p>
          <a:p>
            <a:r>
              <a:t>      "refs": [</a:t>
            </a:r>
          </a:p>
          <a:p>
            <a:r>
              <a:t>        {</a:t>
            </a:r>
          </a:p>
          <a:p>
            <a:r>
              <a:t>          "source_id": "s001",</a:t>
            </a:r>
          </a:p>
          <a:p>
            <a:r>
              <a:t>          "quote": "出典：公開見本"</a:t>
            </a:r>
          </a:p>
          <a:p>
            <a:r>
              <a:t>        }</a:t>
            </a:r>
          </a:p>
          <a:p>
            <a:r>
              <a:t>      ],</a:t>
            </a:r>
          </a:p>
          <a:p>
            <a:r>
              <a:t>      "mode": "verbatim"</a:t>
            </a:r>
          </a:p>
          <a:p>
            <a:r>
              <a:t>    },</a:t>
            </a:r>
          </a:p>
          <a:p>
            <a:r>
              <a:t>    {</a:t>
            </a:r>
          </a:p>
          <a:p>
            <a:r>
              <a:t>      "text": "課題",</a:t>
            </a:r>
          </a:p>
          <a:p>
            <a:r>
              <a:t>      "refs": [</a:t>
            </a:r>
          </a:p>
          <a:p>
            <a:r>
              <a:t>        {</a:t>
            </a:r>
          </a:p>
          <a:p>
            <a:r>
              <a:t>          "source_id": "s001",</a:t>
            </a:r>
          </a:p>
          <a:p>
            <a:r>
              <a:t>          "quote": "課題"</a:t>
            </a:r>
          </a:p>
          <a:p>
            <a:r>
              <a:t>        }</a:t>
            </a:r>
          </a:p>
          <a:p>
            <a:r>
              <a:t>      ],</a:t>
            </a:r>
          </a:p>
          <a:p>
            <a:r>
              <a:t>      "mode": "verbatim"</a:t>
            </a:r>
          </a:p>
          <a:p>
            <a:r>
              <a:t>    },</a:t>
            </a:r>
          </a:p>
          <a:p>
            <a:r>
              <a:t>    {</a:t>
            </a:r>
          </a:p>
          <a:p>
            <a:r>
              <a:t>      "text": "打ち手",</a:t>
            </a:r>
          </a:p>
          <a:p>
            <a:r>
              <a:t>      "refs": [</a:t>
            </a:r>
          </a:p>
          <a:p>
            <a:r>
              <a:t>        {</a:t>
            </a:r>
          </a:p>
          <a:p>
            <a:r>
              <a:t>          "source_id": "s001",</a:t>
            </a:r>
          </a:p>
          <a:p>
            <a:r>
              <a:t>          "quote": "打ち手"</a:t>
            </a:r>
          </a:p>
          <a:p>
            <a:r>
              <a:t>        }</a:t>
            </a:r>
          </a:p>
          <a:p>
            <a:r>
              <a:t>      ],</a:t>
            </a:r>
          </a:p>
          <a:p>
            <a:r>
              <a:t>      "mode": "verbatim"</a:t>
            </a:r>
          </a:p>
          <a:p>
            <a:r>
              <a:t>    },</a:t>
            </a:r>
          </a:p>
          <a:p>
            <a:r>
              <a:t>    {</a:t>
            </a:r>
          </a:p>
          <a:p>
            <a:r>
              <a:t>      "text": "記載例1",</a:t>
            </a:r>
          </a:p>
          <a:p>
            <a:r>
              <a:t>      "refs": [</a:t>
            </a:r>
          </a:p>
          <a:p>
            <a:r>
              <a:t>        {</a:t>
            </a:r>
          </a:p>
          <a:p>
            <a:r>
              <a:t>          "source_id": "s001",</a:t>
            </a:r>
          </a:p>
          <a:p>
            <a:r>
              <a:t>          "quote": "記載例1"</a:t>
            </a:r>
          </a:p>
          <a:p>
            <a:r>
              <a:t>        }</a:t>
            </a:r>
          </a:p>
          <a:p>
            <a:r>
              <a:t>      ],</a:t>
            </a:r>
          </a:p>
          <a:p>
            <a:r>
              <a:t>      "mode": "verbatim"</a:t>
            </a:r>
          </a:p>
          <a:p>
            <a:r>
              <a:t>    },</a:t>
            </a:r>
          </a:p>
          <a:p>
            <a:r>
              <a:t>    {</a:t>
            </a:r>
          </a:p>
          <a:p>
            <a:r>
              <a:t>      "text": "記載例2",</a:t>
            </a:r>
          </a:p>
          <a:p>
            <a:r>
              <a:t>      "refs": [</a:t>
            </a:r>
          </a:p>
          <a:p>
            <a:r>
              <a:t>        {</a:t>
            </a:r>
          </a:p>
          <a:p>
            <a:r>
              <a:t>          "source_id": "s001",</a:t>
            </a:r>
          </a:p>
          <a:p>
            <a:r>
              <a:t>          "quote": "記載例2"</a:t>
            </a:r>
          </a:p>
          <a:p>
            <a:r>
              <a:t>        }</a:t>
            </a:r>
          </a:p>
          <a:p>
            <a:r>
              <a:t>      ],</a:t>
            </a:r>
          </a:p>
          <a:p>
            <a:r>
              <a:t>      "mode": "verbatim"</a:t>
            </a:r>
          </a:p>
          <a:p>
            <a:r>
              <a:t>    },</a:t>
            </a:r>
          </a:p>
          <a:p>
            <a:r>
              <a:t>    {</a:t>
            </a:r>
          </a:p>
          <a:p>
            <a:r>
              <a:t>      "text": "記載例3",</a:t>
            </a:r>
          </a:p>
          <a:p>
            <a:r>
              <a:t>      "refs": [</a:t>
            </a:r>
          </a:p>
          <a:p>
            <a:r>
              <a:t>        {</a:t>
            </a:r>
          </a:p>
          <a:p>
            <a:r>
              <a:t>          "source_id": "s001",</a:t>
            </a:r>
          </a:p>
          <a:p>
            <a:r>
              <a:t>          "quote": "記載例3"</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"記載例6",</a:t>
            </a:r>
          </a:p>
          <a:p>
            <a:r>
              <a:t>      "refs": [</a:t>
            </a:r>
          </a:p>
          <a:p>
            <a:r>
              <a:t>        {</a:t>
            </a:r>
          </a:p>
          <a:p>
            <a:r>
              <a:t>          "source_id": "s001",</a:t>
            </a:r>
          </a:p>
          <a:p>
            <a:r>
              <a:t>          "quote": "記載例6"</a:t>
            </a:r>
          </a:p>
          <a:p>
            <a:r>
              <a:t>        }</a:t>
            </a:r>
          </a:p>
          <a:p>
            <a:r>
              <a:t>      ],</a:t>
            </a:r>
          </a:p>
          <a:p>
            <a:r>
              <a:t>      "mode": "verbatim"</a:t>
            </a:r>
          </a:p>
          <a:p>
            <a:r>
              <a:t>    },</a:t>
            </a:r>
          </a:p>
          <a:p>
            <a:r>
              <a:t>    {</a:t>
            </a:r>
          </a:p>
          <a:p>
            <a:r>
              <a:t>      "text": "記載例7",</a:t>
            </a:r>
          </a:p>
          <a:p>
            <a:r>
              <a:t>      "refs": [</a:t>
            </a:r>
          </a:p>
          <a:p>
            <a:r>
              <a:t>        {</a:t>
            </a:r>
          </a:p>
          <a:p>
            <a:r>
              <a:t>          "source_id": "s001",</a:t>
            </a:r>
          </a:p>
          <a:p>
            <a:r>
              <a:t>          "quote": "記載例7"</a:t>
            </a:r>
          </a:p>
          <a:p>
            <a:r>
              <a:t>        }</a:t>
            </a:r>
          </a:p>
          <a:p>
            <a:r>
              <a:t>      ],</a:t>
            </a:r>
          </a:p>
          <a:p>
            <a:r>
              <a:t>      "mode": "verbatim"</a:t>
            </a:r>
          </a:p>
          <a:p>
            <a:r>
              <a:t>    },</a:t>
            </a:r>
          </a:p>
          <a:p>
            <a:r>
              <a:t>    {</a:t>
            </a:r>
          </a:p>
          <a:p>
            <a:r>
              <a:t>      "text": "記載例8",</a:t>
            </a:r>
          </a:p>
          <a:p>
            <a:r>
              <a:t>      "refs": [</a:t>
            </a:r>
          </a:p>
          <a:p>
            <a:r>
              <a:t>        {</a:t>
            </a:r>
          </a:p>
          <a:p>
            <a:r>
              <a:t>          "source_id": "s001",</a:t>
            </a:r>
          </a:p>
          <a:p>
            <a:r>
              <a:t>          "quote": "記載例8"</a:t>
            </a:r>
          </a:p>
          <a:p>
            <a:r>
              <a:t>        }</a:t>
            </a:r>
          </a:p>
          <a:p>
            <a:r>
              <a:t>      ],</a:t>
            </a:r>
          </a:p>
          <a:p>
            <a:r>
              <a:t>      "mode": "verbatim"</a:t>
            </a:r>
          </a:p>
          <a:p>
            <a:r>
              <a:t>    },</a:t>
            </a:r>
          </a:p>
          <a:p>
            <a:r>
              <a:t>    {</a:t>
            </a:r>
          </a:p>
          <a:p>
            <a:r>
              <a:t>      "text": "記載例9",</a:t>
            </a:r>
          </a:p>
          <a:p>
            <a:r>
              <a:t>      "refs": [</a:t>
            </a:r>
          </a:p>
          <a:p>
            <a:r>
              <a:t>        {</a:t>
            </a:r>
          </a:p>
          <a:p>
            <a:r>
              <a:t>          "source_id": "s001",</a:t>
            </a:r>
          </a:p>
          <a:p>
            <a:r>
              <a:t>          "quote": "記載例9"</a:t>
            </a:r>
          </a:p>
          <a:p>
            <a:r>
              <a:t>        }</a:t>
            </a:r>
          </a:p>
          <a:p>
            <a:r>
              <a:t>      ],</a:t>
            </a:r>
          </a:p>
          <a:p>
            <a:r>
              <a:t>      "mode": "verbatim"</a:t>
            </a:r>
          </a:p>
          <a:p>
            <a:r>
              <a:t>    }</a:t>
            </a:r>
          </a:p>
          <a:p>
            <a:r>
              <a:t>  ],</a:t>
            </a:r>
          </a:p>
          <a:p>
            <a:r>
              <a:t>  "citations": {</a:t>
            </a:r>
          </a:p>
          <a:p>
            <a:r>
              <a:t>    "s001": "Public MIT sample: templates/freeform_parts_more_16x9.html section 23"</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"894e243364b0d6561e6718c865b26e5393e3227b9baa874baf2745419537714d"</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m23</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課題と打ち手の対応</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2159413"/>
            <a:ext cx="5108296"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課題</a:t>
            </a:r>
            <a:endParaRPr lang="en-US" sz="1400" dirty="0"/>
          </a:p>
        </p:txBody>
      </p:sp>
      <p:sp>
        <p:nvSpPr>
          <p:cNvPr id="11" name="shape:011"/>
          <p:cNvSpPr/>
          <p:nvPr/>
        </p:nvSpPr>
        <p:spPr>
          <a:xfrm>
            <a:off x="576072" y="2525173"/>
            <a:ext cx="5108296" cy="0"/>
          </a:xfrm>
          <a:prstGeom prst="line">
            <a:avLst/>
          </a:prstGeom>
          <a:noFill/>
          <a:ln w="25400">
            <a:solidFill>
              <a:srgbClr val="322014"/>
            </a:solidFill>
            <a:prstDash val="solid"/>
          </a:ln>
        </p:spPr>
        <p:txBody>
          <a:bodyPr>
            <a:noAutofit/>
          </a:bodyPr>
          <a:p/>
        </p:txBody>
      </p:sp>
      <p:sp>
        <p:nvSpPr>
          <p:cNvPr id="12" name="shape:012"/>
          <p:cNvSpPr/>
          <p:nvPr/>
        </p:nvSpPr>
        <p:spPr>
          <a:xfrm>
            <a:off x="6507328" y="2159413"/>
            <a:ext cx="5108296" cy="274320"/>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打ち手</a:t>
            </a:r>
            <a:endParaRPr lang="en-US" sz="1400" dirty="0"/>
          </a:p>
        </p:txBody>
      </p:sp>
      <p:sp>
        <p:nvSpPr>
          <p:cNvPr id="13" name="shape:013"/>
          <p:cNvSpPr/>
          <p:nvPr/>
        </p:nvSpPr>
        <p:spPr>
          <a:xfrm>
            <a:off x="6507328" y="2525173"/>
            <a:ext cx="5108296" cy="0"/>
          </a:xfrm>
          <a:prstGeom prst="line">
            <a:avLst/>
          </a:prstGeom>
          <a:noFill/>
          <a:ln w="25400">
            <a:solidFill>
              <a:srgbClr val="322014"/>
            </a:solidFill>
            <a:prstDash val="solid"/>
          </a:ln>
        </p:spPr>
        <p:txBody>
          <a:bodyPr>
            <a:noAutofit/>
          </a:bodyPr>
          <a:p/>
        </p:txBody>
      </p:sp>
      <p:sp>
        <p:nvSpPr>
          <p:cNvPr id="14" name="shape:014"/>
          <p:cNvSpPr/>
          <p:nvPr/>
        </p:nvSpPr>
        <p:spPr>
          <a:xfrm>
            <a:off x="576072" y="280863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記載例1</a:t>
            </a:r>
            <a:endParaRPr lang="en-US" sz="1250" dirty="0"/>
          </a:p>
        </p:txBody>
      </p:sp>
      <p:sp>
        <p:nvSpPr>
          <p:cNvPr id="15" name="shape:015"/>
          <p:cNvSpPr/>
          <p:nvPr/>
        </p:nvSpPr>
        <p:spPr>
          <a:xfrm>
            <a:off x="6507328" y="280863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記載例2</a:t>
            </a:r>
            <a:endParaRPr lang="en-US" sz="1250" dirty="0"/>
          </a:p>
        </p:txBody>
      </p:sp>
      <p:sp>
        <p:nvSpPr>
          <p:cNvPr id="16" name="shape:016"/>
          <p:cNvSpPr/>
          <p:nvPr/>
        </p:nvSpPr>
        <p:spPr>
          <a:xfrm>
            <a:off x="6507328" y="321097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8A7B6B"/>
                </a:solidFill>
                <a:latin typeface="Yu Gothic" pitchFamily="34" charset="0"/>
                <a:ea typeface="Yu Gothic" pitchFamily="34" charset="-122"/>
                <a:cs typeface="Yu Gothic" pitchFamily="34" charset="-120"/>
              </a:rPr>
              <a:t>記載例3</a:t>
            </a:r>
            <a:endParaRPr lang="en-US" sz="1050" dirty="0"/>
          </a:p>
        </p:txBody>
      </p:sp>
      <p:sp>
        <p:nvSpPr>
          <p:cNvPr id="17" name="shape:017"/>
          <p:cNvSpPr/>
          <p:nvPr/>
        </p:nvSpPr>
        <p:spPr>
          <a:xfrm>
            <a:off x="576072" y="3750469"/>
            <a:ext cx="5108296" cy="0"/>
          </a:xfrm>
          <a:prstGeom prst="line">
            <a:avLst/>
          </a:prstGeom>
          <a:noFill/>
          <a:ln w="6350">
            <a:solidFill>
              <a:srgbClr val="E2DCD2"/>
            </a:solidFill>
            <a:prstDash val="dash"/>
          </a:ln>
        </p:spPr>
        <p:txBody>
          <a:bodyPr>
            <a:noAutofit/>
          </a:bodyPr>
          <a:p/>
        </p:txBody>
      </p:sp>
      <p:sp>
        <p:nvSpPr>
          <p:cNvPr id="18" name="shape:018"/>
          <p:cNvSpPr/>
          <p:nvPr/>
        </p:nvSpPr>
        <p:spPr>
          <a:xfrm>
            <a:off x="6507328" y="3750469"/>
            <a:ext cx="5108296" cy="0"/>
          </a:xfrm>
          <a:prstGeom prst="line">
            <a:avLst/>
          </a:prstGeom>
          <a:noFill/>
          <a:ln w="6350">
            <a:solidFill>
              <a:srgbClr val="E2DCD2"/>
            </a:solidFill>
            <a:prstDash val="dash"/>
          </a:ln>
        </p:spPr>
        <p:txBody>
          <a:bodyPr>
            <a:noAutofit/>
          </a:bodyPr>
          <a:p/>
        </p:txBody>
      </p:sp>
      <p:sp>
        <p:nvSpPr>
          <p:cNvPr id="19" name="shape:019"/>
          <p:cNvSpPr/>
          <p:nvPr/>
        </p:nvSpPr>
        <p:spPr>
          <a:xfrm>
            <a:off x="576072" y="386019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記載例4</a:t>
            </a:r>
            <a:endParaRPr lang="en-US" sz="1250" dirty="0"/>
          </a:p>
        </p:txBody>
      </p:sp>
      <p:sp>
        <p:nvSpPr>
          <p:cNvPr id="20" name="shape:020"/>
          <p:cNvSpPr/>
          <p:nvPr/>
        </p:nvSpPr>
        <p:spPr>
          <a:xfrm>
            <a:off x="6507328" y="386019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記載例5</a:t>
            </a:r>
            <a:endParaRPr lang="en-US" sz="1250" dirty="0"/>
          </a:p>
        </p:txBody>
      </p:sp>
      <p:sp>
        <p:nvSpPr>
          <p:cNvPr id="21" name="shape:021"/>
          <p:cNvSpPr/>
          <p:nvPr/>
        </p:nvSpPr>
        <p:spPr>
          <a:xfrm>
            <a:off x="6507328" y="426253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8A7B6B"/>
                </a:solidFill>
                <a:latin typeface="Yu Gothic" pitchFamily="34" charset="0"/>
                <a:ea typeface="Yu Gothic" pitchFamily="34" charset="-122"/>
                <a:cs typeface="Yu Gothic" pitchFamily="34" charset="-120"/>
              </a:rPr>
              <a:t>記載例6</a:t>
            </a:r>
            <a:endParaRPr lang="en-US" sz="1050" dirty="0"/>
          </a:p>
        </p:txBody>
      </p:sp>
      <p:sp>
        <p:nvSpPr>
          <p:cNvPr id="22" name="shape:022"/>
          <p:cNvSpPr/>
          <p:nvPr/>
        </p:nvSpPr>
        <p:spPr>
          <a:xfrm>
            <a:off x="576072" y="4802029"/>
            <a:ext cx="5108296" cy="0"/>
          </a:xfrm>
          <a:prstGeom prst="line">
            <a:avLst/>
          </a:prstGeom>
          <a:noFill/>
          <a:ln w="6350">
            <a:solidFill>
              <a:srgbClr val="E2DCD2"/>
            </a:solidFill>
            <a:prstDash val="dash"/>
          </a:ln>
        </p:spPr>
        <p:txBody>
          <a:bodyPr>
            <a:noAutofit/>
          </a:bodyPr>
          <a:p/>
        </p:txBody>
      </p:sp>
      <p:sp>
        <p:nvSpPr>
          <p:cNvPr id="23" name="shape:023"/>
          <p:cNvSpPr/>
          <p:nvPr/>
        </p:nvSpPr>
        <p:spPr>
          <a:xfrm>
            <a:off x="6507328" y="4802029"/>
            <a:ext cx="5108296" cy="0"/>
          </a:xfrm>
          <a:prstGeom prst="line">
            <a:avLst/>
          </a:prstGeom>
          <a:noFill/>
          <a:ln w="6350">
            <a:solidFill>
              <a:srgbClr val="E2DCD2"/>
            </a:solidFill>
            <a:prstDash val="dash"/>
          </a:ln>
        </p:spPr>
        <p:txBody>
          <a:bodyPr>
            <a:noAutofit/>
          </a:bodyPr>
          <a:p/>
        </p:txBody>
      </p:sp>
      <p:sp>
        <p:nvSpPr>
          <p:cNvPr id="24" name="shape:024"/>
          <p:cNvSpPr/>
          <p:nvPr/>
        </p:nvSpPr>
        <p:spPr>
          <a:xfrm>
            <a:off x="576072" y="4911757"/>
            <a:ext cx="5108296" cy="868680"/>
          </a:xfrm>
          <a:prstGeom prst="rect">
            <a:avLst/>
          </a:prstGeom>
          <a:noFill/>
          <a:ln/>
        </p:spPr>
        <p:txBody>
          <a:bodyPr wrap="square" lIns="381" tIns="381" rIns="381" bIns="381" rtlCol="0" anchor="t">
            <a:noAutofit/>
          </a:bodyPr>
          <a:lstStyle/>
          <a:p>
            <a:pPr algn="l" indent="0" marL="0">
              <a:buNone/>
            </a:pPr>
            <a:r>
              <a:rPr lang="en-US" sz="1250" dirty="0">
                <a:solidFill>
                  <a:srgbClr val="322014"/>
                </a:solidFill>
                <a:latin typeface="Yu Gothic" pitchFamily="34" charset="0"/>
                <a:ea typeface="Yu Gothic" pitchFamily="34" charset="-122"/>
                <a:cs typeface="Yu Gothic" pitchFamily="34" charset="-120"/>
              </a:rPr>
              <a:t>記載例7</a:t>
            </a:r>
            <a:endParaRPr lang="en-US" sz="1250" dirty="0"/>
          </a:p>
        </p:txBody>
      </p:sp>
      <p:sp>
        <p:nvSpPr>
          <p:cNvPr id="25" name="shape:025"/>
          <p:cNvSpPr/>
          <p:nvPr/>
        </p:nvSpPr>
        <p:spPr>
          <a:xfrm>
            <a:off x="6507328" y="4911757"/>
            <a:ext cx="5108296" cy="41148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記載例8</a:t>
            </a:r>
            <a:endParaRPr lang="en-US" sz="1250" dirty="0"/>
          </a:p>
        </p:txBody>
      </p:sp>
      <p:sp>
        <p:nvSpPr>
          <p:cNvPr id="26" name="shape:026"/>
          <p:cNvSpPr/>
          <p:nvPr/>
        </p:nvSpPr>
        <p:spPr>
          <a:xfrm>
            <a:off x="6507328" y="5314093"/>
            <a:ext cx="5108296" cy="365760"/>
          </a:xfrm>
          <a:prstGeom prst="rect">
            <a:avLst/>
          </a:prstGeom>
          <a:noFill/>
          <a:ln/>
        </p:spPr>
        <p:txBody>
          <a:bodyPr wrap="square" lIns="381" tIns="381" rIns="381" bIns="381" rtlCol="0" anchor="t">
            <a:noAutofit/>
          </a:bodyPr>
          <a:lstStyle/>
          <a:p>
            <a:pPr algn="l" indent="0" marL="0">
              <a:buNone/>
            </a:pPr>
            <a:r>
              <a:rPr lang="en-US" sz="1050" dirty="0">
                <a:solidFill>
                  <a:srgbClr val="8A7B6B"/>
                </a:solidFill>
                <a:latin typeface="Yu Gothic" pitchFamily="34" charset="0"/>
                <a:ea typeface="Yu Gothic" pitchFamily="34" charset="-122"/>
                <a:cs typeface="Yu Gothic" pitchFamily="34" charset="-120"/>
              </a:rPr>
              <a:t>記載例9</a:t>
            </a:r>
            <a:endParaRPr lang="en-US" sz="1050" dirty="0"/>
          </a:p>
        </p:txBody>
      </p:sp>
      <p:sp>
        <p:nvSpPr>
          <p:cNvPr id="27" name="shape:027"/>
          <p:cNvSpPr/>
          <p:nvPr/>
        </p:nvSpPr>
        <p:spPr>
          <a:xfrm rot="5400000">
            <a:off x="5986120" y="4230529"/>
            <a:ext cx="219456" cy="201168"/>
          </a:xfrm>
          <a:prstGeom prst="triangle">
            <a:avLst/>
          </a:prstGeom>
          <a:solidFill>
            <a:srgbClr val="322014"/>
          </a:solidFill>
          <a:ln/>
        </p:spPr>
        <p:txBody>
          <a:bodyPr>
            <a:noAutofit/>
          </a:bodyPr>
          <a:p/>
        </p:txBody>
      </p:sp>
      <p:sp>
        <p:nvSpPr>
          <p:cNvPr id="28"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