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"issue_tree",</a:t>
            </a:r>
          </a:p>
          <a:p>
            <a:r>
              <a:t>  "variant": "warm",</a:t>
            </a:r>
          </a:p>
          <a:p>
            <a:r>
              <a:t>  "rationale": "Public template fixture; short fictional slot content; no private data.",</a:t>
            </a:r>
          </a:p>
          <a:p>
            <a:r>
              <a:t>  "source_sha256": "5843546d1e7aea323dc62fc811c04ed8d35d3aaeb616f1ae969a5da57a72212b",</a:t>
            </a:r>
          </a:p>
          <a:p>
            <a:r>
              <a:t>  "evidence": [</a:t>
            </a:r>
          </a:p>
          <a:p>
            <a:r>
              <a:t>    {</a:t>
            </a:r>
          </a:p>
          <a:p>
            <a:r>
              <a:t>      "text": "イシューツリー",</a:t>
            </a:r>
          </a:p>
          <a:p>
            <a:r>
              <a:t>      "refs": [</a:t>
            </a:r>
          </a:p>
          <a:p>
            <a:r>
              <a:t>        {</a:t>
            </a:r>
          </a:p>
          <a:p>
            <a:r>
              <a:t>          "source_id": "s001",</a:t>
            </a:r>
          </a:p>
          <a:p>
            <a:r>
              <a:t>          "quote": "イシューツリー"</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"分解したいイシュー",</a:t>
            </a:r>
          </a:p>
          <a:p>
            <a:r>
              <a:t>      "refs": [</a:t>
            </a:r>
          </a:p>
          <a:p>
            <a:r>
              <a:t>        {</a:t>
            </a:r>
          </a:p>
          <a:p>
            <a:r>
              <a:t>          "source_id": "s001",</a:t>
            </a:r>
          </a:p>
          <a:p>
            <a:r>
              <a:t>          "quote": "分解したいイシュー"</a:t>
            </a:r>
          </a:p>
          <a:p>
            <a:r>
              <a:t>        }</a:t>
            </a:r>
          </a:p>
          <a:p>
            <a:r>
              <a:t>      ],</a:t>
            </a:r>
          </a:p>
          <a:p>
            <a:r>
              <a:t>      "mode": "verbatim"</a:t>
            </a:r>
          </a:p>
          <a:p>
            <a:r>
              <a:t>    },</a:t>
            </a:r>
          </a:p>
          <a:p>
            <a:r>
              <a:t>    {</a:t>
            </a:r>
          </a:p>
          <a:p>
            <a:r>
              <a:t>      "text": "サブイシュー1",</a:t>
            </a:r>
          </a:p>
          <a:p>
            <a:r>
              <a:t>      "refs": [</a:t>
            </a:r>
          </a:p>
          <a:p>
            <a:r>
              <a:t>        {</a:t>
            </a:r>
          </a:p>
          <a:p>
            <a:r>
              <a:t>          "source_id": "s001",</a:t>
            </a:r>
          </a:p>
          <a:p>
            <a:r>
              <a:t>          "quote": "サブイシュー1"</a:t>
            </a:r>
          </a:p>
          <a:p>
            <a:r>
              <a:t>        }</a:t>
            </a:r>
          </a:p>
          <a:p>
            <a:r>
              <a:t>      ],</a:t>
            </a:r>
          </a:p>
          <a:p>
            <a:r>
              <a:t>      "mode": "verbatim"</a:t>
            </a:r>
          </a:p>
          <a:p>
            <a:r>
              <a:t>    },</a:t>
            </a:r>
          </a:p>
          <a:p>
            <a:r>
              <a:t>    {</a:t>
            </a:r>
          </a:p>
          <a:p>
            <a:r>
              <a:t>      "text": "論点1-1",</a:t>
            </a:r>
          </a:p>
          <a:p>
            <a:r>
              <a:t>      "refs": [</a:t>
            </a:r>
          </a:p>
          <a:p>
            <a:r>
              <a:t>        {</a:t>
            </a:r>
          </a:p>
          <a:p>
            <a:r>
              <a:t>          "source_id": "s001",</a:t>
            </a:r>
          </a:p>
          <a:p>
            <a:r>
              <a:t>          "quote": "論点1-1"</a:t>
            </a:r>
          </a:p>
          <a:p>
            <a:r>
              <a:t>        }</a:t>
            </a:r>
          </a:p>
          <a:p>
            <a:r>
              <a:t>      ],</a:t>
            </a:r>
          </a:p>
          <a:p>
            <a:r>
              <a:t>      "mode": "verbatim"</a:t>
            </a:r>
          </a:p>
          <a:p>
            <a:r>
              <a:t>    },</a:t>
            </a:r>
          </a:p>
          <a:p>
            <a:r>
              <a:t>    {</a:t>
            </a:r>
          </a:p>
          <a:p>
            <a:r>
              <a:t>      "text": "論点1-2",</a:t>
            </a:r>
          </a:p>
          <a:p>
            <a:r>
              <a:t>      "refs": [</a:t>
            </a:r>
          </a:p>
          <a:p>
            <a:r>
              <a:t>        {</a:t>
            </a:r>
          </a:p>
          <a:p>
            <a:r>
              <a:t>          "source_id": "s001",</a:t>
            </a:r>
          </a:p>
          <a:p>
            <a:r>
              <a:t>          "quote": "論点1-2"</a:t>
            </a:r>
          </a:p>
          <a:p>
            <a:r>
              <a:t>        }</a:t>
            </a:r>
          </a:p>
          <a:p>
            <a:r>
              <a:t>      ],</a:t>
            </a:r>
          </a:p>
          <a:p>
            <a:r>
              <a:t>      "mode": "verbatim"</a:t>
            </a:r>
          </a:p>
          <a:p>
            <a:r>
              <a:t>    },</a:t>
            </a:r>
          </a:p>
          <a:p>
            <a:r>
              <a:t>    {</a:t>
            </a:r>
          </a:p>
          <a:p>
            <a:r>
              <a:t>      "text": "サブイシュー2",</a:t>
            </a:r>
          </a:p>
          <a:p>
            <a:r>
              <a:t>      "refs": [</a:t>
            </a:r>
          </a:p>
          <a:p>
            <a:r>
              <a:t>        {</a:t>
            </a:r>
          </a:p>
          <a:p>
            <a:r>
              <a:t>          "source_id": "s001",</a:t>
            </a:r>
          </a:p>
          <a:p>
            <a:r>
              <a:t>          "quote": "サブイシュー2"</a:t>
            </a:r>
          </a:p>
          <a:p>
            <a:r>
              <a:t>        }</a:t>
            </a:r>
          </a:p>
          <a:p>
            <a:r>
              <a:t>      ],</a:t>
            </a:r>
          </a:p>
          <a:p>
            <a:r>
              <a:t>      "mode": "verbatim"</a:t>
            </a:r>
          </a:p>
          <a:p>
            <a:r>
              <a:t>    },</a:t>
            </a:r>
          </a:p>
          <a:p>
            <a:r>
              <a:t>    {</a:t>
            </a:r>
          </a:p>
          <a:p>
            <a:r>
              <a:t>      "text": "論点2-1",</a:t>
            </a:r>
          </a:p>
          <a:p>
            <a:r>
              <a:t>      "refs": [</a:t>
            </a:r>
          </a:p>
          <a:p>
            <a:r>
              <a:t>        {</a:t>
            </a:r>
          </a:p>
          <a:p>
            <a:r>
              <a:t>          "source_id": "s001",</a:t>
            </a:r>
          </a:p>
          <a:p>
            <a:r>
              <a:t>          "quote": "論点2-1"</a:t>
            </a:r>
          </a:p>
          <a:p>
            <a:r>
              <a:t>        }</a:t>
            </a:r>
          </a:p>
          <a:p>
            <a:r>
              <a:t>      ],</a:t>
            </a:r>
          </a:p>
          <a:p>
            <a:r>
              <a:t>      "mode": "verbatim"</a:t>
            </a:r>
          </a:p>
          <a:p>
            <a:r>
              <a:t>    },</a:t>
            </a:r>
          </a:p>
          <a:p>
            <a:r>
              <a:t>    {</a:t>
            </a:r>
          </a:p>
          <a:p>
            <a:r>
              <a:t>      "text": "論点2-2",</a:t>
            </a:r>
          </a:p>
          <a:p>
            <a:r>
              <a:t>      "refs": [</a:t>
            </a:r>
          </a:p>
          <a:p>
            <a:r>
              <a:t>        {</a:t>
            </a:r>
          </a:p>
          <a:p>
            <a:r>
              <a:t>          "source_id": "s001",</a:t>
            </a:r>
          </a:p>
          <a:p>
            <a:r>
              <a:t>          "quote": "論点2-2"</a:t>
            </a:r>
          </a:p>
          <a:p>
            <a:r>
              <a:t>        }</a:t>
            </a:r>
          </a:p>
          <a:p>
            <a:r>
              <a:t>      ],</a:t>
            </a:r>
          </a:p>
          <a:p>
            <a:r>
              <a:t>      "mode": "verbatim"</a:t>
            </a:r>
          </a:p>
          <a:p>
            <a:r>
              <a:t>    },</a:t>
            </a:r>
          </a:p>
          <a:p>
            <a:r>
              <a:t>    {</a:t>
            </a:r>
          </a:p>
          <a:p>
            <a:r>
              <a:t>      "text": "サブイシュー3",</a:t>
            </a:r>
          </a:p>
          <a:p>
            <a:r>
              <a:t>      "refs": [</a:t>
            </a:r>
          </a:p>
          <a:p>
            <a:r>
              <a:t>        {</a:t>
            </a:r>
          </a:p>
          <a:p>
            <a:r>
              <a:t>          "source_id": "s001",</a:t>
            </a:r>
          </a:p>
          <a:p>
            <a:r>
              <a:t>          "quote": "サブイシュー3"</a:t>
            </a:r>
          </a:p>
          <a:p>
            <a:r>
              <a:t>        }</a:t>
            </a:r>
          </a:p>
          <a:p>
            <a:r>
              <a:t>      ],</a:t>
            </a:r>
          </a:p>
          <a:p>
            <a:r>
              <a:t>      "mode": "verbatim"</a:t>
            </a:r>
          </a:p>
          <a:p>
            <a:r>
              <a:t>    },</a:t>
            </a:r>
          </a:p>
          <a:p>
            <a:r>
              <a:t>    {</a:t>
            </a:r>
          </a:p>
          <a:p>
            <a:r>
              <a:t>      "text": "論点3-1",</a:t>
            </a:r>
          </a:p>
          <a:p>
            <a:r>
              <a:t>      "refs": [</a:t>
            </a:r>
          </a:p>
          <a:p>
            <a:r>
              <a:t>        {</a:t>
            </a:r>
          </a:p>
          <a:p>
            <a:r>
              <a:t>          "source_id": "s001",</a:t>
            </a:r>
          </a:p>
          <a:p>
            <a:r>
              <a:t>          "quote": "論点3-1"</a:t>
            </a:r>
          </a:p>
          <a:p>
            <a:r>
              <a:t>        }</a:t>
            </a:r>
          </a:p>
          <a:p>
            <a:r>
              <a:t>      ],</a:t>
            </a:r>
          </a:p>
          <a:p>
            <a:r>
              <a:t>      "mode": "verbatim"</a:t>
            </a:r>
          </a:p>
          <a:p>
            <a:r>
              <a:t>    },</a:t>
            </a:r>
          </a:p>
          <a:p>
            <a:r>
              <a:t>    {</a:t>
            </a:r>
          </a:p>
          <a:p>
            <a:r>
              <a:t>      "text": "論点3-2",</a:t>
            </a:r>
          </a:p>
          <a:p>
            <a:r>
              <a:t>      "refs": [</a:t>
            </a:r>
          </a:p>
          <a:p>
            <a:r>
              <a:t>        {</a:t>
            </a:r>
          </a:p>
          <a:p>
            <a:r>
              <a:t>          "source_id": "s001",</a:t>
            </a:r>
          </a:p>
          <a:p>
            <a:r>
              <a:t>          "quote": "論点3-2"</a:t>
            </a:r>
          </a:p>
          <a:p>
            <a:r>
              <a:t>        }</a:t>
            </a:r>
          </a:p>
          <a:p>
            <a:r>
              <a:t>      ],</a:t>
            </a:r>
          </a:p>
          <a:p>
            <a:r>
              <a:t>      "mode": "verbatim"</a:t>
            </a:r>
          </a:p>
          <a:p>
            <a:r>
              <a:t>    }</a:t>
            </a:r>
          </a:p>
          <a:p>
            <a:r>
              <a:t>  ],</a:t>
            </a:r>
          </a:p>
          <a:p>
            <a:r>
              <a:t>  "citations": {</a:t>
            </a:r>
          </a:p>
          <a:p>
            <a:r>
              <a:t>    "s001": "Public MIT sample: templates/freeform_parts_more_16x9.html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"1bb2f99e60f862503f6a3f2fe4850e0beb344bb25cfdf08b0380a4399324bdb8"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イシューツリー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584448"/>
            <a:ext cx="2286000" cy="1005840"/>
          </a:xfrm>
          <a:prstGeom prst="rect">
            <a:avLst/>
          </a:prstGeom>
          <a:solidFill>
            <a:srgbClr val="322014"/>
          </a:solidFill>
          <a:ln/>
        </p:spPr>
        <p:txBody>
          <a:bodyPr>
            <a:noAutofit/>
          </a:bodyPr>
          <a:p/>
        </p:txBody>
      </p:sp>
      <p:sp>
        <p:nvSpPr>
          <p:cNvPr id="11" name="shape:011"/>
          <p:cNvSpPr/>
          <p:nvPr/>
        </p:nvSpPr>
        <p:spPr>
          <a:xfrm>
            <a:off x="758952" y="3675888"/>
            <a:ext cx="1920240" cy="822960"/>
          </a:xfrm>
          <a:prstGeom prst="rect">
            <a:avLst/>
          </a:prstGeom>
          <a:noFill/>
          <a:ln/>
        </p:spPr>
        <p:txBody>
          <a:bodyPr wrap="square" lIns="381" tIns="381" rIns="381" bIns="381" rtlCol="0" anchor="ctr">
            <a:noAutofit/>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分解したいイシュー</a:t>
            </a:r>
            <a:endParaRPr lang="en-US" sz="1300" dirty="0"/>
          </a:p>
        </p:txBody>
      </p:sp>
      <p:sp>
        <p:nvSpPr>
          <p:cNvPr id="12" name="shape:012"/>
          <p:cNvSpPr/>
          <p:nvPr/>
        </p:nvSpPr>
        <p:spPr>
          <a:xfrm>
            <a:off x="2862072" y="4087368"/>
            <a:ext cx="320040" cy="0"/>
          </a:xfrm>
          <a:prstGeom prst="line">
            <a:avLst/>
          </a:prstGeom>
          <a:noFill/>
          <a:ln w="12700">
            <a:solidFill>
              <a:srgbClr val="E2DCD2"/>
            </a:solidFill>
            <a:prstDash val="solid"/>
          </a:ln>
        </p:spPr>
        <p:txBody>
          <a:bodyPr>
            <a:noAutofit/>
          </a:bodyPr>
          <a:p/>
        </p:txBody>
      </p:sp>
      <p:sp>
        <p:nvSpPr>
          <p:cNvPr id="13" name="shape:013"/>
          <p:cNvSpPr/>
          <p:nvPr/>
        </p:nvSpPr>
        <p:spPr>
          <a:xfrm>
            <a:off x="3182112" y="2703576"/>
            <a:ext cx="0" cy="2767584"/>
          </a:xfrm>
          <a:prstGeom prst="line">
            <a:avLst/>
          </a:prstGeom>
          <a:noFill/>
          <a:ln w="12700">
            <a:solidFill>
              <a:srgbClr val="E2DCD2"/>
            </a:solidFill>
            <a:prstDash val="solid"/>
          </a:ln>
        </p:spPr>
        <p:txBody>
          <a:bodyPr>
            <a:noAutofit/>
          </a:bodyPr>
          <a:p/>
        </p:txBody>
      </p:sp>
      <p:sp>
        <p:nvSpPr>
          <p:cNvPr id="14" name="shape:014"/>
          <p:cNvSpPr/>
          <p:nvPr/>
        </p:nvSpPr>
        <p:spPr>
          <a:xfrm>
            <a:off x="3182112" y="2703576"/>
            <a:ext cx="320040" cy="0"/>
          </a:xfrm>
          <a:prstGeom prst="line">
            <a:avLst/>
          </a:prstGeom>
          <a:noFill/>
          <a:ln w="12700">
            <a:solidFill>
              <a:srgbClr val="E2DCD2"/>
            </a:solidFill>
            <a:prstDash val="solid"/>
          </a:ln>
        </p:spPr>
        <p:txBody>
          <a:bodyPr>
            <a:noAutofit/>
          </a:bodyPr>
          <a:p/>
        </p:txBody>
      </p:sp>
      <p:sp>
        <p:nvSpPr>
          <p:cNvPr id="15" name="shape:015"/>
          <p:cNvSpPr/>
          <p:nvPr/>
        </p:nvSpPr>
        <p:spPr>
          <a:xfrm>
            <a:off x="3502152" y="2429256"/>
            <a:ext cx="2743200" cy="548640"/>
          </a:xfrm>
          <a:prstGeom prst="rect">
            <a:avLst/>
          </a:prstGeom>
          <a:solidFill>
            <a:srgbClr val="EFEEE8"/>
          </a:solidFill>
          <a:ln/>
        </p:spPr>
        <p:txBody>
          <a:bodyPr>
            <a:noAutofit/>
          </a:bodyPr>
          <a:p/>
        </p:txBody>
      </p:sp>
      <p:sp>
        <p:nvSpPr>
          <p:cNvPr id="16" name="shape:016"/>
          <p:cNvSpPr/>
          <p:nvPr/>
        </p:nvSpPr>
        <p:spPr>
          <a:xfrm>
            <a:off x="3639312" y="2484120"/>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サブイシュー1</a:t>
            </a:r>
            <a:endParaRPr lang="en-US" sz="1200" dirty="0"/>
          </a:p>
        </p:txBody>
      </p:sp>
      <p:sp>
        <p:nvSpPr>
          <p:cNvPr id="17" name="shape:017"/>
          <p:cNvSpPr/>
          <p:nvPr/>
        </p:nvSpPr>
        <p:spPr>
          <a:xfrm>
            <a:off x="6245352" y="2703576"/>
            <a:ext cx="320040" cy="0"/>
          </a:xfrm>
          <a:prstGeom prst="line">
            <a:avLst/>
          </a:prstGeom>
          <a:noFill/>
          <a:ln w="12700">
            <a:solidFill>
              <a:srgbClr val="E2DCD2"/>
            </a:solidFill>
            <a:prstDash val="solid"/>
          </a:ln>
        </p:spPr>
        <p:txBody>
          <a:bodyPr>
            <a:noAutofit/>
          </a:bodyPr>
          <a:p/>
        </p:txBody>
      </p:sp>
      <p:sp>
        <p:nvSpPr>
          <p:cNvPr id="18" name="shape:018"/>
          <p:cNvSpPr/>
          <p:nvPr/>
        </p:nvSpPr>
        <p:spPr>
          <a:xfrm>
            <a:off x="6565392" y="2415540"/>
            <a:ext cx="0" cy="576072"/>
          </a:xfrm>
          <a:prstGeom prst="line">
            <a:avLst/>
          </a:prstGeom>
          <a:noFill/>
          <a:ln w="12700">
            <a:solidFill>
              <a:srgbClr val="E2DCD2"/>
            </a:solidFill>
            <a:prstDash val="solid"/>
          </a:ln>
        </p:spPr>
        <p:txBody>
          <a:bodyPr>
            <a:noAutofit/>
          </a:bodyPr>
          <a:p/>
        </p:txBody>
      </p:sp>
      <p:sp>
        <p:nvSpPr>
          <p:cNvPr id="19" name="shape:019"/>
          <p:cNvSpPr/>
          <p:nvPr/>
        </p:nvSpPr>
        <p:spPr>
          <a:xfrm>
            <a:off x="6565392" y="2415540"/>
            <a:ext cx="320040" cy="0"/>
          </a:xfrm>
          <a:prstGeom prst="line">
            <a:avLst/>
          </a:prstGeom>
          <a:noFill/>
          <a:ln w="12700">
            <a:solidFill>
              <a:srgbClr val="E2DCD2"/>
            </a:solidFill>
            <a:prstDash val="solid"/>
          </a:ln>
        </p:spPr>
        <p:txBody>
          <a:bodyPr>
            <a:noAutofit/>
          </a:bodyPr>
          <a:p/>
        </p:txBody>
      </p:sp>
      <p:sp>
        <p:nvSpPr>
          <p:cNvPr id="20" name="shape:020"/>
          <p:cNvSpPr/>
          <p:nvPr/>
        </p:nvSpPr>
        <p:spPr>
          <a:xfrm>
            <a:off x="6931152" y="2246376"/>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論点1-1</a:t>
            </a:r>
            <a:endParaRPr lang="en-US" sz="1150" dirty="0"/>
          </a:p>
        </p:txBody>
      </p:sp>
      <p:sp>
        <p:nvSpPr>
          <p:cNvPr id="21" name="shape:021"/>
          <p:cNvSpPr/>
          <p:nvPr/>
        </p:nvSpPr>
        <p:spPr>
          <a:xfrm>
            <a:off x="6565392" y="2991612"/>
            <a:ext cx="320040" cy="0"/>
          </a:xfrm>
          <a:prstGeom prst="line">
            <a:avLst/>
          </a:prstGeom>
          <a:noFill/>
          <a:ln w="12700">
            <a:solidFill>
              <a:srgbClr val="E2DCD2"/>
            </a:solidFill>
            <a:prstDash val="solid"/>
          </a:ln>
        </p:spPr>
        <p:txBody>
          <a:bodyPr>
            <a:noAutofit/>
          </a:bodyPr>
          <a:p/>
        </p:txBody>
      </p:sp>
      <p:sp>
        <p:nvSpPr>
          <p:cNvPr id="22" name="shape:022"/>
          <p:cNvSpPr/>
          <p:nvPr/>
        </p:nvSpPr>
        <p:spPr>
          <a:xfrm>
            <a:off x="6931152" y="282244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論点1-2</a:t>
            </a:r>
            <a:endParaRPr lang="en-US" sz="1150" dirty="0"/>
          </a:p>
        </p:txBody>
      </p:sp>
      <p:sp>
        <p:nvSpPr>
          <p:cNvPr id="23" name="shape:023"/>
          <p:cNvSpPr/>
          <p:nvPr/>
        </p:nvSpPr>
        <p:spPr>
          <a:xfrm>
            <a:off x="3182112" y="4087368"/>
            <a:ext cx="320040" cy="0"/>
          </a:xfrm>
          <a:prstGeom prst="line">
            <a:avLst/>
          </a:prstGeom>
          <a:noFill/>
          <a:ln w="12700">
            <a:solidFill>
              <a:srgbClr val="E2DCD2"/>
            </a:solidFill>
            <a:prstDash val="solid"/>
          </a:ln>
        </p:spPr>
        <p:txBody>
          <a:bodyPr>
            <a:noAutofit/>
          </a:bodyPr>
          <a:p/>
        </p:txBody>
      </p:sp>
      <p:sp>
        <p:nvSpPr>
          <p:cNvPr id="24" name="shape:024"/>
          <p:cNvSpPr/>
          <p:nvPr/>
        </p:nvSpPr>
        <p:spPr>
          <a:xfrm>
            <a:off x="3502152" y="3813048"/>
            <a:ext cx="2743200" cy="548640"/>
          </a:xfrm>
          <a:prstGeom prst="rect">
            <a:avLst/>
          </a:prstGeom>
          <a:solidFill>
            <a:srgbClr val="EFEEE8"/>
          </a:solidFill>
          <a:ln/>
        </p:spPr>
        <p:txBody>
          <a:bodyPr>
            <a:noAutofit/>
          </a:bodyPr>
          <a:p/>
        </p:txBody>
      </p:sp>
      <p:sp>
        <p:nvSpPr>
          <p:cNvPr id="25" name="shape:025"/>
          <p:cNvSpPr/>
          <p:nvPr/>
        </p:nvSpPr>
        <p:spPr>
          <a:xfrm>
            <a:off x="3639312" y="3867912"/>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サブイシュー2</a:t>
            </a:r>
            <a:endParaRPr lang="en-US" sz="1200" dirty="0"/>
          </a:p>
        </p:txBody>
      </p:sp>
      <p:sp>
        <p:nvSpPr>
          <p:cNvPr id="26" name="shape:026"/>
          <p:cNvSpPr/>
          <p:nvPr/>
        </p:nvSpPr>
        <p:spPr>
          <a:xfrm>
            <a:off x="6245352" y="4087368"/>
            <a:ext cx="320040" cy="0"/>
          </a:xfrm>
          <a:prstGeom prst="line">
            <a:avLst/>
          </a:prstGeom>
          <a:noFill/>
          <a:ln w="12700">
            <a:solidFill>
              <a:srgbClr val="E2DCD2"/>
            </a:solidFill>
            <a:prstDash val="solid"/>
          </a:ln>
        </p:spPr>
        <p:txBody>
          <a:bodyPr>
            <a:noAutofit/>
          </a:bodyPr>
          <a:p/>
        </p:txBody>
      </p:sp>
      <p:sp>
        <p:nvSpPr>
          <p:cNvPr id="27" name="shape:027"/>
          <p:cNvSpPr/>
          <p:nvPr/>
        </p:nvSpPr>
        <p:spPr>
          <a:xfrm>
            <a:off x="6565392" y="3799332"/>
            <a:ext cx="0" cy="576072"/>
          </a:xfrm>
          <a:prstGeom prst="line">
            <a:avLst/>
          </a:prstGeom>
          <a:noFill/>
          <a:ln w="12700">
            <a:solidFill>
              <a:srgbClr val="E2DCD2"/>
            </a:solidFill>
            <a:prstDash val="solid"/>
          </a:ln>
        </p:spPr>
        <p:txBody>
          <a:bodyPr>
            <a:noAutofit/>
          </a:bodyPr>
          <a:p/>
        </p:txBody>
      </p:sp>
      <p:sp>
        <p:nvSpPr>
          <p:cNvPr id="28" name="shape:028"/>
          <p:cNvSpPr/>
          <p:nvPr/>
        </p:nvSpPr>
        <p:spPr>
          <a:xfrm>
            <a:off x="6565392" y="3799332"/>
            <a:ext cx="320040" cy="0"/>
          </a:xfrm>
          <a:prstGeom prst="line">
            <a:avLst/>
          </a:prstGeom>
          <a:noFill/>
          <a:ln w="12700">
            <a:solidFill>
              <a:srgbClr val="E2DCD2"/>
            </a:solidFill>
            <a:prstDash val="solid"/>
          </a:ln>
        </p:spPr>
        <p:txBody>
          <a:bodyPr>
            <a:noAutofit/>
          </a:bodyPr>
          <a:p/>
        </p:txBody>
      </p:sp>
      <p:sp>
        <p:nvSpPr>
          <p:cNvPr id="29" name="shape:029"/>
          <p:cNvSpPr/>
          <p:nvPr/>
        </p:nvSpPr>
        <p:spPr>
          <a:xfrm>
            <a:off x="6931152" y="363016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論点2-1</a:t>
            </a:r>
            <a:endParaRPr lang="en-US" sz="1150" dirty="0"/>
          </a:p>
        </p:txBody>
      </p:sp>
      <p:sp>
        <p:nvSpPr>
          <p:cNvPr id="30" name="shape:030"/>
          <p:cNvSpPr/>
          <p:nvPr/>
        </p:nvSpPr>
        <p:spPr>
          <a:xfrm>
            <a:off x="6565392" y="4375404"/>
            <a:ext cx="320040" cy="0"/>
          </a:xfrm>
          <a:prstGeom prst="line">
            <a:avLst/>
          </a:prstGeom>
          <a:noFill/>
          <a:ln w="12700">
            <a:solidFill>
              <a:srgbClr val="E2DCD2"/>
            </a:solidFill>
            <a:prstDash val="solid"/>
          </a:ln>
        </p:spPr>
        <p:txBody>
          <a:bodyPr>
            <a:noAutofit/>
          </a:bodyPr>
          <a:p/>
        </p:txBody>
      </p:sp>
      <p:sp>
        <p:nvSpPr>
          <p:cNvPr id="31" name="shape:031"/>
          <p:cNvSpPr/>
          <p:nvPr/>
        </p:nvSpPr>
        <p:spPr>
          <a:xfrm>
            <a:off x="6931152" y="420624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論点2-2</a:t>
            </a:r>
            <a:endParaRPr lang="en-US" sz="1150" dirty="0"/>
          </a:p>
        </p:txBody>
      </p:sp>
      <p:sp>
        <p:nvSpPr>
          <p:cNvPr id="32" name="shape:032"/>
          <p:cNvSpPr/>
          <p:nvPr/>
        </p:nvSpPr>
        <p:spPr>
          <a:xfrm>
            <a:off x="3182112" y="5471160"/>
            <a:ext cx="320040" cy="0"/>
          </a:xfrm>
          <a:prstGeom prst="line">
            <a:avLst/>
          </a:prstGeom>
          <a:noFill/>
          <a:ln w="12700">
            <a:solidFill>
              <a:srgbClr val="E2DCD2"/>
            </a:solidFill>
            <a:prstDash val="solid"/>
          </a:ln>
        </p:spPr>
        <p:txBody>
          <a:bodyPr>
            <a:noAutofit/>
          </a:bodyPr>
          <a:p/>
        </p:txBody>
      </p:sp>
      <p:sp>
        <p:nvSpPr>
          <p:cNvPr id="33" name="shape:033"/>
          <p:cNvSpPr/>
          <p:nvPr/>
        </p:nvSpPr>
        <p:spPr>
          <a:xfrm>
            <a:off x="3502152" y="5196840"/>
            <a:ext cx="2743200" cy="548640"/>
          </a:xfrm>
          <a:prstGeom prst="rect">
            <a:avLst/>
          </a:prstGeom>
          <a:solidFill>
            <a:srgbClr val="EFEEE8"/>
          </a:solidFill>
          <a:ln/>
        </p:spPr>
        <p:txBody>
          <a:bodyPr>
            <a:noAutofit/>
          </a:bodyPr>
          <a:p/>
        </p:txBody>
      </p:sp>
      <p:sp>
        <p:nvSpPr>
          <p:cNvPr id="34" name="shape:034"/>
          <p:cNvSpPr/>
          <p:nvPr/>
        </p:nvSpPr>
        <p:spPr>
          <a:xfrm>
            <a:off x="3639312" y="5251704"/>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サブイシュー3</a:t>
            </a:r>
            <a:endParaRPr lang="en-US" sz="1200" dirty="0"/>
          </a:p>
        </p:txBody>
      </p:sp>
      <p:sp>
        <p:nvSpPr>
          <p:cNvPr id="35" name="shape:035"/>
          <p:cNvSpPr/>
          <p:nvPr/>
        </p:nvSpPr>
        <p:spPr>
          <a:xfrm>
            <a:off x="6245352" y="5471160"/>
            <a:ext cx="320040" cy="0"/>
          </a:xfrm>
          <a:prstGeom prst="line">
            <a:avLst/>
          </a:prstGeom>
          <a:noFill/>
          <a:ln w="12700">
            <a:solidFill>
              <a:srgbClr val="E2DCD2"/>
            </a:solidFill>
            <a:prstDash val="solid"/>
          </a:ln>
        </p:spPr>
        <p:txBody>
          <a:bodyPr>
            <a:noAutofit/>
          </a:bodyPr>
          <a:p/>
        </p:txBody>
      </p:sp>
      <p:sp>
        <p:nvSpPr>
          <p:cNvPr id="36" name="shape:036"/>
          <p:cNvSpPr/>
          <p:nvPr/>
        </p:nvSpPr>
        <p:spPr>
          <a:xfrm>
            <a:off x="6565392" y="5183124"/>
            <a:ext cx="0" cy="576072"/>
          </a:xfrm>
          <a:prstGeom prst="line">
            <a:avLst/>
          </a:prstGeom>
          <a:noFill/>
          <a:ln w="12700">
            <a:solidFill>
              <a:srgbClr val="E2DCD2"/>
            </a:solidFill>
            <a:prstDash val="solid"/>
          </a:ln>
        </p:spPr>
        <p:txBody>
          <a:bodyPr>
            <a:noAutofit/>
          </a:bodyPr>
          <a:p/>
        </p:txBody>
      </p:sp>
      <p:sp>
        <p:nvSpPr>
          <p:cNvPr id="37" name="shape:037"/>
          <p:cNvSpPr/>
          <p:nvPr/>
        </p:nvSpPr>
        <p:spPr>
          <a:xfrm>
            <a:off x="6565392" y="5183124"/>
            <a:ext cx="320040" cy="0"/>
          </a:xfrm>
          <a:prstGeom prst="line">
            <a:avLst/>
          </a:prstGeom>
          <a:noFill/>
          <a:ln w="12700">
            <a:solidFill>
              <a:srgbClr val="E2DCD2"/>
            </a:solidFill>
            <a:prstDash val="solid"/>
          </a:ln>
        </p:spPr>
        <p:txBody>
          <a:bodyPr>
            <a:noAutofit/>
          </a:bodyPr>
          <a:p/>
        </p:txBody>
      </p:sp>
      <p:sp>
        <p:nvSpPr>
          <p:cNvPr id="38" name="shape:038"/>
          <p:cNvSpPr/>
          <p:nvPr/>
        </p:nvSpPr>
        <p:spPr>
          <a:xfrm>
            <a:off x="6931152" y="501396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論点3-1</a:t>
            </a:r>
            <a:endParaRPr lang="en-US" sz="1150" dirty="0"/>
          </a:p>
        </p:txBody>
      </p:sp>
      <p:sp>
        <p:nvSpPr>
          <p:cNvPr id="39" name="shape:039"/>
          <p:cNvSpPr/>
          <p:nvPr/>
        </p:nvSpPr>
        <p:spPr>
          <a:xfrm>
            <a:off x="6565392" y="5759196"/>
            <a:ext cx="320040" cy="0"/>
          </a:xfrm>
          <a:prstGeom prst="line">
            <a:avLst/>
          </a:prstGeom>
          <a:noFill/>
          <a:ln w="12700">
            <a:solidFill>
              <a:srgbClr val="E2DCD2"/>
            </a:solidFill>
            <a:prstDash val="solid"/>
          </a:ln>
        </p:spPr>
        <p:txBody>
          <a:bodyPr>
            <a:noAutofit/>
          </a:bodyPr>
          <a:p/>
        </p:txBody>
      </p:sp>
      <p:sp>
        <p:nvSpPr>
          <p:cNvPr id="40" name="shape:040"/>
          <p:cNvSpPr/>
          <p:nvPr/>
        </p:nvSpPr>
        <p:spPr>
          <a:xfrm>
            <a:off x="6931152" y="5590032"/>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論点3-2</a:t>
            </a:r>
            <a:endParaRPr lang="en-US" sz="1150" dirty="0"/>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