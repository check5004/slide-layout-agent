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"lever_effect_table",</a:t>
            </a:r>
          </a:p>
          <a:p>
            <a:r>
              <a:t>  "variant": "warm",</a:t>
            </a:r>
          </a:p>
          <a:p>
            <a:r>
              <a:t>  "rationale": "Public template fixture; short fictional slot content; no private data.",</a:t>
            </a:r>
          </a:p>
          <a:p>
            <a:r>
              <a:t>  "source_sha256": "a0ad9c086ea3652e566c875517fdbfb3cc7cc1ba368b1b2760e63b048a839784",</a:t>
            </a:r>
          </a:p>
          <a:p>
            <a:r>
              <a:t>  "evidence": [</a:t>
            </a:r>
          </a:p>
          <a:p>
            <a:r>
              <a:t>    {</a:t>
            </a:r>
          </a:p>
          <a:p>
            <a:r>
              <a:t>      "text": "打ち手の効果表",</a:t>
            </a:r>
          </a:p>
          <a:p>
            <a:r>
              <a:t>      "refs": [</a:t>
            </a:r>
          </a:p>
          <a:p>
            <a:r>
              <a:t>        {</a:t>
            </a:r>
          </a:p>
          <a:p>
            <a:r>
              <a:t>          "source_id": "s001",</a:t>
            </a:r>
          </a:p>
          <a:p>
            <a:r>
              <a:t>          "quote": "打ち手の効果表"</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"増やす方向",</a:t>
            </a:r>
          </a:p>
          <a:p>
            <a:r>
              <a:t>      "refs": [</a:t>
            </a:r>
          </a:p>
          <a:p>
            <a:r>
              <a:t>        {</a:t>
            </a:r>
          </a:p>
          <a:p>
            <a:r>
              <a:t>          "source_id": "s001",</a:t>
            </a:r>
          </a:p>
          <a:p>
            <a:r>
              <a:t>          "quote": "増やす方向"</a:t>
            </a:r>
          </a:p>
          <a:p>
            <a:r>
              <a:t>        }</a:t>
            </a:r>
          </a:p>
          <a:p>
            <a:r>
              <a:t>      ],</a:t>
            </a:r>
          </a:p>
          <a:p>
            <a:r>
              <a:t>      "mode": "verbatim"</a:t>
            </a:r>
          </a:p>
          <a:p>
            <a:r>
              <a:t>    },</a:t>
            </a:r>
          </a:p>
          <a:p>
            <a:r>
              <a:t>    {</a:t>
            </a:r>
          </a:p>
          <a:p>
            <a:r>
              <a:t>      "text": "減らす方向",</a:t>
            </a:r>
          </a:p>
          <a:p>
            <a:r>
              <a:t>      "refs": [</a:t>
            </a:r>
          </a:p>
          <a:p>
            <a:r>
              <a:t>        {</a:t>
            </a:r>
          </a:p>
          <a:p>
            <a:r>
              <a:t>          "source_id": "s001",</a:t>
            </a:r>
          </a:p>
          <a:p>
            <a:r>
              <a:t>          "quote": "減らす方向"</a:t>
            </a:r>
          </a:p>
          <a:p>
            <a:r>
              <a:t>        }</a:t>
            </a:r>
          </a:p>
          <a:p>
            <a:r>
              <a:t>      ],</a:t>
            </a:r>
          </a:p>
          <a:p>
            <a:r>
              <a:t>      "mode": "verbatim"</a:t>
            </a:r>
          </a:p>
          <a:p>
            <a:r>
              <a:t>    },</a:t>
            </a:r>
          </a:p>
          <a:p>
            <a:r>
              <a:t>    {</a:t>
            </a:r>
          </a:p>
          <a:p>
            <a:r>
              <a:t>      "text": "打ち手",</a:t>
            </a:r>
          </a:p>
          <a:p>
            <a:r>
              <a:t>      "refs": [</a:t>
            </a:r>
          </a:p>
          <a:p>
            <a:r>
              <a:t>        {</a:t>
            </a:r>
          </a:p>
          <a:p>
            <a:r>
              <a:t>          "source_id": "s001",</a:t>
            </a:r>
          </a:p>
          <a:p>
            <a:r>
              <a:t>          "quote": "打ち手"</a:t>
            </a:r>
          </a:p>
          <a:p>
            <a:r>
              <a:t>        }</a:t>
            </a:r>
          </a:p>
          <a:p>
            <a:r>
              <a:t>      ],</a:t>
            </a:r>
          </a:p>
          <a:p>
            <a:r>
              <a:t>      "mode": "verbatim"</a:t>
            </a:r>
          </a:p>
          <a:p>
            <a:r>
              <a:t>    },</a:t>
            </a:r>
          </a:p>
          <a:p>
            <a:r>
              <a:t>    {</a:t>
            </a:r>
          </a:p>
          <a:p>
            <a:r>
              <a:t>      "text": "効果の幅（単位）",</a:t>
            </a:r>
          </a:p>
          <a:p>
            <a:r>
              <a:t>      "refs": [</a:t>
            </a:r>
          </a:p>
          <a:p>
            <a:r>
              <a:t>        {</a:t>
            </a:r>
          </a:p>
          <a:p>
            <a:r>
              <a:t>          "source_id": "s001",</a:t>
            </a:r>
          </a:p>
          <a:p>
            <a:r>
              <a:t>          "quote": "効果の幅（単位）"</a:t>
            </a:r>
          </a:p>
          <a:p>
            <a:r>
              <a:t>        }</a:t>
            </a:r>
          </a:p>
          <a:p>
            <a:r>
              <a:t>      ],</a:t>
            </a:r>
          </a:p>
          <a:p>
            <a:r>
              <a:t>      "mode": "verbatim"</a:t>
            </a:r>
          </a:p>
          <a:p>
            <a:r>
              <a:t>    },</a:t>
            </a:r>
          </a:p>
          <a:p>
            <a:r>
              <a:t>    {</a:t>
            </a:r>
          </a:p>
          <a:p>
            <a:r>
              <a:t>      "text": "前提・制約",</a:t>
            </a:r>
          </a:p>
          <a:p>
            <a:r>
              <a:t>      "refs": [</a:t>
            </a:r>
          </a:p>
          <a:p>
            <a:r>
              <a:t>        {</a:t>
            </a:r>
          </a:p>
          <a:p>
            <a:r>
              <a:t>          "source_id": "s001",</a:t>
            </a:r>
          </a:p>
          <a:p>
            <a:r>
              <a:t>          "quote": "前提・制約"</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"記載例1\n記載例2",</a:t>
            </a:r>
          </a:p>
          <a:p>
            <a:r>
              <a:t>      "refs": [</a:t>
            </a:r>
          </a:p>
          <a:p>
            <a:r>
              <a:t>        {</a:t>
            </a:r>
          </a:p>
          <a:p>
            <a:r>
              <a:t>          "source_id": "s001",</a:t>
            </a:r>
          </a:p>
          <a:p>
            <a:r>
              <a:t>          "quote": "記載例1\n記載例2"</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"記載例3\n記載例4",</a:t>
            </a:r>
          </a:p>
          <a:p>
            <a:r>
              <a:t>      "refs": [</a:t>
            </a:r>
          </a:p>
          <a:p>
            <a:r>
              <a:t>        {</a:t>
            </a:r>
          </a:p>
          <a:p>
            <a:r>
              <a:t>          "source_id": "s001",</a:t>
            </a:r>
          </a:p>
          <a:p>
            <a:r>
              <a:t>          "quote": "記載例3\n記載例4"</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"記載例5\n記載例6",</a:t>
            </a:r>
          </a:p>
          <a:p>
            <a:r>
              <a:t>      "refs": [</a:t>
            </a:r>
          </a:p>
          <a:p>
            <a:r>
              <a:t>        {</a:t>
            </a:r>
          </a:p>
          <a:p>
            <a:r>
              <a:t>          "source_id": "s001",</a:t>
            </a:r>
          </a:p>
          <a:p>
            <a:r>
              <a:t>          "quote": "記載例5\n記載例6"</a:t>
            </a:r>
          </a:p>
          <a:p>
            <a:r>
              <a:t>        }</a:t>
            </a:r>
          </a:p>
          <a:p>
            <a:r>
              <a:t>      ],</a:t>
            </a:r>
          </a:p>
          <a:p>
            <a:r>
              <a:t>      "mode": "verbatim"</a:t>
            </a:r>
          </a:p>
          <a:p>
            <a:r>
              <a:t>    },</a:t>
            </a:r>
          </a:p>
          <a:p>
            <a:r>
              <a:t>    {</a:t>
            </a:r>
          </a:p>
          <a:p>
            <a:r>
              <a:t>      "text": "＋00〜00",</a:t>
            </a:r>
          </a:p>
          <a:p>
            <a:r>
              <a:t>      "refs": [</a:t>
            </a:r>
          </a:p>
          <a:p>
            <a:r>
              <a:t>        {</a:t>
            </a:r>
          </a:p>
          <a:p>
            <a:r>
              <a:t>          "source_id": "s001",</a:t>
            </a:r>
          </a:p>
          <a:p>
            <a:r>
              <a:t>          "quote": "＋00〜00"</a:t>
            </a:r>
          </a:p>
          <a:p>
            <a:r>
              <a:t>        }</a:t>
            </a:r>
          </a:p>
          <a:p>
            <a:r>
              <a:t>      ],</a:t>
            </a:r>
          </a:p>
          <a:p>
            <a:r>
              <a:t>      "mode": "verbatim"</a:t>
            </a:r>
          </a:p>
          <a:p>
            <a:r>
              <a:t>    },</a:t>
            </a:r>
          </a:p>
          <a:p>
            <a:r>
              <a:t>    {</a:t>
            </a:r>
          </a:p>
          <a:p>
            <a:r>
              <a:t>      "text": "＋00〜00",</a:t>
            </a:r>
          </a:p>
          <a:p>
            <a:r>
              <a:t>      "refs": [</a:t>
            </a:r>
          </a:p>
          <a:p>
            <a:r>
              <a:t>        {</a:t>
            </a:r>
          </a:p>
          <a:p>
            <a:r>
              <a:t>          "source_id": "s001",</a:t>
            </a:r>
          </a:p>
          <a:p>
            <a:r>
              <a:t>          "quote": "＋00〜00"</a:t>
            </a:r>
          </a:p>
          <a:p>
            <a:r>
              <a:t>        }</a:t>
            </a:r>
          </a:p>
          <a:p>
            <a:r>
              <a:t>      ],</a:t>
            </a:r>
          </a:p>
          <a:p>
            <a:r>
              <a:t>      "mode": "verbatim"</a:t>
            </a:r>
          </a:p>
          <a:p>
            <a:r>
              <a:t>    },</a:t>
            </a:r>
          </a:p>
          <a:p>
            <a:r>
              <a:t>    {</a:t>
            </a:r>
          </a:p>
          <a:p>
            <a:r>
              <a:t>      "text": "−00",</a:t>
            </a:r>
          </a:p>
          <a:p>
            <a:r>
              <a:t>      "refs": [</a:t>
            </a:r>
          </a:p>
          <a:p>
            <a:r>
              <a:t>        {</a:t>
            </a:r>
          </a:p>
          <a:p>
            <a:r>
              <a:t>          "source_id": "s001",</a:t>
            </a:r>
          </a:p>
          <a:p>
            <a:r>
              <a:t>          "quote": "−00"</a:t>
            </a:r>
          </a:p>
          <a:p>
            <a:r>
              <a:t>        }</a:t>
            </a:r>
          </a:p>
          <a:p>
            <a:r>
              <a:t>      ],</a:t>
            </a:r>
          </a:p>
          <a:p>
            <a:r>
              <a:t>      "mode": "verbatim"</a:t>
            </a:r>
          </a:p>
          <a:p>
            <a:r>
              <a:t>    }</a:t>
            </a:r>
          </a:p>
          <a:p>
            <a:r>
              <a:t>  ],</a:t>
            </a:r>
          </a:p>
          <a:p>
            <a:r>
              <a:t>  "citations": {</a:t>
            </a:r>
          </a:p>
          <a:p>
            <a:r>
              <a:t>    "s001": "Public MIT sample: templates/freeform_parts_16x9.html section 12"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"0ea44ab8d04958cd03a7d367cb8241516d6c22d2cb95258f56e41b631258de23"</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打ち手の効果表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9851479" y="1628784"/>
            <a:ext cx="144000" cy="144000"/>
          </a:xfrm>
          <a:prstGeom prst="rect">
            <a:avLst/>
          </a:prstGeom>
          <a:solidFill>
            <a:srgbClr val="5A3921"/>
          </a:solidFill>
          <a:ln/>
        </p:spPr>
        <p:txBody>
          <a:bodyPr>
            <a:noAutofit/>
          </a:bodyPr>
          <a:p/>
        </p:txBody>
      </p:sp>
      <p:sp>
        <p:nvSpPr>
          <p:cNvPr id="11" name="shape:011"/>
          <p:cNvSpPr/>
          <p:nvPr/>
        </p:nvSpPr>
        <p:spPr>
          <a:xfrm>
            <a:off x="100494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増やす方向</a:t>
            </a:r>
            <a:endParaRPr lang="en-US" sz="800" dirty="0"/>
          </a:p>
        </p:txBody>
      </p:sp>
      <p:sp>
        <p:nvSpPr>
          <p:cNvPr id="12" name="shape:012"/>
          <p:cNvSpPr/>
          <p:nvPr/>
        </p:nvSpPr>
        <p:spPr>
          <a:xfrm>
            <a:off x="10841551" y="1628784"/>
            <a:ext cx="144000" cy="144000"/>
          </a:xfrm>
          <a:prstGeom prst="rect">
            <a:avLst/>
          </a:prstGeom>
          <a:solidFill>
            <a:srgbClr val="E2DCD2"/>
          </a:solidFill>
          <a:ln/>
        </p:spPr>
        <p:txBody>
          <a:bodyPr>
            <a:noAutofit/>
          </a:bodyPr>
          <a:p/>
        </p:txBody>
      </p:sp>
      <p:sp>
        <p:nvSpPr>
          <p:cNvPr id="13" name="shape:013"/>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減らす方向</a:t>
            </a:r>
            <a:endParaRPr lang="en-US" sz="800" dirty="0"/>
          </a:p>
        </p:txBody>
      </p:sp>
      <p:graphicFrame>
        <p:nvGraphicFramePr>
          <p:cNvPr id="38" name="shape:038"/>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2016000"/>
                <a:gridCol w="2016000"/>
                <a:gridCol w="7007551"/>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打ち手</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効果の幅（単位）</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前提・制約</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5" name="shape:015"/>
          <p:cNvSpPr/>
          <p:nvPr/>
        </p:nvSpPr>
        <p:spPr>
          <a:xfrm>
            <a:off x="2646936" y="2878020"/>
            <a:ext cx="1525018" cy="198000"/>
          </a:xfrm>
          <a:prstGeom prst="homePlate">
            <a:avLst/>
          </a:prstGeom>
          <a:solidFill>
            <a:srgbClr val="5A3921"/>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6" name="shape:016"/>
          <p:cNvSpPr/>
          <p:nvPr/>
        </p:nvSpPr>
        <p:spPr>
          <a:xfrm>
            <a:off x="2646936" y="4156092"/>
            <a:ext cx="1048450" cy="198000"/>
          </a:xfrm>
          <a:prstGeom prst="homePlate">
            <a:avLst/>
          </a:prstGeom>
          <a:solidFill>
            <a:srgbClr val="5A3921"/>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7" name="shape:017"/>
          <p:cNvSpPr/>
          <p:nvPr/>
        </p:nvSpPr>
        <p:spPr>
          <a:xfrm>
            <a:off x="2646936" y="5434164"/>
            <a:ext cx="724383" cy="198000"/>
          </a:xfrm>
          <a:prstGeom prst="homePlate">
            <a:avLst/>
          </a:prstGeom>
          <a:solidFill>
            <a:srgbClr val="E2DCD2"/>
          </a:solidFill>
          <a:ln/>
        </p:spPr>
        <p:txBody>
          <a:bodyPr wrap="square" lIns="108000" tIns="0" rIns="0" bIns="0" rtlCol="0" anchor="ctr">
            <a:noAutofit/>
          </a:bodyPr>
          <a:lstStyle/>
          <a:p>
            <a:pPr algn="l" indent="0" marL="0">
              <a:buNone/>
            </a:pPr>
            <a:r>
              <a:rPr lang="en-US" sz="900" b="1" dirty="0">
                <a:solidFill>
                  <a:srgbClr val="322014"/>
                </a:solidFill>
                <a:latin typeface="Yu Gothic" pitchFamily="34" charset="0"/>
                <a:ea typeface="Yu Gothic" pitchFamily="34" charset="-122"/>
                <a:cs typeface="Yu Gothic" pitchFamily="34" charset="-120"/>
              </a:rPr>
              <a:t>−00</a:t>
            </a:r>
            <a:endParaRPr lang="en-US" sz="900" dirty="0"/>
          </a:p>
        </p:txBody>
      </p:sp>
      <p:sp>
        <p:nvSpPr>
          <p:cNvPr id="3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