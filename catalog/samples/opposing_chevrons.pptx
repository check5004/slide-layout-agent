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"opposing_chevrons",</a:t>
            </a:r>
          </a:p>
          <a:p>
            <a:r>
              <a:t>  "variant": "warm",</a:t>
            </a:r>
          </a:p>
          <a:p>
            <a:r>
              <a:t>  "rationale": "Public template fixture; short fictional slot content; no private data.",</a:t>
            </a:r>
          </a:p>
          <a:p>
            <a:r>
              <a:t>  "source_sha256": "7b302689231c75f8d9064bbe598ceca7650880a5a1f0526b821b6359722294f3",</a:t>
            </a:r>
          </a:p>
          <a:p>
            <a:r>
              <a:t>  "evidence": [</a:t>
            </a:r>
          </a:p>
          <a:p>
            <a:r>
              <a:t>    {</a:t>
            </a:r>
          </a:p>
          <a:p>
            <a:r>
              <a:t>      "text": "対向シェブロン",</a:t>
            </a:r>
          </a:p>
          <a:p>
            <a:r>
              <a:t>      "refs": [</a:t>
            </a:r>
          </a:p>
          <a:p>
            <a:r>
              <a:t>        {</a:t>
            </a:r>
          </a:p>
          <a:p>
            <a:r>
              <a:t>          "source_id": "s001",</a:t>
            </a:r>
          </a:p>
          <a:p>
            <a:r>
              <a:t>          "quote": "対向シェブロン"</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"記載例8",</a:t>
            </a:r>
          </a:p>
          <a:p>
            <a:r>
              <a:t>      "refs": [</a:t>
            </a:r>
          </a:p>
          <a:p>
            <a:r>
              <a:t>        {</a:t>
            </a:r>
          </a:p>
          <a:p>
            <a:r>
              <a:t>          "source_id": "s001",</a:t>
            </a:r>
          </a:p>
          <a:p>
            <a:r>
              <a:t>          "quote": "記載例8"</a:t>
            </a:r>
          </a:p>
          <a:p>
            <a:r>
              <a:t>        }</a:t>
            </a:r>
          </a:p>
          <a:p>
            <a:r>
              <a:t>      ],</a:t>
            </a:r>
          </a:p>
          <a:p>
            <a:r>
              <a:t>      "mode": "verbatim"</a:t>
            </a:r>
          </a:p>
          <a:p>
            <a:r>
              <a:t>    },</a:t>
            </a:r>
          </a:p>
          <a:p>
            <a:r>
              <a:t>    {</a:t>
            </a:r>
          </a:p>
          <a:p>
            <a:r>
              <a:t>      "text": "収益を\n拡大する",</a:t>
            </a:r>
          </a:p>
          <a:p>
            <a:r>
              <a:t>      "refs": [</a:t>
            </a:r>
          </a:p>
          <a:p>
            <a:r>
              <a:t>        {</a:t>
            </a:r>
          </a:p>
          <a:p>
            <a:r>
              <a:t>          "source_id": "s001",</a:t>
            </a:r>
          </a:p>
          <a:p>
            <a:r>
              <a:t>          "quote": "収益を\n拡大する"</a:t>
            </a:r>
          </a:p>
          <a:p>
            <a:r>
              <a:t>        }</a:t>
            </a:r>
          </a:p>
          <a:p>
            <a:r>
              <a:t>      ],</a:t>
            </a:r>
          </a:p>
          <a:p>
            <a:r>
              <a:t>      "mode": "verbatim"</a:t>
            </a:r>
          </a:p>
          <a:p>
            <a:r>
              <a:t>    },</a:t>
            </a:r>
          </a:p>
          <a:p>
            <a:r>
              <a:t>    {</a:t>
            </a:r>
          </a:p>
          <a:p>
            <a:r>
              <a:t>      "text": "損失を\n抑える",</a:t>
            </a:r>
          </a:p>
          <a:p>
            <a:r>
              <a:t>      "refs": [</a:t>
            </a:r>
          </a:p>
          <a:p>
            <a:r>
              <a:t>        {</a:t>
            </a:r>
          </a:p>
          <a:p>
            <a:r>
              <a:t>          "source_id": "s001",</a:t>
            </a:r>
          </a:p>
          <a:p>
            <a:r>
              <a:t>          "quote": "損失を\n抑える"</a:t>
            </a:r>
          </a:p>
          <a:p>
            <a:r>
              <a:t>        }</a:t>
            </a:r>
          </a:p>
          <a:p>
            <a:r>
              <a:t>      ],</a:t>
            </a:r>
          </a:p>
          <a:p>
            <a:r>
              <a:t>      "mode": "verbatim"</a:t>
            </a:r>
          </a:p>
          <a:p>
            <a:r>
              <a:t>    }</a:t>
            </a:r>
          </a:p>
          <a:p>
            <a:r>
              <a:t>  ],</a:t>
            </a:r>
          </a:p>
          <a:p>
            <a:r>
              <a:t>  "citations": {</a:t>
            </a:r>
          </a:p>
          <a:p>
            <a:r>
              <a:t>    "s001": "Public MIT sample: templates/freeform_parts_16x9.html section 20"</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"cae0932e5d45527ecdcc9d8e766433e266678736190ddc2dd7be119d6059366d"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b20</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対向シェブロン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p:txBody>
      </p:sp>
      <p:sp>
        <p:nvSpPr>
          <p:cNvPr id="11" name="shape:011"/>
          <p:cNvSpPr/>
          <p:nvPr/>
        </p:nvSpPr>
        <p:spPr>
          <a:xfrm>
            <a:off x="576072" y="2722626"/>
            <a:ext cx="4475776" cy="0"/>
          </a:xfrm>
          <a:prstGeom prst="line">
            <a:avLst/>
          </a:prstGeom>
          <a:noFill/>
          <a:ln w="9525">
            <a:solidFill>
              <a:srgbClr val="E2DCD2"/>
            </a:solidFill>
            <a:prstDash val="solid"/>
          </a:ln>
        </p:spPr>
        <p:txBody>
          <a:bodyPr>
            <a:noAutofit/>
          </a:bodyPr>
          <a:p/>
        </p:txBody>
      </p:sp>
      <p:sp>
        <p:nvSpPr>
          <p:cNvPr id="12" name="shape:012"/>
          <p:cNvSpPr/>
          <p:nvPr/>
        </p:nvSpPr>
        <p:spPr>
          <a:xfrm>
            <a:off x="576072"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13" name="shape:013"/>
          <p:cNvSpPr/>
          <p:nvPr/>
        </p:nvSpPr>
        <p:spPr>
          <a:xfrm>
            <a:off x="576072" y="3872484"/>
            <a:ext cx="4475776" cy="0"/>
          </a:xfrm>
          <a:prstGeom prst="line">
            <a:avLst/>
          </a:prstGeom>
          <a:noFill/>
          <a:ln w="9525">
            <a:solidFill>
              <a:srgbClr val="E2DCD2"/>
            </a:solidFill>
            <a:prstDash val="solid"/>
          </a:ln>
        </p:spPr>
        <p:txBody>
          <a:bodyPr>
            <a:noAutofit/>
          </a:bodyPr>
          <a:p/>
        </p:txBody>
      </p:sp>
      <p:sp>
        <p:nvSpPr>
          <p:cNvPr id="14" name="shape:014"/>
          <p:cNvSpPr/>
          <p:nvPr/>
        </p:nvSpPr>
        <p:spPr>
          <a:xfrm>
            <a:off x="576072"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15" name="shape:015"/>
          <p:cNvSpPr/>
          <p:nvPr/>
        </p:nvSpPr>
        <p:spPr>
          <a:xfrm>
            <a:off x="576072" y="5022342"/>
            <a:ext cx="4475776" cy="0"/>
          </a:xfrm>
          <a:prstGeom prst="line">
            <a:avLst/>
          </a:prstGeom>
          <a:noFill/>
          <a:ln w="9525">
            <a:solidFill>
              <a:srgbClr val="E2DCD2"/>
            </a:solidFill>
            <a:prstDash val="solid"/>
          </a:ln>
        </p:spPr>
        <p:txBody>
          <a:bodyPr>
            <a:noAutofit/>
          </a:bodyPr>
          <a:p/>
        </p:txBody>
      </p:sp>
      <p:sp>
        <p:nvSpPr>
          <p:cNvPr id="16" name="shape:016"/>
          <p:cNvSpPr/>
          <p:nvPr/>
        </p:nvSpPr>
        <p:spPr>
          <a:xfrm>
            <a:off x="576072"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7" name="shape:017"/>
          <p:cNvSpPr/>
          <p:nvPr/>
        </p:nvSpPr>
        <p:spPr>
          <a:xfrm>
            <a:off x="7139848"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18" name="shape:018"/>
          <p:cNvSpPr/>
          <p:nvPr/>
        </p:nvSpPr>
        <p:spPr>
          <a:xfrm>
            <a:off x="7139848" y="2722626"/>
            <a:ext cx="4475776" cy="0"/>
          </a:xfrm>
          <a:prstGeom prst="line">
            <a:avLst/>
          </a:prstGeom>
          <a:noFill/>
          <a:ln w="9525">
            <a:solidFill>
              <a:srgbClr val="E2DCD2"/>
            </a:solidFill>
            <a:prstDash val="solid"/>
          </a:ln>
        </p:spPr>
        <p:txBody>
          <a:bodyPr>
            <a:noAutofit/>
          </a:bodyPr>
          <a:p/>
        </p:txBody>
      </p:sp>
      <p:sp>
        <p:nvSpPr>
          <p:cNvPr id="19" name="shape:019"/>
          <p:cNvSpPr/>
          <p:nvPr/>
        </p:nvSpPr>
        <p:spPr>
          <a:xfrm>
            <a:off x="7139848"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0" name="shape:020"/>
          <p:cNvSpPr/>
          <p:nvPr/>
        </p:nvSpPr>
        <p:spPr>
          <a:xfrm>
            <a:off x="7139848" y="3872484"/>
            <a:ext cx="4475776" cy="0"/>
          </a:xfrm>
          <a:prstGeom prst="line">
            <a:avLst/>
          </a:prstGeom>
          <a:noFill/>
          <a:ln w="9525">
            <a:solidFill>
              <a:srgbClr val="E2DCD2"/>
            </a:solidFill>
            <a:prstDash val="solid"/>
          </a:ln>
        </p:spPr>
        <p:txBody>
          <a:bodyPr>
            <a:noAutofit/>
          </a:bodyPr>
          <a:p/>
        </p:txBody>
      </p:sp>
      <p:sp>
        <p:nvSpPr>
          <p:cNvPr id="21" name="shape:021"/>
          <p:cNvSpPr/>
          <p:nvPr/>
        </p:nvSpPr>
        <p:spPr>
          <a:xfrm>
            <a:off x="7139848"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p:txBody>
      </p:sp>
      <p:sp>
        <p:nvSpPr>
          <p:cNvPr id="22" name="shape:022"/>
          <p:cNvSpPr/>
          <p:nvPr/>
        </p:nvSpPr>
        <p:spPr>
          <a:xfrm>
            <a:off x="7139848" y="5022342"/>
            <a:ext cx="4475776" cy="0"/>
          </a:xfrm>
          <a:prstGeom prst="line">
            <a:avLst/>
          </a:prstGeom>
          <a:noFill/>
          <a:ln w="9525">
            <a:solidFill>
              <a:srgbClr val="E2DCD2"/>
            </a:solidFill>
            <a:prstDash val="solid"/>
          </a:ln>
        </p:spPr>
        <p:txBody>
          <a:bodyPr>
            <a:noAutofit/>
          </a:bodyPr>
          <a:p/>
        </p:txBody>
      </p:sp>
      <p:sp>
        <p:nvSpPr>
          <p:cNvPr id="23" name="shape:023"/>
          <p:cNvSpPr/>
          <p:nvPr/>
        </p:nvSpPr>
        <p:spPr>
          <a:xfrm>
            <a:off x="7139848"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24" name="shape:024"/>
          <p:cNvSpPr/>
          <p:nvPr/>
        </p:nvSpPr>
        <p:spPr>
          <a:xfrm>
            <a:off x="5267848" y="27259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322014"/>
          </a:solidFill>
          <a:ln/>
        </p:spPr>
        <p:txBody>
          <a:bodyPr>
            <a:noAutofit/>
          </a:bodyPr>
          <a:p/>
        </p:txBody>
      </p:sp>
      <p:sp>
        <p:nvSpPr>
          <p:cNvPr id="25" name="shape:025"/>
          <p:cNvSpPr/>
          <p:nvPr/>
        </p:nvSpPr>
        <p:spPr>
          <a:xfrm>
            <a:off x="5375848" y="27259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収益を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拡大する</a:t>
            </a:r>
            <a:endParaRPr lang="en-US" sz="1400" dirty="0"/>
          </a:p>
        </p:txBody>
      </p:sp>
      <p:sp>
        <p:nvSpPr>
          <p:cNvPr id="26" name="shape:026"/>
          <p:cNvSpPr/>
          <p:nvPr/>
        </p:nvSpPr>
        <p:spPr>
          <a:xfrm>
            <a:off x="5267848" y="39264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5A3921"/>
          </a:solidFill>
          <a:ln/>
        </p:spPr>
        <p:txBody>
          <a:bodyPr>
            <a:noAutofit/>
          </a:bodyPr>
          <a:p/>
        </p:txBody>
      </p:sp>
      <p:sp>
        <p:nvSpPr>
          <p:cNvPr id="27" name="shape:027"/>
          <p:cNvSpPr/>
          <p:nvPr/>
        </p:nvSpPr>
        <p:spPr>
          <a:xfrm>
            <a:off x="5375848" y="39264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損失を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抑える</a:t>
            </a:r>
            <a:endParaRPr lang="en-US" sz="14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