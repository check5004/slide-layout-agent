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"overview_map",</a:t>
            </a:r>
          </a:p>
          <a:p>
            <a:r>
              <a:t>  "variant": "warm",</a:t>
            </a:r>
          </a:p>
          <a:p>
            <a:r>
              <a:t>  "rationale": "Public template fixture; short fictional slot content; no private data.",</a:t>
            </a:r>
          </a:p>
          <a:p>
            <a:r>
              <a:t>  "source_sha256": "ffbfd1d3344a57af62d02fbb212e7d617b5b148bfc833ff2faff6a8f3740107a",</a:t>
            </a:r>
          </a:p>
          <a:p>
            <a:r>
              <a:t>  "evidence": [</a:t>
            </a:r>
          </a:p>
          <a:p>
            <a:r>
              <a:t>    {</a:t>
            </a:r>
          </a:p>
          <a:p>
            <a:r>
              <a:t>      "text": "全体マップ",</a:t>
            </a:r>
          </a:p>
          <a:p>
            <a:r>
              <a:t>      "refs": [</a:t>
            </a:r>
          </a:p>
          <a:p>
            <a:r>
              <a:t>        {</a:t>
            </a:r>
          </a:p>
          <a:p>
            <a:r>
              <a:t>          "source_id": "s001",</a:t>
            </a:r>
          </a:p>
          <a:p>
            <a:r>
              <a:t>          "quote": "全体マップ"</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 P.3",</a:t>
            </a:r>
          </a:p>
          <a:p>
            <a:r>
              <a:t>      "refs": [</a:t>
            </a:r>
          </a:p>
          <a:p>
            <a:r>
              <a:t>        {</a:t>
            </a:r>
          </a:p>
          <a:p>
            <a:r>
              <a:t>          "source_id": "s001",</a:t>
            </a:r>
          </a:p>
          <a:p>
            <a:r>
              <a:t>          "quote": "→ P.3"</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 P.4",</a:t>
            </a:r>
          </a:p>
          <a:p>
            <a:r>
              <a:t>      "refs": [</a:t>
            </a:r>
          </a:p>
          <a:p>
            <a:r>
              <a:t>        {</a:t>
            </a:r>
          </a:p>
          <a:p>
            <a:r>
              <a:t>          "source_id": "s001",</a:t>
            </a:r>
          </a:p>
          <a:p>
            <a:r>
              <a:t>          "quote": "→ P.4"</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 P.5",</a:t>
            </a:r>
          </a:p>
          <a:p>
            <a:r>
              <a:t>      "refs": [</a:t>
            </a:r>
          </a:p>
          <a:p>
            <a:r>
              <a:t>        {</a:t>
            </a:r>
          </a:p>
          <a:p>
            <a:r>
              <a:t>          "source_id": "s001",</a:t>
            </a:r>
          </a:p>
          <a:p>
            <a:r>
              <a:t>          "quote": "→ P.5"</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 P.6",</a:t>
            </a:r>
          </a:p>
          <a:p>
            <a:r>
              <a:t>      "refs": [</a:t>
            </a:r>
          </a:p>
          <a:p>
            <a:r>
              <a:t>        {</a:t>
            </a:r>
          </a:p>
          <a:p>
            <a:r>
              <a:t>          "source_id": "s001",</a:t>
            </a:r>
          </a:p>
          <a:p>
            <a:r>
              <a:t>          "quote": "→ P.6"</a:t>
            </a:r>
          </a:p>
          <a:p>
            <a:r>
              <a:t>        }</a:t>
            </a:r>
          </a:p>
          <a:p>
            <a:r>
              <a:t>      ],</a:t>
            </a:r>
          </a:p>
          <a:p>
            <a:r>
              <a:t>      "mode": "verbatim"</a:t>
            </a:r>
          </a:p>
          <a:p>
            <a:r>
              <a:t>    }</a:t>
            </a:r>
          </a:p>
          <a:p>
            <a:r>
              <a:t>  ],</a:t>
            </a:r>
          </a:p>
          <a:p>
            <a:r>
              <a:t>  "citations": {</a:t>
            </a:r>
          </a:p>
          <a:p>
            <a:r>
              <a:t>    "s001": "Public MIT sample: templates/freeform_parts_16x9.html section 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"c63ed0576d9478d3b08ca47b073d1b881ed1204b8a02db0c140617ef908eeb68"</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全体マップ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項目1</a:t>
            </a:r>
            <a:endParaRPr lang="en-US" sz="1150" dirty="0"/>
          </a:p>
        </p:txBody>
      </p:sp>
      <p:sp>
        <p:nvSpPr>
          <p:cNvPr id="11" name="shape:011"/>
          <p:cNvSpPr/>
          <p:nvPr/>
        </p:nvSpPr>
        <p:spPr>
          <a:xfrm>
            <a:off x="2376072" y="1572768"/>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記載例1</a:t>
            </a:r>
            <a:endParaRPr lang="en-US" sz="1050" dirty="0"/>
          </a:p>
        </p:txBody>
      </p:sp>
      <p:sp>
        <p:nvSpPr>
          <p:cNvPr id="12" name="shape:012"/>
          <p:cNvSpPr/>
          <p:nvPr/>
        </p:nvSpPr>
        <p:spPr>
          <a:xfrm>
            <a:off x="10792663" y="1572768"/>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P.3</a:t>
            </a:r>
            <a:endParaRPr lang="en-US" sz="800" dirty="0"/>
          </a:p>
        </p:txBody>
      </p:sp>
      <p:sp>
        <p:nvSpPr>
          <p:cNvPr id="13" name="shape:013"/>
          <p:cNvSpPr/>
          <p:nvPr/>
        </p:nvSpPr>
        <p:spPr>
          <a:xfrm>
            <a:off x="576072" y="2722626"/>
            <a:ext cx="11039551" cy="0"/>
          </a:xfrm>
          <a:prstGeom prst="line">
            <a:avLst/>
          </a:prstGeom>
          <a:noFill/>
          <a:ln w="9525">
            <a:solidFill>
              <a:srgbClr val="E2DCD2"/>
            </a:solidFill>
            <a:prstDash val="solid"/>
          </a:ln>
        </p:spPr>
        <p:txBody>
          <a:bodyPr>
            <a:noAutofit/>
          </a:bodyPr>
          <a:p/>
        </p:txBody>
      </p:sp>
      <p:sp>
        <p:nvSpPr>
          <p:cNvPr id="14" name="shape:014"/>
          <p:cNvSpPr/>
          <p:nvPr/>
        </p:nvSpPr>
        <p:spPr>
          <a:xfrm>
            <a:off x="576072" y="2722626"/>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項目2</a:t>
            </a:r>
            <a:endParaRPr lang="en-US" sz="1150" dirty="0"/>
          </a:p>
        </p:txBody>
      </p:sp>
      <p:sp>
        <p:nvSpPr>
          <p:cNvPr id="15" name="shape:015"/>
          <p:cNvSpPr/>
          <p:nvPr/>
        </p:nvSpPr>
        <p:spPr>
          <a:xfrm>
            <a:off x="2376072" y="2722626"/>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記載例2</a:t>
            </a:r>
            <a:endParaRPr lang="en-US" sz="1050" dirty="0"/>
          </a:p>
        </p:txBody>
      </p:sp>
      <p:sp>
        <p:nvSpPr>
          <p:cNvPr id="16" name="shape:016"/>
          <p:cNvSpPr/>
          <p:nvPr/>
        </p:nvSpPr>
        <p:spPr>
          <a:xfrm>
            <a:off x="10792663" y="2722626"/>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P.4</a:t>
            </a:r>
            <a:endParaRPr lang="en-US" sz="800" dirty="0"/>
          </a:p>
        </p:txBody>
      </p:sp>
      <p:sp>
        <p:nvSpPr>
          <p:cNvPr id="17" name="shape:017"/>
          <p:cNvSpPr/>
          <p:nvPr/>
        </p:nvSpPr>
        <p:spPr>
          <a:xfrm>
            <a:off x="576072" y="3872484"/>
            <a:ext cx="11039551" cy="0"/>
          </a:xfrm>
          <a:prstGeom prst="line">
            <a:avLst/>
          </a:prstGeom>
          <a:noFill/>
          <a:ln w="9525">
            <a:solidFill>
              <a:srgbClr val="E2DCD2"/>
            </a:solidFill>
            <a:prstDash val="solid"/>
          </a:ln>
        </p:spPr>
        <p:txBody>
          <a:bodyPr>
            <a:noAutofit/>
          </a:bodyPr>
          <a:p/>
        </p:txBody>
      </p:sp>
      <p:sp>
        <p:nvSpPr>
          <p:cNvPr id="18" name="shape:018"/>
          <p:cNvSpPr/>
          <p:nvPr/>
        </p:nvSpPr>
        <p:spPr>
          <a:xfrm>
            <a:off x="576072" y="3872484"/>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項目3</a:t>
            </a:r>
            <a:endParaRPr lang="en-US" sz="1150" dirty="0"/>
          </a:p>
        </p:txBody>
      </p:sp>
      <p:sp>
        <p:nvSpPr>
          <p:cNvPr id="19" name="shape:019"/>
          <p:cNvSpPr/>
          <p:nvPr/>
        </p:nvSpPr>
        <p:spPr>
          <a:xfrm>
            <a:off x="2376072" y="3872484"/>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記載例3</a:t>
            </a:r>
            <a:endParaRPr lang="en-US" sz="1050" dirty="0"/>
          </a:p>
        </p:txBody>
      </p:sp>
      <p:sp>
        <p:nvSpPr>
          <p:cNvPr id="20" name="shape:020"/>
          <p:cNvSpPr/>
          <p:nvPr/>
        </p:nvSpPr>
        <p:spPr>
          <a:xfrm>
            <a:off x="10792663" y="3872484"/>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P.5</a:t>
            </a:r>
            <a:endParaRPr lang="en-US" sz="800" dirty="0"/>
          </a:p>
        </p:txBody>
      </p:sp>
      <p:sp>
        <p:nvSpPr>
          <p:cNvPr id="21" name="shape:021"/>
          <p:cNvSpPr/>
          <p:nvPr/>
        </p:nvSpPr>
        <p:spPr>
          <a:xfrm>
            <a:off x="576072" y="5022342"/>
            <a:ext cx="11039551" cy="0"/>
          </a:xfrm>
          <a:prstGeom prst="line">
            <a:avLst/>
          </a:prstGeom>
          <a:noFill/>
          <a:ln w="9525">
            <a:solidFill>
              <a:srgbClr val="E2DCD2"/>
            </a:solidFill>
            <a:prstDash val="solid"/>
          </a:ln>
        </p:spPr>
        <p:txBody>
          <a:bodyPr>
            <a:noAutofit/>
          </a:bodyPr>
          <a:p/>
        </p:txBody>
      </p:sp>
      <p:sp>
        <p:nvSpPr>
          <p:cNvPr id="22" name="shape:022"/>
          <p:cNvSpPr/>
          <p:nvPr/>
        </p:nvSpPr>
        <p:spPr>
          <a:xfrm>
            <a:off x="576072" y="5022342"/>
            <a:ext cx="1584000" cy="1149858"/>
          </a:xfrm>
          <a:prstGeom prst="rect">
            <a:avLst/>
          </a:prstGeom>
          <a:noFill/>
          <a:ln/>
        </p:spPr>
        <p:txBody>
          <a:bodyPr wrap="square" lIns="0" tIns="0" rIns="0" bIns="0" rtlCol="0" anchor="ctr">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項目4</a:t>
            </a:r>
            <a:endParaRPr lang="en-US" sz="1150" dirty="0"/>
          </a:p>
        </p:txBody>
      </p:sp>
      <p:sp>
        <p:nvSpPr>
          <p:cNvPr id="23" name="shape:023"/>
          <p:cNvSpPr/>
          <p:nvPr/>
        </p:nvSpPr>
        <p:spPr>
          <a:xfrm>
            <a:off x="2376072" y="5022342"/>
            <a:ext cx="8416591" cy="1149858"/>
          </a:xfrm>
          <a:prstGeom prst="rect">
            <a:avLst/>
          </a:prstGeom>
          <a:noFill/>
          <a:ln/>
        </p:spPr>
        <p:txBody>
          <a:bodyPr wrap="square" lIns="0" tIns="0" rIns="0" bIns="0"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記載例4</a:t>
            </a:r>
            <a:endParaRPr lang="en-US" sz="1050" dirty="0"/>
          </a:p>
        </p:txBody>
      </p:sp>
      <p:sp>
        <p:nvSpPr>
          <p:cNvPr id="24" name="shape:024"/>
          <p:cNvSpPr/>
          <p:nvPr/>
        </p:nvSpPr>
        <p:spPr>
          <a:xfrm>
            <a:off x="10792663" y="5022342"/>
            <a:ext cx="822960" cy="1149858"/>
          </a:xfrm>
          <a:prstGeom prst="rect">
            <a:avLst/>
          </a:prstGeom>
          <a:noFill/>
          <a:ln/>
        </p:spPr>
        <p:txBody>
          <a:bodyPr wrap="square" lIns="0" tIns="0" rIns="0" bIns="0" rtlCol="0" anchor="ctr">
            <a:noAutofit/>
          </a:bodyPr>
          <a:lstStyle/>
          <a:p>
            <a:pPr algn="r" indent="0" marL="0">
              <a:buNone/>
            </a:pPr>
            <a:r>
              <a:rPr lang="en-US" sz="800" b="1" dirty="0">
                <a:solidFill>
                  <a:srgbClr val="5A3921"/>
                </a:solidFill>
                <a:latin typeface="Yu Gothic" pitchFamily="34" charset="0"/>
                <a:ea typeface="Yu Gothic" pitchFamily="34" charset="-122"/>
                <a:cs typeface="Yu Gothic" pitchFamily="34" charset="-120"/>
              </a:rPr>
              <a:t>→ P.6</a:t>
            </a:r>
            <a:endParaRPr lang="en-US" sz="80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