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"pillars_foundation",</a:t>
            </a:r>
          </a:p>
          <a:p>
            <a:r>
              <a:t>  "variant": "warm",</a:t>
            </a:r>
          </a:p>
          <a:p>
            <a:r>
              <a:t>  "rationale": "Public template fixture; short fictional slot content; no private data.",</a:t>
            </a:r>
          </a:p>
          <a:p>
            <a:r>
              <a:t>  "source_sha256": "06c97f97b86beb8876a5b6f5967ebbe6149615ebd813f59ae781ed214097ebba",</a:t>
            </a:r>
          </a:p>
          <a:p>
            <a:r>
              <a:t>  "evidence": [</a:t>
            </a:r>
          </a:p>
          <a:p>
            <a:r>
              <a:t>    {</a:t>
            </a:r>
          </a:p>
          <a:p>
            <a:r>
              <a:t>      "text": "柱＋土台",</a:t>
            </a:r>
          </a:p>
          <a:p>
            <a:r>
              <a:t>      "refs": [</a:t>
            </a:r>
          </a:p>
          <a:p>
            <a:r>
              <a:t>        {</a:t>
            </a:r>
          </a:p>
          <a:p>
            <a:r>
              <a:t>          "source_id": "s001",</a:t>
            </a:r>
          </a:p>
          <a:p>
            <a:r>
              <a:t>          "quote": "柱＋土台"</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"項目1\n記載例1",</a:t>
            </a:r>
          </a:p>
          <a:p>
            <a:r>
              <a:t>      "refs": [</a:t>
            </a:r>
          </a:p>
          <a:p>
            <a:r>
              <a:t>        {</a:t>
            </a:r>
          </a:p>
          <a:p>
            <a:r>
              <a:t>          "source_id": "s001",</a:t>
            </a:r>
          </a:p>
          <a:p>
            <a:r>
              <a:t>          "quote": "項目1\n記載例1"</a:t>
            </a:r>
          </a:p>
          <a:p>
            <a:r>
              <a:t>        }</a:t>
            </a:r>
          </a:p>
          <a:p>
            <a:r>
              <a:t>      ],</a:t>
            </a:r>
          </a:p>
          <a:p>
            <a:r>
              <a:t>      "mode": "verbatim"</a:t>
            </a:r>
          </a:p>
          <a:p>
            <a:r>
              <a:t>    },</a:t>
            </a:r>
          </a:p>
          <a:p>
            <a:r>
              <a:t>    {</a:t>
            </a:r>
          </a:p>
          <a:p>
            <a:r>
              <a:t>      "text": "項目2\n記載例2",</a:t>
            </a:r>
          </a:p>
          <a:p>
            <a:r>
              <a:t>      "refs": [</a:t>
            </a:r>
          </a:p>
          <a:p>
            <a:r>
              <a:t>        {</a:t>
            </a:r>
          </a:p>
          <a:p>
            <a:r>
              <a:t>          "source_id": "s001",</a:t>
            </a:r>
          </a:p>
          <a:p>
            <a:r>
              <a:t>          "quote": "項目2\n記載例2"</a:t>
            </a:r>
          </a:p>
          <a:p>
            <a:r>
              <a:t>        }</a:t>
            </a:r>
          </a:p>
          <a:p>
            <a:r>
              <a:t>      ],</a:t>
            </a:r>
          </a:p>
          <a:p>
            <a:r>
              <a:t>      "mode": "verbatim"</a:t>
            </a:r>
          </a:p>
          <a:p>
            <a:r>
              <a:t>    },</a:t>
            </a:r>
          </a:p>
          <a:p>
            <a:r>
              <a:t>    {</a:t>
            </a:r>
          </a:p>
          <a:p>
            <a:r>
              <a:t>      "text": "項目3\n記載例3",</a:t>
            </a:r>
          </a:p>
          <a:p>
            <a:r>
              <a:t>      "refs": [</a:t>
            </a:r>
          </a:p>
          <a:p>
            <a:r>
              <a:t>        {</a:t>
            </a:r>
          </a:p>
          <a:p>
            <a:r>
              <a:t>          "source_id": "s001",</a:t>
            </a:r>
          </a:p>
          <a:p>
            <a:r>
              <a:t>          "quote": "項目3\n記載例3"</a:t>
            </a:r>
          </a:p>
          <a:p>
            <a:r>
              <a:t>        }</a:t>
            </a:r>
          </a:p>
          <a:p>
            <a:r>
              <a:t>      ],</a:t>
            </a:r>
          </a:p>
          <a:p>
            <a:r>
              <a:t>      "mode": "verbatim"</a:t>
            </a:r>
          </a:p>
          <a:p>
            <a:r>
              <a:t>    },</a:t>
            </a:r>
          </a:p>
          <a:p>
            <a:r>
              <a:t>    {</a:t>
            </a:r>
          </a:p>
          <a:p>
            <a:r>
              <a:t>      "text": "項目4\n記載例4",</a:t>
            </a:r>
          </a:p>
          <a:p>
            <a:r>
              <a:t>      "refs": [</a:t>
            </a:r>
          </a:p>
          <a:p>
            <a:r>
              <a:t>        {</a:t>
            </a:r>
          </a:p>
          <a:p>
            <a:r>
              <a:t>          "source_id": "s001",</a:t>
            </a:r>
          </a:p>
          <a:p>
            <a:r>
              <a:t>          "quote": "項目4\n記載例4"</a:t>
            </a:r>
          </a:p>
          <a:p>
            <a:r>
              <a:t>        }</a:t>
            </a:r>
          </a:p>
          <a:p>
            <a:r>
              <a:t>      ],</a:t>
            </a:r>
          </a:p>
          <a:p>
            <a:r>
              <a:t>      "mode": "verbatim"</a:t>
            </a:r>
          </a:p>
          <a:p>
            <a:r>
              <a:t>    },</a:t>
            </a:r>
          </a:p>
          <a:p>
            <a:r>
              <a:t>    {</a:t>
            </a:r>
          </a:p>
          <a:p>
            <a:r>
              <a:t>      "text": "共通条件1 記載例5を全社で整えること",</a:t>
            </a:r>
          </a:p>
          <a:p>
            <a:r>
              <a:t>      "refs": [</a:t>
            </a:r>
          </a:p>
          <a:p>
            <a:r>
              <a:t>        {</a:t>
            </a:r>
          </a:p>
          <a:p>
            <a:r>
              <a:t>          "source_id": "s001",</a:t>
            </a:r>
          </a:p>
          <a:p>
            <a:r>
              <a:t>          "quote": "共通条件1 記載例5を全社で整えること"</a:t>
            </a:r>
          </a:p>
          <a:p>
            <a:r>
              <a:t>        }</a:t>
            </a:r>
          </a:p>
          <a:p>
            <a:r>
              <a:t>      ],</a:t>
            </a:r>
          </a:p>
          <a:p>
            <a:r>
              <a:t>      "mode": "verbatim"</a:t>
            </a:r>
          </a:p>
          <a:p>
            <a:r>
              <a:t>    },</a:t>
            </a:r>
          </a:p>
          <a:p>
            <a:r>
              <a:t>    {</a:t>
            </a:r>
          </a:p>
          <a:p>
            <a:r>
              <a:t>      "text": "共通条件2 記載例6を継続的に確保すること",</a:t>
            </a:r>
          </a:p>
          <a:p>
            <a:r>
              <a:t>      "refs": [</a:t>
            </a:r>
          </a:p>
          <a:p>
            <a:r>
              <a:t>        {</a:t>
            </a:r>
          </a:p>
          <a:p>
            <a:r>
              <a:t>          "source_id": "s001",</a:t>
            </a:r>
          </a:p>
          <a:p>
            <a:r>
              <a:t>          "quote": "共通条件2 記載例6を継続的に確保すること"</a:t>
            </a:r>
          </a:p>
          <a:p>
            <a:r>
              <a:t>        }</a:t>
            </a:r>
          </a:p>
          <a:p>
            <a:r>
              <a:t>      ],</a:t>
            </a:r>
          </a:p>
          <a:p>
            <a:r>
              <a:t>      "mode": "verbatim"</a:t>
            </a:r>
          </a:p>
          <a:p>
            <a:r>
              <a:t>    }</a:t>
            </a:r>
          </a:p>
          <a:p>
            <a:r>
              <a:t>  ],</a:t>
            </a:r>
          </a:p>
          <a:p>
            <a:r>
              <a:t>  "citations": {</a:t>
            </a:r>
          </a:p>
          <a:p>
            <a:r>
              <a:t>    "s001": "Public MIT sample: templates/freeform_parts_16x9.html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"5fcb51e13225a5e0907048184be419bc2e0de6d09e0e6840257eb4243b158b32"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柱＋土台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009484"/>
            <a:ext cx="2651888" cy="2232000"/>
          </a:xfrm>
          <a:prstGeom prst="rect">
            <a:avLst/>
          </a:prstGeom>
          <a:solidFill>
            <a:srgbClr val="EFEEE8"/>
          </a:solidFill>
          <a:ln/>
        </p:spPr>
        <p:txBody>
          <a:bodyPr>
            <a:noAutofit/>
          </a:bodyPr>
          <a:p/>
        </p:txBody>
      </p:sp>
      <p:sp>
        <p:nvSpPr>
          <p:cNvPr id="11" name="shape:011"/>
          <p:cNvSpPr/>
          <p:nvPr/>
        </p:nvSpPr>
        <p:spPr>
          <a:xfrm>
            <a:off x="738072"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項目1</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記載例1</a:t>
            </a:r>
            <a:endParaRPr lang="en-US" sz="1100" dirty="0"/>
          </a:p>
        </p:txBody>
      </p:sp>
      <p:sp>
        <p:nvSpPr>
          <p:cNvPr id="12" name="shape:012"/>
          <p:cNvSpPr/>
          <p:nvPr/>
        </p:nvSpPr>
        <p:spPr>
          <a:xfrm>
            <a:off x="3371960" y="2009484"/>
            <a:ext cx="2651888" cy="2232000"/>
          </a:xfrm>
          <a:prstGeom prst="rect">
            <a:avLst/>
          </a:prstGeom>
          <a:solidFill>
            <a:srgbClr val="EFEEE8"/>
          </a:solidFill>
          <a:ln/>
        </p:spPr>
        <p:txBody>
          <a:bodyPr>
            <a:noAutofit/>
          </a:bodyPr>
          <a:p/>
        </p:txBody>
      </p:sp>
      <p:sp>
        <p:nvSpPr>
          <p:cNvPr id="13" name="shape:013"/>
          <p:cNvSpPr/>
          <p:nvPr/>
        </p:nvSpPr>
        <p:spPr>
          <a:xfrm>
            <a:off x="3533960"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項目2</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記載例2</a:t>
            </a:r>
            <a:endParaRPr lang="en-US" sz="1100" dirty="0"/>
          </a:p>
        </p:txBody>
      </p:sp>
      <p:sp>
        <p:nvSpPr>
          <p:cNvPr id="14" name="shape:014"/>
          <p:cNvSpPr/>
          <p:nvPr/>
        </p:nvSpPr>
        <p:spPr>
          <a:xfrm>
            <a:off x="6167848" y="2009484"/>
            <a:ext cx="2651888" cy="2232000"/>
          </a:xfrm>
          <a:prstGeom prst="rect">
            <a:avLst/>
          </a:prstGeom>
          <a:solidFill>
            <a:srgbClr val="EFEEE8"/>
          </a:solidFill>
          <a:ln/>
        </p:spPr>
        <p:txBody>
          <a:bodyPr>
            <a:noAutofit/>
          </a:bodyPr>
          <a:p/>
        </p:txBody>
      </p:sp>
      <p:sp>
        <p:nvSpPr>
          <p:cNvPr id="15" name="shape:015"/>
          <p:cNvSpPr/>
          <p:nvPr/>
        </p:nvSpPr>
        <p:spPr>
          <a:xfrm>
            <a:off x="6329848"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項目3</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記載例3</a:t>
            </a:r>
            <a:endParaRPr lang="en-US" sz="1100" dirty="0"/>
          </a:p>
        </p:txBody>
      </p:sp>
      <p:sp>
        <p:nvSpPr>
          <p:cNvPr id="16" name="shape:016"/>
          <p:cNvSpPr/>
          <p:nvPr/>
        </p:nvSpPr>
        <p:spPr>
          <a:xfrm>
            <a:off x="8963735" y="2009484"/>
            <a:ext cx="2651888" cy="2232000"/>
          </a:xfrm>
          <a:prstGeom prst="rect">
            <a:avLst/>
          </a:prstGeom>
          <a:solidFill>
            <a:srgbClr val="EFEEE8"/>
          </a:solidFill>
          <a:ln/>
        </p:spPr>
        <p:txBody>
          <a:bodyPr>
            <a:noAutofit/>
          </a:bodyPr>
          <a:p/>
        </p:txBody>
      </p:sp>
      <p:sp>
        <p:nvSpPr>
          <p:cNvPr id="17" name="shape:017"/>
          <p:cNvSpPr/>
          <p:nvPr/>
        </p:nvSpPr>
        <p:spPr>
          <a:xfrm>
            <a:off x="9125735"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322014"/>
                </a:solidFill>
                <a:latin typeface="Yu Gothic" pitchFamily="34" charset="0"/>
                <a:ea typeface="Yu Gothic" pitchFamily="34" charset="-122"/>
                <a:cs typeface="Yu Gothic" pitchFamily="34" charset="-120"/>
              </a:rPr>
              <a:t>項目4</a:t>
            </a:r>
            <a:endParaRPr lang="en-US" sz="1100" dirty="0"/>
          </a:p>
          <a:p>
            <a:pPr algn="l" indent="0" marL="0">
              <a:lnSpc>
                <a:spcPct val="115000"/>
              </a:lnSpc>
              <a:buNone/>
            </a:pPr>
            <a:r>
              <a:rPr lang="en-US" sz="900" dirty="0">
                <a:solidFill>
                  <a:srgbClr val="322014"/>
                </a:solidFill>
                <a:latin typeface="Yu Gothic" pitchFamily="34" charset="0"/>
                <a:ea typeface="Yu Gothic" pitchFamily="34" charset="-122"/>
                <a:cs typeface="Yu Gothic" pitchFamily="34" charset="-120"/>
              </a:rPr>
              <a:t>記載例4</a:t>
            </a:r>
            <a:endParaRPr lang="en-US" sz="1100" dirty="0"/>
          </a:p>
        </p:txBody>
      </p:sp>
      <p:sp>
        <p:nvSpPr>
          <p:cNvPr id="18" name="shape:018"/>
          <p:cNvSpPr/>
          <p:nvPr/>
        </p:nvSpPr>
        <p:spPr>
          <a:xfrm>
            <a:off x="576072" y="4565484"/>
            <a:ext cx="11039551" cy="450000"/>
          </a:xfrm>
          <a:prstGeom prst="rect">
            <a:avLst/>
          </a:prstGeom>
          <a:solidFill>
            <a:srgbClr val="322014"/>
          </a:solidFill>
          <a:ln/>
        </p:spPr>
        <p:txBody>
          <a:bodyPr>
            <a:noAutofit/>
          </a:bodyPr>
          <a:p/>
        </p:txBody>
      </p:sp>
      <p:sp>
        <p:nvSpPr>
          <p:cNvPr id="19" name="shape:019"/>
          <p:cNvSpPr/>
          <p:nvPr/>
        </p:nvSpPr>
        <p:spPr>
          <a:xfrm>
            <a:off x="756072" y="456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共通条件1 記載例5を全社で整えること</a:t>
            </a:r>
            <a:endParaRPr lang="en-US" sz="1050" dirty="0"/>
          </a:p>
        </p:txBody>
      </p:sp>
      <p:sp>
        <p:nvSpPr>
          <p:cNvPr id="20" name="shape:020"/>
          <p:cNvSpPr/>
          <p:nvPr/>
        </p:nvSpPr>
        <p:spPr>
          <a:xfrm>
            <a:off x="576072" y="5285484"/>
            <a:ext cx="11039551" cy="450000"/>
          </a:xfrm>
          <a:prstGeom prst="rect">
            <a:avLst/>
          </a:prstGeom>
          <a:solidFill>
            <a:srgbClr val="322014"/>
          </a:solidFill>
          <a:ln/>
        </p:spPr>
        <p:txBody>
          <a:bodyPr>
            <a:noAutofit/>
          </a:bodyPr>
          <a:p/>
        </p:txBody>
      </p:sp>
      <p:sp>
        <p:nvSpPr>
          <p:cNvPr id="21" name="shape:021"/>
          <p:cNvSpPr/>
          <p:nvPr/>
        </p:nvSpPr>
        <p:spPr>
          <a:xfrm>
            <a:off x="756072" y="528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C5A681"/>
                </a:solidFill>
                <a:latin typeface="Yu Gothic" pitchFamily="34" charset="0"/>
                <a:ea typeface="Yu Gothic" pitchFamily="34" charset="-122"/>
                <a:cs typeface="Yu Gothic" pitchFamily="34" charset="-120"/>
              </a:rPr>
              <a:t>共通条件2 記載例6を継続的に確保すること</a:t>
            </a:r>
            <a:endParaRPr lang="en-US" sz="105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