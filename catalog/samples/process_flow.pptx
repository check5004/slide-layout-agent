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"process_flow",</a:t>
            </a:r>
          </a:p>
          <a:p>
            <a:r>
              <a:t>  "variant": "warm",</a:t>
            </a:r>
          </a:p>
          <a:p>
            <a:r>
              <a:t>  "rationale": "Public template fixture; short fictional slot content; no private data.",</a:t>
            </a:r>
          </a:p>
          <a:p>
            <a:r>
              <a:t>  "source_sha256": "ff3d972d443a1bb70ae80b3667f7ca7c6c9e4a823942ca71fb5b39b5cc791db5",</a:t>
            </a:r>
          </a:p>
          <a:p>
            <a:r>
              <a:t>  "evidence": [</a:t>
            </a:r>
          </a:p>
          <a:p>
            <a:r>
              <a:t>    {</a:t>
            </a:r>
          </a:p>
          <a:p>
            <a:r>
              <a:t>      "text": "プロセスの段階",</a:t>
            </a:r>
          </a:p>
          <a:p>
            <a:r>
              <a:t>      "refs": [</a:t>
            </a:r>
          </a:p>
          <a:p>
            <a:r>
              <a:t>        {</a:t>
            </a:r>
          </a:p>
          <a:p>
            <a:r>
              <a:t>          "source_id": "s001",</a:t>
            </a:r>
          </a:p>
          <a:p>
            <a:r>
              <a:t>          "quote": "プロセスの段階"</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"1",</a:t>
            </a:r>
          </a:p>
          <a:p>
            <a:r>
              <a:t>      "refs": [</a:t>
            </a:r>
          </a:p>
          <a:p>
            <a:r>
              <a:t>        {</a:t>
            </a:r>
          </a:p>
          <a:p>
            <a:r>
              <a:t>          "source_id": "s001",</a:t>
            </a:r>
          </a:p>
          <a:p>
            <a:r>
              <a:t>          "quote": "1"</a:t>
            </a:r>
          </a:p>
          <a:p>
            <a:r>
              <a:t>        }</a:t>
            </a:r>
          </a:p>
          <a:p>
            <a:r>
              <a:t>      ],</a:t>
            </a:r>
          </a:p>
          <a:p>
            <a:r>
              <a:t>      "mode": "verbatim"</a:t>
            </a:r>
          </a:p>
          <a:p>
            <a:r>
              <a:t>    },</a:t>
            </a:r>
          </a:p>
          <a:p>
            <a:r>
              <a:t>    {</a:t>
            </a:r>
          </a:p>
          <a:p>
            <a:r>
              <a:t>      "text": "見出し 2",</a:t>
            </a:r>
          </a:p>
          <a:p>
            <a:r>
              <a:t>      "refs": [</a:t>
            </a:r>
          </a:p>
          <a:p>
            <a:r>
              <a:t>        {</a:t>
            </a:r>
          </a:p>
          <a:p>
            <a:r>
              <a:t>          "source_id": "s001",</a:t>
            </a:r>
          </a:p>
          <a:p>
            <a:r>
              <a:t>          "quote": "見出し 2"</a:t>
            </a:r>
          </a:p>
          <a:p>
            <a:r>
              <a:t>        }</a:t>
            </a:r>
          </a:p>
          <a:p>
            <a:r>
              <a:t>      ],</a:t>
            </a:r>
          </a:p>
          <a:p>
            <a:r>
              <a:t>      "mode": "verbatim"</a:t>
            </a:r>
          </a:p>
          <a:p>
            <a:r>
              <a:t>    },</a:t>
            </a:r>
          </a:p>
          <a:p>
            <a:r>
              <a:t>    {</a:t>
            </a:r>
          </a:p>
          <a:p>
            <a:r>
              <a:t>      "text": "記載例1",</a:t>
            </a:r>
          </a:p>
          <a:p>
            <a:r>
              <a:t>      "refs": [</a:t>
            </a:r>
          </a:p>
          <a:p>
            <a:r>
              <a:t>        {</a:t>
            </a:r>
          </a:p>
          <a:p>
            <a:r>
              <a:t>          "source_id": "s001",</a:t>
            </a:r>
          </a:p>
          <a:p>
            <a:r>
              <a:t>          "quote": "記載例1"</a:t>
            </a:r>
          </a:p>
          <a:p>
            <a:r>
              <a:t>        }</a:t>
            </a:r>
          </a:p>
          <a:p>
            <a:r>
              <a:t>      ],</a:t>
            </a:r>
          </a:p>
          <a:p>
            <a:r>
              <a:t>      "mode": "verbatim"</a:t>
            </a:r>
          </a:p>
          <a:p>
            <a:r>
              <a:t>    },</a:t>
            </a:r>
          </a:p>
          <a:p>
            <a:r>
              <a:t>    {</a:t>
            </a:r>
          </a:p>
          <a:p>
            <a:r>
              <a:t>      "text": "›",</a:t>
            </a:r>
          </a:p>
          <a:p>
            <a:r>
              <a:t>      "refs": [</a:t>
            </a:r>
          </a:p>
          <a:p>
            <a:r>
              <a:t>        {</a:t>
            </a:r>
          </a:p>
          <a:p>
            <a:r>
              <a:t>          "source_id": "s001",</a:t>
            </a:r>
          </a:p>
          <a:p>
            <a:r>
              <a:t>          "quote": "›"</a:t>
            </a:r>
          </a:p>
          <a:p>
            <a:r>
              <a:t>        }</a:t>
            </a:r>
          </a:p>
          <a:p>
            <a:r>
              <a:t>      ],</a:t>
            </a:r>
          </a:p>
          <a:p>
            <a:r>
              <a:t>      "mode": "verbatim"</a:t>
            </a:r>
          </a:p>
          <a:p>
            <a:r>
              <a:t>    },</a:t>
            </a:r>
          </a:p>
          <a:p>
            <a:r>
              <a:t>    {</a:t>
            </a:r>
          </a:p>
          <a:p>
            <a:r>
              <a:t>      "text": "2",</a:t>
            </a:r>
          </a:p>
          <a:p>
            <a:r>
              <a:t>      "refs": [</a:t>
            </a:r>
          </a:p>
          <a:p>
            <a:r>
              <a:t>        {</a:t>
            </a:r>
          </a:p>
          <a:p>
            <a:r>
              <a:t>          "source_id": "s001",</a:t>
            </a:r>
          </a:p>
          <a:p>
            <a:r>
              <a:t>          "quote": "2"</a:t>
            </a:r>
          </a:p>
          <a:p>
            <a:r>
              <a:t>        }</a:t>
            </a:r>
          </a:p>
          <a:p>
            <a:r>
              <a:t>      ],</a:t>
            </a:r>
          </a:p>
          <a:p>
            <a:r>
              <a:t>      "mode": "verbatim"</a:t>
            </a:r>
          </a:p>
          <a:p>
            <a:r>
              <a:t>    },</a:t>
            </a:r>
          </a:p>
          <a:p>
            <a:r>
              <a:t>    {</a:t>
            </a:r>
          </a:p>
          <a:p>
            <a:r>
              <a:t>      "text": "見出し 3",</a:t>
            </a:r>
          </a:p>
          <a:p>
            <a:r>
              <a:t>      "refs": [</a:t>
            </a:r>
          </a:p>
          <a:p>
            <a:r>
              <a:t>        {</a:t>
            </a:r>
          </a:p>
          <a:p>
            <a:r>
              <a:t>          "source_id": "s001",</a:t>
            </a:r>
          </a:p>
          <a:p>
            <a:r>
              <a:t>          "quote": "見出し 3"</a:t>
            </a:r>
          </a:p>
          <a:p>
            <a:r>
              <a:t>        }</a:t>
            </a:r>
          </a:p>
          <a:p>
            <a:r>
              <a:t>      ],</a:t>
            </a:r>
          </a:p>
          <a:p>
            <a:r>
              <a:t>      "mode": "verbatim"</a:t>
            </a:r>
          </a:p>
          <a:p>
            <a:r>
              <a:t>    },</a:t>
            </a:r>
          </a:p>
          <a:p>
            <a:r>
              <a:t>    {</a:t>
            </a:r>
          </a:p>
          <a:p>
            <a:r>
              <a:t>      "text": "記載例2",</a:t>
            </a:r>
          </a:p>
          <a:p>
            <a:r>
              <a:t>      "refs": [</a:t>
            </a:r>
          </a:p>
          <a:p>
            <a:r>
              <a:t>        {</a:t>
            </a:r>
          </a:p>
          <a:p>
            <a:r>
              <a:t>          "source_id": "s001",</a:t>
            </a:r>
          </a:p>
          <a:p>
            <a:r>
              <a:t>          "quote": "記載例2"</a:t>
            </a:r>
          </a:p>
          <a:p>
            <a:r>
              <a:t>        }</a:t>
            </a:r>
          </a:p>
          <a:p>
            <a:r>
              <a:t>      ],</a:t>
            </a:r>
          </a:p>
          <a:p>
            <a:r>
              <a:t>      "mode": "verbatim"</a:t>
            </a:r>
          </a:p>
          <a:p>
            <a:r>
              <a:t>    },</a:t>
            </a:r>
          </a:p>
          <a:p>
            <a:r>
              <a:t>    {</a:t>
            </a:r>
          </a:p>
          <a:p>
            <a:r>
              <a:t>      "text": "›",</a:t>
            </a:r>
          </a:p>
          <a:p>
            <a:r>
              <a:t>      "refs": [</a:t>
            </a:r>
          </a:p>
          <a:p>
            <a:r>
              <a:t>        {</a:t>
            </a:r>
          </a:p>
          <a:p>
            <a:r>
              <a:t>          "source_id": "s001",</a:t>
            </a:r>
          </a:p>
          <a:p>
            <a:r>
              <a:t>          "quote": "›"</a:t>
            </a:r>
          </a:p>
          <a:p>
            <a:r>
              <a:t>        }</a:t>
            </a:r>
          </a:p>
          <a:p>
            <a:r>
              <a:t>      ],</a:t>
            </a:r>
          </a:p>
          <a:p>
            <a:r>
              <a:t>      "mode": "verbatim"</a:t>
            </a:r>
          </a:p>
          <a:p>
            <a:r>
              <a:t>    },</a:t>
            </a:r>
          </a:p>
          <a:p>
            <a:r>
              <a:t>    {</a:t>
            </a:r>
          </a:p>
          <a:p>
            <a:r>
              <a:t>      "text": "3",</a:t>
            </a:r>
          </a:p>
          <a:p>
            <a:r>
              <a:t>      "refs": [</a:t>
            </a:r>
          </a:p>
          <a:p>
            <a:r>
              <a:t>        {</a:t>
            </a:r>
          </a:p>
          <a:p>
            <a:r>
              <a:t>          "source_id": "s001",</a:t>
            </a:r>
          </a:p>
          <a:p>
            <a:r>
              <a:t>          "quote": "3"</a:t>
            </a:r>
          </a:p>
          <a:p>
            <a:r>
              <a:t>        }</a:t>
            </a:r>
          </a:p>
          <a:p>
            <a:r>
              <a:t>      ],</a:t>
            </a:r>
          </a:p>
          <a:p>
            <a:r>
              <a:t>      "mode": "verbatim"</a:t>
            </a:r>
          </a:p>
          <a:p>
            <a:r>
              <a:t>    },</a:t>
            </a:r>
          </a:p>
          <a:p>
            <a:r>
              <a:t>    {</a:t>
            </a:r>
          </a:p>
          <a:p>
            <a:r>
              <a:t>      "text": "見出し 4",</a:t>
            </a:r>
          </a:p>
          <a:p>
            <a:r>
              <a:t>      "refs": [</a:t>
            </a:r>
          </a:p>
          <a:p>
            <a:r>
              <a:t>        {</a:t>
            </a:r>
          </a:p>
          <a:p>
            <a:r>
              <a:t>          "source_id": "s001",</a:t>
            </a:r>
          </a:p>
          <a:p>
            <a:r>
              <a:t>          "quote": "見出し 4"</a:t>
            </a:r>
          </a:p>
          <a:p>
            <a:r>
              <a:t>        }</a:t>
            </a:r>
          </a:p>
          <a:p>
            <a:r>
              <a:t>      ],</a:t>
            </a:r>
          </a:p>
          <a:p>
            <a:r>
              <a:t>      "mode": "verbatim"</a:t>
            </a:r>
          </a:p>
          <a:p>
            <a:r>
              <a:t>    },</a:t>
            </a:r>
          </a:p>
          <a:p>
            <a:r>
              <a:t>    {</a:t>
            </a:r>
          </a:p>
          <a:p>
            <a:r>
              <a:t>      "text": "記載例3",</a:t>
            </a:r>
          </a:p>
          <a:p>
            <a:r>
              <a:t>      "refs": [</a:t>
            </a:r>
          </a:p>
          <a:p>
            <a:r>
              <a:t>        {</a:t>
            </a:r>
          </a:p>
          <a:p>
            <a:r>
              <a:t>          "source_id": "s001",</a:t>
            </a:r>
          </a:p>
          <a:p>
            <a:r>
              <a:t>          "quote": "記載例3"</a:t>
            </a:r>
          </a:p>
          <a:p>
            <a:r>
              <a:t>        }</a:t>
            </a:r>
          </a:p>
          <a:p>
            <a:r>
              <a:t>      ],</a:t>
            </a:r>
          </a:p>
          <a:p>
            <a:r>
              <a:t>      "mode": "verbatim"</a:t>
            </a:r>
          </a:p>
          <a:p>
            <a:r>
              <a:t>    },</a:t>
            </a:r>
          </a:p>
          <a:p>
            <a:r>
              <a:t>    {</a:t>
            </a:r>
          </a:p>
          <a:p>
            <a:r>
              <a:t>      "text": "›",</a:t>
            </a:r>
          </a:p>
          <a:p>
            <a:r>
              <a:t>      "refs": [</a:t>
            </a:r>
          </a:p>
          <a:p>
            <a:r>
              <a:t>        {</a:t>
            </a:r>
          </a:p>
          <a:p>
            <a:r>
              <a:t>          "source_id": "s001",</a:t>
            </a:r>
          </a:p>
          <a:p>
            <a:r>
              <a:t>          "quote": "›"</a:t>
            </a:r>
          </a:p>
          <a:p>
            <a:r>
              <a:t>        }</a:t>
            </a:r>
          </a:p>
          <a:p>
            <a:r>
              <a:t>      ],</a:t>
            </a:r>
          </a:p>
          <a:p>
            <a:r>
              <a:t>      "mode": "verbatim"</a:t>
            </a:r>
          </a:p>
          <a:p>
            <a:r>
              <a:t>    },</a:t>
            </a:r>
          </a:p>
          <a:p>
            <a:r>
              <a:t>    {</a:t>
            </a:r>
          </a:p>
          <a:p>
            <a:r>
              <a:t>      "text": "4",</a:t>
            </a:r>
          </a:p>
          <a:p>
            <a:r>
              <a:t>      "refs": [</a:t>
            </a:r>
          </a:p>
          <a:p>
            <a:r>
              <a:t>        {</a:t>
            </a:r>
          </a:p>
          <a:p>
            <a:r>
              <a:t>          "source_id": "s001",</a:t>
            </a:r>
          </a:p>
          <a:p>
            <a:r>
              <a:t>          "quote": "4"</a:t>
            </a:r>
          </a:p>
          <a:p>
            <a:r>
              <a:t>        }</a:t>
            </a:r>
          </a:p>
          <a:p>
            <a:r>
              <a:t>      ],</a:t>
            </a:r>
          </a:p>
          <a:p>
            <a:r>
              <a:t>      "mode": "verbatim"</a:t>
            </a:r>
          </a:p>
          <a:p>
            <a:r>
              <a:t>    },</a:t>
            </a:r>
          </a:p>
          <a:p>
            <a:r>
              <a:t>    {</a:t>
            </a:r>
          </a:p>
          <a:p>
            <a:r>
              <a:t>      "text": "見出し 5",</a:t>
            </a:r>
          </a:p>
          <a:p>
            <a:r>
              <a:t>      "refs": [</a:t>
            </a:r>
          </a:p>
          <a:p>
            <a:r>
              <a:t>        {</a:t>
            </a:r>
          </a:p>
          <a:p>
            <a:r>
              <a:t>          "source_id": "s001",</a:t>
            </a:r>
          </a:p>
          <a:p>
            <a:r>
              <a:t>          "quote": "見出し 5"</a:t>
            </a:r>
          </a:p>
          <a:p>
            <a:r>
              <a:t>        }</a:t>
            </a:r>
          </a:p>
          <a:p>
            <a:r>
              <a:t>      ],</a:t>
            </a:r>
          </a:p>
          <a:p>
            <a:r>
              <a:t>      "mode": "verbatim"</a:t>
            </a:r>
          </a:p>
          <a:p>
            <a:r>
              <a:t>    },</a:t>
            </a:r>
          </a:p>
          <a:p>
            <a:r>
              <a:t>    {</a:t>
            </a:r>
          </a:p>
          <a:p>
            <a:r>
              <a:t>      "text": "記載例4",</a:t>
            </a:r>
          </a:p>
          <a:p>
            <a:r>
              <a:t>      "refs": [</a:t>
            </a:r>
          </a:p>
          <a:p>
            <a:r>
              <a:t>        {</a:t>
            </a:r>
          </a:p>
          <a:p>
            <a:r>
              <a:t>          "source_id": "s001",</a:t>
            </a:r>
          </a:p>
          <a:p>
            <a:r>
              <a:t>          "quote": "記載例4"</a:t>
            </a:r>
          </a:p>
          <a:p>
            <a:r>
              <a:t>        }</a:t>
            </a:r>
          </a:p>
          <a:p>
            <a:r>
              <a:t>      ],</a:t>
            </a:r>
          </a:p>
          <a:p>
            <a:r>
              <a:t>      "mode": "verbatim"</a:t>
            </a:r>
          </a:p>
          <a:p>
            <a:r>
              <a:t>    }</a:t>
            </a:r>
          </a:p>
          <a:p>
            <a:r>
              <a:t>  ],</a:t>
            </a:r>
          </a:p>
          <a:p>
            <a:r>
              <a:t>  "citations": {</a:t>
            </a:r>
          </a:p>
          <a:p>
            <a:r>
              <a:t>    "s001": "Public MIT sample: templates/freeform_parts_more_16x9.html section 28"</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"0d768e5fd3e65580728fb4d58f8e14b7e5be62d8531164949d9c5c5d6fd06084"</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m28</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プロセスの段階</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3188684"/>
            <a:ext cx="457200" cy="457200"/>
          </a:xfrm>
          <a:prstGeom prst="ellipse">
            <a:avLst/>
          </a:prstGeom>
          <a:ln w="19050">
            <a:solidFill>
              <a:srgbClr val="322014"/>
            </a:solidFill>
            <a:prstDash val="solid"/>
          </a:ln>
        </p:spPr>
        <p:txBody>
          <a:bodyPr>
            <a:noAutofit/>
          </a:bodyPr>
          <a:p/>
        </p:txBody>
      </p:sp>
      <p:sp>
        <p:nvSpPr>
          <p:cNvPr id="11" name="shape:011"/>
          <p:cNvSpPr/>
          <p:nvPr/>
        </p:nvSpPr>
        <p:spPr>
          <a:xfrm>
            <a:off x="576072" y="3188684"/>
            <a:ext cx="457200" cy="457200"/>
          </a:xfrm>
          <a:prstGeom prst="rect">
            <a:avLst/>
          </a:prstGeom>
          <a:noFill/>
          <a:ln/>
        </p:spPr>
        <p:txBody>
          <a:bodyPr wrap="square" lIns="381" tIns="381" rIns="381" bIns="381" rtlCol="0" anchor="ctr">
            <a:noAutofit/>
          </a:bodyPr>
          <a:lstStyle/>
          <a:p>
            <a:pPr algn="ctr" indent="0" marL="0">
              <a:buNone/>
            </a:pPr>
            <a:r>
              <a:rPr lang="en-US" sz="1500" b="1" dirty="0">
                <a:solidFill>
                  <a:srgbClr val="322014"/>
                </a:solidFill>
                <a:latin typeface="Yu Gothic" pitchFamily="34" charset="0"/>
                <a:ea typeface="Yu Gothic" pitchFamily="34" charset="-122"/>
                <a:cs typeface="Yu Gothic" pitchFamily="34" charset="-120"/>
              </a:rPr>
              <a:t>1</a:t>
            </a:r>
            <a:endParaRPr lang="en-US" sz="1500" dirty="0"/>
          </a:p>
        </p:txBody>
      </p:sp>
      <p:sp>
        <p:nvSpPr>
          <p:cNvPr id="12" name="shape:012"/>
          <p:cNvSpPr/>
          <p:nvPr/>
        </p:nvSpPr>
        <p:spPr>
          <a:xfrm>
            <a:off x="576072" y="3847052"/>
            <a:ext cx="2439848" cy="384048"/>
          </a:xfrm>
          <a:prstGeom prst="rect">
            <a:avLst/>
          </a:prstGeom>
          <a:noFill/>
          <a:ln/>
        </p:spPr>
        <p:txBody>
          <a:bodyPr wrap="square" lIns="381" tIns="381" rIns="381" bIns="381" rtlCol="0" anchor="t">
            <a:noAutofit/>
          </a:bodyPr>
          <a:lstStyle/>
          <a:p>
            <a:pPr algn="l" indent="0" marL="0">
              <a:buNone/>
            </a:pPr>
            <a:r>
              <a:rPr lang="en-US" sz="1450" b="1" dirty="0">
                <a:solidFill>
                  <a:srgbClr val="322014"/>
                </a:solidFill>
                <a:latin typeface="Yu Gothic" pitchFamily="34" charset="0"/>
                <a:ea typeface="Yu Gothic" pitchFamily="34" charset="-122"/>
                <a:cs typeface="Yu Gothic" pitchFamily="34" charset="-120"/>
              </a:rPr>
              <a:t>見出し 2</a:t>
            </a:r>
            <a:endParaRPr lang="en-US" sz="1450" dirty="0"/>
          </a:p>
        </p:txBody>
      </p:sp>
      <p:sp>
        <p:nvSpPr>
          <p:cNvPr id="13" name="shape:013"/>
          <p:cNvSpPr/>
          <p:nvPr/>
        </p:nvSpPr>
        <p:spPr>
          <a:xfrm>
            <a:off x="576072" y="4267676"/>
            <a:ext cx="2439848" cy="137160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記載例1</a:t>
            </a:r>
            <a:endParaRPr lang="en-US" sz="1150" dirty="0"/>
          </a:p>
        </p:txBody>
      </p:sp>
      <p:sp>
        <p:nvSpPr>
          <p:cNvPr id="14" name="shape:014"/>
          <p:cNvSpPr/>
          <p:nvPr/>
        </p:nvSpPr>
        <p:spPr>
          <a:xfrm>
            <a:off x="2878760" y="3188684"/>
            <a:ext cx="365760" cy="457200"/>
          </a:xfrm>
          <a:prstGeom prst="rect">
            <a:avLst/>
          </a:prstGeom>
          <a:noFill/>
          <a:ln/>
        </p:spPr>
        <p:txBody>
          <a:bodyPr wrap="square" lIns="381" tIns="381" rIns="381" bIns="381" rtlCol="0" anchor="ctr">
            <a:noAutofit/>
          </a:bodyPr>
          <a:lstStyle/>
          <a:p>
            <a:pPr algn="ctr" indent="0" marL="0">
              <a:buNone/>
            </a:pPr>
            <a:r>
              <a:rPr lang="en-US" sz="2200" b="1" dirty="0">
                <a:solidFill>
                  <a:srgbClr val="322014"/>
                </a:solidFill>
                <a:latin typeface="Yu Gothic" pitchFamily="34" charset="0"/>
                <a:ea typeface="Yu Gothic" pitchFamily="34" charset="-122"/>
                <a:cs typeface="Yu Gothic" pitchFamily="34" charset="-120"/>
              </a:rPr>
              <a:t>›</a:t>
            </a:r>
            <a:endParaRPr lang="en-US" sz="2200" dirty="0"/>
          </a:p>
        </p:txBody>
      </p:sp>
      <p:sp>
        <p:nvSpPr>
          <p:cNvPr id="15" name="shape:015"/>
          <p:cNvSpPr/>
          <p:nvPr/>
        </p:nvSpPr>
        <p:spPr>
          <a:xfrm>
            <a:off x="3335960" y="3188684"/>
            <a:ext cx="457200" cy="457200"/>
          </a:xfrm>
          <a:prstGeom prst="ellipse">
            <a:avLst/>
          </a:prstGeom>
          <a:ln w="19050">
            <a:solidFill>
              <a:srgbClr val="322014"/>
            </a:solidFill>
            <a:prstDash val="solid"/>
          </a:ln>
        </p:spPr>
        <p:txBody>
          <a:bodyPr>
            <a:noAutofit/>
          </a:bodyPr>
          <a:p/>
        </p:txBody>
      </p:sp>
      <p:sp>
        <p:nvSpPr>
          <p:cNvPr id="16" name="shape:016"/>
          <p:cNvSpPr/>
          <p:nvPr/>
        </p:nvSpPr>
        <p:spPr>
          <a:xfrm>
            <a:off x="3335960" y="3188684"/>
            <a:ext cx="457200" cy="457200"/>
          </a:xfrm>
          <a:prstGeom prst="rect">
            <a:avLst/>
          </a:prstGeom>
          <a:noFill/>
          <a:ln/>
        </p:spPr>
        <p:txBody>
          <a:bodyPr wrap="square" lIns="381" tIns="381" rIns="381" bIns="381" rtlCol="0" anchor="ctr">
            <a:noAutofit/>
          </a:bodyPr>
          <a:lstStyle/>
          <a:p>
            <a:pPr algn="ctr" indent="0" marL="0">
              <a:buNone/>
            </a:pPr>
            <a:r>
              <a:rPr lang="en-US" sz="1500" b="1" dirty="0">
                <a:solidFill>
                  <a:srgbClr val="322014"/>
                </a:solidFill>
                <a:latin typeface="Yu Gothic" pitchFamily="34" charset="0"/>
                <a:ea typeface="Yu Gothic" pitchFamily="34" charset="-122"/>
                <a:cs typeface="Yu Gothic" pitchFamily="34" charset="-120"/>
              </a:rPr>
              <a:t>2</a:t>
            </a:r>
            <a:endParaRPr lang="en-US" sz="1500" dirty="0"/>
          </a:p>
        </p:txBody>
      </p:sp>
      <p:sp>
        <p:nvSpPr>
          <p:cNvPr id="17" name="shape:017"/>
          <p:cNvSpPr/>
          <p:nvPr/>
        </p:nvSpPr>
        <p:spPr>
          <a:xfrm>
            <a:off x="3335960" y="3847052"/>
            <a:ext cx="2439848" cy="384048"/>
          </a:xfrm>
          <a:prstGeom prst="rect">
            <a:avLst/>
          </a:prstGeom>
          <a:noFill/>
          <a:ln/>
        </p:spPr>
        <p:txBody>
          <a:bodyPr wrap="square" lIns="381" tIns="381" rIns="381" bIns="381" rtlCol="0" anchor="t">
            <a:noAutofit/>
          </a:bodyPr>
          <a:lstStyle/>
          <a:p>
            <a:pPr algn="l" indent="0" marL="0">
              <a:buNone/>
            </a:pPr>
            <a:r>
              <a:rPr lang="en-US" sz="1450" b="1" dirty="0">
                <a:solidFill>
                  <a:srgbClr val="322014"/>
                </a:solidFill>
                <a:latin typeface="Yu Gothic" pitchFamily="34" charset="0"/>
                <a:ea typeface="Yu Gothic" pitchFamily="34" charset="-122"/>
                <a:cs typeface="Yu Gothic" pitchFamily="34" charset="-120"/>
              </a:rPr>
              <a:t>見出し 3</a:t>
            </a:r>
            <a:endParaRPr lang="en-US" sz="1450" dirty="0"/>
          </a:p>
        </p:txBody>
      </p:sp>
      <p:sp>
        <p:nvSpPr>
          <p:cNvPr id="18" name="shape:018"/>
          <p:cNvSpPr/>
          <p:nvPr/>
        </p:nvSpPr>
        <p:spPr>
          <a:xfrm>
            <a:off x="3335960" y="4267676"/>
            <a:ext cx="2439848" cy="137160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記載例2</a:t>
            </a:r>
            <a:endParaRPr lang="en-US" sz="1150" dirty="0"/>
          </a:p>
        </p:txBody>
      </p:sp>
      <p:sp>
        <p:nvSpPr>
          <p:cNvPr id="19" name="shape:019"/>
          <p:cNvSpPr/>
          <p:nvPr/>
        </p:nvSpPr>
        <p:spPr>
          <a:xfrm>
            <a:off x="5638648" y="3188684"/>
            <a:ext cx="365760" cy="457200"/>
          </a:xfrm>
          <a:prstGeom prst="rect">
            <a:avLst/>
          </a:prstGeom>
          <a:noFill/>
          <a:ln/>
        </p:spPr>
        <p:txBody>
          <a:bodyPr wrap="square" lIns="381" tIns="381" rIns="381" bIns="381" rtlCol="0" anchor="ctr">
            <a:noAutofit/>
          </a:bodyPr>
          <a:lstStyle/>
          <a:p>
            <a:pPr algn="ctr" indent="0" marL="0">
              <a:buNone/>
            </a:pPr>
            <a:r>
              <a:rPr lang="en-US" sz="2200" b="1" dirty="0">
                <a:solidFill>
                  <a:srgbClr val="322014"/>
                </a:solidFill>
                <a:latin typeface="Yu Gothic" pitchFamily="34" charset="0"/>
                <a:ea typeface="Yu Gothic" pitchFamily="34" charset="-122"/>
                <a:cs typeface="Yu Gothic" pitchFamily="34" charset="-120"/>
              </a:rPr>
              <a:t>›</a:t>
            </a:r>
            <a:endParaRPr lang="en-US" sz="2200" dirty="0"/>
          </a:p>
        </p:txBody>
      </p:sp>
      <p:sp>
        <p:nvSpPr>
          <p:cNvPr id="20" name="shape:020"/>
          <p:cNvSpPr/>
          <p:nvPr/>
        </p:nvSpPr>
        <p:spPr>
          <a:xfrm>
            <a:off x="6095848" y="3188684"/>
            <a:ext cx="457200" cy="457200"/>
          </a:xfrm>
          <a:prstGeom prst="ellipse">
            <a:avLst/>
          </a:prstGeom>
          <a:ln w="19050">
            <a:solidFill>
              <a:srgbClr val="322014"/>
            </a:solidFill>
            <a:prstDash val="solid"/>
          </a:ln>
        </p:spPr>
        <p:txBody>
          <a:bodyPr>
            <a:noAutofit/>
          </a:bodyPr>
          <a:p/>
        </p:txBody>
      </p:sp>
      <p:sp>
        <p:nvSpPr>
          <p:cNvPr id="21" name="shape:021"/>
          <p:cNvSpPr/>
          <p:nvPr/>
        </p:nvSpPr>
        <p:spPr>
          <a:xfrm>
            <a:off x="6095848" y="3188684"/>
            <a:ext cx="457200" cy="457200"/>
          </a:xfrm>
          <a:prstGeom prst="rect">
            <a:avLst/>
          </a:prstGeom>
          <a:noFill/>
          <a:ln/>
        </p:spPr>
        <p:txBody>
          <a:bodyPr wrap="square" lIns="381" tIns="381" rIns="381" bIns="381" rtlCol="0" anchor="ctr">
            <a:noAutofit/>
          </a:bodyPr>
          <a:lstStyle/>
          <a:p>
            <a:pPr algn="ctr" indent="0" marL="0">
              <a:buNone/>
            </a:pPr>
            <a:r>
              <a:rPr lang="en-US" sz="1500" b="1" dirty="0">
                <a:solidFill>
                  <a:srgbClr val="322014"/>
                </a:solidFill>
                <a:latin typeface="Yu Gothic" pitchFamily="34" charset="0"/>
                <a:ea typeface="Yu Gothic" pitchFamily="34" charset="-122"/>
                <a:cs typeface="Yu Gothic" pitchFamily="34" charset="-120"/>
              </a:rPr>
              <a:t>3</a:t>
            </a:r>
            <a:endParaRPr lang="en-US" sz="1500" dirty="0"/>
          </a:p>
        </p:txBody>
      </p:sp>
      <p:sp>
        <p:nvSpPr>
          <p:cNvPr id="22" name="shape:022"/>
          <p:cNvSpPr/>
          <p:nvPr/>
        </p:nvSpPr>
        <p:spPr>
          <a:xfrm>
            <a:off x="6095848" y="3847052"/>
            <a:ext cx="2439848" cy="384048"/>
          </a:xfrm>
          <a:prstGeom prst="rect">
            <a:avLst/>
          </a:prstGeom>
          <a:noFill/>
          <a:ln/>
        </p:spPr>
        <p:txBody>
          <a:bodyPr wrap="square" lIns="381" tIns="381" rIns="381" bIns="381" rtlCol="0" anchor="t">
            <a:noAutofit/>
          </a:bodyPr>
          <a:lstStyle/>
          <a:p>
            <a:pPr algn="l" indent="0" marL="0">
              <a:buNone/>
            </a:pPr>
            <a:r>
              <a:rPr lang="en-US" sz="1450" b="1" dirty="0">
                <a:solidFill>
                  <a:srgbClr val="322014"/>
                </a:solidFill>
                <a:latin typeface="Yu Gothic" pitchFamily="34" charset="0"/>
                <a:ea typeface="Yu Gothic" pitchFamily="34" charset="-122"/>
                <a:cs typeface="Yu Gothic" pitchFamily="34" charset="-120"/>
              </a:rPr>
              <a:t>見出し 4</a:t>
            </a:r>
            <a:endParaRPr lang="en-US" sz="1450" dirty="0"/>
          </a:p>
        </p:txBody>
      </p:sp>
      <p:sp>
        <p:nvSpPr>
          <p:cNvPr id="23" name="shape:023"/>
          <p:cNvSpPr/>
          <p:nvPr/>
        </p:nvSpPr>
        <p:spPr>
          <a:xfrm>
            <a:off x="6095848" y="4267676"/>
            <a:ext cx="2439848" cy="137160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記載例3</a:t>
            </a:r>
            <a:endParaRPr lang="en-US" sz="1150" dirty="0"/>
          </a:p>
        </p:txBody>
      </p:sp>
      <p:sp>
        <p:nvSpPr>
          <p:cNvPr id="24" name="shape:024"/>
          <p:cNvSpPr/>
          <p:nvPr/>
        </p:nvSpPr>
        <p:spPr>
          <a:xfrm>
            <a:off x="8398535" y="3188684"/>
            <a:ext cx="365760" cy="457200"/>
          </a:xfrm>
          <a:prstGeom prst="rect">
            <a:avLst/>
          </a:prstGeom>
          <a:noFill/>
          <a:ln/>
        </p:spPr>
        <p:txBody>
          <a:bodyPr wrap="square" lIns="381" tIns="381" rIns="381" bIns="381" rtlCol="0" anchor="ctr">
            <a:noAutofit/>
          </a:bodyPr>
          <a:lstStyle/>
          <a:p>
            <a:pPr algn="ctr" indent="0" marL="0">
              <a:buNone/>
            </a:pPr>
            <a:r>
              <a:rPr lang="en-US" sz="2200" b="1" dirty="0">
                <a:solidFill>
                  <a:srgbClr val="322014"/>
                </a:solidFill>
                <a:latin typeface="Yu Gothic" pitchFamily="34" charset="0"/>
                <a:ea typeface="Yu Gothic" pitchFamily="34" charset="-122"/>
                <a:cs typeface="Yu Gothic" pitchFamily="34" charset="-120"/>
              </a:rPr>
              <a:t>›</a:t>
            </a:r>
            <a:endParaRPr lang="en-US" sz="2200" dirty="0"/>
          </a:p>
        </p:txBody>
      </p:sp>
      <p:sp>
        <p:nvSpPr>
          <p:cNvPr id="25" name="shape:025"/>
          <p:cNvSpPr/>
          <p:nvPr/>
        </p:nvSpPr>
        <p:spPr>
          <a:xfrm>
            <a:off x="8855735" y="3188684"/>
            <a:ext cx="457200" cy="457200"/>
          </a:xfrm>
          <a:prstGeom prst="ellipse">
            <a:avLst/>
          </a:prstGeom>
          <a:ln w="19050">
            <a:solidFill>
              <a:srgbClr val="322014"/>
            </a:solidFill>
            <a:prstDash val="solid"/>
          </a:ln>
        </p:spPr>
        <p:txBody>
          <a:bodyPr>
            <a:noAutofit/>
          </a:bodyPr>
          <a:p/>
        </p:txBody>
      </p:sp>
      <p:sp>
        <p:nvSpPr>
          <p:cNvPr id="26" name="shape:026"/>
          <p:cNvSpPr/>
          <p:nvPr/>
        </p:nvSpPr>
        <p:spPr>
          <a:xfrm>
            <a:off x="8855735" y="3188684"/>
            <a:ext cx="457200" cy="457200"/>
          </a:xfrm>
          <a:prstGeom prst="rect">
            <a:avLst/>
          </a:prstGeom>
          <a:noFill/>
          <a:ln/>
        </p:spPr>
        <p:txBody>
          <a:bodyPr wrap="square" lIns="381" tIns="381" rIns="381" bIns="381" rtlCol="0" anchor="ctr">
            <a:noAutofit/>
          </a:bodyPr>
          <a:lstStyle/>
          <a:p>
            <a:pPr algn="ctr" indent="0" marL="0">
              <a:buNone/>
            </a:pPr>
            <a:r>
              <a:rPr lang="en-US" sz="1500" b="1" dirty="0">
                <a:solidFill>
                  <a:srgbClr val="322014"/>
                </a:solidFill>
                <a:latin typeface="Yu Gothic" pitchFamily="34" charset="0"/>
                <a:ea typeface="Yu Gothic" pitchFamily="34" charset="-122"/>
                <a:cs typeface="Yu Gothic" pitchFamily="34" charset="-120"/>
              </a:rPr>
              <a:t>4</a:t>
            </a:r>
            <a:endParaRPr lang="en-US" sz="1500" dirty="0"/>
          </a:p>
        </p:txBody>
      </p:sp>
      <p:sp>
        <p:nvSpPr>
          <p:cNvPr id="27" name="shape:027"/>
          <p:cNvSpPr/>
          <p:nvPr/>
        </p:nvSpPr>
        <p:spPr>
          <a:xfrm>
            <a:off x="8855735" y="3847052"/>
            <a:ext cx="2439848" cy="384048"/>
          </a:xfrm>
          <a:prstGeom prst="rect">
            <a:avLst/>
          </a:prstGeom>
          <a:noFill/>
          <a:ln/>
        </p:spPr>
        <p:txBody>
          <a:bodyPr wrap="square" lIns="381" tIns="381" rIns="381" bIns="381" rtlCol="0" anchor="t">
            <a:noAutofit/>
          </a:bodyPr>
          <a:lstStyle/>
          <a:p>
            <a:pPr algn="l" indent="0" marL="0">
              <a:buNone/>
            </a:pPr>
            <a:r>
              <a:rPr lang="en-US" sz="1450" b="1" dirty="0">
                <a:solidFill>
                  <a:srgbClr val="322014"/>
                </a:solidFill>
                <a:latin typeface="Yu Gothic" pitchFamily="34" charset="0"/>
                <a:ea typeface="Yu Gothic" pitchFamily="34" charset="-122"/>
                <a:cs typeface="Yu Gothic" pitchFamily="34" charset="-120"/>
              </a:rPr>
              <a:t>見出し 5</a:t>
            </a:r>
            <a:endParaRPr lang="en-US" sz="1450" dirty="0"/>
          </a:p>
        </p:txBody>
      </p:sp>
      <p:sp>
        <p:nvSpPr>
          <p:cNvPr id="28" name="shape:028"/>
          <p:cNvSpPr/>
          <p:nvPr/>
        </p:nvSpPr>
        <p:spPr>
          <a:xfrm>
            <a:off x="8855735" y="4267676"/>
            <a:ext cx="2439848" cy="137160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記載例4</a:t>
            </a:r>
            <a:endParaRPr lang="en-US" sz="1150" dirty="0"/>
          </a:p>
        </p:txBody>
      </p:sp>
      <p:sp>
        <p:nvSpPr>
          <p:cNvPr id="29"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