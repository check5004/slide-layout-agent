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"process_matrix",</a:t>
            </a:r>
          </a:p>
          <a:p>
            <a:r>
              <a:t>  "variant": "warm",</a:t>
            </a:r>
          </a:p>
          <a:p>
            <a:r>
              <a:t>  "rationale": "Public template fixture; short fictional slot content; no private data.",</a:t>
            </a:r>
          </a:p>
          <a:p>
            <a:r>
              <a:t>  "source_sha256": "b3cc582c2200d1502e109be01533cdef6b07c8bc01d6fe2fe7dc7d80c1edab58",</a:t>
            </a:r>
          </a:p>
          <a:p>
            <a:r>
              <a:t>  "evidence": [</a:t>
            </a:r>
          </a:p>
          <a:p>
            <a:r>
              <a:t>    {</a:t>
            </a:r>
          </a:p>
          <a:p>
            <a:r>
              <a:t>      "text": "プロセス×観点の行列",</a:t>
            </a:r>
          </a:p>
          <a:p>
            <a:r>
              <a:t>      "refs": [</a:t>
            </a:r>
          </a:p>
          <a:p>
            <a:r>
              <a:t>        {</a:t>
            </a:r>
          </a:p>
          <a:p>
            <a:r>
              <a:t>          "source_id": "s001",</a:t>
            </a:r>
          </a:p>
          <a:p>
            <a:r>
              <a:t>          "quote": "プロセス×観点の行列"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"行の軸名",</a:t>
            </a:r>
          </a:p>
          <a:p>
            <a:r>
              <a:t>      "refs": [</a:t>
            </a:r>
          </a:p>
          <a:p>
            <a:r>
              <a:t>        {</a:t>
            </a:r>
          </a:p>
          <a:p>
            <a:r>
              <a:t>          "source_id": "s001",</a:t>
            </a:r>
          </a:p>
          <a:p>
            <a:r>
              <a:t>          "quote": "行の軸名"</a:t>
            </a:r>
          </a:p>
          <a:p>
            <a:r>
              <a:t>        }</a:t>
            </a:r>
          </a:p>
          <a:p>
            <a:r>
              <a:t>      ],</a:t>
            </a:r>
          </a:p>
          <a:p>
            <a:r>
              <a:t>      "mode": "verbatim"</a:t>
            </a:r>
          </a:p>
          <a:p>
            <a:r>
              <a:t>    },</a:t>
            </a:r>
          </a:p>
          <a:p>
            <a:r>
              <a:t>    {</a:t>
            </a:r>
          </a:p>
          <a:p>
            <a:r>
              <a:t>      "text": "列見出し1",</a:t>
            </a:r>
          </a:p>
          <a:p>
            <a:r>
              <a:t>      "refs": [</a:t>
            </a:r>
          </a:p>
          <a:p>
            <a:r>
              <a:t>        {</a:t>
            </a:r>
          </a:p>
          <a:p>
            <a:r>
              <a:t>          "source_id": "s001",</a:t>
            </a:r>
          </a:p>
          <a:p>
            <a:r>
              <a:t>          "quote": "列見出し1"</a:t>
            </a:r>
          </a:p>
          <a:p>
            <a:r>
              <a:t>        }</a:t>
            </a:r>
          </a:p>
          <a:p>
            <a:r>
              <a:t>      ],</a:t>
            </a:r>
          </a:p>
          <a:p>
            <a:r>
              <a:t>      "mode": "verbatim"</a:t>
            </a:r>
          </a:p>
          <a:p>
            <a:r>
              <a:t>    },</a:t>
            </a:r>
          </a:p>
          <a:p>
            <a:r>
              <a:t>    {</a:t>
            </a:r>
          </a:p>
          <a:p>
            <a:r>
              <a:t>      "text": "列見出し2",</a:t>
            </a:r>
          </a:p>
          <a:p>
            <a:r>
              <a:t>      "refs": [</a:t>
            </a:r>
          </a:p>
          <a:p>
            <a:r>
              <a:t>        {</a:t>
            </a:r>
          </a:p>
          <a:p>
            <a:r>
              <a:t>          "source_id": "s001",</a:t>
            </a:r>
          </a:p>
          <a:p>
            <a:r>
              <a:t>          "quote": "列見出し2"</a:t>
            </a:r>
          </a:p>
          <a:p>
            <a:r>
              <a:t>        }</a:t>
            </a:r>
          </a:p>
          <a:p>
            <a:r>
              <a:t>      ],</a:t>
            </a:r>
          </a:p>
          <a:p>
            <a:r>
              <a:t>      "mode": "verbatim"</a:t>
            </a:r>
          </a:p>
          <a:p>
            <a:r>
              <a:t>    },</a:t>
            </a:r>
          </a:p>
          <a:p>
            <a:r>
              <a:t>    {</a:t>
            </a:r>
          </a:p>
          <a:p>
            <a:r>
              <a:t>      "text": "列見出し3",</a:t>
            </a:r>
          </a:p>
          <a:p>
            <a:r>
              <a:t>      "refs": [</a:t>
            </a:r>
          </a:p>
          <a:p>
            <a:r>
              <a:t>        {</a:t>
            </a:r>
          </a:p>
          <a:p>
            <a:r>
              <a:t>          "source_id": "s001",</a:t>
            </a:r>
          </a:p>
          <a:p>
            <a:r>
              <a:t>          "quote": "列見出し3"</a:t>
            </a:r>
          </a:p>
          <a:p>
            <a:r>
              <a:t>        }</a:t>
            </a:r>
          </a:p>
          <a:p>
            <a:r>
              <a:t>      ],</a:t>
            </a:r>
          </a:p>
          <a:p>
            <a:r>
              <a:t>      "mode": "verbatim"</a:t>
            </a:r>
          </a:p>
          <a:p>
            <a:r>
              <a:t>    },</a:t>
            </a:r>
          </a:p>
          <a:p>
            <a:r>
              <a:t>    {</a:t>
            </a:r>
          </a:p>
          <a:p>
            <a:r>
              <a:t>      "text": "行見出し1",</a:t>
            </a:r>
          </a:p>
          <a:p>
            <a:r>
              <a:t>      "refs": [</a:t>
            </a:r>
          </a:p>
          <a:p>
            <a:r>
              <a:t>        {</a:t>
            </a:r>
          </a:p>
          <a:p>
            <a:r>
              <a:t>          "source_id": "s001",</a:t>
            </a:r>
          </a:p>
          <a:p>
            <a:r>
              <a:t>          "quote": "行見出し1"</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"行見出し2",</a:t>
            </a:r>
          </a:p>
          <a:p>
            <a:r>
              <a:t>      "refs": [</a:t>
            </a:r>
          </a:p>
          <a:p>
            <a:r>
              <a:t>        {</a:t>
            </a:r>
          </a:p>
          <a:p>
            <a:r>
              <a:t>          "source_id": "s001",</a:t>
            </a:r>
          </a:p>
          <a:p>
            <a:r>
              <a:t>          "quote": "行見出し2"</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"行見出し3",</a:t>
            </a:r>
          </a:p>
          <a:p>
            <a:r>
              <a:t>      "refs": [</a:t>
            </a:r>
          </a:p>
          <a:p>
            <a:r>
              <a:t>        {</a:t>
            </a:r>
          </a:p>
          <a:p>
            <a:r>
              <a:t>          "source_id": "s001",</a:t>
            </a:r>
          </a:p>
          <a:p>
            <a:r>
              <a:t>          "quote": "行見出し3"</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"citations": {</a:t>
            </a:r>
          </a:p>
          <a:p>
            <a:r>
              <a:t>    "s001": "Public MIT sample: templates/freeform_parts_more_16x9.html section 16"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"72558d24570a614bea6d90ee1045928b8ce53b23a93cb33942a2193ad589a3b3"</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プロセス×観点の行列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116836"/>
            <a:ext cx="219456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77063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770632" y="2446020"/>
            <a:ext cx="2820314" cy="0"/>
          </a:xfrm>
          <a:prstGeom prst="line">
            <a:avLst/>
          </a:prstGeom>
          <a:noFill/>
          <a:ln w="17780">
            <a:solidFill>
              <a:srgbClr val="322014"/>
            </a:solidFill>
            <a:prstDash val="solid"/>
          </a:ln>
        </p:spPr>
        <p:txBody>
          <a:bodyPr>
            <a:noAutofit/>
          </a:bodyPr>
          <a:p/>
        </p:txBody>
      </p:sp>
      <p:sp>
        <p:nvSpPr>
          <p:cNvPr id="13" name="shape:013"/>
          <p:cNvSpPr/>
          <p:nvPr/>
        </p:nvSpPr>
        <p:spPr>
          <a:xfrm>
            <a:off x="571896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718962" y="2446020"/>
            <a:ext cx="2820314" cy="0"/>
          </a:xfrm>
          <a:prstGeom prst="line">
            <a:avLst/>
          </a:prstGeom>
          <a:noFill/>
          <a:ln w="17780">
            <a:solidFill>
              <a:srgbClr val="322014"/>
            </a:solidFill>
            <a:prstDash val="solid"/>
          </a:ln>
        </p:spPr>
        <p:txBody>
          <a:bodyPr>
            <a:noAutofit/>
          </a:bodyPr>
          <a:p/>
        </p:txBody>
      </p:sp>
      <p:sp>
        <p:nvSpPr>
          <p:cNvPr id="15" name="shape:015"/>
          <p:cNvSpPr/>
          <p:nvPr/>
        </p:nvSpPr>
        <p:spPr>
          <a:xfrm>
            <a:off x="8667293"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8667293" y="2446020"/>
            <a:ext cx="2820314" cy="0"/>
          </a:xfrm>
          <a:prstGeom prst="line">
            <a:avLst/>
          </a:prstGeom>
          <a:noFill/>
          <a:ln w="17780">
            <a:solidFill>
              <a:srgbClr val="322014"/>
            </a:solidFill>
            <a:prstDash val="solid"/>
          </a:ln>
        </p:spPr>
        <p:txBody>
          <a:bodyPr>
            <a:noAutofit/>
          </a:bodyPr>
          <a:p/>
        </p:txBody>
      </p:sp>
      <p:sp>
        <p:nvSpPr>
          <p:cNvPr id="17" name="shape:017"/>
          <p:cNvSpPr/>
          <p:nvPr/>
        </p:nvSpPr>
        <p:spPr>
          <a:xfrm>
            <a:off x="576072" y="280263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行見出し1</a:t>
            </a:r>
            <a:endParaRPr lang="en-US" sz="1200" dirty="0"/>
          </a:p>
        </p:txBody>
      </p:sp>
      <p:sp>
        <p:nvSpPr>
          <p:cNvPr id="18" name="shape:018"/>
          <p:cNvSpPr/>
          <p:nvPr/>
        </p:nvSpPr>
        <p:spPr>
          <a:xfrm>
            <a:off x="2770632" y="2619756"/>
            <a:ext cx="2820314" cy="886968"/>
          </a:xfrm>
          <a:prstGeom prst="rect">
            <a:avLst/>
          </a:prstGeom>
          <a:solidFill>
            <a:srgbClr val="EFEEE8"/>
          </a:solidFill>
          <a:ln/>
        </p:spPr>
        <p:txBody>
          <a:bodyPr>
            <a:noAutofit/>
          </a:bodyPr>
          <a:p/>
        </p:txBody>
      </p:sp>
      <p:sp>
        <p:nvSpPr>
          <p:cNvPr id="19" name="shape:019"/>
          <p:cNvSpPr/>
          <p:nvPr/>
        </p:nvSpPr>
        <p:spPr>
          <a:xfrm>
            <a:off x="293522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0" name="shape:020"/>
          <p:cNvSpPr/>
          <p:nvPr/>
        </p:nvSpPr>
        <p:spPr>
          <a:xfrm>
            <a:off x="5718962" y="2619756"/>
            <a:ext cx="2820314" cy="886968"/>
          </a:xfrm>
          <a:prstGeom prst="rect">
            <a:avLst/>
          </a:prstGeom>
          <a:solidFill>
            <a:srgbClr val="EFEEE8"/>
          </a:solidFill>
          <a:ln/>
        </p:spPr>
        <p:txBody>
          <a:bodyPr>
            <a:noAutofit/>
          </a:bodyPr>
          <a:p/>
        </p:txBody>
      </p:sp>
      <p:sp>
        <p:nvSpPr>
          <p:cNvPr id="21" name="shape:021"/>
          <p:cNvSpPr/>
          <p:nvPr/>
        </p:nvSpPr>
        <p:spPr>
          <a:xfrm>
            <a:off x="588355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2" name="shape:022"/>
          <p:cNvSpPr/>
          <p:nvPr/>
        </p:nvSpPr>
        <p:spPr>
          <a:xfrm>
            <a:off x="576072" y="385419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行見出し2</a:t>
            </a:r>
            <a:endParaRPr lang="en-US" sz="1200" dirty="0"/>
          </a:p>
        </p:txBody>
      </p:sp>
      <p:sp>
        <p:nvSpPr>
          <p:cNvPr id="23" name="shape:023"/>
          <p:cNvSpPr/>
          <p:nvPr/>
        </p:nvSpPr>
        <p:spPr>
          <a:xfrm>
            <a:off x="2770632" y="3671316"/>
            <a:ext cx="2820314" cy="886968"/>
          </a:xfrm>
          <a:prstGeom prst="rect">
            <a:avLst/>
          </a:prstGeom>
          <a:solidFill>
            <a:srgbClr val="EFEEE8"/>
          </a:solidFill>
          <a:ln/>
        </p:spPr>
        <p:txBody>
          <a:bodyPr>
            <a:noAutofit/>
          </a:bodyPr>
          <a:p/>
        </p:txBody>
      </p:sp>
      <p:sp>
        <p:nvSpPr>
          <p:cNvPr id="24" name="shape:024"/>
          <p:cNvSpPr/>
          <p:nvPr/>
        </p:nvSpPr>
        <p:spPr>
          <a:xfrm>
            <a:off x="293522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5" name="shape:025"/>
          <p:cNvSpPr/>
          <p:nvPr/>
        </p:nvSpPr>
        <p:spPr>
          <a:xfrm>
            <a:off x="5718962" y="3671316"/>
            <a:ext cx="2820314" cy="886968"/>
          </a:xfrm>
          <a:prstGeom prst="rect">
            <a:avLst/>
          </a:prstGeom>
          <a:solidFill>
            <a:srgbClr val="EFEEE8"/>
          </a:solidFill>
          <a:ln/>
        </p:spPr>
        <p:txBody>
          <a:bodyPr>
            <a:noAutofit/>
          </a:bodyPr>
          <a:p/>
        </p:txBody>
      </p:sp>
      <p:sp>
        <p:nvSpPr>
          <p:cNvPr id="26" name="shape:026"/>
          <p:cNvSpPr/>
          <p:nvPr/>
        </p:nvSpPr>
        <p:spPr>
          <a:xfrm>
            <a:off x="588355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7" name="shape:027"/>
          <p:cNvSpPr/>
          <p:nvPr/>
        </p:nvSpPr>
        <p:spPr>
          <a:xfrm>
            <a:off x="576072" y="490575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行見出し3</a:t>
            </a:r>
            <a:endParaRPr lang="en-US" sz="1200" dirty="0"/>
          </a:p>
        </p:txBody>
      </p:sp>
      <p:sp>
        <p:nvSpPr>
          <p:cNvPr id="28" name="shape:028"/>
          <p:cNvSpPr/>
          <p:nvPr/>
        </p:nvSpPr>
        <p:spPr>
          <a:xfrm>
            <a:off x="2770632" y="4722876"/>
            <a:ext cx="2820314" cy="886968"/>
          </a:xfrm>
          <a:prstGeom prst="rect">
            <a:avLst/>
          </a:prstGeom>
          <a:solidFill>
            <a:srgbClr val="EFEEE8"/>
          </a:solidFill>
          <a:ln/>
        </p:spPr>
        <p:txBody>
          <a:bodyPr>
            <a:noAutofit/>
          </a:bodyPr>
          <a:p/>
        </p:txBody>
      </p:sp>
      <p:sp>
        <p:nvSpPr>
          <p:cNvPr id="29" name="shape:029"/>
          <p:cNvSpPr/>
          <p:nvPr/>
        </p:nvSpPr>
        <p:spPr>
          <a:xfrm>
            <a:off x="293522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0" name="shape:030"/>
          <p:cNvSpPr/>
          <p:nvPr/>
        </p:nvSpPr>
        <p:spPr>
          <a:xfrm>
            <a:off x="5718962" y="4722876"/>
            <a:ext cx="2820314" cy="886968"/>
          </a:xfrm>
          <a:prstGeom prst="rect">
            <a:avLst/>
          </a:prstGeom>
          <a:solidFill>
            <a:srgbClr val="EFEEE8"/>
          </a:solidFill>
          <a:ln/>
        </p:spPr>
        <p:txBody>
          <a:bodyPr>
            <a:noAutofit/>
          </a:bodyPr>
          <a:p/>
        </p:txBody>
      </p:sp>
      <p:sp>
        <p:nvSpPr>
          <p:cNvPr id="31" name="shape:031"/>
          <p:cNvSpPr/>
          <p:nvPr/>
        </p:nvSpPr>
        <p:spPr>
          <a:xfrm>
            <a:off x="588355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2" name="shape:032"/>
          <p:cNvSpPr/>
          <p:nvPr/>
        </p:nvSpPr>
        <p:spPr>
          <a:xfrm>
            <a:off x="8667293" y="4722876"/>
            <a:ext cx="2820314" cy="886968"/>
          </a:xfrm>
          <a:prstGeom prst="rect">
            <a:avLst/>
          </a:prstGeom>
          <a:solidFill>
            <a:srgbClr val="EFEEE8"/>
          </a:solidFill>
          <a:ln/>
        </p:spPr>
        <p:txBody>
          <a:bodyPr>
            <a:noAutofit/>
          </a:bodyPr>
          <a:p/>
        </p:txBody>
      </p:sp>
      <p:sp>
        <p:nvSpPr>
          <p:cNvPr id="33" name="shape:033"/>
          <p:cNvSpPr/>
          <p:nvPr/>
        </p:nvSpPr>
        <p:spPr>
          <a:xfrm>
            <a:off x="8831885"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