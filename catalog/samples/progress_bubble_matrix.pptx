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"progress_bubble_matrix",</a:t>
            </a:r>
          </a:p>
          <a:p>
            <a:r>
              <a:t>  "variant": "warm",</a:t>
            </a:r>
          </a:p>
          <a:p>
            <a:r>
              <a:t>  "rationale": "Public template fixture; short fictional slot content; no private data.",</a:t>
            </a:r>
          </a:p>
          <a:p>
            <a:r>
              <a:t>  "source_sha256": "c7568cc2846fadd4cb00d981fd94416cc11dba0768d97ed8f88bbeb440c4f1d8",</a:t>
            </a:r>
          </a:p>
          <a:p>
            <a:r>
              <a:t>  "evidence": [</a:t>
            </a:r>
          </a:p>
          <a:p>
            <a:r>
              <a:t>    {</a:t>
            </a:r>
          </a:p>
          <a:p>
            <a:r>
              <a:t>      "text": "進捗バブル行列",</a:t>
            </a:r>
          </a:p>
          <a:p>
            <a:r>
              <a:t>      "refs": [</a:t>
            </a:r>
          </a:p>
          <a:p>
            <a:r>
              <a:t>        {</a:t>
            </a:r>
          </a:p>
          <a:p>
            <a:r>
              <a:t>          "source_id": "s001",</a:t>
            </a:r>
          </a:p>
          <a:p>
            <a:r>
              <a:t>          "quote": "進捗バブル行列"</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"取り組み段階別の件数",</a:t>
            </a:r>
          </a:p>
          <a:p>
            <a:r>
              <a:t>      "refs": [</a:t>
            </a:r>
          </a:p>
          <a:p>
            <a:r>
              <a:t>        {</a:t>
            </a:r>
          </a:p>
          <a:p>
            <a:r>
              <a:t>          "source_id": "s001",</a:t>
            </a:r>
          </a:p>
          <a:p>
            <a:r>
              <a:t>          "quote": "取り組み段階別の件数"</a:t>
            </a:r>
          </a:p>
          <a:p>
            <a:r>
              <a:t>        }</a:t>
            </a:r>
          </a:p>
          <a:p>
            <a:r>
              <a:t>      ],</a:t>
            </a:r>
          </a:p>
          <a:p>
            <a:r>
              <a:t>      "mode": "verbatim"</a:t>
            </a:r>
          </a:p>
          <a:p>
            <a:r>
              <a:t>    },</a:t>
            </a:r>
          </a:p>
          <a:p>
            <a:r>
              <a:t>    {</a:t>
            </a:r>
          </a:p>
          <a:p>
            <a:r>
              <a:t>      "text": "件、n=項目1",</a:t>
            </a:r>
          </a:p>
          <a:p>
            <a:r>
              <a:t>      "refs": [</a:t>
            </a:r>
          </a:p>
          <a:p>
            <a:r>
              <a:t>        {</a:t>
            </a:r>
          </a:p>
          <a:p>
            <a:r>
              <a:t>          "source_id": "s001",</a:t>
            </a:r>
          </a:p>
          <a:p>
            <a:r>
              <a:t>          "quote": "件、n=項目1"</a:t>
            </a:r>
          </a:p>
          <a:p>
            <a:r>
              <a:t>        }</a:t>
            </a:r>
          </a:p>
          <a:p>
            <a:r>
              <a:t>      ],</a:t>
            </a:r>
          </a:p>
          <a:p>
            <a:r>
              <a:t>      "mode": "verbatim"</a:t>
            </a:r>
          </a:p>
          <a:p>
            <a:r>
              <a:t>    },</a:t>
            </a:r>
          </a:p>
          <a:p>
            <a:r>
              <a:t>    {</a:t>
            </a:r>
          </a:p>
          <a:p>
            <a:r>
              <a:t>      "text": "構想",</a:t>
            </a:r>
          </a:p>
          <a:p>
            <a:r>
              <a:t>      "refs": [</a:t>
            </a:r>
          </a:p>
          <a:p>
            <a:r>
              <a:t>        {</a:t>
            </a:r>
          </a:p>
          <a:p>
            <a:r>
              <a:t>          "source_id": "s001",</a:t>
            </a:r>
          </a:p>
          <a:p>
            <a:r>
              <a:t>          "quote": "構想"</a:t>
            </a:r>
          </a:p>
          <a:p>
            <a:r>
              <a:t>        }</a:t>
            </a:r>
          </a:p>
          <a:p>
            <a:r>
              <a:t>      ],</a:t>
            </a:r>
          </a:p>
          <a:p>
            <a:r>
              <a:t>      "mode": "verbatim"</a:t>
            </a:r>
          </a:p>
          <a:p>
            <a:r>
              <a:t>    },</a:t>
            </a:r>
          </a:p>
          <a:p>
            <a:r>
              <a:t>    {</a:t>
            </a:r>
          </a:p>
          <a:p>
            <a:r>
              <a:t>      "text": "試行",</a:t>
            </a:r>
          </a:p>
          <a:p>
            <a:r>
              <a:t>      "refs": [</a:t>
            </a:r>
          </a:p>
          <a:p>
            <a:r>
              <a:t>        {</a:t>
            </a:r>
          </a:p>
          <a:p>
            <a:r>
              <a:t>          "source_id": "s001",</a:t>
            </a:r>
          </a:p>
          <a:p>
            <a:r>
              <a:t>          "quote": "試行"</a:t>
            </a:r>
          </a:p>
          <a:p>
            <a:r>
              <a:t>        }</a:t>
            </a:r>
          </a:p>
          <a:p>
            <a:r>
              <a:t>      ],</a:t>
            </a:r>
          </a:p>
          <a:p>
            <a:r>
              <a:t>      "mode": "verbatim"</a:t>
            </a:r>
          </a:p>
          <a:p>
            <a:r>
              <a:t>    },</a:t>
            </a:r>
          </a:p>
          <a:p>
            <a:r>
              <a:t>    {</a:t>
            </a:r>
          </a:p>
          <a:p>
            <a:r>
              <a:t>      "text": "部分展開",</a:t>
            </a:r>
          </a:p>
          <a:p>
            <a:r>
              <a:t>      "refs": [</a:t>
            </a:r>
          </a:p>
          <a:p>
            <a:r>
              <a:t>        {</a:t>
            </a:r>
          </a:p>
          <a:p>
            <a:r>
              <a:t>          "source_id": "s001",</a:t>
            </a:r>
          </a:p>
          <a:p>
            <a:r>
              <a:t>          "quote": "部分展開"</a:t>
            </a:r>
          </a:p>
          <a:p>
            <a:r>
              <a:t>        }</a:t>
            </a:r>
          </a:p>
          <a:p>
            <a:r>
              <a:t>      ],</a:t>
            </a:r>
          </a:p>
          <a:p>
            <a:r>
              <a:t>      "mode": "verbatim"</a:t>
            </a:r>
          </a:p>
          <a:p>
            <a:r>
              <a:t>    },</a:t>
            </a:r>
          </a:p>
          <a:p>
            <a:r>
              <a:t>    {</a:t>
            </a:r>
          </a:p>
          <a:p>
            <a:r>
              <a:t>      "text": "全面展開",</a:t>
            </a:r>
          </a:p>
          <a:p>
            <a:r>
              <a:t>      "refs": [</a:t>
            </a:r>
          </a:p>
          <a:p>
            <a:r>
              <a:t>        {</a:t>
            </a:r>
          </a:p>
          <a:p>
            <a:r>
              <a:t>          "source_id": "s001",</a:t>
            </a:r>
          </a:p>
          <a:p>
            <a:r>
              <a:t>          "quote": "全面展開"</a:t>
            </a:r>
          </a:p>
          <a:p>
            <a:r>
              <a:t>        }</a:t>
            </a:r>
          </a:p>
          <a:p>
            <a:r>
              <a:t>      ],</a:t>
            </a:r>
          </a:p>
          <a:p>
            <a:r>
              <a:t>      "mode": "verbatim"</a:t>
            </a:r>
          </a:p>
          <a:p>
            <a:r>
              <a:t>    },</a:t>
            </a:r>
          </a:p>
          <a:p>
            <a:r>
              <a:t>    {</a:t>
            </a:r>
          </a:p>
          <a:p>
            <a:r>
              <a:t>      "text": "項目2層",</a:t>
            </a:r>
          </a:p>
          <a:p>
            <a:r>
              <a:t>      "refs": [</a:t>
            </a:r>
          </a:p>
          <a:p>
            <a:r>
              <a:t>        {</a:t>
            </a:r>
          </a:p>
          <a:p>
            <a:r>
              <a:t>          "source_id": "s001",</a:t>
            </a:r>
          </a:p>
          <a:p>
            <a:r>
              <a:t>          "quote": "項目2層"</a:t>
            </a:r>
          </a:p>
          <a:p>
            <a:r>
              <a:t>        }</a:t>
            </a:r>
          </a:p>
          <a:p>
            <a:r>
              <a:t>      ],</a:t>
            </a:r>
          </a:p>
          <a:p>
            <a:r>
              <a:t>      "mode": "verbatim"</a:t>
            </a:r>
          </a:p>
          <a:p>
            <a:r>
              <a:t>    },</a:t>
            </a:r>
          </a:p>
          <a:p>
            <a:r>
              <a:t>    {</a:t>
            </a:r>
          </a:p>
          <a:p>
            <a:r>
              <a:t>      "text": "項目3層",</a:t>
            </a:r>
          </a:p>
          <a:p>
            <a:r>
              <a:t>      "refs": [</a:t>
            </a:r>
          </a:p>
          <a:p>
            <a:r>
              <a:t>        {</a:t>
            </a:r>
          </a:p>
          <a:p>
            <a:r>
              <a:t>          "source_id": "s001",</a:t>
            </a:r>
          </a:p>
          <a:p>
            <a:r>
              <a:t>          "quote": "項目3層"</a:t>
            </a:r>
          </a:p>
          <a:p>
            <a:r>
              <a:t>        }</a:t>
            </a:r>
          </a:p>
          <a:p>
            <a:r>
              <a:t>      ],</a:t>
            </a:r>
          </a:p>
          <a:p>
            <a:r>
              <a:t>      "mode": "verbatim"</a:t>
            </a:r>
          </a:p>
          <a:p>
            <a:r>
              <a:t>    },</a:t>
            </a:r>
          </a:p>
          <a:p>
            <a:r>
              <a:t>    {</a:t>
            </a:r>
          </a:p>
          <a:p>
            <a:r>
              <a:t>      "text": "項目4層",</a:t>
            </a:r>
          </a:p>
          <a:p>
            <a:r>
              <a:t>      "refs": [</a:t>
            </a:r>
          </a:p>
          <a:p>
            <a:r>
              <a:t>        {</a:t>
            </a:r>
          </a:p>
          <a:p>
            <a:r>
              <a:t>          "source_id": "s001",</a:t>
            </a:r>
          </a:p>
          <a:p>
            <a:r>
              <a:t>          "quote": "項目4層"</a:t>
            </a:r>
          </a:p>
          <a:p>
            <a:r>
              <a:t>        }</a:t>
            </a:r>
          </a:p>
          <a:p>
            <a:r>
              <a:t>      ],</a:t>
            </a:r>
          </a:p>
          <a:p>
            <a:r>
              <a:t>      "mode": "verbatim"</a:t>
            </a:r>
          </a:p>
          <a:p>
            <a:r>
              <a:t>    },</a:t>
            </a:r>
          </a:p>
          <a:p>
            <a:r>
              <a:t>    {</a:t>
            </a:r>
          </a:p>
          <a:p>
            <a:r>
              <a:t>      "text": "項目5層",</a:t>
            </a:r>
          </a:p>
          <a:p>
            <a:r>
              <a:t>      "refs": [</a:t>
            </a:r>
          </a:p>
          <a:p>
            <a:r>
              <a:t>        {</a:t>
            </a:r>
          </a:p>
          <a:p>
            <a:r>
              <a:t>          "source_id": "s001",</a:t>
            </a:r>
          </a:p>
          <a:p>
            <a:r>
              <a:t>          "quote": "項目5層"</a:t>
            </a:r>
          </a:p>
          <a:p>
            <a:r>
              <a:t>        }</a:t>
            </a:r>
          </a:p>
          <a:p>
            <a:r>
              <a:t>      ],</a:t>
            </a:r>
          </a:p>
          <a:p>
            <a:r>
              <a:t>      "mode": "verbatim"</a:t>
            </a:r>
          </a:p>
          <a:p>
            <a:r>
              <a:t>    },</a:t>
            </a:r>
          </a:p>
          <a:p>
            <a:r>
              <a:t>    {</a:t>
            </a:r>
          </a:p>
          <a:p>
            <a:r>
              <a:t>      "value": 30.0,</a:t>
            </a:r>
          </a:p>
          <a:p>
            <a:r>
              <a:t>      "refs": [</a:t>
            </a:r>
          </a:p>
          <a:p>
            <a:r>
              <a:t>        {</a:t>
            </a:r>
          </a:p>
          <a:p>
            <a:r>
              <a:t>          "source_id": "s001",</a:t>
            </a:r>
          </a:p>
          <a:p>
            <a:r>
              <a:t>          "quote": "30"</a:t>
            </a:r>
          </a:p>
          <a:p>
            <a:r>
              <a:t>        }</a:t>
            </a:r>
          </a:p>
          <a:p>
            <a:r>
              <a:t>      ]</a:t>
            </a:r>
          </a:p>
          <a:p>
            <a:r>
              <a:t>    },</a:t>
            </a:r>
          </a:p>
          <a:p>
            <a:r>
              <a:t>    {</a:t>
            </a:r>
          </a:p>
          <a:p>
            <a:r>
              <a:t>      "value": 9.0,</a:t>
            </a:r>
          </a:p>
          <a:p>
            <a:r>
              <a:t>      "refs": [</a:t>
            </a:r>
          </a:p>
          <a:p>
            <a:r>
              <a:t>        {</a:t>
            </a:r>
          </a:p>
          <a:p>
            <a:r>
              <a:t>          "source_id": "s001",</a:t>
            </a:r>
          </a:p>
          <a:p>
            <a:r>
              <a:t>          "quote": "9"</a:t>
            </a:r>
          </a:p>
          <a:p>
            <a:r>
              <a:t>        }</a:t>
            </a:r>
          </a:p>
          <a:p>
            <a:r>
              <a:t>      ]</a:t>
            </a:r>
          </a:p>
          <a:p>
            <a:r>
              <a:t>    },</a:t>
            </a:r>
          </a:p>
          <a:p>
            <a:r>
              <a:t>    {</a:t>
            </a:r>
          </a:p>
          <a:p>
            <a:r>
              <a:t>      "value": 9.0,</a:t>
            </a:r>
          </a:p>
          <a:p>
            <a:r>
              <a:t>      "refs": [</a:t>
            </a:r>
          </a:p>
          <a:p>
            <a:r>
              <a:t>        {</a:t>
            </a:r>
          </a:p>
          <a:p>
            <a:r>
              <a:t>          "source_id": "s001",</a:t>
            </a:r>
          </a:p>
          <a:p>
            <a:r>
              <a:t>          "quote": "9"</a:t>
            </a:r>
          </a:p>
          <a:p>
            <a:r>
              <a:t>        }</a:t>
            </a:r>
          </a:p>
          <a:p>
            <a:r>
              <a:t>      ]</a:t>
            </a:r>
          </a:p>
          <a:p>
            <a:r>
              <a:t>    },</a:t>
            </a:r>
          </a:p>
          <a:p>
            <a:r>
              <a:t>    {</a:t>
            </a:r>
          </a:p>
          <a:p>
            <a:r>
              <a:t>      "value": 4.0,</a:t>
            </a:r>
          </a:p>
          <a:p>
            <a:r>
              <a:t>      "refs": [</a:t>
            </a:r>
          </a:p>
          <a:p>
            <a:r>
              <a:t>        {</a:t>
            </a:r>
          </a:p>
          <a:p>
            <a:r>
              <a:t>          "source_id": "s001",</a:t>
            </a:r>
          </a:p>
          <a:p>
            <a:r>
              <a:t>          "quote": "4"</a:t>
            </a:r>
          </a:p>
          <a:p>
            <a:r>
              <a:t>        }</a:t>
            </a:r>
          </a:p>
          <a:p>
            <a:r>
              <a:t>      ]</a:t>
            </a:r>
          </a:p>
          <a:p>
            <a:r>
              <a:t>    },</a:t>
            </a:r>
          </a:p>
          <a:p>
            <a:r>
              <a:t>    {</a:t>
            </a:r>
          </a:p>
          <a:p>
            <a:r>
              <a:t>      "value": 15.0,</a:t>
            </a:r>
          </a:p>
          <a:p>
            <a:r>
              <a:t>      "refs": [</a:t>
            </a:r>
          </a:p>
          <a:p>
            <a:r>
              <a:t>        {</a:t>
            </a:r>
          </a:p>
          <a:p>
            <a:r>
              <a:t>          "source_id": "s001",</a:t>
            </a:r>
          </a:p>
          <a:p>
            <a:r>
              <a:t>          "quote": "15"</a:t>
            </a:r>
          </a:p>
          <a:p>
            <a:r>
              <a:t>        }</a:t>
            </a:r>
          </a:p>
          <a:p>
            <a:r>
              <a:t>      ]</a:t>
            </a:r>
          </a:p>
          <a:p>
            <a:r>
              <a:t>    },</a:t>
            </a:r>
          </a:p>
          <a:p>
            <a:r>
              <a:t>    {</a:t>
            </a:r>
          </a:p>
          <a:p>
            <a:r>
              <a:t>      "value": 12.0,</a:t>
            </a:r>
          </a:p>
          <a:p>
            <a:r>
              <a:t>      "refs": [</a:t>
            </a:r>
          </a:p>
          <a:p>
            <a:r>
              <a:t>        {</a:t>
            </a:r>
          </a:p>
          <a:p>
            <a:r>
              <a:t>          "source_id": "s001",</a:t>
            </a:r>
          </a:p>
          <a:p>
            <a:r>
              <a:t>          "quote": "12"</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54.0,</a:t>
            </a:r>
          </a:p>
          <a:p>
            <a:r>
              <a:t>      "refs": [</a:t>
            </a:r>
          </a:p>
          <a:p>
            <a:r>
              <a:t>        {</a:t>
            </a:r>
          </a:p>
          <a:p>
            <a:r>
              <a:t>          "source_id": "s001",</a:t>
            </a:r>
          </a:p>
          <a:p>
            <a:r>
              <a:t>          "quote": "54"</a:t>
            </a:r>
          </a:p>
          <a:p>
            <a:r>
              <a:t>        }</a:t>
            </a:r>
          </a:p>
          <a:p>
            <a:r>
              <a:t>      ]</a:t>
            </a:r>
          </a:p>
          <a:p>
            <a:r>
              <a:t>    },</a:t>
            </a:r>
          </a:p>
          <a:p>
            <a:r>
              <a:t>    {</a:t>
            </a:r>
          </a:p>
          <a:p>
            <a:r>
              <a:t>      "value": 13.0,</a:t>
            </a:r>
          </a:p>
          <a:p>
            <a:r>
              <a:t>      "refs": [</a:t>
            </a:r>
          </a:p>
          <a:p>
            <a:r>
              <a:t>        {</a:t>
            </a:r>
          </a:p>
          <a:p>
            <a:r>
              <a:t>          "source_id": "s001",</a:t>
            </a:r>
          </a:p>
          <a:p>
            <a:r>
              <a:t>          "quote": "13"</a:t>
            </a:r>
          </a:p>
          <a:p>
            <a:r>
              <a:t>        }</a:t>
            </a:r>
          </a:p>
          <a:p>
            <a:r>
              <a:t>      ]</a:t>
            </a:r>
          </a:p>
          <a:p>
            <a:r>
              <a:t>    },</a:t>
            </a:r>
          </a:p>
          <a:p>
            <a:r>
              <a:t>    {</a:t>
            </a:r>
          </a:p>
          <a:p>
            <a:r>
              <a:t>      "value": 13.0,</a:t>
            </a:r>
          </a:p>
          <a:p>
            <a:r>
              <a:t>      "refs": [</a:t>
            </a:r>
          </a:p>
          <a:p>
            <a:r>
              <a:t>        {</a:t>
            </a:r>
          </a:p>
          <a:p>
            <a:r>
              <a:t>          "source_id": "s001",</a:t>
            </a:r>
          </a:p>
          <a:p>
            <a:r>
              <a:t>          "quote": "13"</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8.0,</a:t>
            </a:r>
          </a:p>
          <a:p>
            <a:r>
              <a:t>      "refs": [</a:t>
            </a:r>
          </a:p>
          <a:p>
            <a:r>
              <a:t>        {</a:t>
            </a:r>
          </a:p>
          <a:p>
            <a:r>
              <a:t>          "source_id": "s001",</a:t>
            </a:r>
          </a:p>
          <a:p>
            <a:r>
              <a:t>          "quote": "8"</a:t>
            </a:r>
          </a:p>
          <a:p>
            <a:r>
              <a:t>        }</a:t>
            </a:r>
          </a:p>
          <a:p>
            <a:r>
              <a:t>      ]</a:t>
            </a:r>
          </a:p>
          <a:p>
            <a:r>
              <a:t>    },</a:t>
            </a:r>
          </a:p>
          <a:p>
            <a:r>
              <a:t>    {</a:t>
            </a:r>
          </a:p>
          <a:p>
            <a:r>
              <a:t>      "value": 9.0,</a:t>
            </a:r>
          </a:p>
          <a:p>
            <a:r>
              <a:t>      "refs": [</a:t>
            </a:r>
          </a:p>
          <a:p>
            <a:r>
              <a:t>        {</a:t>
            </a:r>
          </a:p>
          <a:p>
            <a:r>
              <a:t>          "source_id": "s001",</a:t>
            </a:r>
          </a:p>
          <a:p>
            <a:r>
              <a:t>          "quote": "9"</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4.0,</a:t>
            </a:r>
          </a:p>
          <a:p>
            <a:r>
              <a:t>      "refs": [</a:t>
            </a:r>
          </a:p>
          <a:p>
            <a:r>
              <a:t>        {</a:t>
            </a:r>
          </a:p>
          <a:p>
            <a:r>
              <a:t>          "source_id": "s001",</a:t>
            </a:r>
          </a:p>
          <a:p>
            <a:r>
              <a:t>          "quote": "4"</a:t>
            </a:r>
          </a:p>
          <a:p>
            <a:r>
              <a:t>        }</a:t>
            </a:r>
          </a:p>
          <a:p>
            <a:r>
              <a:t>      ]</a:t>
            </a:r>
          </a:p>
          <a:p>
            <a:r>
              <a:t>    }</a:t>
            </a:r>
          </a:p>
          <a:p>
            <a:r>
              <a:t>  ],</a:t>
            </a:r>
          </a:p>
          <a:p>
            <a:r>
              <a:t>  "citations": {</a:t>
            </a:r>
          </a:p>
          <a:p>
            <a:r>
              <a:t>    "s001": "Public MIT sample: templates/freeform_parts_16x9.html section 16"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"289487a924c75938e5914d9c76fa59a928cf205102f1516e7bdf4f82aab28ae2"</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進捗バブル行列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取り組み段階別の件数</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件、n=項目1</a:t>
            </a:r>
            <a:endParaRPr lang="en-US" sz="850" dirty="0"/>
          </a:p>
        </p:txBody>
      </p:sp>
      <p:sp>
        <p:nvSpPr>
          <p:cNvPr id="12" name="shape:012"/>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3" name="shape:013"/>
          <p:cNvSpPr/>
          <p:nvPr/>
        </p:nvSpPr>
        <p:spPr>
          <a:xfrm>
            <a:off x="2599990"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構想</a:t>
            </a:r>
            <a:endParaRPr lang="en-US" sz="1300" dirty="0"/>
          </a:p>
        </p:txBody>
      </p:sp>
      <p:sp>
        <p:nvSpPr>
          <p:cNvPr id="14" name="shape:014"/>
          <p:cNvSpPr/>
          <p:nvPr/>
        </p:nvSpPr>
        <p:spPr>
          <a:xfrm>
            <a:off x="4781898"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試行</a:t>
            </a:r>
            <a:endParaRPr lang="en-US" sz="1300" dirty="0"/>
          </a:p>
        </p:txBody>
      </p:sp>
      <p:sp>
        <p:nvSpPr>
          <p:cNvPr id="15" name="shape:015"/>
          <p:cNvSpPr/>
          <p:nvPr/>
        </p:nvSpPr>
        <p:spPr>
          <a:xfrm>
            <a:off x="6963806"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部分展開</a:t>
            </a:r>
            <a:endParaRPr lang="en-US" sz="1300" dirty="0"/>
          </a:p>
        </p:txBody>
      </p:sp>
      <p:sp>
        <p:nvSpPr>
          <p:cNvPr id="16" name="shape:016"/>
          <p:cNvSpPr/>
          <p:nvPr/>
        </p:nvSpPr>
        <p:spPr>
          <a:xfrm>
            <a:off x="9145715"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全面展開</a:t>
            </a:r>
            <a:endParaRPr lang="en-US" sz="1300" dirty="0"/>
          </a:p>
        </p:txBody>
      </p:sp>
      <p:sp>
        <p:nvSpPr>
          <p:cNvPr id="17" name="shape:017"/>
          <p:cNvSpPr/>
          <p:nvPr/>
        </p:nvSpPr>
        <p:spPr>
          <a:xfrm>
            <a:off x="576072" y="2636901"/>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項目2層</a:t>
            </a:r>
            <a:endParaRPr lang="en-US" sz="1400" dirty="0"/>
          </a:p>
        </p:txBody>
      </p:sp>
      <p:sp>
        <p:nvSpPr>
          <p:cNvPr id="18" name="shape:018"/>
          <p:cNvSpPr/>
          <p:nvPr/>
        </p:nvSpPr>
        <p:spPr>
          <a:xfrm>
            <a:off x="3391094" y="2519932"/>
            <a:ext cx="599699" cy="599699"/>
          </a:xfrm>
          <a:prstGeom prst="ellipse">
            <a:avLst/>
          </a:prstGeom>
          <a:solidFill>
            <a:srgbClr val="322014"/>
          </a:solidFill>
          <a:ln/>
        </p:spPr>
        <p:txBody>
          <a:bodyPr>
            <a:noAutofit/>
          </a:bodyPr>
          <a:p/>
        </p:txBody>
      </p:sp>
      <p:sp>
        <p:nvSpPr>
          <p:cNvPr id="19" name="shape:019"/>
          <p:cNvSpPr/>
          <p:nvPr/>
        </p:nvSpPr>
        <p:spPr>
          <a:xfrm>
            <a:off x="3391094" y="2519932"/>
            <a:ext cx="599699" cy="599699"/>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30</a:t>
            </a:r>
            <a:endParaRPr lang="en-US" sz="1200" dirty="0"/>
          </a:p>
        </p:txBody>
      </p:sp>
      <p:sp>
        <p:nvSpPr>
          <p:cNvPr id="20" name="shape:020"/>
          <p:cNvSpPr/>
          <p:nvPr/>
        </p:nvSpPr>
        <p:spPr>
          <a:xfrm>
            <a:off x="5708618" y="2655547"/>
            <a:ext cx="328469" cy="328469"/>
          </a:xfrm>
          <a:prstGeom prst="ellipse">
            <a:avLst/>
          </a:prstGeom>
          <a:solidFill>
            <a:srgbClr val="322014"/>
          </a:solidFill>
          <a:ln/>
        </p:spPr>
        <p:txBody>
          <a:bodyPr>
            <a:noAutofit/>
          </a:bodyPr>
          <a:p/>
        </p:txBody>
      </p:sp>
      <p:sp>
        <p:nvSpPr>
          <p:cNvPr id="21" name="shape:021"/>
          <p:cNvSpPr/>
          <p:nvPr/>
        </p:nvSpPr>
        <p:spPr>
          <a:xfrm>
            <a:off x="5644252"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7890526" y="2655547"/>
            <a:ext cx="328469" cy="328469"/>
          </a:xfrm>
          <a:prstGeom prst="ellipse">
            <a:avLst/>
          </a:prstGeom>
          <a:solidFill>
            <a:srgbClr val="322014"/>
          </a:solidFill>
          <a:ln/>
        </p:spPr>
        <p:txBody>
          <a:bodyPr>
            <a:noAutofit/>
          </a:bodyPr>
          <a:p/>
        </p:txBody>
      </p:sp>
      <p:sp>
        <p:nvSpPr>
          <p:cNvPr id="23" name="shape:023"/>
          <p:cNvSpPr/>
          <p:nvPr/>
        </p:nvSpPr>
        <p:spPr>
          <a:xfrm>
            <a:off x="7826161"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4" name="shape:024"/>
          <p:cNvSpPr/>
          <p:nvPr/>
        </p:nvSpPr>
        <p:spPr>
          <a:xfrm>
            <a:off x="10127179" y="2710291"/>
            <a:ext cx="218979" cy="218979"/>
          </a:xfrm>
          <a:prstGeom prst="ellipse">
            <a:avLst/>
          </a:prstGeom>
          <a:solidFill>
            <a:srgbClr val="322014"/>
          </a:solidFill>
          <a:ln/>
        </p:spPr>
        <p:txBody>
          <a:bodyPr>
            <a:noAutofit/>
          </a:bodyPr>
          <a:p/>
        </p:txBody>
      </p:sp>
      <p:sp>
        <p:nvSpPr>
          <p:cNvPr id="25" name="shape:025"/>
          <p:cNvSpPr/>
          <p:nvPr/>
        </p:nvSpPr>
        <p:spPr>
          <a:xfrm>
            <a:off x="10008069"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26" name="shape:026"/>
          <p:cNvSpPr/>
          <p:nvPr/>
        </p:nvSpPr>
        <p:spPr>
          <a:xfrm>
            <a:off x="576072" y="3594735"/>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項目3層</a:t>
            </a:r>
            <a:endParaRPr lang="en-US" sz="1400" dirty="0"/>
          </a:p>
        </p:txBody>
      </p:sp>
      <p:sp>
        <p:nvSpPr>
          <p:cNvPr id="27" name="shape:027"/>
          <p:cNvSpPr/>
          <p:nvPr/>
        </p:nvSpPr>
        <p:spPr>
          <a:xfrm>
            <a:off x="3478918" y="3565589"/>
            <a:ext cx="424051" cy="424051"/>
          </a:xfrm>
          <a:prstGeom prst="ellipse">
            <a:avLst/>
          </a:prstGeom>
          <a:solidFill>
            <a:srgbClr val="322014"/>
          </a:solidFill>
          <a:ln/>
        </p:spPr>
        <p:txBody>
          <a:bodyPr>
            <a:noAutofit/>
          </a:bodyPr>
          <a:p/>
        </p:txBody>
      </p:sp>
      <p:sp>
        <p:nvSpPr>
          <p:cNvPr id="28" name="shape:028"/>
          <p:cNvSpPr/>
          <p:nvPr/>
        </p:nvSpPr>
        <p:spPr>
          <a:xfrm>
            <a:off x="3462344"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15</a:t>
            </a:r>
            <a:endParaRPr lang="en-US" sz="1200" dirty="0"/>
          </a:p>
        </p:txBody>
      </p:sp>
      <p:sp>
        <p:nvSpPr>
          <p:cNvPr id="29" name="shape:029"/>
          <p:cNvSpPr/>
          <p:nvPr/>
        </p:nvSpPr>
        <p:spPr>
          <a:xfrm>
            <a:off x="5683211" y="3587974"/>
            <a:ext cx="379283" cy="379283"/>
          </a:xfrm>
          <a:prstGeom prst="ellipse">
            <a:avLst/>
          </a:prstGeom>
          <a:solidFill>
            <a:srgbClr val="322014"/>
          </a:solidFill>
          <a:ln/>
        </p:spPr>
        <p:txBody>
          <a:bodyPr>
            <a:noAutofit/>
          </a:bodyPr>
          <a:p/>
        </p:txBody>
      </p:sp>
      <p:sp>
        <p:nvSpPr>
          <p:cNvPr id="30" name="shape:030"/>
          <p:cNvSpPr/>
          <p:nvPr/>
        </p:nvSpPr>
        <p:spPr>
          <a:xfrm>
            <a:off x="5644252"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12</a:t>
            </a:r>
            <a:endParaRPr lang="en-US" sz="1200" dirty="0"/>
          </a:p>
        </p:txBody>
      </p:sp>
      <p:sp>
        <p:nvSpPr>
          <p:cNvPr id="31" name="shape:031"/>
          <p:cNvSpPr/>
          <p:nvPr/>
        </p:nvSpPr>
        <p:spPr>
          <a:xfrm>
            <a:off x="7920664" y="3643518"/>
            <a:ext cx="268194" cy="268194"/>
          </a:xfrm>
          <a:prstGeom prst="ellipse">
            <a:avLst/>
          </a:prstGeom>
          <a:solidFill>
            <a:srgbClr val="322014"/>
          </a:solidFill>
          <a:ln/>
        </p:spPr>
        <p:txBody>
          <a:bodyPr>
            <a:noAutofit/>
          </a:bodyPr>
          <a:p/>
        </p:txBody>
      </p:sp>
      <p:sp>
        <p:nvSpPr>
          <p:cNvPr id="32" name="shape:032"/>
          <p:cNvSpPr/>
          <p:nvPr/>
        </p:nvSpPr>
        <p:spPr>
          <a:xfrm>
            <a:off x="7826161"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3" name="shape:033"/>
          <p:cNvSpPr/>
          <p:nvPr/>
        </p:nvSpPr>
        <p:spPr>
          <a:xfrm>
            <a:off x="10102572" y="3643518"/>
            <a:ext cx="268194" cy="268194"/>
          </a:xfrm>
          <a:prstGeom prst="ellipse">
            <a:avLst/>
          </a:prstGeom>
          <a:solidFill>
            <a:srgbClr val="322014"/>
          </a:solidFill>
          <a:ln/>
        </p:spPr>
        <p:txBody>
          <a:bodyPr>
            <a:noAutofit/>
          </a:bodyPr>
          <a:p/>
        </p:txBody>
      </p:sp>
      <p:sp>
        <p:nvSpPr>
          <p:cNvPr id="34" name="shape:034"/>
          <p:cNvSpPr/>
          <p:nvPr/>
        </p:nvSpPr>
        <p:spPr>
          <a:xfrm>
            <a:off x="10008069"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5" name="shape:035"/>
          <p:cNvSpPr/>
          <p:nvPr/>
        </p:nvSpPr>
        <p:spPr>
          <a:xfrm>
            <a:off x="576072" y="4552569"/>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項目4層</a:t>
            </a:r>
            <a:endParaRPr lang="en-US" sz="1400" dirty="0"/>
          </a:p>
        </p:txBody>
      </p:sp>
      <p:sp>
        <p:nvSpPr>
          <p:cNvPr id="36" name="shape:036"/>
          <p:cNvSpPr/>
          <p:nvPr/>
        </p:nvSpPr>
        <p:spPr>
          <a:xfrm>
            <a:off x="3288654" y="4333159"/>
            <a:ext cx="804581" cy="804581"/>
          </a:xfrm>
          <a:prstGeom prst="ellipse">
            <a:avLst/>
          </a:prstGeom>
          <a:solidFill>
            <a:srgbClr val="322014"/>
          </a:solidFill>
          <a:ln/>
        </p:spPr>
        <p:txBody>
          <a:bodyPr>
            <a:noAutofit/>
          </a:bodyPr>
          <a:p/>
        </p:txBody>
      </p:sp>
      <p:sp>
        <p:nvSpPr>
          <p:cNvPr id="37" name="shape:037"/>
          <p:cNvSpPr/>
          <p:nvPr/>
        </p:nvSpPr>
        <p:spPr>
          <a:xfrm>
            <a:off x="3288654" y="4333159"/>
            <a:ext cx="804581" cy="804581"/>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54</a:t>
            </a:r>
            <a:endParaRPr lang="en-US" sz="1200" dirty="0"/>
          </a:p>
        </p:txBody>
      </p:sp>
      <p:sp>
        <p:nvSpPr>
          <p:cNvPr id="38" name="shape:038"/>
          <p:cNvSpPr/>
          <p:nvPr/>
        </p:nvSpPr>
        <p:spPr>
          <a:xfrm>
            <a:off x="5675467" y="4538064"/>
            <a:ext cx="394770" cy="394770"/>
          </a:xfrm>
          <a:prstGeom prst="ellipse">
            <a:avLst/>
          </a:prstGeom>
          <a:solidFill>
            <a:srgbClr val="322014"/>
          </a:solidFill>
          <a:ln/>
        </p:spPr>
        <p:txBody>
          <a:bodyPr>
            <a:noAutofit/>
          </a:bodyPr>
          <a:p/>
        </p:txBody>
      </p:sp>
      <p:sp>
        <p:nvSpPr>
          <p:cNvPr id="39" name="shape:039"/>
          <p:cNvSpPr/>
          <p:nvPr/>
        </p:nvSpPr>
        <p:spPr>
          <a:xfrm>
            <a:off x="5644252"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0" name="shape:040"/>
          <p:cNvSpPr/>
          <p:nvPr/>
        </p:nvSpPr>
        <p:spPr>
          <a:xfrm>
            <a:off x="7857376" y="4538064"/>
            <a:ext cx="394770" cy="394770"/>
          </a:xfrm>
          <a:prstGeom prst="ellipse">
            <a:avLst/>
          </a:prstGeom>
          <a:solidFill>
            <a:srgbClr val="322014"/>
          </a:solidFill>
          <a:ln/>
        </p:spPr>
        <p:txBody>
          <a:bodyPr>
            <a:noAutofit/>
          </a:bodyPr>
          <a:p/>
        </p:txBody>
      </p:sp>
      <p:sp>
        <p:nvSpPr>
          <p:cNvPr id="41" name="shape:041"/>
          <p:cNvSpPr/>
          <p:nvPr/>
        </p:nvSpPr>
        <p:spPr>
          <a:xfrm>
            <a:off x="7826161"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2" name="shape:042"/>
          <p:cNvSpPr/>
          <p:nvPr/>
        </p:nvSpPr>
        <p:spPr>
          <a:xfrm>
            <a:off x="10102572" y="4601352"/>
            <a:ext cx="268194" cy="268194"/>
          </a:xfrm>
          <a:prstGeom prst="ellipse">
            <a:avLst/>
          </a:prstGeom>
          <a:solidFill>
            <a:srgbClr val="322014"/>
          </a:solidFill>
          <a:ln/>
        </p:spPr>
        <p:txBody>
          <a:bodyPr>
            <a:noAutofit/>
          </a:bodyPr>
          <a:p/>
        </p:txBody>
      </p:sp>
      <p:sp>
        <p:nvSpPr>
          <p:cNvPr id="43" name="shape:043"/>
          <p:cNvSpPr/>
          <p:nvPr/>
        </p:nvSpPr>
        <p:spPr>
          <a:xfrm>
            <a:off x="10008069"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44" name="shape:044"/>
          <p:cNvSpPr/>
          <p:nvPr/>
        </p:nvSpPr>
        <p:spPr>
          <a:xfrm>
            <a:off x="576072" y="5510403"/>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項目5層</a:t>
            </a:r>
            <a:endParaRPr lang="en-US" sz="1400" dirty="0"/>
          </a:p>
        </p:txBody>
      </p:sp>
      <p:sp>
        <p:nvSpPr>
          <p:cNvPr id="45" name="shape:045"/>
          <p:cNvSpPr/>
          <p:nvPr/>
        </p:nvSpPr>
        <p:spPr>
          <a:xfrm>
            <a:off x="3536102" y="5538441"/>
            <a:ext cx="309683" cy="309683"/>
          </a:xfrm>
          <a:prstGeom prst="ellipse">
            <a:avLst/>
          </a:prstGeom>
          <a:solidFill>
            <a:srgbClr val="322014"/>
          </a:solidFill>
          <a:ln/>
        </p:spPr>
        <p:txBody>
          <a:bodyPr>
            <a:noAutofit/>
          </a:bodyPr>
          <a:p/>
        </p:txBody>
      </p:sp>
      <p:sp>
        <p:nvSpPr>
          <p:cNvPr id="46" name="shape:046"/>
          <p:cNvSpPr/>
          <p:nvPr/>
        </p:nvSpPr>
        <p:spPr>
          <a:xfrm>
            <a:off x="3462344"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8</a:t>
            </a:r>
            <a:endParaRPr lang="en-US" sz="1200" dirty="0"/>
          </a:p>
        </p:txBody>
      </p:sp>
      <p:sp>
        <p:nvSpPr>
          <p:cNvPr id="47" name="shape:047"/>
          <p:cNvSpPr/>
          <p:nvPr/>
        </p:nvSpPr>
        <p:spPr>
          <a:xfrm>
            <a:off x="5708618" y="5529049"/>
            <a:ext cx="328469" cy="328469"/>
          </a:xfrm>
          <a:prstGeom prst="ellipse">
            <a:avLst/>
          </a:prstGeom>
          <a:solidFill>
            <a:srgbClr val="322014"/>
          </a:solidFill>
          <a:ln/>
        </p:spPr>
        <p:txBody>
          <a:bodyPr>
            <a:noAutofit/>
          </a:bodyPr>
          <a:p/>
        </p:txBody>
      </p:sp>
      <p:sp>
        <p:nvSpPr>
          <p:cNvPr id="48" name="shape:048"/>
          <p:cNvSpPr/>
          <p:nvPr/>
        </p:nvSpPr>
        <p:spPr>
          <a:xfrm>
            <a:off x="5644252"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49" name="shape:049"/>
          <p:cNvSpPr/>
          <p:nvPr/>
        </p:nvSpPr>
        <p:spPr>
          <a:xfrm>
            <a:off x="7920664" y="5559186"/>
            <a:ext cx="268194" cy="268194"/>
          </a:xfrm>
          <a:prstGeom prst="ellipse">
            <a:avLst/>
          </a:prstGeom>
          <a:solidFill>
            <a:srgbClr val="322014"/>
          </a:solidFill>
          <a:ln/>
        </p:spPr>
        <p:txBody>
          <a:bodyPr>
            <a:noAutofit/>
          </a:bodyPr>
          <a:p/>
        </p:txBody>
      </p:sp>
      <p:sp>
        <p:nvSpPr>
          <p:cNvPr id="50" name="shape:050"/>
          <p:cNvSpPr/>
          <p:nvPr/>
        </p:nvSpPr>
        <p:spPr>
          <a:xfrm>
            <a:off x="7826161"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51" name="shape:051"/>
          <p:cNvSpPr/>
          <p:nvPr/>
        </p:nvSpPr>
        <p:spPr>
          <a:xfrm>
            <a:off x="10127179" y="5583793"/>
            <a:ext cx="218979" cy="218979"/>
          </a:xfrm>
          <a:prstGeom prst="ellipse">
            <a:avLst/>
          </a:prstGeom>
          <a:solidFill>
            <a:srgbClr val="322014"/>
          </a:solidFill>
          <a:ln/>
        </p:spPr>
        <p:txBody>
          <a:bodyPr>
            <a:noAutofit/>
          </a:bodyPr>
          <a:p/>
        </p:txBody>
      </p:sp>
      <p:sp>
        <p:nvSpPr>
          <p:cNvPr id="52" name="shape:052"/>
          <p:cNvSpPr/>
          <p:nvPr/>
        </p:nvSpPr>
        <p:spPr>
          <a:xfrm>
            <a:off x="10008069"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