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"proportional_circles",</a:t>
            </a:r>
          </a:p>
          <a:p>
            <a:r>
              <a:t>  "variant": "warm",</a:t>
            </a:r>
          </a:p>
          <a:p>
            <a:r>
              <a:t>  "rationale": "Public template fixture; short fictional slot content; no private data.",</a:t>
            </a:r>
          </a:p>
          <a:p>
            <a:r>
              <a:t>  "source_sha256": "b2d831ab26d1c48ecee94fa7469ce020f059fcaa734c0dd588eccad7fb4c763b",</a:t>
            </a:r>
          </a:p>
          <a:p>
            <a:r>
              <a:t>  "evidence": [</a:t>
            </a:r>
          </a:p>
          <a:p>
            <a:r>
              <a:t>    {</a:t>
            </a:r>
          </a:p>
          <a:p>
            <a:r>
              <a:t>      "text": "比例円の対比",</a:t>
            </a:r>
          </a:p>
          <a:p>
            <a:r>
              <a:t>      "refs": [</a:t>
            </a:r>
          </a:p>
          <a:p>
            <a:r>
              <a:t>        {</a:t>
            </a:r>
          </a:p>
          <a:p>
            <a:r>
              <a:t>          "source_id": "s001",</a:t>
            </a:r>
          </a:p>
          <a:p>
            <a:r>
              <a:t>          "quote": "比例円の対比"</a:t>
            </a:r>
          </a:p>
          <a:p>
            <a:r>
              <a:t>        }</a:t>
            </a:r>
          </a:p>
          <a:p>
            <a:r>
              <a:t>      ],</a:t>
            </a:r>
          </a:p>
          <a:p>
            <a:r>
              <a:t>      "mode": "verbatim"</a:t>
            </a:r>
          </a:p>
          <a:p>
            <a:r>
              <a:t>    },</a:t>
            </a:r>
          </a:p>
          <a:p>
            <a:r>
              <a:t>    {</a:t>
            </a:r>
          </a:p>
          <a:p>
            <a:r>
              <a:t>      "text": "出典：公開見本。円の面積は割合に比例",</a:t>
            </a:r>
          </a:p>
          <a:p>
            <a:r>
              <a:t>      "refs": [</a:t>
            </a:r>
          </a:p>
          <a:p>
            <a:r>
              <a:t>        {</a:t>
            </a:r>
          </a:p>
          <a:p>
            <a:r>
              <a:t>          "source_id": "s001",</a:t>
            </a:r>
          </a:p>
          <a:p>
            <a:r>
              <a:t>          "quote": "出典：公開見本。円の面積は割合に比例"</a:t>
            </a:r>
          </a:p>
          <a:p>
            <a:r>
              <a:t>        }</a:t>
            </a:r>
          </a:p>
          <a:p>
            <a:r>
              <a:t>      ],</a:t>
            </a:r>
          </a:p>
          <a:p>
            <a:r>
              <a:t>      "mode": "verbatim"</a:t>
            </a:r>
          </a:p>
          <a:p>
            <a:r>
              <a:t>    },</a:t>
            </a:r>
          </a:p>
          <a:p>
            <a:r>
              <a:t>    {</a:t>
            </a:r>
          </a:p>
          <a:p>
            <a:r>
              <a:t>      "text": "記載例1に占める割合",</a:t>
            </a:r>
          </a:p>
          <a:p>
            <a:r>
              <a:t>      "refs": [</a:t>
            </a:r>
          </a:p>
          <a:p>
            <a:r>
              <a:t>        {</a:t>
            </a:r>
          </a:p>
          <a:p>
            <a:r>
              <a:t>          "source_id": "s001",</a:t>
            </a:r>
          </a:p>
          <a:p>
            <a:r>
              <a:t>          "quote": "記載例1に占める割合"</a:t>
            </a:r>
          </a:p>
          <a:p>
            <a:r>
              <a:t>        }</a:t>
            </a:r>
          </a:p>
          <a:p>
            <a:r>
              <a:t>      ],</a:t>
            </a:r>
          </a:p>
          <a:p>
            <a:r>
              <a:t>      "mode": "verbatim"</a:t>
            </a:r>
          </a:p>
          <a:p>
            <a:r>
              <a:t>    },</a:t>
            </a:r>
          </a:p>
          <a:p>
            <a:r>
              <a:t>    {</a:t>
            </a:r>
          </a:p>
          <a:p>
            <a:r>
              <a:t>      "text": "％、2026年 / 2026年",</a:t>
            </a:r>
          </a:p>
          <a:p>
            <a:r>
              <a:t>      "refs": [</a:t>
            </a:r>
          </a:p>
          <a:p>
            <a:r>
              <a:t>        {</a:t>
            </a:r>
          </a:p>
          <a:p>
            <a:r>
              <a:t>          "source_id": "s001",</a:t>
            </a:r>
          </a:p>
          <a:p>
            <a:r>
              <a:t>          "quote": "％、2026年 / 2026年"</a:t>
            </a:r>
          </a:p>
          <a:p>
            <a:r>
              <a:t>        }</a:t>
            </a:r>
          </a:p>
          <a:p>
            <a:r>
              <a:t>      ],</a:t>
            </a:r>
          </a:p>
          <a:p>
            <a:r>
              <a:t>      "mode": "verbatim"</a:t>
            </a:r>
          </a:p>
          <a:p>
            <a:r>
              <a:t>    },</a:t>
            </a:r>
          </a:p>
          <a:p>
            <a:r>
              <a:t>    {</a:t>
            </a:r>
          </a:p>
          <a:p>
            <a:r>
              <a:t>      "text": "現在（2026年）",</a:t>
            </a:r>
          </a:p>
          <a:p>
            <a:r>
              <a:t>      "refs": [</a:t>
            </a:r>
          </a:p>
          <a:p>
            <a:r>
              <a:t>        {</a:t>
            </a:r>
          </a:p>
          <a:p>
            <a:r>
              <a:t>          "source_id": "s001",</a:t>
            </a:r>
          </a:p>
          <a:p>
            <a:r>
              <a:t>          "quote": "現在（2026年）"</a:t>
            </a:r>
          </a:p>
          <a:p>
            <a:r>
              <a:t>        }</a:t>
            </a:r>
          </a:p>
          <a:p>
            <a:r>
              <a:t>      ],</a:t>
            </a:r>
          </a:p>
          <a:p>
            <a:r>
              <a:t>      "mode": "verbatim"</a:t>
            </a:r>
          </a:p>
          <a:p>
            <a:r>
              <a:t>    },</a:t>
            </a:r>
          </a:p>
          <a:p>
            <a:r>
              <a:t>    {</a:t>
            </a:r>
          </a:p>
          <a:p>
            <a:r>
              <a:t>      "text": "記載例2が占める割合",</a:t>
            </a:r>
          </a:p>
          <a:p>
            <a:r>
              <a:t>      "refs": [</a:t>
            </a:r>
          </a:p>
          <a:p>
            <a:r>
              <a:t>        {</a:t>
            </a:r>
          </a:p>
          <a:p>
            <a:r>
              <a:t>          "source_id": "s001",</a:t>
            </a:r>
          </a:p>
          <a:p>
            <a:r>
              <a:t>          "quote": "記載例2が占める割合"</a:t>
            </a:r>
          </a:p>
          <a:p>
            <a:r>
              <a:t>        }</a:t>
            </a:r>
          </a:p>
          <a:p>
            <a:r>
              <a:t>      ],</a:t>
            </a:r>
          </a:p>
          <a:p>
            <a:r>
              <a:t>      "mode": "verbatim"</a:t>
            </a:r>
          </a:p>
          <a:p>
            <a:r>
              <a:t>    },</a:t>
            </a:r>
          </a:p>
          <a:p>
            <a:r>
              <a:t>    {</a:t>
            </a:r>
          </a:p>
          <a:p>
            <a:r>
              <a:t>      "text": "N年後（2026年）",</a:t>
            </a:r>
          </a:p>
          <a:p>
            <a:r>
              <a:t>      "refs": [</a:t>
            </a:r>
          </a:p>
          <a:p>
            <a:r>
              <a:t>        {</a:t>
            </a:r>
          </a:p>
          <a:p>
            <a:r>
              <a:t>          "source_id": "s001",</a:t>
            </a:r>
          </a:p>
          <a:p>
            <a:r>
              <a:t>          "quote": "N年後（2026年）"</a:t>
            </a:r>
          </a:p>
          <a:p>
            <a:r>
              <a:t>        }</a:t>
            </a:r>
          </a:p>
          <a:p>
            <a:r>
              <a:t>      ],</a:t>
            </a:r>
          </a:p>
          <a:p>
            <a:r>
              <a:t>      "mode": "verbatim"</a:t>
            </a:r>
          </a:p>
          <a:p>
            <a:r>
              <a:t>    },</a:t>
            </a:r>
          </a:p>
          <a:p>
            <a:r>
              <a:t>    {</a:t>
            </a:r>
          </a:p>
          <a:p>
            <a:r>
              <a:t>      "text": "記載例3が占める割合",</a:t>
            </a:r>
          </a:p>
          <a:p>
            <a:r>
              <a:t>      "refs": [</a:t>
            </a:r>
          </a:p>
          <a:p>
            <a:r>
              <a:t>        {</a:t>
            </a:r>
          </a:p>
          <a:p>
            <a:r>
              <a:t>          "source_id": "s001",</a:t>
            </a:r>
          </a:p>
          <a:p>
            <a:r>
              <a:t>          "quote": "記載例3が占める割合"</a:t>
            </a:r>
          </a:p>
          <a:p>
            <a:r>
              <a:t>        }</a:t>
            </a:r>
          </a:p>
          <a:p>
            <a:r>
              <a:t>      ],</a:t>
            </a:r>
          </a:p>
          <a:p>
            <a:r>
              <a:t>      "mode": "verbatim"</a:t>
            </a:r>
          </a:p>
          <a:p>
            <a:r>
              <a:t>    },</a:t>
            </a:r>
          </a:p>
          <a:p>
            <a:r>
              <a:t>    {</a:t>
            </a:r>
          </a:p>
          <a:p>
            <a:r>
              <a:t>      "value": 65.0,</a:t>
            </a:r>
          </a:p>
          <a:p>
            <a:r>
              <a:t>      "refs": [</a:t>
            </a:r>
          </a:p>
          <a:p>
            <a:r>
              <a:t>        {</a:t>
            </a:r>
          </a:p>
          <a:p>
            <a:r>
              <a:t>          "source_id": "s001",</a:t>
            </a:r>
          </a:p>
          <a:p>
            <a:r>
              <a:t>          "quote": "65"</a:t>
            </a:r>
          </a:p>
          <a:p>
            <a:r>
              <a:t>        }</a:t>
            </a:r>
          </a:p>
          <a:p>
            <a:r>
              <a:t>      ]</a:t>
            </a:r>
          </a:p>
          <a:p>
            <a:r>
              <a:t>    },</a:t>
            </a:r>
          </a:p>
          <a:p>
            <a:r>
              <a:t>    {</a:t>
            </a:r>
          </a:p>
          <a:p>
            <a:r>
              <a:t>      "value": 30.0,</a:t>
            </a:r>
          </a:p>
          <a:p>
            <a:r>
              <a:t>      "refs": [</a:t>
            </a:r>
          </a:p>
          <a:p>
            <a:r>
              <a:t>        {</a:t>
            </a:r>
          </a:p>
          <a:p>
            <a:r>
              <a:t>          "source_id": "s001",</a:t>
            </a:r>
          </a:p>
          <a:p>
            <a:r>
              <a:t>          "quote": "30"</a:t>
            </a:r>
          </a:p>
          <a:p>
            <a:r>
              <a:t>        }</a:t>
            </a:r>
          </a:p>
          <a:p>
            <a:r>
              <a:t>      ]</a:t>
            </a:r>
          </a:p>
          <a:p>
            <a:r>
              <a:t>    }</a:t>
            </a:r>
          </a:p>
          <a:p>
            <a:r>
              <a:t>  ],</a:t>
            </a:r>
          </a:p>
          <a:p>
            <a:r>
              <a:t>  "citations": {</a:t>
            </a:r>
          </a:p>
          <a:p>
            <a:r>
              <a:t>    "s001": "Public MIT sample: templates/freeform_parts_16x9.html section 22"</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"f1f1d19e1b1350aa9a6bdc68002210de20c437c1bf31142b965fe1b7dd1f52ab"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比例円の対比</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出典：公開見本。円の面積は割合に比例</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記載例1に占める割合</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％、2026年 / 2026年</a:t>
            </a:r>
            <a:endParaRPr lang="en-US" sz="850" dirty="0"/>
          </a:p>
        </p:txBody>
      </p:sp>
      <p:sp>
        <p:nvSpPr>
          <p:cNvPr id="13" name="shape:013"/>
          <p:cNvSpPr/>
          <p:nvPr/>
        </p:nvSpPr>
        <p:spPr>
          <a:xfrm>
            <a:off x="1936476"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現在（2026年）</a:t>
            </a:r>
            <a:endParaRPr lang="en-US" sz="1200" dirty="0"/>
          </a:p>
        </p:txBody>
      </p:sp>
      <p:sp>
        <p:nvSpPr>
          <p:cNvPr id="14" name="shape:014"/>
          <p:cNvSpPr/>
          <p:nvPr/>
        </p:nvSpPr>
        <p:spPr>
          <a:xfrm>
            <a:off x="2293336" y="2629144"/>
            <a:ext cx="2943880" cy="2943880"/>
          </a:xfrm>
          <a:prstGeom prst="ellipse">
            <a:avLst/>
          </a:prstGeom>
          <a:solidFill>
            <a:srgbClr val="322014"/>
          </a:solidFill>
          <a:ln/>
        </p:spPr>
        <p:txBody>
          <a:bodyPr>
            <a:noAutofit/>
          </a:bodyPr>
          <a:p/>
        </p:txBody>
      </p:sp>
      <p:sp>
        <p:nvSpPr>
          <p:cNvPr id="15" name="shape:015"/>
          <p:cNvSpPr/>
          <p:nvPr/>
        </p:nvSpPr>
        <p:spPr>
          <a:xfrm>
            <a:off x="2293336" y="3661981"/>
            <a:ext cx="2943880" cy="668655"/>
          </a:xfrm>
          <a:prstGeom prst="rect">
            <a:avLst/>
          </a:prstGeom>
          <a:noFill/>
          <a:ln/>
        </p:spPr>
        <p:txBody>
          <a:bodyPr wrap="square" lIns="0" tIns="0" rIns="0" bIns="0" rtlCol="0" anchor="ctr">
            <a:noAutofit/>
          </a:bodyPr>
          <a:lstStyle/>
          <a:p>
            <a:pPr algn="ctr" indent="0" marL="0">
              <a:buNone/>
            </a:pPr>
            <a:r>
              <a:rPr lang="en-US" sz="3900" b="1" dirty="0">
                <a:solidFill>
                  <a:srgbClr val="FFFFFF"/>
                </a:solidFill>
                <a:latin typeface="Yu Mincho Demibold" pitchFamily="34" charset="0"/>
                <a:ea typeface="Yu Mincho Demibold" pitchFamily="34" charset="-122"/>
                <a:cs typeface="Yu Mincho Demibold" pitchFamily="34" charset="-120"/>
              </a:rPr>
              <a:t>65%</a:t>
            </a:r>
            <a:endParaRPr lang="en-US" sz="3900" dirty="0"/>
          </a:p>
        </p:txBody>
      </p:sp>
      <p:sp>
        <p:nvSpPr>
          <p:cNvPr id="16" name="shape:016"/>
          <p:cNvSpPr/>
          <p:nvPr/>
        </p:nvSpPr>
        <p:spPr>
          <a:xfrm>
            <a:off x="2293336" y="4330636"/>
            <a:ext cx="2943880" cy="209550"/>
          </a:xfrm>
          <a:prstGeom prst="rect">
            <a:avLst/>
          </a:prstGeom>
          <a:noFill/>
          <a:ln/>
        </p:spPr>
        <p:txBody>
          <a:bodyPr wrap="square" lIns="0" tIns="0" rIns="0" bIns="0" rtlCol="0" anchor="t">
            <a:noAutofit/>
          </a:bodyPr>
          <a:lstStyle/>
          <a:p>
            <a:pPr algn="ctr" indent="0" marL="0">
              <a:buNone/>
            </a:pPr>
            <a:r>
              <a:rPr lang="en-US" sz="1100" dirty="0">
                <a:solidFill>
                  <a:srgbClr val="C5A681"/>
                </a:solidFill>
                <a:latin typeface="Yu Gothic" pitchFamily="34" charset="0"/>
                <a:ea typeface="Yu Gothic" pitchFamily="34" charset="-122"/>
                <a:cs typeface="Yu Gothic" pitchFamily="34" charset="-120"/>
              </a:rPr>
              <a:t>記載例2が占める割合</a:t>
            </a:r>
            <a:endParaRPr lang="en-US" sz="1100" dirty="0"/>
          </a:p>
        </p:txBody>
      </p:sp>
      <p:sp>
        <p:nvSpPr>
          <p:cNvPr id="17" name="shape:017"/>
          <p:cNvSpPr/>
          <p:nvPr/>
        </p:nvSpPr>
        <p:spPr>
          <a:xfrm>
            <a:off x="6597620" y="2261159"/>
            <a:ext cx="3657600" cy="274320"/>
          </a:xfrm>
          <a:prstGeom prst="rect">
            <a:avLst/>
          </a:prstGeom>
          <a:noFill/>
          <a:ln/>
        </p:spPr>
        <p:txBody>
          <a:bodyPr wrap="square" lIns="0" tIns="0" rIns="0" bIns="0" rtlCol="0" anchor="t">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N年後（2026年）</a:t>
            </a:r>
            <a:endParaRPr lang="en-US" sz="1200" dirty="0"/>
          </a:p>
        </p:txBody>
      </p:sp>
      <p:sp>
        <p:nvSpPr>
          <p:cNvPr id="18" name="shape:018"/>
          <p:cNvSpPr/>
          <p:nvPr/>
        </p:nvSpPr>
        <p:spPr>
          <a:xfrm>
            <a:off x="7426433" y="3101098"/>
            <a:ext cx="1999973" cy="1999973"/>
          </a:xfrm>
          <a:prstGeom prst="ellipse">
            <a:avLst/>
          </a:prstGeom>
          <a:solidFill>
            <a:srgbClr val="5A3921"/>
          </a:solidFill>
          <a:ln/>
        </p:spPr>
        <p:txBody>
          <a:bodyPr>
            <a:noAutofit/>
          </a:bodyPr>
          <a:p/>
        </p:txBody>
      </p:sp>
      <p:sp>
        <p:nvSpPr>
          <p:cNvPr id="19" name="shape:019"/>
          <p:cNvSpPr/>
          <p:nvPr/>
        </p:nvSpPr>
        <p:spPr>
          <a:xfrm>
            <a:off x="7426433" y="3792474"/>
            <a:ext cx="1999973" cy="445770"/>
          </a:xfrm>
          <a:prstGeom prst="rect">
            <a:avLst/>
          </a:prstGeom>
          <a:noFill/>
          <a:ln/>
        </p:spPr>
        <p:txBody>
          <a:bodyPr wrap="square" lIns="0" tIns="0" rIns="0" bIns="0" rtlCol="0" anchor="ctr">
            <a:noAutofit/>
          </a:bodyPr>
          <a:lstStyle/>
          <a:p>
            <a:pPr algn="ctr" indent="0" marL="0">
              <a:buNone/>
            </a:pPr>
            <a:r>
              <a:rPr lang="en-US" sz="2600" b="1" dirty="0">
                <a:solidFill>
                  <a:srgbClr val="FFFFFF"/>
                </a:solidFill>
                <a:latin typeface="Yu Mincho Demibold" pitchFamily="34" charset="0"/>
                <a:ea typeface="Yu Mincho Demibold" pitchFamily="34" charset="-122"/>
                <a:cs typeface="Yu Mincho Demibold" pitchFamily="34" charset="-120"/>
              </a:rPr>
              <a:t>30%</a:t>
            </a:r>
            <a:endParaRPr lang="en-US" sz="2600" dirty="0"/>
          </a:p>
        </p:txBody>
      </p:sp>
      <p:sp>
        <p:nvSpPr>
          <p:cNvPr id="20" name="shape:020"/>
          <p:cNvSpPr/>
          <p:nvPr/>
        </p:nvSpPr>
        <p:spPr>
          <a:xfrm>
            <a:off x="7426433" y="4238244"/>
            <a:ext cx="1999973" cy="171450"/>
          </a:xfrm>
          <a:prstGeom prst="rect">
            <a:avLst/>
          </a:prstGeom>
          <a:noFill/>
          <a:ln/>
        </p:spPr>
        <p:txBody>
          <a:bodyPr wrap="square" lIns="0" tIns="0" rIns="0" bIns="0" rtlCol="0" anchor="t">
            <a:noAutofit/>
          </a:bodyPr>
          <a:lstStyle/>
          <a:p>
            <a:pPr algn="ctr" indent="0" marL="0">
              <a:buNone/>
            </a:pPr>
            <a:r>
              <a:rPr lang="en-US" sz="900" dirty="0">
                <a:solidFill>
                  <a:srgbClr val="EFEEE8"/>
                </a:solidFill>
                <a:latin typeface="Yu Gothic" pitchFamily="34" charset="0"/>
                <a:ea typeface="Yu Gothic" pitchFamily="34" charset="-122"/>
                <a:cs typeface="Yu Gothic" pitchFamily="34" charset="-120"/>
              </a:rPr>
              <a:t>記載例3が占める割合</a:t>
            </a:r>
            <a:endParaRPr lang="en-US" sz="900" dirty="0"/>
          </a:p>
        </p:txBody>
      </p:sp>
      <p:sp>
        <p:nvSpPr>
          <p:cNvPr id="2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