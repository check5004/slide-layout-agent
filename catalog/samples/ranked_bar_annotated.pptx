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3"/>
          <c:w val="1"/>
          <c:h val="0.96"/>
        </c:manualLayout>
      </c:layout>
      <c:barChart>
        <c:barDir val="col"/>
        <c:grouping val="clustered"/>
        <c:varyColors val="0"/>
        <c:ser>
          <c:idx val="0"/>
          <c:order val="0"/>
          <c:tx>
            <c:strRef>
              <c:f>Sheet1!$B$1</c:f>
              <c:strCache>
                <c:ptCount val="1"/>
                <c:pt idx="0">
                  <c:v>指標名</c:v>
                </c:pt>
              </c:strCache>
            </c:strRef>
          </c:tx>
          <c:spPr>
            <a:solidFill>
              <a:srgbClr val="5A3921"/>
            </a:solidFill>
            <a:effectLst/>
          </c:spPr>
          <c:invertIfNegative val="0"/>
          <c:dLbls>
            <c:numFmt formatCode="#,##0" sourceLinked="0"/>
            <c:txPr>
              <a:bodyPr/>
              <a:lstStyle/>
              <a:p>
                <a:pPr>
                  <a:defRPr b="0" i="0" strike="noStrike" sz="900" u="none">
                    <a:solidFill>
                      <a:srgbClr val="322014"/>
                    </a:solidFill>
                    <a:latin typeface="Yu Gothic"/>
                  </a:defRPr>
                </a:pPr>
              </a:p>
            </c:txPr>
            <c:showLegendKey val="0"/>
            <c:showVal val="0"/>
            <c:showCatName val="0"/>
            <c:showSerName val="0"/>
            <c:showPercent val="0"/>
            <c:showBubbleSize val="0"/>
            <c:showLeaderLines val="0"/>
          </c:dLbls>
          <c:dPt>
            <c:idx val="0"/>
            <c:invertIfNegative val="0"/>
            <c:bubble3D val="0"/>
            <c:spPr>
              <a:solidFill>
                <a:srgbClr val="5A3921"/>
              </a:solidFill>
              <a:effectLst/>
            </c:spPr>
          </c:dPt>
          <c:dPt>
            <c:idx val="1"/>
            <c:invertIfNegative val="0"/>
            <c:bubble3D val="0"/>
            <c:spPr>
              <a:solidFill>
                <a:srgbClr val="5A3921"/>
              </a:solidFill>
              <a:effectLst/>
            </c:spPr>
          </c:dPt>
          <c:dPt>
            <c:idx val="2"/>
            <c:invertIfNegative val="0"/>
            <c:bubble3D val="0"/>
            <c:spPr>
              <a:solidFill>
                <a:srgbClr val="5A3921"/>
              </a:solidFill>
              <a:effectLst/>
            </c:spPr>
          </c:dPt>
          <c:dPt>
            <c:idx val="3"/>
            <c:invertIfNegative val="0"/>
            <c:bubble3D val="0"/>
            <c:spPr>
              <a:solidFill>
                <a:srgbClr val="5A3921"/>
              </a:solidFill>
              <a:effectLst/>
            </c:spPr>
          </c:dPt>
          <c:dPt>
            <c:idx val="4"/>
            <c:invertIfNegative val="0"/>
            <c:bubble3D val="0"/>
            <c:spPr>
              <a:solidFill>
                <a:srgbClr val="5A3921"/>
              </a:solidFill>
              <a:effectLst/>
            </c:spPr>
          </c:dPt>
          <c:dPt>
            <c:idx val="5"/>
            <c:invertIfNegative val="0"/>
            <c:bubble3D val="0"/>
            <c:spPr>
              <a:solidFill>
                <a:srgbClr val="C5A681"/>
              </a:solidFill>
              <a:effectLst/>
            </c:spPr>
          </c:dPt>
          <c:dPt>
            <c:idx val="6"/>
            <c:invertIfNegative val="0"/>
            <c:bubble3D val="0"/>
            <c:spPr>
              <a:solidFill>
                <a:srgbClr val="C5A681"/>
              </a:solidFill>
              <a:effectLst/>
            </c:spPr>
          </c:dPt>
          <c:dPt>
            <c:idx val="7"/>
            <c:invertIfNegative val="0"/>
            <c:bubble3D val="0"/>
            <c:spPr>
              <a:solidFill>
                <a:srgbClr val="C5A681"/>
              </a:solidFill>
              <a:effectLst/>
            </c:spPr>
          </c:dPt>
          <c:dPt>
            <c:idx val="8"/>
            <c:invertIfNegative val="0"/>
            <c:bubble3D val="0"/>
            <c:spPr>
              <a:solidFill>
                <a:srgbClr val="C5A681"/>
              </a:solidFill>
              <a:effectLst/>
            </c:spPr>
          </c:dPt>
          <c:dPt>
            <c:idx val="9"/>
            <c:invertIfNegative val="0"/>
            <c:bubble3D val="0"/>
            <c:spPr>
              <a:solidFill>
                <a:srgbClr val="C5A681"/>
              </a:solidFill>
              <a:effectLst/>
            </c:spPr>
          </c:dPt>
          <c:dPt>
            <c:idx val="10"/>
            <c:invertIfNegative val="0"/>
            <c:bubble3D val="0"/>
            <c:spPr>
              <a:solidFill>
                <a:srgbClr val="C5A681"/>
              </a:solidFill>
              <a:effectLst/>
            </c:spPr>
          </c:dPt>
          <c:dPt>
            <c:idx val="11"/>
            <c:invertIfNegative val="0"/>
            <c:bubble3D val="0"/>
            <c:spPr>
              <a:solidFill>
                <a:srgbClr val="C5A681"/>
              </a:solidFill>
              <a:effectLst/>
            </c:spPr>
          </c:dPt>
          <c:dPt>
            <c:idx val="12"/>
            <c:invertIfNegative val="0"/>
            <c:bubble3D val="0"/>
            <c:spPr>
              <a:solidFill>
                <a:srgbClr val="C5A681"/>
              </a:solidFill>
              <a:effectLst/>
            </c:spPr>
          </c:dPt>
          <c:dPt>
            <c:idx val="13"/>
            <c:invertIfNegative val="0"/>
            <c:bubble3D val="0"/>
            <c:spPr>
              <a:solidFill>
                <a:srgbClr val="C5A681"/>
              </a:solidFill>
              <a:effectLst/>
            </c:spPr>
          </c:dPt>
          <c:dPt>
            <c:idx val="14"/>
            <c:invertIfNegative val="0"/>
            <c:bubble3D val="0"/>
            <c:spPr>
              <a:solidFill>
                <a:srgbClr val="C5A681"/>
              </a:solidFill>
              <a:effectLst/>
            </c:spPr>
          </c:dPt>
          <c:dPt>
            <c:idx val="15"/>
            <c:invertIfNegative val="0"/>
            <c:bubble3D val="0"/>
            <c:spPr>
              <a:solidFill>
                <a:srgbClr val="C5A681"/>
              </a:solidFill>
              <a:effectLst/>
            </c:spPr>
          </c:dPt>
          <c:dPt>
            <c:idx val="16"/>
            <c:invertIfNegative val="0"/>
            <c:bubble3D val="0"/>
            <c:spPr>
              <a:solidFill>
                <a:srgbClr val="C5A681"/>
              </a:solidFill>
              <a:effectLst/>
            </c:spPr>
          </c:dPt>
          <c:dPt>
            <c:idx val="17"/>
            <c:invertIfNegative val="0"/>
            <c:bubble3D val="0"/>
            <c:spPr>
              <a:solidFill>
                <a:srgbClr val="C5A681"/>
              </a:solidFill>
              <a:effectLst/>
            </c:spPr>
          </c:dPt>
          <c:dPt>
            <c:idx val="18"/>
            <c:invertIfNegative val="0"/>
            <c:bubble3D val="0"/>
            <c:spPr>
              <a:solidFill>
                <a:srgbClr val="C5A681"/>
              </a:solidFill>
              <a:effectLst/>
            </c:spPr>
          </c:dPt>
          <c:dPt>
            <c:idx val="19"/>
            <c:invertIfNegative val="0"/>
            <c:bubble3D val="0"/>
            <c:spPr>
              <a:solidFill>
                <a:srgbClr val="C5A681"/>
              </a:solidFill>
              <a:effectLst/>
            </c:spPr>
          </c:dPt>
          <c:dPt>
            <c:idx val="20"/>
            <c:invertIfNegative val="0"/>
            <c:bubble3D val="0"/>
            <c:spPr>
              <a:solidFill>
                <a:srgbClr val="C5A681"/>
              </a:solidFill>
              <a:effectLst/>
            </c:spPr>
          </c:dPt>
          <c:dPt>
            <c:idx val="21"/>
            <c:invertIfNegative val="0"/>
            <c:bubble3D val="0"/>
            <c:spPr>
              <a:solidFill>
                <a:srgbClr val="C5A681"/>
              </a:solidFill>
              <a:effectLst/>
            </c:spPr>
          </c:dPt>
          <c:dPt>
            <c:idx val="22"/>
            <c:invertIfNegative val="0"/>
            <c:bubble3D val="0"/>
            <c:spPr>
              <a:solidFill>
                <a:srgbClr val="C5A681"/>
              </a:solidFill>
              <a:effectLst/>
            </c:spPr>
          </c:dPt>
          <c:dPt>
            <c:idx val="23"/>
            <c:invertIfNegative val="0"/>
            <c:bubble3D val="0"/>
            <c:spPr>
              <a:solidFill>
                <a:srgbClr val="C5A681"/>
              </a:solidFill>
              <a:effectLst/>
            </c:spPr>
          </c:dPt>
          <c:dPt>
            <c:idx val="24"/>
            <c:invertIfNegative val="0"/>
            <c:bubble3D val="0"/>
            <c:spPr>
              <a:solidFill>
                <a:srgbClr val="C5A681"/>
              </a:solidFill>
              <a:effectLst/>
            </c:spPr>
          </c:dPt>
          <c:dPt>
            <c:idx val="25"/>
            <c:invertIfNegative val="0"/>
            <c:bubble3D val="0"/>
            <c:spPr>
              <a:solidFill>
                <a:srgbClr val="C5A681"/>
              </a:solidFill>
              <a:effectLst/>
            </c:spPr>
          </c:dPt>
          <c:dPt>
            <c:idx val="26"/>
            <c:invertIfNegative val="0"/>
            <c:bubble3D val="0"/>
            <c:spPr>
              <a:solidFill>
                <a:srgbClr val="C5A681"/>
              </a:solidFill>
              <a:effectLst/>
            </c:spPr>
          </c:dPt>
          <c:dPt>
            <c:idx val="27"/>
            <c:invertIfNegative val="0"/>
            <c:bubble3D val="0"/>
            <c:spPr>
              <a:solidFill>
                <a:srgbClr val="C5A681"/>
              </a:solidFill>
              <a:effectLst/>
            </c:spPr>
          </c:dPt>
          <c:dPt>
            <c:idx val="28"/>
            <c:invertIfNegative val="0"/>
            <c:bubble3D val="0"/>
            <c:spPr>
              <a:solidFill>
                <a:srgbClr val="C5A681"/>
              </a:solidFill>
              <a:effectLst/>
            </c:spPr>
          </c:dPt>
          <c:dPt>
            <c:idx val="29"/>
            <c:invertIfNegative val="0"/>
            <c:bubble3D val="0"/>
            <c:spPr>
              <a:solidFill>
                <a:srgbClr val="C5A681"/>
              </a:solidFill>
              <a:effectLst/>
            </c:spPr>
          </c:dPt>
          <c:dPt>
            <c:idx val="30"/>
            <c:invertIfNegative val="0"/>
            <c:bubble3D val="0"/>
            <c:spPr>
              <a:solidFill>
                <a:srgbClr val="C5A681"/>
              </a:solidFill>
              <a:effectLst/>
            </c:spPr>
          </c:dPt>
          <c:dPt>
            <c:idx val="31"/>
            <c:invertIfNegative val="0"/>
            <c:bubble3D val="0"/>
            <c:spPr>
              <a:solidFill>
                <a:srgbClr val="C5A681"/>
              </a:solidFill>
              <a:effectLst/>
            </c:spPr>
          </c:dPt>
          <c:dPt>
            <c:idx val="32"/>
            <c:invertIfNegative val="0"/>
            <c:bubble3D val="0"/>
            <c:spPr>
              <a:solidFill>
                <a:srgbClr val="C5A681"/>
              </a:solidFill>
              <a:effectLst/>
            </c:spPr>
          </c:dPt>
          <c:dPt>
            <c:idx val="33"/>
            <c:invertIfNegative val="0"/>
            <c:bubble3D val="0"/>
            <c:spPr>
              <a:solidFill>
                <a:srgbClr val="C5A681"/>
              </a:solidFill>
              <a:effectLst/>
            </c:spPr>
          </c:dPt>
          <c:dPt>
            <c:idx val="34"/>
            <c:invertIfNegative val="0"/>
            <c:bubble3D val="0"/>
            <c:spPr>
              <a:solidFill>
                <a:srgbClr val="C5A681"/>
              </a:solidFill>
              <a:effectLst/>
            </c:spPr>
          </c:dPt>
          <c:dPt>
            <c:idx val="35"/>
            <c:invertIfNegative val="0"/>
            <c:bubble3D val="0"/>
            <c:spPr>
              <a:solidFill>
                <a:srgbClr val="C5A681"/>
              </a:solidFill>
              <a:effectLst/>
            </c:spPr>
          </c:dPt>
          <c:dPt>
            <c:idx val="36"/>
            <c:invertIfNegative val="0"/>
            <c:bubble3D val="0"/>
            <c:spPr>
              <a:solidFill>
                <a:srgbClr val="C5A681"/>
              </a:solidFill>
              <a:effectLst/>
            </c:spPr>
          </c:dPt>
          <c:dPt>
            <c:idx val="37"/>
            <c:invertIfNegative val="0"/>
            <c:bubble3D val="0"/>
            <c:spPr>
              <a:solidFill>
                <a:srgbClr val="C5A681"/>
              </a:solidFill>
              <a:effectLst/>
            </c:spPr>
          </c:dPt>
          <c:dPt>
            <c:idx val="38"/>
            <c:invertIfNegative val="0"/>
            <c:bubble3D val="0"/>
            <c:spPr>
              <a:solidFill>
                <a:srgbClr val="C5A681"/>
              </a:solidFill>
              <a:effectLst/>
            </c:spPr>
          </c:dPt>
          <c:dPt>
            <c:idx val="39"/>
            <c:invertIfNegative val="0"/>
            <c:bubble3D val="0"/>
            <c:spPr>
              <a:solidFill>
                <a:srgbClr val="C5A681"/>
              </a:solidFill>
              <a:effectLst/>
            </c:spPr>
          </c:dPt>
          <c:dPt>
            <c:idx val="40"/>
            <c:invertIfNegative val="0"/>
            <c:bubble3D val="0"/>
            <c:spPr>
              <a:solidFill>
                <a:srgbClr val="C5A681"/>
              </a:solidFill>
              <a:effectLst/>
            </c:spPr>
          </c:dPt>
          <c:dPt>
            <c:idx val="41"/>
            <c:invertIfNegative val="0"/>
            <c:bubble3D val="0"/>
            <c:spPr>
              <a:solidFill>
                <a:srgbClr val="C5A681"/>
              </a:solidFill>
              <a:effectLst/>
            </c:spPr>
          </c:dPt>
          <c:dPt>
            <c:idx val="42"/>
            <c:invertIfNegative val="0"/>
            <c:bubble3D val="0"/>
            <c:spPr>
              <a:solidFill>
                <a:srgbClr val="C5A681"/>
              </a:solidFill>
              <a:effectLst/>
            </c:spPr>
          </c:dPt>
          <c:dPt>
            <c:idx val="43"/>
            <c:invertIfNegative val="0"/>
            <c:bubble3D val="0"/>
            <c:spPr>
              <a:solidFill>
                <a:srgbClr val="C5A681"/>
              </a:solidFill>
              <a:effectLst/>
            </c:spPr>
          </c:dPt>
          <c:dPt>
            <c:idx val="44"/>
            <c:invertIfNegative val="0"/>
            <c:bubble3D val="0"/>
            <c:spPr>
              <a:solidFill>
                <a:srgbClr val="C5A681"/>
              </a:solidFill>
              <a:effectLst/>
            </c:spPr>
          </c:dPt>
          <c:dPt>
            <c:idx val="45"/>
            <c:invertIfNegative val="0"/>
            <c:bubble3D val="0"/>
            <c:spPr>
              <a:solidFill>
                <a:srgbClr val="C5A681"/>
              </a:solidFill>
              <a:effectLst/>
            </c:spPr>
          </c:dPt>
          <c:dPt>
            <c:idx val="46"/>
            <c:invertIfNegative val="0"/>
            <c:bubble3D val="0"/>
            <c:spPr>
              <a:solidFill>
                <a:srgbClr val="C5A681"/>
              </a:solidFill>
              <a:effectLst/>
            </c:spPr>
          </c:dPt>
          <c:dPt>
            <c:idx val="47"/>
            <c:invertIfNegative val="0"/>
            <c:bubble3D val="0"/>
            <c:spPr>
              <a:solidFill>
                <a:srgbClr val="C5A681"/>
              </a:solidFill>
              <a:effectLst/>
            </c:spPr>
          </c:dPt>
          <c:dPt>
            <c:idx val="48"/>
            <c:invertIfNegative val="0"/>
            <c:bubble3D val="0"/>
            <c:spPr>
              <a:solidFill>
                <a:srgbClr val="C5A681"/>
              </a:solidFill>
              <a:effectLst/>
            </c:spPr>
          </c:dPt>
          <c:dPt>
            <c:idx val="49"/>
            <c:invertIfNegative val="0"/>
            <c:bubble3D val="0"/>
            <c:spPr>
              <a:solidFill>
                <a:srgbClr val="C5A681"/>
              </a:solidFill>
              <a:effectLst/>
            </c:spPr>
          </c:dPt>
          <c:cat>
            <c:strRef>
              <c:f>Sheet1!$A$2:$A$51</c:f>
              <c:strCache>
                <c:ptCount val="50"/>
                <c:pt idx="0">
                  <c:v>項目1</c:v>
                </c:pt>
                <c:pt idx="1">
                  <c:v>項目2</c:v>
                </c:pt>
                <c:pt idx="2">
                  <c:v>項目3</c:v>
                </c:pt>
                <c:pt idx="3">
                  <c:v>項目4</c:v>
                </c:pt>
                <c:pt idx="4">
                  <c:v>項目5</c:v>
                </c:pt>
                <c:pt idx="5">
                  <c:v>項目6</c:v>
                </c:pt>
                <c:pt idx="6">
                  <c:v>項目7</c:v>
                </c:pt>
                <c:pt idx="7">
                  <c:v>項目8</c:v>
                </c:pt>
                <c:pt idx="8">
                  <c:v>項目9</c:v>
                </c:pt>
                <c:pt idx="9">
                  <c:v>項目10</c:v>
                </c:pt>
                <c:pt idx="10">
                  <c:v>項目11</c:v>
                </c:pt>
                <c:pt idx="11">
                  <c:v>項目12</c:v>
                </c:pt>
                <c:pt idx="12">
                  <c:v>項目13</c:v>
                </c:pt>
                <c:pt idx="13">
                  <c:v>項目14</c:v>
                </c:pt>
                <c:pt idx="14">
                  <c:v>項目15</c:v>
                </c:pt>
                <c:pt idx="15">
                  <c:v>項目16</c:v>
                </c:pt>
                <c:pt idx="16">
                  <c:v>項目17</c:v>
                </c:pt>
                <c:pt idx="17">
                  <c:v>項目18</c:v>
                </c:pt>
                <c:pt idx="18">
                  <c:v>項目19</c:v>
                </c:pt>
                <c:pt idx="19">
                  <c:v>項目20</c:v>
                </c:pt>
                <c:pt idx="20">
                  <c:v>項目21</c:v>
                </c:pt>
                <c:pt idx="21">
                  <c:v>項目22</c:v>
                </c:pt>
                <c:pt idx="22">
                  <c:v>項目23</c:v>
                </c:pt>
                <c:pt idx="23">
                  <c:v>項目24</c:v>
                </c:pt>
                <c:pt idx="24">
                  <c:v>項目25</c:v>
                </c:pt>
                <c:pt idx="25">
                  <c:v>項目26</c:v>
                </c:pt>
                <c:pt idx="26">
                  <c:v>項目27</c:v>
                </c:pt>
                <c:pt idx="27">
                  <c:v>項目28</c:v>
                </c:pt>
                <c:pt idx="28">
                  <c:v>項目29</c:v>
                </c:pt>
                <c:pt idx="29">
                  <c:v>項目30</c:v>
                </c:pt>
                <c:pt idx="30">
                  <c:v>項目31</c:v>
                </c:pt>
                <c:pt idx="31">
                  <c:v>項目32</c:v>
                </c:pt>
                <c:pt idx="32">
                  <c:v>項目33</c:v>
                </c:pt>
                <c:pt idx="33">
                  <c:v>項目34</c:v>
                </c:pt>
                <c:pt idx="34">
                  <c:v>項目35</c:v>
                </c:pt>
                <c:pt idx="35">
                  <c:v>項目36</c:v>
                </c:pt>
                <c:pt idx="36">
                  <c:v>項目37</c:v>
                </c:pt>
                <c:pt idx="37">
                  <c:v>項目38</c:v>
                </c:pt>
                <c:pt idx="38">
                  <c:v>項目39</c:v>
                </c:pt>
                <c:pt idx="39">
                  <c:v>項目40</c:v>
                </c:pt>
                <c:pt idx="40">
                  <c:v>項目41</c:v>
                </c:pt>
                <c:pt idx="41">
                  <c:v>項目42</c:v>
                </c:pt>
                <c:pt idx="42">
                  <c:v>項目43</c:v>
                </c:pt>
                <c:pt idx="43">
                  <c:v>項目44</c:v>
                </c:pt>
                <c:pt idx="44">
                  <c:v>項目45</c:v>
                </c:pt>
                <c:pt idx="45">
                  <c:v>項目46</c:v>
                </c:pt>
                <c:pt idx="46">
                  <c:v>項目47</c:v>
                </c:pt>
                <c:pt idx="47">
                  <c:v>項目48</c:v>
                </c:pt>
                <c:pt idx="48">
                  <c:v>項目49</c:v>
                </c:pt>
                <c:pt idx="49">
                  <c:v>項目50</c:v>
                </c:pt>
              </c:strCache>
            </c:strRef>
          </c:cat>
          <c:val>
            <c:numRef>
              <c:f>Sheet1!$B$2:$B$51</c:f>
              <c:numCache>
                <c:formatCode>General</c:formatCode>
                <c:ptCount val="50"/>
                <c:pt idx="0">
                  <c:v>240.0</c:v>
                </c:pt>
                <c:pt idx="1">
                  <c:v>224.0</c:v>
                </c:pt>
                <c:pt idx="2">
                  <c:v>210.0</c:v>
                </c:pt>
                <c:pt idx="3">
                  <c:v>192.0</c:v>
                </c:pt>
                <c:pt idx="4">
                  <c:v>180.0</c:v>
                </c:pt>
                <c:pt idx="5">
                  <c:v>154.0</c:v>
                </c:pt>
                <c:pt idx="6">
                  <c:v>140.0</c:v>
                </c:pt>
                <c:pt idx="7">
                  <c:v>130.0</c:v>
                </c:pt>
                <c:pt idx="8">
                  <c:v>118.0</c:v>
                </c:pt>
                <c:pt idx="9">
                  <c:v>110.0</c:v>
                </c:pt>
                <c:pt idx="10">
                  <c:v>100.0</c:v>
                </c:pt>
                <c:pt idx="11">
                  <c:v>92.0</c:v>
                </c:pt>
                <c:pt idx="12">
                  <c:v>86.0</c:v>
                </c:pt>
                <c:pt idx="13">
                  <c:v>80.0</c:v>
                </c:pt>
                <c:pt idx="14">
                  <c:v>74.0</c:v>
                </c:pt>
                <c:pt idx="15">
                  <c:v>70.0</c:v>
                </c:pt>
                <c:pt idx="16">
                  <c:v>64.0</c:v>
                </c:pt>
                <c:pt idx="17">
                  <c:v>60.0</c:v>
                </c:pt>
                <c:pt idx="18">
                  <c:v>56.0</c:v>
                </c:pt>
                <c:pt idx="19">
                  <c:v>52.0</c:v>
                </c:pt>
                <c:pt idx="20">
                  <c:v>48.0</c:v>
                </c:pt>
                <c:pt idx="21">
                  <c:v>45.0</c:v>
                </c:pt>
                <c:pt idx="22">
                  <c:v>42.0</c:v>
                </c:pt>
                <c:pt idx="23">
                  <c:v>39.0</c:v>
                </c:pt>
                <c:pt idx="24">
                  <c:v>36.0</c:v>
                </c:pt>
                <c:pt idx="25">
                  <c:v>33.0</c:v>
                </c:pt>
                <c:pt idx="26">
                  <c:v>31.0</c:v>
                </c:pt>
                <c:pt idx="27">
                  <c:v>29.0</c:v>
                </c:pt>
                <c:pt idx="28">
                  <c:v>27.0</c:v>
                </c:pt>
                <c:pt idx="29">
                  <c:v>25.0</c:v>
                </c:pt>
                <c:pt idx="30">
                  <c:v>23.0</c:v>
                </c:pt>
                <c:pt idx="31">
                  <c:v>21.0</c:v>
                </c:pt>
                <c:pt idx="32">
                  <c:v>20.0</c:v>
                </c:pt>
                <c:pt idx="33">
                  <c:v>18.0</c:v>
                </c:pt>
                <c:pt idx="34">
                  <c:v>17.0</c:v>
                </c:pt>
                <c:pt idx="35">
                  <c:v>15.0</c:v>
                </c:pt>
                <c:pt idx="36">
                  <c:v>14.0</c:v>
                </c:pt>
                <c:pt idx="37">
                  <c:v>13.0</c:v>
                </c:pt>
                <c:pt idx="38">
                  <c:v>12.0</c:v>
                </c:pt>
                <c:pt idx="39">
                  <c:v>11.0</c:v>
                </c:pt>
                <c:pt idx="40">
                  <c:v>10.0</c:v>
                </c:pt>
                <c:pt idx="41">
                  <c:v>9.0</c:v>
                </c:pt>
                <c:pt idx="42">
                  <c:v>8.0</c:v>
                </c:pt>
                <c:pt idx="43">
                  <c:v>8.0</c:v>
                </c:pt>
                <c:pt idx="44">
                  <c:v>7.0</c:v>
                </c:pt>
                <c:pt idx="45">
                  <c:v>6.0</c:v>
                </c:pt>
                <c:pt idx="46">
                  <c:v>6.0</c:v>
                </c:pt>
                <c:pt idx="47">
                  <c:v>5.0</c:v>
                </c:pt>
                <c:pt idx="48">
                  <c:v>5.0</c:v>
                </c:pt>
                <c:pt idx="49">
                  <c:v>4.0</c:v>
                </c:pt>
              </c:numCache>
            </c:numRef>
          </c:val>
        </c:ser>
        <c:dLbls>
          <c:numFmt formatCode="#,##0" sourceLinked="0"/>
          <c:txPr>
            <a:bodyPr/>
            <a:lstStyle/>
            <a:p>
              <a:pPr>
                <a:defRPr b="0" i="0" strike="noStrike" sz="900" u="none">
                  <a:solidFill>
                    <a:srgbClr val="322014"/>
                  </a:solidFill>
                  <a:latin typeface="Yu Gothic"/>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none"/>
        <c:spPr>
          <a:ln w="19050" cap="flat">
            <a:solidFill>
              <a:srgbClr val="322014"/>
            </a:solidFill>
            <a:prstDash val="solid"/>
            <a:round/>
          </a:ln>
        </c:spPr>
        <c:txPr>
          <a:bodyPr/>
          <a:lstStyle/>
          <a:p>
            <a:pPr>
              <a:defRPr sz="90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2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"ranked_bar_annotated",</a:t>
            </a:r>
          </a:p>
          <a:p>
            <a:r>
              <a:t>  "variant": "warm",</a:t>
            </a:r>
          </a:p>
          <a:p>
            <a:r>
              <a:t>  "rationale": "Public template fixture; short fictional slot content; no private data.",</a:t>
            </a:r>
          </a:p>
          <a:p>
            <a:r>
              <a:t>  "source_sha256": "86d86dfbecb1c25b7a20d34019407e3376ff1195287a10481a04d4598ab9bb6d",</a:t>
            </a:r>
          </a:p>
          <a:p>
            <a:r>
              <a:t>  "evidence": [</a:t>
            </a:r>
          </a:p>
          <a:p>
            <a:r>
              <a:t>    {</a:t>
            </a:r>
          </a:p>
          <a:p>
            <a:r>
              <a:t>      "text": "分布の順位棒＋注記",</a:t>
            </a:r>
          </a:p>
          <a:p>
            <a:r>
              <a:t>      "refs": [</a:t>
            </a:r>
          </a:p>
          <a:p>
            <a:r>
              <a:t>        {</a:t>
            </a:r>
          </a:p>
          <a:p>
            <a:r>
              <a:t>          "source_id": "s001",</a:t>
            </a:r>
          </a:p>
          <a:p>
            <a:r>
              <a:t>          "quote": "分布の順位棒＋注記"</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a:t>
            </a:r>
          </a:p>
          <a:p>
            <a:r>
              <a:t>      "refs": [</a:t>
            </a:r>
          </a:p>
          <a:p>
            <a:r>
              <a:t>        {</a:t>
            </a:r>
          </a:p>
          <a:p>
            <a:r>
              <a:t>          "source_id": "s001",</a:t>
            </a:r>
          </a:p>
          <a:p>
            <a:r>
              <a:t>          "quote": "指標名"</a:t>
            </a:r>
          </a:p>
          <a:p>
            <a:r>
              <a:t>        }</a:t>
            </a:r>
          </a:p>
          <a:p>
            <a:r>
              <a:t>      ],</a:t>
            </a:r>
          </a:p>
          <a:p>
            <a:r>
              <a:t>      "mode": "verbatim"</a:t>
            </a:r>
          </a:p>
          <a:p>
            <a:r>
              <a:t>    },</a:t>
            </a:r>
          </a:p>
          <a:p>
            <a:r>
              <a:t>    {</a:t>
            </a:r>
          </a:p>
          <a:p>
            <a:r>
              <a:t>      "text": "単位、2026〜2026年",</a:t>
            </a:r>
          </a:p>
          <a:p>
            <a:r>
              <a:t>      "refs": [</a:t>
            </a:r>
          </a:p>
          <a:p>
            <a:r>
              <a:t>        {</a:t>
            </a:r>
          </a:p>
          <a:p>
            <a:r>
              <a:t>          "source_id": "s001",</a:t>
            </a:r>
          </a:p>
          <a:p>
            <a:r>
              <a:t>          "quote": "単位、2026〜2026年"</a:t>
            </a:r>
          </a:p>
          <a:p>
            <a:r>
              <a:t>        }</a:t>
            </a:r>
          </a:p>
          <a:p>
            <a:r>
              <a:t>      ],</a:t>
            </a:r>
          </a:p>
          <a:p>
            <a:r>
              <a:t>      "mode": "verbatim"</a:t>
            </a:r>
          </a:p>
          <a:p>
            <a:r>
              <a:t>    },</a:t>
            </a:r>
          </a:p>
          <a:p>
            <a:r>
              <a:t>    {</a:t>
            </a:r>
          </a:p>
          <a:p>
            <a:r>
              <a:t>      "text": "上位N社",</a:t>
            </a:r>
          </a:p>
          <a:p>
            <a:r>
              <a:t>      "refs": [</a:t>
            </a:r>
          </a:p>
          <a:p>
            <a:r>
              <a:t>        {</a:t>
            </a:r>
          </a:p>
          <a:p>
            <a:r>
              <a:t>          "source_id": "s001",</a:t>
            </a:r>
          </a:p>
          <a:p>
            <a:r>
              <a:t>          "quote": "上位N社"</a:t>
            </a:r>
          </a:p>
          <a:p>
            <a:r>
              <a:t>        }</a:t>
            </a:r>
          </a:p>
          <a:p>
            <a:r>
              <a:t>      ],</a:t>
            </a:r>
          </a:p>
          <a:p>
            <a:r>
              <a:t>      "mode": "verbatim"</a:t>
            </a:r>
          </a:p>
          <a:p>
            <a:r>
              <a:t>    },</a:t>
            </a:r>
          </a:p>
          <a:p>
            <a:r>
              <a:t>    {</a:t>
            </a:r>
          </a:p>
          <a:p>
            <a:r>
              <a:t>      "text": "その他",</a:t>
            </a:r>
          </a:p>
          <a:p>
            <a:r>
              <a:t>      "refs": [</a:t>
            </a:r>
          </a:p>
          <a:p>
            <a:r>
              <a:t>        {</a:t>
            </a:r>
          </a:p>
          <a:p>
            <a:r>
              <a:t>          "source_id": "s001",</a:t>
            </a:r>
          </a:p>
          <a:p>
            <a:r>
              <a:t>          "quote": "その他"</a:t>
            </a:r>
          </a:p>
          <a:p>
            <a:r>
              <a:t>        }</a:t>
            </a:r>
          </a:p>
          <a:p>
            <a:r>
              <a:t>      ],</a:t>
            </a:r>
          </a:p>
          <a:p>
            <a:r>
              <a:t>      "mode": "verbatim"</a:t>
            </a:r>
          </a:p>
          <a:p>
            <a:r>
              <a:t>    },</a:t>
            </a:r>
          </a:p>
          <a:p>
            <a:r>
              <a:t>    {</a:t>
            </a:r>
          </a:p>
          <a:p>
            <a:r>
              <a:t>      "text": "だから、記載例4に絞る",</a:t>
            </a:r>
          </a:p>
          <a:p>
            <a:r>
              <a:t>      "refs": [</a:t>
            </a:r>
          </a:p>
          <a:p>
            <a:r>
              <a:t>        {</a:t>
            </a:r>
          </a:p>
          <a:p>
            <a:r>
              <a:t>          "source_id": "s001",</a:t>
            </a:r>
          </a:p>
          <a:p>
            <a:r>
              <a:t>          "quote": "だから、記載例4に絞る"</a:t>
            </a:r>
          </a:p>
          <a:p>
            <a:r>
              <a:t>        }</a:t>
            </a:r>
          </a:p>
          <a:p>
            <a:r>
              <a:t>      ],</a:t>
            </a:r>
          </a:p>
          <a:p>
            <a:r>
              <a:t>      "mode": "verbatim"</a:t>
            </a:r>
          </a:p>
          <a:p>
            <a:r>
              <a:t>    },</a:t>
            </a:r>
          </a:p>
          <a:p>
            <a:r>
              <a:t>    {</a:t>
            </a:r>
          </a:p>
          <a:p>
            <a:r>
              <a:t>      "text": "記載例1\n記載例2\n記載例3",</a:t>
            </a:r>
          </a:p>
          <a:p>
            <a:r>
              <a:t>      "refs": [</a:t>
            </a:r>
          </a:p>
          <a:p>
            <a:r>
              <a:t>        {</a:t>
            </a:r>
          </a:p>
          <a:p>
            <a:r>
              <a:t>          "source_id": "s001",</a:t>
            </a:r>
          </a:p>
          <a:p>
            <a:r>
              <a:t>          "quote": "記載例1\n記載例2\n記載例3"</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"項目10",</a:t>
            </a:r>
          </a:p>
          <a:p>
            <a:r>
              <a:t>      "refs": [</a:t>
            </a:r>
          </a:p>
          <a:p>
            <a:r>
              <a:t>        {</a:t>
            </a:r>
          </a:p>
          <a:p>
            <a:r>
              <a:t>          "source_id": "s001",</a:t>
            </a:r>
          </a:p>
          <a:p>
            <a:r>
              <a:t>          "quote": "項目10"</a:t>
            </a:r>
          </a:p>
          <a:p>
            <a:r>
              <a:t>        }</a:t>
            </a:r>
          </a:p>
          <a:p>
            <a:r>
              <a:t>      ],</a:t>
            </a:r>
          </a:p>
          <a:p>
            <a:r>
              <a:t>      "mode": "verbatim"</a:t>
            </a:r>
          </a:p>
          <a:p>
            <a:r>
              <a:t>    },</a:t>
            </a:r>
          </a:p>
          <a:p>
            <a:r>
              <a:t>    {</a:t>
            </a:r>
          </a:p>
          <a:p>
            <a:r>
              <a:t>      "text": "項目11",</a:t>
            </a:r>
          </a:p>
          <a:p>
            <a:r>
              <a:t>      "refs": [</a:t>
            </a:r>
          </a:p>
          <a:p>
            <a:r>
              <a:t>        {</a:t>
            </a:r>
          </a:p>
          <a:p>
            <a:r>
              <a:t>          "source_id": "s001",</a:t>
            </a:r>
          </a:p>
          <a:p>
            <a:r>
              <a:t>          "quote": "項目11"</a:t>
            </a:r>
          </a:p>
          <a:p>
            <a:r>
              <a:t>        }</a:t>
            </a:r>
          </a:p>
          <a:p>
            <a:r>
              <a:t>      ],</a:t>
            </a:r>
          </a:p>
          <a:p>
            <a:r>
              <a:t>      "mode": "verbatim"</a:t>
            </a:r>
          </a:p>
          <a:p>
            <a:r>
              <a:t>    },</a:t>
            </a:r>
          </a:p>
          <a:p>
            <a:r>
              <a:t>    {</a:t>
            </a:r>
          </a:p>
          <a:p>
            <a:r>
              <a:t>      "text": "項目12",</a:t>
            </a:r>
          </a:p>
          <a:p>
            <a:r>
              <a:t>      "refs": [</a:t>
            </a:r>
          </a:p>
          <a:p>
            <a:r>
              <a:t>        {</a:t>
            </a:r>
          </a:p>
          <a:p>
            <a:r>
              <a:t>          "source_id": "s001",</a:t>
            </a:r>
          </a:p>
          <a:p>
            <a:r>
              <a:t>          "quote": "項目12"</a:t>
            </a:r>
          </a:p>
          <a:p>
            <a:r>
              <a:t>        }</a:t>
            </a:r>
          </a:p>
          <a:p>
            <a:r>
              <a:t>      ],</a:t>
            </a:r>
          </a:p>
          <a:p>
            <a:r>
              <a:t>      "mode": "verbatim"</a:t>
            </a:r>
          </a:p>
          <a:p>
            <a:r>
              <a:t>    },</a:t>
            </a:r>
          </a:p>
          <a:p>
            <a:r>
              <a:t>    {</a:t>
            </a:r>
          </a:p>
          <a:p>
            <a:r>
              <a:t>      "text": "項目13",</a:t>
            </a:r>
          </a:p>
          <a:p>
            <a:r>
              <a:t>      "refs": [</a:t>
            </a:r>
          </a:p>
          <a:p>
            <a:r>
              <a:t>        {</a:t>
            </a:r>
          </a:p>
          <a:p>
            <a:r>
              <a:t>          "source_id": "s001",</a:t>
            </a:r>
          </a:p>
          <a:p>
            <a:r>
              <a:t>          "quote": "項目13"</a:t>
            </a:r>
          </a:p>
          <a:p>
            <a:r>
              <a:t>        }</a:t>
            </a:r>
          </a:p>
          <a:p>
            <a:r>
              <a:t>      ],</a:t>
            </a:r>
          </a:p>
          <a:p>
            <a:r>
              <a:t>      "mode": "verbatim"</a:t>
            </a:r>
          </a:p>
          <a:p>
            <a:r>
              <a:t>    },</a:t>
            </a:r>
          </a:p>
          <a:p>
            <a:r>
              <a:t>    {</a:t>
            </a:r>
          </a:p>
          <a:p>
            <a:r>
              <a:t>      "text": "項目14",</a:t>
            </a:r>
          </a:p>
          <a:p>
            <a:r>
              <a:t>      "refs": [</a:t>
            </a:r>
          </a:p>
          <a:p>
            <a:r>
              <a:t>        {</a:t>
            </a:r>
          </a:p>
          <a:p>
            <a:r>
              <a:t>          "source_id": "s001",</a:t>
            </a:r>
          </a:p>
          <a:p>
            <a:r>
              <a:t>          "quote": "項目14"</a:t>
            </a:r>
          </a:p>
          <a:p>
            <a:r>
              <a:t>        }</a:t>
            </a:r>
          </a:p>
          <a:p>
            <a:r>
              <a:t>      ],</a:t>
            </a:r>
          </a:p>
          <a:p>
            <a:r>
              <a:t>      "mode": "verbatim"</a:t>
            </a:r>
          </a:p>
          <a:p>
            <a:r>
              <a:t>    },</a:t>
            </a:r>
          </a:p>
          <a:p>
            <a:r>
              <a:t>    {</a:t>
            </a:r>
          </a:p>
          <a:p>
            <a:r>
              <a:t>      "text": "項目15",</a:t>
            </a:r>
          </a:p>
          <a:p>
            <a:r>
              <a:t>      "refs": [</a:t>
            </a:r>
          </a:p>
          <a:p>
            <a:r>
              <a:t>        {</a:t>
            </a:r>
          </a:p>
          <a:p>
            <a:r>
              <a:t>          "source_id": "s001",</a:t>
            </a:r>
          </a:p>
          <a:p>
            <a:r>
              <a:t>          "quote": "項目15"</a:t>
            </a:r>
          </a:p>
          <a:p>
            <a:r>
              <a:t>        }</a:t>
            </a:r>
          </a:p>
          <a:p>
            <a:r>
              <a:t>      ],</a:t>
            </a:r>
          </a:p>
          <a:p>
            <a:r>
              <a:t>      "mode": "verbatim"</a:t>
            </a:r>
          </a:p>
          <a:p>
            <a:r>
              <a:t>    },</a:t>
            </a:r>
          </a:p>
          <a:p>
            <a:r>
              <a:t>    {</a:t>
            </a:r>
          </a:p>
          <a:p>
            <a:r>
              <a:t>      "text": "項目16",</a:t>
            </a:r>
          </a:p>
          <a:p>
            <a:r>
              <a:t>      "refs": [</a:t>
            </a:r>
          </a:p>
          <a:p>
            <a:r>
              <a:t>        {</a:t>
            </a:r>
          </a:p>
          <a:p>
            <a:r>
              <a:t>          "source_id": "s001",</a:t>
            </a:r>
          </a:p>
          <a:p>
            <a:r>
              <a:t>          "quote": "項目16"</a:t>
            </a:r>
          </a:p>
          <a:p>
            <a:r>
              <a:t>        }</a:t>
            </a:r>
          </a:p>
          <a:p>
            <a:r>
              <a:t>      ],</a:t>
            </a:r>
          </a:p>
          <a:p>
            <a:r>
              <a:t>      "mode": "verbatim"</a:t>
            </a:r>
          </a:p>
          <a:p>
            <a:r>
              <a:t>    },</a:t>
            </a:r>
          </a:p>
          <a:p>
            <a:r>
              <a:t>    {</a:t>
            </a:r>
          </a:p>
          <a:p>
            <a:r>
              <a:t>      "text": "項目17",</a:t>
            </a:r>
          </a:p>
          <a:p>
            <a:r>
              <a:t>      "refs": [</a:t>
            </a:r>
          </a:p>
          <a:p>
            <a:r>
              <a:t>        {</a:t>
            </a:r>
          </a:p>
          <a:p>
            <a:r>
              <a:t>          "source_id": "s001",</a:t>
            </a:r>
          </a:p>
          <a:p>
            <a:r>
              <a:t>          "quote": "項目17"</a:t>
            </a:r>
          </a:p>
          <a:p>
            <a:r>
              <a:t>        }</a:t>
            </a:r>
          </a:p>
          <a:p>
            <a:r>
              <a:t>      ],</a:t>
            </a:r>
          </a:p>
          <a:p>
            <a:r>
              <a:t>      "mode": "verbatim"</a:t>
            </a:r>
          </a:p>
          <a:p>
            <a:r>
              <a:t>    },</a:t>
            </a:r>
          </a:p>
          <a:p>
            <a:r>
              <a:t>    {</a:t>
            </a:r>
          </a:p>
          <a:p>
            <a:r>
              <a:t>      "text": "項目18",</a:t>
            </a:r>
          </a:p>
          <a:p>
            <a:r>
              <a:t>      "refs": [</a:t>
            </a:r>
          </a:p>
          <a:p>
            <a:r>
              <a:t>        {</a:t>
            </a:r>
          </a:p>
          <a:p>
            <a:r>
              <a:t>          "source_id": "s001",</a:t>
            </a:r>
          </a:p>
          <a:p>
            <a:r>
              <a:t>          "quote": "項目18"</a:t>
            </a:r>
          </a:p>
          <a:p>
            <a:r>
              <a:t>        }</a:t>
            </a:r>
          </a:p>
          <a:p>
            <a:r>
              <a:t>      ],</a:t>
            </a:r>
          </a:p>
          <a:p>
            <a:r>
              <a:t>      "mode": "verbatim"</a:t>
            </a:r>
          </a:p>
          <a:p>
            <a:r>
              <a:t>    },</a:t>
            </a:r>
          </a:p>
          <a:p>
            <a:r>
              <a:t>    {</a:t>
            </a:r>
          </a:p>
          <a:p>
            <a:r>
              <a:t>      "text": "項目19",</a:t>
            </a:r>
          </a:p>
          <a:p>
            <a:r>
              <a:t>      "refs": [</a:t>
            </a:r>
          </a:p>
          <a:p>
            <a:r>
              <a:t>        {</a:t>
            </a:r>
          </a:p>
          <a:p>
            <a:r>
              <a:t>          "source_id": "s001",</a:t>
            </a:r>
          </a:p>
          <a:p>
            <a:r>
              <a:t>          "quote": "項目19"</a:t>
            </a:r>
          </a:p>
          <a:p>
            <a:r>
              <a:t>        }</a:t>
            </a:r>
          </a:p>
          <a:p>
            <a:r>
              <a:t>      ],</a:t>
            </a:r>
          </a:p>
          <a:p>
            <a:r>
              <a:t>      "mode": "verbatim"</a:t>
            </a:r>
          </a:p>
          <a:p>
            <a:r>
              <a:t>    },</a:t>
            </a:r>
          </a:p>
          <a:p>
            <a:r>
              <a:t>    {</a:t>
            </a:r>
          </a:p>
          <a:p>
            <a:r>
              <a:t>      "text": "項目20",</a:t>
            </a:r>
          </a:p>
          <a:p>
            <a:r>
              <a:t>      "refs": [</a:t>
            </a:r>
          </a:p>
          <a:p>
            <a:r>
              <a:t>        {</a:t>
            </a:r>
          </a:p>
          <a:p>
            <a:r>
              <a:t>          "source_id": "s001",</a:t>
            </a:r>
          </a:p>
          <a:p>
            <a:r>
              <a:t>          "quote": "項目20"</a:t>
            </a:r>
          </a:p>
          <a:p>
            <a:r>
              <a:t>        }</a:t>
            </a:r>
          </a:p>
          <a:p>
            <a:r>
              <a:t>      ],</a:t>
            </a:r>
          </a:p>
          <a:p>
            <a:r>
              <a:t>      "mode": "verbatim"</a:t>
            </a:r>
          </a:p>
          <a:p>
            <a:r>
              <a:t>    },</a:t>
            </a:r>
          </a:p>
          <a:p>
            <a:r>
              <a:t>    {</a:t>
            </a:r>
          </a:p>
          <a:p>
            <a:r>
              <a:t>      "text": "項目21",</a:t>
            </a:r>
          </a:p>
          <a:p>
            <a:r>
              <a:t>      "refs": [</a:t>
            </a:r>
          </a:p>
          <a:p>
            <a:r>
              <a:t>        {</a:t>
            </a:r>
          </a:p>
          <a:p>
            <a:r>
              <a:t>          "source_id": "s001",</a:t>
            </a:r>
          </a:p>
          <a:p>
            <a:r>
              <a:t>          "quote": "項目21"</a:t>
            </a:r>
          </a:p>
          <a:p>
            <a:r>
              <a:t>        }</a:t>
            </a:r>
          </a:p>
          <a:p>
            <a:r>
              <a:t>      ],</a:t>
            </a:r>
          </a:p>
          <a:p>
            <a:r>
              <a:t>      "mode": "verbatim"</a:t>
            </a:r>
          </a:p>
          <a:p>
            <a:r>
              <a:t>    },</a:t>
            </a:r>
          </a:p>
          <a:p>
            <a:r>
              <a:t>    {</a:t>
            </a:r>
          </a:p>
          <a:p>
            <a:r>
              <a:t>      "text": "項目22",</a:t>
            </a:r>
          </a:p>
          <a:p>
            <a:r>
              <a:t>      "refs": [</a:t>
            </a:r>
          </a:p>
          <a:p>
            <a:r>
              <a:t>        {</a:t>
            </a:r>
          </a:p>
          <a:p>
            <a:r>
              <a:t>          "source_id": "s001",</a:t>
            </a:r>
          </a:p>
          <a:p>
            <a:r>
              <a:t>          "quote": "項目22"</a:t>
            </a:r>
          </a:p>
          <a:p>
            <a:r>
              <a:t>        }</a:t>
            </a:r>
          </a:p>
          <a:p>
            <a:r>
              <a:t>      ],</a:t>
            </a:r>
          </a:p>
          <a:p>
            <a:r>
              <a:t>      "mode": "verbatim"</a:t>
            </a:r>
          </a:p>
          <a:p>
            <a:r>
              <a:t>    },</a:t>
            </a:r>
          </a:p>
          <a:p>
            <a:r>
              <a:t>    {</a:t>
            </a:r>
          </a:p>
          <a:p>
            <a:r>
              <a:t>      "text": "項目23",</a:t>
            </a:r>
          </a:p>
          <a:p>
            <a:r>
              <a:t>      "refs": [</a:t>
            </a:r>
          </a:p>
          <a:p>
            <a:r>
              <a:t>        {</a:t>
            </a:r>
          </a:p>
          <a:p>
            <a:r>
              <a:t>          "source_id": "s001",</a:t>
            </a:r>
          </a:p>
          <a:p>
            <a:r>
              <a:t>          "quote": "項目23"</a:t>
            </a:r>
          </a:p>
          <a:p>
            <a:r>
              <a:t>        }</a:t>
            </a:r>
          </a:p>
          <a:p>
            <a:r>
              <a:t>      ],</a:t>
            </a:r>
          </a:p>
          <a:p>
            <a:r>
              <a:t>      "mode": "verbatim"</a:t>
            </a:r>
          </a:p>
          <a:p>
            <a:r>
              <a:t>    },</a:t>
            </a:r>
          </a:p>
          <a:p>
            <a:r>
              <a:t>    {</a:t>
            </a:r>
          </a:p>
          <a:p>
            <a:r>
              <a:t>      "text": "項目24",</a:t>
            </a:r>
          </a:p>
          <a:p>
            <a:r>
              <a:t>      "refs": [</a:t>
            </a:r>
          </a:p>
          <a:p>
            <a:r>
              <a:t>        {</a:t>
            </a:r>
          </a:p>
          <a:p>
            <a:r>
              <a:t>          "source_id": "s001",</a:t>
            </a:r>
          </a:p>
          <a:p>
            <a:r>
              <a:t>          "quote": "項目24"</a:t>
            </a:r>
          </a:p>
          <a:p>
            <a:r>
              <a:t>        }</a:t>
            </a:r>
          </a:p>
          <a:p>
            <a:r>
              <a:t>      ],</a:t>
            </a:r>
          </a:p>
          <a:p>
            <a:r>
              <a:t>      "mode": "verbatim"</a:t>
            </a:r>
          </a:p>
          <a:p>
            <a:r>
              <a:t>    },</a:t>
            </a:r>
          </a:p>
          <a:p>
            <a:r>
              <a:t>    {</a:t>
            </a:r>
          </a:p>
          <a:p>
            <a:r>
              <a:t>      "text": "項目25",</a:t>
            </a:r>
          </a:p>
          <a:p>
            <a:r>
              <a:t>      "refs": [</a:t>
            </a:r>
          </a:p>
          <a:p>
            <a:r>
              <a:t>        {</a:t>
            </a:r>
          </a:p>
          <a:p>
            <a:r>
              <a:t>          "source_id": "s001",</a:t>
            </a:r>
          </a:p>
          <a:p>
            <a:r>
              <a:t>          "quote": "項目25"</a:t>
            </a:r>
          </a:p>
          <a:p>
            <a:r>
              <a:t>        }</a:t>
            </a:r>
          </a:p>
          <a:p>
            <a:r>
              <a:t>      ],</a:t>
            </a:r>
          </a:p>
          <a:p>
            <a:r>
              <a:t>      "mode": "verbatim"</a:t>
            </a:r>
          </a:p>
          <a:p>
            <a:r>
              <a:t>    },</a:t>
            </a:r>
          </a:p>
          <a:p>
            <a:r>
              <a:t>    {</a:t>
            </a:r>
          </a:p>
          <a:p>
            <a:r>
              <a:t>      "text": "項目26",</a:t>
            </a:r>
          </a:p>
          <a:p>
            <a:r>
              <a:t>      "refs": [</a:t>
            </a:r>
          </a:p>
          <a:p>
            <a:r>
              <a:t>        {</a:t>
            </a:r>
          </a:p>
          <a:p>
            <a:r>
              <a:t>          "source_id": "s001",</a:t>
            </a:r>
          </a:p>
          <a:p>
            <a:r>
              <a:t>          "quote": "項目26"</a:t>
            </a:r>
          </a:p>
          <a:p>
            <a:r>
              <a:t>        }</a:t>
            </a:r>
          </a:p>
          <a:p>
            <a:r>
              <a:t>      ],</a:t>
            </a:r>
          </a:p>
          <a:p>
            <a:r>
              <a:t>      "mode": "verbatim"</a:t>
            </a:r>
          </a:p>
          <a:p>
            <a:r>
              <a:t>    },</a:t>
            </a:r>
          </a:p>
          <a:p>
            <a:r>
              <a:t>    {</a:t>
            </a:r>
          </a:p>
          <a:p>
            <a:r>
              <a:t>      "text": "項目27",</a:t>
            </a:r>
          </a:p>
          <a:p>
            <a:r>
              <a:t>      "refs": [</a:t>
            </a:r>
          </a:p>
          <a:p>
            <a:r>
              <a:t>        {</a:t>
            </a:r>
          </a:p>
          <a:p>
            <a:r>
              <a:t>          "source_id": "s001",</a:t>
            </a:r>
          </a:p>
          <a:p>
            <a:r>
              <a:t>          "quote": "項目27"</a:t>
            </a:r>
          </a:p>
          <a:p>
            <a:r>
              <a:t>        }</a:t>
            </a:r>
          </a:p>
          <a:p>
            <a:r>
              <a:t>      ],</a:t>
            </a:r>
          </a:p>
          <a:p>
            <a:r>
              <a:t>      "mode": "verbatim"</a:t>
            </a:r>
          </a:p>
          <a:p>
            <a:r>
              <a:t>    },</a:t>
            </a:r>
          </a:p>
          <a:p>
            <a:r>
              <a:t>    {</a:t>
            </a:r>
          </a:p>
          <a:p>
            <a:r>
              <a:t>      "text": "項目28",</a:t>
            </a:r>
          </a:p>
          <a:p>
            <a:r>
              <a:t>      "refs": [</a:t>
            </a:r>
          </a:p>
          <a:p>
            <a:r>
              <a:t>        {</a:t>
            </a:r>
          </a:p>
          <a:p>
            <a:r>
              <a:t>          "source_id": "s001",</a:t>
            </a:r>
          </a:p>
          <a:p>
            <a:r>
              <a:t>          "quote": "項目28"</a:t>
            </a:r>
          </a:p>
          <a:p>
            <a:r>
              <a:t>        }</a:t>
            </a:r>
          </a:p>
          <a:p>
            <a:r>
              <a:t>      ],</a:t>
            </a:r>
          </a:p>
          <a:p>
            <a:r>
              <a:t>      "mode": "verbatim"</a:t>
            </a:r>
          </a:p>
          <a:p>
            <a:r>
              <a:t>    },</a:t>
            </a:r>
          </a:p>
          <a:p>
            <a:r>
              <a:t>    {</a:t>
            </a:r>
          </a:p>
          <a:p>
            <a:r>
              <a:t>      "text": "項目29",</a:t>
            </a:r>
          </a:p>
          <a:p>
            <a:r>
              <a:t>      "refs": [</a:t>
            </a:r>
          </a:p>
          <a:p>
            <a:r>
              <a:t>        {</a:t>
            </a:r>
          </a:p>
          <a:p>
            <a:r>
              <a:t>          "source_id": "s001",</a:t>
            </a:r>
          </a:p>
          <a:p>
            <a:r>
              <a:t>          "quote": "項目29"</a:t>
            </a:r>
          </a:p>
          <a:p>
            <a:r>
              <a:t>        }</a:t>
            </a:r>
          </a:p>
          <a:p>
            <a:r>
              <a:t>      ],</a:t>
            </a:r>
          </a:p>
          <a:p>
            <a:r>
              <a:t>      "mode": "verbatim"</a:t>
            </a:r>
          </a:p>
          <a:p>
            <a:r>
              <a:t>    },</a:t>
            </a:r>
          </a:p>
          <a:p>
            <a:r>
              <a:t>    {</a:t>
            </a:r>
          </a:p>
          <a:p>
            <a:r>
              <a:t>      "text": "項目30",</a:t>
            </a:r>
          </a:p>
          <a:p>
            <a:r>
              <a:t>      "refs": [</a:t>
            </a:r>
          </a:p>
          <a:p>
            <a:r>
              <a:t>        {</a:t>
            </a:r>
          </a:p>
          <a:p>
            <a:r>
              <a:t>          "source_id": "s001",</a:t>
            </a:r>
          </a:p>
          <a:p>
            <a:r>
              <a:t>          "quote": "項目30"</a:t>
            </a:r>
          </a:p>
          <a:p>
            <a:r>
              <a:t>        }</a:t>
            </a:r>
          </a:p>
          <a:p>
            <a:r>
              <a:t>      ],</a:t>
            </a:r>
          </a:p>
          <a:p>
            <a:r>
              <a:t>      "mode": "verbatim"</a:t>
            </a:r>
          </a:p>
          <a:p>
            <a:r>
              <a:t>    },</a:t>
            </a:r>
          </a:p>
          <a:p>
            <a:r>
              <a:t>    {</a:t>
            </a:r>
          </a:p>
          <a:p>
            <a:r>
              <a:t>      "text": "項目31",</a:t>
            </a:r>
          </a:p>
          <a:p>
            <a:r>
              <a:t>      "refs": [</a:t>
            </a:r>
          </a:p>
          <a:p>
            <a:r>
              <a:t>        {</a:t>
            </a:r>
          </a:p>
          <a:p>
            <a:r>
              <a:t>          "source_id": "s001",</a:t>
            </a:r>
          </a:p>
          <a:p>
            <a:r>
              <a:t>          "quote": "項目31"</a:t>
            </a:r>
          </a:p>
          <a:p>
            <a:r>
              <a:t>        }</a:t>
            </a:r>
          </a:p>
          <a:p>
            <a:r>
              <a:t>      ],</a:t>
            </a:r>
          </a:p>
          <a:p>
            <a:r>
              <a:t>      "mode": "verbatim"</a:t>
            </a:r>
          </a:p>
          <a:p>
            <a:r>
              <a:t>    },</a:t>
            </a:r>
          </a:p>
          <a:p>
            <a:r>
              <a:t>    {</a:t>
            </a:r>
          </a:p>
          <a:p>
            <a:r>
              <a:t>      "text": "項目32",</a:t>
            </a:r>
          </a:p>
          <a:p>
            <a:r>
              <a:t>      "refs": [</a:t>
            </a:r>
          </a:p>
          <a:p>
            <a:r>
              <a:t>        {</a:t>
            </a:r>
          </a:p>
          <a:p>
            <a:r>
              <a:t>          "source_id": "s001",</a:t>
            </a:r>
          </a:p>
          <a:p>
            <a:r>
              <a:t>          "quote": "項目32"</a:t>
            </a:r>
          </a:p>
          <a:p>
            <a:r>
              <a:t>        }</a:t>
            </a:r>
          </a:p>
          <a:p>
            <a:r>
              <a:t>      ],</a:t>
            </a:r>
          </a:p>
          <a:p>
            <a:r>
              <a:t>      "mode": "verbatim"</a:t>
            </a:r>
          </a:p>
          <a:p>
            <a:r>
              <a:t>    },</a:t>
            </a:r>
          </a:p>
          <a:p>
            <a:r>
              <a:t>    {</a:t>
            </a:r>
          </a:p>
          <a:p>
            <a:r>
              <a:t>      "text": "項目33",</a:t>
            </a:r>
          </a:p>
          <a:p>
            <a:r>
              <a:t>      "refs": [</a:t>
            </a:r>
          </a:p>
          <a:p>
            <a:r>
              <a:t>        {</a:t>
            </a:r>
          </a:p>
          <a:p>
            <a:r>
              <a:t>          "source_id": "s001",</a:t>
            </a:r>
          </a:p>
          <a:p>
            <a:r>
              <a:t>          "quote": "項目33"</a:t>
            </a:r>
          </a:p>
          <a:p>
            <a:r>
              <a:t>        }</a:t>
            </a:r>
          </a:p>
          <a:p>
            <a:r>
              <a:t>      ],</a:t>
            </a:r>
          </a:p>
          <a:p>
            <a:r>
              <a:t>      "mode": "verbatim"</a:t>
            </a:r>
          </a:p>
          <a:p>
            <a:r>
              <a:t>    },</a:t>
            </a:r>
          </a:p>
          <a:p>
            <a:r>
              <a:t>    {</a:t>
            </a:r>
          </a:p>
          <a:p>
            <a:r>
              <a:t>      "text": "項目34",</a:t>
            </a:r>
          </a:p>
          <a:p>
            <a:r>
              <a:t>      "refs": [</a:t>
            </a:r>
          </a:p>
          <a:p>
            <a:r>
              <a:t>        {</a:t>
            </a:r>
          </a:p>
          <a:p>
            <a:r>
              <a:t>          "source_id": "s001",</a:t>
            </a:r>
          </a:p>
          <a:p>
            <a:r>
              <a:t>          "quote": "項目34"</a:t>
            </a:r>
          </a:p>
          <a:p>
            <a:r>
              <a:t>        }</a:t>
            </a:r>
          </a:p>
          <a:p>
            <a:r>
              <a:t>      ],</a:t>
            </a:r>
          </a:p>
          <a:p>
            <a:r>
              <a:t>      "mode": "verbatim"</a:t>
            </a:r>
          </a:p>
          <a:p>
            <a:r>
              <a:t>    },</a:t>
            </a:r>
          </a:p>
          <a:p>
            <a:r>
              <a:t>    {</a:t>
            </a:r>
          </a:p>
          <a:p>
            <a:r>
              <a:t>      "text": "項目35",</a:t>
            </a:r>
          </a:p>
          <a:p>
            <a:r>
              <a:t>      "refs": [</a:t>
            </a:r>
          </a:p>
          <a:p>
            <a:r>
              <a:t>        {</a:t>
            </a:r>
          </a:p>
          <a:p>
            <a:r>
              <a:t>          "source_id": "s001",</a:t>
            </a:r>
          </a:p>
          <a:p>
            <a:r>
              <a:t>          "quote": "項目35"</a:t>
            </a:r>
          </a:p>
          <a:p>
            <a:r>
              <a:t>        }</a:t>
            </a:r>
          </a:p>
          <a:p>
            <a:r>
              <a:t>      ],</a:t>
            </a:r>
          </a:p>
          <a:p>
            <a:r>
              <a:t>      "mode": "verbatim"</a:t>
            </a:r>
          </a:p>
          <a:p>
            <a:r>
              <a:t>    },</a:t>
            </a:r>
          </a:p>
          <a:p>
            <a:r>
              <a:t>    {</a:t>
            </a:r>
          </a:p>
          <a:p>
            <a:r>
              <a:t>      "text": "項目36",</a:t>
            </a:r>
          </a:p>
          <a:p>
            <a:r>
              <a:t>      "refs": [</a:t>
            </a:r>
          </a:p>
          <a:p>
            <a:r>
              <a:t>        {</a:t>
            </a:r>
          </a:p>
          <a:p>
            <a:r>
              <a:t>          "source_id": "s001",</a:t>
            </a:r>
          </a:p>
          <a:p>
            <a:r>
              <a:t>          "quote": "項目36"</a:t>
            </a:r>
          </a:p>
          <a:p>
            <a:r>
              <a:t>        }</a:t>
            </a:r>
          </a:p>
          <a:p>
            <a:r>
              <a:t>      ],</a:t>
            </a:r>
          </a:p>
          <a:p>
            <a:r>
              <a:t>      "mode": "verbatim"</a:t>
            </a:r>
          </a:p>
          <a:p>
            <a:r>
              <a:t>    },</a:t>
            </a:r>
          </a:p>
          <a:p>
            <a:r>
              <a:t>    {</a:t>
            </a:r>
          </a:p>
          <a:p>
            <a:r>
              <a:t>      "text": "項目37",</a:t>
            </a:r>
          </a:p>
          <a:p>
            <a:r>
              <a:t>      "refs": [</a:t>
            </a:r>
          </a:p>
          <a:p>
            <a:r>
              <a:t>        {</a:t>
            </a:r>
          </a:p>
          <a:p>
            <a:r>
              <a:t>          "source_id": "s001",</a:t>
            </a:r>
          </a:p>
          <a:p>
            <a:r>
              <a:t>          "quote": "項目37"</a:t>
            </a:r>
          </a:p>
          <a:p>
            <a:r>
              <a:t>        }</a:t>
            </a:r>
          </a:p>
          <a:p>
            <a:r>
              <a:t>      ],</a:t>
            </a:r>
          </a:p>
          <a:p>
            <a:r>
              <a:t>      "mode": "verbatim"</a:t>
            </a:r>
          </a:p>
          <a:p>
            <a:r>
              <a:t>    },</a:t>
            </a:r>
          </a:p>
          <a:p>
            <a:r>
              <a:t>    {</a:t>
            </a:r>
          </a:p>
          <a:p>
            <a:r>
              <a:t>      "text": "項目38",</a:t>
            </a:r>
          </a:p>
          <a:p>
            <a:r>
              <a:t>      "refs": [</a:t>
            </a:r>
          </a:p>
          <a:p>
            <a:r>
              <a:t>        {</a:t>
            </a:r>
          </a:p>
          <a:p>
            <a:r>
              <a:t>          "source_id": "s001",</a:t>
            </a:r>
          </a:p>
          <a:p>
            <a:r>
              <a:t>          "quote": "項目38"</a:t>
            </a:r>
          </a:p>
          <a:p>
            <a:r>
              <a:t>        }</a:t>
            </a:r>
          </a:p>
          <a:p>
            <a:r>
              <a:t>      ],</a:t>
            </a:r>
          </a:p>
          <a:p>
            <a:r>
              <a:t>      "mode": "verbatim"</a:t>
            </a:r>
          </a:p>
          <a:p>
            <a:r>
              <a:t>    },</a:t>
            </a:r>
          </a:p>
          <a:p>
            <a:r>
              <a:t>    {</a:t>
            </a:r>
          </a:p>
          <a:p>
            <a:r>
              <a:t>      "text": "項目39",</a:t>
            </a:r>
          </a:p>
          <a:p>
            <a:r>
              <a:t>      "refs": [</a:t>
            </a:r>
          </a:p>
          <a:p>
            <a:r>
              <a:t>        {</a:t>
            </a:r>
          </a:p>
          <a:p>
            <a:r>
              <a:t>          "source_id": "s001",</a:t>
            </a:r>
          </a:p>
          <a:p>
            <a:r>
              <a:t>          "quote": "項目39"</a:t>
            </a:r>
          </a:p>
          <a:p>
            <a:r>
              <a:t>        }</a:t>
            </a:r>
          </a:p>
          <a:p>
            <a:r>
              <a:t>      ],</a:t>
            </a:r>
          </a:p>
          <a:p>
            <a:r>
              <a:t>      "mode": "verbatim"</a:t>
            </a:r>
          </a:p>
          <a:p>
            <a:r>
              <a:t>    },</a:t>
            </a:r>
          </a:p>
          <a:p>
            <a:r>
              <a:t>    {</a:t>
            </a:r>
          </a:p>
          <a:p>
            <a:r>
              <a:t>      "text": "項目40",</a:t>
            </a:r>
          </a:p>
          <a:p>
            <a:r>
              <a:t>      "refs": [</a:t>
            </a:r>
          </a:p>
          <a:p>
            <a:r>
              <a:t>        {</a:t>
            </a:r>
          </a:p>
          <a:p>
            <a:r>
              <a:t>          "source_id": "s001",</a:t>
            </a:r>
          </a:p>
          <a:p>
            <a:r>
              <a:t>          "quote": "項目40"</a:t>
            </a:r>
          </a:p>
          <a:p>
            <a:r>
              <a:t>        }</a:t>
            </a:r>
          </a:p>
          <a:p>
            <a:r>
              <a:t>      ],</a:t>
            </a:r>
          </a:p>
          <a:p>
            <a:r>
              <a:t>      "mode": "verbatim"</a:t>
            </a:r>
          </a:p>
          <a:p>
            <a:r>
              <a:t>    },</a:t>
            </a:r>
          </a:p>
          <a:p>
            <a:r>
              <a:t>    {</a:t>
            </a:r>
          </a:p>
          <a:p>
            <a:r>
              <a:t>      "text": "項目41",</a:t>
            </a:r>
          </a:p>
          <a:p>
            <a:r>
              <a:t>      "refs": [</a:t>
            </a:r>
          </a:p>
          <a:p>
            <a:r>
              <a:t>        {</a:t>
            </a:r>
          </a:p>
          <a:p>
            <a:r>
              <a:t>          "source_id": "s001",</a:t>
            </a:r>
          </a:p>
          <a:p>
            <a:r>
              <a:t>          "quote": "項目41"</a:t>
            </a:r>
          </a:p>
          <a:p>
            <a:r>
              <a:t>        }</a:t>
            </a:r>
          </a:p>
          <a:p>
            <a:r>
              <a:t>      ],</a:t>
            </a:r>
          </a:p>
          <a:p>
            <a:r>
              <a:t>      "mode": "verbatim"</a:t>
            </a:r>
          </a:p>
          <a:p>
            <a:r>
              <a:t>    },</a:t>
            </a:r>
          </a:p>
          <a:p>
            <a:r>
              <a:t>    {</a:t>
            </a:r>
          </a:p>
          <a:p>
            <a:r>
              <a:t>      "text": "項目42",</a:t>
            </a:r>
          </a:p>
          <a:p>
            <a:r>
              <a:t>      "refs": [</a:t>
            </a:r>
          </a:p>
          <a:p>
            <a:r>
              <a:t>        {</a:t>
            </a:r>
          </a:p>
          <a:p>
            <a:r>
              <a:t>          "source_id": "s001",</a:t>
            </a:r>
          </a:p>
          <a:p>
            <a:r>
              <a:t>          "quote": "項目42"</a:t>
            </a:r>
          </a:p>
          <a:p>
            <a:r>
              <a:t>        }</a:t>
            </a:r>
          </a:p>
          <a:p>
            <a:r>
              <a:t>      ],</a:t>
            </a:r>
          </a:p>
          <a:p>
            <a:r>
              <a:t>      "mode": "verbatim"</a:t>
            </a:r>
          </a:p>
          <a:p>
            <a:r>
              <a:t>    },</a:t>
            </a:r>
          </a:p>
          <a:p>
            <a:r>
              <a:t>    {</a:t>
            </a:r>
          </a:p>
          <a:p>
            <a:r>
              <a:t>      "text": "項目43",</a:t>
            </a:r>
          </a:p>
          <a:p>
            <a:r>
              <a:t>      "refs": [</a:t>
            </a:r>
          </a:p>
          <a:p>
            <a:r>
              <a:t>        {</a:t>
            </a:r>
          </a:p>
          <a:p>
            <a:r>
              <a:t>          "source_id": "s001",</a:t>
            </a:r>
          </a:p>
          <a:p>
            <a:r>
              <a:t>          "quote": "項目43"</a:t>
            </a:r>
          </a:p>
          <a:p>
            <a:r>
              <a:t>        }</a:t>
            </a:r>
          </a:p>
          <a:p>
            <a:r>
              <a:t>      ],</a:t>
            </a:r>
          </a:p>
          <a:p>
            <a:r>
              <a:t>      "mode": "verbatim"</a:t>
            </a:r>
          </a:p>
          <a:p>
            <a:r>
              <a:t>    },</a:t>
            </a:r>
          </a:p>
          <a:p>
            <a:r>
              <a:t>    {</a:t>
            </a:r>
          </a:p>
          <a:p>
            <a:r>
              <a:t>      "text": "項目44",</a:t>
            </a:r>
          </a:p>
          <a:p>
            <a:r>
              <a:t>      "refs": [</a:t>
            </a:r>
          </a:p>
          <a:p>
            <a:r>
              <a:t>        {</a:t>
            </a:r>
          </a:p>
          <a:p>
            <a:r>
              <a:t>          "source_id": "s001",</a:t>
            </a:r>
          </a:p>
          <a:p>
            <a:r>
              <a:t>          "quote": "項目44"</a:t>
            </a:r>
          </a:p>
          <a:p>
            <a:r>
              <a:t>        }</a:t>
            </a:r>
          </a:p>
          <a:p>
            <a:r>
              <a:t>      ],</a:t>
            </a:r>
          </a:p>
          <a:p>
            <a:r>
              <a:t>      "mode": "verbatim"</a:t>
            </a:r>
          </a:p>
          <a:p>
            <a:r>
              <a:t>    },</a:t>
            </a:r>
          </a:p>
          <a:p>
            <a:r>
              <a:t>    {</a:t>
            </a:r>
          </a:p>
          <a:p>
            <a:r>
              <a:t>      "text": "項目45",</a:t>
            </a:r>
          </a:p>
          <a:p>
            <a:r>
              <a:t>      "refs": [</a:t>
            </a:r>
          </a:p>
          <a:p>
            <a:r>
              <a:t>        {</a:t>
            </a:r>
          </a:p>
          <a:p>
            <a:r>
              <a:t>          "source_id": "s001",</a:t>
            </a:r>
          </a:p>
          <a:p>
            <a:r>
              <a:t>          "quote": "項目45"</a:t>
            </a:r>
          </a:p>
          <a:p>
            <a:r>
              <a:t>        }</a:t>
            </a:r>
          </a:p>
          <a:p>
            <a:r>
              <a:t>      ],</a:t>
            </a:r>
          </a:p>
          <a:p>
            <a:r>
              <a:t>      "mode": "verbatim"</a:t>
            </a:r>
          </a:p>
          <a:p>
            <a:r>
              <a:t>    },</a:t>
            </a:r>
          </a:p>
          <a:p>
            <a:r>
              <a:t>    {</a:t>
            </a:r>
          </a:p>
          <a:p>
            <a:r>
              <a:t>      "text": "項目46",</a:t>
            </a:r>
          </a:p>
          <a:p>
            <a:r>
              <a:t>      "refs": [</a:t>
            </a:r>
          </a:p>
          <a:p>
            <a:r>
              <a:t>        {</a:t>
            </a:r>
          </a:p>
          <a:p>
            <a:r>
              <a:t>          "source_id": "s001",</a:t>
            </a:r>
          </a:p>
          <a:p>
            <a:r>
              <a:t>          "quote": "項目46"</a:t>
            </a:r>
          </a:p>
          <a:p>
            <a:r>
              <a:t>        }</a:t>
            </a:r>
          </a:p>
          <a:p>
            <a:r>
              <a:t>      ],</a:t>
            </a:r>
          </a:p>
          <a:p>
            <a:r>
              <a:t>      "mode": "verbatim"</a:t>
            </a:r>
          </a:p>
          <a:p>
            <a:r>
              <a:t>    },</a:t>
            </a:r>
          </a:p>
          <a:p>
            <a:r>
              <a:t>    {</a:t>
            </a:r>
          </a:p>
          <a:p>
            <a:r>
              <a:t>      "text": "項目47",</a:t>
            </a:r>
          </a:p>
          <a:p>
            <a:r>
              <a:t>      "refs": [</a:t>
            </a:r>
          </a:p>
          <a:p>
            <a:r>
              <a:t>        {</a:t>
            </a:r>
          </a:p>
          <a:p>
            <a:r>
              <a:t>          "source_id": "s001",</a:t>
            </a:r>
          </a:p>
          <a:p>
            <a:r>
              <a:t>          "quote": "項目47"</a:t>
            </a:r>
          </a:p>
          <a:p>
            <a:r>
              <a:t>        }</a:t>
            </a:r>
          </a:p>
          <a:p>
            <a:r>
              <a:t>      ],</a:t>
            </a:r>
          </a:p>
          <a:p>
            <a:r>
              <a:t>      "mode": "verbatim"</a:t>
            </a:r>
          </a:p>
          <a:p>
            <a:r>
              <a:t>    },</a:t>
            </a:r>
          </a:p>
          <a:p>
            <a:r>
              <a:t>    {</a:t>
            </a:r>
          </a:p>
          <a:p>
            <a:r>
              <a:t>      "text": "項目48",</a:t>
            </a:r>
          </a:p>
          <a:p>
            <a:r>
              <a:t>      "refs": [</a:t>
            </a:r>
          </a:p>
          <a:p>
            <a:r>
              <a:t>        {</a:t>
            </a:r>
          </a:p>
          <a:p>
            <a:r>
              <a:t>          "source_id": "s001",</a:t>
            </a:r>
          </a:p>
          <a:p>
            <a:r>
              <a:t>          "quote": "項目48"</a:t>
            </a:r>
          </a:p>
          <a:p>
            <a:r>
              <a:t>        }</a:t>
            </a:r>
          </a:p>
          <a:p>
            <a:r>
              <a:t>      ],</a:t>
            </a:r>
          </a:p>
          <a:p>
            <a:r>
              <a:t>      "mode": "verbatim"</a:t>
            </a:r>
          </a:p>
          <a:p>
            <a:r>
              <a:t>    },</a:t>
            </a:r>
          </a:p>
          <a:p>
            <a:r>
              <a:t>    {</a:t>
            </a:r>
          </a:p>
          <a:p>
            <a:r>
              <a:t>      "text": "項目49",</a:t>
            </a:r>
          </a:p>
          <a:p>
            <a:r>
              <a:t>      "refs": [</a:t>
            </a:r>
          </a:p>
          <a:p>
            <a:r>
              <a:t>        {</a:t>
            </a:r>
          </a:p>
          <a:p>
            <a:r>
              <a:t>          "source_id": "s001",</a:t>
            </a:r>
          </a:p>
          <a:p>
            <a:r>
              <a:t>          "quote": "項目49"</a:t>
            </a:r>
          </a:p>
          <a:p>
            <a:r>
              <a:t>        }</a:t>
            </a:r>
          </a:p>
          <a:p>
            <a:r>
              <a:t>      ],</a:t>
            </a:r>
          </a:p>
          <a:p>
            <a:r>
              <a:t>      "mode": "verbatim"</a:t>
            </a:r>
          </a:p>
          <a:p>
            <a:r>
              <a:t>    },</a:t>
            </a:r>
          </a:p>
          <a:p>
            <a:r>
              <a:t>    {</a:t>
            </a:r>
          </a:p>
          <a:p>
            <a:r>
              <a:t>      "text": "項目50",</a:t>
            </a:r>
          </a:p>
          <a:p>
            <a:r>
              <a:t>      "refs": [</a:t>
            </a:r>
          </a:p>
          <a:p>
            <a:r>
              <a:t>        {</a:t>
            </a:r>
          </a:p>
          <a:p>
            <a:r>
              <a:t>          "source_id": "s001",</a:t>
            </a:r>
          </a:p>
          <a:p>
            <a:r>
              <a:t>          "quote": "項目50"</a:t>
            </a:r>
          </a:p>
          <a:p>
            <a:r>
              <a:t>        }</a:t>
            </a:r>
          </a:p>
          <a:p>
            <a:r>
              <a:t>      ],</a:t>
            </a:r>
          </a:p>
          <a:p>
            <a:r>
              <a:t>      "mode": "verbatim"</a:t>
            </a:r>
          </a:p>
          <a:p>
            <a:r>
              <a:t>    },</a:t>
            </a:r>
          </a:p>
          <a:p>
            <a:r>
              <a:t>    {</a:t>
            </a:r>
          </a:p>
          <a:p>
            <a:r>
              <a:t>      "text": "指標名",</a:t>
            </a:r>
          </a:p>
          <a:p>
            <a:r>
              <a:t>      "refs": [</a:t>
            </a:r>
          </a:p>
          <a:p>
            <a:r>
              <a:t>        {</a:t>
            </a:r>
          </a:p>
          <a:p>
            <a:r>
              <a:t>          "source_id": "s001",</a:t>
            </a:r>
          </a:p>
          <a:p>
            <a:r>
              <a:t>          "quote": "指標名"</a:t>
            </a:r>
          </a:p>
          <a:p>
            <a:r>
              <a:t>        }</a:t>
            </a:r>
          </a:p>
          <a:p>
            <a:r>
              <a:t>      ],</a:t>
            </a:r>
          </a:p>
          <a:p>
            <a:r>
              <a:t>      "mode": "verbatim"</a:t>
            </a:r>
          </a:p>
          <a:p>
            <a:r>
              <a:t>    },</a:t>
            </a:r>
          </a:p>
          <a:p>
            <a:r>
              <a:t>    {</a:t>
            </a:r>
          </a:p>
          <a:p>
            <a:r>
              <a:t>      "value": 240.0,</a:t>
            </a:r>
          </a:p>
          <a:p>
            <a:r>
              <a:t>      "refs": [</a:t>
            </a:r>
          </a:p>
          <a:p>
            <a:r>
              <a:t>        {</a:t>
            </a:r>
          </a:p>
          <a:p>
            <a:r>
              <a:t>          "source_id": "s001",</a:t>
            </a:r>
          </a:p>
          <a:p>
            <a:r>
              <a:t>          "quote": "240"</a:t>
            </a:r>
          </a:p>
          <a:p>
            <a:r>
              <a:t>        }</a:t>
            </a:r>
          </a:p>
          <a:p>
            <a:r>
              <a:t>      ]</a:t>
            </a:r>
          </a:p>
          <a:p>
            <a:r>
              <a:t>    },</a:t>
            </a:r>
          </a:p>
          <a:p>
            <a:r>
              <a:t>    {</a:t>
            </a:r>
          </a:p>
          <a:p>
            <a:r>
              <a:t>      "value": 224.0,</a:t>
            </a:r>
          </a:p>
          <a:p>
            <a:r>
              <a:t>      "refs": [</a:t>
            </a:r>
          </a:p>
          <a:p>
            <a:r>
              <a:t>        {</a:t>
            </a:r>
          </a:p>
          <a:p>
            <a:r>
              <a:t>          "source_id": "s001",</a:t>
            </a:r>
          </a:p>
          <a:p>
            <a:r>
              <a:t>          "quote": "224"</a:t>
            </a:r>
          </a:p>
          <a:p>
            <a:r>
              <a:t>        }</a:t>
            </a:r>
          </a:p>
          <a:p>
            <a:r>
              <a:t>      ]</a:t>
            </a:r>
          </a:p>
          <a:p>
            <a:r>
              <a:t>    },</a:t>
            </a:r>
          </a:p>
          <a:p>
            <a:r>
              <a:t>    {</a:t>
            </a:r>
          </a:p>
          <a:p>
            <a:r>
              <a:t>      "value": 210.0,</a:t>
            </a:r>
          </a:p>
          <a:p>
            <a:r>
              <a:t>      "refs": [</a:t>
            </a:r>
          </a:p>
          <a:p>
            <a:r>
              <a:t>        {</a:t>
            </a:r>
          </a:p>
          <a:p>
            <a:r>
              <a:t>          "source_id": "s001",</a:t>
            </a:r>
          </a:p>
          <a:p>
            <a:r>
              <a:t>          "quote": "210"</a:t>
            </a:r>
          </a:p>
          <a:p>
            <a:r>
              <a:t>        }</a:t>
            </a:r>
          </a:p>
          <a:p>
            <a:r>
              <a:t>      ]</a:t>
            </a:r>
          </a:p>
          <a:p>
            <a:r>
              <a:t>    },</a:t>
            </a:r>
          </a:p>
          <a:p>
            <a:r>
              <a:t>    {</a:t>
            </a:r>
          </a:p>
          <a:p>
            <a:r>
              <a:t>      "value": 192.0,</a:t>
            </a:r>
          </a:p>
          <a:p>
            <a:r>
              <a:t>      "refs": [</a:t>
            </a:r>
          </a:p>
          <a:p>
            <a:r>
              <a:t>        {</a:t>
            </a:r>
          </a:p>
          <a:p>
            <a:r>
              <a:t>          "source_id": "s001",</a:t>
            </a:r>
          </a:p>
          <a:p>
            <a:r>
              <a:t>          "quote": "192"</a:t>
            </a:r>
          </a:p>
          <a:p>
            <a:r>
              <a:t>        }</a:t>
            </a:r>
          </a:p>
          <a:p>
            <a:r>
              <a:t>      ]</a:t>
            </a:r>
          </a:p>
          <a:p>
            <a:r>
              <a:t>    },</a:t>
            </a:r>
          </a:p>
          <a:p>
            <a:r>
              <a:t>    {</a:t>
            </a:r>
          </a:p>
          <a:p>
            <a:r>
              <a:t>      "value": 180.0,</a:t>
            </a:r>
          </a:p>
          <a:p>
            <a:r>
              <a:t>      "refs": [</a:t>
            </a:r>
          </a:p>
          <a:p>
            <a:r>
              <a:t>        {</a:t>
            </a:r>
          </a:p>
          <a:p>
            <a:r>
              <a:t>          "source_id": "s001",</a:t>
            </a:r>
          </a:p>
          <a:p>
            <a:r>
              <a:t>          "quote": "180"</a:t>
            </a:r>
          </a:p>
          <a:p>
            <a:r>
              <a:t>        }</a:t>
            </a:r>
          </a:p>
          <a:p>
            <a:r>
              <a:t>      ]</a:t>
            </a:r>
          </a:p>
          <a:p>
            <a:r>
              <a:t>    },</a:t>
            </a:r>
          </a:p>
          <a:p>
            <a:r>
              <a:t>    {</a:t>
            </a:r>
          </a:p>
          <a:p>
            <a:r>
              <a:t>      "value": 154.0,</a:t>
            </a:r>
          </a:p>
          <a:p>
            <a:r>
              <a:t>      "refs": [</a:t>
            </a:r>
          </a:p>
          <a:p>
            <a:r>
              <a:t>        {</a:t>
            </a:r>
          </a:p>
          <a:p>
            <a:r>
              <a:t>          "source_id": "s001",</a:t>
            </a:r>
          </a:p>
          <a:p>
            <a:r>
              <a:t>          "quote": "154"</a:t>
            </a:r>
          </a:p>
          <a:p>
            <a:r>
              <a:t>        }</a:t>
            </a:r>
          </a:p>
          <a:p>
            <a:r>
              <a:t>      ]</a:t>
            </a:r>
          </a:p>
          <a:p>
            <a:r>
              <a:t>    },</a:t>
            </a:r>
          </a:p>
          <a:p>
            <a:r>
              <a:t>    {</a:t>
            </a:r>
          </a:p>
          <a:p>
            <a:r>
              <a:t>      "value": 140.0,</a:t>
            </a:r>
          </a:p>
          <a:p>
            <a:r>
              <a:t>      "refs": [</a:t>
            </a:r>
          </a:p>
          <a:p>
            <a:r>
              <a:t>        {</a:t>
            </a:r>
          </a:p>
          <a:p>
            <a:r>
              <a:t>          "source_id": "s001",</a:t>
            </a:r>
          </a:p>
          <a:p>
            <a:r>
              <a:t>          "quote": "140"</a:t>
            </a:r>
          </a:p>
          <a:p>
            <a:r>
              <a:t>        }</a:t>
            </a:r>
          </a:p>
          <a:p>
            <a:r>
              <a:t>      ]</a:t>
            </a:r>
          </a:p>
          <a:p>
            <a:r>
              <a:t>    },</a:t>
            </a:r>
          </a:p>
          <a:p>
            <a:r>
              <a:t>    {</a:t>
            </a:r>
          </a:p>
          <a:p>
            <a:r>
              <a:t>      "value": 130.0,</a:t>
            </a:r>
          </a:p>
          <a:p>
            <a:r>
              <a:t>      "refs": [</a:t>
            </a:r>
          </a:p>
          <a:p>
            <a:r>
              <a:t>        {</a:t>
            </a:r>
          </a:p>
          <a:p>
            <a:r>
              <a:t>          "source_id": "s001",</a:t>
            </a:r>
          </a:p>
          <a:p>
            <a:r>
              <a:t>          "quote": "130"</a:t>
            </a:r>
          </a:p>
          <a:p>
            <a:r>
              <a:t>        }</a:t>
            </a:r>
          </a:p>
          <a:p>
            <a:r>
              <a:t>      ]</a:t>
            </a:r>
          </a:p>
          <a:p>
            <a:r>
              <a:t>    },</a:t>
            </a:r>
          </a:p>
          <a:p>
            <a:r>
              <a:t>    {</a:t>
            </a:r>
          </a:p>
          <a:p>
            <a:r>
              <a:t>      "value": 118.0,</a:t>
            </a:r>
          </a:p>
          <a:p>
            <a:r>
              <a:t>      "refs": [</a:t>
            </a:r>
          </a:p>
          <a:p>
            <a:r>
              <a:t>        {</a:t>
            </a:r>
          </a:p>
          <a:p>
            <a:r>
              <a:t>          "source_id": "s001",</a:t>
            </a:r>
          </a:p>
          <a:p>
            <a:r>
              <a:t>          "quote": "118"</a:t>
            </a:r>
          </a:p>
          <a:p>
            <a:r>
              <a:t>        }</a:t>
            </a:r>
          </a:p>
          <a:p>
            <a:r>
              <a:t>      ]</a:t>
            </a:r>
          </a:p>
          <a:p>
            <a:r>
              <a:t>    },</a:t>
            </a:r>
          </a:p>
          <a:p>
            <a:r>
              <a:t>    {</a:t>
            </a:r>
          </a:p>
          <a:p>
            <a:r>
              <a:t>      "value": 110.0,</a:t>
            </a:r>
          </a:p>
          <a:p>
            <a:r>
              <a:t>      "refs": [</a:t>
            </a:r>
          </a:p>
          <a:p>
            <a:r>
              <a:t>        {</a:t>
            </a:r>
          </a:p>
          <a:p>
            <a:r>
              <a:t>          "source_id": "s001",</a:t>
            </a:r>
          </a:p>
          <a:p>
            <a:r>
              <a:t>          "quote": "110"</a:t>
            </a:r>
          </a:p>
          <a:p>
            <a:r>
              <a:t>        }</a:t>
            </a:r>
          </a:p>
          <a:p>
            <a:r>
              <a:t>      ]</a:t>
            </a:r>
          </a:p>
          <a:p>
            <a:r>
              <a:t>    },</a:t>
            </a:r>
          </a:p>
          <a:p>
            <a:r>
              <a:t>    {</a:t>
            </a:r>
          </a:p>
          <a:p>
            <a:r>
              <a:t>      "value": 100.0,</a:t>
            </a:r>
          </a:p>
          <a:p>
            <a:r>
              <a:t>      "refs": [</a:t>
            </a:r>
          </a:p>
          <a:p>
            <a:r>
              <a:t>        {</a:t>
            </a:r>
          </a:p>
          <a:p>
            <a:r>
              <a:t>          "source_id": "s001",</a:t>
            </a:r>
          </a:p>
          <a:p>
            <a:r>
              <a:t>          "quote": "100"</a:t>
            </a:r>
          </a:p>
          <a:p>
            <a:r>
              <a:t>        }</a:t>
            </a:r>
          </a:p>
          <a:p>
            <a:r>
              <a:t>      ]</a:t>
            </a:r>
          </a:p>
          <a:p>
            <a:r>
              <a:t>    },</a:t>
            </a:r>
          </a:p>
          <a:p>
            <a:r>
              <a:t>    {</a:t>
            </a:r>
          </a:p>
          <a:p>
            <a:r>
              <a:t>      "value": 92.0,</a:t>
            </a:r>
          </a:p>
          <a:p>
            <a:r>
              <a:t>      "refs": [</a:t>
            </a:r>
          </a:p>
          <a:p>
            <a:r>
              <a:t>        {</a:t>
            </a:r>
          </a:p>
          <a:p>
            <a:r>
              <a:t>          "source_id": "s001",</a:t>
            </a:r>
          </a:p>
          <a:p>
            <a:r>
              <a:t>          "quote": "92"</a:t>
            </a:r>
          </a:p>
          <a:p>
            <a:r>
              <a:t>        }</a:t>
            </a:r>
          </a:p>
          <a:p>
            <a:r>
              <a:t>      ]</a:t>
            </a:r>
          </a:p>
          <a:p>
            <a:r>
              <a:t>    },</a:t>
            </a:r>
          </a:p>
          <a:p>
            <a:r>
              <a:t>    {</a:t>
            </a:r>
          </a:p>
          <a:p>
            <a:r>
              <a:t>      "value": 86.0,</a:t>
            </a:r>
          </a:p>
          <a:p>
            <a:r>
              <a:t>      "refs": [</a:t>
            </a:r>
          </a:p>
          <a:p>
            <a:r>
              <a:t>        {</a:t>
            </a:r>
          </a:p>
          <a:p>
            <a:r>
              <a:t>          "source_id": "s001",</a:t>
            </a:r>
          </a:p>
          <a:p>
            <a:r>
              <a:t>          "quote": "86"</a:t>
            </a:r>
          </a:p>
          <a:p>
            <a:r>
              <a:t>        }</a:t>
            </a:r>
          </a:p>
          <a:p>
            <a:r>
              <a:t>      ]</a:t>
            </a:r>
          </a:p>
          <a:p>
            <a:r>
              <a:t>    },</a:t>
            </a:r>
          </a:p>
          <a:p>
            <a:r>
              <a:t>    {</a:t>
            </a:r>
          </a:p>
          <a:p>
            <a:r>
              <a:t>      "value": 80.0,</a:t>
            </a:r>
          </a:p>
          <a:p>
            <a:r>
              <a:t>      "refs": [</a:t>
            </a:r>
          </a:p>
          <a:p>
            <a:r>
              <a:t>        {</a:t>
            </a:r>
          </a:p>
          <a:p>
            <a:r>
              <a:t>          "source_id": "s001",</a:t>
            </a:r>
          </a:p>
          <a:p>
            <a:r>
              <a:t>          "quote": "80"</a:t>
            </a:r>
          </a:p>
          <a:p>
            <a:r>
              <a:t>        }</a:t>
            </a:r>
          </a:p>
          <a:p>
            <a:r>
              <a:t>      ]</a:t>
            </a:r>
          </a:p>
          <a:p>
            <a:r>
              <a:t>    },</a:t>
            </a:r>
          </a:p>
          <a:p>
            <a:r>
              <a:t>    {</a:t>
            </a:r>
          </a:p>
          <a:p>
            <a:r>
              <a:t>      "value": 74.0,</a:t>
            </a:r>
          </a:p>
          <a:p>
            <a:r>
              <a:t>      "refs": [</a:t>
            </a:r>
          </a:p>
          <a:p>
            <a:r>
              <a:t>        {</a:t>
            </a:r>
          </a:p>
          <a:p>
            <a:r>
              <a:t>          "source_id": "s001",</a:t>
            </a:r>
          </a:p>
          <a:p>
            <a:r>
              <a:t>          "quote": "74"</a:t>
            </a:r>
          </a:p>
          <a:p>
            <a:r>
              <a:t>        }</a:t>
            </a:r>
          </a:p>
          <a:p>
            <a:r>
              <a:t>      ]</a:t>
            </a:r>
          </a:p>
          <a:p>
            <a:r>
              <a:t>    },</a:t>
            </a:r>
          </a:p>
          <a:p>
            <a:r>
              <a:t>    {</a:t>
            </a:r>
          </a:p>
          <a:p>
            <a:r>
              <a:t>      "value": 70.0,</a:t>
            </a:r>
          </a:p>
          <a:p>
            <a:r>
              <a:t>      "refs": [</a:t>
            </a:r>
          </a:p>
          <a:p>
            <a:r>
              <a:t>        {</a:t>
            </a:r>
          </a:p>
          <a:p>
            <a:r>
              <a:t>          "source_id": "s001",</a:t>
            </a:r>
          </a:p>
          <a:p>
            <a:r>
              <a:t>          "quote": "70"</a:t>
            </a:r>
          </a:p>
          <a:p>
            <a:r>
              <a:t>        }</a:t>
            </a:r>
          </a:p>
          <a:p>
            <a:r>
              <a:t>      ]</a:t>
            </a:r>
          </a:p>
          <a:p>
            <a:r>
              <a:t>    },</a:t>
            </a:r>
          </a:p>
          <a:p>
            <a:r>
              <a:t>    {</a:t>
            </a:r>
          </a:p>
          <a:p>
            <a:r>
              <a:t>      "value": 64.0,</a:t>
            </a:r>
          </a:p>
          <a:p>
            <a:r>
              <a:t>      "refs": [</a:t>
            </a:r>
          </a:p>
          <a:p>
            <a:r>
              <a:t>        {</a:t>
            </a:r>
          </a:p>
          <a:p>
            <a:r>
              <a:t>          "source_id": "s001",</a:t>
            </a:r>
          </a:p>
          <a:p>
            <a:r>
              <a:t>          "quote": "64"</a:t>
            </a:r>
          </a:p>
          <a:p>
            <a:r>
              <a:t>        }</a:t>
            </a:r>
          </a:p>
          <a:p>
            <a:r>
              <a:t>      ]</a:t>
            </a:r>
          </a:p>
          <a:p>
            <a:r>
              <a:t>    },</a:t>
            </a:r>
          </a:p>
          <a:p>
            <a:r>
              <a:t>    {</a:t>
            </a:r>
          </a:p>
          <a:p>
            <a:r>
              <a:t>      "value": 60.0,</a:t>
            </a:r>
          </a:p>
          <a:p>
            <a:r>
              <a:t>      "refs": [</a:t>
            </a:r>
          </a:p>
          <a:p>
            <a:r>
              <a:t>        {</a:t>
            </a:r>
          </a:p>
          <a:p>
            <a:r>
              <a:t>          "source_id": "s001",</a:t>
            </a:r>
          </a:p>
          <a:p>
            <a:r>
              <a:t>          "quote": "60"</a:t>
            </a:r>
          </a:p>
          <a:p>
            <a:r>
              <a:t>        }</a:t>
            </a:r>
          </a:p>
          <a:p>
            <a:r>
              <a:t>      ]</a:t>
            </a:r>
          </a:p>
          <a:p>
            <a:r>
              <a:t>    },</a:t>
            </a:r>
          </a:p>
          <a:p>
            <a:r>
              <a:t>    {</a:t>
            </a:r>
          </a:p>
          <a:p>
            <a:r>
              <a:t>      "value": 56.0,</a:t>
            </a:r>
          </a:p>
          <a:p>
            <a:r>
              <a:t>      "refs": [</a:t>
            </a:r>
          </a:p>
          <a:p>
            <a:r>
              <a:t>        {</a:t>
            </a:r>
          </a:p>
          <a:p>
            <a:r>
              <a:t>          "source_id": "s001",</a:t>
            </a:r>
          </a:p>
          <a:p>
            <a:r>
              <a:t>          "quote": "56"</a:t>
            </a:r>
          </a:p>
          <a:p>
            <a:r>
              <a:t>        }</a:t>
            </a:r>
          </a:p>
          <a:p>
            <a:r>
              <a:t>      ]</a:t>
            </a:r>
          </a:p>
          <a:p>
            <a:r>
              <a:t>    },</a:t>
            </a:r>
          </a:p>
          <a:p>
            <a:r>
              <a:t>    {</a:t>
            </a:r>
          </a:p>
          <a:p>
            <a:r>
              <a:t>      "value": 52.0,</a:t>
            </a:r>
          </a:p>
          <a:p>
            <a:r>
              <a:t>      "refs": [</a:t>
            </a:r>
          </a:p>
          <a:p>
            <a:r>
              <a:t>        {</a:t>
            </a:r>
          </a:p>
          <a:p>
            <a:r>
              <a:t>          "source_id": "s001",</a:t>
            </a:r>
          </a:p>
          <a:p>
            <a:r>
              <a:t>          "quote": "52"</a:t>
            </a:r>
          </a:p>
          <a:p>
            <a:r>
              <a:t>        }</a:t>
            </a:r>
          </a:p>
          <a:p>
            <a:r>
              <a:t>      ]</a:t>
            </a:r>
          </a:p>
          <a:p>
            <a:r>
              <a:t>    },</a:t>
            </a:r>
          </a:p>
          <a:p>
            <a:r>
              <a:t>    {</a:t>
            </a:r>
          </a:p>
          <a:p>
            <a:r>
              <a:t>      "value": 48.0,</a:t>
            </a:r>
          </a:p>
          <a:p>
            <a:r>
              <a:t>      "refs": [</a:t>
            </a:r>
          </a:p>
          <a:p>
            <a:r>
              <a:t>        {</a:t>
            </a:r>
          </a:p>
          <a:p>
            <a:r>
              <a:t>          "source_id": "s001",</a:t>
            </a:r>
          </a:p>
          <a:p>
            <a:r>
              <a:t>          "quote": "48"</a:t>
            </a:r>
          </a:p>
          <a:p>
            <a:r>
              <a:t>        }</a:t>
            </a:r>
          </a:p>
          <a:p>
            <a:r>
              <a:t>      ]</a:t>
            </a:r>
          </a:p>
          <a:p>
            <a:r>
              <a:t>    },</a:t>
            </a:r>
          </a:p>
          <a:p>
            <a:r>
              <a:t>    {</a:t>
            </a:r>
          </a:p>
          <a:p>
            <a:r>
              <a:t>      "value": 45.0,</a:t>
            </a:r>
          </a:p>
          <a:p>
            <a:r>
              <a:t>      "refs": [</a:t>
            </a:r>
          </a:p>
          <a:p>
            <a:r>
              <a:t>        {</a:t>
            </a:r>
          </a:p>
          <a:p>
            <a:r>
              <a:t>          "source_id": "s001",</a:t>
            </a:r>
          </a:p>
          <a:p>
            <a:r>
              <a:t>          "quote": "45"</a:t>
            </a:r>
          </a:p>
          <a:p>
            <a:r>
              <a:t>        }</a:t>
            </a:r>
          </a:p>
          <a:p>
            <a:r>
              <a:t>      ]</a:t>
            </a:r>
          </a:p>
          <a:p>
            <a:r>
              <a:t>    },</a:t>
            </a:r>
          </a:p>
          <a:p>
            <a:r>
              <a:t>    {</a:t>
            </a:r>
          </a:p>
          <a:p>
            <a:r>
              <a:t>      "value": 42.0,</a:t>
            </a:r>
          </a:p>
          <a:p>
            <a:r>
              <a:t>      "refs": [</a:t>
            </a:r>
          </a:p>
          <a:p>
            <a:r>
              <a:t>        {</a:t>
            </a:r>
          </a:p>
          <a:p>
            <a:r>
              <a:t>          "source_id": "s001",</a:t>
            </a:r>
          </a:p>
          <a:p>
            <a:r>
              <a:t>          "quote": "42"</a:t>
            </a:r>
          </a:p>
          <a:p>
            <a:r>
              <a:t>        }</a:t>
            </a:r>
          </a:p>
          <a:p>
            <a:r>
              <a:t>      ]</a:t>
            </a:r>
          </a:p>
          <a:p>
            <a:r>
              <a:t>    },</a:t>
            </a:r>
          </a:p>
          <a:p>
            <a:r>
              <a:t>    {</a:t>
            </a:r>
          </a:p>
          <a:p>
            <a:r>
              <a:t>      "value": 39.0,</a:t>
            </a:r>
          </a:p>
          <a:p>
            <a:r>
              <a:t>      "refs": [</a:t>
            </a:r>
          </a:p>
          <a:p>
            <a:r>
              <a:t>        {</a:t>
            </a:r>
          </a:p>
          <a:p>
            <a:r>
              <a:t>          "source_id": "s001",</a:t>
            </a:r>
          </a:p>
          <a:p>
            <a:r>
              <a:t>          "quote": "39"</a:t>
            </a:r>
          </a:p>
          <a:p>
            <a:r>
              <a:t>        }</a:t>
            </a:r>
          </a:p>
          <a:p>
            <a:r>
              <a:t>      ]</a:t>
            </a:r>
          </a:p>
          <a:p>
            <a:r>
              <a:t>    },</a:t>
            </a:r>
          </a:p>
          <a:p>
            <a:r>
              <a:t>    {</a:t>
            </a:r>
          </a:p>
          <a:p>
            <a:r>
              <a:t>      "value": 36.0,</a:t>
            </a:r>
          </a:p>
          <a:p>
            <a:r>
              <a:t>      "refs": [</a:t>
            </a:r>
          </a:p>
          <a:p>
            <a:r>
              <a:t>        {</a:t>
            </a:r>
          </a:p>
          <a:p>
            <a:r>
              <a:t>          "source_id": "s001",</a:t>
            </a:r>
          </a:p>
          <a:p>
            <a:r>
              <a:t>          "quote": "36"</a:t>
            </a:r>
          </a:p>
          <a:p>
            <a:r>
              <a:t>        }</a:t>
            </a:r>
          </a:p>
          <a:p>
            <a:r>
              <a:t>      ]</a:t>
            </a:r>
          </a:p>
          <a:p>
            <a:r>
              <a:t>    },</a:t>
            </a:r>
          </a:p>
          <a:p>
            <a:r>
              <a:t>    {</a:t>
            </a:r>
          </a:p>
          <a:p>
            <a:r>
              <a:t>      "value": 33.0,</a:t>
            </a:r>
          </a:p>
          <a:p>
            <a:r>
              <a:t>      "refs": [</a:t>
            </a:r>
          </a:p>
          <a:p>
            <a:r>
              <a:t>        {</a:t>
            </a:r>
          </a:p>
          <a:p>
            <a:r>
              <a:t>          "source_id": "s001",</a:t>
            </a:r>
          </a:p>
          <a:p>
            <a:r>
              <a:t>          "quote": "33"</a:t>
            </a:r>
          </a:p>
          <a:p>
            <a:r>
              <a:t>        }</a:t>
            </a:r>
          </a:p>
          <a:p>
            <a:r>
              <a:t>      ]</a:t>
            </a:r>
          </a:p>
          <a:p>
            <a:r>
              <a:t>    },</a:t>
            </a:r>
          </a:p>
          <a:p>
            <a:r>
              <a:t>    {</a:t>
            </a:r>
          </a:p>
          <a:p>
            <a:r>
              <a:t>      "value": 31.0,</a:t>
            </a:r>
          </a:p>
          <a:p>
            <a:r>
              <a:t>      "refs": [</a:t>
            </a:r>
          </a:p>
          <a:p>
            <a:r>
              <a:t>        {</a:t>
            </a:r>
          </a:p>
          <a:p>
            <a:r>
              <a:t>          "source_id": "s001",</a:t>
            </a:r>
          </a:p>
          <a:p>
            <a:r>
              <a:t>          "quote": "31"</a:t>
            </a:r>
          </a:p>
          <a:p>
            <a:r>
              <a:t>        }</a:t>
            </a:r>
          </a:p>
          <a:p>
            <a:r>
              <a:t>      ]</a:t>
            </a:r>
          </a:p>
          <a:p>
            <a:r>
              <a:t>    },</a:t>
            </a:r>
          </a:p>
          <a:p>
            <a:r>
              <a:t>    {</a:t>
            </a:r>
          </a:p>
          <a:p>
            <a:r>
              <a:t>      "value": 29.0,</a:t>
            </a:r>
          </a:p>
          <a:p>
            <a:r>
              <a:t>      "refs": [</a:t>
            </a:r>
          </a:p>
          <a:p>
            <a:r>
              <a:t>        {</a:t>
            </a:r>
          </a:p>
          <a:p>
            <a:r>
              <a:t>          "source_id": "s001",</a:t>
            </a:r>
          </a:p>
          <a:p>
            <a:r>
              <a:t>          "quote": "29"</a:t>
            </a:r>
          </a:p>
          <a:p>
            <a:r>
              <a:t>        }</a:t>
            </a:r>
          </a:p>
          <a:p>
            <a:r>
              <a:t>      ]</a:t>
            </a:r>
          </a:p>
          <a:p>
            <a:r>
              <a:t>    },</a:t>
            </a:r>
          </a:p>
          <a:p>
            <a:r>
              <a:t>    {</a:t>
            </a:r>
          </a:p>
          <a:p>
            <a:r>
              <a:t>      "value": 27.0,</a:t>
            </a:r>
          </a:p>
          <a:p>
            <a:r>
              <a:t>      "refs": [</a:t>
            </a:r>
          </a:p>
          <a:p>
            <a:r>
              <a:t>        {</a:t>
            </a:r>
          </a:p>
          <a:p>
            <a:r>
              <a:t>          "source_id": "s001",</a:t>
            </a:r>
          </a:p>
          <a:p>
            <a:r>
              <a:t>          "quote": "27"</a:t>
            </a:r>
          </a:p>
          <a:p>
            <a:r>
              <a:t>        }</a:t>
            </a:r>
          </a:p>
          <a:p>
            <a:r>
              <a:t>      ]</a:t>
            </a:r>
          </a:p>
          <a:p>
            <a:r>
              <a:t>    },</a:t>
            </a:r>
          </a:p>
          <a:p>
            <a:r>
              <a:t>    {</a:t>
            </a:r>
          </a:p>
          <a:p>
            <a:r>
              <a:t>      "value": 25.0,</a:t>
            </a:r>
          </a:p>
          <a:p>
            <a:r>
              <a:t>      "refs": [</a:t>
            </a:r>
          </a:p>
          <a:p>
            <a:r>
              <a:t>        {</a:t>
            </a:r>
          </a:p>
          <a:p>
            <a:r>
              <a:t>          "source_id": "s001",</a:t>
            </a:r>
          </a:p>
          <a:p>
            <a:r>
              <a:t>          "quote": "25"</a:t>
            </a:r>
          </a:p>
          <a:p>
            <a:r>
              <a:t>        }</a:t>
            </a:r>
          </a:p>
          <a:p>
            <a:r>
              <a:t>      ]</a:t>
            </a:r>
          </a:p>
          <a:p>
            <a:r>
              <a:t>    },</a:t>
            </a:r>
          </a:p>
          <a:p>
            <a:r>
              <a:t>    {</a:t>
            </a:r>
          </a:p>
          <a:p>
            <a:r>
              <a:t>      "value": 23.0,</a:t>
            </a:r>
          </a:p>
          <a:p>
            <a:r>
              <a:t>      "refs": [</a:t>
            </a:r>
          </a:p>
          <a:p>
            <a:r>
              <a:t>        {</a:t>
            </a:r>
          </a:p>
          <a:p>
            <a:r>
              <a:t>          "source_id": "s001",</a:t>
            </a:r>
          </a:p>
          <a:p>
            <a:r>
              <a:t>          "quote": "23"</a:t>
            </a:r>
          </a:p>
          <a:p>
            <a:r>
              <a:t>        }</a:t>
            </a:r>
          </a:p>
          <a:p>
            <a:r>
              <a:t>      ]</a:t>
            </a:r>
          </a:p>
          <a:p>
            <a:r>
              <a:t>    },</a:t>
            </a:r>
          </a:p>
          <a:p>
            <a:r>
              <a:t>    {</a:t>
            </a:r>
          </a:p>
          <a:p>
            <a:r>
              <a:t>      "value": 21.0,</a:t>
            </a:r>
          </a:p>
          <a:p>
            <a:r>
              <a:t>      "refs": [</a:t>
            </a:r>
          </a:p>
          <a:p>
            <a:r>
              <a:t>        {</a:t>
            </a:r>
          </a:p>
          <a:p>
            <a:r>
              <a:t>          "source_id": "s001",</a:t>
            </a:r>
          </a:p>
          <a:p>
            <a:r>
              <a:t>          "quote": "21"</a:t>
            </a:r>
          </a:p>
          <a:p>
            <a:r>
              <a:t>        }</a:t>
            </a:r>
          </a:p>
          <a:p>
            <a:r>
              <a:t>      ]</a:t>
            </a:r>
          </a:p>
          <a:p>
            <a:r>
              <a:t>    },</a:t>
            </a:r>
          </a:p>
          <a:p>
            <a:r>
              <a:t>    {</a:t>
            </a:r>
          </a:p>
          <a:p>
            <a:r>
              <a:t>      "value": 20.0,</a:t>
            </a:r>
          </a:p>
          <a:p>
            <a:r>
              <a:t>      "refs": [</a:t>
            </a:r>
          </a:p>
          <a:p>
            <a:r>
              <a:t>        {</a:t>
            </a:r>
          </a:p>
          <a:p>
            <a:r>
              <a:t>          "source_id": "s001",</a:t>
            </a:r>
          </a:p>
          <a:p>
            <a:r>
              <a:t>          "quote": "20"</a:t>
            </a:r>
          </a:p>
          <a:p>
            <a:r>
              <a:t>        }</a:t>
            </a:r>
          </a:p>
          <a:p>
            <a:r>
              <a:t>      ]</a:t>
            </a:r>
          </a:p>
          <a:p>
            <a:r>
              <a:t>    },</a:t>
            </a:r>
          </a:p>
          <a:p>
            <a:r>
              <a:t>    {</a:t>
            </a:r>
          </a:p>
          <a:p>
            <a:r>
              <a:t>      "value": 18.0,</a:t>
            </a:r>
          </a:p>
          <a:p>
            <a:r>
              <a:t>      "refs": [</a:t>
            </a:r>
          </a:p>
          <a:p>
            <a:r>
              <a:t>        {</a:t>
            </a:r>
          </a:p>
          <a:p>
            <a:r>
              <a:t>          "source_id": "s001",</a:t>
            </a:r>
          </a:p>
          <a:p>
            <a:r>
              <a:t>          "quote": "18"</a:t>
            </a:r>
          </a:p>
          <a:p>
            <a:r>
              <a:t>        }</a:t>
            </a:r>
          </a:p>
          <a:p>
            <a:r>
              <a:t>      ]</a:t>
            </a:r>
          </a:p>
          <a:p>
            <a:r>
              <a:t>    },</a:t>
            </a:r>
          </a:p>
          <a:p>
            <a:r>
              <a:t>    {</a:t>
            </a:r>
          </a:p>
          <a:p>
            <a:r>
              <a:t>      "value": 17.0,</a:t>
            </a:r>
          </a:p>
          <a:p>
            <a:r>
              <a:t>      "refs": [</a:t>
            </a:r>
          </a:p>
          <a:p>
            <a:r>
              <a:t>        {</a:t>
            </a:r>
          </a:p>
          <a:p>
            <a:r>
              <a:t>          "source_id": "s001",</a:t>
            </a:r>
          </a:p>
          <a:p>
            <a:r>
              <a:t>          "quote": "17"</a:t>
            </a:r>
          </a:p>
          <a:p>
            <a:r>
              <a:t>        }</a:t>
            </a:r>
          </a:p>
          <a:p>
            <a:r>
              <a:t>      ]</a:t>
            </a:r>
          </a:p>
          <a:p>
            <a:r>
              <a:t>    },</a:t>
            </a:r>
          </a:p>
          <a:p>
            <a:r>
              <a:t>    {</a:t>
            </a:r>
          </a:p>
          <a:p>
            <a:r>
              <a:t>      "value": 15.0,</a:t>
            </a:r>
          </a:p>
          <a:p>
            <a:r>
              <a:t>      "refs": [</a:t>
            </a:r>
          </a:p>
          <a:p>
            <a:r>
              <a:t>        {</a:t>
            </a:r>
          </a:p>
          <a:p>
            <a:r>
              <a:t>          "source_id": "s001",</a:t>
            </a:r>
          </a:p>
          <a:p>
            <a:r>
              <a:t>          "quote": "15"</a:t>
            </a:r>
          </a:p>
          <a:p>
            <a:r>
              <a:t>        }</a:t>
            </a:r>
          </a:p>
          <a:p>
            <a:r>
              <a:t>      ]</a:t>
            </a:r>
          </a:p>
          <a:p>
            <a:r>
              <a:t>    },</a:t>
            </a:r>
          </a:p>
          <a:p>
            <a:r>
              <a:t>    {</a:t>
            </a:r>
          </a:p>
          <a:p>
            <a:r>
              <a:t>      "value": 14.0,</a:t>
            </a:r>
          </a:p>
          <a:p>
            <a:r>
              <a:t>      "refs": [</a:t>
            </a:r>
          </a:p>
          <a:p>
            <a:r>
              <a:t>        {</a:t>
            </a:r>
          </a:p>
          <a:p>
            <a:r>
              <a:t>          "source_id": "s001",</a:t>
            </a:r>
          </a:p>
          <a:p>
            <a:r>
              <a:t>          "quote": "14"</a:t>
            </a:r>
          </a:p>
          <a:p>
            <a:r>
              <a:t>        }</a:t>
            </a:r>
          </a:p>
          <a:p>
            <a:r>
              <a:t>      ]</a:t>
            </a:r>
          </a:p>
          <a:p>
            <a:r>
              <a:t>    },</a:t>
            </a:r>
          </a:p>
          <a:p>
            <a:r>
              <a:t>    {</a:t>
            </a:r>
          </a:p>
          <a:p>
            <a:r>
              <a:t>      "value": 13.0,</a:t>
            </a:r>
          </a:p>
          <a:p>
            <a:r>
              <a:t>      "refs": [</a:t>
            </a:r>
          </a:p>
          <a:p>
            <a:r>
              <a:t>        {</a:t>
            </a:r>
          </a:p>
          <a:p>
            <a:r>
              <a:t>          "source_id": "s001",</a:t>
            </a:r>
          </a:p>
          <a:p>
            <a:r>
              <a:t>          "quote": "13"</a:t>
            </a:r>
          </a:p>
          <a:p>
            <a:r>
              <a:t>        }</a:t>
            </a:r>
          </a:p>
          <a:p>
            <a:r>
              <a:t>      ]</a:t>
            </a:r>
          </a:p>
          <a:p>
            <a:r>
              <a:t>    },</a:t>
            </a:r>
          </a:p>
          <a:p>
            <a:r>
              <a:t>    {</a:t>
            </a:r>
          </a:p>
          <a:p>
            <a:r>
              <a:t>      "value": 12.0,</a:t>
            </a:r>
          </a:p>
          <a:p>
            <a:r>
              <a:t>      "refs": [</a:t>
            </a:r>
          </a:p>
          <a:p>
            <a:r>
              <a:t>        {</a:t>
            </a:r>
          </a:p>
          <a:p>
            <a:r>
              <a:t>          "source_id": "s001",</a:t>
            </a:r>
          </a:p>
          <a:p>
            <a:r>
              <a:t>          "quote": "12"</a:t>
            </a:r>
          </a:p>
          <a:p>
            <a:r>
              <a:t>        }</a:t>
            </a:r>
          </a:p>
          <a:p>
            <a:r>
              <a:t>      ]</a:t>
            </a:r>
          </a:p>
          <a:p>
            <a:r>
              <a:t>    },</a:t>
            </a:r>
          </a:p>
          <a:p>
            <a:r>
              <a:t>    {</a:t>
            </a:r>
          </a:p>
          <a:p>
            <a:r>
              <a:t>      "value": 11.0,</a:t>
            </a:r>
          </a:p>
          <a:p>
            <a:r>
              <a:t>      "refs": [</a:t>
            </a:r>
          </a:p>
          <a:p>
            <a:r>
              <a:t>        {</a:t>
            </a:r>
          </a:p>
          <a:p>
            <a:r>
              <a:t>          "source_id": "s001",</a:t>
            </a:r>
          </a:p>
          <a:p>
            <a:r>
              <a:t>          "quote": "11"</a:t>
            </a:r>
          </a:p>
          <a:p>
            <a:r>
              <a:t>        }</a:t>
            </a:r>
          </a:p>
          <a:p>
            <a:r>
              <a:t>      ]</a:t>
            </a:r>
          </a:p>
          <a:p>
            <a:r>
              <a:t>    },</a:t>
            </a:r>
          </a:p>
          <a:p>
            <a:r>
              <a:t>    {</a:t>
            </a:r>
          </a:p>
          <a:p>
            <a:r>
              <a:t>      "value": 10.0,</a:t>
            </a:r>
          </a:p>
          <a:p>
            <a:r>
              <a:t>      "refs": [</a:t>
            </a:r>
          </a:p>
          <a:p>
            <a:r>
              <a:t>        {</a:t>
            </a:r>
          </a:p>
          <a:p>
            <a:r>
              <a:t>          "source_id": "s001",</a:t>
            </a:r>
          </a:p>
          <a:p>
            <a:r>
              <a:t>          "quote": "10"</a:t>
            </a:r>
          </a:p>
          <a:p>
            <a:r>
              <a:t>        }</a:t>
            </a:r>
          </a:p>
          <a:p>
            <a:r>
              <a:t>      ]</a:t>
            </a:r>
          </a:p>
          <a:p>
            <a:r>
              <a:t>    },</a:t>
            </a:r>
          </a:p>
          <a:p>
            <a:r>
              <a:t>    {</a:t>
            </a:r>
          </a:p>
          <a:p>
            <a:r>
              <a:t>      "value": 9.0,</a:t>
            </a:r>
          </a:p>
          <a:p>
            <a:r>
              <a:t>      "refs": [</a:t>
            </a:r>
          </a:p>
          <a:p>
            <a:r>
              <a:t>        {</a:t>
            </a:r>
          </a:p>
          <a:p>
            <a:r>
              <a:t>          "source_id": "s001",</a:t>
            </a:r>
          </a:p>
          <a:p>
            <a:r>
              <a:t>          "quote": "9"</a:t>
            </a:r>
          </a:p>
          <a:p>
            <a:r>
              <a:t>        }</a:t>
            </a:r>
          </a:p>
          <a:p>
            <a:r>
              <a:t>      ]</a:t>
            </a:r>
          </a:p>
          <a:p>
            <a:r>
              <a:t>    },</a:t>
            </a:r>
          </a:p>
          <a:p>
            <a:r>
              <a:t>    {</a:t>
            </a:r>
          </a:p>
          <a:p>
            <a:r>
              <a:t>      "value": 8.0,</a:t>
            </a:r>
          </a:p>
          <a:p>
            <a:r>
              <a:t>      "refs": [</a:t>
            </a:r>
          </a:p>
          <a:p>
            <a:r>
              <a:t>        {</a:t>
            </a:r>
          </a:p>
          <a:p>
            <a:r>
              <a:t>          "source_id": "s001",</a:t>
            </a:r>
          </a:p>
          <a:p>
            <a:r>
              <a:t>          "quote": "8"</a:t>
            </a:r>
          </a:p>
          <a:p>
            <a:r>
              <a:t>        }</a:t>
            </a:r>
          </a:p>
          <a:p>
            <a:r>
              <a:t>      ]</a:t>
            </a:r>
          </a:p>
          <a:p>
            <a:r>
              <a:t>    },</a:t>
            </a:r>
          </a:p>
          <a:p>
            <a:r>
              <a:t>    {</a:t>
            </a:r>
          </a:p>
          <a:p>
            <a:r>
              <a:t>      "value": 8.0,</a:t>
            </a:r>
          </a:p>
          <a:p>
            <a:r>
              <a:t>      "refs": [</a:t>
            </a:r>
          </a:p>
          <a:p>
            <a:r>
              <a:t>        {</a:t>
            </a:r>
          </a:p>
          <a:p>
            <a:r>
              <a:t>          "source_id": "s001",</a:t>
            </a:r>
          </a:p>
          <a:p>
            <a:r>
              <a:t>          "quote": "8"</a:t>
            </a:r>
          </a:p>
          <a:p>
            <a:r>
              <a:t>        }</a:t>
            </a:r>
          </a:p>
          <a:p>
            <a:r>
              <a:t>      ]</a:t>
            </a:r>
          </a:p>
          <a:p>
            <a:r>
              <a:t>    },</a:t>
            </a:r>
          </a:p>
          <a:p>
            <a:r>
              <a:t>    {</a:t>
            </a:r>
          </a:p>
          <a:p>
            <a:r>
              <a:t>      "value": 7.0,</a:t>
            </a:r>
          </a:p>
          <a:p>
            <a:r>
              <a:t>      "refs": [</a:t>
            </a:r>
          </a:p>
          <a:p>
            <a:r>
              <a:t>        {</a:t>
            </a:r>
          </a:p>
          <a:p>
            <a:r>
              <a:t>          "source_id": "s001",</a:t>
            </a:r>
          </a:p>
          <a:p>
            <a:r>
              <a:t>          "quote": "7"</a:t>
            </a:r>
          </a:p>
          <a:p>
            <a:r>
              <a:t>        }</a:t>
            </a:r>
          </a:p>
          <a:p>
            <a:r>
              <a:t>      ]</a:t>
            </a:r>
          </a:p>
          <a:p>
            <a:r>
              <a:t>    },</a:t>
            </a:r>
          </a:p>
          <a:p>
            <a:r>
              <a:t>    {</a:t>
            </a:r>
          </a:p>
          <a:p>
            <a:r>
              <a:t>      "value": 6.0,</a:t>
            </a:r>
          </a:p>
          <a:p>
            <a:r>
              <a:t>      "refs": [</a:t>
            </a:r>
          </a:p>
          <a:p>
            <a:r>
              <a:t>        {</a:t>
            </a:r>
          </a:p>
          <a:p>
            <a:r>
              <a:t>          "source_id": "s001",</a:t>
            </a:r>
          </a:p>
          <a:p>
            <a:r>
              <a:t>          "quote": "6"</a:t>
            </a:r>
          </a:p>
          <a:p>
            <a:r>
              <a:t>        }</a:t>
            </a:r>
          </a:p>
          <a:p>
            <a:r>
              <a:t>      ]</a:t>
            </a:r>
          </a:p>
          <a:p>
            <a:r>
              <a:t>    },</a:t>
            </a:r>
          </a:p>
          <a:p>
            <a:r>
              <a:t>    {</a:t>
            </a:r>
          </a:p>
          <a:p>
            <a:r>
              <a:t>      "value": 6.0,</a:t>
            </a:r>
          </a:p>
          <a:p>
            <a:r>
              <a:t>      "refs": [</a:t>
            </a:r>
          </a:p>
          <a:p>
            <a:r>
              <a:t>        {</a:t>
            </a:r>
          </a:p>
          <a:p>
            <a:r>
              <a:t>          "source_id": "s001",</a:t>
            </a:r>
          </a:p>
          <a:p>
            <a:r>
              <a:t>          "quote": "6"</a:t>
            </a:r>
          </a:p>
          <a:p>
            <a:r>
              <a:t>        }</a:t>
            </a:r>
          </a:p>
          <a:p>
            <a:r>
              <a:t>      ]</a:t>
            </a:r>
          </a:p>
          <a:p>
            <a:r>
              <a:t>    },</a:t>
            </a:r>
          </a:p>
          <a:p>
            <a:r>
              <a:t>    {</a:t>
            </a:r>
          </a:p>
          <a:p>
            <a:r>
              <a:t>      "value": 5.0,</a:t>
            </a:r>
          </a:p>
          <a:p>
            <a:r>
              <a:t>      "refs": [</a:t>
            </a:r>
          </a:p>
          <a:p>
            <a:r>
              <a:t>        {</a:t>
            </a:r>
          </a:p>
          <a:p>
            <a:r>
              <a:t>          "source_id": "s001",</a:t>
            </a:r>
          </a:p>
          <a:p>
            <a:r>
              <a:t>          "quote": "5"</a:t>
            </a:r>
          </a:p>
          <a:p>
            <a:r>
              <a:t>        }</a:t>
            </a:r>
          </a:p>
          <a:p>
            <a:r>
              <a:t>      ]</a:t>
            </a:r>
          </a:p>
          <a:p>
            <a:r>
              <a:t>    },</a:t>
            </a:r>
          </a:p>
          <a:p>
            <a:r>
              <a:t>    {</a:t>
            </a:r>
          </a:p>
          <a:p>
            <a:r>
              <a:t>      "value": 5.0,</a:t>
            </a:r>
          </a:p>
          <a:p>
            <a:r>
              <a:t>      "refs": [</a:t>
            </a:r>
          </a:p>
          <a:p>
            <a:r>
              <a:t>        {</a:t>
            </a:r>
          </a:p>
          <a:p>
            <a:r>
              <a:t>          "source_id": "s001",</a:t>
            </a:r>
          </a:p>
          <a:p>
            <a:r>
              <a:t>          "quote": "5"</a:t>
            </a:r>
          </a:p>
          <a:p>
            <a:r>
              <a:t>        }</a:t>
            </a:r>
          </a:p>
          <a:p>
            <a:r>
              <a:t>      ]</a:t>
            </a:r>
          </a:p>
          <a:p>
            <a:r>
              <a:t>    },</a:t>
            </a:r>
          </a:p>
          <a:p>
            <a:r>
              <a:t>    {</a:t>
            </a:r>
          </a:p>
          <a:p>
            <a:r>
              <a:t>      "value": 4.0,</a:t>
            </a:r>
          </a:p>
          <a:p>
            <a:r>
              <a:t>      "refs": [</a:t>
            </a:r>
          </a:p>
          <a:p>
            <a:r>
              <a:t>        {</a:t>
            </a:r>
          </a:p>
          <a:p>
            <a:r>
              <a:t>          "source_id": "s001",</a:t>
            </a:r>
          </a:p>
          <a:p>
            <a:r>
              <a:t>          "quote": "4"</a:t>
            </a:r>
          </a:p>
          <a:p>
            <a:r>
              <a:t>        }</a:t>
            </a:r>
          </a:p>
          <a:p>
            <a:r>
              <a:t>      ]</a:t>
            </a:r>
          </a:p>
          <a:p>
            <a:r>
              <a:t>    }</a:t>
            </a:r>
          </a:p>
          <a:p>
            <a:r>
              <a:t>  ],</a:t>
            </a:r>
          </a:p>
          <a:p>
            <a:r>
              <a:t>  "citations": {</a:t>
            </a:r>
          </a:p>
          <a:p>
            <a:r>
              <a:t>    "s001": "Public MIT sample: templates/freeform_parts_16x9.html section 17"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"6cee483c311374e2650baacd304e7dc62e426c730c36844c654782b32f0edb11"</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分布の順位棒＋注記</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639480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6394801" cy="0"/>
          </a:xfrm>
          <a:prstGeom prst="line">
            <a:avLst/>
          </a:prstGeom>
          <a:noFill/>
          <a:ln w="17780">
            <a:solidFill>
              <a:srgbClr val="322014"/>
            </a:solidFill>
            <a:prstDash val="solid"/>
          </a:ln>
        </p:spPr>
        <p:txBody>
          <a:bodyPr>
            <a:noAutofit/>
          </a:bodyPr>
          <a:p/>
        </p:txBody>
      </p:sp>
      <p:sp>
        <p:nvSpPr>
          <p:cNvPr id="12" name="shape:012"/>
          <p:cNvSpPr/>
          <p:nvPr/>
        </p:nvSpPr>
        <p:spPr>
          <a:xfrm>
            <a:off x="477631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単位、2026〜2026年</a:t>
            </a:r>
            <a:endParaRPr lang="en-US" sz="850" dirty="0"/>
          </a:p>
        </p:txBody>
      </p:sp>
      <p:graphicFrame>
        <p:nvGraphicFramePr>
          <p:cNvPr id="13" name="shape:013" descr=""/>
          <p:cNvGraphicFramePr/>
          <p:nvPr/>
        </p:nvGraphicFramePr>
        <p:xfrm>
          <a:off x="576072" y="2029968"/>
          <a:ext cx="6394801" cy="3887352"/>
        </p:xfrm>
        <a:graphic>
          <a:graphicData uri="http://schemas.openxmlformats.org/drawingml/2006/chart">
            <c:chart xmlns:c="http://schemas.openxmlformats.org/drawingml/2006/chart" r:id="rId2"/>
          </a:graphicData>
        </a:graphic>
      </p:graphicFrame>
      <p:sp>
        <p:nvSpPr>
          <p:cNvPr id="14" name="shape:014"/>
          <p:cNvSpPr/>
          <p:nvPr/>
        </p:nvSpPr>
        <p:spPr>
          <a:xfrm>
            <a:off x="576072" y="6008760"/>
            <a:ext cx="144000" cy="144000"/>
          </a:xfrm>
          <a:prstGeom prst="rect">
            <a:avLst/>
          </a:prstGeom>
          <a:solidFill>
            <a:srgbClr val="5A3921"/>
          </a:solidFill>
          <a:ln/>
        </p:spPr>
        <p:txBody>
          <a:bodyPr>
            <a:noAutofit/>
          </a:bodyPr>
          <a:p/>
        </p:txBody>
      </p:sp>
      <p:sp>
        <p:nvSpPr>
          <p:cNvPr id="15" name="shape:015"/>
          <p:cNvSpPr/>
          <p:nvPr/>
        </p:nvSpPr>
        <p:spPr>
          <a:xfrm>
            <a:off x="774072" y="5989320"/>
            <a:ext cx="41910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上位N社</a:t>
            </a:r>
            <a:endParaRPr lang="en-US" sz="800" dirty="0"/>
          </a:p>
        </p:txBody>
      </p:sp>
      <p:sp>
        <p:nvSpPr>
          <p:cNvPr id="16" name="shape:016"/>
          <p:cNvSpPr/>
          <p:nvPr/>
        </p:nvSpPr>
        <p:spPr>
          <a:xfrm>
            <a:off x="1409172" y="6008760"/>
            <a:ext cx="144000" cy="144000"/>
          </a:xfrm>
          <a:prstGeom prst="rect">
            <a:avLst/>
          </a:prstGeom>
          <a:solidFill>
            <a:srgbClr val="C5A681"/>
          </a:solidFill>
          <a:ln/>
        </p:spPr>
        <p:txBody>
          <a:bodyPr>
            <a:noAutofit/>
          </a:bodyPr>
          <a:p/>
        </p:txBody>
      </p:sp>
      <p:sp>
        <p:nvSpPr>
          <p:cNvPr id="17" name="shape:017"/>
          <p:cNvSpPr/>
          <p:nvPr/>
        </p:nvSpPr>
        <p:spPr>
          <a:xfrm>
            <a:off x="1607172" y="5989320"/>
            <a:ext cx="3657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その他</a:t>
            </a:r>
            <a:endParaRPr lang="en-US" sz="800" dirty="0"/>
          </a:p>
        </p:txBody>
      </p:sp>
      <p:sp>
        <p:nvSpPr>
          <p:cNvPr id="18" name="shape:018"/>
          <p:cNvSpPr/>
          <p:nvPr/>
        </p:nvSpPr>
        <p:spPr>
          <a:xfrm rot="5400000">
            <a:off x="7114873" y="3764484"/>
            <a:ext cx="360000" cy="216000"/>
          </a:xfrm>
          <a:prstGeom prst="triangle">
            <a:avLst/>
          </a:prstGeom>
          <a:solidFill>
            <a:srgbClr val="C5A681"/>
          </a:solidFill>
          <a:ln/>
        </p:spPr>
        <p:txBody>
          <a:bodyPr>
            <a:noAutofit/>
          </a:bodyPr>
          <a:p/>
        </p:txBody>
      </p:sp>
      <p:sp>
        <p:nvSpPr>
          <p:cNvPr id="19" name="shape:019"/>
          <p:cNvSpPr/>
          <p:nvPr/>
        </p:nvSpPr>
        <p:spPr>
          <a:xfrm>
            <a:off x="7618873" y="1572768"/>
            <a:ext cx="399675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だから、記載例4に絞る</a:t>
            </a:r>
            <a:endParaRPr lang="en-US" sz="1150" dirty="0"/>
          </a:p>
        </p:txBody>
      </p:sp>
      <p:sp>
        <p:nvSpPr>
          <p:cNvPr id="20" name="shape:020"/>
          <p:cNvSpPr/>
          <p:nvPr/>
        </p:nvSpPr>
        <p:spPr>
          <a:xfrm>
            <a:off x="7618873" y="1901952"/>
            <a:ext cx="3996750" cy="0"/>
          </a:xfrm>
          <a:prstGeom prst="line">
            <a:avLst/>
          </a:prstGeom>
          <a:noFill/>
          <a:ln w="17780">
            <a:solidFill>
              <a:srgbClr val="322014"/>
            </a:solidFill>
            <a:prstDash val="solid"/>
          </a:ln>
        </p:spPr>
        <p:txBody>
          <a:bodyPr>
            <a:noAutofit/>
          </a:bodyPr>
          <a:p/>
        </p:txBody>
      </p:sp>
      <p:sp>
        <p:nvSpPr>
          <p:cNvPr id="21" name="shape:021"/>
          <p:cNvSpPr/>
          <p:nvPr/>
        </p:nvSpPr>
        <p:spPr>
          <a:xfrm>
            <a:off x="7618873" y="2029968"/>
            <a:ext cx="3996750" cy="4142232"/>
          </a:xfrm>
          <a:prstGeom prst="rect">
            <a:avLst/>
          </a:prstGeom>
          <a:noFill/>
          <a:ln/>
        </p:spPr>
        <p:txBody>
          <a:bodyPr wrap="square" lIns="0" tIns="0" rIns="0" bIns="0" rtlCol="0" anchor="ctr">
            <a:noAutofit/>
          </a:bodyPr>
          <a:lstStyle/>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