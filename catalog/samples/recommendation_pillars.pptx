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"recommendation_pillars",</a:t>
            </a:r>
          </a:p>
          <a:p>
            <a:r>
              <a:t>  "variant": "warm",</a:t>
            </a:r>
          </a:p>
          <a:p>
            <a:r>
              <a:t>  "rationale": "Public template fixture; short fictional slot content; no private data.",</a:t>
            </a:r>
          </a:p>
          <a:p>
            <a:r>
              <a:t>  "source_sha256": "1a6e0e7be2d45be9bdac9a6d962775439c9968763bf10234bfc560532bbfa06c",</a:t>
            </a:r>
          </a:p>
          <a:p>
            <a:r>
              <a:t>  "evidence": [</a:t>
            </a:r>
          </a:p>
          <a:p>
            <a:r>
              <a:t>    {</a:t>
            </a:r>
          </a:p>
          <a:p>
            <a:r>
              <a:t>      "text": "提言の柱",</a:t>
            </a:r>
          </a:p>
          <a:p>
            <a:r>
              <a:t>      "refs": [</a:t>
            </a:r>
          </a:p>
          <a:p>
            <a:r>
              <a:t>        {</a:t>
            </a:r>
          </a:p>
          <a:p>
            <a:r>
              <a:t>          "source_id": "s001",</a:t>
            </a:r>
          </a:p>
          <a:p>
            <a:r>
              <a:t>          "quote": "提言の柱"</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"1",</a:t>
            </a:r>
          </a:p>
          <a:p>
            <a:r>
              <a:t>      "refs": [</a:t>
            </a:r>
          </a:p>
          <a:p>
            <a:r>
              <a:t>        {</a:t>
            </a:r>
          </a:p>
          <a:p>
            <a:r>
              <a:t>          "source_id": "s001",</a:t>
            </a:r>
          </a:p>
          <a:p>
            <a:r>
              <a:t>          "quote": "1"</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"記載例2\n記載例3",</a:t>
            </a:r>
          </a:p>
          <a:p>
            <a:r>
              <a:t>      "refs": [</a:t>
            </a:r>
          </a:p>
          <a:p>
            <a:r>
              <a:t>        {</a:t>
            </a:r>
          </a:p>
          <a:p>
            <a:r>
              <a:t>          "source_id": "s001",</a:t>
            </a:r>
          </a:p>
          <a:p>
            <a:r>
              <a:t>          "quote": "記載例2\n記載例3"</a:t>
            </a:r>
          </a:p>
          <a:p>
            <a:r>
              <a:t>        }</a:t>
            </a:r>
          </a:p>
          <a:p>
            <a:r>
              <a:t>      ],</a:t>
            </a:r>
          </a:p>
          <a:p>
            <a:r>
              <a:t>      "mode": "verbatim"</a:t>
            </a:r>
          </a:p>
          <a:p>
            <a:r>
              <a:t>    },</a:t>
            </a:r>
          </a:p>
          <a:p>
            <a:r>
              <a:t>    {</a:t>
            </a:r>
          </a:p>
          <a:p>
            <a:r>
              <a:t>      "text": "2",</a:t>
            </a:r>
          </a:p>
          <a:p>
            <a:r>
              <a:t>      "refs": [</a:t>
            </a:r>
          </a:p>
          <a:p>
            <a:r>
              <a:t>        {</a:t>
            </a:r>
          </a:p>
          <a:p>
            <a:r>
              <a:t>          "source_id": "s001",</a:t>
            </a:r>
          </a:p>
          <a:p>
            <a:r>
              <a:t>          "quote": "2"</a:t>
            </a:r>
          </a:p>
          <a:p>
            <a:r>
              <a:t>        }</a:t>
            </a:r>
          </a:p>
          <a:p>
            <a:r>
              <a:t>      ],</a:t>
            </a:r>
          </a:p>
          <a:p>
            <a:r>
              <a:t>      "mode": "verbatim"</a:t>
            </a:r>
          </a:p>
          <a:p>
            <a:r>
              <a:t>    },</a:t>
            </a:r>
          </a:p>
          <a:p>
            <a:r>
              <a:t>    {</a:t>
            </a:r>
          </a:p>
          <a:p>
            <a:r>
              <a:t>      "text": "見出し 3",</a:t>
            </a:r>
          </a:p>
          <a:p>
            <a:r>
              <a:t>      "refs": [</a:t>
            </a:r>
          </a:p>
          <a:p>
            <a:r>
              <a:t>        {</a:t>
            </a:r>
          </a:p>
          <a:p>
            <a:r>
              <a:t>          "source_id": "s001",</a:t>
            </a:r>
          </a:p>
          <a:p>
            <a:r>
              <a:t>          "quote": "見出し 3"</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"記載例5\n記載例6",</a:t>
            </a:r>
          </a:p>
          <a:p>
            <a:r>
              <a:t>      "refs": [</a:t>
            </a:r>
          </a:p>
          <a:p>
            <a:r>
              <a:t>        {</a:t>
            </a:r>
          </a:p>
          <a:p>
            <a:r>
              <a:t>          "source_id": "s001",</a:t>
            </a:r>
          </a:p>
          <a:p>
            <a:r>
              <a:t>          "quote": "記載例5\n記載例6"</a:t>
            </a:r>
          </a:p>
          <a:p>
            <a:r>
              <a:t>        }</a:t>
            </a:r>
          </a:p>
          <a:p>
            <a:r>
              <a:t>      ],</a:t>
            </a:r>
          </a:p>
          <a:p>
            <a:r>
              <a:t>      "mode": "verbatim"</a:t>
            </a:r>
          </a:p>
          <a:p>
            <a:r>
              <a:t>    },</a:t>
            </a:r>
          </a:p>
          <a:p>
            <a:r>
              <a:t>    {</a:t>
            </a:r>
          </a:p>
          <a:p>
            <a:r>
              <a:t>      "text": "3",</a:t>
            </a:r>
          </a:p>
          <a:p>
            <a:r>
              <a:t>      "refs": [</a:t>
            </a:r>
          </a:p>
          <a:p>
            <a:r>
              <a:t>        {</a:t>
            </a:r>
          </a:p>
          <a:p>
            <a:r>
              <a:t>          "source_id": "s001",</a:t>
            </a:r>
          </a:p>
          <a:p>
            <a:r>
              <a:t>          "quote": "3"</a:t>
            </a:r>
          </a:p>
          <a:p>
            <a:r>
              <a:t>        }</a:t>
            </a:r>
          </a:p>
          <a:p>
            <a:r>
              <a:t>      ],</a:t>
            </a:r>
          </a:p>
          <a:p>
            <a:r>
              <a:t>      "mode": "verbatim"</a:t>
            </a:r>
          </a:p>
          <a:p>
            <a:r>
              <a:t>    },</a:t>
            </a:r>
          </a:p>
          <a:p>
            <a:r>
              <a:t>    {</a:t>
            </a:r>
          </a:p>
          <a:p>
            <a:r>
              <a:t>      "text": "見出し 4",</a:t>
            </a:r>
          </a:p>
          <a:p>
            <a:r>
              <a:t>      "refs": [</a:t>
            </a:r>
          </a:p>
          <a:p>
            <a:r>
              <a:t>        {</a:t>
            </a:r>
          </a:p>
          <a:p>
            <a:r>
              <a:t>          "source_id": "s001",</a:t>
            </a:r>
          </a:p>
          <a:p>
            <a:r>
              <a:t>          "quote": "見出し 4"</a:t>
            </a:r>
          </a:p>
          <a:p>
            <a:r>
              <a:t>        }</a:t>
            </a:r>
          </a:p>
          <a:p>
            <a:r>
              <a:t>      ],</a:t>
            </a:r>
          </a:p>
          <a:p>
            <a:r>
              <a:t>      "mode": "verbatim"</a:t>
            </a:r>
          </a:p>
          <a:p>
            <a:r>
              <a:t>    },</a:t>
            </a:r>
          </a:p>
          <a:p>
            <a:r>
              <a:t>    {</a:t>
            </a:r>
          </a:p>
          <a:p>
            <a:r>
              <a:t>      "text": "記載例7",</a:t>
            </a:r>
          </a:p>
          <a:p>
            <a:r>
              <a:t>      "refs": [</a:t>
            </a:r>
          </a:p>
          <a:p>
            <a:r>
              <a:t>        {</a:t>
            </a:r>
          </a:p>
          <a:p>
            <a:r>
              <a:t>          "source_id": "s001",</a:t>
            </a:r>
          </a:p>
          <a:p>
            <a:r>
              <a:t>          "quote": "記載例7"</a:t>
            </a:r>
          </a:p>
          <a:p>
            <a:r>
              <a:t>        }</a:t>
            </a:r>
          </a:p>
          <a:p>
            <a:r>
              <a:t>      ],</a:t>
            </a:r>
          </a:p>
          <a:p>
            <a:r>
              <a:t>      "mode": "verbatim"</a:t>
            </a:r>
          </a:p>
          <a:p>
            <a:r>
              <a:t>    },</a:t>
            </a:r>
          </a:p>
          <a:p>
            <a:r>
              <a:t>    {</a:t>
            </a:r>
          </a:p>
          <a:p>
            <a:r>
              <a:t>      "text": "記載例8\n記載例9",</a:t>
            </a:r>
          </a:p>
          <a:p>
            <a:r>
              <a:t>      "refs": [</a:t>
            </a:r>
          </a:p>
          <a:p>
            <a:r>
              <a:t>        {</a:t>
            </a:r>
          </a:p>
          <a:p>
            <a:r>
              <a:t>          "source_id": "s001",</a:t>
            </a:r>
          </a:p>
          <a:p>
            <a:r>
              <a:t>          "quote": "記載例8\n記載例9"</a:t>
            </a:r>
          </a:p>
          <a:p>
            <a:r>
              <a:t>        }</a:t>
            </a:r>
          </a:p>
          <a:p>
            <a:r>
              <a:t>      ],</a:t>
            </a:r>
          </a:p>
          <a:p>
            <a:r>
              <a:t>      "mode": "verbatim"</a:t>
            </a:r>
          </a:p>
          <a:p>
            <a:r>
              <a:t>    }</a:t>
            </a:r>
          </a:p>
          <a:p>
            <a:r>
              <a:t>  ],</a:t>
            </a:r>
          </a:p>
          <a:p>
            <a:r>
              <a:t>  "citations": {</a:t>
            </a:r>
          </a:p>
          <a:p>
            <a:r>
              <a:t>    "s001": "Public MIT sample: templates/freeform_parts_more_16x9.html section 20"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"b337f2b0aaea4c6e23ff80dbe0c5f6f71f4d3c54b2655ad26bc018ce3912ee40"</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提言の柱</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660904"/>
            <a:ext cx="3375050" cy="0"/>
          </a:xfrm>
          <a:prstGeom prst="line">
            <a:avLst/>
          </a:prstGeom>
          <a:noFill/>
          <a:ln w="31750">
            <a:solidFill>
              <a:srgbClr val="5A3921"/>
            </a:solidFill>
            <a:prstDash val="solid"/>
          </a:ln>
        </p:spPr>
        <p:txBody>
          <a:bodyPr>
            <a:noAutofit/>
          </a:bodyPr>
          <a:p/>
        </p:txBody>
      </p:sp>
      <p:sp>
        <p:nvSpPr>
          <p:cNvPr id="11" name="shape:011"/>
          <p:cNvSpPr/>
          <p:nvPr/>
        </p:nvSpPr>
        <p:spPr>
          <a:xfrm>
            <a:off x="576072" y="2825496"/>
            <a:ext cx="457200" cy="457200"/>
          </a:xfrm>
          <a:prstGeom prst="ellipse">
            <a:avLst/>
          </a:prstGeom>
          <a:solidFill>
            <a:srgbClr val="5A3921"/>
          </a:solidFill>
          <a:ln/>
        </p:spPr>
        <p:txBody>
          <a:bodyPr>
            <a:noAutofit/>
          </a:bodyPr>
          <a:p/>
        </p:txBody>
      </p:sp>
      <p:sp>
        <p:nvSpPr>
          <p:cNvPr id="12" name="shape:012"/>
          <p:cNvSpPr/>
          <p:nvPr/>
        </p:nvSpPr>
        <p:spPr>
          <a:xfrm>
            <a:off x="576072"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13" name="shape:013"/>
          <p:cNvSpPr/>
          <p:nvPr/>
        </p:nvSpPr>
        <p:spPr>
          <a:xfrm>
            <a:off x="576072"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2</a:t>
            </a:r>
            <a:endParaRPr lang="en-US" sz="1500" dirty="0"/>
          </a:p>
        </p:txBody>
      </p:sp>
      <p:sp>
        <p:nvSpPr>
          <p:cNvPr id="14" name="shape:014"/>
          <p:cNvSpPr/>
          <p:nvPr/>
        </p:nvSpPr>
        <p:spPr>
          <a:xfrm>
            <a:off x="576072"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記載例1</a:t>
            </a:r>
            <a:endParaRPr lang="en-US" sz="1200" dirty="0"/>
          </a:p>
        </p:txBody>
      </p:sp>
      <p:sp>
        <p:nvSpPr>
          <p:cNvPr id="15" name="shape:015"/>
          <p:cNvSpPr/>
          <p:nvPr/>
        </p:nvSpPr>
        <p:spPr>
          <a:xfrm>
            <a:off x="576072"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記載例2</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記載例3</a:t>
            </a:r>
            <a:endParaRPr lang="en-US" sz="1200" dirty="0"/>
          </a:p>
        </p:txBody>
      </p:sp>
      <p:sp>
        <p:nvSpPr>
          <p:cNvPr id="16" name="shape:016"/>
          <p:cNvSpPr/>
          <p:nvPr/>
        </p:nvSpPr>
        <p:spPr>
          <a:xfrm>
            <a:off x="4408322" y="2660904"/>
            <a:ext cx="3375050" cy="0"/>
          </a:xfrm>
          <a:prstGeom prst="line">
            <a:avLst/>
          </a:prstGeom>
          <a:noFill/>
          <a:ln w="31750">
            <a:solidFill>
              <a:srgbClr val="5A3921"/>
            </a:solidFill>
            <a:prstDash val="solid"/>
          </a:ln>
        </p:spPr>
        <p:txBody>
          <a:bodyPr>
            <a:noAutofit/>
          </a:bodyPr>
          <a:p/>
        </p:txBody>
      </p:sp>
      <p:sp>
        <p:nvSpPr>
          <p:cNvPr id="17" name="shape:017"/>
          <p:cNvSpPr/>
          <p:nvPr/>
        </p:nvSpPr>
        <p:spPr>
          <a:xfrm>
            <a:off x="4408322" y="2825496"/>
            <a:ext cx="457200" cy="457200"/>
          </a:xfrm>
          <a:prstGeom prst="ellipse">
            <a:avLst/>
          </a:prstGeom>
          <a:solidFill>
            <a:srgbClr val="5A3921"/>
          </a:solidFill>
          <a:ln/>
        </p:spPr>
        <p:txBody>
          <a:bodyPr>
            <a:noAutofit/>
          </a:bodyPr>
          <a:p/>
        </p:txBody>
      </p:sp>
      <p:sp>
        <p:nvSpPr>
          <p:cNvPr id="18" name="shape:018"/>
          <p:cNvSpPr/>
          <p:nvPr/>
        </p:nvSpPr>
        <p:spPr>
          <a:xfrm>
            <a:off x="4408322"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9" name="shape:019"/>
          <p:cNvSpPr/>
          <p:nvPr/>
        </p:nvSpPr>
        <p:spPr>
          <a:xfrm>
            <a:off x="4408322"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3</a:t>
            </a:r>
            <a:endParaRPr lang="en-US" sz="1500" dirty="0"/>
          </a:p>
        </p:txBody>
      </p:sp>
      <p:sp>
        <p:nvSpPr>
          <p:cNvPr id="20" name="shape:020"/>
          <p:cNvSpPr/>
          <p:nvPr/>
        </p:nvSpPr>
        <p:spPr>
          <a:xfrm>
            <a:off x="4408322"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記載例4</a:t>
            </a:r>
            <a:endParaRPr lang="en-US" sz="1200" dirty="0"/>
          </a:p>
        </p:txBody>
      </p:sp>
      <p:sp>
        <p:nvSpPr>
          <p:cNvPr id="21" name="shape:021"/>
          <p:cNvSpPr/>
          <p:nvPr/>
        </p:nvSpPr>
        <p:spPr>
          <a:xfrm>
            <a:off x="4408322"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記載例5</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記載例6</a:t>
            </a:r>
            <a:endParaRPr lang="en-US" sz="1200" dirty="0"/>
          </a:p>
        </p:txBody>
      </p:sp>
      <p:sp>
        <p:nvSpPr>
          <p:cNvPr id="22" name="shape:022"/>
          <p:cNvSpPr/>
          <p:nvPr/>
        </p:nvSpPr>
        <p:spPr>
          <a:xfrm>
            <a:off x="8240573" y="2660904"/>
            <a:ext cx="3375050" cy="0"/>
          </a:xfrm>
          <a:prstGeom prst="line">
            <a:avLst/>
          </a:prstGeom>
          <a:noFill/>
          <a:ln w="31750">
            <a:solidFill>
              <a:srgbClr val="5A3921"/>
            </a:solidFill>
            <a:prstDash val="solid"/>
          </a:ln>
        </p:spPr>
        <p:txBody>
          <a:bodyPr>
            <a:noAutofit/>
          </a:bodyPr>
          <a:p/>
        </p:txBody>
      </p:sp>
      <p:sp>
        <p:nvSpPr>
          <p:cNvPr id="23" name="shape:023"/>
          <p:cNvSpPr/>
          <p:nvPr/>
        </p:nvSpPr>
        <p:spPr>
          <a:xfrm>
            <a:off x="8240573" y="2825496"/>
            <a:ext cx="457200" cy="457200"/>
          </a:xfrm>
          <a:prstGeom prst="ellipse">
            <a:avLst/>
          </a:prstGeom>
          <a:solidFill>
            <a:srgbClr val="5A3921"/>
          </a:solidFill>
          <a:ln/>
        </p:spPr>
        <p:txBody>
          <a:bodyPr>
            <a:noAutofit/>
          </a:bodyPr>
          <a:p/>
        </p:txBody>
      </p:sp>
      <p:sp>
        <p:nvSpPr>
          <p:cNvPr id="24" name="shape:024"/>
          <p:cNvSpPr/>
          <p:nvPr/>
        </p:nvSpPr>
        <p:spPr>
          <a:xfrm>
            <a:off x="8240573"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25" name="shape:025"/>
          <p:cNvSpPr/>
          <p:nvPr/>
        </p:nvSpPr>
        <p:spPr>
          <a:xfrm>
            <a:off x="8240573"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4</a:t>
            </a:r>
            <a:endParaRPr lang="en-US" sz="1500" dirty="0"/>
          </a:p>
        </p:txBody>
      </p:sp>
      <p:sp>
        <p:nvSpPr>
          <p:cNvPr id="26" name="shape:026"/>
          <p:cNvSpPr/>
          <p:nvPr/>
        </p:nvSpPr>
        <p:spPr>
          <a:xfrm>
            <a:off x="8240573"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記載例7</a:t>
            </a:r>
            <a:endParaRPr lang="en-US" sz="1200" dirty="0"/>
          </a:p>
        </p:txBody>
      </p:sp>
      <p:sp>
        <p:nvSpPr>
          <p:cNvPr id="27" name="shape:027"/>
          <p:cNvSpPr/>
          <p:nvPr/>
        </p:nvSpPr>
        <p:spPr>
          <a:xfrm>
            <a:off x="8240573"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記載例8</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記載例9</a:t>
            </a:r>
            <a:endParaRPr lang="en-US" sz="12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