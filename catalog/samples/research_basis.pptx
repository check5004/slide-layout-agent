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"slide001",</a:t>
            </a:r>
          </a:p>
          <a:p>
            <a:r>
              <a:t>  "origin": "catalog",</a:t>
            </a:r>
          </a:p>
          <a:p>
            <a:r>
              <a:t>  "layout_id": "research_basis",</a:t>
            </a:r>
          </a:p>
          <a:p>
            <a:r>
              <a:t>  "variant": "warm",</a:t>
            </a:r>
          </a:p>
          <a:p>
            <a:r>
              <a:t>  "rationale": "Public template fixture; short fictional slot content; no private data.",</a:t>
            </a:r>
          </a:p>
          <a:p>
            <a:r>
              <a:t>  "source_sha256": "0a4dc49ac47f5d03749f408ce5ae6de9455a7cc9a0fe2cc384d7ebc1b1b77356",</a:t>
            </a:r>
          </a:p>
          <a:p>
            <a:r>
              <a:t>  "evidence": [</a:t>
            </a:r>
          </a:p>
          <a:p>
            <a:r>
              <a:t>    {</a:t>
            </a:r>
          </a:p>
          <a:p>
            <a:r>
              <a:t>      "text": "調査の土台",</a:t>
            </a:r>
          </a:p>
          <a:p>
            <a:r>
              <a:t>      "refs": [</a:t>
            </a:r>
          </a:p>
          <a:p>
            <a:r>
              <a:t>        {</a:t>
            </a:r>
          </a:p>
          <a:p>
            <a:r>
              <a:t>          "source_id": "s001",</a:t>
            </a:r>
          </a:p>
          <a:p>
            <a:r>
              <a:t>          "quote": "調査の土台"</a:t>
            </a:r>
          </a:p>
          <a:p>
            <a:r>
              <a:t>        }</a:t>
            </a:r>
          </a:p>
          <a:p>
            <a:r>
              <a:t>      ],</a:t>
            </a:r>
          </a:p>
          <a:p>
            <a:r>
              <a:t>      "mode": "verbatim"</a:t>
            </a:r>
          </a:p>
          <a:p>
            <a:r>
              <a:t>    },</a:t>
            </a:r>
          </a:p>
          <a:p>
            <a:r>
              <a:t>    {</a:t>
            </a:r>
          </a:p>
          <a:p>
            <a:r>
              <a:t>      "text": "出典：公開見本（調査期間 2026年M月〜M月）",</a:t>
            </a:r>
          </a:p>
          <a:p>
            <a:r>
              <a:t>      "refs": [</a:t>
            </a:r>
          </a:p>
          <a:p>
            <a:r>
              <a:t>        {</a:t>
            </a:r>
          </a:p>
          <a:p>
            <a:r>
              <a:t>          "source_id": "s001",</a:t>
            </a:r>
          </a:p>
          <a:p>
            <a:r>
              <a:t>          "quote": "出典：公開見本（調査期間 2026年M月〜M月）"</a:t>
            </a:r>
          </a:p>
          <a:p>
            <a:r>
              <a:t>        }</a:t>
            </a:r>
          </a:p>
          <a:p>
            <a:r>
              <a:t>      ],</a:t>
            </a:r>
          </a:p>
          <a:p>
            <a:r>
              <a:t>      "mode": "verbatim"</a:t>
            </a:r>
          </a:p>
          <a:p>
            <a:r>
              <a:t>    },</a:t>
            </a:r>
          </a:p>
          <a:p>
            <a:r>
              <a:t>    {</a:t>
            </a:r>
          </a:p>
          <a:p>
            <a:r>
              <a:t>      "text": "調べ方",</a:t>
            </a:r>
          </a:p>
          <a:p>
            <a:r>
              <a:t>      "refs": [</a:t>
            </a:r>
          </a:p>
          <a:p>
            <a:r>
              <a:t>        {</a:t>
            </a:r>
          </a:p>
          <a:p>
            <a:r>
              <a:t>          "source_id": "s001",</a:t>
            </a:r>
          </a:p>
          <a:p>
            <a:r>
              <a:t>          "quote": "調べ方"</a:t>
            </a:r>
          </a:p>
          <a:p>
            <a:r>
              <a:t>        }</a:t>
            </a:r>
          </a:p>
          <a:p>
            <a:r>
              <a:t>      ],</a:t>
            </a:r>
          </a:p>
          <a:p>
            <a:r>
              <a:t>      "mode": "verbatim"</a:t>
            </a:r>
          </a:p>
          <a:p>
            <a:r>
              <a:t>    },</a:t>
            </a:r>
          </a:p>
          <a:p>
            <a:r>
              <a:t>    {</a:t>
            </a:r>
          </a:p>
          <a:p>
            <a:r>
              <a:t>      "text": "記載例1\n記載例2\n記載例3",</a:t>
            </a:r>
          </a:p>
          <a:p>
            <a:r>
              <a:t>      "refs": [</a:t>
            </a:r>
          </a:p>
          <a:p>
            <a:r>
              <a:t>        {</a:t>
            </a:r>
          </a:p>
          <a:p>
            <a:r>
              <a:t>          "source_id": "s001",</a:t>
            </a:r>
          </a:p>
          <a:p>
            <a:r>
              <a:t>          "quote": "記載例1\n記載例2\n記載例3"</a:t>
            </a:r>
          </a:p>
          <a:p>
            <a:r>
              <a:t>        }</a:t>
            </a:r>
          </a:p>
          <a:p>
            <a:r>
              <a:t>      ],</a:t>
            </a:r>
          </a:p>
          <a:p>
            <a:r>
              <a:t>      "mode": "verbatim"</a:t>
            </a:r>
          </a:p>
          <a:p>
            <a:r>
              <a:t>    },</a:t>
            </a:r>
          </a:p>
          <a:p>
            <a:r>
              <a:t>    {</a:t>
            </a:r>
          </a:p>
          <a:p>
            <a:r>
              <a:t>      "text": "調べた対象",</a:t>
            </a:r>
          </a:p>
          <a:p>
            <a:r>
              <a:t>      "refs": [</a:t>
            </a:r>
          </a:p>
          <a:p>
            <a:r>
              <a:t>        {</a:t>
            </a:r>
          </a:p>
          <a:p>
            <a:r>
              <a:t>          "source_id": "s001",</a:t>
            </a:r>
          </a:p>
          <a:p>
            <a:r>
              <a:t>          "quote": "調べた対象"</a:t>
            </a:r>
          </a:p>
          <a:p>
            <a:r>
              <a:t>        }</a:t>
            </a:r>
          </a:p>
          <a:p>
            <a:r>
              <a:t>      ],</a:t>
            </a:r>
          </a:p>
          <a:p>
            <a:r>
              <a:t>      "mode": "verbatim"</a:t>
            </a:r>
          </a:p>
          <a:p>
            <a:r>
              <a:t>    },</a:t>
            </a:r>
          </a:p>
          <a:p>
            <a:r>
              <a:t>    {</a:t>
            </a:r>
          </a:p>
          <a:p>
            <a:r>
              <a:t>      "text": "項目1社",</a:t>
            </a:r>
          </a:p>
          <a:p>
            <a:r>
              <a:t>      "refs": [</a:t>
            </a:r>
          </a:p>
          <a:p>
            <a:r>
              <a:t>        {</a:t>
            </a:r>
          </a:p>
          <a:p>
            <a:r>
              <a:t>          "source_id": "s001",</a:t>
            </a:r>
          </a:p>
          <a:p>
            <a:r>
              <a:t>          "quote": "項目1社"</a:t>
            </a:r>
          </a:p>
          <a:p>
            <a:r>
              <a:t>        }</a:t>
            </a:r>
          </a:p>
          <a:p>
            <a:r>
              <a:t>      ],</a:t>
            </a:r>
          </a:p>
          <a:p>
            <a:r>
              <a:t>      "mode": "verbatim"</a:t>
            </a:r>
          </a:p>
          <a:p>
            <a:r>
              <a:t>    },</a:t>
            </a:r>
          </a:p>
          <a:p>
            <a:r>
              <a:t>    {</a:t>
            </a:r>
          </a:p>
          <a:p>
            <a:r>
              <a:t>      "text": "記載例4",</a:t>
            </a:r>
          </a:p>
          <a:p>
            <a:r>
              <a:t>      "refs": [</a:t>
            </a:r>
          </a:p>
          <a:p>
            <a:r>
              <a:t>        {</a:t>
            </a:r>
          </a:p>
          <a:p>
            <a:r>
              <a:t>          "source_id": "s001",</a:t>
            </a:r>
          </a:p>
          <a:p>
            <a:r>
              <a:t>          "quote": "記載例4"</a:t>
            </a:r>
          </a:p>
          <a:p>
            <a:r>
              <a:t>        }</a:t>
            </a:r>
          </a:p>
          <a:p>
            <a:r>
              <a:t>      ],</a:t>
            </a:r>
          </a:p>
          <a:p>
            <a:r>
              <a:t>      "mode": "verbatim"</a:t>
            </a:r>
          </a:p>
          <a:p>
            <a:r>
              <a:t>    },</a:t>
            </a:r>
          </a:p>
          <a:p>
            <a:r>
              <a:t>    {</a:t>
            </a:r>
          </a:p>
          <a:p>
            <a:r>
              <a:t>      "text": "項目2件",</a:t>
            </a:r>
          </a:p>
          <a:p>
            <a:r>
              <a:t>      "refs": [</a:t>
            </a:r>
          </a:p>
          <a:p>
            <a:r>
              <a:t>        {</a:t>
            </a:r>
          </a:p>
          <a:p>
            <a:r>
              <a:t>          "source_id": "s001",</a:t>
            </a:r>
          </a:p>
          <a:p>
            <a:r>
              <a:t>          "quote": "項目2件"</a:t>
            </a:r>
          </a:p>
          <a:p>
            <a:r>
              <a:t>        }</a:t>
            </a:r>
          </a:p>
          <a:p>
            <a:r>
              <a:t>      ],</a:t>
            </a:r>
          </a:p>
          <a:p>
            <a:r>
              <a:t>      "mode": "verbatim"</a:t>
            </a:r>
          </a:p>
          <a:p>
            <a:r>
              <a:t>    },</a:t>
            </a:r>
          </a:p>
          <a:p>
            <a:r>
              <a:t>    {</a:t>
            </a:r>
          </a:p>
          <a:p>
            <a:r>
              <a:t>      "text": "記載例5",</a:t>
            </a:r>
          </a:p>
          <a:p>
            <a:r>
              <a:t>      "refs": [</a:t>
            </a:r>
          </a:p>
          <a:p>
            <a:r>
              <a:t>        {</a:t>
            </a:r>
          </a:p>
          <a:p>
            <a:r>
              <a:t>          "source_id": "s001",</a:t>
            </a:r>
          </a:p>
          <a:p>
            <a:r>
              <a:t>          "quote": "記載例5"</a:t>
            </a:r>
          </a:p>
          <a:p>
            <a:r>
              <a:t>        }</a:t>
            </a:r>
          </a:p>
          <a:p>
            <a:r>
              <a:t>      ],</a:t>
            </a:r>
          </a:p>
          <a:p>
            <a:r>
              <a:t>      "mode": "verbatim"</a:t>
            </a:r>
          </a:p>
          <a:p>
            <a:r>
              <a:t>    },</a:t>
            </a:r>
          </a:p>
          <a:p>
            <a:r>
              <a:t>    {</a:t>
            </a:r>
          </a:p>
          <a:p>
            <a:r>
              <a:t>      "text": "Nか月",</a:t>
            </a:r>
          </a:p>
          <a:p>
            <a:r>
              <a:t>      "refs": [</a:t>
            </a:r>
          </a:p>
          <a:p>
            <a:r>
              <a:t>        {</a:t>
            </a:r>
          </a:p>
          <a:p>
            <a:r>
              <a:t>          "source_id": "s001",</a:t>
            </a:r>
          </a:p>
          <a:p>
            <a:r>
              <a:t>          "quote": "Nか月"</a:t>
            </a:r>
          </a:p>
          <a:p>
            <a:r>
              <a:t>        }</a:t>
            </a:r>
          </a:p>
          <a:p>
            <a:r>
              <a:t>      ],</a:t>
            </a:r>
          </a:p>
          <a:p>
            <a:r>
              <a:t>      "mode": "verbatim"</a:t>
            </a:r>
          </a:p>
          <a:p>
            <a:r>
              <a:t>    },</a:t>
            </a:r>
          </a:p>
          <a:p>
            <a:r>
              <a:t>    {</a:t>
            </a:r>
          </a:p>
          <a:p>
            <a:r>
              <a:t>      "text": "記載例6",</a:t>
            </a:r>
          </a:p>
          <a:p>
            <a:r>
              <a:t>      "refs": [</a:t>
            </a:r>
          </a:p>
          <a:p>
            <a:r>
              <a:t>        {</a:t>
            </a:r>
          </a:p>
          <a:p>
            <a:r>
              <a:t>          "source_id": "s001",</a:t>
            </a:r>
          </a:p>
          <a:p>
            <a:r>
              <a:t>          "quote": "記載例6"</a:t>
            </a:r>
          </a:p>
          <a:p>
            <a:r>
              <a:t>        }</a:t>
            </a:r>
          </a:p>
          <a:p>
            <a:r>
              <a:t>      ],</a:t>
            </a:r>
          </a:p>
          <a:p>
            <a:r>
              <a:t>      "mode": "verbatim"</a:t>
            </a:r>
          </a:p>
          <a:p>
            <a:r>
              <a:t>    }</a:t>
            </a:r>
          </a:p>
          <a:p>
            <a:r>
              <a:t>  ],</a:t>
            </a:r>
          </a:p>
          <a:p>
            <a:r>
              <a:t>  "citations": {</a:t>
            </a:r>
          </a:p>
          <a:p>
            <a:r>
              <a:t>    "s001": "Public MIT sample: templates/freeform_parts_16x9.html section 25"</a:t>
            </a:r>
          </a:p>
          <a:p>
            <a:r>
              <a:t>  },</a:t>
            </a:r>
          </a:p>
          <a:p>
            <a:r>
              <a:t>  "template_license":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"e5dd04dc6f1acf010046d2fc7319bcf5242a849a",</a:t>
            </a:r>
          </a:p>
          <a:p>
            <a:r>
              <a:t>  "template_sha256": "8efd359fa5477f35e9372bf3ae736800dbe8114b515a865e32c05a058ecee0b7"</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公開レイアウト見本</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b25</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調査の土台</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出典：公開見本（調査期間 2026年M月〜M月）</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slide-layout-agent</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a:t>
            </a:r>
            <a:endParaRPr lang="en-US" sz="750" dirty="0"/>
          </a:p>
        </p:txBody>
      </p:sp>
      <p:sp>
        <p:nvSpPr>
          <p:cNvPr id="10" name="shape:010"/>
          <p:cNvSpPr/>
          <p:nvPr/>
        </p:nvSpPr>
        <p:spPr>
          <a:xfrm>
            <a:off x="576072" y="1572768"/>
            <a:ext cx="4421937" cy="274320"/>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調べ方</a:t>
            </a:r>
            <a:endParaRPr lang="en-US" sz="1150" dirty="0"/>
          </a:p>
        </p:txBody>
      </p:sp>
      <p:sp>
        <p:nvSpPr>
          <p:cNvPr id="11" name="shape:011"/>
          <p:cNvSpPr/>
          <p:nvPr/>
        </p:nvSpPr>
        <p:spPr>
          <a:xfrm>
            <a:off x="576072" y="1883664"/>
            <a:ext cx="4421937" cy="0"/>
          </a:xfrm>
          <a:prstGeom prst="line">
            <a:avLst/>
          </a:prstGeom>
          <a:noFill/>
          <a:ln w="17780">
            <a:solidFill>
              <a:srgbClr val="322014"/>
            </a:solidFill>
            <a:prstDash val="solid"/>
          </a:ln>
        </p:spPr>
        <p:txBody>
          <a:bodyPr>
            <a:noAutofit/>
          </a:bodyPr>
          <a:p/>
        </p:txBody>
      </p:sp>
      <p:sp>
        <p:nvSpPr>
          <p:cNvPr id="12" name="shape:012"/>
          <p:cNvSpPr/>
          <p:nvPr/>
        </p:nvSpPr>
        <p:spPr>
          <a:xfrm>
            <a:off x="576072" y="2011680"/>
            <a:ext cx="4421937" cy="4160520"/>
          </a:xfrm>
          <a:prstGeom prst="rect">
            <a:avLst/>
          </a:prstGeom>
          <a:noFill/>
          <a:ln/>
        </p:spPr>
        <p:txBody>
          <a:bodyPr wrap="square" lIns="0" tIns="0" rIns="0" bIns="0" rtlCol="0" anchor="t">
            <a:noAutofit/>
          </a:bodyPr>
          <a:lstStyle/>
          <a:p>
            <a:pPr marL="152400" indent="-152400">
              <a:spcAft>
                <a:spcPts val="800"/>
              </a:spcAft>
              <a:buSzPct val="100000"/>
              <a:buChar char="•"/>
            </a:pPr>
            <a:r>
              <a:rPr lang="en-US" sz="1000" dirty="0">
                <a:solidFill>
                  <a:srgbClr val="322014"/>
                </a:solidFill>
                <a:latin typeface="Yu Gothic" pitchFamily="34" charset="0"/>
                <a:ea typeface="Yu Gothic" pitchFamily="34" charset="-122"/>
                <a:cs typeface="Yu Gothic" pitchFamily="34" charset="-120"/>
              </a:rPr>
              <a:t>記載例1</a:t>
            </a:r>
            <a:endParaRPr lang="en-US" sz="1000" dirty="0"/>
          </a:p>
          <a:p>
            <a:pPr marL="152400" indent="-152400">
              <a:spcAft>
                <a:spcPts val="800"/>
              </a:spcAft>
              <a:buSzPct val="100000"/>
              <a:buChar char="•"/>
            </a:pPr>
            <a:r>
              <a:rPr lang="en-US" sz="1000" dirty="0">
                <a:solidFill>
                  <a:srgbClr val="322014"/>
                </a:solidFill>
                <a:latin typeface="Yu Gothic" pitchFamily="34" charset="0"/>
                <a:ea typeface="Yu Gothic" pitchFamily="34" charset="-122"/>
                <a:cs typeface="Yu Gothic" pitchFamily="34" charset="-120"/>
              </a:rPr>
              <a:t>記載例2</a:t>
            </a:r>
            <a:endParaRPr lang="en-US" sz="1000" dirty="0"/>
          </a:p>
          <a:p>
            <a:pPr marL="152400" indent="-152400">
              <a:spcAft>
                <a:spcPts val="800"/>
              </a:spcAft>
              <a:buSzPct val="100000"/>
              <a:buChar char="•"/>
            </a:pPr>
            <a:r>
              <a:rPr lang="en-US" sz="1000" dirty="0">
                <a:solidFill>
                  <a:srgbClr val="322014"/>
                </a:solidFill>
                <a:latin typeface="Yu Gothic" pitchFamily="34" charset="0"/>
                <a:ea typeface="Yu Gothic" pitchFamily="34" charset="-122"/>
                <a:cs typeface="Yu Gothic" pitchFamily="34" charset="-120"/>
              </a:rPr>
              <a:t>記載例3</a:t>
            </a:r>
            <a:endParaRPr lang="en-US" sz="1000" dirty="0"/>
          </a:p>
        </p:txBody>
      </p:sp>
      <p:sp>
        <p:nvSpPr>
          <p:cNvPr id="13" name="shape:013"/>
          <p:cNvSpPr/>
          <p:nvPr/>
        </p:nvSpPr>
        <p:spPr>
          <a:xfrm rot="5400000">
            <a:off x="5142009" y="3764484"/>
            <a:ext cx="360000" cy="216000"/>
          </a:xfrm>
          <a:prstGeom prst="triangle">
            <a:avLst/>
          </a:prstGeom>
          <a:solidFill>
            <a:srgbClr val="C5A681"/>
          </a:solidFill>
          <a:ln/>
        </p:spPr>
        <p:txBody>
          <a:bodyPr>
            <a:noAutofit/>
          </a:bodyPr>
          <a:p/>
        </p:txBody>
      </p:sp>
      <p:sp>
        <p:nvSpPr>
          <p:cNvPr id="14" name="shape:014"/>
          <p:cNvSpPr/>
          <p:nvPr/>
        </p:nvSpPr>
        <p:spPr>
          <a:xfrm>
            <a:off x="5646009" y="1572768"/>
            <a:ext cx="5969615" cy="274320"/>
          </a:xfrm>
          <a:prstGeom prst="rect">
            <a:avLst/>
          </a:prstGeom>
          <a:noFill/>
          <a:ln/>
        </p:spPr>
        <p:txBody>
          <a:bodyPr wrap="square" lIns="0" tIns="0" rIns="0" bIns="0" rtlCol="0" anchor="b">
            <a:noAutofit/>
          </a:bodyPr>
          <a:lstStyle/>
          <a:p>
            <a:pPr algn="l" indent="0" marL="0">
              <a:buNone/>
            </a:pPr>
            <a:r>
              <a:rPr lang="en-US" sz="1150" b="1" dirty="0">
                <a:solidFill>
                  <a:srgbClr val="5A3921"/>
                </a:solidFill>
                <a:latin typeface="Yu Mincho Demibold" pitchFamily="34" charset="0"/>
                <a:ea typeface="Yu Mincho Demibold" pitchFamily="34" charset="-122"/>
                <a:cs typeface="Yu Mincho Demibold" pitchFamily="34" charset="-120"/>
              </a:rPr>
              <a:t>調べた対象</a:t>
            </a:r>
            <a:endParaRPr lang="en-US" sz="1150" dirty="0"/>
          </a:p>
        </p:txBody>
      </p:sp>
      <p:sp>
        <p:nvSpPr>
          <p:cNvPr id="15" name="shape:015"/>
          <p:cNvSpPr/>
          <p:nvPr/>
        </p:nvSpPr>
        <p:spPr>
          <a:xfrm>
            <a:off x="5646009" y="1883664"/>
            <a:ext cx="5969615" cy="0"/>
          </a:xfrm>
          <a:prstGeom prst="line">
            <a:avLst/>
          </a:prstGeom>
          <a:noFill/>
          <a:ln w="17780">
            <a:solidFill>
              <a:srgbClr val="322014"/>
            </a:solidFill>
            <a:prstDash val="solid"/>
          </a:ln>
        </p:spPr>
        <p:txBody>
          <a:bodyPr>
            <a:noAutofit/>
          </a:bodyPr>
          <a:p/>
        </p:txBody>
      </p:sp>
      <p:sp>
        <p:nvSpPr>
          <p:cNvPr id="16" name="shape:016"/>
          <p:cNvSpPr/>
          <p:nvPr/>
        </p:nvSpPr>
        <p:spPr>
          <a:xfrm>
            <a:off x="5736009" y="2011680"/>
            <a:ext cx="1440000" cy="1386840"/>
          </a:xfrm>
          <a:prstGeom prst="rect">
            <a:avLst/>
          </a:prstGeom>
          <a:noFill/>
          <a:ln/>
        </p:spPr>
        <p:txBody>
          <a:bodyPr wrap="square" lIns="0" tIns="0" rIns="0" bIns="0" rtlCol="0" anchor="ctr">
            <a:noAutofit/>
          </a:bodyPr>
          <a:lstStyle/>
          <a:p>
            <a:pPr indent="0" marL="0">
              <a:buNone/>
            </a:pPr>
            <a:r>
              <a:rPr lang="en-US" sz="1700" b="1" dirty="0">
                <a:solidFill>
                  <a:srgbClr val="322014"/>
                </a:solidFill>
                <a:latin typeface="Yu Gothic" pitchFamily="34" charset="0"/>
                <a:ea typeface="Yu Gothic" pitchFamily="34" charset="-122"/>
                <a:cs typeface="Yu Gothic" pitchFamily="34" charset="-120"/>
              </a:rPr>
              <a:t>項目1社</a:t>
            </a:r>
            <a:endParaRPr lang="en-US" sz="1700" dirty="0"/>
          </a:p>
        </p:txBody>
      </p:sp>
      <p:sp>
        <p:nvSpPr>
          <p:cNvPr id="17" name="shape:017"/>
          <p:cNvSpPr/>
          <p:nvPr/>
        </p:nvSpPr>
        <p:spPr>
          <a:xfrm>
            <a:off x="7266009" y="2011680"/>
            <a:ext cx="4259615" cy="1386840"/>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記載例4</a:t>
            </a:r>
            <a:endParaRPr lang="en-US" sz="1000" dirty="0"/>
          </a:p>
        </p:txBody>
      </p:sp>
      <p:sp>
        <p:nvSpPr>
          <p:cNvPr id="18" name="shape:018"/>
          <p:cNvSpPr/>
          <p:nvPr/>
        </p:nvSpPr>
        <p:spPr>
          <a:xfrm>
            <a:off x="5646009" y="3398520"/>
            <a:ext cx="5969615" cy="0"/>
          </a:xfrm>
          <a:prstGeom prst="line">
            <a:avLst/>
          </a:prstGeom>
          <a:noFill/>
          <a:ln w="9525">
            <a:solidFill>
              <a:srgbClr val="E2DCD2"/>
            </a:solidFill>
            <a:prstDash val="solid"/>
          </a:ln>
        </p:spPr>
        <p:txBody>
          <a:bodyPr>
            <a:noAutofit/>
          </a:bodyPr>
          <a:p/>
        </p:txBody>
      </p:sp>
      <p:sp>
        <p:nvSpPr>
          <p:cNvPr id="19" name="shape:019"/>
          <p:cNvSpPr/>
          <p:nvPr/>
        </p:nvSpPr>
        <p:spPr>
          <a:xfrm>
            <a:off x="5736009" y="3398520"/>
            <a:ext cx="1440000" cy="1386840"/>
          </a:xfrm>
          <a:prstGeom prst="rect">
            <a:avLst/>
          </a:prstGeom>
          <a:noFill/>
          <a:ln/>
        </p:spPr>
        <p:txBody>
          <a:bodyPr wrap="square" lIns="0" tIns="0" rIns="0" bIns="0" rtlCol="0" anchor="ctr">
            <a:noAutofit/>
          </a:bodyPr>
          <a:lstStyle/>
          <a:p>
            <a:pPr indent="0" marL="0">
              <a:buNone/>
            </a:pPr>
            <a:r>
              <a:rPr lang="en-US" sz="1700" b="1" dirty="0">
                <a:solidFill>
                  <a:srgbClr val="322014"/>
                </a:solidFill>
                <a:latin typeface="Yu Gothic" pitchFamily="34" charset="0"/>
                <a:ea typeface="Yu Gothic" pitchFamily="34" charset="-122"/>
                <a:cs typeface="Yu Gothic" pitchFamily="34" charset="-120"/>
              </a:rPr>
              <a:t>項目2件</a:t>
            </a:r>
            <a:endParaRPr lang="en-US" sz="1700" dirty="0"/>
          </a:p>
        </p:txBody>
      </p:sp>
      <p:sp>
        <p:nvSpPr>
          <p:cNvPr id="20" name="shape:020"/>
          <p:cNvSpPr/>
          <p:nvPr/>
        </p:nvSpPr>
        <p:spPr>
          <a:xfrm>
            <a:off x="7266009" y="3398520"/>
            <a:ext cx="4259615" cy="1386840"/>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記載例5</a:t>
            </a:r>
            <a:endParaRPr lang="en-US" sz="1000" dirty="0"/>
          </a:p>
        </p:txBody>
      </p:sp>
      <p:sp>
        <p:nvSpPr>
          <p:cNvPr id="21" name="shape:021"/>
          <p:cNvSpPr/>
          <p:nvPr/>
        </p:nvSpPr>
        <p:spPr>
          <a:xfrm>
            <a:off x="5646009" y="4785360"/>
            <a:ext cx="5969615" cy="0"/>
          </a:xfrm>
          <a:prstGeom prst="line">
            <a:avLst/>
          </a:prstGeom>
          <a:noFill/>
          <a:ln w="9525">
            <a:solidFill>
              <a:srgbClr val="E2DCD2"/>
            </a:solidFill>
            <a:prstDash val="solid"/>
          </a:ln>
        </p:spPr>
        <p:txBody>
          <a:bodyPr>
            <a:noAutofit/>
          </a:bodyPr>
          <a:p/>
        </p:txBody>
      </p:sp>
      <p:sp>
        <p:nvSpPr>
          <p:cNvPr id="22" name="shape:022"/>
          <p:cNvSpPr/>
          <p:nvPr/>
        </p:nvSpPr>
        <p:spPr>
          <a:xfrm>
            <a:off x="5736009" y="4785360"/>
            <a:ext cx="1440000" cy="1386840"/>
          </a:xfrm>
          <a:prstGeom prst="rect">
            <a:avLst/>
          </a:prstGeom>
          <a:noFill/>
          <a:ln/>
        </p:spPr>
        <p:txBody>
          <a:bodyPr wrap="square" lIns="0" tIns="0" rIns="0" bIns="0" rtlCol="0" anchor="ctr">
            <a:noAutofit/>
          </a:bodyPr>
          <a:lstStyle/>
          <a:p>
            <a:pPr indent="0" marL="0">
              <a:buNone/>
            </a:pPr>
            <a:r>
              <a:rPr lang="en-US" sz="1700" b="1" dirty="0">
                <a:solidFill>
                  <a:srgbClr val="322014"/>
                </a:solidFill>
                <a:latin typeface="Yu Gothic" pitchFamily="34" charset="0"/>
                <a:ea typeface="Yu Gothic" pitchFamily="34" charset="-122"/>
                <a:cs typeface="Yu Gothic" pitchFamily="34" charset="-120"/>
              </a:rPr>
              <a:t>Nか月</a:t>
            </a:r>
            <a:endParaRPr lang="en-US" sz="1700" dirty="0"/>
          </a:p>
        </p:txBody>
      </p:sp>
      <p:sp>
        <p:nvSpPr>
          <p:cNvPr id="23" name="shape:023"/>
          <p:cNvSpPr/>
          <p:nvPr/>
        </p:nvSpPr>
        <p:spPr>
          <a:xfrm>
            <a:off x="7266009" y="4785360"/>
            <a:ext cx="4259615" cy="1386840"/>
          </a:xfrm>
          <a:prstGeom prst="rect">
            <a:avLst/>
          </a:prstGeom>
          <a:noFill/>
          <a:ln/>
        </p:spPr>
        <p:txBody>
          <a:bodyPr wrap="square" lIns="0" tIns="0" rIns="0" bIns="0" rtlCol="0" anchor="ctr">
            <a:noAutofit/>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記載例6</a:t>
            </a:r>
            <a:endParaRPr lang="en-US" sz="1000" dirty="0"/>
          </a:p>
        </p:txBody>
      </p:sp>
      <p:sp>
        <p:nvSpPr>
          <p:cNvPr id="24"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native editable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公開レイアウト見本</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