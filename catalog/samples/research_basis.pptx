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a:r>
          </a:p>
          <a:p>
            <a:r>
              <a:t>  "slide_id": "slide001",</a:t>
            </a:r>
          </a:p>
          <a:p>
            <a:r>
              <a:t>  "origin": "catalog",</a:t>
            </a:r>
          </a:p>
          <a:p>
            <a:r>
              <a:t>  "layout_id": "research_basis",</a:t>
            </a:r>
          </a:p>
          <a:p>
            <a:r>
              <a:t>  "variant": "warm",</a:t>
            </a:r>
          </a:p>
          <a:p>
            <a:r>
              <a:t>  "rationale": "Public template fixture; short fictional slot content; no private data.",</a:t>
            </a:r>
          </a:p>
          <a:p>
            <a:r>
              <a:t>  "source_sha256": "0a4dc49ac47f5d03749f408ce5ae6de9455a7cc9a0fe2cc384d7ebc1b1b77356",</a:t>
            </a:r>
          </a:p>
          <a:p>
            <a:r>
              <a:t>  "evidence": [</a:t>
            </a:r>
          </a:p>
          <a:p>
            <a:r>
              <a:t>    {</a:t>
            </a:r>
          </a:p>
          <a:p>
            <a:r>
              <a:t>      "text": "調査の土台",</a:t>
            </a:r>
          </a:p>
          <a:p>
            <a:r>
              <a:t>      "refs": [</a:t>
            </a:r>
          </a:p>
          <a:p>
            <a:r>
              <a:t>        {</a:t>
            </a:r>
          </a:p>
          <a:p>
            <a:r>
              <a:t>          "source_id": "s001",</a:t>
            </a:r>
          </a:p>
          <a:p>
            <a:r>
              <a:t>          "quote": "調査の土台"</a:t>
            </a:r>
          </a:p>
          <a:p>
            <a:r>
              <a:t>        }</a:t>
            </a:r>
          </a:p>
          <a:p>
            <a:r>
              <a:t>      ],</a:t>
            </a:r>
          </a:p>
          <a:p>
            <a:r>
              <a:t>      "mode": "verbatim"</a:t>
            </a:r>
          </a:p>
          <a:p>
            <a:r>
              <a:t>    },</a:t>
            </a:r>
          </a:p>
          <a:p>
            <a:r>
              <a:t>    {</a:t>
            </a:r>
          </a:p>
          <a:p>
            <a:r>
              <a:t>      "text": "出典：公開見本（調査期間 2026年M月〜M月）",</a:t>
            </a:r>
          </a:p>
          <a:p>
            <a:r>
              <a:t>      "refs": [</a:t>
            </a:r>
          </a:p>
          <a:p>
            <a:r>
              <a:t>        {</a:t>
            </a:r>
          </a:p>
          <a:p>
            <a:r>
              <a:t>          "source_id": "s001",</a:t>
            </a:r>
          </a:p>
          <a:p>
            <a:r>
              <a:t>          "quote": "出典：公開見本（調査期間 2026年M月〜M月）"</a:t>
            </a:r>
          </a:p>
          <a:p>
            <a:r>
              <a:t>        }</a:t>
            </a:r>
          </a:p>
          <a:p>
            <a:r>
              <a:t>      ],</a:t>
            </a:r>
          </a:p>
          <a:p>
            <a:r>
              <a:t>      "mode": "verbatim"</a:t>
            </a:r>
          </a:p>
          <a:p>
            <a:r>
              <a:t>    },</a:t>
            </a:r>
          </a:p>
          <a:p>
            <a:r>
              <a:t>    {</a:t>
            </a:r>
          </a:p>
          <a:p>
            <a:r>
              <a:t>      "text": "調べ方",</a:t>
            </a:r>
          </a:p>
          <a:p>
            <a:r>
              <a:t>      "refs": [</a:t>
            </a:r>
          </a:p>
          <a:p>
            <a:r>
              <a:t>        {</a:t>
            </a:r>
          </a:p>
          <a:p>
            <a:r>
              <a:t>          "source_id": "s001",</a:t>
            </a:r>
          </a:p>
          <a:p>
            <a:r>
              <a:t>          "quote": "調べ方"</a:t>
            </a:r>
          </a:p>
          <a:p>
            <a:r>
              <a:t>        }</a:t>
            </a:r>
          </a:p>
          <a:p>
            <a:r>
              <a:t>      ],</a:t>
            </a:r>
          </a:p>
          <a:p>
            <a:r>
              <a:t>      "mode": "verbatim"</a:t>
            </a:r>
          </a:p>
          <a:p>
            <a:r>
              <a:t>    },</a:t>
            </a:r>
          </a:p>
          <a:p>
            <a:r>
              <a:t>    {</a:t>
            </a:r>
          </a:p>
          <a:p>
            <a:r>
              <a:t>      "text": "記載例1\n記載例2\n記載例3",</a:t>
            </a:r>
          </a:p>
          <a:p>
            <a:r>
              <a:t>      "refs": [</a:t>
            </a:r>
          </a:p>
          <a:p>
            <a:r>
              <a:t>        {</a:t>
            </a:r>
          </a:p>
          <a:p>
            <a:r>
              <a:t>          "source_id": "s001",</a:t>
            </a:r>
          </a:p>
          <a:p>
            <a:r>
              <a:t>          "quote": "記載例1\n記載例2\n記載例3"</a:t>
            </a:r>
          </a:p>
          <a:p>
            <a:r>
              <a:t>        }</a:t>
            </a:r>
          </a:p>
          <a:p>
            <a:r>
              <a:t>      ],</a:t>
            </a:r>
          </a:p>
          <a:p>
            <a:r>
              <a:t>      "mode": "verbatim"</a:t>
            </a:r>
          </a:p>
          <a:p>
            <a:r>
              <a:t>    },</a:t>
            </a:r>
          </a:p>
          <a:p>
            <a:r>
              <a:t>    {</a:t>
            </a:r>
          </a:p>
          <a:p>
            <a:r>
              <a:t>      "text": "調べた対象",</a:t>
            </a:r>
          </a:p>
          <a:p>
            <a:r>
              <a:t>      "refs": [</a:t>
            </a:r>
          </a:p>
          <a:p>
            <a:r>
              <a:t>        {</a:t>
            </a:r>
          </a:p>
          <a:p>
            <a:r>
              <a:t>          "source_id": "s001",</a:t>
            </a:r>
          </a:p>
          <a:p>
            <a:r>
              <a:t>          "quote": "調べた対象"</a:t>
            </a:r>
          </a:p>
          <a:p>
            <a:r>
              <a:t>        }</a:t>
            </a:r>
          </a:p>
          <a:p>
            <a:r>
              <a:t>      ],</a:t>
            </a:r>
          </a:p>
          <a:p>
            <a:r>
              <a:t>      "mode": "verbatim"</a:t>
            </a:r>
          </a:p>
          <a:p>
            <a:r>
              <a:t>    },</a:t>
            </a:r>
          </a:p>
          <a:p>
            <a:r>
              <a:t>    {</a:t>
            </a:r>
          </a:p>
          <a:p>
            <a:r>
              <a:t>      "text": "項目1社",</a:t>
            </a:r>
          </a:p>
          <a:p>
            <a:r>
              <a:t>      "refs": [</a:t>
            </a:r>
          </a:p>
          <a:p>
            <a:r>
              <a:t>        {</a:t>
            </a:r>
          </a:p>
          <a:p>
            <a:r>
              <a:t>          "source_id": "s001",</a:t>
            </a:r>
          </a:p>
          <a:p>
            <a:r>
              <a:t>          "quote": "項目1社"</a:t>
            </a:r>
          </a:p>
          <a:p>
            <a:r>
              <a:t>        }</a:t>
            </a:r>
          </a:p>
          <a:p>
            <a:r>
              <a:t>      ],</a:t>
            </a:r>
          </a:p>
          <a:p>
            <a:r>
              <a:t>      "mode": "verbatim"</a:t>
            </a:r>
          </a:p>
          <a:p>
            <a:r>
              <a:t>    },</a:t>
            </a:r>
          </a:p>
          <a:p>
            <a:r>
              <a:t>    {</a:t>
            </a:r>
          </a:p>
          <a:p>
            <a:r>
              <a:t>      "text": "記載例4",</a:t>
            </a:r>
          </a:p>
          <a:p>
            <a:r>
              <a:t>      "refs": [</a:t>
            </a:r>
          </a:p>
          <a:p>
            <a:r>
              <a:t>        {</a:t>
            </a:r>
          </a:p>
          <a:p>
            <a:r>
              <a:t>          "source_id": "s001",</a:t>
            </a:r>
          </a:p>
          <a:p>
            <a:r>
              <a:t>          "quote": "記載例4"</a:t>
            </a:r>
          </a:p>
          <a:p>
            <a:r>
              <a:t>        }</a:t>
            </a:r>
          </a:p>
          <a:p>
            <a:r>
              <a:t>      ],</a:t>
            </a:r>
          </a:p>
          <a:p>
            <a:r>
              <a:t>      "mode": "verbatim"</a:t>
            </a:r>
          </a:p>
          <a:p>
            <a:r>
              <a:t>    },</a:t>
            </a:r>
          </a:p>
          <a:p>
            <a:r>
              <a:t>    {</a:t>
            </a:r>
          </a:p>
          <a:p>
            <a:r>
              <a:t>      "text": "項目2件",</a:t>
            </a:r>
          </a:p>
          <a:p>
            <a:r>
              <a:t>      "refs": [</a:t>
            </a:r>
          </a:p>
          <a:p>
            <a:r>
              <a:t>        {</a:t>
            </a:r>
          </a:p>
          <a:p>
            <a:r>
              <a:t>          "source_id": "s001",</a:t>
            </a:r>
          </a:p>
          <a:p>
            <a:r>
              <a:t>          "quote": "項目2件"</a:t>
            </a:r>
          </a:p>
          <a:p>
            <a:r>
              <a:t>        }</a:t>
            </a:r>
          </a:p>
          <a:p>
            <a:r>
              <a:t>      ],</a:t>
            </a:r>
          </a:p>
          <a:p>
            <a:r>
              <a:t>      "mode": "verbatim"</a:t>
            </a:r>
          </a:p>
          <a:p>
            <a:r>
              <a:t>    },</a:t>
            </a:r>
          </a:p>
          <a:p>
            <a:r>
              <a:t>    {</a:t>
            </a:r>
          </a:p>
          <a:p>
            <a:r>
              <a:t>      "text": "記載例5",</a:t>
            </a:r>
          </a:p>
          <a:p>
            <a:r>
              <a:t>      "refs": [</a:t>
            </a:r>
          </a:p>
          <a:p>
            <a:r>
              <a:t>        {</a:t>
            </a:r>
          </a:p>
          <a:p>
            <a:r>
              <a:t>          "source_id": "s001",</a:t>
            </a:r>
          </a:p>
          <a:p>
            <a:r>
              <a:t>          "quote": "記載例5"</a:t>
            </a:r>
          </a:p>
          <a:p>
            <a:r>
              <a:t>        }</a:t>
            </a:r>
          </a:p>
          <a:p>
            <a:r>
              <a:t>      ],</a:t>
            </a:r>
          </a:p>
          <a:p>
            <a:r>
              <a:t>      "mode": "verbatim"</a:t>
            </a:r>
          </a:p>
          <a:p>
            <a:r>
              <a:t>    },</a:t>
            </a:r>
          </a:p>
          <a:p>
            <a:r>
              <a:t>    {</a:t>
            </a:r>
          </a:p>
          <a:p>
            <a:r>
              <a:t>      "text": "Nか月",</a:t>
            </a:r>
          </a:p>
          <a:p>
            <a:r>
              <a:t>      "refs": [</a:t>
            </a:r>
          </a:p>
          <a:p>
            <a:r>
              <a:t>        {</a:t>
            </a:r>
          </a:p>
          <a:p>
            <a:r>
              <a:t>          "source_id": "s001",</a:t>
            </a:r>
          </a:p>
          <a:p>
            <a:r>
              <a:t>          "quote": "Nか月"</a:t>
            </a:r>
          </a:p>
          <a:p>
            <a:r>
              <a:t>        }</a:t>
            </a:r>
          </a:p>
          <a:p>
            <a:r>
              <a:t>      ],</a:t>
            </a:r>
          </a:p>
          <a:p>
            <a:r>
              <a:t>      "mode": "verbatim"</a:t>
            </a:r>
          </a:p>
          <a:p>
            <a:r>
              <a:t>    },</a:t>
            </a:r>
          </a:p>
          <a:p>
            <a:r>
              <a:t>    {</a:t>
            </a:r>
          </a:p>
          <a:p>
            <a:r>
              <a:t>      "text": "記載例6",</a:t>
            </a:r>
          </a:p>
          <a:p>
            <a:r>
              <a:t>      "refs": [</a:t>
            </a:r>
          </a:p>
          <a:p>
            <a:r>
              <a:t>        {</a:t>
            </a:r>
          </a:p>
          <a:p>
            <a:r>
              <a:t>          "source_id": "s001",</a:t>
            </a:r>
          </a:p>
          <a:p>
            <a:r>
              <a:t>          "quote": "記載例6"</a:t>
            </a:r>
          </a:p>
          <a:p>
            <a:r>
              <a:t>        }</a:t>
            </a:r>
          </a:p>
          <a:p>
            <a:r>
              <a:t>      ],</a:t>
            </a:r>
          </a:p>
          <a:p>
            <a:r>
              <a:t>      "mode": "verbatim"</a:t>
            </a:r>
          </a:p>
          <a:p>
            <a:r>
              <a:t>    }</a:t>
            </a:r>
          </a:p>
          <a:p>
            <a:r>
              <a:t>  ],</a:t>
            </a:r>
          </a:p>
          <a:p>
            <a:r>
              <a:t>  "citations": {</a:t>
            </a:r>
          </a:p>
          <a:p>
            <a:r>
              <a:t>    "s001": "Public MIT sample: templates/freeform_parts_16x9.html section 25"</a:t>
            </a:r>
          </a:p>
          <a:p>
            <a:r>
              <a:t>  },</a:t>
            </a:r>
          </a:p>
          <a:p>
            <a:r>
              <a:t>  "template_license": "MIT License\n\nCopyright (c) 2026 Carnot AI Inc.\n\nPermission is hereby granted, free of charge, to any person obtaining a copy\nof this software and associated documentation files (the \"Software\"), to deal\nin the Software without restriction, including without limitation the rights\nto use, copy, modify, merge, publish, distribute, sublicense, and/or sell\ncopies of the Software, and to permit persons to whom the Software is\nfurnished to do so, subject to the following conditions:\n\nThe above copyright notice and this permission notice shall be included in all\ncopies or substantial portions of the Software.\n\nTHE SOFTWARE IS PROVIDED \"AS IS\", WITHOUT WARRANTY OF ANY KIND, EXPRESS OR\nIMPLIED, INCLUDING BUT NOT LIMITED TO THE WARRANTIES OF MERCHANTABILITY,\nFITNESS FOR A PARTICULAR PURPOSE AND NONINFRINGEMENT. IN NO EVENT SHALL THE\nAUTHORS OR COPYRIGHT HOLDERS BE LIABLE FOR ANY CLAIM, DAMAGES OR OTHER\nLIABILITY, WHETHER IN AN ACTION OF CONTRACT, TORT OR OTHERWISE, ARISING FROM,\nOUT OF OR IN CONNECTION WITH THE SOFTWARE OR THE USE OR OTHER DEALINGS IN THE\nSOFTWARE.\n",</a:t>
            </a:r>
          </a:p>
          <a:p>
            <a:r>
              <a:t>  "template_upstream_commit": "e5dd04dc6f1acf010046d2fc7319bcf5242a849a",</a:t>
            </a:r>
          </a:p>
          <a:p>
            <a:r>
              <a:t>  "template_sha256": "c0041bc34d7ae7f107344511784142cf4fd4e2ede666aa695ce65aeff58b55a9"</a:t>
            </a:r>
          </a:p>
          <a:p>
            <a:r>
              <a: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meta:header"/>
          <p:cNvSpPr/>
          <p:nvPr/>
        </p:nvSpPr>
        <p:spPr>
          <a:xfrm>
            <a:off x="576072" y="320040"/>
            <a:ext cx="6400800" cy="274320"/>
          </a:xfrm>
          <a:prstGeom prst="rect">
            <a:avLst/>
          </a:prstGeom>
          <a:noFill/>
          <a:ln/>
        </p:spPr>
        <p:txBody>
          <a:bodyPr wrap="square" lIns="0" tIns="0" rIns="0" bIns="0" rtlCol="0" anchor="b">
            <a:noAutofit/>
          </a:bodyPr>
          <a:lstStyle/>
          <a:p>
            <a:pPr indent="0" marL="0">
              <a:buNone/>
            </a:pPr>
            <a:r>
              <a:rPr lang="en-US" sz="1400" dirty="0">
                <a:solidFill>
                  <a:srgbClr val="322014"/>
                </a:solidFill>
                <a:latin typeface="Yu Mincho Demibold" pitchFamily="34" charset="0"/>
                <a:ea typeface="Yu Mincho Demibold" pitchFamily="34" charset="-122"/>
                <a:cs typeface="Yu Mincho Demibold" pitchFamily="34" charset="-120"/>
              </a:rPr>
              <a:t>公開レイアウト見本</a:t>
            </a:r>
            <a:endParaRPr lang="en-US" sz="1400" dirty="0"/>
          </a:p>
        </p:txBody>
      </p:sp>
      <p:sp>
        <p:nvSpPr>
          <p:cNvPr id="3" name="meta:layout"/>
          <p:cNvSpPr/>
          <p:nvPr/>
        </p:nvSpPr>
        <p:spPr>
          <a:xfrm>
            <a:off x="7043623" y="411480"/>
            <a:ext cx="4572000" cy="182880"/>
          </a:xfrm>
          <a:prstGeom prst="rect">
            <a:avLst/>
          </a:prstGeom>
          <a:noFill/>
          <a:ln/>
        </p:spPr>
        <p:txBody>
          <a:bodyPr wrap="square" lIns="0" tIns="0" rIns="0" bIns="0" rtlCol="0" anchor="ctr">
            <a:noAutofit/>
          </a:bodyPr>
          <a:lstStyle/>
          <a:p>
            <a:pPr algn="r" indent="0" marL="0">
              <a:buNone/>
            </a:pPr>
            <a:r>
              <a:rPr lang="en-US" sz="800" dirty="0">
                <a:solidFill>
                  <a:srgbClr val="8A7B6B"/>
                </a:solidFill>
                <a:latin typeface="Yu Gothic" pitchFamily="34" charset="0"/>
                <a:ea typeface="Yu Gothic" pitchFamily="34" charset="-122"/>
                <a:cs typeface="Yu Gothic" pitchFamily="34" charset="-120"/>
              </a:rPr>
              <a:t>b25</a:t>
            </a:r>
            <a:endParaRPr lang="en-US" sz="800" dirty="0"/>
          </a:p>
        </p:txBody>
      </p:sp>
      <p:sp>
        <p:nvSpPr>
          <p:cNvPr id="4" name="shape:004"/>
          <p:cNvSpPr/>
          <p:nvPr/>
        </p:nvSpPr>
        <p:spPr>
          <a:xfrm>
            <a:off x="576072" y="784555"/>
            <a:ext cx="11039551" cy="0"/>
          </a:xfrm>
          <a:prstGeom prst="line">
            <a:avLst/>
          </a:prstGeom>
          <a:noFill/>
          <a:ln w="13970">
            <a:solidFill>
              <a:srgbClr val="322014"/>
            </a:solidFill>
            <a:prstDash val="solid"/>
          </a:ln>
        </p:spPr>
        <p:txBody>
          <a:bodyPr>
            <a:noAutofit/>
          </a:bodyPr>
          <a:p/>
        </p:txBody>
      </p:sp>
      <p:sp>
        <p:nvSpPr>
          <p:cNvPr id="5" name="slot:title"/>
          <p:cNvSpPr/>
          <p:nvPr/>
        </p:nvSpPr>
        <p:spPr>
          <a:xfrm>
            <a:off x="576072" y="914400"/>
            <a:ext cx="11039551" cy="502920"/>
          </a:xfrm>
          <a:prstGeom prst="rect">
            <a:avLst/>
          </a:prstGeom>
          <a:noFill/>
          <a:ln/>
        </p:spPr>
        <p:txBody>
          <a:bodyPr wrap="square" lIns="0" tIns="0" rIns="0" bIns="0" rtlCol="0" anchor="t">
            <a:noAutofit/>
          </a:bodyPr>
          <a:lstStyle/>
          <a:p>
            <a:pPr indent="0" marL="0">
              <a:buNone/>
            </a:pPr>
            <a:r>
              <a:rPr lang="en-US" sz="2200" dirty="0">
                <a:solidFill>
                  <a:srgbClr val="322014"/>
                </a:solidFill>
                <a:latin typeface="Yu Mincho Demibold" pitchFamily="34" charset="0"/>
                <a:ea typeface="Yu Mincho Demibold" pitchFamily="34" charset="-122"/>
                <a:cs typeface="Yu Mincho Demibold" pitchFamily="34" charset="-120"/>
              </a:rPr>
              <a:t>調査の土台</a:t>
            </a:r>
            <a:endParaRPr lang="en-US" sz="2200" dirty="0"/>
          </a:p>
        </p:txBody>
      </p:sp>
      <p:sp>
        <p:nvSpPr>
          <p:cNvPr id="6" name="shape:006"/>
          <p:cNvSpPr/>
          <p:nvPr/>
        </p:nvSpPr>
        <p:spPr>
          <a:xfrm>
            <a:off x="576072" y="6245352"/>
            <a:ext cx="8961120" cy="182880"/>
          </a:xfrm>
          <a:prstGeom prst="rect">
            <a:avLst/>
          </a:prstGeom>
          <a:noFill/>
          <a:ln/>
        </p:spPr>
        <p:txBody>
          <a:bodyPr wrap="square" lIns="0" tIns="0" rIns="0" bIns="0" rtlCol="0" anchor="ctr">
            <a:noAutofit/>
          </a:bodyPr>
          <a:lstStyle/>
          <a:p>
            <a:pPr indent="0" marL="0">
              <a:buNone/>
            </a:pPr>
            <a:r>
              <a:rPr lang="en-US" sz="750" dirty="0">
                <a:solidFill>
                  <a:srgbClr val="8A7B6B"/>
                </a:solidFill>
                <a:latin typeface="Yu Gothic" pitchFamily="34" charset="0"/>
                <a:ea typeface="Yu Gothic" pitchFamily="34" charset="-122"/>
                <a:cs typeface="Yu Gothic" pitchFamily="34" charset="-120"/>
              </a:rPr>
              <a:t>出典：公開見本（調査期間 2026年M月〜M月）</a:t>
            </a:r>
            <a:endParaRPr lang="en-US" sz="750" dirty="0"/>
          </a:p>
        </p:txBody>
      </p:sp>
      <p:sp>
        <p:nvSpPr>
          <p:cNvPr id="7" name="shape:007"/>
          <p:cNvSpPr/>
          <p:nvPr/>
        </p:nvSpPr>
        <p:spPr>
          <a:xfrm>
            <a:off x="576072" y="6483096"/>
            <a:ext cx="11039551" cy="0"/>
          </a:xfrm>
          <a:prstGeom prst="line">
            <a:avLst/>
          </a:prstGeom>
          <a:noFill/>
          <a:ln w="8890">
            <a:solidFill>
              <a:srgbClr val="E2DCD2"/>
            </a:solidFill>
            <a:prstDash val="solid"/>
          </a:ln>
        </p:spPr>
        <p:txBody>
          <a:bodyPr>
            <a:noAutofit/>
          </a:bodyPr>
          <a:p/>
        </p:txBody>
      </p:sp>
      <p:sp>
        <p:nvSpPr>
          <p:cNvPr id="8" name="meta:footer"/>
          <p:cNvSpPr/>
          <p:nvPr/>
        </p:nvSpPr>
        <p:spPr>
          <a:xfrm>
            <a:off x="576072" y="6565392"/>
            <a:ext cx="5486400" cy="182880"/>
          </a:xfrm>
          <a:prstGeom prst="rect">
            <a:avLst/>
          </a:prstGeom>
          <a:noFill/>
          <a:ln/>
        </p:spPr>
        <p:txBody>
          <a:bodyPr wrap="square" lIns="0" tIns="0" rIns="0" bIns="0" rtlCol="0" anchor="ctr">
            <a:noAutofit/>
          </a:bodyPr>
          <a:lstStyle/>
          <a:p>
            <a:pPr indent="0" marL="0">
              <a:buNone/>
            </a:pPr>
            <a:r>
              <a:rPr lang="en-US" sz="850" b="1" dirty="0">
                <a:solidFill>
                  <a:srgbClr val="322014"/>
                </a:solidFill>
                <a:latin typeface="Yu Gothic" pitchFamily="34" charset="0"/>
                <a:ea typeface="Yu Gothic" pitchFamily="34" charset="-122"/>
                <a:cs typeface="Yu Gothic" pitchFamily="34" charset="-120"/>
              </a:rPr>
              <a:t>slide-layout-agent</a:t>
            </a:r>
            <a:endParaRPr lang="en-US" sz="850" dirty="0"/>
          </a:p>
        </p:txBody>
      </p:sp>
      <p:sp>
        <p:nvSpPr>
          <p:cNvPr id="9" name="meta:page"/>
          <p:cNvSpPr/>
          <p:nvPr/>
        </p:nvSpPr>
        <p:spPr>
          <a:xfrm>
            <a:off x="11249863" y="6565392"/>
            <a:ext cx="365760" cy="182880"/>
          </a:xfrm>
          <a:prstGeom prst="rect">
            <a:avLst/>
          </a:prstGeom>
          <a:noFill/>
          <a:ln/>
        </p:spPr>
        <p:txBody>
          <a:bodyPr wrap="square" lIns="0" tIns="0" rIns="0" bIns="0" rtlCol="0" anchor="ctr">
            <a:noAutofit/>
          </a:bodyPr>
          <a:lstStyle/>
          <a:p>
            <a:pPr algn="r" indent="0" marL="0">
              <a:buNone/>
            </a:pPr>
            <a:r>
              <a:rPr lang="en-US" sz="750" dirty="0">
                <a:solidFill>
                  <a:srgbClr val="8A7B6B"/>
                </a:solidFill>
                <a:latin typeface="Yu Gothic" pitchFamily="34" charset="0"/>
                <a:ea typeface="Yu Gothic" pitchFamily="34" charset="-122"/>
                <a:cs typeface="Yu Gothic" pitchFamily="34" charset="-120"/>
              </a:rPr>
              <a:t>1</a:t>
            </a:r>
            <a:endParaRPr lang="en-US" sz="750" dirty="0"/>
          </a:p>
        </p:txBody>
      </p:sp>
      <p:sp>
        <p:nvSpPr>
          <p:cNvPr id="10" name="shape:010"/>
          <p:cNvSpPr/>
          <p:nvPr/>
        </p:nvSpPr>
        <p:spPr>
          <a:xfrm>
            <a:off x="576072" y="1572768"/>
            <a:ext cx="4421937" cy="274320"/>
          </a:xfrm>
          <a:prstGeom prst="rect">
            <a:avLst/>
          </a:prstGeom>
          <a:noFill/>
          <a:ln/>
        </p:spPr>
        <p:txBody>
          <a:bodyPr wrap="square" lIns="0" tIns="0" rIns="0" bIns="0" rtlCol="0" anchor="b">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調べ方</a:t>
            </a:r>
            <a:endParaRPr lang="en-US" sz="1150" dirty="0"/>
          </a:p>
        </p:txBody>
      </p:sp>
      <p:sp>
        <p:nvSpPr>
          <p:cNvPr id="11" name="shape:011"/>
          <p:cNvSpPr/>
          <p:nvPr/>
        </p:nvSpPr>
        <p:spPr>
          <a:xfrm>
            <a:off x="576072" y="1883664"/>
            <a:ext cx="4421937" cy="0"/>
          </a:xfrm>
          <a:prstGeom prst="line">
            <a:avLst/>
          </a:prstGeom>
          <a:noFill/>
          <a:ln w="17780">
            <a:solidFill>
              <a:srgbClr val="322014"/>
            </a:solidFill>
            <a:prstDash val="solid"/>
          </a:ln>
        </p:spPr>
        <p:txBody>
          <a:bodyPr>
            <a:noAutofit/>
          </a:bodyPr>
          <a:p/>
        </p:txBody>
      </p:sp>
      <p:sp>
        <p:nvSpPr>
          <p:cNvPr id="12" name="shape:012"/>
          <p:cNvSpPr/>
          <p:nvPr/>
        </p:nvSpPr>
        <p:spPr>
          <a:xfrm>
            <a:off x="576072" y="2011680"/>
            <a:ext cx="4421937" cy="4160520"/>
          </a:xfrm>
          <a:prstGeom prst="rect">
            <a:avLst/>
          </a:prstGeom>
          <a:noFill/>
          <a:ln/>
        </p:spPr>
        <p:txBody>
          <a:bodyPr wrap="square" lIns="0" tIns="0" rIns="0" bIns="0" rtlCol="0" anchor="t">
            <a:noAutofit/>
          </a:bodyPr>
          <a:lstStyle/>
          <a:p>
            <a:pPr marL="152400" indent="-152400">
              <a:spcAft>
                <a:spcPts val="800"/>
              </a:spcAft>
              <a:buSzPct val="100000"/>
              <a:buChar char="•"/>
            </a:pPr>
            <a:r>
              <a:rPr lang="en-US" sz="1000" dirty="0">
                <a:solidFill>
                  <a:srgbClr val="322014"/>
                </a:solidFill>
                <a:latin typeface="Yu Gothic" pitchFamily="34" charset="0"/>
                <a:ea typeface="Yu Gothic" pitchFamily="34" charset="-122"/>
                <a:cs typeface="Yu Gothic" pitchFamily="34" charset="-120"/>
              </a:rPr>
              <a:t>記載例1</a:t>
            </a:r>
            <a:endParaRPr lang="en-US" sz="1000" dirty="0"/>
          </a:p>
          <a:p>
            <a:pPr marL="152400" indent="-152400">
              <a:spcAft>
                <a:spcPts val="800"/>
              </a:spcAft>
              <a:buSzPct val="100000"/>
              <a:buChar char="•"/>
            </a:pPr>
            <a:r>
              <a:rPr lang="en-US" sz="1000" dirty="0">
                <a:solidFill>
                  <a:srgbClr val="322014"/>
                </a:solidFill>
                <a:latin typeface="Yu Gothic" pitchFamily="34" charset="0"/>
                <a:ea typeface="Yu Gothic" pitchFamily="34" charset="-122"/>
                <a:cs typeface="Yu Gothic" pitchFamily="34" charset="-120"/>
              </a:rPr>
              <a:t>記載例2</a:t>
            </a:r>
            <a:endParaRPr lang="en-US" sz="1000" dirty="0"/>
          </a:p>
          <a:p>
            <a:pPr marL="152400" indent="-152400">
              <a:spcAft>
                <a:spcPts val="800"/>
              </a:spcAft>
              <a:buSzPct val="100000"/>
              <a:buChar char="•"/>
            </a:pPr>
            <a:r>
              <a:rPr lang="en-US" sz="1000" dirty="0">
                <a:solidFill>
                  <a:srgbClr val="322014"/>
                </a:solidFill>
                <a:latin typeface="Yu Gothic" pitchFamily="34" charset="0"/>
                <a:ea typeface="Yu Gothic" pitchFamily="34" charset="-122"/>
                <a:cs typeface="Yu Gothic" pitchFamily="34" charset="-120"/>
              </a:rPr>
              <a:t>記載例3</a:t>
            </a:r>
            <a:endParaRPr lang="en-US" sz="1000" dirty="0"/>
          </a:p>
        </p:txBody>
      </p:sp>
      <p:sp>
        <p:nvSpPr>
          <p:cNvPr id="13" name="shape:013"/>
          <p:cNvSpPr/>
          <p:nvPr/>
        </p:nvSpPr>
        <p:spPr>
          <a:xfrm rot="5400000">
            <a:off x="5142009" y="3764484"/>
            <a:ext cx="360000" cy="216000"/>
          </a:xfrm>
          <a:prstGeom prst="triangle">
            <a:avLst/>
          </a:prstGeom>
          <a:solidFill>
            <a:srgbClr val="C5A681"/>
          </a:solidFill>
          <a:ln/>
        </p:spPr>
        <p:txBody>
          <a:bodyPr>
            <a:noAutofit/>
          </a:bodyPr>
          <a:p/>
        </p:txBody>
      </p:sp>
      <p:sp>
        <p:nvSpPr>
          <p:cNvPr id="14" name="shape:014"/>
          <p:cNvSpPr/>
          <p:nvPr/>
        </p:nvSpPr>
        <p:spPr>
          <a:xfrm>
            <a:off x="5646009" y="1572768"/>
            <a:ext cx="5969615" cy="274320"/>
          </a:xfrm>
          <a:prstGeom prst="rect">
            <a:avLst/>
          </a:prstGeom>
          <a:noFill/>
          <a:ln/>
        </p:spPr>
        <p:txBody>
          <a:bodyPr wrap="square" lIns="0" tIns="0" rIns="0" bIns="0" rtlCol="0" anchor="b">
            <a:noAutofit/>
          </a:bodyPr>
          <a:lstStyle/>
          <a:p>
            <a:pPr algn="l" indent="0" marL="0">
              <a:buNone/>
            </a:pPr>
            <a:r>
              <a:rPr lang="en-US" sz="1150" b="1" dirty="0">
                <a:solidFill>
                  <a:srgbClr val="5A3921"/>
                </a:solidFill>
                <a:latin typeface="Yu Mincho Demibold" pitchFamily="34" charset="0"/>
                <a:ea typeface="Yu Mincho Demibold" pitchFamily="34" charset="-122"/>
                <a:cs typeface="Yu Mincho Demibold" pitchFamily="34" charset="-120"/>
              </a:rPr>
              <a:t>調べた対象</a:t>
            </a:r>
            <a:endParaRPr lang="en-US" sz="1150" dirty="0"/>
          </a:p>
        </p:txBody>
      </p:sp>
      <p:sp>
        <p:nvSpPr>
          <p:cNvPr id="15" name="shape:015"/>
          <p:cNvSpPr/>
          <p:nvPr/>
        </p:nvSpPr>
        <p:spPr>
          <a:xfrm>
            <a:off x="5646009" y="1883664"/>
            <a:ext cx="5969615" cy="0"/>
          </a:xfrm>
          <a:prstGeom prst="line">
            <a:avLst/>
          </a:prstGeom>
          <a:noFill/>
          <a:ln w="17780">
            <a:solidFill>
              <a:srgbClr val="322014"/>
            </a:solidFill>
            <a:prstDash val="solid"/>
          </a:ln>
        </p:spPr>
        <p:txBody>
          <a:bodyPr>
            <a:noAutofit/>
          </a:bodyPr>
          <a:p/>
        </p:txBody>
      </p:sp>
      <p:sp>
        <p:nvSpPr>
          <p:cNvPr id="16" name="shape:016"/>
          <p:cNvSpPr/>
          <p:nvPr/>
        </p:nvSpPr>
        <p:spPr>
          <a:xfrm>
            <a:off x="5736009" y="2011680"/>
            <a:ext cx="1440000" cy="1386840"/>
          </a:xfrm>
          <a:prstGeom prst="rect">
            <a:avLst/>
          </a:prstGeom>
          <a:noFill/>
          <a:ln/>
        </p:spPr>
        <p:txBody>
          <a:bodyPr wrap="square" lIns="0" tIns="0" rIns="0" bIns="0" rtlCol="0" anchor="ctr">
            <a:noAutofit/>
          </a:bodyPr>
          <a:lstStyle/>
          <a:p>
            <a:pPr indent="0" marL="0">
              <a:buNone/>
            </a:pPr>
            <a:r>
              <a:rPr lang="en-US" sz="1700" b="1" dirty="0">
                <a:solidFill>
                  <a:srgbClr val="322014"/>
                </a:solidFill>
                <a:latin typeface="Yu Gothic" pitchFamily="34" charset="0"/>
                <a:ea typeface="Yu Gothic" pitchFamily="34" charset="-122"/>
                <a:cs typeface="Yu Gothic" pitchFamily="34" charset="-120"/>
              </a:rPr>
              <a:t>項目1社</a:t>
            </a:r>
            <a:endParaRPr lang="en-US" sz="1700" dirty="0"/>
          </a:p>
        </p:txBody>
      </p:sp>
      <p:sp>
        <p:nvSpPr>
          <p:cNvPr id="17" name="shape:017"/>
          <p:cNvSpPr/>
          <p:nvPr/>
        </p:nvSpPr>
        <p:spPr>
          <a:xfrm>
            <a:off x="7266009" y="2011680"/>
            <a:ext cx="4259615" cy="1386840"/>
          </a:xfrm>
          <a:prstGeom prst="rect">
            <a:avLst/>
          </a:prstGeom>
          <a:noFill/>
          <a:ln/>
        </p:spPr>
        <p:txBody>
          <a:bodyPr wrap="square" lIns="0" tIns="0" rIns="0" bIns="0" rtlCol="0" anchor="ctr">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記載例4</a:t>
            </a:r>
            <a:endParaRPr lang="en-US" sz="1000" dirty="0"/>
          </a:p>
        </p:txBody>
      </p:sp>
      <p:sp>
        <p:nvSpPr>
          <p:cNvPr id="18" name="shape:018"/>
          <p:cNvSpPr/>
          <p:nvPr/>
        </p:nvSpPr>
        <p:spPr>
          <a:xfrm>
            <a:off x="5646009" y="3398520"/>
            <a:ext cx="5969615" cy="0"/>
          </a:xfrm>
          <a:prstGeom prst="line">
            <a:avLst/>
          </a:prstGeom>
          <a:noFill/>
          <a:ln w="9525">
            <a:solidFill>
              <a:srgbClr val="E2DCD2"/>
            </a:solidFill>
            <a:prstDash val="solid"/>
          </a:ln>
        </p:spPr>
        <p:txBody>
          <a:bodyPr>
            <a:noAutofit/>
          </a:bodyPr>
          <a:p/>
        </p:txBody>
      </p:sp>
      <p:sp>
        <p:nvSpPr>
          <p:cNvPr id="19" name="shape:019"/>
          <p:cNvSpPr/>
          <p:nvPr/>
        </p:nvSpPr>
        <p:spPr>
          <a:xfrm>
            <a:off x="5736009" y="3398520"/>
            <a:ext cx="1440000" cy="1386840"/>
          </a:xfrm>
          <a:prstGeom prst="rect">
            <a:avLst/>
          </a:prstGeom>
          <a:noFill/>
          <a:ln/>
        </p:spPr>
        <p:txBody>
          <a:bodyPr wrap="square" lIns="0" tIns="0" rIns="0" bIns="0" rtlCol="0" anchor="ctr">
            <a:noAutofit/>
          </a:bodyPr>
          <a:lstStyle/>
          <a:p>
            <a:pPr indent="0" marL="0">
              <a:buNone/>
            </a:pPr>
            <a:r>
              <a:rPr lang="en-US" sz="1700" b="1" dirty="0">
                <a:solidFill>
                  <a:srgbClr val="322014"/>
                </a:solidFill>
                <a:latin typeface="Yu Gothic" pitchFamily="34" charset="0"/>
                <a:ea typeface="Yu Gothic" pitchFamily="34" charset="-122"/>
                <a:cs typeface="Yu Gothic" pitchFamily="34" charset="-120"/>
              </a:rPr>
              <a:t>項目2件</a:t>
            </a:r>
            <a:endParaRPr lang="en-US" sz="1700" dirty="0"/>
          </a:p>
        </p:txBody>
      </p:sp>
      <p:sp>
        <p:nvSpPr>
          <p:cNvPr id="20" name="shape:020"/>
          <p:cNvSpPr/>
          <p:nvPr/>
        </p:nvSpPr>
        <p:spPr>
          <a:xfrm>
            <a:off x="7266009" y="3398520"/>
            <a:ext cx="4259615" cy="1386840"/>
          </a:xfrm>
          <a:prstGeom prst="rect">
            <a:avLst/>
          </a:prstGeom>
          <a:noFill/>
          <a:ln/>
        </p:spPr>
        <p:txBody>
          <a:bodyPr wrap="square" lIns="0" tIns="0" rIns="0" bIns="0" rtlCol="0" anchor="ctr">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記載例5</a:t>
            </a:r>
            <a:endParaRPr lang="en-US" sz="1000" dirty="0"/>
          </a:p>
        </p:txBody>
      </p:sp>
      <p:sp>
        <p:nvSpPr>
          <p:cNvPr id="21" name="shape:021"/>
          <p:cNvSpPr/>
          <p:nvPr/>
        </p:nvSpPr>
        <p:spPr>
          <a:xfrm>
            <a:off x="5646009" y="4785360"/>
            <a:ext cx="5969615" cy="0"/>
          </a:xfrm>
          <a:prstGeom prst="line">
            <a:avLst/>
          </a:prstGeom>
          <a:noFill/>
          <a:ln w="9525">
            <a:solidFill>
              <a:srgbClr val="E2DCD2"/>
            </a:solidFill>
            <a:prstDash val="solid"/>
          </a:ln>
        </p:spPr>
        <p:txBody>
          <a:bodyPr>
            <a:noAutofit/>
          </a:bodyPr>
          <a:p/>
        </p:txBody>
      </p:sp>
      <p:sp>
        <p:nvSpPr>
          <p:cNvPr id="22" name="shape:022"/>
          <p:cNvSpPr/>
          <p:nvPr/>
        </p:nvSpPr>
        <p:spPr>
          <a:xfrm>
            <a:off x="5736009" y="4785360"/>
            <a:ext cx="1440000" cy="1386840"/>
          </a:xfrm>
          <a:prstGeom prst="rect">
            <a:avLst/>
          </a:prstGeom>
          <a:noFill/>
          <a:ln/>
        </p:spPr>
        <p:txBody>
          <a:bodyPr wrap="square" lIns="0" tIns="0" rIns="0" bIns="0" rtlCol="0" anchor="ctr">
            <a:noAutofit/>
          </a:bodyPr>
          <a:lstStyle/>
          <a:p>
            <a:pPr indent="0" marL="0">
              <a:buNone/>
            </a:pPr>
            <a:r>
              <a:rPr lang="en-US" sz="1700" b="1" dirty="0">
                <a:solidFill>
                  <a:srgbClr val="322014"/>
                </a:solidFill>
                <a:latin typeface="Yu Gothic" pitchFamily="34" charset="0"/>
                <a:ea typeface="Yu Gothic" pitchFamily="34" charset="-122"/>
                <a:cs typeface="Yu Gothic" pitchFamily="34" charset="-120"/>
              </a:rPr>
              <a:t>Nか月</a:t>
            </a:r>
            <a:endParaRPr lang="en-US" sz="1700" dirty="0"/>
          </a:p>
        </p:txBody>
      </p:sp>
      <p:sp>
        <p:nvSpPr>
          <p:cNvPr id="23" name="shape:023"/>
          <p:cNvSpPr/>
          <p:nvPr/>
        </p:nvSpPr>
        <p:spPr>
          <a:xfrm>
            <a:off x="7266009" y="4785360"/>
            <a:ext cx="4259615" cy="1386840"/>
          </a:xfrm>
          <a:prstGeom prst="rect">
            <a:avLst/>
          </a:prstGeom>
          <a:noFill/>
          <a:ln/>
        </p:spPr>
        <p:txBody>
          <a:bodyPr wrap="square" lIns="0" tIns="0" rIns="0" bIns="0" rtlCol="0" anchor="ctr">
            <a:noAutofit/>
          </a:bodyPr>
          <a:lstStyle/>
          <a:p>
            <a:pPr algn="l" indent="0" marL="0">
              <a:buNone/>
            </a:pPr>
            <a:r>
              <a:rPr lang="en-US" sz="1000" dirty="0">
                <a:solidFill>
                  <a:srgbClr val="322014"/>
                </a:solidFill>
                <a:latin typeface="Yu Gothic" pitchFamily="34" charset="0"/>
                <a:ea typeface="Yu Gothic" pitchFamily="34" charset="-122"/>
                <a:cs typeface="Yu Gothic" pitchFamily="34" charset="-120"/>
              </a:rPr>
              <a:t>記載例6</a:t>
            </a:r>
            <a:endParaRPr lang="en-US" sz="1000" dirty="0"/>
          </a:p>
        </p:txBody>
      </p:sp>
      <p:sp>
        <p:nvSpPr>
          <p:cNvPr id="24" name="meta:format"/>
          <p:cNvSpPr txBox="1"/>
          <p:nvPr/>
        </p:nvSpPr>
        <p:spPr>
          <a:xfrm>
            <a:off x="10015423" y="6565392"/>
            <a:ext cx="1188720" cy="182880"/>
          </a:xfrm>
          <a:prstGeom prst="rect">
            <a:avLst/>
          </a:prstGeom>
          <a:noFill/>
        </p:spPr>
        <p:txBody>
          <a:bodyPr wrap="none" lIns="0" rIns="0" tIns="0" bIns="0">
            <a:noAutofit/>
          </a:bodyPr>
          <a:lstStyle/>
          <a:p>
            <a:pPr algn="r"/>
            <a:r>
              <a:rPr sz="750" b="0">
                <a:solidFill>
                  <a:srgbClr val="8A7B6B"/>
                </a:solidFill>
                <a:latin typeface="Yu Gothic"/>
              </a:rPr>
              <a:t>native editable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公開レイアウト見本</dc:title>
  <dc:subject>Source-traceable editable slides</dc:subject>
  <dc:creator>slide-layout-agent</dc:creator>
  <cp:keywords/>
  <dc:description>Source references and any third-party template license are recorded in slide notes.</dc:description>
  <cp:lastModifiedBy>slide-layout-agent</cp:lastModifiedBy>
  <cp:revision>1</cp:revision>
  <dcterms:created xsi:type="dcterms:W3CDTF">2013-01-27T09:14:16Z</dcterms:created>
  <dcterms:modified xsi:type="dcterms:W3CDTF">2013-01-27T09:15:58Z</dcterms:modified>
  <cp:category/>
</cp:coreProperties>
</file>