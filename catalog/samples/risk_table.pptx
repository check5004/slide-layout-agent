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"risk_table",</a:t>
            </a:r>
          </a:p>
          <a:p>
            <a:r>
              <a:t>  "variant": "warm",</a:t>
            </a:r>
          </a:p>
          <a:p>
            <a:r>
              <a:t>  "rationale": "Public template fixture; short fictional slot content; no private data.",</a:t>
            </a:r>
          </a:p>
          <a:p>
            <a:r>
              <a:t>  "source_sha256": "7f942cc3d84cfa3241c180e3f67a8114c981037f57263c5aa14fbee6775cdf7e",</a:t>
            </a:r>
          </a:p>
          <a:p>
            <a:r>
              <a:t>  "evidence": [</a:t>
            </a:r>
          </a:p>
          <a:p>
            <a:r>
              <a:t>    {</a:t>
            </a:r>
          </a:p>
          <a:p>
            <a:r>
              <a:t>      "text": "リスク一覧表",</a:t>
            </a:r>
          </a:p>
          <a:p>
            <a:r>
              <a:t>      "refs": [</a:t>
            </a:r>
          </a:p>
          <a:p>
            <a:r>
              <a:t>        {</a:t>
            </a:r>
          </a:p>
          <a:p>
            <a:r>
              <a:t>          "source_id": "s001",</a:t>
            </a:r>
          </a:p>
          <a:p>
            <a:r>
              <a:t>          "quote": "リスク一覧表"</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"リスク",</a:t>
            </a:r>
          </a:p>
          <a:p>
            <a:r>
              <a:t>      "refs": [</a:t>
            </a:r>
          </a:p>
          <a:p>
            <a:r>
              <a:t>        {</a:t>
            </a:r>
          </a:p>
          <a:p>
            <a:r>
              <a:t>          "source_id": "s001",</a:t>
            </a:r>
          </a:p>
          <a:p>
            <a:r>
              <a:t>          "quote": "リスク"</a:t>
            </a:r>
          </a:p>
          <a:p>
            <a:r>
              <a:t>        }</a:t>
            </a:r>
          </a:p>
          <a:p>
            <a:r>
              <a:t>      ],</a:t>
            </a:r>
          </a:p>
          <a:p>
            <a:r>
              <a:t>      "mode": "verbatim"</a:t>
            </a:r>
          </a:p>
          <a:p>
            <a:r>
              <a:t>    },</a:t>
            </a:r>
          </a:p>
          <a:p>
            <a:r>
              <a:t>    {</a:t>
            </a:r>
          </a:p>
          <a:p>
            <a:r>
              <a:t>      "text": "兆候",</a:t>
            </a:r>
          </a:p>
          <a:p>
            <a:r>
              <a:t>      "refs": [</a:t>
            </a:r>
          </a:p>
          <a:p>
            <a:r>
              <a:t>        {</a:t>
            </a:r>
          </a:p>
          <a:p>
            <a:r>
              <a:t>          "source_id": "s001",</a:t>
            </a:r>
          </a:p>
          <a:p>
            <a:r>
              <a:t>          "quote": "兆候"</a:t>
            </a:r>
          </a:p>
          <a:p>
            <a:r>
              <a:t>        }</a:t>
            </a:r>
          </a:p>
          <a:p>
            <a:r>
              <a:t>      ],</a:t>
            </a:r>
          </a:p>
          <a:p>
            <a:r>
              <a:t>      "mode": "verbatim"</a:t>
            </a:r>
          </a:p>
          <a:p>
            <a:r>
              <a:t>    },</a:t>
            </a:r>
          </a:p>
          <a:p>
            <a:r>
              <a:t>    {</a:t>
            </a:r>
          </a:p>
          <a:p>
            <a:r>
              <a:t>      "text": "対応策",</a:t>
            </a:r>
          </a:p>
          <a:p>
            <a:r>
              <a:t>      "refs": [</a:t>
            </a:r>
          </a:p>
          <a:p>
            <a:r>
              <a:t>        {</a:t>
            </a:r>
          </a:p>
          <a:p>
            <a:r>
              <a:t>          "source_id": "s001",</a:t>
            </a:r>
          </a:p>
          <a:p>
            <a:r>
              <a:t>          "quote": "対応策"</a:t>
            </a:r>
          </a:p>
          <a:p>
            <a:r>
              <a:t>        }</a:t>
            </a:r>
          </a:p>
          <a:p>
            <a:r>
              <a:t>      ],</a:t>
            </a:r>
          </a:p>
          <a:p>
            <a:r>
              <a:t>      "mode": "verbatim"</a:t>
            </a:r>
          </a:p>
          <a:p>
            <a:r>
              <a:t>    },</a:t>
            </a:r>
          </a:p>
          <a:p>
            <a:r>
              <a:t>    {</a:t>
            </a:r>
          </a:p>
          <a:p>
            <a:r>
              <a:t>      "text": "担当",</a:t>
            </a:r>
          </a:p>
          <a:p>
            <a:r>
              <a:t>      "refs": [</a:t>
            </a:r>
          </a:p>
          <a:p>
            <a:r>
              <a:t>        {</a:t>
            </a:r>
          </a:p>
          <a:p>
            <a:r>
              <a:t>          "source_id": "s001",</a:t>
            </a:r>
          </a:p>
          <a:p>
            <a:r>
              <a:t>          "quote": "担当"</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"記載例1がNを下回る\n記載例2のNがNか月続く",</a:t>
            </a:r>
          </a:p>
          <a:p>
            <a:r>
              <a:t>      "refs": [</a:t>
            </a:r>
          </a:p>
          <a:p>
            <a:r>
              <a:t>        {</a:t>
            </a:r>
          </a:p>
          <a:p>
            <a:r>
              <a:t>          "source_id": "s001",</a:t>
            </a:r>
          </a:p>
          <a:p>
            <a:r>
              <a:t>          "quote": "記載例1がNを下回る\n記載例2のNがNか月続く"</a:t>
            </a:r>
          </a:p>
          <a:p>
            <a:r>
              <a:t>        }</a:t>
            </a:r>
          </a:p>
          <a:p>
            <a:r>
              <a:t>      ],</a:t>
            </a:r>
          </a:p>
          <a:p>
            <a:r>
              <a:t>      "mode": "verbatim"</a:t>
            </a:r>
          </a:p>
          <a:p>
            <a:r>
              <a:t>    },</a:t>
            </a:r>
          </a:p>
          <a:p>
            <a:r>
              <a:t>    {</a:t>
            </a:r>
          </a:p>
          <a:p>
            <a:r>
              <a:t>      "text": "記載例3を先に確保する\n記載例4の代替案を用意する",</a:t>
            </a:r>
          </a:p>
          <a:p>
            <a:r>
              <a:t>      "refs": [</a:t>
            </a:r>
          </a:p>
          <a:p>
            <a:r>
              <a:t>        {</a:t>
            </a:r>
          </a:p>
          <a:p>
            <a:r>
              <a:t>          "source_id": "s001",</a:t>
            </a:r>
          </a:p>
          <a:p>
            <a:r>
              <a:t>          "quote": "記載例3を先に確保する\n記載例4の代替案を用意する"</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"記載例5がNを下回る\n記載例6のNがNか月続く",</a:t>
            </a:r>
          </a:p>
          <a:p>
            <a:r>
              <a:t>      "refs": [</a:t>
            </a:r>
          </a:p>
          <a:p>
            <a:r>
              <a:t>        {</a:t>
            </a:r>
          </a:p>
          <a:p>
            <a:r>
              <a:t>          "source_id": "s001",</a:t>
            </a:r>
          </a:p>
          <a:p>
            <a:r>
              <a:t>          "quote": "記載例5がNを下回る\n記載例6のNがNか月続く"</a:t>
            </a:r>
          </a:p>
          <a:p>
            <a:r>
              <a:t>        }</a:t>
            </a:r>
          </a:p>
          <a:p>
            <a:r>
              <a:t>      ],</a:t>
            </a:r>
          </a:p>
          <a:p>
            <a:r>
              <a:t>      "mode": "verbatim"</a:t>
            </a:r>
          </a:p>
          <a:p>
            <a:r>
              <a:t>    },</a:t>
            </a:r>
          </a:p>
          <a:p>
            <a:r>
              <a:t>    {</a:t>
            </a:r>
          </a:p>
          <a:p>
            <a:r>
              <a:t>      "text": "記載例7を先に確保する\n記載例8の代替案を用意する",</a:t>
            </a:r>
          </a:p>
          <a:p>
            <a:r>
              <a:t>      "refs": [</a:t>
            </a:r>
          </a:p>
          <a:p>
            <a:r>
              <a:t>        {</a:t>
            </a:r>
          </a:p>
          <a:p>
            <a:r>
              <a:t>          "source_id": "s001",</a:t>
            </a:r>
          </a:p>
          <a:p>
            <a:r>
              <a:t>          "quote": "記載例7を先に確保する\n記載例8の代替案を用意する"</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"記載例7",</a:t>
            </a:r>
          </a:p>
          <a:p>
            <a:r>
              <a:t>      "refs": [</a:t>
            </a:r>
          </a:p>
          <a:p>
            <a:r>
              <a:t>        {</a:t>
            </a:r>
          </a:p>
          <a:p>
            <a:r>
              <a:t>          "source_id": "s001",</a:t>
            </a:r>
          </a:p>
          <a:p>
            <a:r>
              <a:t>          "quote": "記載例7"</a:t>
            </a:r>
          </a:p>
          <a:p>
            <a:r>
              <a:t>        }</a:t>
            </a:r>
          </a:p>
          <a:p>
            <a:r>
              <a:t>      ],</a:t>
            </a:r>
          </a:p>
          <a:p>
            <a:r>
              <a:t>      "mode": "verbatim"</a:t>
            </a:r>
          </a:p>
          <a:p>
            <a:r>
              <a:t>    },</a:t>
            </a:r>
          </a:p>
          <a:p>
            <a:r>
              <a:t>    {</a:t>
            </a:r>
          </a:p>
          <a:p>
            <a:r>
              <a:t>      "text": "記載例9がNを下回る\n記載例10のNがNか月続く",</a:t>
            </a:r>
          </a:p>
          <a:p>
            <a:r>
              <a:t>      "refs": [</a:t>
            </a:r>
          </a:p>
          <a:p>
            <a:r>
              <a:t>        {</a:t>
            </a:r>
          </a:p>
          <a:p>
            <a:r>
              <a:t>          "source_id": "s001",</a:t>
            </a:r>
          </a:p>
          <a:p>
            <a:r>
              <a:t>          "quote": "記載例9がNを下回る\n記載例10のNがNか月続く"</a:t>
            </a:r>
          </a:p>
          <a:p>
            <a:r>
              <a:t>        }</a:t>
            </a:r>
          </a:p>
          <a:p>
            <a:r>
              <a:t>      ],</a:t>
            </a:r>
          </a:p>
          <a:p>
            <a:r>
              <a:t>      "mode": "verbatim"</a:t>
            </a:r>
          </a:p>
          <a:p>
            <a:r>
              <a:t>    },</a:t>
            </a:r>
          </a:p>
          <a:p>
            <a:r>
              <a:t>    {</a:t>
            </a:r>
          </a:p>
          <a:p>
            <a:r>
              <a:t>      "text": "記載例11を先に確保する\n記載例12の代替案を用意する",</a:t>
            </a:r>
          </a:p>
          <a:p>
            <a:r>
              <a:t>      "refs": [</a:t>
            </a:r>
          </a:p>
          <a:p>
            <a:r>
              <a:t>        {</a:t>
            </a:r>
          </a:p>
          <a:p>
            <a:r>
              <a:t>          "source_id": "s001",</a:t>
            </a:r>
          </a:p>
          <a:p>
            <a:r>
              <a:t>          "quote": "記載例11を先に確保する\n記載例12の代替案を用意する"</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"citations": {</a:t>
            </a:r>
          </a:p>
          <a:p>
            <a:r>
              <a:t>    "s001": "Public MIT sample: templates/freeform_parts_more_16x9.html section 12"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"d994e6ee7dc62547949d4e0022b1a10be8c4de9830d81c6ae4f7b7a62a152693"</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リスク一覧表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graphicFrame>
        <p:nvGraphicFramePr>
          <p:cNvPr id="31" name="shape:031"/>
          <p:cNvGraphicFramePr>
            <a:graphicFrameLocks noGrp="1"/>
          </p:cNvGraphicFramePr>
          <p:nvPr>
            <p:extLst>
              <p:ext uri="{D42A27DB-BD31-4B8C-83A1-F6EECF244321}">
                <p14:modId xmlns:p14="http://schemas.microsoft.com/office/powerpoint/2010/main" val="1579011935"/>
              </p:ext>
            </p:extLst>
          </p:nvPr>
        </p:nvGraphicFramePr>
        <p:xfrm>
          <a:off x="576072" y="2029968"/>
          <a:ext cx="11091672" cy="3950208"/>
        </p:xfrm>
        <a:graphic>
          <a:graphicData uri="http://schemas.openxmlformats.org/drawingml/2006/table">
            <a:tbl>
              <a:tblPr/>
              <a:tblGrid>
                <a:gridCol w="2834640"/>
                <a:gridCol w="2560320"/>
                <a:gridCol w="4572000"/>
                <a:gridCol w="1124712"/>
              </a:tblGrid>
              <a:tr h="384048">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リスク</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兆候</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対応策</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担当</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記載例1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記載例1がNを下回る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記載例2のNがNか月続く</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記載例3を先に確保する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記載例4の代替案を用意する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記載例4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記載例5がNを下回る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記載例6のNがNか月続く</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記載例7を先に確保する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記載例8の代替案を用意する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記載例7</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記載例9がNを下回る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記載例10のNがNか月続く</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記載例11を先に確保する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記載例12の代替案を用意する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項目3</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bl>
          </a:graphicData>
        </a:graphic>
      </p:graphicFrame>
      <p:sp>
        <p:nvSpPr>
          <p:cNvPr id="3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