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"roadmap",</a:t>
            </a:r>
          </a:p>
          <a:p>
            <a:r>
              <a:t>  "variant": "warm",</a:t>
            </a:r>
          </a:p>
          <a:p>
            <a:r>
              <a:t>  "rationale": "Public template fixture; short fictional slot content; no private data.",</a:t>
            </a:r>
          </a:p>
          <a:p>
            <a:r>
              <a:t>  "source_sha256": "b7a92848e20377e1f8e60687449dbfccc3af418fb1ffa2bb972b3168d65128b1",</a:t>
            </a:r>
          </a:p>
          <a:p>
            <a:r>
              <a:t>  "evidence": [</a:t>
            </a:r>
          </a:p>
          <a:p>
            <a:r>
              <a:t>    {</a:t>
            </a:r>
          </a:p>
          <a:p>
            <a:r>
              <a:t>      "text": "ロードマップ",</a:t>
            </a:r>
          </a:p>
          <a:p>
            <a:r>
              <a:t>      "refs": [</a:t>
            </a:r>
          </a:p>
          <a:p>
            <a:r>
              <a:t>        {</a:t>
            </a:r>
          </a:p>
          <a:p>
            <a:r>
              <a:t>          "source_id": "s001",</a:t>
            </a:r>
          </a:p>
          <a:p>
            <a:r>
              <a:t>          "quote": "ロードマップ"</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"見出し 2",</a:t>
            </a:r>
          </a:p>
          <a:p>
            <a:r>
              <a:t>      "refs": [</a:t>
            </a:r>
          </a:p>
          <a:p>
            <a:r>
              <a:t>        {</a:t>
            </a:r>
          </a:p>
          <a:p>
            <a:r>
              <a:t>          "source_id": "s001",</a:t>
            </a:r>
          </a:p>
          <a:p>
            <a:r>
              <a:t>          "quote": "見出し 2"</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"見出し 3",</a:t>
            </a:r>
          </a:p>
          <a:p>
            <a:r>
              <a:t>      "refs": [</a:t>
            </a:r>
          </a:p>
          <a:p>
            <a:r>
              <a:t>        {</a:t>
            </a:r>
          </a:p>
          <a:p>
            <a:r>
              <a:t>          "source_id": "s001",</a:t>
            </a:r>
          </a:p>
          <a:p>
            <a:r>
              <a:t>          "quote": "見出し 3"</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"見出し 4",</a:t>
            </a:r>
          </a:p>
          <a:p>
            <a:r>
              <a:t>      "refs": [</a:t>
            </a:r>
          </a:p>
          <a:p>
            <a:r>
              <a:t>        {</a:t>
            </a:r>
          </a:p>
          <a:p>
            <a:r>
              <a:t>          "source_id": "s001",</a:t>
            </a:r>
          </a:p>
          <a:p>
            <a:r>
              <a:t>          "quote": "見出し 4"</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"見出し 5",</a:t>
            </a:r>
          </a:p>
          <a:p>
            <a:r>
              <a:t>      "refs": [</a:t>
            </a:r>
          </a:p>
          <a:p>
            <a:r>
              <a:t>        {</a:t>
            </a:r>
          </a:p>
          <a:p>
            <a:r>
              <a:t>          "source_id": "s001",</a:t>
            </a:r>
          </a:p>
          <a:p>
            <a:r>
              <a:t>          "quote": "見出し 5"</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"citations": {</a:t>
            </a:r>
          </a:p>
          <a:p>
            <a:r>
              <a:t>    "s001": "Public MIT sample: templates/freeform_parts_more_16x9.html section 33"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"7a9f7cf0c2d5d1c4b4604f6b4871cce87e62ca98af2772d4ad78520d09d0b23c"</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ロードマップ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583180"/>
            <a:ext cx="2741600" cy="0"/>
          </a:xfrm>
          <a:prstGeom prst="line">
            <a:avLst/>
          </a:prstGeom>
          <a:noFill/>
          <a:ln w="13970">
            <a:solidFill>
              <a:srgbClr val="322014"/>
            </a:solidFill>
            <a:prstDash val="solid"/>
          </a:ln>
        </p:spPr>
        <p:txBody>
          <a:bodyPr>
            <a:noAutofit/>
          </a:bodyPr>
          <a:p/>
        </p:txBody>
      </p:sp>
      <p:sp>
        <p:nvSpPr>
          <p:cNvPr id="11" name="shape:011"/>
          <p:cNvSpPr/>
          <p:nvPr/>
        </p:nvSpPr>
        <p:spPr>
          <a:xfrm>
            <a:off x="704088"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見出し 2</a:t>
            </a:r>
            <a:endParaRPr lang="en-US" sz="1600" dirty="0"/>
          </a:p>
        </p:txBody>
      </p:sp>
      <p:sp>
        <p:nvSpPr>
          <p:cNvPr id="12" name="shape:012"/>
          <p:cNvSpPr/>
          <p:nvPr/>
        </p:nvSpPr>
        <p:spPr>
          <a:xfrm>
            <a:off x="704088"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記載例1</a:t>
            </a:r>
            <a:endParaRPr lang="en-US" sz="1120" dirty="0"/>
          </a:p>
        </p:txBody>
      </p:sp>
      <p:sp>
        <p:nvSpPr>
          <p:cNvPr id="13" name="shape:013"/>
          <p:cNvSpPr/>
          <p:nvPr/>
        </p:nvSpPr>
        <p:spPr>
          <a:xfrm>
            <a:off x="3335960" y="2583180"/>
            <a:ext cx="2741600" cy="0"/>
          </a:xfrm>
          <a:prstGeom prst="line">
            <a:avLst/>
          </a:prstGeom>
          <a:noFill/>
          <a:ln w="13970">
            <a:solidFill>
              <a:srgbClr val="322014"/>
            </a:solidFill>
            <a:prstDash val="solid"/>
          </a:ln>
        </p:spPr>
        <p:txBody>
          <a:bodyPr>
            <a:noAutofit/>
          </a:bodyPr>
          <a:p/>
        </p:txBody>
      </p:sp>
      <p:sp>
        <p:nvSpPr>
          <p:cNvPr id="14" name="shape:014"/>
          <p:cNvSpPr/>
          <p:nvPr/>
        </p:nvSpPr>
        <p:spPr>
          <a:xfrm>
            <a:off x="3335960" y="2583180"/>
            <a:ext cx="0" cy="2560320"/>
          </a:xfrm>
          <a:prstGeom prst="line">
            <a:avLst/>
          </a:prstGeom>
          <a:noFill/>
          <a:ln w="6350">
            <a:solidFill>
              <a:srgbClr val="E2DCD2"/>
            </a:solidFill>
            <a:prstDash val="solid"/>
          </a:ln>
        </p:spPr>
        <p:txBody>
          <a:bodyPr>
            <a:noAutofit/>
          </a:bodyPr>
          <a:p/>
        </p:txBody>
      </p:sp>
      <p:sp>
        <p:nvSpPr>
          <p:cNvPr id="15" name="shape:015"/>
          <p:cNvSpPr/>
          <p:nvPr/>
        </p:nvSpPr>
        <p:spPr>
          <a:xfrm>
            <a:off x="3463976"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見出し 3</a:t>
            </a:r>
            <a:endParaRPr lang="en-US" sz="1600" dirty="0"/>
          </a:p>
        </p:txBody>
      </p:sp>
      <p:sp>
        <p:nvSpPr>
          <p:cNvPr id="16" name="shape:016"/>
          <p:cNvSpPr/>
          <p:nvPr/>
        </p:nvSpPr>
        <p:spPr>
          <a:xfrm>
            <a:off x="3463976"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記載例2</a:t>
            </a:r>
            <a:endParaRPr lang="en-US" sz="1120" dirty="0"/>
          </a:p>
        </p:txBody>
      </p:sp>
      <p:sp>
        <p:nvSpPr>
          <p:cNvPr id="17" name="shape:017"/>
          <p:cNvSpPr/>
          <p:nvPr/>
        </p:nvSpPr>
        <p:spPr>
          <a:xfrm>
            <a:off x="6095848" y="2583180"/>
            <a:ext cx="2741600" cy="0"/>
          </a:xfrm>
          <a:prstGeom prst="line">
            <a:avLst/>
          </a:prstGeom>
          <a:noFill/>
          <a:ln w="13970">
            <a:solidFill>
              <a:srgbClr val="322014"/>
            </a:solidFill>
            <a:prstDash val="solid"/>
          </a:ln>
        </p:spPr>
        <p:txBody>
          <a:bodyPr>
            <a:noAutofit/>
          </a:bodyPr>
          <a:p/>
        </p:txBody>
      </p:sp>
      <p:sp>
        <p:nvSpPr>
          <p:cNvPr id="18" name="shape:018"/>
          <p:cNvSpPr/>
          <p:nvPr/>
        </p:nvSpPr>
        <p:spPr>
          <a:xfrm>
            <a:off x="6095848" y="2583180"/>
            <a:ext cx="0" cy="2560320"/>
          </a:xfrm>
          <a:prstGeom prst="line">
            <a:avLst/>
          </a:prstGeom>
          <a:noFill/>
          <a:ln w="6350">
            <a:solidFill>
              <a:srgbClr val="E2DCD2"/>
            </a:solidFill>
            <a:prstDash val="solid"/>
          </a:ln>
        </p:spPr>
        <p:txBody>
          <a:bodyPr>
            <a:noAutofit/>
          </a:bodyPr>
          <a:p/>
        </p:txBody>
      </p:sp>
      <p:sp>
        <p:nvSpPr>
          <p:cNvPr id="19" name="shape:019"/>
          <p:cNvSpPr/>
          <p:nvPr/>
        </p:nvSpPr>
        <p:spPr>
          <a:xfrm>
            <a:off x="6223864"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見出し 4</a:t>
            </a:r>
            <a:endParaRPr lang="en-US" sz="1600" dirty="0"/>
          </a:p>
        </p:txBody>
      </p:sp>
      <p:sp>
        <p:nvSpPr>
          <p:cNvPr id="20" name="shape:020"/>
          <p:cNvSpPr/>
          <p:nvPr/>
        </p:nvSpPr>
        <p:spPr>
          <a:xfrm>
            <a:off x="6223864"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記載例3</a:t>
            </a:r>
            <a:endParaRPr lang="en-US" sz="1120" dirty="0"/>
          </a:p>
        </p:txBody>
      </p:sp>
      <p:sp>
        <p:nvSpPr>
          <p:cNvPr id="21" name="shape:021"/>
          <p:cNvSpPr/>
          <p:nvPr/>
        </p:nvSpPr>
        <p:spPr>
          <a:xfrm>
            <a:off x="8855735" y="2583180"/>
            <a:ext cx="2741600" cy="0"/>
          </a:xfrm>
          <a:prstGeom prst="line">
            <a:avLst/>
          </a:prstGeom>
          <a:noFill/>
          <a:ln w="13970">
            <a:solidFill>
              <a:srgbClr val="322014"/>
            </a:solidFill>
            <a:prstDash val="solid"/>
          </a:ln>
        </p:spPr>
        <p:txBody>
          <a:bodyPr>
            <a:noAutofit/>
          </a:bodyPr>
          <a:p/>
        </p:txBody>
      </p:sp>
      <p:sp>
        <p:nvSpPr>
          <p:cNvPr id="22" name="shape:022"/>
          <p:cNvSpPr/>
          <p:nvPr/>
        </p:nvSpPr>
        <p:spPr>
          <a:xfrm>
            <a:off x="8855735" y="2583180"/>
            <a:ext cx="0" cy="2560320"/>
          </a:xfrm>
          <a:prstGeom prst="line">
            <a:avLst/>
          </a:prstGeom>
          <a:noFill/>
          <a:ln w="6350">
            <a:solidFill>
              <a:srgbClr val="E2DCD2"/>
            </a:solidFill>
            <a:prstDash val="solid"/>
          </a:ln>
        </p:spPr>
        <p:txBody>
          <a:bodyPr>
            <a:noAutofit/>
          </a:bodyPr>
          <a:p/>
        </p:txBody>
      </p:sp>
      <p:sp>
        <p:nvSpPr>
          <p:cNvPr id="23" name="shape:023"/>
          <p:cNvSpPr/>
          <p:nvPr/>
        </p:nvSpPr>
        <p:spPr>
          <a:xfrm>
            <a:off x="8983751"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見出し 5</a:t>
            </a:r>
            <a:endParaRPr lang="en-US" sz="1600" dirty="0"/>
          </a:p>
        </p:txBody>
      </p:sp>
      <p:sp>
        <p:nvSpPr>
          <p:cNvPr id="24" name="shape:024"/>
          <p:cNvSpPr/>
          <p:nvPr/>
        </p:nvSpPr>
        <p:spPr>
          <a:xfrm>
            <a:off x="8983751"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記載例4</a:t>
            </a:r>
            <a:endParaRPr lang="en-US" sz="112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