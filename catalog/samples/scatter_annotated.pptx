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1804163723104564"/>
          <c:y val="0.03496349552078774"/>
          <c:w val="0.9476700070645491"/>
          <c:h val="0.9067640119445659"/>
        </c:manualLayout>
      </c:layout>
      <c:scatterChart>
        <c:scatterStyle val="lineMarker"/>
        <c:varyColors val="0"/>
        <c:ser>
          <c:idx val="0"/>
          <c:order val="0"/>
          <c:tx>
            <c:strRef>
              <c:f>Sheet1!$B$1</c:f>
              <c:strCache>
                <c:ptCount val="1"/>
                <c:pt idx="0">
                  <c:v>Y</c:v>
                </c:pt>
              </c:strCache>
            </c:strRef>
          </c:tx>
          <c:spPr>
            <a:solidFill>
              <a:srgbClr val="322014"/>
            </a:solidFill>
            <a:ln>
              <a:noFill/>
            </a:ln>
            <a:effectLst/>
          </c:spPr>
          <c:marker>
            <c:symbol val="circle"/>
            <c:size val="10"/>
            <c:spPr>
              <a:solidFill>
                <a:srgbClr val="322014"/>
              </a:solidFill>
              <a:ln w="9525" cap="flat">
                <a:solidFill>
                  <a:srgbClr val="322014"/>
                </a:solidFill>
                <a:prstDash val="solid"/>
                <a:round/>
              </a:ln>
              <a:effectLst/>
            </c:spPr>
          </c:marker>
          <c:dLbls>
            <c:dLbl>
              <c:idx val="0"/>
              <c:tx>
                <c:rich>
                  <a:bodyPr/>
                  <a:lstStyle/>
                  <a:p>
                    <a:pPr>
                      <a:defRPr/>
                    </a:pPr>
                    <a:r>
                      <a:rPr lang="en-US" dirty="0"/>
                      <a:t>項目5</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ade0-50b2-6a75-783b5cfd5b6c}"/>
                </c:ext>
              </c:extLst>
            </c:dLbl>
            <c:dLbl>
              <c:idx val="1"/>
              <c:tx>
                <c:rich>
                  <a:bodyPr/>
                  <a:lstStyle/>
                  <a:p>
                    <a:pPr>
                      <a:defRPr/>
                    </a:pPr>
                    <a:r>
                      <a:rPr lang="en-US" dirty="0"/>
                      <a:t>項目6</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ade0-50b2-6a75-783b5cfd5b6c}"/>
                </c:ext>
              </c:extLst>
            </c:dLbl>
            <c:dLbl>
              <c:idx val="2"/>
              <c:tx>
                <c:rich>
                  <a:bodyPr/>
                  <a:lstStyle/>
                  <a:p>
                    <a:pPr>
                      <a:defRPr/>
                    </a:pPr>
                    <a:r>
                      <a:rPr lang="en-US" dirty="0"/>
                      <a:t>項目7</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ade0-50b2-6a75-783b5cfd5b6c}"/>
                </c:ext>
              </c:extLst>
            </c:dLbl>
            <c:dLbl>
              <c:idx val="3"/>
              <c:tx>
                <c:rich>
                  <a:bodyPr/>
                  <a:lstStyle/>
                  <a:p>
                    <a:pPr>
                      <a:defRPr/>
                    </a:pPr>
                    <a:r>
                      <a:rPr lang="en-US" dirty="0"/>
                      <a:t>項目8</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ade0-50b2-6a75-783b5cfd5b6c}"/>
                </c:ext>
              </c:extLst>
            </c:dLbl>
            <c:dLbl>
              <c:idx val="4"/>
              <c:tx>
                <c:rich>
                  <a:bodyPr/>
                  <a:lstStyle/>
                  <a:p>
                    <a:pPr>
                      <a:defRPr/>
                    </a:pPr>
                    <a:r>
                      <a:rPr lang="en-US" dirty="0"/>
                      <a:t>項目9</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ade0-50b2-6a75-783b5cfd5b6c}"/>
                </c:ext>
              </c:extLst>
            </c:dLbl>
            <c:dLbl>
              <c:idx val="5"/>
              <c:tx>
                <c:rich>
                  <a:bodyPr/>
                  <a:lstStyle/>
                  <a:p>
                    <a:pPr>
                      <a:defRPr/>
                    </a:pPr>
                    <a:r>
                      <a:rPr lang="en-US" dirty="0"/>
                      <a:t>項目10</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ade0-50b2-6a75-783b5cfd5b6c}"/>
                </c:ext>
              </c:extLst>
            </c:dLbl>
            <c:dLbl>
              <c:idx val="6"/>
              <c:tx>
                <c:rich>
                  <a:bodyPr/>
                  <a:lstStyle/>
                  <a:p>
                    <a:pPr>
                      <a:defRPr/>
                    </a:pPr>
                    <a:r>
                      <a:rPr lang="en-US" dirty="0"/>
                      <a:t>項目11</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ade0-50b2-6a75-783b5cfd5b6c}"/>
                </c:ext>
              </c:extLst>
            </c:dLbl>
            <c:dLbl>
              <c:idx val="7"/>
              <c:tx>
                <c:rich>
                  <a:bodyPr/>
                  <a:lstStyle/>
                  <a:p>
                    <a:pPr>
                      <a:defRPr/>
                    </a:pPr>
                    <a:r>
                      <a:rPr lang="en-US" dirty="0"/>
                      <a:t>項目12</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ade0-50b2-6a75-783b5cfd5b6c}"/>
                </c:ext>
              </c:extLst>
            </c:dLbl>
          </c:dLbls>
          <c:xVal>
            <c:numRef>
              <c:f>Sheet1!$A$2:$A$9</c:f>
              <c:numCache>
                <c:formatCode>General</c:formatCode>
                <c:ptCount val="8"/>
                <c:pt idx="0">
                  <c:v>10.0</c:v>
                </c:pt>
                <c:pt idx="1">
                  <c:v>20.0</c:v>
                </c:pt>
                <c:pt idx="2">
                  <c:v>32.0</c:v>
                </c:pt>
                <c:pt idx="3">
                  <c:v>41.0</c:v>
                </c:pt>
                <c:pt idx="4">
                  <c:v>56.0</c:v>
                </c:pt>
                <c:pt idx="5">
                  <c:v>65.0</c:v>
                </c:pt>
                <c:pt idx="6">
                  <c:v>78.0</c:v>
                </c:pt>
                <c:pt idx="7">
                  <c:v>90.0</c:v>
                </c:pt>
              </c:numCache>
            </c:numRef>
          </c:xVal>
          <c:yVal>
            <c:numRef>
              <c:f>Sheet1!$B$2:$B$9</c:f>
              <c:numCache>
                <c:formatCode>General</c:formatCode>
                <c:ptCount val="8"/>
                <c:pt idx="0">
                  <c:v>17.0</c:v>
                </c:pt>
                <c:pt idx="1">
                  <c:v>29.0</c:v>
                </c:pt>
                <c:pt idx="2">
                  <c:v>24.0</c:v>
                </c:pt>
                <c:pt idx="3">
                  <c:v>41.0</c:v>
                </c:pt>
                <c:pt idx="4">
                  <c:v>52.0</c:v>
                </c:pt>
                <c:pt idx="5">
                  <c:v>62.0</c:v>
                </c:pt>
                <c:pt idx="6">
                  <c:v>71.0</c:v>
                </c:pt>
                <c:pt idx="7">
                  <c:v>83.0</c:v>
                </c:pt>
              </c:numCache>
            </c:numRef>
          </c:yVal>
          <c:smooth val="0"/>
        </c:ser>
        <c:dLbls>
          <c:numFmt formatCode="General" sourceLinked="0"/>
          <c:txPr>
            <a:bodyPr/>
            <a:lstStyle/>
            <a:p>
              <a:pPr>
                <a:defRPr b="0" i="0" strike="noStrike" sz="1200" u="none">
                  <a:solidFill>
                    <a:srgbClr val="000000"/>
                  </a:solidFill>
                  <a:latin typeface="Arial"/>
                </a:defRPr>
              </a:pPr>
            </a:p>
          </c:txPr>
          <c:dLblPos val="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00"/>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"scatter_annotated",</a:t>
            </a:r>
          </a:p>
          <a:p>
            <a:r>
              <a:t>  "variant": "warm",</a:t>
            </a:r>
          </a:p>
          <a:p>
            <a:r>
              <a:t>  "rationale": "Public template fixture; short fictional slot content; no private data.",</a:t>
            </a:r>
          </a:p>
          <a:p>
            <a:r>
              <a:t>  "source_sha256": "a97802da694e9886af45dfce8beea748b90d93119b5c2727f0da0791e2da5955",</a:t>
            </a:r>
          </a:p>
          <a:p>
            <a:r>
              <a:t>  "evidence": [</a:t>
            </a:r>
          </a:p>
          <a:p>
            <a:r>
              <a:t>    {</a:t>
            </a:r>
          </a:p>
          <a:p>
            <a:r>
              <a:t>      "text": "注記つき散布図",</a:t>
            </a:r>
          </a:p>
          <a:p>
            <a:r>
              <a:t>      "refs": [</a:t>
            </a:r>
          </a:p>
          <a:p>
            <a:r>
              <a:t>        {</a:t>
            </a:r>
          </a:p>
          <a:p>
            <a:r>
              <a:t>          "source_id": "s001",</a:t>
            </a:r>
          </a:p>
          <a:p>
            <a:r>
              <a:t>          "quote": "注記つき散布図"</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"記載例1と記載例2の関係",</a:t>
            </a:r>
          </a:p>
          <a:p>
            <a:r>
              <a:t>      "refs": [</a:t>
            </a:r>
          </a:p>
          <a:p>
            <a:r>
              <a:t>        {</a:t>
            </a:r>
          </a:p>
          <a:p>
            <a:r>
              <a:t>          "source_id": "s001",</a:t>
            </a:r>
          </a:p>
          <a:p>
            <a:r>
              <a:t>          "quote": "記載例1と記載例2の関係"</a:t>
            </a:r>
          </a:p>
          <a:p>
            <a:r>
              <a:t>        }</a:t>
            </a:r>
          </a:p>
          <a:p>
            <a:r>
              <a:t>      ],</a:t>
            </a:r>
          </a:p>
          <a:p>
            <a:r>
              <a:t>      "mode": "verbatim"</a:t>
            </a:r>
          </a:p>
          <a:p>
            <a:r>
              <a:t>    },</a:t>
            </a:r>
          </a:p>
          <a:p>
            <a:r>
              <a:t>    {</a:t>
            </a:r>
          </a:p>
          <a:p>
            <a:r>
              <a:t>      "text": "単位、2026年",</a:t>
            </a:r>
          </a:p>
          <a:p>
            <a:r>
              <a:t>      "refs": [</a:t>
            </a:r>
          </a:p>
          <a:p>
            <a:r>
              <a:t>        {</a:t>
            </a:r>
          </a:p>
          <a:p>
            <a:r>
              <a:t>          "source_id": "s001",</a:t>
            </a:r>
          </a:p>
          <a:p>
            <a:r>
              <a:t>          "quote": "単位、2026年"</a:t>
            </a:r>
          </a:p>
          <a:p>
            <a:r>
              <a:t>        }</a:t>
            </a:r>
          </a:p>
          <a:p>
            <a:r>
              <a:t>      ],</a:t>
            </a:r>
          </a:p>
          <a:p>
            <a:r>
              <a:t>      "mode": "verbatim"</a:t>
            </a:r>
          </a:p>
          <a:p>
            <a:r>
              <a:t>    },</a:t>
            </a:r>
          </a:p>
          <a:p>
            <a:r>
              <a:t>    {</a:t>
            </a:r>
          </a:p>
          <a:p>
            <a:r>
              <a:t>      "text": "記載例13が高い",</a:t>
            </a:r>
          </a:p>
          <a:p>
            <a:r>
              <a:t>      "refs": [</a:t>
            </a:r>
          </a:p>
          <a:p>
            <a:r>
              <a:t>        {</a:t>
            </a:r>
          </a:p>
          <a:p>
            <a:r>
              <a:t>          "source_id": "s001",</a:t>
            </a:r>
          </a:p>
          <a:p>
            <a:r>
              <a:t>          "quote": "記載例13が高い"</a:t>
            </a:r>
          </a:p>
          <a:p>
            <a:r>
              <a:t>        }</a:t>
            </a:r>
          </a:p>
          <a:p>
            <a:r>
              <a:t>      ],</a:t>
            </a:r>
          </a:p>
          <a:p>
            <a:r>
              <a:t>      "mode": "verbatim"</a:t>
            </a:r>
          </a:p>
          <a:p>
            <a:r>
              <a:t>    },</a:t>
            </a:r>
          </a:p>
          <a:p>
            <a:r>
              <a:t>    {</a:t>
            </a:r>
          </a:p>
          <a:p>
            <a:r>
              <a:t>      "text": "記載例14が低い",</a:t>
            </a:r>
          </a:p>
          <a:p>
            <a:r>
              <a:t>      "refs": [</a:t>
            </a:r>
          </a:p>
          <a:p>
            <a:r>
              <a:t>        {</a:t>
            </a:r>
          </a:p>
          <a:p>
            <a:r>
              <a:t>          "source_id": "s001",</a:t>
            </a:r>
          </a:p>
          <a:p>
            <a:r>
              <a:t>          "quote": "記載例14が低い"</a:t>
            </a:r>
          </a:p>
          <a:p>
            <a:r>
              <a:t>        }</a:t>
            </a:r>
          </a:p>
          <a:p>
            <a:r>
              <a:t>      ],</a:t>
            </a:r>
          </a:p>
          <a:p>
            <a:r>
              <a:t>      "mode": "verbatim"</a:t>
            </a:r>
          </a:p>
          <a:p>
            <a:r>
              <a:t>    },</a:t>
            </a:r>
          </a:p>
          <a:p>
            <a:r>
              <a:t>    {</a:t>
            </a:r>
          </a:p>
          <a:p>
            <a:r>
              <a:t>      "text": "記載例15が大きい →",</a:t>
            </a:r>
          </a:p>
          <a:p>
            <a:r>
              <a:t>      "refs": [</a:t>
            </a:r>
          </a:p>
          <a:p>
            <a:r>
              <a:t>        {</a:t>
            </a:r>
          </a:p>
          <a:p>
            <a:r>
              <a:t>          "source_id": "s001",</a:t>
            </a:r>
          </a:p>
          <a:p>
            <a:r>
              <a:t>          "quote": "記載例15が大きい →"</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"Y",</a:t>
            </a:r>
          </a:p>
          <a:p>
            <a:r>
              <a:t>      "refs": [</a:t>
            </a:r>
          </a:p>
          <a:p>
            <a:r>
              <a:t>        {</a:t>
            </a:r>
          </a:p>
          <a:p>
            <a:r>
              <a:t>          "source_id": "s001",</a:t>
            </a:r>
          </a:p>
          <a:p>
            <a:r>
              <a:t>          "quote": "Y"</a:t>
            </a:r>
          </a:p>
          <a:p>
            <a:r>
              <a:t>        }</a:t>
            </a:r>
          </a:p>
          <a:p>
            <a:r>
              <a:t>      ],</a:t>
            </a:r>
          </a:p>
          <a:p>
            <a:r>
              <a:t>      "mode": "verbatim"</a:t>
            </a:r>
          </a:p>
          <a:p>
            <a:r>
              <a:t>    },</a:t>
            </a:r>
          </a:p>
          <a:p>
            <a:r>
              <a:t>    {</a:t>
            </a:r>
          </a:p>
          <a:p>
            <a:r>
              <a:t>      "value": 17.0,</a:t>
            </a:r>
          </a:p>
          <a:p>
            <a:r>
              <a:t>      "refs": [</a:t>
            </a:r>
          </a:p>
          <a:p>
            <a:r>
              <a:t>        {</a:t>
            </a:r>
          </a:p>
          <a:p>
            <a:r>
              <a:t>          "source_id": "s001",</a:t>
            </a:r>
          </a:p>
          <a:p>
            <a:r>
              <a:t>          "quote": "17"</a:t>
            </a:r>
          </a:p>
          <a:p>
            <a:r>
              <a:t>        }</a:t>
            </a:r>
          </a:p>
          <a:p>
            <a:r>
              <a:t>      ]</a:t>
            </a:r>
          </a:p>
          <a:p>
            <a:r>
              <a:t>    },</a:t>
            </a:r>
          </a:p>
          <a:p>
            <a:r>
              <a:t>    {</a:t>
            </a:r>
          </a:p>
          <a:p>
            <a:r>
              <a:t>      "value": 29.0,</a:t>
            </a:r>
          </a:p>
          <a:p>
            <a:r>
              <a:t>      "refs": [</a:t>
            </a:r>
          </a:p>
          <a:p>
            <a:r>
              <a:t>        {</a:t>
            </a:r>
          </a:p>
          <a:p>
            <a:r>
              <a:t>          "source_id": "s001",</a:t>
            </a:r>
          </a:p>
          <a:p>
            <a:r>
              <a:t>          "quote": "29"</a:t>
            </a:r>
          </a:p>
          <a:p>
            <a:r>
              <a:t>        }</a:t>
            </a:r>
          </a:p>
          <a:p>
            <a:r>
              <a:t>      ]</a:t>
            </a:r>
          </a:p>
          <a:p>
            <a:r>
              <a:t>    },</a:t>
            </a:r>
          </a:p>
          <a:p>
            <a:r>
              <a:t>    {</a:t>
            </a:r>
          </a:p>
          <a:p>
            <a:r>
              <a:t>      "value": 24.0,</a:t>
            </a:r>
          </a:p>
          <a:p>
            <a:r>
              <a:t>      "refs": [</a:t>
            </a:r>
          </a:p>
          <a:p>
            <a:r>
              <a:t>        {</a:t>
            </a:r>
          </a:p>
          <a:p>
            <a:r>
              <a:t>          "source_id": "s001",</a:t>
            </a:r>
          </a:p>
          <a:p>
            <a:r>
              <a:t>          "quote": "24"</a:t>
            </a:r>
          </a:p>
          <a:p>
            <a:r>
              <a:t>        }</a:t>
            </a:r>
          </a:p>
          <a:p>
            <a:r>
              <a:t>      ]</a:t>
            </a:r>
          </a:p>
          <a:p>
            <a:r>
              <a:t>    },</a:t>
            </a:r>
          </a:p>
          <a:p>
            <a:r>
              <a:t>    {</a:t>
            </a:r>
          </a:p>
          <a:p>
            <a:r>
              <a:t>      "value": 41.0,</a:t>
            </a:r>
          </a:p>
          <a:p>
            <a:r>
              <a:t>      "refs": [</a:t>
            </a:r>
          </a:p>
          <a:p>
            <a:r>
              <a:t>        {</a:t>
            </a:r>
          </a:p>
          <a:p>
            <a:r>
              <a:t>          "source_id": "s001",</a:t>
            </a:r>
          </a:p>
          <a:p>
            <a:r>
              <a:t>          "quote": "41"</a:t>
            </a:r>
          </a:p>
          <a:p>
            <a:r>
              <a:t>        }</a:t>
            </a:r>
          </a:p>
          <a:p>
            <a:r>
              <a:t>      ]</a:t>
            </a:r>
          </a:p>
          <a:p>
            <a:r>
              <a:t>    },</a:t>
            </a:r>
          </a:p>
          <a:p>
            <a:r>
              <a:t>    {</a:t>
            </a:r>
          </a:p>
          <a:p>
            <a:r>
              <a:t>      "value": 52.0,</a:t>
            </a:r>
          </a:p>
          <a:p>
            <a:r>
              <a:t>      "refs": [</a:t>
            </a:r>
          </a:p>
          <a:p>
            <a:r>
              <a:t>        {</a:t>
            </a:r>
          </a:p>
          <a:p>
            <a:r>
              <a:t>          "source_id": "s001",</a:t>
            </a:r>
          </a:p>
          <a:p>
            <a:r>
              <a:t>          "quote": "52"</a:t>
            </a:r>
          </a:p>
          <a:p>
            <a:r>
              <a:t>        }</a:t>
            </a:r>
          </a:p>
          <a:p>
            <a:r>
              <a:t>      ]</a:t>
            </a:r>
          </a:p>
          <a:p>
            <a:r>
              <a:t>    },</a:t>
            </a:r>
          </a:p>
          <a:p>
            <a:r>
              <a:t>    {</a:t>
            </a:r>
          </a:p>
          <a:p>
            <a:r>
              <a:t>      "value": 62.0,</a:t>
            </a:r>
          </a:p>
          <a:p>
            <a:r>
              <a:t>      "refs": [</a:t>
            </a:r>
          </a:p>
          <a:p>
            <a:r>
              <a:t>        {</a:t>
            </a:r>
          </a:p>
          <a:p>
            <a:r>
              <a:t>          "source_id": "s001",</a:t>
            </a:r>
          </a:p>
          <a:p>
            <a:r>
              <a:t>          "quote": "62"</a:t>
            </a:r>
          </a:p>
          <a:p>
            <a:r>
              <a:t>        }</a:t>
            </a:r>
          </a:p>
          <a:p>
            <a:r>
              <a:t>      ]</a:t>
            </a:r>
          </a:p>
          <a:p>
            <a:r>
              <a:t>    },</a:t>
            </a:r>
          </a:p>
          <a:p>
            <a:r>
              <a:t>    {</a:t>
            </a:r>
          </a:p>
          <a:p>
            <a:r>
              <a:t>      "value": 71.0,</a:t>
            </a:r>
          </a:p>
          <a:p>
            <a:r>
              <a:t>      "refs": [</a:t>
            </a:r>
          </a:p>
          <a:p>
            <a:r>
              <a:t>        {</a:t>
            </a:r>
          </a:p>
          <a:p>
            <a:r>
              <a:t>          "source_id": "s001",</a:t>
            </a:r>
          </a:p>
          <a:p>
            <a:r>
              <a:t>          "quote": "71"</a:t>
            </a:r>
          </a:p>
          <a:p>
            <a:r>
              <a:t>        }</a:t>
            </a:r>
          </a:p>
          <a:p>
            <a:r>
              <a:t>      ]</a:t>
            </a:r>
          </a:p>
          <a:p>
            <a:r>
              <a:t>    },</a:t>
            </a:r>
          </a:p>
          <a:p>
            <a:r>
              <a:t>    {</a:t>
            </a:r>
          </a:p>
          <a:p>
            <a:r>
              <a:t>      "value": 83.0,</a:t>
            </a:r>
          </a:p>
          <a:p>
            <a:r>
              <a:t>      "refs": [</a:t>
            </a:r>
          </a:p>
          <a:p>
            <a:r>
              <a:t>        {</a:t>
            </a:r>
          </a:p>
          <a:p>
            <a:r>
              <a:t>          "source_id": "s001",</a:t>
            </a:r>
          </a:p>
          <a:p>
            <a:r>
              <a:t>          "quote": "83"</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"value": 20.0,</a:t>
            </a:r>
          </a:p>
          <a:p>
            <a:r>
              <a:t>      "refs": [</a:t>
            </a:r>
          </a:p>
          <a:p>
            <a:r>
              <a:t>        {</a:t>
            </a:r>
          </a:p>
          <a:p>
            <a:r>
              <a:t>          "source_id": "s001",</a:t>
            </a:r>
          </a:p>
          <a:p>
            <a:r>
              <a:t>          "quote": "20"</a:t>
            </a:r>
          </a:p>
          <a:p>
            <a:r>
              <a:t>        }</a:t>
            </a:r>
          </a:p>
          <a:p>
            <a:r>
              <a:t>      ]</a:t>
            </a:r>
          </a:p>
          <a:p>
            <a:r>
              <a:t>    },</a:t>
            </a:r>
          </a:p>
          <a:p>
            <a:r>
              <a:t>    {</a:t>
            </a:r>
          </a:p>
          <a:p>
            <a:r>
              <a:t>      "value": 32.0,</a:t>
            </a:r>
          </a:p>
          <a:p>
            <a:r>
              <a:t>      "refs": [</a:t>
            </a:r>
          </a:p>
          <a:p>
            <a:r>
              <a:t>        {</a:t>
            </a:r>
          </a:p>
          <a:p>
            <a:r>
              <a:t>          "source_id": "s001",</a:t>
            </a:r>
          </a:p>
          <a:p>
            <a:r>
              <a:t>          "quote": "32"</a:t>
            </a:r>
          </a:p>
          <a:p>
            <a:r>
              <a:t>        }</a:t>
            </a:r>
          </a:p>
          <a:p>
            <a:r>
              <a:t>      ]</a:t>
            </a:r>
          </a:p>
          <a:p>
            <a:r>
              <a:t>    },</a:t>
            </a:r>
          </a:p>
          <a:p>
            <a:r>
              <a:t>    {</a:t>
            </a:r>
          </a:p>
          <a:p>
            <a:r>
              <a:t>      "value": 41.0,</a:t>
            </a:r>
          </a:p>
          <a:p>
            <a:r>
              <a:t>      "refs": [</a:t>
            </a:r>
          </a:p>
          <a:p>
            <a:r>
              <a:t>        {</a:t>
            </a:r>
          </a:p>
          <a:p>
            <a:r>
              <a:t>          "source_id": "s001",</a:t>
            </a:r>
          </a:p>
          <a:p>
            <a:r>
              <a:t>          "quote": "41"</a:t>
            </a:r>
          </a:p>
          <a:p>
            <a:r>
              <a:t>        }</a:t>
            </a:r>
          </a:p>
          <a:p>
            <a:r>
              <a:t>      ]</a:t>
            </a:r>
          </a:p>
          <a:p>
            <a:r>
              <a:t>    },</a:t>
            </a:r>
          </a:p>
          <a:p>
            <a:r>
              <a:t>    {</a:t>
            </a:r>
          </a:p>
          <a:p>
            <a:r>
              <a:t>      "value": 56.0,</a:t>
            </a:r>
          </a:p>
          <a:p>
            <a:r>
              <a:t>      "refs": [</a:t>
            </a:r>
          </a:p>
          <a:p>
            <a:r>
              <a:t>        {</a:t>
            </a:r>
          </a:p>
          <a:p>
            <a:r>
              <a:t>          "source_id": "s001",</a:t>
            </a:r>
          </a:p>
          <a:p>
            <a:r>
              <a:t>          "quote": "56"</a:t>
            </a:r>
          </a:p>
          <a:p>
            <a:r>
              <a:t>        }</a:t>
            </a:r>
          </a:p>
          <a:p>
            <a:r>
              <a:t>      ]</a:t>
            </a:r>
          </a:p>
          <a:p>
            <a:r>
              <a:t>    },</a:t>
            </a:r>
          </a:p>
          <a:p>
            <a:r>
              <a:t>    {</a:t>
            </a:r>
          </a:p>
          <a:p>
            <a:r>
              <a:t>      "value": 65.0,</a:t>
            </a:r>
          </a:p>
          <a:p>
            <a:r>
              <a:t>      "refs": [</a:t>
            </a:r>
          </a:p>
          <a:p>
            <a:r>
              <a:t>        {</a:t>
            </a:r>
          </a:p>
          <a:p>
            <a:r>
              <a:t>          "source_id": "s001",</a:t>
            </a:r>
          </a:p>
          <a:p>
            <a:r>
              <a:t>          "quote": "65"</a:t>
            </a:r>
          </a:p>
          <a:p>
            <a:r>
              <a:t>        }</a:t>
            </a:r>
          </a:p>
          <a:p>
            <a:r>
              <a:t>      ]</a:t>
            </a:r>
          </a:p>
          <a:p>
            <a:r>
              <a:t>    },</a:t>
            </a:r>
          </a:p>
          <a:p>
            <a:r>
              <a:t>    {</a:t>
            </a:r>
          </a:p>
          <a:p>
            <a:r>
              <a:t>      "value": 78.0,</a:t>
            </a:r>
          </a:p>
          <a:p>
            <a:r>
              <a:t>      "refs": [</a:t>
            </a:r>
          </a:p>
          <a:p>
            <a:r>
              <a:t>        {</a:t>
            </a:r>
          </a:p>
          <a:p>
            <a:r>
              <a:t>          "source_id": "s001",</a:t>
            </a:r>
          </a:p>
          <a:p>
            <a:r>
              <a:t>          "quote": "78"</a:t>
            </a:r>
          </a:p>
          <a:p>
            <a:r>
              <a:t>        }</a:t>
            </a:r>
          </a:p>
          <a:p>
            <a:r>
              <a:t>      ]</a:t>
            </a:r>
          </a:p>
          <a:p>
            <a:r>
              <a:t>    },</a:t>
            </a:r>
          </a:p>
          <a:p>
            <a:r>
              <a:t>    {</a:t>
            </a:r>
          </a:p>
          <a:p>
            <a:r>
              <a:t>      "value": 90.0,</a:t>
            </a:r>
          </a:p>
          <a:p>
            <a:r>
              <a:t>      "refs": [</a:t>
            </a:r>
          </a:p>
          <a:p>
            <a:r>
              <a:t>        {</a:t>
            </a:r>
          </a:p>
          <a:p>
            <a:r>
              <a:t>          "source_id": "s001",</a:t>
            </a:r>
          </a:p>
          <a:p>
            <a:r>
              <a:t>          "quote": "90"</a:t>
            </a:r>
          </a:p>
          <a:p>
            <a:r>
              <a:t>        }</a:t>
            </a:r>
          </a:p>
          <a:p>
            <a:r>
              <a:t>      ]</a:t>
            </a:r>
          </a:p>
          <a:p>
            <a:r>
              <a:t>    }</a:t>
            </a:r>
          </a:p>
          <a:p>
            <a:r>
              <a:t>  ],</a:t>
            </a:r>
          </a:p>
          <a:p>
            <a:r>
              <a:t>  "citations": {</a:t>
            </a:r>
          </a:p>
          <a:p>
            <a:r>
              <a:t>    "s001": "Public MIT sample: templates/freeform_parts_16x9.html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"d36e8ecde7c4c42eb6e198a5834dc957d8040b703dfd3616e458e7e73c1927af"</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注記つき散布図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記載例1と記載例2の関係</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単位、2026年</a:t>
            </a:r>
            <a:endParaRPr lang="en-US" sz="850" dirty="0"/>
          </a:p>
        </p:txBody>
      </p:sp>
      <p:graphicFrame>
        <p:nvGraphicFramePr>
          <p:cNvPr id="13" name="shape:013" descr=""/>
          <p:cNvGraphicFramePr/>
          <p:nvPr/>
        </p:nvGraphicFramePr>
        <p:xfrm>
          <a:off x="1206104" y="2062668"/>
          <a:ext cx="10484236" cy="3922949"/>
        </p:xfrm>
        <a:graphic>
          <a:graphicData uri="http://schemas.openxmlformats.org/drawingml/2006/chart">
            <c:chart xmlns:c="http://schemas.openxmlformats.org/drawingml/2006/chart" r:id="rId2"/>
          </a:graphicData>
        </a:graphic>
      </p:graphicFrame>
      <p:sp>
        <p:nvSpPr>
          <p:cNvPr id="14" name="shape:014"/>
          <p:cNvSpPr/>
          <p:nvPr/>
        </p:nvSpPr>
        <p:spPr>
          <a:xfrm>
            <a:off x="1434704" y="5757017"/>
            <a:ext cx="9935596" cy="0"/>
          </a:xfrm>
          <a:prstGeom prst="line">
            <a:avLst/>
          </a:prstGeom>
          <a:noFill/>
          <a:ln w="19050">
            <a:solidFill>
              <a:srgbClr val="322014"/>
            </a:solidFill>
            <a:prstDash val="solid"/>
          </a:ln>
        </p:spPr>
        <p:txBody>
          <a:bodyPr>
            <a:noAutofit/>
          </a:bodyPr>
          <a:p/>
        </p:txBody>
      </p:sp>
      <p:sp>
        <p:nvSpPr>
          <p:cNvPr id="15" name="shape:015"/>
          <p:cNvSpPr/>
          <p:nvPr/>
        </p:nvSpPr>
        <p:spPr>
          <a:xfrm>
            <a:off x="1434704" y="2199828"/>
            <a:ext cx="0" cy="3557189"/>
          </a:xfrm>
          <a:prstGeom prst="line">
            <a:avLst/>
          </a:prstGeom>
          <a:noFill/>
          <a:ln w="19050">
            <a:solidFill>
              <a:srgbClr val="322014"/>
            </a:solidFill>
            <a:prstDash val="solid"/>
          </a:ln>
        </p:spPr>
        <p:txBody>
          <a:bodyPr>
            <a:noAutofit/>
          </a:bodyPr>
          <a:p/>
        </p:txBody>
      </p:sp>
      <p:sp>
        <p:nvSpPr>
          <p:cNvPr id="16" name="shape:016"/>
          <p:cNvSpPr/>
          <p:nvPr/>
        </p:nvSpPr>
        <p:spPr>
          <a:xfrm>
            <a:off x="6303146" y="2199828"/>
            <a:ext cx="0" cy="3557189"/>
          </a:xfrm>
          <a:prstGeom prst="line">
            <a:avLst/>
          </a:prstGeom>
          <a:noFill/>
          <a:ln w="13970">
            <a:solidFill>
              <a:srgbClr val="C5A681"/>
            </a:solidFill>
            <a:prstDash val="dash"/>
          </a:ln>
        </p:spPr>
        <p:txBody>
          <a:bodyPr>
            <a:noAutofit/>
          </a:bodyPr>
          <a:p/>
        </p:txBody>
      </p:sp>
      <p:sp>
        <p:nvSpPr>
          <p:cNvPr id="17" name="shape:017"/>
          <p:cNvSpPr/>
          <p:nvPr/>
        </p:nvSpPr>
        <p:spPr>
          <a:xfrm>
            <a:off x="6394586" y="2254692"/>
            <a:ext cx="2743200" cy="182880"/>
          </a:xfrm>
          <a:prstGeom prst="rect">
            <a:avLst/>
          </a:prstGeom>
          <a:noFill/>
          <a:ln/>
        </p:spPr>
        <p:txBody>
          <a:bodyPr wrap="square" lIns="0" tIns="0" rIns="0" bIns="0" rtlCol="0" anchor="t">
            <a:noAutofit/>
          </a:bodyPr>
          <a:lstStyle/>
          <a:p>
            <a:pPr algn="l" indent="0" marL="0">
              <a:buNone/>
            </a:pPr>
            <a:r>
              <a:rPr lang="en-US" sz="900" i="1" dirty="0">
                <a:solidFill>
                  <a:srgbClr val="8A7B6B"/>
                </a:solidFill>
                <a:latin typeface="Yu Gothic" pitchFamily="34" charset="0"/>
                <a:ea typeface="Yu Gothic" pitchFamily="34" charset="-122"/>
                <a:cs typeface="Yu Gothic" pitchFamily="34" charset="-120"/>
              </a:rPr>
              <a:t>平均 49.0</a:t>
            </a:r>
            <a:endParaRPr lang="en-US" sz="900" dirty="0"/>
          </a:p>
        </p:txBody>
      </p:sp>
      <p:sp>
        <p:nvSpPr>
          <p:cNvPr id="18" name="shape:018"/>
          <p:cNvSpPr/>
          <p:nvPr/>
        </p:nvSpPr>
        <p:spPr>
          <a:xfrm>
            <a:off x="1562720" y="2276638"/>
            <a:ext cx="3657600" cy="201168"/>
          </a:xfrm>
          <a:prstGeom prst="rect">
            <a:avLst/>
          </a:prstGeom>
          <a:noFill/>
          <a:ln/>
        </p:spPr>
        <p:txBody>
          <a:bodyPr wrap="square" lIns="0" tIns="0" rIns="0" bIns="0" rtlCol="0" anchor="t">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記載例13が高い</a:t>
            </a:r>
            <a:endParaRPr lang="en-US" sz="1000" dirty="0"/>
          </a:p>
        </p:txBody>
      </p:sp>
      <p:sp>
        <p:nvSpPr>
          <p:cNvPr id="19" name="shape:019"/>
          <p:cNvSpPr/>
          <p:nvPr/>
        </p:nvSpPr>
        <p:spPr>
          <a:xfrm>
            <a:off x="1562720" y="5427833"/>
            <a:ext cx="3657600" cy="201168"/>
          </a:xfrm>
          <a:prstGeom prst="rect">
            <a:avLst/>
          </a:prstGeom>
          <a:noFill/>
          <a:ln/>
        </p:spPr>
        <p:txBody>
          <a:bodyPr wrap="square" lIns="0" tIns="0" rIns="0" bIns="0" rtlCol="0" anchor="b">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記載例14が低い</a:t>
            </a:r>
            <a:endParaRPr lang="en-US" sz="1000" dirty="0"/>
          </a:p>
        </p:txBody>
      </p:sp>
      <p:sp>
        <p:nvSpPr>
          <p:cNvPr id="20" name="shape:020"/>
          <p:cNvSpPr/>
          <p:nvPr/>
        </p:nvSpPr>
        <p:spPr>
          <a:xfrm>
            <a:off x="7584684" y="5427833"/>
            <a:ext cx="3657600" cy="201168"/>
          </a:xfrm>
          <a:prstGeom prst="rect">
            <a:avLst/>
          </a:prstGeom>
          <a:noFill/>
          <a:ln/>
        </p:spPr>
        <p:txBody>
          <a:bodyPr wrap="square" lIns="0" tIns="0" rIns="0" bIns="0" rtlCol="0" anchor="b">
            <a:noAutofit/>
          </a:bodyPr>
          <a:lstStyle/>
          <a:p>
            <a:pPr algn="r" indent="0" marL="0">
              <a:buNone/>
            </a:pPr>
            <a:r>
              <a:rPr lang="en-US" sz="1000" i="1" dirty="0">
                <a:solidFill>
                  <a:srgbClr val="5A3921"/>
                </a:solidFill>
                <a:latin typeface="Yu Gothic" pitchFamily="34" charset="0"/>
                <a:ea typeface="Yu Gothic" pitchFamily="34" charset="-122"/>
                <a:cs typeface="Yu Gothic" pitchFamily="34" charset="-120"/>
              </a:rPr>
              <a:t>記載例15が大きい →</a:t>
            </a:r>
            <a:endParaRPr lang="en-US" sz="10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