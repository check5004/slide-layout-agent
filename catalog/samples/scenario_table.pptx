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"scenario_table",</a:t>
            </a:r>
          </a:p>
          <a:p>
            <a:r>
              <a:t>  "variant": "warm",</a:t>
            </a:r>
          </a:p>
          <a:p>
            <a:r>
              <a:t>  "rationale": "Public template fixture; short fictional slot content; no private data.",</a:t>
            </a:r>
          </a:p>
          <a:p>
            <a:r>
              <a:t>  "source_sha256": "ce5d824ad817ae0accda2591e4234956f0c4427349cf9bddd19028ddd4572b66",</a:t>
            </a:r>
          </a:p>
          <a:p>
            <a:r>
              <a:t>  "evidence": [</a:t>
            </a:r>
          </a:p>
          <a:p>
            <a:r>
              <a:t>    {</a:t>
            </a:r>
          </a:p>
          <a:p>
            <a:r>
              <a:t>      "text": "シナリオ比較表",</a:t>
            </a:r>
          </a:p>
          <a:p>
            <a:r>
              <a:t>      "refs": [</a:t>
            </a:r>
          </a:p>
          <a:p>
            <a:r>
              <a:t>        {</a:t>
            </a:r>
          </a:p>
          <a:p>
            <a:r>
              <a:t>          "source_id": "s001",</a:t>
            </a:r>
          </a:p>
          <a:p>
            <a:r>
              <a:t>          "quote": "シナリオ比較表"</a:t>
            </a:r>
          </a:p>
          <a:p>
            <a:r>
              <a:t>        }</a:t>
            </a:r>
          </a:p>
          <a:p>
            <a:r>
              <a:t>      ],</a:t>
            </a:r>
          </a:p>
          <a:p>
            <a:r>
              <a:t>      "mode": "verbatim"</a:t>
            </a:r>
          </a:p>
          <a:p>
            <a:r>
              <a:t>    },</a:t>
            </a:r>
          </a:p>
          <a:p>
            <a:r>
              <a:t>    {</a:t>
            </a:r>
          </a:p>
          <a:p>
            <a:r>
              <a:t>      "text": "注：前提・注記を記載 出典：公開見本",</a:t>
            </a:r>
          </a:p>
          <a:p>
            <a:r>
              <a:t>      "refs": [</a:t>
            </a:r>
          </a:p>
          <a:p>
            <a:r>
              <a:t>        {</a:t>
            </a:r>
          </a:p>
          <a:p>
            <a:r>
              <a:t>          "source_id": "s001",</a:t>
            </a:r>
          </a:p>
          <a:p>
            <a:r>
              <a:t>          "quote": "注：前提・注記を記載 出典：公開見本"</a:t>
            </a:r>
          </a:p>
          <a:p>
            <a:r>
              <a:t>        }</a:t>
            </a:r>
          </a:p>
          <a:p>
            <a:r>
              <a:t>      ],</a:t>
            </a:r>
          </a:p>
          <a:p>
            <a:r>
              <a:t>      "mode": "verbatim"</a:t>
            </a:r>
          </a:p>
          <a:p>
            <a:r>
              <a:t>    },</a:t>
            </a:r>
          </a:p>
          <a:p>
            <a:r>
              <a:t>    {</a:t>
            </a:r>
          </a:p>
          <a:p>
            <a:r>
              <a:t>      "text": "シナリオ",</a:t>
            </a:r>
          </a:p>
          <a:p>
            <a:r>
              <a:t>      "refs": [</a:t>
            </a:r>
          </a:p>
          <a:p>
            <a:r>
              <a:t>        {</a:t>
            </a:r>
          </a:p>
          <a:p>
            <a:r>
              <a:t>          "source_id": "s001",</a:t>
            </a:r>
          </a:p>
          <a:p>
            <a:r>
              <a:t>          "quote": "シナリオ"</a:t>
            </a:r>
          </a:p>
          <a:p>
            <a:r>
              <a:t>        }</a:t>
            </a:r>
          </a:p>
          <a:p>
            <a:r>
              <a:t>      ],</a:t>
            </a:r>
          </a:p>
          <a:p>
            <a:r>
              <a:t>      "mode": "verbatim"</a:t>
            </a:r>
          </a:p>
          <a:p>
            <a:r>
              <a:t>    },</a:t>
            </a:r>
          </a:p>
          <a:p>
            <a:r>
              <a:t>    {</a:t>
            </a:r>
          </a:p>
          <a:p>
            <a:r>
              <a:t>      "text": "結果",</a:t>
            </a:r>
          </a:p>
          <a:p>
            <a:r>
              <a:t>      "refs": [</a:t>
            </a:r>
          </a:p>
          <a:p>
            <a:r>
              <a:t>        {</a:t>
            </a:r>
          </a:p>
          <a:p>
            <a:r>
              <a:t>          "source_id": "s001",</a:t>
            </a:r>
          </a:p>
          <a:p>
            <a:r>
              <a:t>          "quote": "結果"</a:t>
            </a:r>
          </a:p>
          <a:p>
            <a:r>
              <a:t>        }</a:t>
            </a:r>
          </a:p>
          <a:p>
            <a:r>
              <a:t>      ],</a:t>
            </a:r>
          </a:p>
          <a:p>
            <a:r>
              <a:t>      "mode": "verbatim"</a:t>
            </a:r>
          </a:p>
          <a:p>
            <a:r>
              <a:t>    },</a:t>
            </a:r>
          </a:p>
          <a:p>
            <a:r>
              <a:t>    {</a:t>
            </a:r>
          </a:p>
          <a:p>
            <a:r>
              <a:t>      "text": "前提",</a:t>
            </a:r>
          </a:p>
          <a:p>
            <a:r>
              <a:t>      "refs": [</a:t>
            </a:r>
          </a:p>
          <a:p>
            <a:r>
              <a:t>        {</a:t>
            </a:r>
          </a:p>
          <a:p>
            <a:r>
              <a:t>          "source_id": "s001",</a:t>
            </a:r>
          </a:p>
          <a:p>
            <a:r>
              <a:t>          "quote": "前提"</a:t>
            </a:r>
          </a:p>
          <a:p>
            <a:r>
              <a:t>        }</a:t>
            </a:r>
          </a:p>
          <a:p>
            <a:r>
              <a:t>      ],</a:t>
            </a:r>
          </a:p>
          <a:p>
            <a:r>
              <a:t>      "mode": "verbatim"</a:t>
            </a:r>
          </a:p>
          <a:p>
            <a:r>
              <a:t>    },</a:t>
            </a:r>
          </a:p>
          <a:p>
            <a:r>
              <a:t>    {</a:t>
            </a:r>
          </a:p>
          <a:p>
            <a:r>
              <a:t>      "text": "経営への含意",</a:t>
            </a:r>
          </a:p>
          <a:p>
            <a:r>
              <a:t>      "refs": [</a:t>
            </a:r>
          </a:p>
          <a:p>
            <a:r>
              <a:t>        {</a:t>
            </a:r>
          </a:p>
          <a:p>
            <a:r>
              <a:t>          "source_id": "s001",</a:t>
            </a:r>
          </a:p>
          <a:p>
            <a:r>
              <a:t>          "quote": "経営への含意"</a:t>
            </a:r>
          </a:p>
          <a:p>
            <a:r>
              <a:t>        }</a:t>
            </a:r>
          </a:p>
          <a:p>
            <a:r>
              <a:t>      ],</a:t>
            </a:r>
          </a:p>
          <a:p>
            <a:r>
              <a:t>      "mode": "verbatim"</a:t>
            </a:r>
          </a:p>
          <a:p>
            <a:r>
              <a:t>    },</a:t>
            </a:r>
          </a:p>
          <a:p>
            <a:r>
              <a:t>    {</a:t>
            </a:r>
          </a:p>
          <a:p>
            <a:r>
              <a:t>      "text": "項目1",</a:t>
            </a:r>
          </a:p>
          <a:p>
            <a:r>
              <a:t>      "refs": [</a:t>
            </a:r>
          </a:p>
          <a:p>
            <a:r>
              <a:t>        {</a:t>
            </a:r>
          </a:p>
          <a:p>
            <a:r>
              <a:t>          "source_id": "s001",</a:t>
            </a:r>
          </a:p>
          <a:p>
            <a:r>
              <a:t>          "quote": "項目1"</a:t>
            </a:r>
          </a:p>
          <a:p>
            <a:r>
              <a:t>        }</a:t>
            </a:r>
          </a:p>
          <a:p>
            <a:r>
              <a:t>      ],</a:t>
            </a:r>
          </a:p>
          <a:p>
            <a:r>
              <a:t>      "mode": "verbatim"</a:t>
            </a:r>
          </a:p>
          <a:p>
            <a:r>
              <a:t>    },</a:t>
            </a:r>
          </a:p>
          <a:p>
            <a:r>
              <a:t>    {</a:t>
            </a:r>
          </a:p>
          <a:p>
            <a:r>
              <a:t>      "text": "記載例1",</a:t>
            </a:r>
          </a:p>
          <a:p>
            <a:r>
              <a:t>      "refs": [</a:t>
            </a:r>
          </a:p>
          <a:p>
            <a:r>
              <a:t>        {</a:t>
            </a:r>
          </a:p>
          <a:p>
            <a:r>
              <a:t>          "source_id": "s001",</a:t>
            </a:r>
          </a:p>
          <a:p>
            <a:r>
              <a:t>          "quote": "記載例1"</a:t>
            </a:r>
          </a:p>
          <a:p>
            <a:r>
              <a:t>        }</a:t>
            </a:r>
          </a:p>
          <a:p>
            <a:r>
              <a:t>      ],</a:t>
            </a:r>
          </a:p>
          <a:p>
            <a:r>
              <a:t>      "mode": "verbatim"</a:t>
            </a:r>
          </a:p>
          <a:p>
            <a:r>
              <a:t>    },</a:t>
            </a:r>
          </a:p>
          <a:p>
            <a:r>
              <a:t>    {</a:t>
            </a:r>
          </a:p>
          <a:p>
            <a:r>
              <a:t>      "text": "前提1-1：TextをTextと置く\n前提1-2：Textは変わらないとする",</a:t>
            </a:r>
          </a:p>
          <a:p>
            <a:r>
              <a:t>      "refs": [</a:t>
            </a:r>
          </a:p>
          <a:p>
            <a:r>
              <a:t>        {</a:t>
            </a:r>
          </a:p>
          <a:p>
            <a:r>
              <a:t>          "source_id": "s001",</a:t>
            </a:r>
          </a:p>
          <a:p>
            <a:r>
              <a:t>          "quote": "前提1-1：TextをTextと置く\n前提1-2：Textは変わらないとする"</a:t>
            </a:r>
          </a:p>
          <a:p>
            <a:r>
              <a:t>        }</a:t>
            </a:r>
          </a:p>
          <a:p>
            <a:r>
              <a:t>      ],</a:t>
            </a:r>
          </a:p>
          <a:p>
            <a:r>
              <a:t>      "mode": "verbatim"</a:t>
            </a:r>
          </a:p>
          <a:p>
            <a:r>
              <a:t>    },</a:t>
            </a:r>
          </a:p>
          <a:p>
            <a:r>
              <a:t>    {</a:t>
            </a:r>
          </a:p>
          <a:p>
            <a:r>
              <a:t>      "text": "記載例1を記載例2まで積み増す\n記載例3の判断をN月に前倒す",</a:t>
            </a:r>
          </a:p>
          <a:p>
            <a:r>
              <a:t>      "refs": [</a:t>
            </a:r>
          </a:p>
          <a:p>
            <a:r>
              <a:t>        {</a:t>
            </a:r>
          </a:p>
          <a:p>
            <a:r>
              <a:t>          "source_id": "s001",</a:t>
            </a:r>
          </a:p>
          <a:p>
            <a:r>
              <a:t>          "quote": "記載例1を記載例2まで積み増す\n記載例3の判断をN月に前倒す"</a:t>
            </a:r>
          </a:p>
          <a:p>
            <a:r>
              <a:t>        }</a:t>
            </a:r>
          </a:p>
          <a:p>
            <a:r>
              <a:t>      ],</a:t>
            </a:r>
          </a:p>
          <a:p>
            <a:r>
              <a:t>      "mode": "verbatim"</a:t>
            </a:r>
          </a:p>
          <a:p>
            <a:r>
              <a:t>    },</a:t>
            </a:r>
          </a:p>
          <a:p>
            <a:r>
              <a:t>    {</a:t>
            </a:r>
          </a:p>
          <a:p>
            <a:r>
              <a:t>      "text": "項目2",</a:t>
            </a:r>
          </a:p>
          <a:p>
            <a:r>
              <a:t>      "refs": [</a:t>
            </a:r>
          </a:p>
          <a:p>
            <a:r>
              <a:t>        {</a:t>
            </a:r>
          </a:p>
          <a:p>
            <a:r>
              <a:t>          "source_id": "s001",</a:t>
            </a:r>
          </a:p>
          <a:p>
            <a:r>
              <a:t>          "quote": "項目2"</a:t>
            </a:r>
          </a:p>
          <a:p>
            <a:r>
              <a:t>        }</a:t>
            </a:r>
          </a:p>
          <a:p>
            <a:r>
              <a:t>      ],</a:t>
            </a:r>
          </a:p>
          <a:p>
            <a:r>
              <a:t>      "mode": "verbatim"</a:t>
            </a:r>
          </a:p>
          <a:p>
            <a:r>
              <a:t>    },</a:t>
            </a:r>
          </a:p>
          <a:p>
            <a:r>
              <a:t>    {</a:t>
            </a:r>
          </a:p>
          <a:p>
            <a:r>
              <a:t>      "text": "記載例4",</a:t>
            </a:r>
          </a:p>
          <a:p>
            <a:r>
              <a:t>      "refs": [</a:t>
            </a:r>
          </a:p>
          <a:p>
            <a:r>
              <a:t>        {</a:t>
            </a:r>
          </a:p>
          <a:p>
            <a:r>
              <a:t>          "source_id": "s001",</a:t>
            </a:r>
          </a:p>
          <a:p>
            <a:r>
              <a:t>          "quote": "記載例4"</a:t>
            </a:r>
          </a:p>
          <a:p>
            <a:r>
              <a:t>        }</a:t>
            </a:r>
          </a:p>
          <a:p>
            <a:r>
              <a:t>      ],</a:t>
            </a:r>
          </a:p>
          <a:p>
            <a:r>
              <a:t>      "mode": "verbatim"</a:t>
            </a:r>
          </a:p>
          <a:p>
            <a:r>
              <a:t>    },</a:t>
            </a:r>
          </a:p>
          <a:p>
            <a:r>
              <a:t>    {</a:t>
            </a:r>
          </a:p>
          <a:p>
            <a:r>
              <a:t>      "text": "前提2-1：TextをTextと置く\n前提2-2：Textは変わらないとする",</a:t>
            </a:r>
          </a:p>
          <a:p>
            <a:r>
              <a:t>      "refs": [</a:t>
            </a:r>
          </a:p>
          <a:p>
            <a:r>
              <a:t>        {</a:t>
            </a:r>
          </a:p>
          <a:p>
            <a:r>
              <a:t>          "source_id": "s001",</a:t>
            </a:r>
          </a:p>
          <a:p>
            <a:r>
              <a:t>          "quote": "前提2-1：TextをTextと置く\n前提2-2：Textは変わらないとする"</a:t>
            </a:r>
          </a:p>
          <a:p>
            <a:r>
              <a:t>        }</a:t>
            </a:r>
          </a:p>
          <a:p>
            <a:r>
              <a:t>      ],</a:t>
            </a:r>
          </a:p>
          <a:p>
            <a:r>
              <a:t>      "mode": "verbatim"</a:t>
            </a:r>
          </a:p>
          <a:p>
            <a:r>
              <a:t>    },</a:t>
            </a:r>
          </a:p>
          <a:p>
            <a:r>
              <a:t>    {</a:t>
            </a:r>
          </a:p>
          <a:p>
            <a:r>
              <a:t>      "text": "記載例4を記載例5まで積み増す\n記載例6の判断をN月に前倒す",</a:t>
            </a:r>
          </a:p>
          <a:p>
            <a:r>
              <a:t>      "refs": [</a:t>
            </a:r>
          </a:p>
          <a:p>
            <a:r>
              <a:t>        {</a:t>
            </a:r>
          </a:p>
          <a:p>
            <a:r>
              <a:t>          "source_id": "s001",</a:t>
            </a:r>
          </a:p>
          <a:p>
            <a:r>
              <a:t>          "quote": "記載例4を記載例5まで積み増す\n記載例6の判断をN月に前倒す"</a:t>
            </a:r>
          </a:p>
          <a:p>
            <a:r>
              <a:t>        }</a:t>
            </a:r>
          </a:p>
          <a:p>
            <a:r>
              <a:t>      ],</a:t>
            </a:r>
          </a:p>
          <a:p>
            <a:r>
              <a:t>      "mode": "verbatim"</a:t>
            </a:r>
          </a:p>
          <a:p>
            <a:r>
              <a:t>    },</a:t>
            </a:r>
          </a:p>
          <a:p>
            <a:r>
              <a:t>    {</a:t>
            </a:r>
          </a:p>
          <a:p>
            <a:r>
              <a:t>      "text": "項目3",</a:t>
            </a:r>
          </a:p>
          <a:p>
            <a:r>
              <a:t>      "refs": [</a:t>
            </a:r>
          </a:p>
          <a:p>
            <a:r>
              <a:t>        {</a:t>
            </a:r>
          </a:p>
          <a:p>
            <a:r>
              <a:t>          "source_id": "s001",</a:t>
            </a:r>
          </a:p>
          <a:p>
            <a:r>
              <a:t>          "quote": "項目3"</a:t>
            </a:r>
          </a:p>
          <a:p>
            <a:r>
              <a:t>        }</a:t>
            </a:r>
          </a:p>
          <a:p>
            <a:r>
              <a:t>      ],</a:t>
            </a:r>
          </a:p>
          <a:p>
            <a:r>
              <a:t>      "mode": "verbatim"</a:t>
            </a:r>
          </a:p>
          <a:p>
            <a:r>
              <a:t>    },</a:t>
            </a:r>
          </a:p>
          <a:p>
            <a:r>
              <a:t>    {</a:t>
            </a:r>
          </a:p>
          <a:p>
            <a:r>
              <a:t>      "text": "記載例7",</a:t>
            </a:r>
          </a:p>
          <a:p>
            <a:r>
              <a:t>      "refs": [</a:t>
            </a:r>
          </a:p>
          <a:p>
            <a:r>
              <a:t>        {</a:t>
            </a:r>
          </a:p>
          <a:p>
            <a:r>
              <a:t>          "source_id": "s001",</a:t>
            </a:r>
          </a:p>
          <a:p>
            <a:r>
              <a:t>          "quote": "記載例7"</a:t>
            </a:r>
          </a:p>
          <a:p>
            <a:r>
              <a:t>        }</a:t>
            </a:r>
          </a:p>
          <a:p>
            <a:r>
              <a:t>      ],</a:t>
            </a:r>
          </a:p>
          <a:p>
            <a:r>
              <a:t>      "mode": "verbatim"</a:t>
            </a:r>
          </a:p>
          <a:p>
            <a:r>
              <a:t>    },</a:t>
            </a:r>
          </a:p>
          <a:p>
            <a:r>
              <a:t>    {</a:t>
            </a:r>
          </a:p>
          <a:p>
            <a:r>
              <a:t>      "text": "前提3-1：TextをTextと置く\n前提3-2：Textは変わらないとする",</a:t>
            </a:r>
          </a:p>
          <a:p>
            <a:r>
              <a:t>      "refs": [</a:t>
            </a:r>
          </a:p>
          <a:p>
            <a:r>
              <a:t>        {</a:t>
            </a:r>
          </a:p>
          <a:p>
            <a:r>
              <a:t>          "source_id": "s001",</a:t>
            </a:r>
          </a:p>
          <a:p>
            <a:r>
              <a:t>          "quote": "前提3-1：TextをTextと置く\n前提3-2：Textは変わらないとする"</a:t>
            </a:r>
          </a:p>
          <a:p>
            <a:r>
              <a:t>        }</a:t>
            </a:r>
          </a:p>
          <a:p>
            <a:r>
              <a:t>      ],</a:t>
            </a:r>
          </a:p>
          <a:p>
            <a:r>
              <a:t>      "mode": "verbatim"</a:t>
            </a:r>
          </a:p>
          <a:p>
            <a:r>
              <a:t>    },</a:t>
            </a:r>
          </a:p>
          <a:p>
            <a:r>
              <a:t>    {</a:t>
            </a:r>
          </a:p>
          <a:p>
            <a:r>
              <a:t>      "text": "記載例7を記載例8まで積み増す\n記載例9の判断をN月に前倒す",</a:t>
            </a:r>
          </a:p>
          <a:p>
            <a:r>
              <a:t>      "refs": [</a:t>
            </a:r>
          </a:p>
          <a:p>
            <a:r>
              <a:t>        {</a:t>
            </a:r>
          </a:p>
          <a:p>
            <a:r>
              <a:t>          "source_id": "s001",</a:t>
            </a:r>
          </a:p>
          <a:p>
            <a:r>
              <a:t>          "quote": "記載例7を記載例8まで積み増す\n記載例9の判断をN月に前倒す"</a:t>
            </a:r>
          </a:p>
          <a:p>
            <a:r>
              <a:t>        }</a:t>
            </a:r>
          </a:p>
          <a:p>
            <a:r>
              <a:t>      ],</a:t>
            </a:r>
          </a:p>
          <a:p>
            <a:r>
              <a:t>      "mode": "verbatim"</a:t>
            </a:r>
          </a:p>
          <a:p>
            <a:r>
              <a:t>    }</a:t>
            </a:r>
          </a:p>
          <a:p>
            <a:r>
              <a:t>  ],</a:t>
            </a:r>
          </a:p>
          <a:p>
            <a:r>
              <a:t>  "citations": {</a:t>
            </a:r>
          </a:p>
          <a:p>
            <a:r>
              <a:t>    "s001": "Public MIT sample: templates/freeform_parts_more_16x9.html section 11"</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"5694c1628a98813eee3b6f59cd72612a98aab35d30359b725241bde445a0926a"</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m11</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シナリオ比較表</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注：前提・注記を記載 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a:t>
            </a:r>
            <a:endParaRPr lang="en-US" sz="750" dirty="0"/>
          </a:p>
        </p:txBody>
      </p:sp>
      <p:graphicFrame>
        <p:nvGraphicFramePr>
          <p:cNvPr id="30" name="shape:030"/>
          <p:cNvGraphicFramePr>
            <a:graphicFrameLocks noGrp="1"/>
          </p:cNvGraphicFramePr>
          <p:nvPr>
            <p:extLst>
              <p:ext uri="{D42A27DB-BD31-4B8C-83A1-F6EECF244321}">
                <p14:modId xmlns:p14="http://schemas.microsoft.com/office/powerpoint/2010/main" val="1579011935"/>
              </p:ext>
            </p:extLst>
          </p:nvPr>
        </p:nvGraphicFramePr>
        <p:xfrm>
          <a:off x="576072" y="2029968"/>
          <a:ext cx="11091672" cy="3950208"/>
        </p:xfrm>
        <a:graphic>
          <a:graphicData uri="http://schemas.openxmlformats.org/drawingml/2006/table">
            <a:tbl>
              <a:tblPr/>
              <a:tblGrid>
                <a:gridCol w="1554480"/>
                <a:gridCol w="1737360"/>
                <a:gridCol w="3931920"/>
                <a:gridCol w="3867912"/>
              </a:tblGrid>
              <a:tr h="384048">
                <a:tc>
                  <a:txBody>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シナリオ</a:t>
                      </a:r>
                      <a:endParaRPr lang="en-US" sz="12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15240" cap="flat" cmpd="sng" algn="ctr">
                      <a:solidFill>
                        <a:srgbClr val="322014"/>
                      </a:solidFill>
                      <a:prstDash val="solid"/>
                      <a:round/>
                      <a:headEnd type="none" w="med" len="med"/>
                      <a:tailEnd type="none" w="med" len="med"/>
                    </a:lnB>
                  </a:tcPr>
                </a:tc>
                <a:tc>
                  <a:txBody>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結果</a:t>
                      </a:r>
                      <a:endParaRPr lang="en-US" sz="12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15240" cap="flat" cmpd="sng" algn="ctr">
                      <a:solidFill>
                        <a:srgbClr val="322014"/>
                      </a:solidFill>
                      <a:prstDash val="solid"/>
                      <a:round/>
                      <a:headEnd type="none" w="med" len="med"/>
                      <a:tailEnd type="none" w="med" len="med"/>
                    </a:lnB>
                  </a:tcPr>
                </a:tc>
                <a:tc>
                  <a:txBody>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前提</a:t>
                      </a:r>
                      <a:endParaRPr lang="en-US" sz="12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15240" cap="flat" cmpd="sng" algn="ctr">
                      <a:solidFill>
                        <a:srgbClr val="322014"/>
                      </a:solidFill>
                      <a:prstDash val="solid"/>
                      <a:round/>
                      <a:headEnd type="none" w="med" len="med"/>
                      <a:tailEnd type="none" w="med" len="med"/>
                    </a:lnB>
                  </a:tcPr>
                </a:tc>
                <a:tc>
                  <a:txBody>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経営への含意</a:t>
                      </a:r>
                      <a:endParaRPr lang="en-US" sz="12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15240" cap="flat" cmpd="sng" algn="ctr">
                      <a:solidFill>
                        <a:srgbClr val="322014"/>
                      </a:solidFill>
                      <a:prstDash val="solid"/>
                      <a:round/>
                      <a:headEnd type="none" w="med" len="med"/>
                      <a:tailEnd type="none" w="med" len="med"/>
                    </a:lnB>
                  </a:tcPr>
                </a:tc>
              </a:tr>
              <a:tr h="1188720">
                <a:tc>
                  <a:txBody>
                    <a:bodyPr/>
                    <a:lstStyle/>
                    <a:p>
                      <a:pPr algn="l" indent="0" marL="0">
                        <a:buNone/>
                      </a:pPr>
                      <a:r>
                        <a:rPr lang="en-US" sz="1050" b="1" dirty="0">
                          <a:solidFill>
                            <a:srgbClr val="322014"/>
                          </a:solidFill>
                          <a:latin typeface="Yu Gothic" pitchFamily="34" charset="0"/>
                          <a:ea typeface="Yu Gothic" pitchFamily="34" charset="-122"/>
                          <a:cs typeface="Yu Gothic" pitchFamily="34" charset="-120"/>
                        </a:rPr>
                        <a:t>項目1</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indent="0" marL="0">
                        <a:buNone/>
                      </a:pPr>
                      <a:r>
                        <a:rPr lang="en-US" sz="1050" b="1" dirty="0">
                          <a:solidFill>
                            <a:srgbClr val="5A3921"/>
                          </a:solidFill>
                          <a:latin typeface="Yu Gothic" pitchFamily="34" charset="0"/>
                          <a:ea typeface="Yu Gothic" pitchFamily="34" charset="-122"/>
                          <a:cs typeface="Yu Gothic" pitchFamily="34" charset="-120"/>
                        </a:rPr>
                        <a:t>記載例1</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前提1-1：TextをTextと置く</a:t>
                      </a:r>
                      <a:endParaRPr lang="en-US" sz="1050" dirty="0">
                        <a:latin typeface="Yu Gothic" charset="0"/>
                        <a:ea typeface="Yu Gothic" charset="0"/>
                        <a:cs typeface="Yu Gothic" charset="0"/>
                      </a:endParaRPr>
                    </a:p>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前提1-2：Textは変わらないとする</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記載例1を記載例2まで積み増す</a:t>
                      </a:r>
                      <a:endParaRPr lang="en-US" sz="1050" dirty="0">
                        <a:latin typeface="Yu Gothic" charset="0"/>
                        <a:ea typeface="Yu Gothic" charset="0"/>
                        <a:cs typeface="Yu Gothic" charset="0"/>
                      </a:endParaRPr>
                    </a:p>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記載例3の判断をN月に前倒す</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r>
              <a:tr h="1188720">
                <a:tc>
                  <a:txBody>
                    <a:bodyPr/>
                    <a:lstStyle/>
                    <a:p>
                      <a:pPr algn="l" indent="0" marL="0">
                        <a:buNone/>
                      </a:pPr>
                      <a:r>
                        <a:rPr lang="en-US" sz="1050" b="1" dirty="0">
                          <a:solidFill>
                            <a:srgbClr val="322014"/>
                          </a:solidFill>
                          <a:latin typeface="Yu Gothic" pitchFamily="34" charset="0"/>
                          <a:ea typeface="Yu Gothic" pitchFamily="34" charset="-122"/>
                          <a:cs typeface="Yu Gothic" pitchFamily="34" charset="-120"/>
                        </a:rPr>
                        <a:t>項目2</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indent="0" marL="0">
                        <a:buNone/>
                      </a:pPr>
                      <a:r>
                        <a:rPr lang="en-US" sz="1050" b="1" dirty="0">
                          <a:solidFill>
                            <a:srgbClr val="5A3921"/>
                          </a:solidFill>
                          <a:latin typeface="Yu Gothic" pitchFamily="34" charset="0"/>
                          <a:ea typeface="Yu Gothic" pitchFamily="34" charset="-122"/>
                          <a:cs typeface="Yu Gothic" pitchFamily="34" charset="-120"/>
                        </a:rPr>
                        <a:t>記載例4</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前提2-1：TextをTextと置く</a:t>
                      </a:r>
                      <a:endParaRPr lang="en-US" sz="1050" dirty="0">
                        <a:latin typeface="Yu Gothic" charset="0"/>
                        <a:ea typeface="Yu Gothic" charset="0"/>
                        <a:cs typeface="Yu Gothic" charset="0"/>
                      </a:endParaRPr>
                    </a:p>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前提2-2：Textは変わらないとする</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記載例4を記載例5まで積み増す</a:t>
                      </a:r>
                      <a:endParaRPr lang="en-US" sz="1050" dirty="0">
                        <a:latin typeface="Yu Gothic" charset="0"/>
                        <a:ea typeface="Yu Gothic" charset="0"/>
                        <a:cs typeface="Yu Gothic" charset="0"/>
                      </a:endParaRPr>
                    </a:p>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記載例6の判断をN月に前倒す</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r>
              <a:tr h="1188720">
                <a:tc>
                  <a:txBody>
                    <a:bodyPr/>
                    <a:lstStyle/>
                    <a:p>
                      <a:pPr algn="l" indent="0" marL="0">
                        <a:buNone/>
                      </a:pPr>
                      <a:r>
                        <a:rPr lang="en-US" sz="1050" b="1" dirty="0">
                          <a:solidFill>
                            <a:srgbClr val="322014"/>
                          </a:solidFill>
                          <a:latin typeface="Yu Gothic" pitchFamily="34" charset="0"/>
                          <a:ea typeface="Yu Gothic" pitchFamily="34" charset="-122"/>
                          <a:cs typeface="Yu Gothic" pitchFamily="34" charset="-120"/>
                        </a:rPr>
                        <a:t>項目3</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indent="0" marL="0">
                        <a:buNone/>
                      </a:pPr>
                      <a:r>
                        <a:rPr lang="en-US" sz="1050" b="1" dirty="0">
                          <a:solidFill>
                            <a:srgbClr val="5A3921"/>
                          </a:solidFill>
                          <a:latin typeface="Yu Gothic" pitchFamily="34" charset="0"/>
                          <a:ea typeface="Yu Gothic" pitchFamily="34" charset="-122"/>
                          <a:cs typeface="Yu Gothic" pitchFamily="34" charset="-120"/>
                        </a:rPr>
                        <a:t>記載例7</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前提3-1：TextをTextと置く</a:t>
                      </a:r>
                      <a:endParaRPr lang="en-US" sz="1050" dirty="0">
                        <a:latin typeface="Yu Gothic" charset="0"/>
                        <a:ea typeface="Yu Gothic" charset="0"/>
                        <a:cs typeface="Yu Gothic" charset="0"/>
                      </a:endParaRPr>
                    </a:p>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前提3-2：Textは変わらないとする</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記載例7を記載例8まで積み増す</a:t>
                      </a:r>
                      <a:endParaRPr lang="en-US" sz="1050" dirty="0">
                        <a:latin typeface="Yu Gothic" charset="0"/>
                        <a:ea typeface="Yu Gothic" charset="0"/>
                        <a:cs typeface="Yu Gothic" charset="0"/>
                      </a:endParaRPr>
                    </a:p>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記載例9の判断をN月に前倒す</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r>
            </a:tbl>
          </a:graphicData>
        </a:graphic>
      </p:graphicFrame>
      <p:sp>
        <p:nvSpPr>
          <p:cNvPr id="31"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