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"scenario_table",</a:t>
            </a:r>
          </a:p>
          <a:p>
            <a:r>
              <a:t>  "variant": "warm",</a:t>
            </a:r>
          </a:p>
          <a:p>
            <a:r>
              <a:t>  "rationale": "Public template fixture; short fictional slot content; no private data.",</a:t>
            </a:r>
          </a:p>
          <a:p>
            <a:r>
              <a:t>  "source_sha256": "ce5d824ad817ae0accda2591e4234956f0c4427349cf9bddd19028ddd4572b66",</a:t>
            </a:r>
          </a:p>
          <a:p>
            <a:r>
              <a:t>  "evidence": [</a:t>
            </a:r>
          </a:p>
          <a:p>
            <a:r>
              <a:t>    {</a:t>
            </a:r>
          </a:p>
          <a:p>
            <a:r>
              <a:t>      "text": "シナリオ比較表",</a:t>
            </a:r>
          </a:p>
          <a:p>
            <a:r>
              <a:t>      "refs": [</a:t>
            </a:r>
          </a:p>
          <a:p>
            <a:r>
              <a:t>        {</a:t>
            </a:r>
          </a:p>
          <a:p>
            <a:r>
              <a:t>          "source_id": "s001",</a:t>
            </a:r>
          </a:p>
          <a:p>
            <a:r>
              <a:t>          "quote": "シナリオ比較表"</a:t>
            </a:r>
          </a:p>
          <a:p>
            <a:r>
              <a:t>        }</a:t>
            </a:r>
          </a:p>
          <a:p>
            <a:r>
              <a:t>      ],</a:t>
            </a:r>
          </a:p>
          <a:p>
            <a:r>
              <a:t>      "mode": "verbatim"</a:t>
            </a:r>
          </a:p>
          <a:p>
            <a:r>
              <a:t>    },</a:t>
            </a:r>
          </a:p>
          <a:p>
            <a:r>
              <a:t>    {</a:t>
            </a:r>
          </a:p>
          <a:p>
            <a:r>
              <a:t>      "text": "注：前提・注記を記載 出典：公開見本",</a:t>
            </a:r>
          </a:p>
          <a:p>
            <a:r>
              <a:t>      "refs": [</a:t>
            </a:r>
          </a:p>
          <a:p>
            <a:r>
              <a:t>        {</a:t>
            </a:r>
          </a:p>
          <a:p>
            <a:r>
              <a:t>          "source_id": "s001",</a:t>
            </a:r>
          </a:p>
          <a:p>
            <a:r>
              <a:t>          "quote": "注：前提・注記を記載 出典：公開見本"</a:t>
            </a:r>
          </a:p>
          <a:p>
            <a:r>
              <a:t>        }</a:t>
            </a:r>
          </a:p>
          <a:p>
            <a:r>
              <a:t>      ],</a:t>
            </a:r>
          </a:p>
          <a:p>
            <a:r>
              <a:t>      "mode": "verbatim"</a:t>
            </a:r>
          </a:p>
          <a:p>
            <a:r>
              <a:t>    },</a:t>
            </a:r>
          </a:p>
          <a:p>
            <a:r>
              <a:t>    {</a:t>
            </a:r>
          </a:p>
          <a:p>
            <a:r>
              <a:t>      "text": "シナリオ",</a:t>
            </a:r>
          </a:p>
          <a:p>
            <a:r>
              <a:t>      "refs": [</a:t>
            </a:r>
          </a:p>
          <a:p>
            <a:r>
              <a:t>        {</a:t>
            </a:r>
          </a:p>
          <a:p>
            <a:r>
              <a:t>          "source_id": "s001",</a:t>
            </a:r>
          </a:p>
          <a:p>
            <a:r>
              <a:t>          "quote": "シナリオ"</a:t>
            </a:r>
          </a:p>
          <a:p>
            <a:r>
              <a:t>        }</a:t>
            </a:r>
          </a:p>
          <a:p>
            <a:r>
              <a:t>      ],</a:t>
            </a:r>
          </a:p>
          <a:p>
            <a:r>
              <a:t>      "mode": "verbatim"</a:t>
            </a:r>
          </a:p>
          <a:p>
            <a:r>
              <a:t>    },</a:t>
            </a:r>
          </a:p>
          <a:p>
            <a:r>
              <a:t>    {</a:t>
            </a:r>
          </a:p>
          <a:p>
            <a:r>
              <a:t>      "text": "結果",</a:t>
            </a:r>
          </a:p>
          <a:p>
            <a:r>
              <a:t>      "refs": [</a:t>
            </a:r>
          </a:p>
          <a:p>
            <a:r>
              <a:t>        {</a:t>
            </a:r>
          </a:p>
          <a:p>
            <a:r>
              <a:t>          "source_id": "s001",</a:t>
            </a:r>
          </a:p>
          <a:p>
            <a:r>
              <a:t>          "quote": "結果"</a:t>
            </a:r>
          </a:p>
          <a:p>
            <a:r>
              <a:t>        }</a:t>
            </a:r>
          </a:p>
          <a:p>
            <a:r>
              <a:t>      ],</a:t>
            </a:r>
          </a:p>
          <a:p>
            <a:r>
              <a:t>      "mode": "verbatim"</a:t>
            </a:r>
          </a:p>
          <a:p>
            <a:r>
              <a:t>    },</a:t>
            </a:r>
          </a:p>
          <a:p>
            <a:r>
              <a:t>    {</a:t>
            </a:r>
          </a:p>
          <a:p>
            <a:r>
              <a:t>      "text": "前提",</a:t>
            </a:r>
          </a:p>
          <a:p>
            <a:r>
              <a:t>      "refs": [</a:t>
            </a:r>
          </a:p>
          <a:p>
            <a:r>
              <a:t>        {</a:t>
            </a:r>
          </a:p>
          <a:p>
            <a:r>
              <a:t>          "source_id": "s001",</a:t>
            </a:r>
          </a:p>
          <a:p>
            <a:r>
              <a:t>          "quote": "前提"</a:t>
            </a:r>
          </a:p>
          <a:p>
            <a:r>
              <a:t>        }</a:t>
            </a:r>
          </a:p>
          <a:p>
            <a:r>
              <a:t>      ],</a:t>
            </a:r>
          </a:p>
          <a:p>
            <a:r>
              <a:t>      "mode": "verbatim"</a:t>
            </a:r>
          </a:p>
          <a:p>
            <a:r>
              <a:t>    },</a:t>
            </a:r>
          </a:p>
          <a:p>
            <a:r>
              <a:t>    {</a:t>
            </a:r>
          </a:p>
          <a:p>
            <a:r>
              <a:t>      "text": "経営への含意",</a:t>
            </a:r>
          </a:p>
          <a:p>
            <a:r>
              <a:t>      "refs": [</a:t>
            </a:r>
          </a:p>
          <a:p>
            <a:r>
              <a:t>        {</a:t>
            </a:r>
          </a:p>
          <a:p>
            <a:r>
              <a:t>          "source_id": "s001",</a:t>
            </a:r>
          </a:p>
          <a:p>
            <a:r>
              <a:t>          "quote": "経営への含意"</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"前提1-1：TextをTextと置く\n前提1-2：Textは変わらないとする",</a:t>
            </a:r>
          </a:p>
          <a:p>
            <a:r>
              <a:t>      "refs": [</a:t>
            </a:r>
          </a:p>
          <a:p>
            <a:r>
              <a:t>        {</a:t>
            </a:r>
          </a:p>
          <a:p>
            <a:r>
              <a:t>          "source_id": "s001",</a:t>
            </a:r>
          </a:p>
          <a:p>
            <a:r>
              <a:t>          "quote": "前提1-1：TextをTextと置く\n前提1-2：Textは変わらないとする"</a:t>
            </a:r>
          </a:p>
          <a:p>
            <a:r>
              <a:t>        }</a:t>
            </a:r>
          </a:p>
          <a:p>
            <a:r>
              <a:t>      ],</a:t>
            </a:r>
          </a:p>
          <a:p>
            <a:r>
              <a:t>      "mode": "verbatim"</a:t>
            </a:r>
          </a:p>
          <a:p>
            <a:r>
              <a:t>    },</a:t>
            </a:r>
          </a:p>
          <a:p>
            <a:r>
              <a:t>    {</a:t>
            </a:r>
          </a:p>
          <a:p>
            <a:r>
              <a:t>      "text": "記載例1を記載例2まで積み増す\n記載例3の判断をN月に前倒す",</a:t>
            </a:r>
          </a:p>
          <a:p>
            <a:r>
              <a:t>      "refs": [</a:t>
            </a:r>
          </a:p>
          <a:p>
            <a:r>
              <a:t>        {</a:t>
            </a:r>
          </a:p>
          <a:p>
            <a:r>
              <a:t>          "source_id": "s001",</a:t>
            </a:r>
          </a:p>
          <a:p>
            <a:r>
              <a:t>          "quote": "記載例1を記載例2まで積み増す\n記載例3の判断をN月に前倒す"</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"前提2-1：TextをTextと置く\n前提2-2：Textは変わらないとする",</a:t>
            </a:r>
          </a:p>
          <a:p>
            <a:r>
              <a:t>      "refs": [</a:t>
            </a:r>
          </a:p>
          <a:p>
            <a:r>
              <a:t>        {</a:t>
            </a:r>
          </a:p>
          <a:p>
            <a:r>
              <a:t>          "source_id": "s001",</a:t>
            </a:r>
          </a:p>
          <a:p>
            <a:r>
              <a:t>          "quote": "前提2-1：TextをTextと置く\n前提2-2：Textは変わらないとする"</a:t>
            </a:r>
          </a:p>
          <a:p>
            <a:r>
              <a:t>        }</a:t>
            </a:r>
          </a:p>
          <a:p>
            <a:r>
              <a:t>      ],</a:t>
            </a:r>
          </a:p>
          <a:p>
            <a:r>
              <a:t>      "mode": "verbatim"</a:t>
            </a:r>
          </a:p>
          <a:p>
            <a:r>
              <a:t>    },</a:t>
            </a:r>
          </a:p>
          <a:p>
            <a:r>
              <a:t>    {</a:t>
            </a:r>
          </a:p>
          <a:p>
            <a:r>
              <a:t>      "text": "記載例4を記載例5まで積み増す\n記載例6の判断をN月に前倒す",</a:t>
            </a:r>
          </a:p>
          <a:p>
            <a:r>
              <a:t>      "refs": [</a:t>
            </a:r>
          </a:p>
          <a:p>
            <a:r>
              <a:t>        {</a:t>
            </a:r>
          </a:p>
          <a:p>
            <a:r>
              <a:t>          "source_id": "s001",</a:t>
            </a:r>
          </a:p>
          <a:p>
            <a:r>
              <a:t>          "quote": "記載例4を記載例5まで積み増す\n記載例6の判断をN月に前倒す"</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"記載例7",</a:t>
            </a:r>
          </a:p>
          <a:p>
            <a:r>
              <a:t>      "refs": [</a:t>
            </a:r>
          </a:p>
          <a:p>
            <a:r>
              <a:t>        {</a:t>
            </a:r>
          </a:p>
          <a:p>
            <a:r>
              <a:t>          "source_id": "s001",</a:t>
            </a:r>
          </a:p>
          <a:p>
            <a:r>
              <a:t>          "quote": "記載例7"</a:t>
            </a:r>
          </a:p>
          <a:p>
            <a:r>
              <a:t>        }</a:t>
            </a:r>
          </a:p>
          <a:p>
            <a:r>
              <a:t>      ],</a:t>
            </a:r>
          </a:p>
          <a:p>
            <a:r>
              <a:t>      "mode": "verbatim"</a:t>
            </a:r>
          </a:p>
          <a:p>
            <a:r>
              <a:t>    },</a:t>
            </a:r>
          </a:p>
          <a:p>
            <a:r>
              <a:t>    {</a:t>
            </a:r>
          </a:p>
          <a:p>
            <a:r>
              <a:t>      "text": "前提3-1：TextをTextと置く\n前提3-2：Textは変わらないとする",</a:t>
            </a:r>
          </a:p>
          <a:p>
            <a:r>
              <a:t>      "refs": [</a:t>
            </a:r>
          </a:p>
          <a:p>
            <a:r>
              <a:t>        {</a:t>
            </a:r>
          </a:p>
          <a:p>
            <a:r>
              <a:t>          "source_id": "s001",</a:t>
            </a:r>
          </a:p>
          <a:p>
            <a:r>
              <a:t>          "quote": "前提3-1：TextをTextと置く\n前提3-2：Textは変わらないとする"</a:t>
            </a:r>
          </a:p>
          <a:p>
            <a:r>
              <a:t>        }</a:t>
            </a:r>
          </a:p>
          <a:p>
            <a:r>
              <a:t>      ],</a:t>
            </a:r>
          </a:p>
          <a:p>
            <a:r>
              <a:t>      "mode": "verbatim"</a:t>
            </a:r>
          </a:p>
          <a:p>
            <a:r>
              <a:t>    },</a:t>
            </a:r>
          </a:p>
          <a:p>
            <a:r>
              <a:t>    {</a:t>
            </a:r>
          </a:p>
          <a:p>
            <a:r>
              <a:t>      "text": "記載例7を記載例8まで積み増す\n記載例9の判断をN月に前倒す",</a:t>
            </a:r>
          </a:p>
          <a:p>
            <a:r>
              <a:t>      "refs": [</a:t>
            </a:r>
          </a:p>
          <a:p>
            <a:r>
              <a:t>        {</a:t>
            </a:r>
          </a:p>
          <a:p>
            <a:r>
              <a:t>          "source_id": "s001",</a:t>
            </a:r>
          </a:p>
          <a:p>
            <a:r>
              <a:t>          "quote": "記載例7を記載例8まで積み増す\n記載例9の判断をN月に前倒す"</a:t>
            </a:r>
          </a:p>
          <a:p>
            <a:r>
              <a:t>        }</a:t>
            </a:r>
          </a:p>
          <a:p>
            <a:r>
              <a:t>      ],</a:t>
            </a:r>
          </a:p>
          <a:p>
            <a:r>
              <a:t>      "mode": "verbatim"</a:t>
            </a:r>
          </a:p>
          <a:p>
            <a:r>
              <a:t>    }</a:t>
            </a:r>
          </a:p>
          <a:p>
            <a:r>
              <a:t>  ],</a:t>
            </a:r>
          </a:p>
          <a:p>
            <a:r>
              <a:t>  "citations": {</a:t>
            </a:r>
          </a:p>
          <a:p>
            <a:r>
              <a:t>    "s001": "Public MIT sample: templates/freeform_parts_more_16x9.html section 11"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"940ef355e560d40e18f716038fe444a88a6e2a6c228e23e07d2c774771de405b"</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シナリオ比較表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注：前提・注記を記載 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graphicFrame>
        <p:nvGraphicFramePr>
          <p:cNvPr id="30" name="shape:030"/>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1554480"/>
                <a:gridCol w="1737360"/>
                <a:gridCol w="3931920"/>
                <a:gridCol w="3867912"/>
              </a:tblGrid>
              <a:tr h="384048">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シナリオ</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結果</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前提</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経営への含意</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b="1" dirty="0">
                          <a:solidFill>
                            <a:srgbClr val="5A3921"/>
                          </a:solidFill>
                          <a:latin typeface="Yu Gothic" pitchFamily="34" charset="0"/>
                          <a:ea typeface="Yu Gothic" pitchFamily="34" charset="-122"/>
                          <a:cs typeface="Yu Gothic" pitchFamily="34" charset="-120"/>
                        </a:rPr>
                        <a:t>記載例1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前提1-1：TextをTextと置く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前提1-2：Textは変わらないとする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記載例1を記載例2まで積み増す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記載例3の判断をN月に前倒す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b="1" dirty="0">
                          <a:solidFill>
                            <a:srgbClr val="5A3921"/>
                          </a:solidFill>
                          <a:latin typeface="Yu Gothic" pitchFamily="34" charset="0"/>
                          <a:ea typeface="Yu Gothic" pitchFamily="34" charset="-122"/>
                          <a:cs typeface="Yu Gothic" pitchFamily="34" charset="-120"/>
                        </a:rPr>
                        <a:t>記載例4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前提2-1：TextをTextと置く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前提2-2：Textは変わらないとする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記載例4を記載例5まで積み増す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記載例6の判断をN月に前倒す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b="1" dirty="0">
                          <a:solidFill>
                            <a:srgbClr val="5A3921"/>
                          </a:solidFill>
                          <a:latin typeface="Yu Gothic" pitchFamily="34" charset="0"/>
                          <a:ea typeface="Yu Gothic" pitchFamily="34" charset="-122"/>
                          <a:cs typeface="Yu Gothic" pitchFamily="34" charset="-120"/>
                        </a:rPr>
                        <a:t>記載例7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前提3-1：TextをTextと置く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前提3-2：Textは変わらないとする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記載例7を記載例8まで積み増す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記載例9の判断をN月に前倒す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bl>
          </a:graphicData>
        </a:graphic>
      </p:graphicFrame>
      <p:sp>
        <p:nvSpPr>
          <p:cNvPr id="3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