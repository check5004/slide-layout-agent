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"section_divider",</a:t>
            </a:r>
          </a:p>
          <a:p>
            <a:r>
              <a:t>  "variant": "warm",</a:t>
            </a:r>
          </a:p>
          <a:p>
            <a:r>
              <a:t>  "rationale": "Public template fixture; short fictional slot content; no private data.",</a:t>
            </a:r>
          </a:p>
          <a:p>
            <a:r>
              <a:t>  "source_sha256": "72227e9bc618ce4a9c397ad1d872bc138245cd833aaf797f37f4045891e3098b",</a:t>
            </a:r>
          </a:p>
          <a:p>
            <a:r>
              <a:t>  "evidence":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"citations": {</a:t>
            </a:r>
          </a:p>
          <a:p>
            <a:r>
              <a:t>    "s001": "Public MIT sample: templates/freeform_parts_16x9.html section 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"0b3f123c8d98d91292d9533bb938c6734fa97586956f1a6cc48415127a5fa612"</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hape:005"/>
          <p:cNvSpPr/>
          <p:nvPr/>
        </p:nvSpPr>
        <p:spPr>
          <a:xfrm>
            <a:off x="576072" y="2869200"/>
            <a:ext cx="7920000" cy="234000"/>
          </a:xfrm>
          <a:prstGeom prst="rect">
            <a:avLst/>
          </a:prstGeom>
          <a:noFill/>
          <a:ln/>
        </p:spPr>
        <p:txBody>
          <a:bodyPr wrap="square" lIns="0" tIns="0" rIns="0" bIns="0" rtlCol="0" anchor="t">
            <a:noAutofit/>
          </a:bodyPr>
          <a:lstStyle/>
          <a:p>
            <a:pPr algn="l" indent="0" marL="0">
              <a:buNone/>
            </a:pPr>
            <a:r>
              <a:rPr lang="en-US" sz="1500" b="1" spc="300" kern="0" dirty="0">
                <a:solidFill>
                  <a:srgbClr val="5A3921"/>
                </a:solidFill>
                <a:latin typeface="Yu Mincho Demibold" pitchFamily="34" charset="0"/>
                <a:ea typeface="Yu Mincho Demibold" pitchFamily="34" charset="-122"/>
                <a:cs typeface="Yu Mincho Demibold" pitchFamily="34" charset="-120"/>
              </a:rPr>
              <a:t>項目1</a:t>
            </a:r>
            <a:endParaRPr lang="en-US" sz="1500" dirty="0"/>
          </a:p>
        </p:txBody>
      </p:sp>
      <p:sp>
        <p:nvSpPr>
          <p:cNvPr id="6" name="slot:title"/>
          <p:cNvSpPr/>
          <p:nvPr/>
        </p:nvSpPr>
        <p:spPr>
          <a:xfrm>
            <a:off x="576072" y="3337200"/>
            <a:ext cx="7920000" cy="468000"/>
          </a:xfrm>
          <a:prstGeom prst="rect">
            <a:avLst/>
          </a:prstGeom>
          <a:noFill/>
          <a:ln/>
        </p:spPr>
        <p:txBody>
          <a:bodyPr wrap="square" lIns="0" tIns="0" rIns="0" bIns="0" rtlCol="0" anchor="t">
            <a:noAutofit/>
          </a:bodyPr>
          <a:lstStyle/>
          <a:p>
            <a:pPr indent="0" marL="0">
              <a:buNone/>
            </a:pPr>
            <a:r>
              <a:rPr lang="en-US" sz="3000" b="1" dirty="0">
                <a:solidFill>
                  <a:srgbClr val="322014"/>
                </a:solidFill>
                <a:latin typeface="Yu Mincho Demibold" pitchFamily="34" charset="0"/>
                <a:ea typeface="Yu Mincho Demibold" pitchFamily="34" charset="-122"/>
                <a:cs typeface="Yu Mincho Demibold" pitchFamily="34" charset="-120"/>
              </a:rPr>
              <a:t>記載例1</a:t>
            </a:r>
            <a:endParaRPr lang="en-US" sz="3000" dirty="0"/>
          </a:p>
        </p:txBody>
      </p:sp>
      <p:sp>
        <p:nvSpPr>
          <p:cNvPr id="7" name="shape:007"/>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8" name="shape:008"/>
          <p:cNvSpPr/>
          <p:nvPr/>
        </p:nvSpPr>
        <p:spPr>
          <a:xfrm>
            <a:off x="576072" y="6483096"/>
            <a:ext cx="11039551" cy="0"/>
          </a:xfrm>
          <a:prstGeom prst="line">
            <a:avLst/>
          </a:prstGeom>
          <a:noFill/>
          <a:ln w="8890">
            <a:solidFill>
              <a:srgbClr val="E2DCD2"/>
            </a:solidFill>
            <a:prstDash val="solid"/>
          </a:ln>
        </p:spPr>
        <p:txBody>
          <a:bodyPr>
            <a:noAutofit/>
          </a:bodyPr>
          <a:p/>
        </p:txBody>
      </p:sp>
      <p:sp>
        <p:nvSpPr>
          <p:cNvPr id="9"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10"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