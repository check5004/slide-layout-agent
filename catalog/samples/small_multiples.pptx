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322014"/>
            </a:solidFill>
            <a:ln>
              <a:noFill/>
            </a:ln>
          </c:spPr>
          <c:cat>
            <c:strRef>
              <c:f>Sheet1!$A$2:$A$4</c:f>
              <c:strCache>
                <c:ptCount val="3"/>
                <c:pt idx="0">
                  <c:v>項目2</c:v>
                </c:pt>
                <c:pt idx="1">
                  <c:v>項目3</c:v>
                </c:pt>
                <c:pt idx="2">
                  <c:v>項目4</c:v>
                </c:pt>
              </c:strCache>
            </c:strRef>
          </c:cat>
          <c:val>
            <c:numRef>
              <c:f>Sheet1!$B$2:$B$4</c:f>
              <c:numCache>
                <c:formatCode>General</c:formatCode>
                <c:ptCount val="3"/>
                <c:pt idx="0">
                  <c:v>20.0</c:v>
                </c:pt>
                <c:pt idx="1">
                  <c:v>35.0</c:v>
                </c:pt>
                <c:pt idx="2">
                  <c:v>58.0</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322014"/>
            </a:solidFill>
            <a:ln>
              <a:noFill/>
            </a:ln>
          </c:spPr>
          <c:cat>
            <c:strRef>
              <c:f>Sheet1!$A$2:$A$4</c:f>
              <c:strCache>
                <c:ptCount val="3"/>
                <c:pt idx="0">
                  <c:v>項目6</c:v>
                </c:pt>
                <c:pt idx="1">
                  <c:v>項目7</c:v>
                </c:pt>
                <c:pt idx="2">
                  <c:v>項目8</c:v>
                </c:pt>
              </c:strCache>
            </c:strRef>
          </c:cat>
          <c:val>
            <c:numRef>
              <c:f>Sheet1!$B$2:$B$4</c:f>
              <c:numCache>
                <c:formatCode>General</c:formatCode>
                <c:ptCount val="3"/>
                <c:pt idx="0">
                  <c:v>15.0</c:v>
                </c:pt>
                <c:pt idx="1">
                  <c:v>28.0</c:v>
                </c:pt>
                <c:pt idx="2">
                  <c:v>44.0</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322014"/>
            </a:solidFill>
            <a:ln>
              <a:noFill/>
            </a:ln>
          </c:spPr>
          <c:cat>
            <c:strRef>
              <c:f>Sheet1!$A$2:$A$4</c:f>
              <c:strCache>
                <c:ptCount val="3"/>
                <c:pt idx="0">
                  <c:v>項目10</c:v>
                </c:pt>
                <c:pt idx="1">
                  <c:v>項目11</c:v>
                </c:pt>
                <c:pt idx="2">
                  <c:v>項目12</c:v>
                </c:pt>
              </c:strCache>
            </c:strRef>
          </c:cat>
          <c:val>
            <c:numRef>
              <c:f>Sheet1!$B$2:$B$4</c:f>
              <c:numCache>
                <c:formatCode>General</c:formatCode>
                <c:ptCount val="3"/>
                <c:pt idx="0">
                  <c:v>8.0</c:v>
                </c:pt>
                <c:pt idx="1">
                  <c:v>14.0</c:v>
                </c:pt>
                <c:pt idx="2">
                  <c:v>23.0</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指標</c:v>
                </c:pt>
              </c:strCache>
            </c:strRef>
          </c:tx>
          <c:spPr>
            <a:solidFill>
              <a:srgbClr val="322014"/>
            </a:solidFill>
            <a:ln>
              <a:noFill/>
            </a:ln>
          </c:spPr>
          <c:cat>
            <c:strRef>
              <c:f>Sheet1!$A$2:$A$4</c:f>
              <c:strCache>
                <c:ptCount val="3"/>
                <c:pt idx="0">
                  <c:v>項目14</c:v>
                </c:pt>
                <c:pt idx="1">
                  <c:v>項目15</c:v>
                </c:pt>
                <c:pt idx="2">
                  <c:v>項目16</c:v>
                </c:pt>
              </c:strCache>
            </c:strRef>
          </c:cat>
          <c:val>
            <c:numRef>
              <c:f>Sheet1!$B$2:$B$4</c:f>
              <c:numCache>
                <c:formatCode>General</c:formatCode>
                <c:ptCount val="3"/>
                <c:pt idx="0">
                  <c:v>12.0</c:v>
                </c:pt>
                <c:pt idx="1">
                  <c:v>22.0</c:v>
                </c:pt>
                <c:pt idx="2">
                  <c:v>37.0</c:v>
                </c:pt>
              </c:numCache>
            </c:numRef>
          </c:val>
        </c:ser>
        <c:dLbls>
          <c:txPr>
            <a:bodyPr/>
            <a:lstStyle/>
            <a:p>
              <a:pPr>
                <a:defRPr sz="1000">
                  <a:solidFill>
                    <a:srgbClr val="322014"/>
                  </a:solidFill>
                  <a:latin typeface="Yu Gothic"/>
                </a:defRPr>
              </a:pPr>
            </a:p>
          </c:txPr>
          <c:dLblPos val="out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"small_multiples",</a:t>
            </a:r>
          </a:p>
          <a:p>
            <a:r>
              <a:t>  "variant": "warm",</a:t>
            </a:r>
          </a:p>
          <a:p>
            <a:r>
              <a:t>  "rationale": "Public template fixture; short fictional slot content; no private data.",</a:t>
            </a:r>
          </a:p>
          <a:p>
            <a:r>
              <a:t>  "source_sha256": "f0a6a4d4228e9bd85ba9641ebd2e84da6feecb30f27b78ce6c9d549966a75ba0",</a:t>
            </a:r>
          </a:p>
          <a:p>
            <a:r>
              <a:t>  "evidence": [</a:t>
            </a:r>
          </a:p>
          <a:p>
            <a:r>
              <a:t>    {</a:t>
            </a:r>
          </a:p>
          <a:p>
            <a:r>
              <a:t>      "text": "小図の並列比較",</a:t>
            </a:r>
          </a:p>
          <a:p>
            <a:r>
              <a:t>      "refs": [</a:t>
            </a:r>
          </a:p>
          <a:p>
            <a:r>
              <a:t>        {</a:t>
            </a:r>
          </a:p>
          <a:p>
            <a:r>
              <a:t>          "source_id": "s001",</a:t>
            </a:r>
          </a:p>
          <a:p>
            <a:r>
              <a:t>          "quote": "小図の並列比較"</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"項目9",</a:t>
            </a:r>
          </a:p>
          <a:p>
            <a:r>
              <a:t>      "refs": [</a:t>
            </a:r>
          </a:p>
          <a:p>
            <a:r>
              <a:t>        {</a:t>
            </a:r>
          </a:p>
          <a:p>
            <a:r>
              <a:t>          "source_id": "s001",</a:t>
            </a:r>
          </a:p>
          <a:p>
            <a:r>
              <a:t>          "quote": "項目9"</a:t>
            </a:r>
          </a:p>
          <a:p>
            <a:r>
              <a:t>        }</a:t>
            </a:r>
          </a:p>
          <a:p>
            <a:r>
              <a:t>      ],</a:t>
            </a:r>
          </a:p>
          <a:p>
            <a:r>
              <a:t>      "mode": "verbatim"</a:t>
            </a:r>
          </a:p>
          <a:p>
            <a:r>
              <a:t>    },</a:t>
            </a:r>
          </a:p>
          <a:p>
            <a:r>
              <a:t>    {</a:t>
            </a:r>
          </a:p>
          <a:p>
            <a:r>
              <a:t>      "text": "項目13",</a:t>
            </a:r>
          </a:p>
          <a:p>
            <a:r>
              <a:t>      "refs": [</a:t>
            </a:r>
          </a:p>
          <a:p>
            <a:r>
              <a:t>        {</a:t>
            </a:r>
          </a:p>
          <a:p>
            <a:r>
              <a:t>          "source_id": "s001",</a:t>
            </a:r>
          </a:p>
          <a:p>
            <a:r>
              <a:t>          "quote": "項目13"</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"指標",</a:t>
            </a:r>
          </a:p>
          <a:p>
            <a:r>
              <a:t>      "refs": [</a:t>
            </a:r>
          </a:p>
          <a:p>
            <a:r>
              <a:t>        {</a:t>
            </a:r>
          </a:p>
          <a:p>
            <a:r>
              <a:t>          "source_id": "s001",</a:t>
            </a:r>
          </a:p>
          <a:p>
            <a:r>
              <a:t>          "quote": "指標"</a:t>
            </a:r>
          </a:p>
          <a:p>
            <a:r>
              <a:t>        }</a:t>
            </a:r>
          </a:p>
          <a:p>
            <a:r>
              <a:t>      ],</a:t>
            </a:r>
          </a:p>
          <a:p>
            <a:r>
              <a:t>      "mode": "verbatim"</a:t>
            </a:r>
          </a:p>
          <a:p>
            <a:r>
              <a:t>    },</a:t>
            </a:r>
          </a:p>
          <a:p>
            <a:r>
              <a:t>    {</a:t>
            </a:r>
          </a:p>
          <a:p>
            <a:r>
              <a:t>      "value": 20.0,</a:t>
            </a:r>
          </a:p>
          <a:p>
            <a:r>
              <a:t>      "refs": [</a:t>
            </a:r>
          </a:p>
          <a:p>
            <a:r>
              <a:t>        {</a:t>
            </a:r>
          </a:p>
          <a:p>
            <a:r>
              <a:t>          "source_id": "s001",</a:t>
            </a:r>
          </a:p>
          <a:p>
            <a:r>
              <a:t>          "quote": "20"</a:t>
            </a:r>
          </a:p>
          <a:p>
            <a:r>
              <a:t>        }</a:t>
            </a:r>
          </a:p>
          <a:p>
            <a:r>
              <a:t>      ]</a:t>
            </a:r>
          </a:p>
          <a:p>
            <a:r>
              <a:t>    },</a:t>
            </a:r>
          </a:p>
          <a:p>
            <a:r>
              <a:t>    {</a:t>
            </a:r>
          </a:p>
          <a:p>
            <a:r>
              <a:t>      "value": 35.0,</a:t>
            </a:r>
          </a:p>
          <a:p>
            <a:r>
              <a:t>      "refs": [</a:t>
            </a:r>
          </a:p>
          <a:p>
            <a:r>
              <a:t>        {</a:t>
            </a:r>
          </a:p>
          <a:p>
            <a:r>
              <a:t>          "source_id": "s001",</a:t>
            </a:r>
          </a:p>
          <a:p>
            <a:r>
              <a:t>          "quote": "35"</a:t>
            </a:r>
          </a:p>
          <a:p>
            <a:r>
              <a:t>        }</a:t>
            </a:r>
          </a:p>
          <a:p>
            <a:r>
              <a:t>      ]</a:t>
            </a:r>
          </a:p>
          <a:p>
            <a:r>
              <a:t>    },</a:t>
            </a:r>
          </a:p>
          <a:p>
            <a:r>
              <a:t>    {</a:t>
            </a:r>
          </a:p>
          <a:p>
            <a:r>
              <a:t>      "value": 58.0,</a:t>
            </a:r>
          </a:p>
          <a:p>
            <a:r>
              <a:t>      "refs": [</a:t>
            </a:r>
          </a:p>
          <a:p>
            <a:r>
              <a:t>        {</a:t>
            </a:r>
          </a:p>
          <a:p>
            <a:r>
              <a:t>          "source_id": "s001",</a:t>
            </a:r>
          </a:p>
          <a:p>
            <a:r>
              <a:t>          "quote": "58"</a:t>
            </a:r>
          </a:p>
          <a:p>
            <a:r>
              <a:t>        }</a:t>
            </a:r>
          </a:p>
          <a:p>
            <a:r>
              <a:t>      ]</a:t>
            </a:r>
          </a:p>
          <a:p>
            <a:r>
              <a:t>    },</a:t>
            </a:r>
          </a:p>
          <a:p>
            <a:r>
              <a:t>    {</a:t>
            </a:r>
          </a:p>
          <a:p>
            <a:r>
              <a:t>      "text": "項目6",</a:t>
            </a:r>
          </a:p>
          <a:p>
            <a:r>
              <a:t>      "refs": [</a:t>
            </a:r>
          </a:p>
          <a:p>
            <a:r>
              <a:t>        {</a:t>
            </a:r>
          </a:p>
          <a:p>
            <a:r>
              <a:t>          "source_id": "s001",</a:t>
            </a:r>
          </a:p>
          <a:p>
            <a:r>
              <a:t>          "quote": "項目6"</a:t>
            </a:r>
          </a:p>
          <a:p>
            <a:r>
              <a:t>        }</a:t>
            </a:r>
          </a:p>
          <a:p>
            <a:r>
              <a:t>      ],</a:t>
            </a:r>
          </a:p>
          <a:p>
            <a:r>
              <a:t>      "mode": "verbatim"</a:t>
            </a:r>
          </a:p>
          <a:p>
            <a:r>
              <a:t>    },</a:t>
            </a:r>
          </a:p>
          <a:p>
            <a:r>
              <a:t>    {</a:t>
            </a:r>
          </a:p>
          <a:p>
            <a:r>
              <a:t>      "text": "項目7",</a:t>
            </a:r>
          </a:p>
          <a:p>
            <a:r>
              <a:t>      "refs": [</a:t>
            </a:r>
          </a:p>
          <a:p>
            <a:r>
              <a:t>        {</a:t>
            </a:r>
          </a:p>
          <a:p>
            <a:r>
              <a:t>          "source_id": "s001",</a:t>
            </a:r>
          </a:p>
          <a:p>
            <a:r>
              <a:t>          "quote": "項目7"</a:t>
            </a:r>
          </a:p>
          <a:p>
            <a:r>
              <a:t>        }</a:t>
            </a:r>
          </a:p>
          <a:p>
            <a:r>
              <a:t>      ],</a:t>
            </a:r>
          </a:p>
          <a:p>
            <a:r>
              <a:t>      "mode": "verbatim"</a:t>
            </a:r>
          </a:p>
          <a:p>
            <a:r>
              <a:t>    },</a:t>
            </a:r>
          </a:p>
          <a:p>
            <a:r>
              <a:t>    {</a:t>
            </a:r>
          </a:p>
          <a:p>
            <a:r>
              <a:t>      "text": "項目8",</a:t>
            </a:r>
          </a:p>
          <a:p>
            <a:r>
              <a:t>      "refs": [</a:t>
            </a:r>
          </a:p>
          <a:p>
            <a:r>
              <a:t>        {</a:t>
            </a:r>
          </a:p>
          <a:p>
            <a:r>
              <a:t>          "source_id": "s001",</a:t>
            </a:r>
          </a:p>
          <a:p>
            <a:r>
              <a:t>          "quote": "項目8"</a:t>
            </a:r>
          </a:p>
          <a:p>
            <a:r>
              <a:t>        }</a:t>
            </a:r>
          </a:p>
          <a:p>
            <a:r>
              <a:t>      ],</a:t>
            </a:r>
          </a:p>
          <a:p>
            <a:r>
              <a:t>      "mode": "verbatim"</a:t>
            </a:r>
          </a:p>
          <a:p>
            <a:r>
              <a:t>    },</a:t>
            </a:r>
          </a:p>
          <a:p>
            <a:r>
              <a:t>    {</a:t>
            </a:r>
          </a:p>
          <a:p>
            <a:r>
              <a:t>      "text": "指標",</a:t>
            </a:r>
          </a:p>
          <a:p>
            <a:r>
              <a:t>      "refs": [</a:t>
            </a:r>
          </a:p>
          <a:p>
            <a:r>
              <a:t>        {</a:t>
            </a:r>
          </a:p>
          <a:p>
            <a:r>
              <a:t>          "source_id": "s001",</a:t>
            </a:r>
          </a:p>
          <a:p>
            <a:r>
              <a:t>          "quote": "指標"</a:t>
            </a:r>
          </a:p>
          <a:p>
            <a:r>
              <a:t>        }</a:t>
            </a:r>
          </a:p>
          <a:p>
            <a:r>
              <a:t>      ],</a:t>
            </a:r>
          </a:p>
          <a:p>
            <a:r>
              <a:t>      "mode": "verbatim"</a:t>
            </a:r>
          </a:p>
          <a:p>
            <a:r>
              <a:t>    },</a:t>
            </a:r>
          </a:p>
          <a:p>
            <a:r>
              <a:t>    {</a:t>
            </a:r>
          </a:p>
          <a:p>
            <a:r>
              <a:t>      "value": 15.0,</a:t>
            </a:r>
          </a:p>
          <a:p>
            <a:r>
              <a:t>      "refs": [</a:t>
            </a:r>
          </a:p>
          <a:p>
            <a:r>
              <a:t>        {</a:t>
            </a:r>
          </a:p>
          <a:p>
            <a:r>
              <a:t>          "source_id": "s001",</a:t>
            </a:r>
          </a:p>
          <a:p>
            <a:r>
              <a:t>          "quote": "15"</a:t>
            </a:r>
          </a:p>
          <a:p>
            <a:r>
              <a:t>        }</a:t>
            </a:r>
          </a:p>
          <a:p>
            <a:r>
              <a:t>      ]</a:t>
            </a:r>
          </a:p>
          <a:p>
            <a:r>
              <a:t>    },</a:t>
            </a:r>
          </a:p>
          <a:p>
            <a:r>
              <a:t>    {</a:t>
            </a:r>
          </a:p>
          <a:p>
            <a:r>
              <a:t>      "value": 28.0,</a:t>
            </a:r>
          </a:p>
          <a:p>
            <a:r>
              <a:t>      "refs": [</a:t>
            </a:r>
          </a:p>
          <a:p>
            <a:r>
              <a:t>        {</a:t>
            </a:r>
          </a:p>
          <a:p>
            <a:r>
              <a:t>          "source_id": "s001",</a:t>
            </a:r>
          </a:p>
          <a:p>
            <a:r>
              <a:t>          "quote": "28"</a:t>
            </a:r>
          </a:p>
          <a:p>
            <a:r>
              <a:t>        }</a:t>
            </a:r>
          </a:p>
          <a:p>
            <a:r>
              <a:t>      ]</a:t>
            </a:r>
          </a:p>
          <a:p>
            <a:r>
              <a:t>    },</a:t>
            </a:r>
          </a:p>
          <a:p>
            <a:r>
              <a:t>    {</a:t>
            </a:r>
          </a:p>
          <a:p>
            <a:r>
              <a:t>      "value": 44.0,</a:t>
            </a:r>
          </a:p>
          <a:p>
            <a:r>
              <a:t>      "refs": [</a:t>
            </a:r>
          </a:p>
          <a:p>
            <a:r>
              <a:t>        {</a:t>
            </a:r>
          </a:p>
          <a:p>
            <a:r>
              <a:t>          "source_id": "s001",</a:t>
            </a:r>
          </a:p>
          <a:p>
            <a:r>
              <a:t>          "quote": "44"</a:t>
            </a:r>
          </a:p>
          <a:p>
            <a:r>
              <a:t>        }</a:t>
            </a:r>
          </a:p>
          <a:p>
            <a:r>
              <a:t>      ]</a:t>
            </a:r>
          </a:p>
          <a:p>
            <a:r>
              <a:t>    },</a:t>
            </a:r>
          </a:p>
          <a:p>
            <a:r>
              <a:t>    {</a:t>
            </a:r>
          </a:p>
          <a:p>
            <a:r>
              <a:t>      "text": "項目10",</a:t>
            </a:r>
          </a:p>
          <a:p>
            <a:r>
              <a:t>      "refs": [</a:t>
            </a:r>
          </a:p>
          <a:p>
            <a:r>
              <a:t>        {</a:t>
            </a:r>
          </a:p>
          <a:p>
            <a:r>
              <a:t>          "source_id": "s001",</a:t>
            </a:r>
          </a:p>
          <a:p>
            <a:r>
              <a:t>          "quote": "項目10"</a:t>
            </a:r>
          </a:p>
          <a:p>
            <a:r>
              <a:t>        }</a:t>
            </a:r>
          </a:p>
          <a:p>
            <a:r>
              <a:t>      ],</a:t>
            </a:r>
          </a:p>
          <a:p>
            <a:r>
              <a:t>      "mode": "verbatim"</a:t>
            </a:r>
          </a:p>
          <a:p>
            <a:r>
              <a:t>    },</a:t>
            </a:r>
          </a:p>
          <a:p>
            <a:r>
              <a:t>    {</a:t>
            </a:r>
          </a:p>
          <a:p>
            <a:r>
              <a:t>      "text": "項目11",</a:t>
            </a:r>
          </a:p>
          <a:p>
            <a:r>
              <a:t>      "refs": [</a:t>
            </a:r>
          </a:p>
          <a:p>
            <a:r>
              <a:t>        {</a:t>
            </a:r>
          </a:p>
          <a:p>
            <a:r>
              <a:t>          "source_id": "s001",</a:t>
            </a:r>
          </a:p>
          <a:p>
            <a:r>
              <a:t>          "quote": "項目11"</a:t>
            </a:r>
          </a:p>
          <a:p>
            <a:r>
              <a:t>        }</a:t>
            </a:r>
          </a:p>
          <a:p>
            <a:r>
              <a:t>      ],</a:t>
            </a:r>
          </a:p>
          <a:p>
            <a:r>
              <a:t>      "mode": "verbatim"</a:t>
            </a:r>
          </a:p>
          <a:p>
            <a:r>
              <a:t>    },</a:t>
            </a:r>
          </a:p>
          <a:p>
            <a:r>
              <a:t>    {</a:t>
            </a:r>
          </a:p>
          <a:p>
            <a:r>
              <a:t>      "text": "項目12",</a:t>
            </a:r>
          </a:p>
          <a:p>
            <a:r>
              <a:t>      "refs": [</a:t>
            </a:r>
          </a:p>
          <a:p>
            <a:r>
              <a:t>        {</a:t>
            </a:r>
          </a:p>
          <a:p>
            <a:r>
              <a:t>          "source_id": "s001",</a:t>
            </a:r>
          </a:p>
          <a:p>
            <a:r>
              <a:t>          "quote": "項目12"</a:t>
            </a:r>
          </a:p>
          <a:p>
            <a:r>
              <a:t>        }</a:t>
            </a:r>
          </a:p>
          <a:p>
            <a:r>
              <a:t>      ],</a:t>
            </a:r>
          </a:p>
          <a:p>
            <a:r>
              <a:t>      "mode": "verbatim"</a:t>
            </a:r>
          </a:p>
          <a:p>
            <a:r>
              <a:t>    },</a:t>
            </a:r>
          </a:p>
          <a:p>
            <a:r>
              <a:t>    {</a:t>
            </a:r>
          </a:p>
          <a:p>
            <a:r>
              <a:t>      "text": "指標",</a:t>
            </a:r>
          </a:p>
          <a:p>
            <a:r>
              <a:t>      "refs": [</a:t>
            </a:r>
          </a:p>
          <a:p>
            <a:r>
              <a:t>        {</a:t>
            </a:r>
          </a:p>
          <a:p>
            <a:r>
              <a:t>          "source_id": "s001",</a:t>
            </a:r>
          </a:p>
          <a:p>
            <a:r>
              <a:t>          "quote": "指標"</a:t>
            </a:r>
          </a:p>
          <a:p>
            <a:r>
              <a:t>        }</a:t>
            </a:r>
          </a:p>
          <a:p>
            <a:r>
              <a:t>      ],</a:t>
            </a:r>
          </a:p>
          <a:p>
            <a:r>
              <a:t>      "mode": "verbatim"</a:t>
            </a:r>
          </a:p>
          <a:p>
            <a:r>
              <a:t>    },</a:t>
            </a:r>
          </a:p>
          <a:p>
            <a:r>
              <a:t>    {</a:t>
            </a:r>
          </a:p>
          <a:p>
            <a:r>
              <a:t>      "value": 8.0,</a:t>
            </a:r>
          </a:p>
          <a:p>
            <a:r>
              <a:t>      "refs": [</a:t>
            </a:r>
          </a:p>
          <a:p>
            <a:r>
              <a:t>        {</a:t>
            </a:r>
          </a:p>
          <a:p>
            <a:r>
              <a:t>          "source_id": "s001",</a:t>
            </a:r>
          </a:p>
          <a:p>
            <a:r>
              <a:t>          "quote": "8"</a:t>
            </a:r>
          </a:p>
          <a:p>
            <a:r>
              <a:t>        }</a:t>
            </a:r>
          </a:p>
          <a:p>
            <a:r>
              <a:t>      ]</a:t>
            </a:r>
          </a:p>
          <a:p>
            <a:r>
              <a:t>    },</a:t>
            </a:r>
          </a:p>
          <a:p>
            <a:r>
              <a:t>    {</a:t>
            </a:r>
          </a:p>
          <a:p>
            <a:r>
              <a:t>      "value": 14.0,</a:t>
            </a:r>
          </a:p>
          <a:p>
            <a:r>
              <a:t>      "refs": [</a:t>
            </a:r>
          </a:p>
          <a:p>
            <a:r>
              <a:t>        {</a:t>
            </a:r>
          </a:p>
          <a:p>
            <a:r>
              <a:t>          "source_id": "s001",</a:t>
            </a:r>
          </a:p>
          <a:p>
            <a:r>
              <a:t>          "quote": "14"</a:t>
            </a:r>
          </a:p>
          <a:p>
            <a:r>
              <a:t>        }</a:t>
            </a:r>
          </a:p>
          <a:p>
            <a:r>
              <a:t>      ]</a:t>
            </a:r>
          </a:p>
          <a:p>
            <a:r>
              <a:t>    },</a:t>
            </a:r>
          </a:p>
          <a:p>
            <a:r>
              <a:t>    {</a:t>
            </a:r>
          </a:p>
          <a:p>
            <a:r>
              <a:t>      "value": 23.0,</a:t>
            </a:r>
          </a:p>
          <a:p>
            <a:r>
              <a:t>      "refs": [</a:t>
            </a:r>
          </a:p>
          <a:p>
            <a:r>
              <a:t>        {</a:t>
            </a:r>
          </a:p>
          <a:p>
            <a:r>
              <a:t>          "source_id": "s001",</a:t>
            </a:r>
          </a:p>
          <a:p>
            <a:r>
              <a:t>          "quote": "23"</a:t>
            </a:r>
          </a:p>
          <a:p>
            <a:r>
              <a:t>        }</a:t>
            </a:r>
          </a:p>
          <a:p>
            <a:r>
              <a:t>      ]</a:t>
            </a:r>
          </a:p>
          <a:p>
            <a:r>
              <a:t>    },</a:t>
            </a:r>
          </a:p>
          <a:p>
            <a:r>
              <a:t>    {</a:t>
            </a:r>
          </a:p>
          <a:p>
            <a:r>
              <a:t>      "text": "項目14",</a:t>
            </a:r>
          </a:p>
          <a:p>
            <a:r>
              <a:t>      "refs": [</a:t>
            </a:r>
          </a:p>
          <a:p>
            <a:r>
              <a:t>        {</a:t>
            </a:r>
          </a:p>
          <a:p>
            <a:r>
              <a:t>          "source_id": "s001",</a:t>
            </a:r>
          </a:p>
          <a:p>
            <a:r>
              <a:t>          "quote": "項目14"</a:t>
            </a:r>
          </a:p>
          <a:p>
            <a:r>
              <a:t>        }</a:t>
            </a:r>
          </a:p>
          <a:p>
            <a:r>
              <a:t>      ],</a:t>
            </a:r>
          </a:p>
          <a:p>
            <a:r>
              <a:t>      "mode": "verbatim"</a:t>
            </a:r>
          </a:p>
          <a:p>
            <a:r>
              <a:t>    },</a:t>
            </a:r>
          </a:p>
          <a:p>
            <a:r>
              <a:t>    {</a:t>
            </a:r>
          </a:p>
          <a:p>
            <a:r>
              <a:t>      "text": "項目15",</a:t>
            </a:r>
          </a:p>
          <a:p>
            <a:r>
              <a:t>      "refs": [</a:t>
            </a:r>
          </a:p>
          <a:p>
            <a:r>
              <a:t>        {</a:t>
            </a:r>
          </a:p>
          <a:p>
            <a:r>
              <a:t>          "source_id": "s001",</a:t>
            </a:r>
          </a:p>
          <a:p>
            <a:r>
              <a:t>          "quote": "項目15"</a:t>
            </a:r>
          </a:p>
          <a:p>
            <a:r>
              <a:t>        }</a:t>
            </a:r>
          </a:p>
          <a:p>
            <a:r>
              <a:t>      ],</a:t>
            </a:r>
          </a:p>
          <a:p>
            <a:r>
              <a:t>      "mode": "verbatim"</a:t>
            </a:r>
          </a:p>
          <a:p>
            <a:r>
              <a:t>    },</a:t>
            </a:r>
          </a:p>
          <a:p>
            <a:r>
              <a:t>    {</a:t>
            </a:r>
          </a:p>
          <a:p>
            <a:r>
              <a:t>      "text": "項目16",</a:t>
            </a:r>
          </a:p>
          <a:p>
            <a:r>
              <a:t>      "refs": [</a:t>
            </a:r>
          </a:p>
          <a:p>
            <a:r>
              <a:t>        {</a:t>
            </a:r>
          </a:p>
          <a:p>
            <a:r>
              <a:t>          "source_id": "s001",</a:t>
            </a:r>
          </a:p>
          <a:p>
            <a:r>
              <a:t>          "quote": "項目16"</a:t>
            </a:r>
          </a:p>
          <a:p>
            <a:r>
              <a:t>        }</a:t>
            </a:r>
          </a:p>
          <a:p>
            <a:r>
              <a:t>      ],</a:t>
            </a:r>
          </a:p>
          <a:p>
            <a:r>
              <a:t>      "mode": "verbatim"</a:t>
            </a:r>
          </a:p>
          <a:p>
            <a:r>
              <a:t>    },</a:t>
            </a:r>
          </a:p>
          <a:p>
            <a:r>
              <a:t>    {</a:t>
            </a:r>
          </a:p>
          <a:p>
            <a:r>
              <a:t>      "text": "指標",</a:t>
            </a:r>
          </a:p>
          <a:p>
            <a:r>
              <a:t>      "refs": [</a:t>
            </a:r>
          </a:p>
          <a:p>
            <a:r>
              <a:t>        {</a:t>
            </a:r>
          </a:p>
          <a:p>
            <a:r>
              <a:t>          "source_id": "s001",</a:t>
            </a:r>
          </a:p>
          <a:p>
            <a:r>
              <a:t>          "quote": "指標"</a:t>
            </a:r>
          </a:p>
          <a:p>
            <a:r>
              <a:t>        }</a:t>
            </a:r>
          </a:p>
          <a:p>
            <a:r>
              <a:t>      ],</a:t>
            </a:r>
          </a:p>
          <a:p>
            <a:r>
              <a:t>      "mode": "verbatim"</a:t>
            </a:r>
          </a:p>
          <a:p>
            <a:r>
              <a:t>    },</a:t>
            </a:r>
          </a:p>
          <a:p>
            <a:r>
              <a:t>    {</a:t>
            </a:r>
          </a:p>
          <a:p>
            <a:r>
              <a:t>      "value": 12.0,</a:t>
            </a:r>
          </a:p>
          <a:p>
            <a:r>
              <a:t>      "refs": [</a:t>
            </a:r>
          </a:p>
          <a:p>
            <a:r>
              <a:t>        {</a:t>
            </a:r>
          </a:p>
          <a:p>
            <a:r>
              <a:t>          "source_id": "s001",</a:t>
            </a:r>
          </a:p>
          <a:p>
            <a:r>
              <a:t>          "quote": "12"</a:t>
            </a:r>
          </a:p>
          <a:p>
            <a:r>
              <a:t>        }</a:t>
            </a:r>
          </a:p>
          <a:p>
            <a:r>
              <a:t>      ]</a:t>
            </a:r>
          </a:p>
          <a:p>
            <a:r>
              <a:t>    },</a:t>
            </a:r>
          </a:p>
          <a:p>
            <a:r>
              <a:t>    {</a:t>
            </a:r>
          </a:p>
          <a:p>
            <a:r>
              <a:t>      "value": 22.0,</a:t>
            </a:r>
          </a:p>
          <a:p>
            <a:r>
              <a:t>      "refs": [</a:t>
            </a:r>
          </a:p>
          <a:p>
            <a:r>
              <a:t>        {</a:t>
            </a:r>
          </a:p>
          <a:p>
            <a:r>
              <a:t>          "source_id": "s001",</a:t>
            </a:r>
          </a:p>
          <a:p>
            <a:r>
              <a:t>          "quote": "22"</a:t>
            </a:r>
          </a:p>
          <a:p>
            <a:r>
              <a:t>        }</a:t>
            </a:r>
          </a:p>
          <a:p>
            <a:r>
              <a:t>      ]</a:t>
            </a:r>
          </a:p>
          <a:p>
            <a:r>
              <a:t>    },</a:t>
            </a:r>
          </a:p>
          <a:p>
            <a:r>
              <a:t>    {</a:t>
            </a:r>
          </a:p>
          <a:p>
            <a:r>
              <a:t>      "value": 37.0,</a:t>
            </a:r>
          </a:p>
          <a:p>
            <a:r>
              <a:t>      "refs": [</a:t>
            </a:r>
          </a:p>
          <a:p>
            <a:r>
              <a:t>        {</a:t>
            </a:r>
          </a:p>
          <a:p>
            <a:r>
              <a:t>          "source_id": "s001",</a:t>
            </a:r>
          </a:p>
          <a:p>
            <a:r>
              <a:t>          "quote": "37"</a:t>
            </a:r>
          </a:p>
          <a:p>
            <a:r>
              <a:t>        }</a:t>
            </a:r>
          </a:p>
          <a:p>
            <a:r>
              <a:t>      ]</a:t>
            </a:r>
          </a:p>
          <a:p>
            <a:r>
              <a:t>    }</a:t>
            </a:r>
          </a:p>
          <a:p>
            <a:r>
              <a:t>  ],</a:t>
            </a:r>
          </a:p>
          <a:p>
            <a:r>
              <a:t>  "citations": {</a:t>
            </a:r>
          </a:p>
          <a:p>
            <a:r>
              <a:t>    "s001": "Public MIT sample: templates/freeform_parts_more_16x9.html section 9"</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"5916736effb33787f35bb69b0c3bee9f93756d57356921b7ab54d7661124a611"</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m09</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小図の並列比較</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011680"/>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項目1</a:t>
            </a:r>
            <a:endParaRPr lang="en-US" sz="1200" dirty="0"/>
          </a:p>
        </p:txBody>
      </p:sp>
      <p:sp>
        <p:nvSpPr>
          <p:cNvPr id="11" name="shape:011"/>
          <p:cNvSpPr/>
          <p:nvPr/>
        </p:nvSpPr>
        <p:spPr>
          <a:xfrm>
            <a:off x="576072" y="2322576"/>
            <a:ext cx="5291176" cy="0"/>
          </a:xfrm>
          <a:prstGeom prst="line">
            <a:avLst/>
          </a:prstGeom>
          <a:noFill/>
          <a:ln w="9525">
            <a:solidFill>
              <a:srgbClr val="E2DCD2"/>
            </a:solidFill>
            <a:prstDash val="solid"/>
          </a:ln>
        </p:spPr>
        <p:txBody>
          <a:bodyPr>
            <a:noAutofit/>
          </a:bodyPr>
          <a:p/>
        </p:txBody>
      </p:sp>
      <p:sp>
        <p:nvSpPr>
          <p:cNvPr id="13" name="shape:013"/>
          <p:cNvSpPr/>
          <p:nvPr/>
        </p:nvSpPr>
        <p:spPr>
          <a:xfrm>
            <a:off x="576072"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項目2</a:t>
            </a:r>
            <a:endParaRPr lang="en-US" sz="900" dirty="0"/>
          </a:p>
        </p:txBody>
      </p:sp>
      <p:sp>
        <p:nvSpPr>
          <p:cNvPr id="15" name="shape:015"/>
          <p:cNvSpPr/>
          <p:nvPr/>
        </p:nvSpPr>
        <p:spPr>
          <a:xfrm>
            <a:off x="2339797"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項目3</a:t>
            </a:r>
            <a:endParaRPr lang="en-US" sz="900" dirty="0"/>
          </a:p>
        </p:txBody>
      </p:sp>
      <p:sp>
        <p:nvSpPr>
          <p:cNvPr id="17" name="shape:017"/>
          <p:cNvSpPr/>
          <p:nvPr/>
        </p:nvSpPr>
        <p:spPr>
          <a:xfrm>
            <a:off x="4103522"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項目4</a:t>
            </a:r>
            <a:endParaRPr lang="en-US" sz="900" dirty="0"/>
          </a:p>
        </p:txBody>
      </p:sp>
      <p:sp>
        <p:nvSpPr>
          <p:cNvPr id="18" name="shape:018"/>
          <p:cNvSpPr/>
          <p:nvPr/>
        </p:nvSpPr>
        <p:spPr>
          <a:xfrm>
            <a:off x="6324448" y="2011680"/>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項目5</a:t>
            </a:r>
            <a:endParaRPr lang="en-US" sz="1200" dirty="0"/>
          </a:p>
        </p:txBody>
      </p:sp>
      <p:sp>
        <p:nvSpPr>
          <p:cNvPr id="19" name="shape:019"/>
          <p:cNvSpPr/>
          <p:nvPr/>
        </p:nvSpPr>
        <p:spPr>
          <a:xfrm>
            <a:off x="6324448" y="2322576"/>
            <a:ext cx="5291176" cy="0"/>
          </a:xfrm>
          <a:prstGeom prst="line">
            <a:avLst/>
          </a:prstGeom>
          <a:noFill/>
          <a:ln w="9525">
            <a:solidFill>
              <a:srgbClr val="E2DCD2"/>
            </a:solidFill>
            <a:prstDash val="solid"/>
          </a:ln>
        </p:spPr>
        <p:txBody>
          <a:bodyPr>
            <a:noAutofit/>
          </a:bodyPr>
          <a:p/>
        </p:txBody>
      </p:sp>
      <p:sp>
        <p:nvSpPr>
          <p:cNvPr id="21" name="shape:021"/>
          <p:cNvSpPr/>
          <p:nvPr/>
        </p:nvSpPr>
        <p:spPr>
          <a:xfrm>
            <a:off x="6324448"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項目6</a:t>
            </a:r>
            <a:endParaRPr lang="en-US" sz="900" dirty="0"/>
          </a:p>
        </p:txBody>
      </p:sp>
      <p:sp>
        <p:nvSpPr>
          <p:cNvPr id="23" name="shape:023"/>
          <p:cNvSpPr/>
          <p:nvPr/>
        </p:nvSpPr>
        <p:spPr>
          <a:xfrm>
            <a:off x="8088173"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項目7</a:t>
            </a:r>
            <a:endParaRPr lang="en-US" sz="900" dirty="0"/>
          </a:p>
        </p:txBody>
      </p:sp>
      <p:sp>
        <p:nvSpPr>
          <p:cNvPr id="25" name="shape:025"/>
          <p:cNvSpPr/>
          <p:nvPr/>
        </p:nvSpPr>
        <p:spPr>
          <a:xfrm>
            <a:off x="9851898" y="3643884"/>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項目8</a:t>
            </a:r>
            <a:endParaRPr lang="en-US" sz="900" dirty="0"/>
          </a:p>
        </p:txBody>
      </p:sp>
      <p:sp>
        <p:nvSpPr>
          <p:cNvPr id="26" name="shape:026"/>
          <p:cNvSpPr/>
          <p:nvPr/>
        </p:nvSpPr>
        <p:spPr>
          <a:xfrm>
            <a:off x="576072" y="4338828"/>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項目9</a:t>
            </a:r>
            <a:endParaRPr lang="en-US" sz="1200" dirty="0"/>
          </a:p>
        </p:txBody>
      </p:sp>
      <p:sp>
        <p:nvSpPr>
          <p:cNvPr id="27" name="shape:027"/>
          <p:cNvSpPr/>
          <p:nvPr/>
        </p:nvSpPr>
        <p:spPr>
          <a:xfrm>
            <a:off x="576072" y="4649724"/>
            <a:ext cx="5291176" cy="0"/>
          </a:xfrm>
          <a:prstGeom prst="line">
            <a:avLst/>
          </a:prstGeom>
          <a:noFill/>
          <a:ln w="9525">
            <a:solidFill>
              <a:srgbClr val="E2DCD2"/>
            </a:solidFill>
            <a:prstDash val="solid"/>
          </a:ln>
        </p:spPr>
        <p:txBody>
          <a:bodyPr>
            <a:noAutofit/>
          </a:bodyPr>
          <a:p/>
        </p:txBody>
      </p:sp>
      <p:sp>
        <p:nvSpPr>
          <p:cNvPr id="29" name="shape:029"/>
          <p:cNvSpPr/>
          <p:nvPr/>
        </p:nvSpPr>
        <p:spPr>
          <a:xfrm>
            <a:off x="576072"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項目10</a:t>
            </a:r>
            <a:endParaRPr lang="en-US" sz="900" dirty="0"/>
          </a:p>
        </p:txBody>
      </p:sp>
      <p:sp>
        <p:nvSpPr>
          <p:cNvPr id="31" name="shape:031"/>
          <p:cNvSpPr/>
          <p:nvPr/>
        </p:nvSpPr>
        <p:spPr>
          <a:xfrm>
            <a:off x="2339797"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項目11</a:t>
            </a:r>
            <a:endParaRPr lang="en-US" sz="900" dirty="0"/>
          </a:p>
        </p:txBody>
      </p:sp>
      <p:sp>
        <p:nvSpPr>
          <p:cNvPr id="33" name="shape:033"/>
          <p:cNvSpPr/>
          <p:nvPr/>
        </p:nvSpPr>
        <p:spPr>
          <a:xfrm>
            <a:off x="4103522"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項目12</a:t>
            </a:r>
            <a:endParaRPr lang="en-US" sz="900" dirty="0"/>
          </a:p>
        </p:txBody>
      </p:sp>
      <p:sp>
        <p:nvSpPr>
          <p:cNvPr id="34" name="shape:034"/>
          <p:cNvSpPr/>
          <p:nvPr/>
        </p:nvSpPr>
        <p:spPr>
          <a:xfrm>
            <a:off x="6324448" y="4338828"/>
            <a:ext cx="5291176" cy="27432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項目13</a:t>
            </a:r>
            <a:endParaRPr lang="en-US" sz="1200" dirty="0"/>
          </a:p>
        </p:txBody>
      </p:sp>
      <p:sp>
        <p:nvSpPr>
          <p:cNvPr id="35" name="shape:035"/>
          <p:cNvSpPr/>
          <p:nvPr/>
        </p:nvSpPr>
        <p:spPr>
          <a:xfrm>
            <a:off x="6324448" y="4649724"/>
            <a:ext cx="5291176" cy="0"/>
          </a:xfrm>
          <a:prstGeom prst="line">
            <a:avLst/>
          </a:prstGeom>
          <a:noFill/>
          <a:ln w="9525">
            <a:solidFill>
              <a:srgbClr val="E2DCD2"/>
            </a:solidFill>
            <a:prstDash val="solid"/>
          </a:ln>
        </p:spPr>
        <p:txBody>
          <a:bodyPr>
            <a:noAutofit/>
          </a:bodyPr>
          <a:p/>
        </p:txBody>
      </p:sp>
      <p:sp>
        <p:nvSpPr>
          <p:cNvPr id="37" name="shape:037"/>
          <p:cNvSpPr/>
          <p:nvPr/>
        </p:nvSpPr>
        <p:spPr>
          <a:xfrm>
            <a:off x="6324448"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項目14</a:t>
            </a:r>
            <a:endParaRPr lang="en-US" sz="900" dirty="0"/>
          </a:p>
        </p:txBody>
      </p:sp>
      <p:sp>
        <p:nvSpPr>
          <p:cNvPr id="39" name="shape:039"/>
          <p:cNvSpPr/>
          <p:nvPr/>
        </p:nvSpPr>
        <p:spPr>
          <a:xfrm>
            <a:off x="8088173"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項目15</a:t>
            </a:r>
            <a:endParaRPr lang="en-US" sz="900" dirty="0"/>
          </a:p>
        </p:txBody>
      </p:sp>
      <p:sp>
        <p:nvSpPr>
          <p:cNvPr id="41" name="shape:041"/>
          <p:cNvSpPr/>
          <p:nvPr/>
        </p:nvSpPr>
        <p:spPr>
          <a:xfrm>
            <a:off x="9851898" y="5971032"/>
            <a:ext cx="1763725" cy="201168"/>
          </a:xfrm>
          <a:prstGeom prst="rect">
            <a:avLst/>
          </a:prstGeom>
          <a:noFill/>
          <a:ln/>
        </p:spPr>
        <p:txBody>
          <a:bodyPr wrap="square" lIns="381" tIns="381" rIns="381" bIns="381" rtlCol="0" anchor="t">
            <a:noAutofit/>
          </a:bodyPr>
          <a:lstStyle/>
          <a:p>
            <a:pPr algn="ctr" indent="0" marL="0">
              <a:buNone/>
            </a:pPr>
            <a:r>
              <a:rPr lang="en-US" sz="900" dirty="0">
                <a:solidFill>
                  <a:srgbClr val="8A7B6B"/>
                </a:solidFill>
                <a:latin typeface="Yu Gothic" pitchFamily="34" charset="0"/>
                <a:ea typeface="Yu Gothic" pitchFamily="34" charset="-122"/>
                <a:cs typeface="Yu Gothic" pitchFamily="34" charset="-120"/>
              </a:rPr>
              <a:t>項目16</a:t>
            </a:r>
            <a:endParaRPr lang="en-US" sz="900" dirty="0"/>
          </a:p>
        </p:txBody>
      </p:sp>
      <p:sp>
        <p:nvSpPr>
          <p:cNvPr id="4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graphicFrame>
        <p:nvGraphicFramePr>
          <p:cNvPr id="43" name="shape:043"/>
          <p:cNvGraphicFramePr>
            <a:graphicFrameLocks noGrp="1"/>
          </p:cNvGraphicFramePr>
          <p:nvPr/>
        </p:nvGraphicFramePr>
        <p:xfrm>
          <a:off x="576072" y="2468880"/>
          <a:ext cx="5291632" cy="1156716"/>
        </p:xfrm>
        <a:graphic>
          <a:graphicData uri="http://schemas.openxmlformats.org/drawingml/2006/chart">
            <c:chart xmlns:c="http://schemas.openxmlformats.org/drawingml/2006/chart" r:id="rId2"/>
          </a:graphicData>
        </a:graphic>
      </p:graphicFrame>
      <p:graphicFrame>
        <p:nvGraphicFramePr>
          <p:cNvPr id="44" name="shape:044"/>
          <p:cNvGraphicFramePr>
            <a:graphicFrameLocks noGrp="1"/>
          </p:cNvGraphicFramePr>
          <p:nvPr/>
        </p:nvGraphicFramePr>
        <p:xfrm>
          <a:off x="6324904" y="2468880"/>
          <a:ext cx="5291632" cy="1156716"/>
        </p:xfrm>
        <a:graphic>
          <a:graphicData uri="http://schemas.openxmlformats.org/drawingml/2006/chart">
            <c:chart xmlns:c="http://schemas.openxmlformats.org/drawingml/2006/chart" r:id="rId3"/>
          </a:graphicData>
        </a:graphic>
      </p:graphicFrame>
      <p:graphicFrame>
        <p:nvGraphicFramePr>
          <p:cNvPr id="45" name="shape:045"/>
          <p:cNvGraphicFramePr>
            <a:graphicFrameLocks noGrp="1"/>
          </p:cNvGraphicFramePr>
          <p:nvPr/>
        </p:nvGraphicFramePr>
        <p:xfrm>
          <a:off x="576072" y="4796028"/>
          <a:ext cx="5291632" cy="1156716"/>
        </p:xfrm>
        <a:graphic>
          <a:graphicData uri="http://schemas.openxmlformats.org/drawingml/2006/chart">
            <c:chart xmlns:c="http://schemas.openxmlformats.org/drawingml/2006/chart" r:id="rId4"/>
          </a:graphicData>
        </a:graphic>
      </p:graphicFrame>
      <p:graphicFrame>
        <p:nvGraphicFramePr>
          <p:cNvPr id="46" name="shape:046"/>
          <p:cNvGraphicFramePr>
            <a:graphicFrameLocks noGrp="1"/>
          </p:cNvGraphicFramePr>
          <p:nvPr/>
        </p:nvGraphicFramePr>
        <p:xfrm>
          <a:off x="6324904" y="4796028"/>
          <a:ext cx="5291632" cy="1156716"/>
        </p:xfrm>
        <a:graphic>
          <a:graphicData uri="http://schemas.openxmlformats.org/drawingml/2006/chart">
            <c:chart xmlns:c="http://schemas.openxmlformats.org/drawingml/2006/chart" r:id="rId5"/>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