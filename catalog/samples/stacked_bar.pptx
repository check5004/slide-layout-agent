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項目1</c:v>
                </c:pt>
              </c:strCache>
            </c:strRef>
          </c:tx>
          <c:spPr>
            <a:solidFill>
              <a:srgbClr val="322014"/>
            </a:solidFill>
            <a:ln>
              <a:noFill/>
            </a:ln>
          </c:spPr>
          <c:dLbls>
            <c:txPr>
              <a:bodyPr/>
              <a:lstStyle/>
              <a:p>
                <a:pPr>
                  <a:defRPr sz="1000">
                    <a:solidFill>
                      <a:srgbClr val="FFFFFF"/>
                    </a:solidFill>
                    <a:latin typeface="Yu Gothic"/>
                  </a:defRPr>
                </a:pPr>
              </a:p>
            </c:txPr>
            <c:dLblPos val="ctr"/>
            <c:showLegendKey val="0"/>
            <c:showVal val="1"/>
            <c:showCatName val="0"/>
            <c:showSerName val="0"/>
            <c:showPercent val="0"/>
            <c:showBubbleSize val="0"/>
            <c:showLeaderLines val="1"/>
          </c:dLbls>
          <c:cat>
            <c:strRef>
              <c:f>Sheet1!$A$2:$A$4</c:f>
              <c:strCache>
                <c:ptCount val="3"/>
                <c:pt idx="0">
                  <c:v>項目4</c:v>
                </c:pt>
                <c:pt idx="1">
                  <c:v>項目5</c:v>
                </c:pt>
                <c:pt idx="2">
                  <c:v>項目6</c:v>
                </c:pt>
              </c:strCache>
            </c:strRef>
          </c:cat>
          <c:val>
            <c:numRef>
              <c:f>Sheet1!$B$2:$B$4</c:f>
              <c:numCache>
                <c:formatCode>General</c:formatCode>
                <c:ptCount val="3"/>
                <c:pt idx="0">
                  <c:v>40.0</c:v>
                </c:pt>
                <c:pt idx="1">
                  <c:v>55.0</c:v>
                </c:pt>
                <c:pt idx="2">
                  <c:v>72.0</c:v>
                </c:pt>
              </c:numCache>
            </c:numRef>
          </c:val>
        </c:ser>
        <c:ser>
          <c:idx val="1"/>
          <c:order val="1"/>
          <c:tx>
            <c:strRef>
              <c:f>Sheet1!$C$1</c:f>
              <c:strCache>
                <c:ptCount val="1"/>
                <c:pt idx="0">
                  <c:v>項目2</c:v>
                </c:pt>
              </c:strCache>
            </c:strRef>
          </c:tx>
          <c:spPr>
            <a:solidFill>
              <a:srgbClr val="5A3921"/>
            </a:solidFill>
            <a:ln>
              <a:noFill/>
            </a:ln>
          </c:spPr>
          <c:dLbls>
            <c:txPr>
              <a:bodyPr/>
              <a:lstStyle/>
              <a:p>
                <a:pPr>
                  <a:defRPr sz="1000">
                    <a:solidFill>
                      <a:srgbClr val="FFFFFF"/>
                    </a:solidFill>
                    <a:latin typeface="Yu Gothic"/>
                  </a:defRPr>
                </a:pPr>
              </a:p>
            </c:txPr>
            <c:dLblPos val="ctr"/>
            <c:showLegendKey val="0"/>
            <c:showVal val="1"/>
            <c:showCatName val="0"/>
            <c:showSerName val="0"/>
            <c:showPercent val="0"/>
            <c:showBubbleSize val="0"/>
            <c:showLeaderLines val="1"/>
          </c:dLbls>
          <c:cat>
            <c:strRef>
              <c:f>Sheet1!$A$2:$A$4</c:f>
              <c:strCache>
                <c:ptCount val="3"/>
                <c:pt idx="0">
                  <c:v>項目4</c:v>
                </c:pt>
                <c:pt idx="1">
                  <c:v>項目5</c:v>
                </c:pt>
                <c:pt idx="2">
                  <c:v>項目6</c:v>
                </c:pt>
              </c:strCache>
            </c:strRef>
          </c:cat>
          <c:val>
            <c:numRef>
              <c:f>Sheet1!$C$2:$C$4</c:f>
              <c:numCache>
                <c:formatCode>General</c:formatCode>
                <c:ptCount val="3"/>
                <c:pt idx="0">
                  <c:v>30.0</c:v>
                </c:pt>
                <c:pt idx="1">
                  <c:v>32.0</c:v>
                </c:pt>
                <c:pt idx="2">
                  <c:v>33.0</c:v>
                </c:pt>
              </c:numCache>
            </c:numRef>
          </c:val>
        </c:ser>
        <c:ser>
          <c:idx val="2"/>
          <c:order val="2"/>
          <c:tx>
            <c:strRef>
              <c:f>Sheet1!$D$1</c:f>
              <c:strCache>
                <c:ptCount val="1"/>
                <c:pt idx="0">
                  <c:v>項目3</c:v>
                </c:pt>
              </c:strCache>
            </c:strRef>
          </c:tx>
          <c:spPr>
            <a:solidFill>
              <a:srgbClr val="C5A681"/>
            </a:solidFill>
            <a:ln>
              <a:noFill/>
            </a:ln>
          </c:spPr>
          <c:cat>
            <c:strRef>
              <c:f>Sheet1!$A$2:$A$4</c:f>
              <c:strCache>
                <c:ptCount val="3"/>
                <c:pt idx="0">
                  <c:v>項目4</c:v>
                </c:pt>
                <c:pt idx="1">
                  <c:v>項目5</c:v>
                </c:pt>
                <c:pt idx="2">
                  <c:v>項目6</c:v>
                </c:pt>
              </c:strCache>
            </c:strRef>
          </c:cat>
          <c:val>
            <c:numRef>
              <c:f>Sheet1!$D$2:$D$4</c:f>
              <c:numCache>
                <c:formatCode>General</c:formatCode>
                <c:ptCount val="3"/>
                <c:pt idx="0">
                  <c:v>20.0</c:v>
                </c:pt>
                <c:pt idx="1">
                  <c:v>22.0</c:v>
                </c:pt>
                <c:pt idx="2">
                  <c:v>24.0</c:v>
                </c:pt>
              </c:numCache>
            </c:numRef>
          </c:val>
        </c:ser>
        <c:dLbls>
          <c:txPr>
            <a:bodyPr/>
            <a:lstStyle/>
            <a:p>
              <a:pPr>
                <a:defRPr sz="1000">
                  <a:solidFill>
                    <a:srgbClr val="322014"/>
                  </a:solidFill>
                  <a:latin typeface="Yu Gothic"/>
                </a:defRPr>
              </a:pPr>
            </a:p>
          </c:txPr>
          <c:dLblPos val="ctr"/>
          <c:showLegendKey val="0"/>
          <c:showVal val="1"/>
          <c:showCatName val="0"/>
          <c:showSerName val="0"/>
          <c:showPercent val="0"/>
          <c:showBubbleSize val="0"/>
          <c:showLeaderLines val="1"/>
        </c:dLbls>
        <c:gapWidth val="100"/>
        <c:overlap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"stacked_bar",</a:t>
            </a:r>
          </a:p>
          <a:p>
            <a:r>
              <a:t>  "variant": "warm",</a:t>
            </a:r>
          </a:p>
          <a:p>
            <a:r>
              <a:t>  "rationale": "Public template fixture; short fictional slot content; no private data.",</a:t>
            </a:r>
          </a:p>
          <a:p>
            <a:r>
              <a:t>  "source_sha256": "3556a674c87a14333d84688170e25ab5595a6b9c8682e2c90b935d5354940311",</a:t>
            </a:r>
          </a:p>
          <a:p>
            <a:r>
              <a:t>  "evidence": [</a:t>
            </a:r>
          </a:p>
          <a:p>
            <a:r>
              <a:t>    {</a:t>
            </a:r>
          </a:p>
          <a:p>
            <a:r>
              <a:t>      "text": "積み上げ棒",</a:t>
            </a:r>
          </a:p>
          <a:p>
            <a:r>
              <a:t>      "refs": [</a:t>
            </a:r>
          </a:p>
          <a:p>
            <a:r>
              <a:t>        {</a:t>
            </a:r>
          </a:p>
          <a:p>
            <a:r>
              <a:t>          "source_id": "s001",</a:t>
            </a:r>
          </a:p>
          <a:p>
            <a:r>
              <a:t>          "quote": "積み上げ棒"</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"指標名、単位",</a:t>
            </a:r>
          </a:p>
          <a:p>
            <a:r>
              <a:t>      "refs": [</a:t>
            </a:r>
          </a:p>
          <a:p>
            <a:r>
              <a:t>        {</a:t>
            </a:r>
          </a:p>
          <a:p>
            <a:r>
              <a:t>          "source_id": "s001",</a:t>
            </a:r>
          </a:p>
          <a:p>
            <a:r>
              <a:t>          "quote": "指標名、単位"</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"項目5",</a:t>
            </a:r>
          </a:p>
          <a:p>
            <a:r>
              <a:t>      "refs": [</a:t>
            </a:r>
          </a:p>
          <a:p>
            <a:r>
              <a:t>        {</a:t>
            </a:r>
          </a:p>
          <a:p>
            <a:r>
              <a:t>          "source_id": "s001",</a:t>
            </a:r>
          </a:p>
          <a:p>
            <a:r>
              <a:t>          "quote": "項目5"</a:t>
            </a:r>
          </a:p>
          <a:p>
            <a:r>
              <a:t>        }</a:t>
            </a:r>
          </a:p>
          <a:p>
            <a:r>
              <a:t>      ],</a:t>
            </a:r>
          </a:p>
          <a:p>
            <a:r>
              <a:t>      "mode": "verbatim"</a:t>
            </a:r>
          </a:p>
          <a:p>
            <a:r>
              <a:t>    },</a:t>
            </a:r>
          </a:p>
          <a:p>
            <a:r>
              <a:t>    {</a:t>
            </a:r>
          </a:p>
          <a:p>
            <a:r>
              <a:t>      "text": "項目6",</a:t>
            </a:r>
          </a:p>
          <a:p>
            <a:r>
              <a:t>      "refs": [</a:t>
            </a:r>
          </a:p>
          <a:p>
            <a:r>
              <a:t>        {</a:t>
            </a:r>
          </a:p>
          <a:p>
            <a:r>
              <a:t>          "source_id": "s001",</a:t>
            </a:r>
          </a:p>
          <a:p>
            <a:r>
              <a:t>          "quote": "項目6"</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"value": 40.0,</a:t>
            </a:r>
          </a:p>
          <a:p>
            <a:r>
              <a:t>      "refs": [</a:t>
            </a:r>
          </a:p>
          <a:p>
            <a:r>
              <a:t>        {</a:t>
            </a:r>
          </a:p>
          <a:p>
            <a:r>
              <a:t>          "source_id": "s001",</a:t>
            </a:r>
          </a:p>
          <a:p>
            <a:r>
              <a:t>          "quote": "40"</a:t>
            </a:r>
          </a:p>
          <a:p>
            <a:r>
              <a:t>        }</a:t>
            </a:r>
          </a:p>
          <a:p>
            <a:r>
              <a:t>      ]</a:t>
            </a:r>
          </a:p>
          <a:p>
            <a:r>
              <a:t>    },</a:t>
            </a:r>
          </a:p>
          <a:p>
            <a:r>
              <a:t>    {</a:t>
            </a:r>
          </a:p>
          <a:p>
            <a:r>
              <a:t>      "value": 55.0,</a:t>
            </a:r>
          </a:p>
          <a:p>
            <a:r>
              <a:t>      "refs": [</a:t>
            </a:r>
          </a:p>
          <a:p>
            <a:r>
              <a:t>        {</a:t>
            </a:r>
          </a:p>
          <a:p>
            <a:r>
              <a:t>          "source_id": "s001",</a:t>
            </a:r>
          </a:p>
          <a:p>
            <a:r>
              <a:t>          "quote": "55"</a:t>
            </a:r>
          </a:p>
          <a:p>
            <a:r>
              <a:t>        }</a:t>
            </a:r>
          </a:p>
          <a:p>
            <a:r>
              <a:t>      ]</a:t>
            </a:r>
          </a:p>
          <a:p>
            <a:r>
              <a:t>    },</a:t>
            </a:r>
          </a:p>
          <a:p>
            <a:r>
              <a:t>    {</a:t>
            </a:r>
          </a:p>
          <a:p>
            <a:r>
              <a:t>      "value": 72.0,</a:t>
            </a:r>
          </a:p>
          <a:p>
            <a:r>
              <a:t>      "refs": [</a:t>
            </a:r>
          </a:p>
          <a:p>
            <a:r>
              <a:t>        {</a:t>
            </a:r>
          </a:p>
          <a:p>
            <a:r>
              <a:t>          "source_id": "s001",</a:t>
            </a:r>
          </a:p>
          <a:p>
            <a:r>
              <a:t>          "quote": "72"</a:t>
            </a:r>
          </a:p>
          <a:p>
            <a:r>
              <a:t>        }</a:t>
            </a:r>
          </a:p>
          <a:p>
            <a:r>
              <a:t>      ]</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"value": 30.0,</a:t>
            </a:r>
          </a:p>
          <a:p>
            <a:r>
              <a:t>      "refs": [</a:t>
            </a:r>
          </a:p>
          <a:p>
            <a:r>
              <a:t>        {</a:t>
            </a:r>
          </a:p>
          <a:p>
            <a:r>
              <a:t>          "source_id": "s001",</a:t>
            </a:r>
          </a:p>
          <a:p>
            <a:r>
              <a:t>          "quote": "30"</a:t>
            </a:r>
          </a:p>
          <a:p>
            <a:r>
              <a:t>        }</a:t>
            </a:r>
          </a:p>
          <a:p>
            <a:r>
              <a:t>      ]</a:t>
            </a:r>
          </a:p>
          <a:p>
            <a:r>
              <a:t>    },</a:t>
            </a:r>
          </a:p>
          <a:p>
            <a:r>
              <a:t>    {</a:t>
            </a:r>
          </a:p>
          <a:p>
            <a:r>
              <a:t>      "value": 32.0,</a:t>
            </a:r>
          </a:p>
          <a:p>
            <a:r>
              <a:t>      "refs": [</a:t>
            </a:r>
          </a:p>
          <a:p>
            <a:r>
              <a:t>        {</a:t>
            </a:r>
          </a:p>
          <a:p>
            <a:r>
              <a:t>          "source_id": "s001",</a:t>
            </a:r>
          </a:p>
          <a:p>
            <a:r>
              <a:t>          "quote": "32"</a:t>
            </a:r>
          </a:p>
          <a:p>
            <a:r>
              <a:t>        }</a:t>
            </a:r>
          </a:p>
          <a:p>
            <a:r>
              <a:t>      ]</a:t>
            </a:r>
          </a:p>
          <a:p>
            <a:r>
              <a:t>    },</a:t>
            </a:r>
          </a:p>
          <a:p>
            <a:r>
              <a:t>    {</a:t>
            </a:r>
          </a:p>
          <a:p>
            <a:r>
              <a:t>      "value": 33.0,</a:t>
            </a:r>
          </a:p>
          <a:p>
            <a:r>
              <a:t>      "refs": [</a:t>
            </a:r>
          </a:p>
          <a:p>
            <a:r>
              <a:t>        {</a:t>
            </a:r>
          </a:p>
          <a:p>
            <a:r>
              <a:t>          "source_id": "s001",</a:t>
            </a:r>
          </a:p>
          <a:p>
            <a:r>
              <a:t>          "quote": "33"</a:t>
            </a:r>
          </a:p>
          <a:p>
            <a:r>
              <a:t>        }</a:t>
            </a:r>
          </a:p>
          <a:p>
            <a:r>
              <a:t>      ]</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"value": 20.0,</a:t>
            </a:r>
          </a:p>
          <a:p>
            <a:r>
              <a:t>      "refs": [</a:t>
            </a:r>
          </a:p>
          <a:p>
            <a:r>
              <a:t>        {</a:t>
            </a:r>
          </a:p>
          <a:p>
            <a:r>
              <a:t>          "source_id": "s001",</a:t>
            </a:r>
          </a:p>
          <a:p>
            <a:r>
              <a:t>          "quote": "20"</a:t>
            </a:r>
          </a:p>
          <a:p>
            <a:r>
              <a:t>        }</a:t>
            </a:r>
          </a:p>
          <a:p>
            <a:r>
              <a:t>      ]</a:t>
            </a:r>
          </a:p>
          <a:p>
            <a:r>
              <a:t>    },</a:t>
            </a:r>
          </a:p>
          <a:p>
            <a:r>
              <a:t>    {</a:t>
            </a:r>
          </a:p>
          <a:p>
            <a:r>
              <a:t>      "value": 22.0,</a:t>
            </a:r>
          </a:p>
          <a:p>
            <a:r>
              <a:t>      "refs": [</a:t>
            </a:r>
          </a:p>
          <a:p>
            <a:r>
              <a:t>        {</a:t>
            </a:r>
          </a:p>
          <a:p>
            <a:r>
              <a:t>          "source_id": "s001",</a:t>
            </a:r>
          </a:p>
          <a:p>
            <a:r>
              <a:t>          "quote": "22"</a:t>
            </a:r>
          </a:p>
          <a:p>
            <a:r>
              <a:t>        }</a:t>
            </a:r>
          </a:p>
          <a:p>
            <a:r>
              <a:t>      ]</a:t>
            </a:r>
          </a:p>
          <a:p>
            <a:r>
              <a:t>    },</a:t>
            </a:r>
          </a:p>
          <a:p>
            <a:r>
              <a:t>    {</a:t>
            </a:r>
          </a:p>
          <a:p>
            <a:r>
              <a:t>      "value": 24.0,</a:t>
            </a:r>
          </a:p>
          <a:p>
            <a:r>
              <a:t>      "refs": [</a:t>
            </a:r>
          </a:p>
          <a:p>
            <a:r>
              <a:t>        {</a:t>
            </a:r>
          </a:p>
          <a:p>
            <a:r>
              <a:t>          "source_id": "s001",</a:t>
            </a:r>
          </a:p>
          <a:p>
            <a:r>
              <a:t>          "quote": "24"</a:t>
            </a:r>
          </a:p>
          <a:p>
            <a:r>
              <a:t>        }</a:t>
            </a:r>
          </a:p>
          <a:p>
            <a:r>
              <a:t>      ]</a:t>
            </a:r>
          </a:p>
          <a:p>
            <a:r>
              <a:t>    }</a:t>
            </a:r>
          </a:p>
          <a:p>
            <a:r>
              <a:t>  ],</a:t>
            </a:r>
          </a:p>
          <a:p>
            <a:r>
              <a:t>  "citations": {</a:t>
            </a:r>
          </a:p>
          <a:p>
            <a:r>
              <a:t>    "s001": "Public MIT sample: templates/freeform_parts_more_16x9.html section 6"</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"113138dc7767fdd49ca06375e65d496efc18596838415744fc1cc86e3881d750"</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m06</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積み上げ棒</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920240"/>
            <a:ext cx="6400800" cy="27432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指標名、単位</a:t>
            </a:r>
            <a:endParaRPr lang="en-US" sz="1400" dirty="0"/>
          </a:p>
        </p:txBody>
      </p:sp>
      <p:sp>
        <p:nvSpPr>
          <p:cNvPr id="17" name="shape:017"/>
          <p:cNvSpPr/>
          <p:nvPr/>
        </p:nvSpPr>
        <p:spPr>
          <a:xfrm>
            <a:off x="1821637" y="5669280"/>
            <a:ext cx="1554480" cy="256032"/>
          </a:xfrm>
          <a:prstGeom prst="rect">
            <a:avLst/>
          </a:prstGeom>
          <a:noFill/>
          <a:ln/>
        </p:spPr>
        <p:txBody>
          <a:bodyPr wrap="square" lIns="381" tIns="381" rIns="381" bIns="381" rtlCol="0" anchor="t">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項目4</a:t>
            </a:r>
            <a:endParaRPr lang="en-US" sz="1200" dirty="0"/>
          </a:p>
        </p:txBody>
      </p:sp>
      <p:sp>
        <p:nvSpPr>
          <p:cNvPr id="24" name="shape:024"/>
          <p:cNvSpPr/>
          <p:nvPr/>
        </p:nvSpPr>
        <p:spPr>
          <a:xfrm>
            <a:off x="5318608" y="5669280"/>
            <a:ext cx="1554480" cy="256032"/>
          </a:xfrm>
          <a:prstGeom prst="rect">
            <a:avLst/>
          </a:prstGeom>
          <a:noFill/>
          <a:ln/>
        </p:spPr>
        <p:txBody>
          <a:bodyPr wrap="square" lIns="381" tIns="381" rIns="381" bIns="381" rtlCol="0" anchor="t">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項目5</a:t>
            </a:r>
            <a:endParaRPr lang="en-US" sz="1200" dirty="0"/>
          </a:p>
        </p:txBody>
      </p:sp>
      <p:sp>
        <p:nvSpPr>
          <p:cNvPr id="31" name="shape:031"/>
          <p:cNvSpPr/>
          <p:nvPr/>
        </p:nvSpPr>
        <p:spPr>
          <a:xfrm>
            <a:off x="8815578" y="5669280"/>
            <a:ext cx="1554480" cy="256032"/>
          </a:xfrm>
          <a:prstGeom prst="rect">
            <a:avLst/>
          </a:prstGeom>
          <a:noFill/>
          <a:ln/>
        </p:spPr>
        <p:txBody>
          <a:bodyPr wrap="square" lIns="381" tIns="381" rIns="381" bIns="381" rtlCol="0" anchor="t">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項目6</a:t>
            </a:r>
            <a:endParaRPr lang="en-US" sz="1200" dirty="0"/>
          </a:p>
        </p:txBody>
      </p:sp>
      <p:sp>
        <p:nvSpPr>
          <p:cNvPr id="32" name="shape:032"/>
          <p:cNvSpPr/>
          <p:nvPr/>
        </p:nvSpPr>
        <p:spPr>
          <a:xfrm>
            <a:off x="576072" y="5943600"/>
            <a:ext cx="201168" cy="201168"/>
          </a:xfrm>
          <a:prstGeom prst="rect">
            <a:avLst/>
          </a:prstGeom>
          <a:solidFill>
            <a:srgbClr val="322014"/>
          </a:solidFill>
          <a:ln/>
        </p:spPr>
        <p:txBody>
          <a:bodyPr>
            <a:noAutofit/>
          </a:bodyPr>
          <a:p/>
        </p:txBody>
      </p:sp>
      <p:sp>
        <p:nvSpPr>
          <p:cNvPr id="33" name="shape:033"/>
          <p:cNvSpPr/>
          <p:nvPr/>
        </p:nvSpPr>
        <p:spPr>
          <a:xfrm>
            <a:off x="868680" y="5943600"/>
            <a:ext cx="146304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項目1</a:t>
            </a:r>
            <a:endParaRPr lang="en-US" sz="1100" dirty="0"/>
          </a:p>
        </p:txBody>
      </p:sp>
      <p:sp>
        <p:nvSpPr>
          <p:cNvPr id="34" name="shape:034"/>
          <p:cNvSpPr/>
          <p:nvPr/>
        </p:nvSpPr>
        <p:spPr>
          <a:xfrm>
            <a:off x="2404872" y="5943600"/>
            <a:ext cx="201168" cy="201168"/>
          </a:xfrm>
          <a:prstGeom prst="rect">
            <a:avLst/>
          </a:prstGeom>
          <a:solidFill>
            <a:srgbClr val="5A3921"/>
          </a:solidFill>
          <a:ln/>
        </p:spPr>
        <p:txBody>
          <a:bodyPr>
            <a:noAutofit/>
          </a:bodyPr>
          <a:p/>
        </p:txBody>
      </p:sp>
      <p:sp>
        <p:nvSpPr>
          <p:cNvPr id="35" name="shape:035"/>
          <p:cNvSpPr/>
          <p:nvPr/>
        </p:nvSpPr>
        <p:spPr>
          <a:xfrm>
            <a:off x="2697480" y="5943600"/>
            <a:ext cx="146304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項目2</a:t>
            </a:r>
            <a:endParaRPr lang="en-US" sz="1100" dirty="0"/>
          </a:p>
        </p:txBody>
      </p:sp>
      <p:sp>
        <p:nvSpPr>
          <p:cNvPr id="36" name="shape:036"/>
          <p:cNvSpPr/>
          <p:nvPr/>
        </p:nvSpPr>
        <p:spPr>
          <a:xfrm>
            <a:off x="4233672" y="5943600"/>
            <a:ext cx="201168" cy="201168"/>
          </a:xfrm>
          <a:prstGeom prst="rect">
            <a:avLst/>
          </a:prstGeom>
          <a:solidFill>
            <a:srgbClr val="C5A681"/>
          </a:solidFill>
          <a:ln/>
        </p:spPr>
        <p:txBody>
          <a:bodyPr>
            <a:noAutofit/>
          </a:bodyPr>
          <a:p/>
        </p:txBody>
      </p:sp>
      <p:sp>
        <p:nvSpPr>
          <p:cNvPr id="37" name="shape:037"/>
          <p:cNvSpPr/>
          <p:nvPr/>
        </p:nvSpPr>
        <p:spPr>
          <a:xfrm>
            <a:off x="4526280" y="5943600"/>
            <a:ext cx="146304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項目3</a:t>
            </a:r>
            <a:endParaRPr lang="en-US" sz="1100" dirty="0"/>
          </a:p>
        </p:txBody>
      </p:sp>
      <p:sp>
        <p:nvSpPr>
          <p:cNvPr id="3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graphicFrame>
        <p:nvGraphicFramePr>
          <p:cNvPr id="39" name="shape:039"/>
          <p:cNvGraphicFramePr>
            <a:graphicFrameLocks noGrp="1"/>
          </p:cNvGraphicFramePr>
          <p:nvPr/>
        </p:nvGraphicFramePr>
        <p:xfrm>
          <a:off x="868680" y="2331720"/>
          <a:ext cx="10469880" cy="3291840"/>
        </p:xfrm>
        <a:graphic>
          <a:graphicData uri="http://schemas.openxmlformats.org/drawingml/2006/chart">
            <c:chart xmlns:c="http://schemas.openxmlformats.org/drawingml/2006/chart" r:id="rId2"/>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