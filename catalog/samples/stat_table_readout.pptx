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"stat_table_readout",</a:t>
            </a:r>
          </a:p>
          <a:p>
            <a:r>
              <a:t>  "variant": "warm",</a:t>
            </a:r>
          </a:p>
          <a:p>
            <a:r>
              <a:t>  "rationale": "Public template fixture; short fictional slot content; no private data.",</a:t>
            </a:r>
          </a:p>
          <a:p>
            <a:r>
              <a:t>  "source_sha256": "51de0ef0c5d5fa3e172e5646819aaa7df186889786648ff157483f2d78904f3a",</a:t>
            </a:r>
          </a:p>
          <a:p>
            <a:r>
              <a:t>  "evidence": [</a:t>
            </a:r>
          </a:p>
          <a:p>
            <a:r>
              <a:t>    {</a:t>
            </a:r>
          </a:p>
          <a:p>
            <a:r>
              <a:t>      "text": "大型数値の表＋読み取り",</a:t>
            </a:r>
          </a:p>
          <a:p>
            <a:r>
              <a:t>      "refs": [</a:t>
            </a:r>
          </a:p>
          <a:p>
            <a:r>
              <a:t>        {</a:t>
            </a:r>
          </a:p>
          <a:p>
            <a:r>
              <a:t>          "source_id": "s001",</a:t>
            </a:r>
          </a:p>
          <a:p>
            <a:r>
              <a:t>          "quote": "大型数値の表＋読み取り"</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"数値で見る記載例1の現状",</a:t>
            </a:r>
          </a:p>
          <a:p>
            <a:r>
              <a:t>      "refs": [</a:t>
            </a:r>
          </a:p>
          <a:p>
            <a:r>
              <a:t>        {</a:t>
            </a:r>
          </a:p>
          <a:p>
            <a:r>
              <a:t>          "source_id": "s001",</a:t>
            </a:r>
          </a:p>
          <a:p>
            <a:r>
              <a:t>          "quote": "数値で見る記載例1の現状"</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"だから、こう読める",</a:t>
            </a:r>
          </a:p>
          <a:p>
            <a:r>
              <a:t>      "refs": [</a:t>
            </a:r>
          </a:p>
          <a:p>
            <a:r>
              <a:t>        {</a:t>
            </a:r>
          </a:p>
          <a:p>
            <a:r>
              <a:t>          "source_id": "s001",</a:t>
            </a:r>
          </a:p>
          <a:p>
            <a:r>
              <a:t>          "quote": "だから、こう読める"</a:t>
            </a:r>
          </a:p>
          <a:p>
            <a:r>
              <a:t>        }</a:t>
            </a:r>
          </a:p>
          <a:p>
            <a:r>
              <a:t>      ],</a:t>
            </a:r>
          </a:p>
          <a:p>
            <a:r>
              <a:t>      "mode": "verbatim"</a:t>
            </a:r>
          </a:p>
          <a:p>
            <a:r>
              <a:t>    },</a:t>
            </a:r>
          </a:p>
          <a:p>
            <a:r>
              <a:t>    {</a:t>
            </a:r>
          </a:p>
          <a:p>
            <a:r>
              <a:t>      "text": "記載例4\n記載例5\n記載例6",</a:t>
            </a:r>
          </a:p>
          <a:p>
            <a:r>
              <a:t>      "refs": [</a:t>
            </a:r>
          </a:p>
          <a:p>
            <a:r>
              <a:t>        {</a:t>
            </a:r>
          </a:p>
          <a:p>
            <a:r>
              <a:t>          "source_id": "s001",</a:t>
            </a:r>
          </a:p>
          <a:p>
            <a:r>
              <a:t>          "quote": "記載例4\n記載例5\n記載例6"</a:t>
            </a:r>
          </a:p>
          <a:p>
            <a:r>
              <a:t>        }</a:t>
            </a:r>
          </a:p>
          <a:p>
            <a:r>
              <a:t>      ],</a:t>
            </a:r>
          </a:p>
          <a:p>
            <a:r>
              <a:t>      "mode": "verbatim"</a:t>
            </a:r>
          </a:p>
          <a:p>
            <a:r>
              <a:t>    }</a:t>
            </a:r>
          </a:p>
          <a:p>
            <a:r>
              <a:t>  ],</a:t>
            </a:r>
          </a:p>
          <a:p>
            <a:r>
              <a:t>  "citations": {</a:t>
            </a:r>
          </a:p>
          <a:p>
            <a:r>
              <a:t>    "s001": "Public MIT sample: templates/freeform_parts_16x9.html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"caa979593139d00ea3ff4a2b99a69d8f46eb91c87891f719ff4b3e9cf6b5dd7c"</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大型数値の表＋読み取り</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数値で見る記載例1の現状</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27" name="shape:027"/>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584000"/>
                <a:gridCol w="1224000"/>
                <a:gridCol w="3426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項目2</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項目3</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項目4</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項目5</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項目6</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項目7</a:t>
                      </a:r>
                      <a:endParaRPr lang="en-US" sz="14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だから、こう読める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