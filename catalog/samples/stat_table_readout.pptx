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"stat_table_readout",</a:t>
            </a:r>
          </a:p>
          <a:p>
            <a:r>
              <a:t>  "variant": "warm",</a:t>
            </a:r>
          </a:p>
          <a:p>
            <a:r>
              <a:t>  "rationale": "Public template fixture; short fictional slot content; no private data.",</a:t>
            </a:r>
          </a:p>
          <a:p>
            <a:r>
              <a:t>  "source_sha256": "51de0ef0c5d5fa3e172e5646819aaa7df186889786648ff157483f2d78904f3a",</a:t>
            </a:r>
          </a:p>
          <a:p>
            <a:r>
              <a:t>  "evidence": [</a:t>
            </a:r>
          </a:p>
          <a:p>
            <a:r>
              <a:t>    {</a:t>
            </a:r>
          </a:p>
          <a:p>
            <a:r>
              <a:t>      "text": "大型数値の表＋読み取り",</a:t>
            </a:r>
          </a:p>
          <a:p>
            <a:r>
              <a:t>      "refs": [</a:t>
            </a:r>
          </a:p>
          <a:p>
            <a:r>
              <a:t>        {</a:t>
            </a:r>
          </a:p>
          <a:p>
            <a:r>
              <a:t>          "source_id": "s001",</a:t>
            </a:r>
          </a:p>
          <a:p>
            <a:r>
              <a:t>          "quote": "大型数値の表＋読み取り"</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"数値で見る記載例1の現状",</a:t>
            </a:r>
          </a:p>
          <a:p>
            <a:r>
              <a:t>      "refs": [</a:t>
            </a:r>
          </a:p>
          <a:p>
            <a:r>
              <a:t>        {</a:t>
            </a:r>
          </a:p>
          <a:p>
            <a:r>
              <a:t>          "source_id": "s001",</a:t>
            </a:r>
          </a:p>
          <a:p>
            <a:r>
              <a:t>          "quote": "数値で見る記載例1の現状"</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"だから、こう読める",</a:t>
            </a:r>
          </a:p>
          <a:p>
            <a:r>
              <a:t>      "refs": [</a:t>
            </a:r>
          </a:p>
          <a:p>
            <a:r>
              <a:t>        {</a:t>
            </a:r>
          </a:p>
          <a:p>
            <a:r>
              <a:t>          "source_id": "s001",</a:t>
            </a:r>
          </a:p>
          <a:p>
            <a:r>
              <a:t>          "quote": "だから、こう読める"</a:t>
            </a:r>
          </a:p>
          <a:p>
            <a:r>
              <a:t>        }</a:t>
            </a:r>
          </a:p>
          <a:p>
            <a:r>
              <a:t>      ],</a:t>
            </a:r>
          </a:p>
          <a:p>
            <a:r>
              <a:t>      "mode": "verbatim"</a:t>
            </a:r>
          </a:p>
          <a:p>
            <a:r>
              <a:t>    },</a:t>
            </a:r>
          </a:p>
          <a:p>
            <a:r>
              <a:t>    {</a:t>
            </a:r>
          </a:p>
          <a:p>
            <a:r>
              <a:t>      "text": "記載例4\n記載例5\n記載例6",</a:t>
            </a:r>
          </a:p>
          <a:p>
            <a:r>
              <a:t>      "refs": [</a:t>
            </a:r>
          </a:p>
          <a:p>
            <a:r>
              <a:t>        {</a:t>
            </a:r>
          </a:p>
          <a:p>
            <a:r>
              <a:t>          "source_id": "s001",</a:t>
            </a:r>
          </a:p>
          <a:p>
            <a:r>
              <a:t>          "quote": "記載例4\n記載例5\n記載例6"</a:t>
            </a:r>
          </a:p>
          <a:p>
            <a:r>
              <a:t>        }</a:t>
            </a:r>
          </a:p>
          <a:p>
            <a:r>
              <a:t>      ],</a:t>
            </a:r>
          </a:p>
          <a:p>
            <a:r>
              <a:t>      "mode": "verbatim"</a:t>
            </a:r>
          </a:p>
          <a:p>
            <a:r>
              <a:t>    }</a:t>
            </a:r>
          </a:p>
          <a:p>
            <a:r>
              <a:t>  ],</a:t>
            </a:r>
          </a:p>
          <a:p>
            <a:r>
              <a:t>  "citations": {</a:t>
            </a:r>
          </a:p>
          <a:p>
            <a:r>
              <a:t>    "s001": "Public MIT sample: templates/freeform_parts_16x9.html section 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"9e2fd4dc9825acd172469a114a4338a6c6486ee80aac8500278f0ac55dd954c0"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大型数値の表＋読み取り</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数値で見る記載例1の現状</a:t>
            </a:r>
            <a:endParaRPr lang="en-US" sz="1150" dirty="0"/>
          </a:p>
        </p:txBody>
      </p:sp>
      <p:sp>
        <p:nvSpPr>
          <p:cNvPr id="11" name="shape:011"/>
          <p:cNvSpPr/>
          <p:nvPr/>
        </p:nvSpPr>
        <p:spPr>
          <a:xfrm>
            <a:off x="576072" y="1901952"/>
            <a:ext cx="6234931" cy="0"/>
          </a:xfrm>
          <a:prstGeom prst="line">
            <a:avLst/>
          </a:prstGeom>
          <a:noFill/>
          <a:ln w="17780">
            <a:solidFill>
              <a:srgbClr val="322014"/>
            </a:solidFill>
            <a:prstDash val="solid"/>
          </a:ln>
        </p:spPr>
        <p:txBody>
          <a:bodyPr>
            <a:noAutofit/>
          </a:bodyPr>
          <a:p/>
        </p:txBody>
      </p:sp>
      <p:graphicFrame>
        <p:nvGraphicFramePr>
          <p:cNvPr id="27" name="shape:027"/>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584000"/>
                <a:gridCol w="1224000"/>
                <a:gridCol w="3426931"/>
              </a:tblGrid>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項目2</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項目3</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項目4</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項目5</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項目6</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項目7</a:t>
                      </a:r>
                      <a:endParaRPr lang="en-US" sz="14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C5A681"/>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だから、こう読める</a:t>
            </a:r>
            <a:endParaRPr lang="en-US" sz="1150" dirty="0"/>
          </a:p>
        </p:txBody>
      </p:sp>
      <p:sp>
        <p:nvSpPr>
          <p:cNvPr id="15" name="shape:015"/>
          <p:cNvSpPr/>
          <p:nvPr/>
        </p:nvSpPr>
        <p:spPr>
          <a:xfrm>
            <a:off x="7459003" y="1901952"/>
            <a:ext cx="4156620" cy="0"/>
          </a:xfrm>
          <a:prstGeom prst="line">
            <a:avLst/>
          </a:prstGeom>
          <a:noFill/>
          <a:ln w="17780">
            <a:solidFill>
              <a:srgbClr val="322014"/>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