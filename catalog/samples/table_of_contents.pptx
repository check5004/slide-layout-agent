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"table_of_contents",</a:t>
            </a:r>
          </a:p>
          <a:p>
            <a:r>
              <a:t>  "variant": "warm",</a:t>
            </a:r>
          </a:p>
          <a:p>
            <a:r>
              <a:t>  "rationale": "Public template fixture; short fictional slot content; no private data.",</a:t>
            </a:r>
          </a:p>
          <a:p>
            <a:r>
              <a:t>  "source_sha256": "301d1b7c9d8d25556afbe80a06fe7e8083f716626b49d2cada95221296a5a558",</a:t>
            </a:r>
          </a:p>
          <a:p>
            <a:r>
              <a:t>  "evidence": [</a:t>
            </a:r>
          </a:p>
          <a:p>
            <a:r>
              <a:t>    {</a:t>
            </a:r>
          </a:p>
          <a:p>
            <a:r>
              <a:t>      "text": "目次",</a:t>
            </a:r>
          </a:p>
          <a:p>
            <a:r>
              <a:t>      "refs": [</a:t>
            </a:r>
          </a:p>
          <a:p>
            <a:r>
              <a:t>        {</a:t>
            </a:r>
          </a:p>
          <a:p>
            <a:r>
              <a:t>          "source_id": "s001",</a:t>
            </a:r>
          </a:p>
          <a:p>
            <a:r>
              <a:t>          "quote": "目次"</a:t>
            </a:r>
          </a:p>
          <a:p>
            <a:r>
              <a:t>        }</a:t>
            </a:r>
          </a:p>
          <a:p>
            <a:r>
              <a:t>      ],</a:t>
            </a:r>
          </a:p>
          <a:p>
            <a:r>
              <a:t>      "mode": "verbatim"</a:t>
            </a:r>
          </a:p>
          <a:p>
            <a:r>
              <a:t>    },</a:t>
            </a:r>
          </a:p>
          <a:p>
            <a:r>
              <a:t>    {</a:t>
            </a:r>
          </a:p>
          <a:p>
            <a:r>
              <a:t>      "text": "01",</a:t>
            </a:r>
          </a:p>
          <a:p>
            <a:r>
              <a:t>      "refs": [</a:t>
            </a:r>
          </a:p>
          <a:p>
            <a:r>
              <a:t>        {</a:t>
            </a:r>
          </a:p>
          <a:p>
            <a:r>
              <a:t>          "source_id": "s001",</a:t>
            </a:r>
          </a:p>
          <a:p>
            <a:r>
              <a:t>          "quote": "01"</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"P.3",</a:t>
            </a:r>
          </a:p>
          <a:p>
            <a:r>
              <a:t>      "refs": [</a:t>
            </a:r>
          </a:p>
          <a:p>
            <a:r>
              <a:t>        {</a:t>
            </a:r>
          </a:p>
          <a:p>
            <a:r>
              <a:t>          "source_id": "s001",</a:t>
            </a:r>
          </a:p>
          <a:p>
            <a:r>
              <a:t>          "quote": "P.3"</a:t>
            </a:r>
          </a:p>
          <a:p>
            <a:r>
              <a:t>        }</a:t>
            </a:r>
          </a:p>
          <a:p>
            <a:r>
              <a:t>      ],</a:t>
            </a:r>
          </a:p>
          <a:p>
            <a:r>
              <a:t>      "mode": "verbatim"</a:t>
            </a:r>
          </a:p>
          <a:p>
            <a:r>
              <a:t>    },</a:t>
            </a:r>
          </a:p>
          <a:p>
            <a:r>
              <a:t>    {</a:t>
            </a:r>
          </a:p>
          <a:p>
            <a:r>
              <a:t>      "text": "02",</a:t>
            </a:r>
          </a:p>
          <a:p>
            <a:r>
              <a:t>      "refs": [</a:t>
            </a:r>
          </a:p>
          <a:p>
            <a:r>
              <a:t>        {</a:t>
            </a:r>
          </a:p>
          <a:p>
            <a:r>
              <a:t>          "source_id": "s001",</a:t>
            </a:r>
          </a:p>
          <a:p>
            <a:r>
              <a:t>          "quote": "02"</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"P.6",</a:t>
            </a:r>
          </a:p>
          <a:p>
            <a:r>
              <a:t>      "refs": [</a:t>
            </a:r>
          </a:p>
          <a:p>
            <a:r>
              <a:t>        {</a:t>
            </a:r>
          </a:p>
          <a:p>
            <a:r>
              <a:t>          "source_id": "s001",</a:t>
            </a:r>
          </a:p>
          <a:p>
            <a:r>
              <a:t>          "quote": "P.6"</a:t>
            </a:r>
          </a:p>
          <a:p>
            <a:r>
              <a:t>        }</a:t>
            </a:r>
          </a:p>
          <a:p>
            <a:r>
              <a:t>      ],</a:t>
            </a:r>
          </a:p>
          <a:p>
            <a:r>
              <a:t>      "mode": "verbatim"</a:t>
            </a:r>
          </a:p>
          <a:p>
            <a:r>
              <a:t>    },</a:t>
            </a:r>
          </a:p>
          <a:p>
            <a:r>
              <a:t>    {</a:t>
            </a:r>
          </a:p>
          <a:p>
            <a:r>
              <a:t>      "text": "03",</a:t>
            </a:r>
          </a:p>
          <a:p>
            <a:r>
              <a:t>      "refs": [</a:t>
            </a:r>
          </a:p>
          <a:p>
            <a:r>
              <a:t>        {</a:t>
            </a:r>
          </a:p>
          <a:p>
            <a:r>
              <a:t>          "source_id": "s001",</a:t>
            </a:r>
          </a:p>
          <a:p>
            <a:r>
              <a:t>          "quote": "03"</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"P.9",</a:t>
            </a:r>
          </a:p>
          <a:p>
            <a:r>
              <a:t>      "refs": [</a:t>
            </a:r>
          </a:p>
          <a:p>
            <a:r>
              <a:t>        {</a:t>
            </a:r>
          </a:p>
          <a:p>
            <a:r>
              <a:t>          "source_id": "s001",</a:t>
            </a:r>
          </a:p>
          <a:p>
            <a:r>
              <a:t>          "quote": "P.9"</a:t>
            </a:r>
          </a:p>
          <a:p>
            <a:r>
              <a:t>        }</a:t>
            </a:r>
          </a:p>
          <a:p>
            <a:r>
              <a:t>      ],</a:t>
            </a:r>
          </a:p>
          <a:p>
            <a:r>
              <a:t>      "mode": "verbatim"</a:t>
            </a:r>
          </a:p>
          <a:p>
            <a:r>
              <a:t>    },</a:t>
            </a:r>
          </a:p>
          <a:p>
            <a:r>
              <a:t>    {</a:t>
            </a:r>
          </a:p>
          <a:p>
            <a:r>
              <a:t>      "text": "04",</a:t>
            </a:r>
          </a:p>
          <a:p>
            <a:r>
              <a:t>      "refs": [</a:t>
            </a:r>
          </a:p>
          <a:p>
            <a:r>
              <a:t>        {</a:t>
            </a:r>
          </a:p>
          <a:p>
            <a:r>
              <a:t>          "source_id": "s001",</a:t>
            </a:r>
          </a:p>
          <a:p>
            <a:r>
              <a:t>          "quote": "04"</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"P.12",</a:t>
            </a:r>
          </a:p>
          <a:p>
            <a:r>
              <a:t>      "refs": [</a:t>
            </a:r>
          </a:p>
          <a:p>
            <a:r>
              <a:t>        {</a:t>
            </a:r>
          </a:p>
          <a:p>
            <a:r>
              <a:t>          "source_id": "s001",</a:t>
            </a:r>
          </a:p>
          <a:p>
            <a:r>
              <a:t>          "quote": "P.12"</a:t>
            </a:r>
          </a:p>
          <a:p>
            <a:r>
              <a:t>        }</a:t>
            </a:r>
          </a:p>
          <a:p>
            <a:r>
              <a:t>      ],</a:t>
            </a:r>
          </a:p>
          <a:p>
            <a:r>
              <a:t>      "mode": "verbatim"</a:t>
            </a:r>
          </a:p>
          <a:p>
            <a:r>
              <a:t>    },</a:t>
            </a:r>
          </a:p>
          <a:p>
            <a:r>
              <a:t>    {</a:t>
            </a:r>
          </a:p>
          <a:p>
            <a:r>
              <a:t>      "text": "05",</a:t>
            </a:r>
          </a:p>
          <a:p>
            <a:r>
              <a:t>      "refs": [</a:t>
            </a:r>
          </a:p>
          <a:p>
            <a:r>
              <a:t>        {</a:t>
            </a:r>
          </a:p>
          <a:p>
            <a:r>
              <a:t>          "source_id": "s001",</a:t>
            </a:r>
          </a:p>
          <a:p>
            <a:r>
              <a:t>          "quote": "05"</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"P.15",</a:t>
            </a:r>
          </a:p>
          <a:p>
            <a:r>
              <a:t>      "refs": [</a:t>
            </a:r>
          </a:p>
          <a:p>
            <a:r>
              <a:t>        {</a:t>
            </a:r>
          </a:p>
          <a:p>
            <a:r>
              <a:t>          "source_id": "s001",</a:t>
            </a:r>
          </a:p>
          <a:p>
            <a:r>
              <a:t>          "quote": "P.15"</a:t>
            </a:r>
          </a:p>
          <a:p>
            <a:r>
              <a:t>        }</a:t>
            </a:r>
          </a:p>
          <a:p>
            <a:r>
              <a:t>      ],</a:t>
            </a:r>
          </a:p>
          <a:p>
            <a:r>
              <a:t>      "mode": "verbatim"</a:t>
            </a:r>
          </a:p>
          <a:p>
            <a:r>
              <a:t>    }</a:t>
            </a:r>
          </a:p>
          <a:p>
            <a:r>
              <a:t>  ],</a:t>
            </a:r>
          </a:p>
          <a:p>
            <a:r>
              <a:t>  "citations": {</a:t>
            </a:r>
          </a:p>
          <a:p>
            <a:r>
              <a:t>    "s001": "Public MIT sample: templates/freeform_parts_16x9.html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"931ef2532a3b0496a238e228729dda48a493c967782270b508431ee54af8ea12"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目次</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716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01</a:t>
            </a:r>
            <a:endParaRPr lang="en-US" sz="1150" dirty="0"/>
          </a:p>
        </p:txBody>
      </p:sp>
      <p:sp>
        <p:nvSpPr>
          <p:cNvPr id="11" name="shape:011"/>
          <p:cNvSpPr/>
          <p:nvPr/>
        </p:nvSpPr>
        <p:spPr>
          <a:xfrm>
            <a:off x="1224072" y="1716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項目1</a:t>
            </a:r>
            <a:endParaRPr lang="en-US" sz="1150" dirty="0"/>
          </a:p>
        </p:txBody>
      </p:sp>
      <p:sp>
        <p:nvSpPr>
          <p:cNvPr id="12" name="shape:012"/>
          <p:cNvSpPr/>
          <p:nvPr/>
        </p:nvSpPr>
        <p:spPr>
          <a:xfrm>
            <a:off x="11111623" y="1716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P.3</a:t>
            </a:r>
            <a:endParaRPr lang="en-US" sz="900" dirty="0"/>
          </a:p>
        </p:txBody>
      </p:sp>
      <p:sp>
        <p:nvSpPr>
          <p:cNvPr id="13" name="shape:013"/>
          <p:cNvSpPr/>
          <p:nvPr/>
        </p:nvSpPr>
        <p:spPr>
          <a:xfrm>
            <a:off x="576072" y="2508768"/>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508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02</a:t>
            </a:r>
            <a:endParaRPr lang="en-US" sz="1150" dirty="0"/>
          </a:p>
        </p:txBody>
      </p:sp>
      <p:sp>
        <p:nvSpPr>
          <p:cNvPr id="15" name="shape:015"/>
          <p:cNvSpPr/>
          <p:nvPr/>
        </p:nvSpPr>
        <p:spPr>
          <a:xfrm>
            <a:off x="1224072" y="2508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項目2</a:t>
            </a:r>
            <a:endParaRPr lang="en-US" sz="1150" dirty="0"/>
          </a:p>
        </p:txBody>
      </p:sp>
      <p:sp>
        <p:nvSpPr>
          <p:cNvPr id="16" name="shape:016"/>
          <p:cNvSpPr/>
          <p:nvPr/>
        </p:nvSpPr>
        <p:spPr>
          <a:xfrm>
            <a:off x="11111623" y="2508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P.6</a:t>
            </a:r>
            <a:endParaRPr lang="en-US" sz="900" dirty="0"/>
          </a:p>
        </p:txBody>
      </p:sp>
      <p:sp>
        <p:nvSpPr>
          <p:cNvPr id="17" name="shape:017"/>
          <p:cNvSpPr/>
          <p:nvPr/>
        </p:nvSpPr>
        <p:spPr>
          <a:xfrm>
            <a:off x="576072" y="3300768"/>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300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03</a:t>
            </a:r>
            <a:endParaRPr lang="en-US" sz="1150" dirty="0"/>
          </a:p>
        </p:txBody>
      </p:sp>
      <p:sp>
        <p:nvSpPr>
          <p:cNvPr id="19" name="shape:019"/>
          <p:cNvSpPr/>
          <p:nvPr/>
        </p:nvSpPr>
        <p:spPr>
          <a:xfrm>
            <a:off x="1224072" y="3300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項目3</a:t>
            </a:r>
            <a:endParaRPr lang="en-US" sz="1150" dirty="0"/>
          </a:p>
        </p:txBody>
      </p:sp>
      <p:sp>
        <p:nvSpPr>
          <p:cNvPr id="20" name="shape:020"/>
          <p:cNvSpPr/>
          <p:nvPr/>
        </p:nvSpPr>
        <p:spPr>
          <a:xfrm>
            <a:off x="11111623" y="3300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21" name="shape:021"/>
          <p:cNvSpPr/>
          <p:nvPr/>
        </p:nvSpPr>
        <p:spPr>
          <a:xfrm>
            <a:off x="576072" y="4092768"/>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092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04</a:t>
            </a:r>
            <a:endParaRPr lang="en-US" sz="1150" dirty="0"/>
          </a:p>
        </p:txBody>
      </p:sp>
      <p:sp>
        <p:nvSpPr>
          <p:cNvPr id="23" name="shape:023"/>
          <p:cNvSpPr/>
          <p:nvPr/>
        </p:nvSpPr>
        <p:spPr>
          <a:xfrm>
            <a:off x="1224072" y="4092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項目4</a:t>
            </a:r>
            <a:endParaRPr lang="en-US" sz="1150" dirty="0"/>
          </a:p>
        </p:txBody>
      </p:sp>
      <p:sp>
        <p:nvSpPr>
          <p:cNvPr id="24" name="shape:024"/>
          <p:cNvSpPr/>
          <p:nvPr/>
        </p:nvSpPr>
        <p:spPr>
          <a:xfrm>
            <a:off x="11111623" y="4092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P.12</a:t>
            </a:r>
            <a:endParaRPr lang="en-US" sz="900" dirty="0"/>
          </a:p>
        </p:txBody>
      </p:sp>
      <p:sp>
        <p:nvSpPr>
          <p:cNvPr id="25" name="shape:025"/>
          <p:cNvSpPr/>
          <p:nvPr/>
        </p:nvSpPr>
        <p:spPr>
          <a:xfrm>
            <a:off x="576072" y="4884768"/>
            <a:ext cx="11039551" cy="0"/>
          </a:xfrm>
          <a:prstGeom prst="line">
            <a:avLst/>
          </a:prstGeom>
          <a:noFill/>
          <a:ln w="9525">
            <a:solidFill>
              <a:srgbClr val="E2DCD2"/>
            </a:solidFill>
            <a:prstDash val="solid"/>
          </a:ln>
        </p:spPr>
        <p:txBody>
          <a:bodyPr>
            <a:noAutofit/>
          </a:bodyPr>
          <a:p/>
        </p:txBody>
      </p:sp>
      <p:sp>
        <p:nvSpPr>
          <p:cNvPr id="26" name="shape:026"/>
          <p:cNvSpPr/>
          <p:nvPr/>
        </p:nvSpPr>
        <p:spPr>
          <a:xfrm>
            <a:off x="576072" y="4884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05</a:t>
            </a:r>
            <a:endParaRPr lang="en-US" sz="1150" dirty="0"/>
          </a:p>
        </p:txBody>
      </p:sp>
      <p:sp>
        <p:nvSpPr>
          <p:cNvPr id="27" name="shape:027"/>
          <p:cNvSpPr/>
          <p:nvPr/>
        </p:nvSpPr>
        <p:spPr>
          <a:xfrm>
            <a:off x="1224072" y="4884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項目5</a:t>
            </a:r>
            <a:endParaRPr lang="en-US" sz="1150" dirty="0"/>
          </a:p>
        </p:txBody>
      </p:sp>
      <p:sp>
        <p:nvSpPr>
          <p:cNvPr id="28" name="shape:028"/>
          <p:cNvSpPr/>
          <p:nvPr/>
        </p:nvSpPr>
        <p:spPr>
          <a:xfrm>
            <a:off x="11111623" y="4884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