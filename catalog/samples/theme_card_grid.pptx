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"theme_card_grid",</a:t>
            </a:r>
          </a:p>
          <a:p>
            <a:r>
              <a:t>  "variant": "warm",</a:t>
            </a:r>
          </a:p>
          <a:p>
            <a:r>
              <a:t>  "rationale": "Public template fixture; short fictional slot content; no private data.",</a:t>
            </a:r>
          </a:p>
          <a:p>
            <a:r>
              <a:t>  "source_sha256": "05826879c74a6533fda793b8d8b75412479529a05537296050da3bf6d0bf5d7b",</a:t>
            </a:r>
          </a:p>
          <a:p>
            <a:r>
              <a:t>  "evidence": [</a:t>
            </a:r>
          </a:p>
          <a:p>
            <a:r>
              <a:t>    {</a:t>
            </a:r>
          </a:p>
          <a:p>
            <a:r>
              <a:t>      "text": "テーマカード",</a:t>
            </a:r>
          </a:p>
          <a:p>
            <a:r>
              <a:t>      "refs": [</a:t>
            </a:r>
          </a:p>
          <a:p>
            <a:r>
              <a:t>        {</a:t>
            </a:r>
          </a:p>
          <a:p>
            <a:r>
              <a:t>          "source_id": "s001",</a:t>
            </a:r>
          </a:p>
          <a:p>
            <a:r>
              <a:t>          "quote": "テーマカード"</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"指標名、単位、2026〜2026年",</a:t>
            </a:r>
          </a:p>
          <a:p>
            <a:r>
              <a:t>      "refs": [</a:t>
            </a:r>
          </a:p>
          <a:p>
            <a:r>
              <a:t>        {</a:t>
            </a:r>
          </a:p>
          <a:p>
            <a:r>
              <a:t>          "source_id": "s001",</a:t>
            </a:r>
          </a:p>
          <a:p>
            <a:r>
              <a:t>          "quote": "指標名、単位、2026〜2026年"</a:t>
            </a:r>
          </a:p>
          <a:p>
            <a:r>
              <a:t>        }</a:t>
            </a:r>
          </a:p>
          <a:p>
            <a:r>
              <a:t>      ],</a:t>
            </a:r>
          </a:p>
          <a:p>
            <a:r>
              <a:t>      "mode": "verbatim"</a:t>
            </a:r>
          </a:p>
          <a:p>
            <a:r>
              <a:t>    },</a:t>
            </a:r>
          </a:p>
          <a:p>
            <a:r>
              <a:t>    {</a:t>
            </a:r>
          </a:p>
          <a:p>
            <a:r>
              <a:t>      "text": "項目1",</a:t>
            </a:r>
          </a:p>
          <a:p>
            <a:r>
              <a:t>      "refs": [</a:t>
            </a:r>
          </a:p>
          <a:p>
            <a:r>
              <a:t>        {</a:t>
            </a:r>
          </a:p>
          <a:p>
            <a:r>
              <a:t>          "source_id": "s001",</a:t>
            </a:r>
          </a:p>
          <a:p>
            <a:r>
              <a:t>          "quote": "項目1"</a:t>
            </a:r>
          </a:p>
          <a:p>
            <a:r>
              <a:t>        }</a:t>
            </a:r>
          </a:p>
          <a:p>
            <a:r>
              <a:t>      ],</a:t>
            </a:r>
          </a:p>
          <a:p>
            <a:r>
              <a:t>      "mode": "verbatim"</a:t>
            </a:r>
          </a:p>
          <a:p>
            <a:r>
              <a:t>    },</a:t>
            </a:r>
          </a:p>
          <a:p>
            <a:r>
              <a:t>    {</a:t>
            </a:r>
          </a:p>
          <a:p>
            <a:r>
              <a:t>      "text": "見出し 2",</a:t>
            </a:r>
          </a:p>
          <a:p>
            <a:r>
              <a:t>      "refs": [</a:t>
            </a:r>
          </a:p>
          <a:p>
            <a:r>
              <a:t>        {</a:t>
            </a:r>
          </a:p>
          <a:p>
            <a:r>
              <a:t>          "source_id": "s001",</a:t>
            </a:r>
          </a:p>
          <a:p>
            <a:r>
              <a:t>          "quote": "見出し 2"</a:t>
            </a:r>
          </a:p>
          <a:p>
            <a:r>
              <a:t>        }</a:t>
            </a:r>
          </a:p>
          <a:p>
            <a:r>
              <a:t>      ],</a:t>
            </a:r>
          </a:p>
          <a:p>
            <a:r>
              <a:t>      "mode": "verbatim"</a:t>
            </a:r>
          </a:p>
          <a:p>
            <a:r>
              <a:t>    },</a:t>
            </a:r>
          </a:p>
          <a:p>
            <a:r>
              <a:t>    {</a:t>
            </a:r>
          </a:p>
          <a:p>
            <a:r>
              <a:t>      "text": "記載例1",</a:t>
            </a:r>
          </a:p>
          <a:p>
            <a:r>
              <a:t>      "refs": [</a:t>
            </a:r>
          </a:p>
          <a:p>
            <a:r>
              <a:t>        {</a:t>
            </a:r>
          </a:p>
          <a:p>
            <a:r>
              <a:t>          "source_id": "s001",</a:t>
            </a:r>
          </a:p>
          <a:p>
            <a:r>
              <a:t>          "quote": "記載例1"</a:t>
            </a:r>
          </a:p>
          <a:p>
            <a:r>
              <a:t>        }</a:t>
            </a:r>
          </a:p>
          <a:p>
            <a:r>
              <a:t>      ],</a:t>
            </a:r>
          </a:p>
          <a:p>
            <a:r>
              <a:t>      "mode": "verbatim"</a:t>
            </a:r>
          </a:p>
          <a:p>
            <a:r>
              <a:t>    },</a:t>
            </a:r>
          </a:p>
          <a:p>
            <a:r>
              <a:t>    {</a:t>
            </a:r>
          </a:p>
          <a:p>
            <a:r>
              <a:t>      "text": "3.4x",</a:t>
            </a:r>
          </a:p>
          <a:p>
            <a:r>
              <a:t>      "refs": [</a:t>
            </a:r>
          </a:p>
          <a:p>
            <a:r>
              <a:t>        {</a:t>
            </a:r>
          </a:p>
          <a:p>
            <a:r>
              <a:t>          "source_id": "s001",</a:t>
            </a:r>
          </a:p>
          <a:p>
            <a:r>
              <a:t>          "quote": "3.4x"</a:t>
            </a:r>
          </a:p>
          <a:p>
            <a:r>
              <a:t>        }</a:t>
            </a:r>
          </a:p>
          <a:p>
            <a:r>
              <a:t>      ],</a:t>
            </a:r>
          </a:p>
          <a:p>
            <a:r>
              <a:t>      "mode": "verbatim"</a:t>
            </a:r>
          </a:p>
          <a:p>
            <a:r>
              <a:t>    },</a:t>
            </a:r>
          </a:p>
          <a:p>
            <a:r>
              <a:t>    {</a:t>
            </a:r>
          </a:p>
          <a:p>
            <a:r>
              <a:t>      "text": "項目2",</a:t>
            </a:r>
          </a:p>
          <a:p>
            <a:r>
              <a:t>      "refs": [</a:t>
            </a:r>
          </a:p>
          <a:p>
            <a:r>
              <a:t>        {</a:t>
            </a:r>
          </a:p>
          <a:p>
            <a:r>
              <a:t>          "source_id": "s001",</a:t>
            </a:r>
          </a:p>
          <a:p>
            <a:r>
              <a:t>          "quote": "項目2"</a:t>
            </a:r>
          </a:p>
          <a:p>
            <a:r>
              <a:t>        }</a:t>
            </a:r>
          </a:p>
          <a:p>
            <a:r>
              <a:t>      ],</a:t>
            </a:r>
          </a:p>
          <a:p>
            <a:r>
              <a:t>      "mode": "verbatim"</a:t>
            </a:r>
          </a:p>
          <a:p>
            <a:r>
              <a:t>    },</a:t>
            </a:r>
          </a:p>
          <a:p>
            <a:r>
              <a:t>    {</a:t>
            </a:r>
          </a:p>
          <a:p>
            <a:r>
              <a:t>      "text": "見出し 3",</a:t>
            </a:r>
          </a:p>
          <a:p>
            <a:r>
              <a:t>      "refs": [</a:t>
            </a:r>
          </a:p>
          <a:p>
            <a:r>
              <a:t>        {</a:t>
            </a:r>
          </a:p>
          <a:p>
            <a:r>
              <a:t>          "source_id": "s001",</a:t>
            </a:r>
          </a:p>
          <a:p>
            <a:r>
              <a:t>          "quote": "見出し 3"</a:t>
            </a:r>
          </a:p>
          <a:p>
            <a:r>
              <a:t>        }</a:t>
            </a:r>
          </a:p>
          <a:p>
            <a:r>
              <a:t>      ],</a:t>
            </a:r>
          </a:p>
          <a:p>
            <a:r>
              <a:t>      "mode": "verbatim"</a:t>
            </a:r>
          </a:p>
          <a:p>
            <a:r>
              <a:t>    },</a:t>
            </a:r>
          </a:p>
          <a:p>
            <a:r>
              <a:t>    {</a:t>
            </a:r>
          </a:p>
          <a:p>
            <a:r>
              <a:t>      "text": "記載例2",</a:t>
            </a:r>
          </a:p>
          <a:p>
            <a:r>
              <a:t>      "refs": [</a:t>
            </a:r>
          </a:p>
          <a:p>
            <a:r>
              <a:t>        {</a:t>
            </a:r>
          </a:p>
          <a:p>
            <a:r>
              <a:t>          "source_id": "s001",</a:t>
            </a:r>
          </a:p>
          <a:p>
            <a:r>
              <a:t>          "quote": "記載例2"</a:t>
            </a:r>
          </a:p>
          <a:p>
            <a:r>
              <a:t>        }</a:t>
            </a:r>
          </a:p>
          <a:p>
            <a:r>
              <a:t>      ],</a:t>
            </a:r>
          </a:p>
          <a:p>
            <a:r>
              <a:t>      "mode": "verbatim"</a:t>
            </a:r>
          </a:p>
          <a:p>
            <a:r>
              <a:t>    },</a:t>
            </a:r>
          </a:p>
          <a:p>
            <a:r>
              <a:t>    {</a:t>
            </a:r>
          </a:p>
          <a:p>
            <a:r>
              <a:t>      "text": "+22%",</a:t>
            </a:r>
          </a:p>
          <a:p>
            <a:r>
              <a:t>      "refs": [</a:t>
            </a:r>
          </a:p>
          <a:p>
            <a:r>
              <a:t>        {</a:t>
            </a:r>
          </a:p>
          <a:p>
            <a:r>
              <a:t>          "source_id": "s001",</a:t>
            </a:r>
          </a:p>
          <a:p>
            <a:r>
              <a:t>          "quote": "+22%"</a:t>
            </a:r>
          </a:p>
          <a:p>
            <a:r>
              <a:t>        }</a:t>
            </a:r>
          </a:p>
          <a:p>
            <a:r>
              <a:t>      ],</a:t>
            </a:r>
          </a:p>
          <a:p>
            <a:r>
              <a:t>      "mode": "verbatim"</a:t>
            </a:r>
          </a:p>
          <a:p>
            <a:r>
              <a:t>    },</a:t>
            </a:r>
          </a:p>
          <a:p>
            <a:r>
              <a:t>    {</a:t>
            </a:r>
          </a:p>
          <a:p>
            <a:r>
              <a:t>      "text": "項目3",</a:t>
            </a:r>
          </a:p>
          <a:p>
            <a:r>
              <a:t>      "refs": [</a:t>
            </a:r>
          </a:p>
          <a:p>
            <a:r>
              <a:t>        {</a:t>
            </a:r>
          </a:p>
          <a:p>
            <a:r>
              <a:t>          "source_id": "s001",</a:t>
            </a:r>
          </a:p>
          <a:p>
            <a:r>
              <a:t>          "quote": "項目3"</a:t>
            </a:r>
          </a:p>
          <a:p>
            <a:r>
              <a:t>        }</a:t>
            </a:r>
          </a:p>
          <a:p>
            <a:r>
              <a:t>      ],</a:t>
            </a:r>
          </a:p>
          <a:p>
            <a:r>
              <a:t>      "mode": "verbatim"</a:t>
            </a:r>
          </a:p>
          <a:p>
            <a:r>
              <a:t>    },</a:t>
            </a:r>
          </a:p>
          <a:p>
            <a:r>
              <a:t>    {</a:t>
            </a:r>
          </a:p>
          <a:p>
            <a:r>
              <a:t>      "text": "見出し 4",</a:t>
            </a:r>
          </a:p>
          <a:p>
            <a:r>
              <a:t>      "refs": [</a:t>
            </a:r>
          </a:p>
          <a:p>
            <a:r>
              <a:t>        {</a:t>
            </a:r>
          </a:p>
          <a:p>
            <a:r>
              <a:t>          "source_id": "s001",</a:t>
            </a:r>
          </a:p>
          <a:p>
            <a:r>
              <a:t>          "quote": "見出し 4"</a:t>
            </a:r>
          </a:p>
          <a:p>
            <a:r>
              <a:t>        }</a:t>
            </a:r>
          </a:p>
          <a:p>
            <a:r>
              <a:t>      ],</a:t>
            </a:r>
          </a:p>
          <a:p>
            <a:r>
              <a:t>      "mode": "verbatim"</a:t>
            </a:r>
          </a:p>
          <a:p>
            <a:r>
              <a:t>    },</a:t>
            </a:r>
          </a:p>
          <a:p>
            <a:r>
              <a:t>    {</a:t>
            </a:r>
          </a:p>
          <a:p>
            <a:r>
              <a:t>      "text": "記載例3",</a:t>
            </a:r>
          </a:p>
          <a:p>
            <a:r>
              <a:t>      "refs": [</a:t>
            </a:r>
          </a:p>
          <a:p>
            <a:r>
              <a:t>        {</a:t>
            </a:r>
          </a:p>
          <a:p>
            <a:r>
              <a:t>          "source_id": "s001",</a:t>
            </a:r>
          </a:p>
          <a:p>
            <a:r>
              <a:t>          "quote": "記載例3"</a:t>
            </a:r>
          </a:p>
          <a:p>
            <a:r>
              <a:t>        }</a:t>
            </a:r>
          </a:p>
          <a:p>
            <a:r>
              <a:t>      ],</a:t>
            </a:r>
          </a:p>
          <a:p>
            <a:r>
              <a:t>      "mode": "verbatim"</a:t>
            </a:r>
          </a:p>
          <a:p>
            <a:r>
              <a:t>    },</a:t>
            </a:r>
          </a:p>
          <a:p>
            <a:r>
              <a:t>    {</a:t>
            </a:r>
          </a:p>
          <a:p>
            <a:r>
              <a:t>      "text": "-41%",</a:t>
            </a:r>
          </a:p>
          <a:p>
            <a:r>
              <a:t>      "refs": [</a:t>
            </a:r>
          </a:p>
          <a:p>
            <a:r>
              <a:t>        {</a:t>
            </a:r>
          </a:p>
          <a:p>
            <a:r>
              <a:t>          "source_id": "s001",</a:t>
            </a:r>
          </a:p>
          <a:p>
            <a:r>
              <a:t>          "quote": "-41%"</a:t>
            </a:r>
          </a:p>
          <a:p>
            <a:r>
              <a:t>        }</a:t>
            </a:r>
          </a:p>
          <a:p>
            <a:r>
              <a:t>      ],</a:t>
            </a:r>
          </a:p>
          <a:p>
            <a:r>
              <a:t>      "mode": "verbatim"</a:t>
            </a:r>
          </a:p>
          <a:p>
            <a:r>
              <a:t>    },</a:t>
            </a:r>
          </a:p>
          <a:p>
            <a:r>
              <a:t>    {</a:t>
            </a:r>
          </a:p>
          <a:p>
            <a:r>
              <a:t>      "text": "項目4",</a:t>
            </a:r>
          </a:p>
          <a:p>
            <a:r>
              <a:t>      "refs": [</a:t>
            </a:r>
          </a:p>
          <a:p>
            <a:r>
              <a:t>        {</a:t>
            </a:r>
          </a:p>
          <a:p>
            <a:r>
              <a:t>          "source_id": "s001",</a:t>
            </a:r>
          </a:p>
          <a:p>
            <a:r>
              <a:t>          "quote": "項目4"</a:t>
            </a:r>
          </a:p>
          <a:p>
            <a:r>
              <a:t>        }</a:t>
            </a:r>
          </a:p>
          <a:p>
            <a:r>
              <a:t>      ],</a:t>
            </a:r>
          </a:p>
          <a:p>
            <a:r>
              <a:t>      "mode": "verbatim"</a:t>
            </a:r>
          </a:p>
          <a:p>
            <a:r>
              <a:t>    },</a:t>
            </a:r>
          </a:p>
          <a:p>
            <a:r>
              <a:t>    {</a:t>
            </a:r>
          </a:p>
          <a:p>
            <a:r>
              <a:t>      "text": "見出し 5",</a:t>
            </a:r>
          </a:p>
          <a:p>
            <a:r>
              <a:t>      "refs": [</a:t>
            </a:r>
          </a:p>
          <a:p>
            <a:r>
              <a:t>        {</a:t>
            </a:r>
          </a:p>
          <a:p>
            <a:r>
              <a:t>          "source_id": "s001",</a:t>
            </a:r>
          </a:p>
          <a:p>
            <a:r>
              <a:t>          "quote": "見出し 5"</a:t>
            </a:r>
          </a:p>
          <a:p>
            <a:r>
              <a:t>        }</a:t>
            </a:r>
          </a:p>
          <a:p>
            <a:r>
              <a:t>      ],</a:t>
            </a:r>
          </a:p>
          <a:p>
            <a:r>
              <a:t>      "mode": "verbatim"</a:t>
            </a:r>
          </a:p>
          <a:p>
            <a:r>
              <a:t>    },</a:t>
            </a:r>
          </a:p>
          <a:p>
            <a:r>
              <a:t>    {</a:t>
            </a:r>
          </a:p>
          <a:p>
            <a:r>
              <a:t>      "text": "記載例4",</a:t>
            </a:r>
          </a:p>
          <a:p>
            <a:r>
              <a:t>      "refs": [</a:t>
            </a:r>
          </a:p>
          <a:p>
            <a:r>
              <a:t>        {</a:t>
            </a:r>
          </a:p>
          <a:p>
            <a:r>
              <a:t>          "source_id": "s001",</a:t>
            </a:r>
          </a:p>
          <a:p>
            <a:r>
              <a:t>          "quote": "記載例4"</a:t>
            </a:r>
          </a:p>
          <a:p>
            <a:r>
              <a:t>        }</a:t>
            </a:r>
          </a:p>
          <a:p>
            <a:r>
              <a:t>      ],</a:t>
            </a:r>
          </a:p>
          <a:p>
            <a:r>
              <a:t>      "mode": "verbatim"</a:t>
            </a:r>
          </a:p>
          <a:p>
            <a:r>
              <a:t>    },</a:t>
            </a:r>
          </a:p>
          <a:p>
            <a:r>
              <a:t>    {</a:t>
            </a:r>
          </a:p>
          <a:p>
            <a:r>
              <a:t>      "text": "92%",</a:t>
            </a:r>
          </a:p>
          <a:p>
            <a:r>
              <a:t>      "refs": [</a:t>
            </a:r>
          </a:p>
          <a:p>
            <a:r>
              <a:t>        {</a:t>
            </a:r>
          </a:p>
          <a:p>
            <a:r>
              <a:t>          "source_id": "s001",</a:t>
            </a:r>
          </a:p>
          <a:p>
            <a:r>
              <a:t>          "quote": "92%"</a:t>
            </a:r>
          </a:p>
          <a:p>
            <a:r>
              <a:t>        }</a:t>
            </a:r>
          </a:p>
          <a:p>
            <a:r>
              <a:t>      ],</a:t>
            </a:r>
          </a:p>
          <a:p>
            <a:r>
              <a:t>      "mode": "verbatim"</a:t>
            </a:r>
          </a:p>
          <a:p>
            <a:r>
              <a:t>    }</a:t>
            </a:r>
          </a:p>
          <a:p>
            <a:r>
              <a:t>  ],</a:t>
            </a:r>
          </a:p>
          <a:p>
            <a:r>
              <a:t>  "citations": {</a:t>
            </a:r>
          </a:p>
          <a:p>
            <a:r>
              <a:t>    "s001": "Public MIT sample: templates/freeform_parts_more_16x9.html section 19"</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"f6468f3648075ec5fcf3e4d3b85a54827fba7201d02115e32a15abef65ed4b89"</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m19</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テーマカード</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1916811"/>
            <a:ext cx="11039551" cy="274320"/>
          </a:xfrm>
          <a:prstGeom prst="rect">
            <a:avLst/>
          </a:prstGeom>
          <a:noFill/>
          <a:ln/>
        </p:spPr>
        <p:txBody>
          <a:bodyPr wrap="square" lIns="381" tIns="381" rIns="381" bIns="381" rtlCol="0" anchor="t">
            <a:noAutofit/>
          </a:bodyPr>
          <a:lstStyle/>
          <a:p>
            <a:pPr algn="l" indent="0" marL="0">
              <a:buNone/>
            </a:pPr>
            <a:r>
              <a:rPr lang="en-US" sz="1250" b="1" dirty="0">
                <a:solidFill>
                  <a:srgbClr val="8A7B6B"/>
                </a:solidFill>
                <a:latin typeface="Yu Gothic" pitchFamily="34" charset="0"/>
                <a:ea typeface="Yu Gothic" pitchFamily="34" charset="-122"/>
                <a:cs typeface="Yu Gothic" pitchFamily="34" charset="-120"/>
              </a:rPr>
              <a:t>指標名、単位、2026〜2026年</a:t>
            </a:r>
            <a:endParaRPr lang="en-US" sz="1250" dirty="0"/>
          </a:p>
        </p:txBody>
      </p:sp>
      <p:sp>
        <p:nvSpPr>
          <p:cNvPr id="11" name="shape:011"/>
          <p:cNvSpPr/>
          <p:nvPr/>
        </p:nvSpPr>
        <p:spPr>
          <a:xfrm>
            <a:off x="576072" y="2502027"/>
            <a:ext cx="2554148" cy="274320"/>
          </a:xfrm>
          <a:prstGeom prst="rect">
            <a:avLst/>
          </a:prstGeom>
          <a:solidFill>
            <a:srgbClr val="5A3921"/>
          </a:solidFill>
          <a:ln/>
        </p:spPr>
        <p:txBody>
          <a:bodyPr>
            <a:noAutofit/>
          </a:bodyPr>
          <a:p/>
        </p:txBody>
      </p:sp>
      <p:sp>
        <p:nvSpPr>
          <p:cNvPr id="12" name="shape:012"/>
          <p:cNvSpPr/>
          <p:nvPr/>
        </p:nvSpPr>
        <p:spPr>
          <a:xfrm>
            <a:off x="649224" y="2529459"/>
            <a:ext cx="2407844" cy="219456"/>
          </a:xfrm>
          <a:prstGeom prst="rect">
            <a:avLst/>
          </a:prstGeom>
          <a:noFill/>
          <a:ln/>
        </p:spPr>
        <p:txBody>
          <a:bodyPr wrap="square" lIns="381" tIns="381" rIns="381" bIns="381" rtlCol="0" anchor="t">
            <a:noAutofit/>
          </a:bodyPr>
          <a:lstStyle/>
          <a:p>
            <a:pPr algn="l" indent="0" marL="0">
              <a:buNone/>
            </a:pPr>
            <a:r>
              <a:rPr lang="en-US" sz="1000" b="1" dirty="0">
                <a:solidFill>
                  <a:srgbClr val="FFFFFF"/>
                </a:solidFill>
                <a:latin typeface="Yu Gothic" pitchFamily="34" charset="0"/>
                <a:ea typeface="Yu Gothic" pitchFamily="34" charset="-122"/>
                <a:cs typeface="Yu Gothic" pitchFamily="34" charset="-120"/>
              </a:rPr>
              <a:t>項目1</a:t>
            </a:r>
            <a:endParaRPr lang="en-US" sz="1000" dirty="0"/>
          </a:p>
        </p:txBody>
      </p:sp>
      <p:sp>
        <p:nvSpPr>
          <p:cNvPr id="13" name="shape:013"/>
          <p:cNvSpPr/>
          <p:nvPr/>
        </p:nvSpPr>
        <p:spPr>
          <a:xfrm>
            <a:off x="576072" y="2959227"/>
            <a:ext cx="2554148" cy="502920"/>
          </a:xfrm>
          <a:prstGeom prst="rect">
            <a:avLst/>
          </a:prstGeom>
          <a:noFill/>
          <a:ln/>
        </p:spPr>
        <p:txBody>
          <a:bodyPr wrap="square" lIns="381" tIns="381" rIns="381" bIns="381" rtlCol="0" anchor="t">
            <a:noAutofit/>
          </a:bodyPr>
          <a:lstStyle/>
          <a:p>
            <a:pPr algn="l" indent="0" marL="0">
              <a:buNone/>
            </a:pPr>
            <a:r>
              <a:rPr lang="en-US" sz="1400" b="1" dirty="0">
                <a:solidFill>
                  <a:srgbClr val="5A3921"/>
                </a:solidFill>
                <a:latin typeface="Yu Gothic" pitchFamily="34" charset="0"/>
                <a:ea typeface="Yu Gothic" pitchFamily="34" charset="-122"/>
                <a:cs typeface="Yu Gothic" pitchFamily="34" charset="-120"/>
              </a:rPr>
              <a:t>見出し 2</a:t>
            </a:r>
            <a:endParaRPr lang="en-US" sz="1400" dirty="0"/>
          </a:p>
        </p:txBody>
      </p:sp>
      <p:sp>
        <p:nvSpPr>
          <p:cNvPr id="14" name="shape:014"/>
          <p:cNvSpPr/>
          <p:nvPr/>
        </p:nvSpPr>
        <p:spPr>
          <a:xfrm>
            <a:off x="576072" y="3526155"/>
            <a:ext cx="2554148" cy="1737360"/>
          </a:xfrm>
          <a:prstGeom prst="rect">
            <a:avLst/>
          </a:prstGeom>
          <a:noFill/>
          <a:ln/>
        </p:spPr>
        <p:txBody>
          <a:bodyPr wrap="square" lIns="381" tIns="381" rIns="381" bIns="381" rtlCol="0" anchor="t">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記載例1</a:t>
            </a:r>
            <a:endParaRPr lang="en-US" sz="1150" dirty="0"/>
          </a:p>
        </p:txBody>
      </p:sp>
      <p:sp>
        <p:nvSpPr>
          <p:cNvPr id="15" name="shape:015"/>
          <p:cNvSpPr/>
          <p:nvPr/>
        </p:nvSpPr>
        <p:spPr>
          <a:xfrm>
            <a:off x="576072" y="5290947"/>
            <a:ext cx="2554148" cy="548640"/>
          </a:xfrm>
          <a:prstGeom prst="rect">
            <a:avLst/>
          </a:prstGeom>
          <a:noFill/>
          <a:ln/>
        </p:spPr>
        <p:txBody>
          <a:bodyPr wrap="square" lIns="381" tIns="381" rIns="381" bIns="381" rtlCol="0" anchor="t">
            <a:noAutofit/>
          </a:bodyPr>
          <a:lstStyle/>
          <a:p>
            <a:pPr algn="l" indent="0" marL="0">
              <a:buNone/>
            </a:pPr>
            <a:r>
              <a:rPr lang="en-US" sz="2600" b="1" dirty="0">
                <a:solidFill>
                  <a:srgbClr val="322014"/>
                </a:solidFill>
                <a:latin typeface="Yu Gothic" pitchFamily="34" charset="0"/>
                <a:ea typeface="Yu Gothic" pitchFamily="34" charset="-122"/>
                <a:cs typeface="Yu Gothic" pitchFamily="34" charset="-120"/>
              </a:rPr>
              <a:t>3.4x</a:t>
            </a:r>
            <a:endParaRPr lang="en-US" sz="2600" dirty="0"/>
          </a:p>
        </p:txBody>
      </p:sp>
      <p:sp>
        <p:nvSpPr>
          <p:cNvPr id="16" name="shape:016"/>
          <p:cNvSpPr/>
          <p:nvPr/>
        </p:nvSpPr>
        <p:spPr>
          <a:xfrm>
            <a:off x="3267380" y="2502027"/>
            <a:ext cx="0" cy="3200400"/>
          </a:xfrm>
          <a:prstGeom prst="line">
            <a:avLst/>
          </a:prstGeom>
          <a:noFill/>
          <a:ln w="12700">
            <a:solidFill>
              <a:srgbClr val="E2DCD2"/>
            </a:solidFill>
            <a:prstDash val="dot"/>
          </a:ln>
        </p:spPr>
        <p:txBody>
          <a:bodyPr>
            <a:noAutofit/>
          </a:bodyPr>
          <a:p/>
        </p:txBody>
      </p:sp>
      <p:sp>
        <p:nvSpPr>
          <p:cNvPr id="17" name="shape:017"/>
          <p:cNvSpPr/>
          <p:nvPr/>
        </p:nvSpPr>
        <p:spPr>
          <a:xfrm>
            <a:off x="3404540" y="2502027"/>
            <a:ext cx="2554148" cy="274320"/>
          </a:xfrm>
          <a:prstGeom prst="rect">
            <a:avLst/>
          </a:prstGeom>
          <a:solidFill>
            <a:srgbClr val="5A3921"/>
          </a:solidFill>
          <a:ln/>
        </p:spPr>
        <p:txBody>
          <a:bodyPr>
            <a:noAutofit/>
          </a:bodyPr>
          <a:p/>
        </p:txBody>
      </p:sp>
      <p:sp>
        <p:nvSpPr>
          <p:cNvPr id="18" name="shape:018"/>
          <p:cNvSpPr/>
          <p:nvPr/>
        </p:nvSpPr>
        <p:spPr>
          <a:xfrm>
            <a:off x="3477692" y="2529459"/>
            <a:ext cx="2407844" cy="219456"/>
          </a:xfrm>
          <a:prstGeom prst="rect">
            <a:avLst/>
          </a:prstGeom>
          <a:noFill/>
          <a:ln/>
        </p:spPr>
        <p:txBody>
          <a:bodyPr wrap="square" lIns="381" tIns="381" rIns="381" bIns="381" rtlCol="0" anchor="t">
            <a:noAutofit/>
          </a:bodyPr>
          <a:lstStyle/>
          <a:p>
            <a:pPr algn="l" indent="0" marL="0">
              <a:buNone/>
            </a:pPr>
            <a:r>
              <a:rPr lang="en-US" sz="1000" b="1" dirty="0">
                <a:solidFill>
                  <a:srgbClr val="FFFFFF"/>
                </a:solidFill>
                <a:latin typeface="Yu Gothic" pitchFamily="34" charset="0"/>
                <a:ea typeface="Yu Gothic" pitchFamily="34" charset="-122"/>
                <a:cs typeface="Yu Gothic" pitchFamily="34" charset="-120"/>
              </a:rPr>
              <a:t>項目2</a:t>
            </a:r>
            <a:endParaRPr lang="en-US" sz="1000" dirty="0"/>
          </a:p>
        </p:txBody>
      </p:sp>
      <p:sp>
        <p:nvSpPr>
          <p:cNvPr id="19" name="shape:019"/>
          <p:cNvSpPr/>
          <p:nvPr/>
        </p:nvSpPr>
        <p:spPr>
          <a:xfrm>
            <a:off x="3404540" y="2959227"/>
            <a:ext cx="2554148" cy="502920"/>
          </a:xfrm>
          <a:prstGeom prst="rect">
            <a:avLst/>
          </a:prstGeom>
          <a:noFill/>
          <a:ln/>
        </p:spPr>
        <p:txBody>
          <a:bodyPr wrap="square" lIns="381" tIns="381" rIns="381" bIns="381" rtlCol="0" anchor="t">
            <a:noAutofit/>
          </a:bodyPr>
          <a:lstStyle/>
          <a:p>
            <a:pPr algn="l" indent="0" marL="0">
              <a:buNone/>
            </a:pPr>
            <a:r>
              <a:rPr lang="en-US" sz="1400" b="1" dirty="0">
                <a:solidFill>
                  <a:srgbClr val="5A3921"/>
                </a:solidFill>
                <a:latin typeface="Yu Gothic" pitchFamily="34" charset="0"/>
                <a:ea typeface="Yu Gothic" pitchFamily="34" charset="-122"/>
                <a:cs typeface="Yu Gothic" pitchFamily="34" charset="-120"/>
              </a:rPr>
              <a:t>見出し 3</a:t>
            </a:r>
            <a:endParaRPr lang="en-US" sz="1400" dirty="0"/>
          </a:p>
        </p:txBody>
      </p:sp>
      <p:sp>
        <p:nvSpPr>
          <p:cNvPr id="20" name="shape:020"/>
          <p:cNvSpPr/>
          <p:nvPr/>
        </p:nvSpPr>
        <p:spPr>
          <a:xfrm>
            <a:off x="3404540" y="3526155"/>
            <a:ext cx="2554148" cy="1737360"/>
          </a:xfrm>
          <a:prstGeom prst="rect">
            <a:avLst/>
          </a:prstGeom>
          <a:noFill/>
          <a:ln/>
        </p:spPr>
        <p:txBody>
          <a:bodyPr wrap="square" lIns="381" tIns="381" rIns="381" bIns="381" rtlCol="0" anchor="t">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記載例2</a:t>
            </a:r>
            <a:endParaRPr lang="en-US" sz="1150" dirty="0"/>
          </a:p>
        </p:txBody>
      </p:sp>
      <p:sp>
        <p:nvSpPr>
          <p:cNvPr id="21" name="shape:021"/>
          <p:cNvSpPr/>
          <p:nvPr/>
        </p:nvSpPr>
        <p:spPr>
          <a:xfrm>
            <a:off x="3404540" y="5290947"/>
            <a:ext cx="2554148" cy="548640"/>
          </a:xfrm>
          <a:prstGeom prst="rect">
            <a:avLst/>
          </a:prstGeom>
          <a:noFill/>
          <a:ln/>
        </p:spPr>
        <p:txBody>
          <a:bodyPr wrap="square" lIns="381" tIns="381" rIns="381" bIns="381" rtlCol="0" anchor="t">
            <a:noAutofit/>
          </a:bodyPr>
          <a:lstStyle/>
          <a:p>
            <a:pPr algn="l" indent="0" marL="0">
              <a:buNone/>
            </a:pPr>
            <a:r>
              <a:rPr lang="en-US" sz="2600" b="1" dirty="0">
                <a:solidFill>
                  <a:srgbClr val="322014"/>
                </a:solidFill>
                <a:latin typeface="Yu Gothic" pitchFamily="34" charset="0"/>
                <a:ea typeface="Yu Gothic" pitchFamily="34" charset="-122"/>
                <a:cs typeface="Yu Gothic" pitchFamily="34" charset="-120"/>
              </a:rPr>
              <a:t>+22%</a:t>
            </a:r>
            <a:endParaRPr lang="en-US" sz="2600" dirty="0"/>
          </a:p>
        </p:txBody>
      </p:sp>
      <p:sp>
        <p:nvSpPr>
          <p:cNvPr id="22" name="shape:022"/>
          <p:cNvSpPr/>
          <p:nvPr/>
        </p:nvSpPr>
        <p:spPr>
          <a:xfrm>
            <a:off x="6095848" y="2502027"/>
            <a:ext cx="0" cy="3200400"/>
          </a:xfrm>
          <a:prstGeom prst="line">
            <a:avLst/>
          </a:prstGeom>
          <a:noFill/>
          <a:ln w="12700">
            <a:solidFill>
              <a:srgbClr val="E2DCD2"/>
            </a:solidFill>
            <a:prstDash val="dot"/>
          </a:ln>
        </p:spPr>
        <p:txBody>
          <a:bodyPr>
            <a:noAutofit/>
          </a:bodyPr>
          <a:p/>
        </p:txBody>
      </p:sp>
      <p:sp>
        <p:nvSpPr>
          <p:cNvPr id="23" name="shape:023"/>
          <p:cNvSpPr/>
          <p:nvPr/>
        </p:nvSpPr>
        <p:spPr>
          <a:xfrm>
            <a:off x="6233008" y="2502027"/>
            <a:ext cx="2554148" cy="274320"/>
          </a:xfrm>
          <a:prstGeom prst="rect">
            <a:avLst/>
          </a:prstGeom>
          <a:solidFill>
            <a:srgbClr val="5A3921"/>
          </a:solidFill>
          <a:ln/>
        </p:spPr>
        <p:txBody>
          <a:bodyPr>
            <a:noAutofit/>
          </a:bodyPr>
          <a:p/>
        </p:txBody>
      </p:sp>
      <p:sp>
        <p:nvSpPr>
          <p:cNvPr id="24" name="shape:024"/>
          <p:cNvSpPr/>
          <p:nvPr/>
        </p:nvSpPr>
        <p:spPr>
          <a:xfrm>
            <a:off x="6306160" y="2529459"/>
            <a:ext cx="2407844" cy="219456"/>
          </a:xfrm>
          <a:prstGeom prst="rect">
            <a:avLst/>
          </a:prstGeom>
          <a:noFill/>
          <a:ln/>
        </p:spPr>
        <p:txBody>
          <a:bodyPr wrap="square" lIns="381" tIns="381" rIns="381" bIns="381" rtlCol="0" anchor="t">
            <a:noAutofit/>
          </a:bodyPr>
          <a:lstStyle/>
          <a:p>
            <a:pPr algn="l" indent="0" marL="0">
              <a:buNone/>
            </a:pPr>
            <a:r>
              <a:rPr lang="en-US" sz="1000" b="1" dirty="0">
                <a:solidFill>
                  <a:srgbClr val="FFFFFF"/>
                </a:solidFill>
                <a:latin typeface="Yu Gothic" pitchFamily="34" charset="0"/>
                <a:ea typeface="Yu Gothic" pitchFamily="34" charset="-122"/>
                <a:cs typeface="Yu Gothic" pitchFamily="34" charset="-120"/>
              </a:rPr>
              <a:t>項目3</a:t>
            </a:r>
            <a:endParaRPr lang="en-US" sz="1000" dirty="0"/>
          </a:p>
        </p:txBody>
      </p:sp>
      <p:sp>
        <p:nvSpPr>
          <p:cNvPr id="25" name="shape:025"/>
          <p:cNvSpPr/>
          <p:nvPr/>
        </p:nvSpPr>
        <p:spPr>
          <a:xfrm>
            <a:off x="6233008" y="2959227"/>
            <a:ext cx="2554148" cy="502920"/>
          </a:xfrm>
          <a:prstGeom prst="rect">
            <a:avLst/>
          </a:prstGeom>
          <a:noFill/>
          <a:ln/>
        </p:spPr>
        <p:txBody>
          <a:bodyPr wrap="square" lIns="381" tIns="381" rIns="381" bIns="381" rtlCol="0" anchor="t">
            <a:noAutofit/>
          </a:bodyPr>
          <a:lstStyle/>
          <a:p>
            <a:pPr algn="l" indent="0" marL="0">
              <a:buNone/>
            </a:pPr>
            <a:r>
              <a:rPr lang="en-US" sz="1400" b="1" dirty="0">
                <a:solidFill>
                  <a:srgbClr val="5A3921"/>
                </a:solidFill>
                <a:latin typeface="Yu Gothic" pitchFamily="34" charset="0"/>
                <a:ea typeface="Yu Gothic" pitchFamily="34" charset="-122"/>
                <a:cs typeface="Yu Gothic" pitchFamily="34" charset="-120"/>
              </a:rPr>
              <a:t>見出し 4</a:t>
            </a:r>
            <a:endParaRPr lang="en-US" sz="1400" dirty="0"/>
          </a:p>
        </p:txBody>
      </p:sp>
      <p:sp>
        <p:nvSpPr>
          <p:cNvPr id="26" name="shape:026"/>
          <p:cNvSpPr/>
          <p:nvPr/>
        </p:nvSpPr>
        <p:spPr>
          <a:xfrm>
            <a:off x="6233008" y="3526155"/>
            <a:ext cx="2554148" cy="1737360"/>
          </a:xfrm>
          <a:prstGeom prst="rect">
            <a:avLst/>
          </a:prstGeom>
          <a:noFill/>
          <a:ln/>
        </p:spPr>
        <p:txBody>
          <a:bodyPr wrap="square" lIns="381" tIns="381" rIns="381" bIns="381" rtlCol="0" anchor="t">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記載例3</a:t>
            </a:r>
            <a:endParaRPr lang="en-US" sz="1150" dirty="0"/>
          </a:p>
        </p:txBody>
      </p:sp>
      <p:sp>
        <p:nvSpPr>
          <p:cNvPr id="27" name="shape:027"/>
          <p:cNvSpPr/>
          <p:nvPr/>
        </p:nvSpPr>
        <p:spPr>
          <a:xfrm>
            <a:off x="6233008" y="5290947"/>
            <a:ext cx="2554148" cy="548640"/>
          </a:xfrm>
          <a:prstGeom prst="rect">
            <a:avLst/>
          </a:prstGeom>
          <a:noFill/>
          <a:ln/>
        </p:spPr>
        <p:txBody>
          <a:bodyPr wrap="square" lIns="381" tIns="381" rIns="381" bIns="381" rtlCol="0" anchor="t">
            <a:noAutofit/>
          </a:bodyPr>
          <a:lstStyle/>
          <a:p>
            <a:pPr algn="l" indent="0" marL="0">
              <a:buNone/>
            </a:pPr>
            <a:r>
              <a:rPr lang="en-US" sz="2600" b="1" dirty="0">
                <a:solidFill>
                  <a:srgbClr val="322014"/>
                </a:solidFill>
                <a:latin typeface="Yu Gothic" pitchFamily="34" charset="0"/>
                <a:ea typeface="Yu Gothic" pitchFamily="34" charset="-122"/>
                <a:cs typeface="Yu Gothic" pitchFamily="34" charset="-120"/>
              </a:rPr>
              <a:t>-41%</a:t>
            </a:r>
            <a:endParaRPr lang="en-US" sz="2600" dirty="0"/>
          </a:p>
        </p:txBody>
      </p:sp>
      <p:sp>
        <p:nvSpPr>
          <p:cNvPr id="28" name="shape:028"/>
          <p:cNvSpPr/>
          <p:nvPr/>
        </p:nvSpPr>
        <p:spPr>
          <a:xfrm>
            <a:off x="8924315" y="2502027"/>
            <a:ext cx="0" cy="3200400"/>
          </a:xfrm>
          <a:prstGeom prst="line">
            <a:avLst/>
          </a:prstGeom>
          <a:noFill/>
          <a:ln w="12700">
            <a:solidFill>
              <a:srgbClr val="E2DCD2"/>
            </a:solidFill>
            <a:prstDash val="dot"/>
          </a:ln>
        </p:spPr>
        <p:txBody>
          <a:bodyPr>
            <a:noAutofit/>
          </a:bodyPr>
          <a:p/>
        </p:txBody>
      </p:sp>
      <p:sp>
        <p:nvSpPr>
          <p:cNvPr id="29" name="shape:029"/>
          <p:cNvSpPr/>
          <p:nvPr/>
        </p:nvSpPr>
        <p:spPr>
          <a:xfrm>
            <a:off x="9061475" y="2502027"/>
            <a:ext cx="2554148" cy="274320"/>
          </a:xfrm>
          <a:prstGeom prst="rect">
            <a:avLst/>
          </a:prstGeom>
          <a:solidFill>
            <a:srgbClr val="5A3921"/>
          </a:solidFill>
          <a:ln/>
        </p:spPr>
        <p:txBody>
          <a:bodyPr>
            <a:noAutofit/>
          </a:bodyPr>
          <a:p/>
        </p:txBody>
      </p:sp>
      <p:sp>
        <p:nvSpPr>
          <p:cNvPr id="30" name="shape:030"/>
          <p:cNvSpPr/>
          <p:nvPr/>
        </p:nvSpPr>
        <p:spPr>
          <a:xfrm>
            <a:off x="9134627" y="2529459"/>
            <a:ext cx="2407844" cy="219456"/>
          </a:xfrm>
          <a:prstGeom prst="rect">
            <a:avLst/>
          </a:prstGeom>
          <a:noFill/>
          <a:ln/>
        </p:spPr>
        <p:txBody>
          <a:bodyPr wrap="square" lIns="381" tIns="381" rIns="381" bIns="381" rtlCol="0" anchor="t">
            <a:noAutofit/>
          </a:bodyPr>
          <a:lstStyle/>
          <a:p>
            <a:pPr algn="l" indent="0" marL="0">
              <a:buNone/>
            </a:pPr>
            <a:r>
              <a:rPr lang="en-US" sz="1000" b="1" dirty="0">
                <a:solidFill>
                  <a:srgbClr val="FFFFFF"/>
                </a:solidFill>
                <a:latin typeface="Yu Gothic" pitchFamily="34" charset="0"/>
                <a:ea typeface="Yu Gothic" pitchFamily="34" charset="-122"/>
                <a:cs typeface="Yu Gothic" pitchFamily="34" charset="-120"/>
              </a:rPr>
              <a:t>項目4</a:t>
            </a:r>
            <a:endParaRPr lang="en-US" sz="1000" dirty="0"/>
          </a:p>
        </p:txBody>
      </p:sp>
      <p:sp>
        <p:nvSpPr>
          <p:cNvPr id="31" name="shape:031"/>
          <p:cNvSpPr/>
          <p:nvPr/>
        </p:nvSpPr>
        <p:spPr>
          <a:xfrm>
            <a:off x="9061475" y="2959227"/>
            <a:ext cx="2554148" cy="502920"/>
          </a:xfrm>
          <a:prstGeom prst="rect">
            <a:avLst/>
          </a:prstGeom>
          <a:noFill/>
          <a:ln/>
        </p:spPr>
        <p:txBody>
          <a:bodyPr wrap="square" lIns="381" tIns="381" rIns="381" bIns="381" rtlCol="0" anchor="t">
            <a:noAutofit/>
          </a:bodyPr>
          <a:lstStyle/>
          <a:p>
            <a:pPr algn="l" indent="0" marL="0">
              <a:buNone/>
            </a:pPr>
            <a:r>
              <a:rPr lang="en-US" sz="1400" b="1" dirty="0">
                <a:solidFill>
                  <a:srgbClr val="5A3921"/>
                </a:solidFill>
                <a:latin typeface="Yu Gothic" pitchFamily="34" charset="0"/>
                <a:ea typeface="Yu Gothic" pitchFamily="34" charset="-122"/>
                <a:cs typeface="Yu Gothic" pitchFamily="34" charset="-120"/>
              </a:rPr>
              <a:t>見出し 5</a:t>
            </a:r>
            <a:endParaRPr lang="en-US" sz="1400" dirty="0"/>
          </a:p>
        </p:txBody>
      </p:sp>
      <p:sp>
        <p:nvSpPr>
          <p:cNvPr id="32" name="shape:032"/>
          <p:cNvSpPr/>
          <p:nvPr/>
        </p:nvSpPr>
        <p:spPr>
          <a:xfrm>
            <a:off x="9061475" y="3526155"/>
            <a:ext cx="2554148" cy="1737360"/>
          </a:xfrm>
          <a:prstGeom prst="rect">
            <a:avLst/>
          </a:prstGeom>
          <a:noFill/>
          <a:ln/>
        </p:spPr>
        <p:txBody>
          <a:bodyPr wrap="square" lIns="381" tIns="381" rIns="381" bIns="381" rtlCol="0" anchor="t">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記載例4</a:t>
            </a:r>
            <a:endParaRPr lang="en-US" sz="1150" dirty="0"/>
          </a:p>
        </p:txBody>
      </p:sp>
      <p:sp>
        <p:nvSpPr>
          <p:cNvPr id="33" name="shape:033"/>
          <p:cNvSpPr/>
          <p:nvPr/>
        </p:nvSpPr>
        <p:spPr>
          <a:xfrm>
            <a:off x="9061475" y="5290947"/>
            <a:ext cx="2554148" cy="548640"/>
          </a:xfrm>
          <a:prstGeom prst="rect">
            <a:avLst/>
          </a:prstGeom>
          <a:noFill/>
          <a:ln/>
        </p:spPr>
        <p:txBody>
          <a:bodyPr wrap="square" lIns="381" tIns="381" rIns="381" bIns="381" rtlCol="0" anchor="t">
            <a:noAutofit/>
          </a:bodyPr>
          <a:lstStyle/>
          <a:p>
            <a:pPr algn="l" indent="0" marL="0">
              <a:buNone/>
            </a:pPr>
            <a:r>
              <a:rPr lang="en-US" sz="2600" b="1" dirty="0">
                <a:solidFill>
                  <a:srgbClr val="322014"/>
                </a:solidFill>
                <a:latin typeface="Yu Gothic" pitchFamily="34" charset="0"/>
                <a:ea typeface="Yu Gothic" pitchFamily="34" charset="-122"/>
                <a:cs typeface="Yu Gothic" pitchFamily="34" charset="-120"/>
              </a:rPr>
              <a:t>92%</a:t>
            </a:r>
            <a:endParaRPr lang="en-US" sz="2600" dirty="0"/>
          </a:p>
        </p:txBody>
      </p:sp>
      <p:sp>
        <p:nvSpPr>
          <p:cNvPr id="34"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