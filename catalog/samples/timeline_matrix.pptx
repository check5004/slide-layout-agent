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"slide001",</a:t>
            </a:r>
          </a:p>
          <a:p>
            <a:r>
              <a:t>  "origin": "catalog",</a:t>
            </a:r>
          </a:p>
          <a:p>
            <a:r>
              <a:t>  "layout_id": "timeline_matrix",</a:t>
            </a:r>
          </a:p>
          <a:p>
            <a:r>
              <a:t>  "variant": "warm",</a:t>
            </a:r>
          </a:p>
          <a:p>
            <a:r>
              <a:t>  "rationale": "Public template fixture; short fictional slot content; no private data.",</a:t>
            </a:r>
          </a:p>
          <a:p>
            <a:r>
              <a:t>  "source_sha256": "d8e1676db8f0105e7a05defd32cee93ab8463c47ca2cf212b9f60bbef8847f3f",</a:t>
            </a:r>
          </a:p>
          <a:p>
            <a:r>
              <a:t>  "evidence": [</a:t>
            </a:r>
          </a:p>
          <a:p>
            <a:r>
              <a:t>    {</a:t>
            </a:r>
          </a:p>
          <a:p>
            <a:r>
              <a:t>      "text": "時系列マトリクス",</a:t>
            </a:r>
          </a:p>
          <a:p>
            <a:r>
              <a:t>      "refs": [</a:t>
            </a:r>
          </a:p>
          <a:p>
            <a:r>
              <a:t>        {</a:t>
            </a:r>
          </a:p>
          <a:p>
            <a:r>
              <a:t>          "source_id": "s001",</a:t>
            </a:r>
          </a:p>
          <a:p>
            <a:r>
              <a:t>          "quote": "時系列マトリクス"</a:t>
            </a:r>
          </a:p>
          <a:p>
            <a:r>
              <a:t>        }</a:t>
            </a:r>
          </a:p>
          <a:p>
            <a:r>
              <a:t>      ],</a:t>
            </a:r>
          </a:p>
          <a:p>
            <a:r>
              <a:t>      "mode": "verbatim"</a:t>
            </a:r>
          </a:p>
          <a:p>
            <a:r>
              <a:t>    },</a:t>
            </a:r>
          </a:p>
          <a:p>
            <a:r>
              <a:t>    {</a:t>
            </a:r>
          </a:p>
          <a:p>
            <a:r>
              <a:t>      "text": "出典：公開見本",</a:t>
            </a:r>
          </a:p>
          <a:p>
            <a:r>
              <a:t>      "refs": [</a:t>
            </a:r>
          </a:p>
          <a:p>
            <a:r>
              <a:t>        {</a:t>
            </a:r>
          </a:p>
          <a:p>
            <a:r>
              <a:t>          "source_id": "s001",</a:t>
            </a:r>
          </a:p>
          <a:p>
            <a:r>
              <a:t>          "quote": "出典：公開見本"</a:t>
            </a:r>
          </a:p>
          <a:p>
            <a:r>
              <a:t>        }</a:t>
            </a:r>
          </a:p>
          <a:p>
            <a:r>
              <a:t>      ],</a:t>
            </a:r>
          </a:p>
          <a:p>
            <a:r>
              <a:t>      "mode": "verbatim"</a:t>
            </a:r>
          </a:p>
          <a:p>
            <a:r>
              <a:t>    },</a:t>
            </a:r>
          </a:p>
          <a:p>
            <a:r>
              <a:t>    {</a:t>
            </a:r>
          </a:p>
          <a:p>
            <a:r>
              <a:t>      "text": "段階",</a:t>
            </a:r>
          </a:p>
          <a:p>
            <a:r>
              <a:t>      "refs": [</a:t>
            </a:r>
          </a:p>
          <a:p>
            <a:r>
              <a:t>        {</a:t>
            </a:r>
          </a:p>
          <a:p>
            <a:r>
              <a:t>          "source_id": "s001",</a:t>
            </a:r>
          </a:p>
          <a:p>
            <a:r>
              <a:t>          "quote": "段階"</a:t>
            </a:r>
          </a:p>
          <a:p>
            <a:r>
              <a:t>        }</a:t>
            </a:r>
          </a:p>
          <a:p>
            <a:r>
              <a:t>      ],</a:t>
            </a:r>
          </a:p>
          <a:p>
            <a:r>
              <a:t>      "mode": "verbatim"</a:t>
            </a:r>
          </a:p>
          <a:p>
            <a:r>
              <a:t>    },</a:t>
            </a:r>
          </a:p>
          <a:p>
            <a:r>
              <a:t>    {</a:t>
            </a:r>
          </a:p>
          <a:p>
            <a:r>
              <a:t>      "text": "列見出し1",</a:t>
            </a:r>
          </a:p>
          <a:p>
            <a:r>
              <a:t>      "refs": [</a:t>
            </a:r>
          </a:p>
          <a:p>
            <a:r>
              <a:t>        {</a:t>
            </a:r>
          </a:p>
          <a:p>
            <a:r>
              <a:t>          "source_id": "s001",</a:t>
            </a:r>
          </a:p>
          <a:p>
            <a:r>
              <a:t>          "quote": "列見出し1"</a:t>
            </a:r>
          </a:p>
          <a:p>
            <a:r>
              <a:t>        }</a:t>
            </a:r>
          </a:p>
          <a:p>
            <a:r>
              <a:t>      ],</a:t>
            </a:r>
          </a:p>
          <a:p>
            <a:r>
              <a:t>      "mode": "verbatim"</a:t>
            </a:r>
          </a:p>
          <a:p>
            <a:r>
              <a:t>    },</a:t>
            </a:r>
          </a:p>
          <a:p>
            <a:r>
              <a:t>    {</a:t>
            </a:r>
          </a:p>
          <a:p>
            <a:r>
              <a:t>      "text": "列見出し2",</a:t>
            </a:r>
          </a:p>
          <a:p>
            <a:r>
              <a:t>      "refs": [</a:t>
            </a:r>
          </a:p>
          <a:p>
            <a:r>
              <a:t>        {</a:t>
            </a:r>
          </a:p>
          <a:p>
            <a:r>
              <a:t>          "source_id": "s001",</a:t>
            </a:r>
          </a:p>
          <a:p>
            <a:r>
              <a:t>          "quote": "列見出し2"</a:t>
            </a:r>
          </a:p>
          <a:p>
            <a:r>
              <a:t>        }</a:t>
            </a:r>
          </a:p>
          <a:p>
            <a:r>
              <a:t>      ],</a:t>
            </a:r>
          </a:p>
          <a:p>
            <a:r>
              <a:t>      "mode": "verbatim"</a:t>
            </a:r>
          </a:p>
          <a:p>
            <a:r>
              <a:t>    },</a:t>
            </a:r>
          </a:p>
          <a:p>
            <a:r>
              <a:t>    {</a:t>
            </a:r>
          </a:p>
          <a:p>
            <a:r>
              <a:t>      "text": "列見出し3",</a:t>
            </a:r>
          </a:p>
          <a:p>
            <a:r>
              <a:t>      "refs": [</a:t>
            </a:r>
          </a:p>
          <a:p>
            <a:r>
              <a:t>        {</a:t>
            </a:r>
          </a:p>
          <a:p>
            <a:r>
              <a:t>          "source_id": "s001",</a:t>
            </a:r>
          </a:p>
          <a:p>
            <a:r>
              <a:t>          "quote": "列見出し3"</a:t>
            </a:r>
          </a:p>
          <a:p>
            <a:r>
              <a:t>        }</a:t>
            </a:r>
          </a:p>
          <a:p>
            <a:r>
              <a:t>      ],</a:t>
            </a:r>
          </a:p>
          <a:p>
            <a:r>
              <a:t>      "mode": "verbatim"</a:t>
            </a:r>
          </a:p>
          <a:p>
            <a:r>
              <a:t>    },</a:t>
            </a:r>
          </a:p>
          <a:p>
            <a:r>
              <a:t>    {</a:t>
            </a:r>
          </a:p>
          <a:p>
            <a:r>
              <a:t>      "text": "期間1",</a:t>
            </a:r>
          </a:p>
          <a:p>
            <a:r>
              <a:t>      "refs": [</a:t>
            </a:r>
          </a:p>
          <a:p>
            <a:r>
              <a:t>        {</a:t>
            </a:r>
          </a:p>
          <a:p>
            <a:r>
              <a:t>          "source_id": "s001",</a:t>
            </a:r>
          </a:p>
          <a:p>
            <a:r>
              <a:t>          "quote": "期間1"</a:t>
            </a:r>
          </a:p>
          <a:p>
            <a:r>
              <a:t>        }</a:t>
            </a:r>
          </a:p>
          <a:p>
            <a:r>
              <a:t>      ],</a:t>
            </a:r>
          </a:p>
          <a:p>
            <a:r>
              <a:t>      "mode": "verbatim"</a:t>
            </a:r>
          </a:p>
          <a:p>
            <a:r>
              <a:t>    },</a:t>
            </a:r>
          </a:p>
          <a:p>
            <a:r>
              <a:t>    {</a:t>
            </a:r>
          </a:p>
          <a:p>
            <a:r>
              <a:t>      "text": "値",</a:t>
            </a:r>
          </a:p>
          <a:p>
            <a:r>
              <a:t>      "refs": [</a:t>
            </a:r>
          </a:p>
          <a:p>
            <a:r>
              <a:t>        {</a:t>
            </a:r>
          </a:p>
          <a:p>
            <a:r>
              <a:t>          "source_id": "s001",</a:t>
            </a:r>
          </a:p>
          <a:p>
            <a:r>
              <a:t>          "quote": "値"</a:t>
            </a:r>
          </a:p>
          <a:p>
            <a:r>
              <a:t>        }</a:t>
            </a:r>
          </a:p>
          <a:p>
            <a:r>
              <a:t>      ],</a:t>
            </a:r>
          </a:p>
          <a:p>
            <a:r>
              <a:t>      "mode": "verbatim"</a:t>
            </a:r>
          </a:p>
          <a:p>
            <a:r>
              <a:t>    },</a:t>
            </a:r>
          </a:p>
          <a:p>
            <a:r>
              <a:t>    {</a:t>
            </a:r>
          </a:p>
          <a:p>
            <a:r>
              <a:t>      "text": "値",</a:t>
            </a:r>
          </a:p>
          <a:p>
            <a:r>
              <a:t>      "refs": [</a:t>
            </a:r>
          </a:p>
          <a:p>
            <a:r>
              <a:t>        {</a:t>
            </a:r>
          </a:p>
          <a:p>
            <a:r>
              <a:t>          "source_id": "s001",</a:t>
            </a:r>
          </a:p>
          <a:p>
            <a:r>
              <a:t>          "quote": "値"</a:t>
            </a:r>
          </a:p>
          <a:p>
            <a:r>
              <a:t>        }</a:t>
            </a:r>
          </a:p>
          <a:p>
            <a:r>
              <a:t>      ],</a:t>
            </a:r>
          </a:p>
          <a:p>
            <a:r>
              <a:t>      "mode": "verbatim"</a:t>
            </a:r>
          </a:p>
          <a:p>
            <a:r>
              <a:t>    },</a:t>
            </a:r>
          </a:p>
          <a:p>
            <a:r>
              <a:t>    {</a:t>
            </a:r>
          </a:p>
          <a:p>
            <a:r>
              <a:t>      "text": "値",</a:t>
            </a:r>
          </a:p>
          <a:p>
            <a:r>
              <a:t>      "refs": [</a:t>
            </a:r>
          </a:p>
          <a:p>
            <a:r>
              <a:t>        {</a:t>
            </a:r>
          </a:p>
          <a:p>
            <a:r>
              <a:t>          "source_id": "s001",</a:t>
            </a:r>
          </a:p>
          <a:p>
            <a:r>
              <a:t>          "quote": "値"</a:t>
            </a:r>
          </a:p>
          <a:p>
            <a:r>
              <a:t>        }</a:t>
            </a:r>
          </a:p>
          <a:p>
            <a:r>
              <a:t>      ],</a:t>
            </a:r>
          </a:p>
          <a:p>
            <a:r>
              <a:t>      "mode": "verbatim"</a:t>
            </a:r>
          </a:p>
          <a:p>
            <a:r>
              <a:t>    },</a:t>
            </a:r>
          </a:p>
          <a:p>
            <a:r>
              <a:t>    {</a:t>
            </a:r>
          </a:p>
          <a:p>
            <a:r>
              <a:t>      "text": "期間2",</a:t>
            </a:r>
          </a:p>
          <a:p>
            <a:r>
              <a:t>      "refs": [</a:t>
            </a:r>
          </a:p>
          <a:p>
            <a:r>
              <a:t>        {</a:t>
            </a:r>
          </a:p>
          <a:p>
            <a:r>
              <a:t>          "source_id": "s001",</a:t>
            </a:r>
          </a:p>
          <a:p>
            <a:r>
              <a:t>          "quote": "期間2"</a:t>
            </a:r>
          </a:p>
          <a:p>
            <a:r>
              <a:t>        }</a:t>
            </a:r>
          </a:p>
          <a:p>
            <a:r>
              <a:t>      ],</a:t>
            </a:r>
          </a:p>
          <a:p>
            <a:r>
              <a:t>      "mode": "verbatim"</a:t>
            </a:r>
          </a:p>
          <a:p>
            <a:r>
              <a:t>    },</a:t>
            </a:r>
          </a:p>
          <a:p>
            <a:r>
              <a:t>    {</a:t>
            </a:r>
          </a:p>
          <a:p>
            <a:r>
              <a:t>      "text": "値",</a:t>
            </a:r>
          </a:p>
          <a:p>
            <a:r>
              <a:t>      "refs": [</a:t>
            </a:r>
          </a:p>
          <a:p>
            <a:r>
              <a:t>        {</a:t>
            </a:r>
          </a:p>
          <a:p>
            <a:r>
              <a:t>          "source_id": "s001",</a:t>
            </a:r>
          </a:p>
          <a:p>
            <a:r>
              <a:t>          "quote": "値"</a:t>
            </a:r>
          </a:p>
          <a:p>
            <a:r>
              <a:t>        }</a:t>
            </a:r>
          </a:p>
          <a:p>
            <a:r>
              <a:t>      ],</a:t>
            </a:r>
          </a:p>
          <a:p>
            <a:r>
              <a:t>      "mode": "verbatim"</a:t>
            </a:r>
          </a:p>
          <a:p>
            <a:r>
              <a:t>    },</a:t>
            </a:r>
          </a:p>
          <a:p>
            <a:r>
              <a:t>    {</a:t>
            </a:r>
          </a:p>
          <a:p>
            <a:r>
              <a:t>      "text": "値",</a:t>
            </a:r>
          </a:p>
          <a:p>
            <a:r>
              <a:t>      "refs": [</a:t>
            </a:r>
          </a:p>
          <a:p>
            <a:r>
              <a:t>        {</a:t>
            </a:r>
          </a:p>
          <a:p>
            <a:r>
              <a:t>          "source_id": "s001",</a:t>
            </a:r>
          </a:p>
          <a:p>
            <a:r>
              <a:t>          "quote": "値"</a:t>
            </a:r>
          </a:p>
          <a:p>
            <a:r>
              <a:t>        }</a:t>
            </a:r>
          </a:p>
          <a:p>
            <a:r>
              <a:t>      ],</a:t>
            </a:r>
          </a:p>
          <a:p>
            <a:r>
              <a:t>      "mode": "verbatim"</a:t>
            </a:r>
          </a:p>
          <a:p>
            <a:r>
              <a:t>    },</a:t>
            </a:r>
          </a:p>
          <a:p>
            <a:r>
              <a:t>    {</a:t>
            </a:r>
          </a:p>
          <a:p>
            <a:r>
              <a:t>      "text": "値",</a:t>
            </a:r>
          </a:p>
          <a:p>
            <a:r>
              <a:t>      "refs": [</a:t>
            </a:r>
          </a:p>
          <a:p>
            <a:r>
              <a:t>        {</a:t>
            </a:r>
          </a:p>
          <a:p>
            <a:r>
              <a:t>          "source_id": "s001",</a:t>
            </a:r>
          </a:p>
          <a:p>
            <a:r>
              <a:t>          "quote": "値"</a:t>
            </a:r>
          </a:p>
          <a:p>
            <a:r>
              <a:t>        }</a:t>
            </a:r>
          </a:p>
          <a:p>
            <a:r>
              <a:t>      ],</a:t>
            </a:r>
          </a:p>
          <a:p>
            <a:r>
              <a:t>      "mode": "verbatim"</a:t>
            </a:r>
          </a:p>
          <a:p>
            <a:r>
              <a:t>    },</a:t>
            </a:r>
          </a:p>
          <a:p>
            <a:r>
              <a:t>    {</a:t>
            </a:r>
          </a:p>
          <a:p>
            <a:r>
              <a:t>      "text": "期間3",</a:t>
            </a:r>
          </a:p>
          <a:p>
            <a:r>
              <a:t>      "refs": [</a:t>
            </a:r>
          </a:p>
          <a:p>
            <a:r>
              <a:t>        {</a:t>
            </a:r>
          </a:p>
          <a:p>
            <a:r>
              <a:t>          "source_id": "s001",</a:t>
            </a:r>
          </a:p>
          <a:p>
            <a:r>
              <a:t>          "quote": "期間3"</a:t>
            </a:r>
          </a:p>
          <a:p>
            <a:r>
              <a:t>        }</a:t>
            </a:r>
          </a:p>
          <a:p>
            <a:r>
              <a:t>      ],</a:t>
            </a:r>
          </a:p>
          <a:p>
            <a:r>
              <a:t>      "mode": "verbatim"</a:t>
            </a:r>
          </a:p>
          <a:p>
            <a:r>
              <a:t>    },</a:t>
            </a:r>
          </a:p>
          <a:p>
            <a:r>
              <a:t>    {</a:t>
            </a:r>
          </a:p>
          <a:p>
            <a:r>
              <a:t>      "text": "値",</a:t>
            </a:r>
          </a:p>
          <a:p>
            <a:r>
              <a:t>      "refs": [</a:t>
            </a:r>
          </a:p>
          <a:p>
            <a:r>
              <a:t>        {</a:t>
            </a:r>
          </a:p>
          <a:p>
            <a:r>
              <a:t>          "source_id": "s001",</a:t>
            </a:r>
          </a:p>
          <a:p>
            <a:r>
              <a:t>          "quote": "値"</a:t>
            </a:r>
          </a:p>
          <a:p>
            <a:r>
              <a:t>        }</a:t>
            </a:r>
          </a:p>
          <a:p>
            <a:r>
              <a:t>      ],</a:t>
            </a:r>
          </a:p>
          <a:p>
            <a:r>
              <a:t>      "mode": "verbatim"</a:t>
            </a:r>
          </a:p>
          <a:p>
            <a:r>
              <a:t>    },</a:t>
            </a:r>
          </a:p>
          <a:p>
            <a:r>
              <a:t>    {</a:t>
            </a:r>
          </a:p>
          <a:p>
            <a:r>
              <a:t>      "text": "値",</a:t>
            </a:r>
          </a:p>
          <a:p>
            <a:r>
              <a:t>      "refs": [</a:t>
            </a:r>
          </a:p>
          <a:p>
            <a:r>
              <a:t>        {</a:t>
            </a:r>
          </a:p>
          <a:p>
            <a:r>
              <a:t>          "source_id": "s001",</a:t>
            </a:r>
          </a:p>
          <a:p>
            <a:r>
              <a:t>          "quote": "値"</a:t>
            </a:r>
          </a:p>
          <a:p>
            <a:r>
              <a:t>        }</a:t>
            </a:r>
          </a:p>
          <a:p>
            <a:r>
              <a:t>      ],</a:t>
            </a:r>
          </a:p>
          <a:p>
            <a:r>
              <a:t>      "mode": "verbatim"</a:t>
            </a:r>
          </a:p>
          <a:p>
            <a:r>
              <a:t>    },</a:t>
            </a:r>
          </a:p>
          <a:p>
            <a:r>
              <a:t>    {</a:t>
            </a:r>
          </a:p>
          <a:p>
            <a:r>
              <a:t>      "text": "値",</a:t>
            </a:r>
          </a:p>
          <a:p>
            <a:r>
              <a:t>      "refs": [</a:t>
            </a:r>
          </a:p>
          <a:p>
            <a:r>
              <a:t>        {</a:t>
            </a:r>
          </a:p>
          <a:p>
            <a:r>
              <a:t>          "source_id": "s001",</a:t>
            </a:r>
          </a:p>
          <a:p>
            <a:r>
              <a:t>          "quote": "値"</a:t>
            </a:r>
          </a:p>
          <a:p>
            <a:r>
              <a:t>        }</a:t>
            </a:r>
          </a:p>
          <a:p>
            <a:r>
              <a:t>      ],</a:t>
            </a:r>
          </a:p>
          <a:p>
            <a:r>
              <a:t>      "mode": "verbatim"</a:t>
            </a:r>
          </a:p>
          <a:p>
            <a:r>
              <a:t>    }</a:t>
            </a:r>
          </a:p>
          <a:p>
            <a:r>
              <a:t>  ],</a:t>
            </a:r>
          </a:p>
          <a:p>
            <a:r>
              <a:t>  "citations": {</a:t>
            </a:r>
          </a:p>
          <a:p>
            <a:r>
              <a:t>    "s001": "Public MIT sample: templates/freeform_parts_more_16x9.html section 18"</a:t>
            </a:r>
          </a:p>
          <a:p>
            <a:r>
              <a:t>  },</a:t>
            </a:r>
          </a:p>
          <a:p>
            <a:r>
              <a:t>  "template_license":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"e5dd04dc6f1acf010046d2fc7319bcf5242a849a",</a:t>
            </a:r>
          </a:p>
          <a:p>
            <a:r>
              <a:t>  "template_sha256": "2613d2e61b45d095b0d5f08eacefd088c7dec1c9225ead30b4d4a9ca506cb7c9"</a:t>
            </a:r>
          </a:p>
          <a:p>
            <a:r>
              <a: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322014"/>
                </a:solidFill>
                <a:latin typeface="Yu Mincho Demibold" pitchFamily="34" charset="0"/>
                <a:ea typeface="Yu Mincho Demibold" pitchFamily="34" charset="-122"/>
                <a:cs typeface="Yu Mincho Demibold" pitchFamily="34" charset="-120"/>
              </a:rPr>
              <a:t>公開レイアウト見本</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8A7B6B"/>
                </a:solidFill>
                <a:latin typeface="Yu Gothic" pitchFamily="34" charset="0"/>
                <a:ea typeface="Yu Gothic" pitchFamily="34" charset="-122"/>
                <a:cs typeface="Yu Gothic" pitchFamily="34" charset="-120"/>
              </a:rPr>
              <a:t>m18</a:t>
            </a:r>
            <a:endParaRPr lang="en-US" sz="800" dirty="0"/>
          </a:p>
        </p:txBody>
      </p:sp>
      <p:sp>
        <p:nvSpPr>
          <p:cNvPr id="4" name="shape:004"/>
          <p:cNvSpPr/>
          <p:nvPr/>
        </p:nvSpPr>
        <p:spPr>
          <a:xfrm>
            <a:off x="576072" y="784555"/>
            <a:ext cx="11039551" cy="0"/>
          </a:xfrm>
          <a:prstGeom prst="line">
            <a:avLst/>
          </a:prstGeom>
          <a:noFill/>
          <a:ln w="13970">
            <a:solidFill>
              <a:srgbClr val="322014"/>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322014"/>
                </a:solidFill>
                <a:latin typeface="Yu Mincho Demibold" pitchFamily="34" charset="0"/>
                <a:ea typeface="Yu Mincho Demibold" pitchFamily="34" charset="-122"/>
                <a:cs typeface="Yu Mincho Demibold" pitchFamily="34" charset="-120"/>
              </a:rPr>
              <a:t>時系列マトリクス</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8A7B6B"/>
                </a:solidFill>
                <a:latin typeface="Yu Gothic" pitchFamily="34" charset="0"/>
                <a:ea typeface="Yu Gothic" pitchFamily="34" charset="-122"/>
                <a:cs typeface="Yu Gothic" pitchFamily="34" charset="-120"/>
              </a:rPr>
              <a:t>出典：公開見本</a:t>
            </a:r>
            <a:endParaRPr lang="en-US" sz="750" dirty="0"/>
          </a:p>
        </p:txBody>
      </p:sp>
      <p:sp>
        <p:nvSpPr>
          <p:cNvPr id="7" name="shape:007"/>
          <p:cNvSpPr/>
          <p:nvPr/>
        </p:nvSpPr>
        <p:spPr>
          <a:xfrm>
            <a:off x="576072" y="6483096"/>
            <a:ext cx="11039551" cy="0"/>
          </a:xfrm>
          <a:prstGeom prst="line">
            <a:avLst/>
          </a:prstGeom>
          <a:noFill/>
          <a:ln w="8890">
            <a:solidFill>
              <a:srgbClr val="E2DCD2"/>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322014"/>
                </a:solidFill>
                <a:latin typeface="Yu Gothic" pitchFamily="34" charset="0"/>
                <a:ea typeface="Yu Gothic" pitchFamily="34" charset="-122"/>
                <a:cs typeface="Yu Gothic" pitchFamily="34" charset="-120"/>
              </a:rPr>
              <a:t>slide-layout-agent</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8A7B6B"/>
                </a:solidFill>
                <a:latin typeface="Yu Gothic" pitchFamily="34" charset="0"/>
                <a:ea typeface="Yu Gothic" pitchFamily="34" charset="-122"/>
                <a:cs typeface="Yu Gothic" pitchFamily="34" charset="-120"/>
              </a:rPr>
              <a:t>1</a:t>
            </a:r>
            <a:endParaRPr lang="en-US" sz="750" dirty="0"/>
          </a:p>
        </p:txBody>
      </p:sp>
      <p:sp>
        <p:nvSpPr>
          <p:cNvPr id="10" name="shape:010"/>
          <p:cNvSpPr/>
          <p:nvPr/>
        </p:nvSpPr>
        <p:spPr>
          <a:xfrm>
            <a:off x="576072" y="2258568"/>
            <a:ext cx="1828800" cy="274320"/>
          </a:xfrm>
          <a:prstGeom prst="rect">
            <a:avLst/>
          </a:prstGeom>
          <a:noFill/>
          <a:ln/>
        </p:spPr>
        <p:txBody>
          <a:bodyPr wrap="square" lIns="381" tIns="381" rIns="381" bIns="381" rtlCol="0" anchor="t">
            <a:noAutofit/>
          </a:bodyPr>
          <a:lstStyle/>
          <a:p>
            <a:pPr algn="l" indent="0" marL="0">
              <a:buNone/>
            </a:pPr>
            <a:r>
              <a:rPr lang="en-US" sz="1250" b="1" dirty="0">
                <a:solidFill>
                  <a:srgbClr val="322014"/>
                </a:solidFill>
                <a:latin typeface="Yu Gothic" pitchFamily="34" charset="0"/>
                <a:ea typeface="Yu Gothic" pitchFamily="34" charset="-122"/>
                <a:cs typeface="Yu Gothic" pitchFamily="34" charset="-120"/>
              </a:rPr>
              <a:t>段階</a:t>
            </a:r>
            <a:endParaRPr lang="en-US" sz="1250" dirty="0"/>
          </a:p>
        </p:txBody>
      </p:sp>
      <p:sp>
        <p:nvSpPr>
          <p:cNvPr id="11" name="shape:011"/>
          <p:cNvSpPr/>
          <p:nvPr/>
        </p:nvSpPr>
        <p:spPr>
          <a:xfrm>
            <a:off x="576072" y="2587752"/>
            <a:ext cx="1645920" cy="0"/>
          </a:xfrm>
          <a:prstGeom prst="line">
            <a:avLst/>
          </a:prstGeom>
          <a:noFill/>
          <a:ln w="17780">
            <a:solidFill>
              <a:srgbClr val="322014"/>
            </a:solidFill>
            <a:prstDash val="solid"/>
          </a:ln>
        </p:spPr>
        <p:txBody>
          <a:bodyPr>
            <a:noAutofit/>
          </a:bodyPr>
          <a:p/>
        </p:txBody>
      </p:sp>
      <p:sp>
        <p:nvSpPr>
          <p:cNvPr id="12" name="shape:012"/>
          <p:cNvSpPr/>
          <p:nvPr/>
        </p:nvSpPr>
        <p:spPr>
          <a:xfrm>
            <a:off x="2404872" y="2258568"/>
            <a:ext cx="2887370" cy="274320"/>
          </a:xfrm>
          <a:prstGeom prst="rect">
            <a:avLst/>
          </a:prstGeom>
          <a:noFill/>
          <a:ln/>
        </p:spPr>
        <p:txBody>
          <a:bodyPr wrap="square" lIns="381" tIns="381" rIns="381" bIns="381" rtlCol="0" anchor="t">
            <a:noAutofit/>
          </a:bodyPr>
          <a:lstStyle/>
          <a:p>
            <a:pPr algn="l" indent="0" marL="0">
              <a:buNone/>
            </a:pPr>
            <a:r>
              <a:rPr lang="en-US" sz="1200" b="1" dirty="0">
                <a:solidFill>
                  <a:srgbClr val="322014"/>
                </a:solidFill>
                <a:latin typeface="Yu Gothic" pitchFamily="34" charset="0"/>
                <a:ea typeface="Yu Gothic" pitchFamily="34" charset="-122"/>
                <a:cs typeface="Yu Gothic" pitchFamily="34" charset="-120"/>
              </a:rPr>
              <a:t>列見出し1</a:t>
            </a:r>
            <a:endParaRPr lang="en-US" sz="1200" dirty="0"/>
          </a:p>
        </p:txBody>
      </p:sp>
      <p:sp>
        <p:nvSpPr>
          <p:cNvPr id="13" name="shape:013"/>
          <p:cNvSpPr/>
          <p:nvPr/>
        </p:nvSpPr>
        <p:spPr>
          <a:xfrm>
            <a:off x="2404872" y="2587752"/>
            <a:ext cx="2887370" cy="0"/>
          </a:xfrm>
          <a:prstGeom prst="line">
            <a:avLst/>
          </a:prstGeom>
          <a:noFill/>
          <a:ln w="17780">
            <a:solidFill>
              <a:srgbClr val="322014"/>
            </a:solidFill>
            <a:prstDash val="solid"/>
          </a:ln>
        </p:spPr>
        <p:txBody>
          <a:bodyPr>
            <a:noAutofit/>
          </a:bodyPr>
          <a:p/>
        </p:txBody>
      </p:sp>
      <p:sp>
        <p:nvSpPr>
          <p:cNvPr id="14" name="shape:014"/>
          <p:cNvSpPr/>
          <p:nvPr/>
        </p:nvSpPr>
        <p:spPr>
          <a:xfrm>
            <a:off x="5475122" y="2258568"/>
            <a:ext cx="2887370" cy="274320"/>
          </a:xfrm>
          <a:prstGeom prst="rect">
            <a:avLst/>
          </a:prstGeom>
          <a:noFill/>
          <a:ln/>
        </p:spPr>
        <p:txBody>
          <a:bodyPr wrap="square" lIns="381" tIns="381" rIns="381" bIns="381" rtlCol="0" anchor="t">
            <a:noAutofit/>
          </a:bodyPr>
          <a:lstStyle/>
          <a:p>
            <a:pPr algn="l" indent="0" marL="0">
              <a:buNone/>
            </a:pPr>
            <a:r>
              <a:rPr lang="en-US" sz="1200" b="1" dirty="0">
                <a:solidFill>
                  <a:srgbClr val="322014"/>
                </a:solidFill>
                <a:latin typeface="Yu Gothic" pitchFamily="34" charset="0"/>
                <a:ea typeface="Yu Gothic" pitchFamily="34" charset="-122"/>
                <a:cs typeface="Yu Gothic" pitchFamily="34" charset="-120"/>
              </a:rPr>
              <a:t>列見出し2</a:t>
            </a:r>
            <a:endParaRPr lang="en-US" sz="1200" dirty="0"/>
          </a:p>
        </p:txBody>
      </p:sp>
      <p:sp>
        <p:nvSpPr>
          <p:cNvPr id="15" name="shape:015"/>
          <p:cNvSpPr/>
          <p:nvPr/>
        </p:nvSpPr>
        <p:spPr>
          <a:xfrm>
            <a:off x="5475122" y="2587752"/>
            <a:ext cx="2887370" cy="0"/>
          </a:xfrm>
          <a:prstGeom prst="line">
            <a:avLst/>
          </a:prstGeom>
          <a:noFill/>
          <a:ln w="17780">
            <a:solidFill>
              <a:srgbClr val="322014"/>
            </a:solidFill>
            <a:prstDash val="solid"/>
          </a:ln>
        </p:spPr>
        <p:txBody>
          <a:bodyPr>
            <a:noAutofit/>
          </a:bodyPr>
          <a:p/>
        </p:txBody>
      </p:sp>
      <p:sp>
        <p:nvSpPr>
          <p:cNvPr id="16" name="shape:016"/>
          <p:cNvSpPr/>
          <p:nvPr/>
        </p:nvSpPr>
        <p:spPr>
          <a:xfrm>
            <a:off x="8545373" y="2258568"/>
            <a:ext cx="2887370" cy="274320"/>
          </a:xfrm>
          <a:prstGeom prst="rect">
            <a:avLst/>
          </a:prstGeom>
          <a:noFill/>
          <a:ln/>
        </p:spPr>
        <p:txBody>
          <a:bodyPr wrap="square" lIns="381" tIns="381" rIns="381" bIns="381" rtlCol="0" anchor="t">
            <a:noAutofit/>
          </a:bodyPr>
          <a:lstStyle/>
          <a:p>
            <a:pPr algn="l" indent="0" marL="0">
              <a:buNone/>
            </a:pPr>
            <a:r>
              <a:rPr lang="en-US" sz="1200" b="1" dirty="0">
                <a:solidFill>
                  <a:srgbClr val="322014"/>
                </a:solidFill>
                <a:latin typeface="Yu Gothic" pitchFamily="34" charset="0"/>
                <a:ea typeface="Yu Gothic" pitchFamily="34" charset="-122"/>
                <a:cs typeface="Yu Gothic" pitchFamily="34" charset="-120"/>
              </a:rPr>
              <a:t>列見出し3</a:t>
            </a:r>
            <a:endParaRPr lang="en-US" sz="1200" dirty="0"/>
          </a:p>
        </p:txBody>
      </p:sp>
      <p:sp>
        <p:nvSpPr>
          <p:cNvPr id="17" name="shape:017"/>
          <p:cNvSpPr/>
          <p:nvPr/>
        </p:nvSpPr>
        <p:spPr>
          <a:xfrm>
            <a:off x="8545373" y="2587752"/>
            <a:ext cx="2887370" cy="0"/>
          </a:xfrm>
          <a:prstGeom prst="line">
            <a:avLst/>
          </a:prstGeom>
          <a:noFill/>
          <a:ln w="17780">
            <a:solidFill>
              <a:srgbClr val="322014"/>
            </a:solidFill>
            <a:prstDash val="solid"/>
          </a:ln>
        </p:spPr>
        <p:txBody>
          <a:bodyPr>
            <a:noAutofit/>
          </a:bodyPr>
          <a:p/>
        </p:txBody>
      </p:sp>
      <p:sp>
        <p:nvSpPr>
          <p:cNvPr id="18" name="shape:018"/>
          <p:cNvSpPr/>
          <p:nvPr/>
        </p:nvSpPr>
        <p:spPr>
          <a:xfrm>
            <a:off x="576072" y="2871216"/>
            <a:ext cx="1645920" cy="457200"/>
          </a:xfrm>
          <a:prstGeom prst="rect">
            <a:avLst/>
          </a:prstGeom>
          <a:noFill/>
          <a:ln/>
        </p:spPr>
        <p:txBody>
          <a:bodyPr wrap="square" lIns="381" tIns="381" rIns="381" bIns="381" rtlCol="0" anchor="t">
            <a:noAutofit/>
          </a:bodyPr>
          <a:lstStyle/>
          <a:p>
            <a:pPr algn="l" indent="0" marL="0">
              <a:buNone/>
            </a:pPr>
            <a:r>
              <a:rPr lang="en-US" sz="1300" b="1" dirty="0">
                <a:solidFill>
                  <a:srgbClr val="5A3921"/>
                </a:solidFill>
                <a:latin typeface="Yu Gothic" pitchFamily="34" charset="0"/>
                <a:ea typeface="Yu Gothic" pitchFamily="34" charset="-122"/>
                <a:cs typeface="Yu Gothic" pitchFamily="34" charset="-120"/>
              </a:rPr>
              <a:t>期間1</a:t>
            </a:r>
            <a:endParaRPr lang="en-US" sz="1300" dirty="0"/>
          </a:p>
        </p:txBody>
      </p:sp>
      <p:sp>
        <p:nvSpPr>
          <p:cNvPr id="19" name="shape:019"/>
          <p:cNvSpPr/>
          <p:nvPr/>
        </p:nvSpPr>
        <p:spPr>
          <a:xfrm>
            <a:off x="2404872" y="2871216"/>
            <a:ext cx="2887370" cy="731520"/>
          </a:xfrm>
          <a:prstGeom prst="rect">
            <a:avLst/>
          </a:prstGeom>
          <a:noFill/>
          <a:ln/>
        </p:spPr>
        <p:txBody>
          <a:bodyPr wrap="square" lIns="381" tIns="381" rIns="381" bIns="381" rtlCol="0" anchor="t">
            <a:noAutofit/>
          </a:bodyPr>
          <a:lstStyle/>
          <a:p>
            <a:pPr algn="l" indent="0" marL="0">
              <a:buNone/>
            </a:pPr>
            <a:r>
              <a:rPr lang="en-US" sz="1200" dirty="0">
                <a:solidFill>
                  <a:srgbClr val="322014"/>
                </a:solidFill>
                <a:latin typeface="Yu Gothic" pitchFamily="34" charset="0"/>
                <a:ea typeface="Yu Gothic" pitchFamily="34" charset="-122"/>
                <a:cs typeface="Yu Gothic" pitchFamily="34" charset="-120"/>
              </a:rPr>
              <a:t>値</a:t>
            </a:r>
            <a:endParaRPr lang="en-US" sz="1200" dirty="0"/>
          </a:p>
        </p:txBody>
      </p:sp>
      <p:sp>
        <p:nvSpPr>
          <p:cNvPr id="20" name="shape:020"/>
          <p:cNvSpPr/>
          <p:nvPr/>
        </p:nvSpPr>
        <p:spPr>
          <a:xfrm>
            <a:off x="5475122" y="2871216"/>
            <a:ext cx="2887370" cy="731520"/>
          </a:xfrm>
          <a:prstGeom prst="rect">
            <a:avLst/>
          </a:prstGeom>
          <a:noFill/>
          <a:ln/>
        </p:spPr>
        <p:txBody>
          <a:bodyPr wrap="square" lIns="381" tIns="381" rIns="381" bIns="381" rtlCol="0" anchor="t">
            <a:noAutofit/>
          </a:bodyPr>
          <a:lstStyle/>
          <a:p>
            <a:pPr algn="l" indent="0" marL="0">
              <a:buNone/>
            </a:pPr>
            <a:r>
              <a:rPr lang="en-US" sz="1200" dirty="0">
                <a:solidFill>
                  <a:srgbClr val="322014"/>
                </a:solidFill>
                <a:latin typeface="Yu Gothic" pitchFamily="34" charset="0"/>
                <a:ea typeface="Yu Gothic" pitchFamily="34" charset="-122"/>
                <a:cs typeface="Yu Gothic" pitchFamily="34" charset="-120"/>
              </a:rPr>
              <a:t>値</a:t>
            </a:r>
            <a:endParaRPr lang="en-US" sz="1200" dirty="0"/>
          </a:p>
        </p:txBody>
      </p:sp>
      <p:sp>
        <p:nvSpPr>
          <p:cNvPr id="21" name="shape:021"/>
          <p:cNvSpPr/>
          <p:nvPr/>
        </p:nvSpPr>
        <p:spPr>
          <a:xfrm>
            <a:off x="8545373" y="2871216"/>
            <a:ext cx="2887370" cy="731520"/>
          </a:xfrm>
          <a:prstGeom prst="rect">
            <a:avLst/>
          </a:prstGeom>
          <a:noFill/>
          <a:ln/>
        </p:spPr>
        <p:txBody>
          <a:bodyPr wrap="square" lIns="381" tIns="381" rIns="381" bIns="381" rtlCol="0" anchor="t">
            <a:noAutofit/>
          </a:bodyPr>
          <a:lstStyle/>
          <a:p>
            <a:pPr algn="l" indent="0" marL="0">
              <a:buNone/>
            </a:pPr>
            <a:r>
              <a:rPr lang="en-US" sz="1200" dirty="0">
                <a:solidFill>
                  <a:srgbClr val="322014"/>
                </a:solidFill>
                <a:latin typeface="Yu Gothic" pitchFamily="34" charset="0"/>
                <a:ea typeface="Yu Gothic" pitchFamily="34" charset="-122"/>
                <a:cs typeface="Yu Gothic" pitchFamily="34" charset="-120"/>
              </a:rPr>
              <a:t>値</a:t>
            </a:r>
            <a:endParaRPr lang="en-US" sz="1200" dirty="0"/>
          </a:p>
        </p:txBody>
      </p:sp>
      <p:sp>
        <p:nvSpPr>
          <p:cNvPr id="22" name="shape:022"/>
          <p:cNvSpPr/>
          <p:nvPr/>
        </p:nvSpPr>
        <p:spPr>
          <a:xfrm>
            <a:off x="576072" y="3639312"/>
            <a:ext cx="11039551" cy="0"/>
          </a:xfrm>
          <a:prstGeom prst="line">
            <a:avLst/>
          </a:prstGeom>
          <a:noFill/>
          <a:ln w="6350">
            <a:solidFill>
              <a:srgbClr val="E2DCD2"/>
            </a:solidFill>
            <a:prstDash val="dash"/>
          </a:ln>
        </p:spPr>
        <p:txBody>
          <a:bodyPr>
            <a:noAutofit/>
          </a:bodyPr>
          <a:p/>
        </p:txBody>
      </p:sp>
      <p:sp>
        <p:nvSpPr>
          <p:cNvPr id="23" name="shape:023"/>
          <p:cNvSpPr/>
          <p:nvPr/>
        </p:nvSpPr>
        <p:spPr>
          <a:xfrm>
            <a:off x="576072" y="3785616"/>
            <a:ext cx="1645920" cy="457200"/>
          </a:xfrm>
          <a:prstGeom prst="rect">
            <a:avLst/>
          </a:prstGeom>
          <a:noFill/>
          <a:ln/>
        </p:spPr>
        <p:txBody>
          <a:bodyPr wrap="square" lIns="381" tIns="381" rIns="381" bIns="381" rtlCol="0" anchor="t">
            <a:noAutofit/>
          </a:bodyPr>
          <a:lstStyle/>
          <a:p>
            <a:pPr algn="l" indent="0" marL="0">
              <a:buNone/>
            </a:pPr>
            <a:r>
              <a:rPr lang="en-US" sz="1300" b="1" dirty="0">
                <a:solidFill>
                  <a:srgbClr val="5A3921"/>
                </a:solidFill>
                <a:latin typeface="Yu Gothic" pitchFamily="34" charset="0"/>
                <a:ea typeface="Yu Gothic" pitchFamily="34" charset="-122"/>
                <a:cs typeface="Yu Gothic" pitchFamily="34" charset="-120"/>
              </a:rPr>
              <a:t>期間2</a:t>
            </a:r>
            <a:endParaRPr lang="en-US" sz="1300" dirty="0"/>
          </a:p>
        </p:txBody>
      </p:sp>
      <p:sp>
        <p:nvSpPr>
          <p:cNvPr id="24" name="shape:024"/>
          <p:cNvSpPr/>
          <p:nvPr/>
        </p:nvSpPr>
        <p:spPr>
          <a:xfrm>
            <a:off x="2404872" y="3785616"/>
            <a:ext cx="2887370" cy="731520"/>
          </a:xfrm>
          <a:prstGeom prst="rect">
            <a:avLst/>
          </a:prstGeom>
          <a:noFill/>
          <a:ln/>
        </p:spPr>
        <p:txBody>
          <a:bodyPr wrap="square" lIns="381" tIns="381" rIns="381" bIns="381" rtlCol="0" anchor="t">
            <a:noAutofit/>
          </a:bodyPr>
          <a:lstStyle/>
          <a:p>
            <a:pPr algn="l" indent="0" marL="0">
              <a:buNone/>
            </a:pPr>
            <a:r>
              <a:rPr lang="en-US" sz="1200" dirty="0">
                <a:solidFill>
                  <a:srgbClr val="322014"/>
                </a:solidFill>
                <a:latin typeface="Yu Gothic" pitchFamily="34" charset="0"/>
                <a:ea typeface="Yu Gothic" pitchFamily="34" charset="-122"/>
                <a:cs typeface="Yu Gothic" pitchFamily="34" charset="-120"/>
              </a:rPr>
              <a:t>値</a:t>
            </a:r>
            <a:endParaRPr lang="en-US" sz="1200" dirty="0"/>
          </a:p>
        </p:txBody>
      </p:sp>
      <p:sp>
        <p:nvSpPr>
          <p:cNvPr id="25" name="shape:025"/>
          <p:cNvSpPr/>
          <p:nvPr/>
        </p:nvSpPr>
        <p:spPr>
          <a:xfrm>
            <a:off x="5475122" y="3785616"/>
            <a:ext cx="2887370" cy="731520"/>
          </a:xfrm>
          <a:prstGeom prst="rect">
            <a:avLst/>
          </a:prstGeom>
          <a:noFill/>
          <a:ln/>
        </p:spPr>
        <p:txBody>
          <a:bodyPr wrap="square" lIns="381" tIns="381" rIns="381" bIns="381" rtlCol="0" anchor="t">
            <a:noAutofit/>
          </a:bodyPr>
          <a:lstStyle/>
          <a:p>
            <a:pPr algn="l" indent="0" marL="0">
              <a:buNone/>
            </a:pPr>
            <a:r>
              <a:rPr lang="en-US" sz="1200" dirty="0">
                <a:solidFill>
                  <a:srgbClr val="322014"/>
                </a:solidFill>
                <a:latin typeface="Yu Gothic" pitchFamily="34" charset="0"/>
                <a:ea typeface="Yu Gothic" pitchFamily="34" charset="-122"/>
                <a:cs typeface="Yu Gothic" pitchFamily="34" charset="-120"/>
              </a:rPr>
              <a:t>値</a:t>
            </a:r>
            <a:endParaRPr lang="en-US" sz="1200" dirty="0"/>
          </a:p>
        </p:txBody>
      </p:sp>
      <p:sp>
        <p:nvSpPr>
          <p:cNvPr id="26" name="shape:026"/>
          <p:cNvSpPr/>
          <p:nvPr/>
        </p:nvSpPr>
        <p:spPr>
          <a:xfrm>
            <a:off x="8545373" y="3785616"/>
            <a:ext cx="2887370" cy="731520"/>
          </a:xfrm>
          <a:prstGeom prst="rect">
            <a:avLst/>
          </a:prstGeom>
          <a:noFill/>
          <a:ln/>
        </p:spPr>
        <p:txBody>
          <a:bodyPr wrap="square" lIns="381" tIns="381" rIns="381" bIns="381" rtlCol="0" anchor="t">
            <a:noAutofit/>
          </a:bodyPr>
          <a:lstStyle/>
          <a:p>
            <a:pPr algn="l" indent="0" marL="0">
              <a:buNone/>
            </a:pPr>
            <a:r>
              <a:rPr lang="en-US" sz="1200" dirty="0">
                <a:solidFill>
                  <a:srgbClr val="322014"/>
                </a:solidFill>
                <a:latin typeface="Yu Gothic" pitchFamily="34" charset="0"/>
                <a:ea typeface="Yu Gothic" pitchFamily="34" charset="-122"/>
                <a:cs typeface="Yu Gothic" pitchFamily="34" charset="-120"/>
              </a:rPr>
              <a:t>値</a:t>
            </a:r>
            <a:endParaRPr lang="en-US" sz="1200" dirty="0"/>
          </a:p>
        </p:txBody>
      </p:sp>
      <p:sp>
        <p:nvSpPr>
          <p:cNvPr id="27" name="shape:027"/>
          <p:cNvSpPr/>
          <p:nvPr/>
        </p:nvSpPr>
        <p:spPr>
          <a:xfrm>
            <a:off x="576072" y="4553712"/>
            <a:ext cx="11039551" cy="0"/>
          </a:xfrm>
          <a:prstGeom prst="line">
            <a:avLst/>
          </a:prstGeom>
          <a:noFill/>
          <a:ln w="6350">
            <a:solidFill>
              <a:srgbClr val="E2DCD2"/>
            </a:solidFill>
            <a:prstDash val="dash"/>
          </a:ln>
        </p:spPr>
        <p:txBody>
          <a:bodyPr>
            <a:noAutofit/>
          </a:bodyPr>
          <a:p/>
        </p:txBody>
      </p:sp>
      <p:sp>
        <p:nvSpPr>
          <p:cNvPr id="28" name="shape:028"/>
          <p:cNvSpPr/>
          <p:nvPr/>
        </p:nvSpPr>
        <p:spPr>
          <a:xfrm>
            <a:off x="576072" y="4700016"/>
            <a:ext cx="1645920" cy="457200"/>
          </a:xfrm>
          <a:prstGeom prst="rect">
            <a:avLst/>
          </a:prstGeom>
          <a:noFill/>
          <a:ln/>
        </p:spPr>
        <p:txBody>
          <a:bodyPr wrap="square" lIns="381" tIns="381" rIns="381" bIns="381" rtlCol="0" anchor="t">
            <a:noAutofit/>
          </a:bodyPr>
          <a:lstStyle/>
          <a:p>
            <a:pPr algn="l" indent="0" marL="0">
              <a:buNone/>
            </a:pPr>
            <a:r>
              <a:rPr lang="en-US" sz="1300" b="1" dirty="0">
                <a:solidFill>
                  <a:srgbClr val="5A3921"/>
                </a:solidFill>
                <a:latin typeface="Yu Gothic" pitchFamily="34" charset="0"/>
                <a:ea typeface="Yu Gothic" pitchFamily="34" charset="-122"/>
                <a:cs typeface="Yu Gothic" pitchFamily="34" charset="-120"/>
              </a:rPr>
              <a:t>期間3</a:t>
            </a:r>
            <a:endParaRPr lang="en-US" sz="1300" dirty="0"/>
          </a:p>
        </p:txBody>
      </p:sp>
      <p:sp>
        <p:nvSpPr>
          <p:cNvPr id="29" name="shape:029"/>
          <p:cNvSpPr/>
          <p:nvPr/>
        </p:nvSpPr>
        <p:spPr>
          <a:xfrm>
            <a:off x="2404872" y="4700016"/>
            <a:ext cx="2887370" cy="731520"/>
          </a:xfrm>
          <a:prstGeom prst="rect">
            <a:avLst/>
          </a:prstGeom>
          <a:noFill/>
          <a:ln/>
        </p:spPr>
        <p:txBody>
          <a:bodyPr wrap="square" lIns="381" tIns="381" rIns="381" bIns="381" rtlCol="0" anchor="t">
            <a:noAutofit/>
          </a:bodyPr>
          <a:lstStyle/>
          <a:p>
            <a:pPr algn="l" indent="0" marL="0">
              <a:buNone/>
            </a:pPr>
            <a:r>
              <a:rPr lang="en-US" sz="1200" dirty="0">
                <a:solidFill>
                  <a:srgbClr val="322014"/>
                </a:solidFill>
                <a:latin typeface="Yu Gothic" pitchFamily="34" charset="0"/>
                <a:ea typeface="Yu Gothic" pitchFamily="34" charset="-122"/>
                <a:cs typeface="Yu Gothic" pitchFamily="34" charset="-120"/>
              </a:rPr>
              <a:t>値</a:t>
            </a:r>
            <a:endParaRPr lang="en-US" sz="1200" dirty="0"/>
          </a:p>
        </p:txBody>
      </p:sp>
      <p:sp>
        <p:nvSpPr>
          <p:cNvPr id="30" name="shape:030"/>
          <p:cNvSpPr/>
          <p:nvPr/>
        </p:nvSpPr>
        <p:spPr>
          <a:xfrm>
            <a:off x="5475122" y="4700016"/>
            <a:ext cx="2887370" cy="731520"/>
          </a:xfrm>
          <a:prstGeom prst="rect">
            <a:avLst/>
          </a:prstGeom>
          <a:noFill/>
          <a:ln/>
        </p:spPr>
        <p:txBody>
          <a:bodyPr wrap="square" lIns="381" tIns="381" rIns="381" bIns="381" rtlCol="0" anchor="t">
            <a:noAutofit/>
          </a:bodyPr>
          <a:lstStyle/>
          <a:p>
            <a:pPr algn="l" indent="0" marL="0">
              <a:buNone/>
            </a:pPr>
            <a:r>
              <a:rPr lang="en-US" sz="1200" dirty="0">
                <a:solidFill>
                  <a:srgbClr val="322014"/>
                </a:solidFill>
                <a:latin typeface="Yu Gothic" pitchFamily="34" charset="0"/>
                <a:ea typeface="Yu Gothic" pitchFamily="34" charset="-122"/>
                <a:cs typeface="Yu Gothic" pitchFamily="34" charset="-120"/>
              </a:rPr>
              <a:t>値</a:t>
            </a:r>
            <a:endParaRPr lang="en-US" sz="1200" dirty="0"/>
          </a:p>
        </p:txBody>
      </p:sp>
      <p:sp>
        <p:nvSpPr>
          <p:cNvPr id="31" name="shape:031"/>
          <p:cNvSpPr/>
          <p:nvPr/>
        </p:nvSpPr>
        <p:spPr>
          <a:xfrm>
            <a:off x="8545373" y="4700016"/>
            <a:ext cx="2887370" cy="731520"/>
          </a:xfrm>
          <a:prstGeom prst="rect">
            <a:avLst/>
          </a:prstGeom>
          <a:noFill/>
          <a:ln/>
        </p:spPr>
        <p:txBody>
          <a:bodyPr wrap="square" lIns="381" tIns="381" rIns="381" bIns="381" rtlCol="0" anchor="t">
            <a:noAutofit/>
          </a:bodyPr>
          <a:lstStyle/>
          <a:p>
            <a:pPr algn="l" indent="0" marL="0">
              <a:buNone/>
            </a:pPr>
            <a:r>
              <a:rPr lang="en-US" sz="1200" dirty="0">
                <a:solidFill>
                  <a:srgbClr val="322014"/>
                </a:solidFill>
                <a:latin typeface="Yu Gothic" pitchFamily="34" charset="0"/>
                <a:ea typeface="Yu Gothic" pitchFamily="34" charset="-122"/>
                <a:cs typeface="Yu Gothic" pitchFamily="34" charset="-120"/>
              </a:rPr>
              <a:t>値</a:t>
            </a:r>
            <a:endParaRPr lang="en-US" sz="1200" dirty="0"/>
          </a:p>
        </p:txBody>
      </p:sp>
      <p:sp>
        <p:nvSpPr>
          <p:cNvPr id="32" name="shape:032"/>
          <p:cNvSpPr/>
          <p:nvPr/>
        </p:nvSpPr>
        <p:spPr>
          <a:xfrm>
            <a:off x="576072" y="5468112"/>
            <a:ext cx="11039551" cy="0"/>
          </a:xfrm>
          <a:prstGeom prst="line">
            <a:avLst/>
          </a:prstGeom>
          <a:noFill/>
          <a:ln w="6350">
            <a:solidFill>
              <a:srgbClr val="E2DCD2"/>
            </a:solidFill>
            <a:prstDash val="dash"/>
          </a:ln>
        </p:spPr>
        <p:txBody>
          <a:bodyPr>
            <a:noAutofit/>
          </a:bodyPr>
          <a:p/>
        </p:txBody>
      </p:sp>
      <p:sp>
        <p:nvSpPr>
          <p:cNvPr id="33"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8A7B6B"/>
                </a:solidFill>
                <a:latin typeface="Yu Gothic"/>
              </a:rPr>
              <a:t>native editable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公開レイアウト見本</dc:title>
  <dc:subject>Source-traceable editable slides</dc:subject>
  <dc:creator>slide-layout-agent</dc:creator>
  <cp:keywords/>
  <dc:description>Source references and any third-party template license are recorded in slide notes.</dc:description>
  <cp:lastModifiedBy>slide-layout-agent</cp:lastModifiedBy>
  <cp:revision>1</cp:revision>
  <dcterms:created xsi:type="dcterms:W3CDTF">2013-01-27T09:14:16Z</dcterms:created>
  <dcterms:modified xsi:type="dcterms:W3CDTF">2013-01-27T09:15:58Z</dcterms:modified>
  <cp:category/>
</cp:coreProperties>
</file>