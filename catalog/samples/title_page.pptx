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"title_page",</a:t>
            </a:r>
          </a:p>
          <a:p>
            <a:r>
              <a:t>  "variant": "warm",</a:t>
            </a:r>
          </a:p>
          <a:p>
            <a:r>
              <a:t>  "rationale": "Public template fixture; short fictional slot content; no private data.",</a:t>
            </a:r>
          </a:p>
          <a:p>
            <a:r>
              <a:t>  "source_sha256": "4afa2cd9f8962f02a87eda5527b27818e311c91d2cb7fd81266af18afa2010d1",</a:t>
            </a:r>
          </a:p>
          <a:p>
            <a:r>
              <a:t>  "evidence":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"項目1：記載例2に基づく整理",</a:t>
            </a:r>
          </a:p>
          <a:p>
            <a:r>
              <a:t>      "refs": [</a:t>
            </a:r>
          </a:p>
          <a:p>
            <a:r>
              <a:t>        {</a:t>
            </a:r>
          </a:p>
          <a:p>
            <a:r>
              <a:t>          "source_id": "s001",</a:t>
            </a:r>
          </a:p>
          <a:p>
            <a:r>
              <a:t>          "quote": "項目1：記載例2に基づく整理"</a:t>
            </a:r>
          </a:p>
          <a:p>
            <a:r>
              <a:t>        }</a:t>
            </a:r>
          </a:p>
          <a:p>
            <a:r>
              <a:t>      ],</a:t>
            </a:r>
          </a:p>
          <a:p>
            <a:r>
              <a:t>      "mode": "verbatim"</a:t>
            </a:r>
          </a:p>
          <a:p>
            <a:r>
              <a:t>    }</a:t>
            </a:r>
          </a:p>
          <a:p>
            <a:r>
              <a:t>  ],</a:t>
            </a:r>
          </a:p>
          <a:p>
            <a:r>
              <a:t>  "citations": {</a:t>
            </a:r>
          </a:p>
          <a:p>
            <a:r>
              <a:t>    "s001": "Public MIT sample: templates/freeform_parts_16x9.html section 1"</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"97bcbcffe8e022bebf7228ab72dffc51be2532ed78194a5d9ae81a284f5e3ecb"</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b01</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2221200"/>
            <a:ext cx="7920000" cy="540000"/>
          </a:xfrm>
          <a:prstGeom prst="rect">
            <a:avLst/>
          </a:prstGeom>
          <a:noFill/>
          <a:ln/>
        </p:spPr>
        <p:txBody>
          <a:bodyPr wrap="square" lIns="0" tIns="0" rIns="0" bIns="0" rtlCol="0" anchor="t">
            <a:noAutofit/>
          </a:bodyPr>
          <a:lstStyle/>
          <a:p>
            <a:pPr indent="0" marL="0">
              <a:buNone/>
            </a:pPr>
            <a:r>
              <a:rPr lang="en-US" sz="3400" b="1" dirty="0">
                <a:solidFill>
                  <a:srgbClr val="322014"/>
                </a:solidFill>
                <a:latin typeface="Yu Mincho Demibold" pitchFamily="34" charset="0"/>
                <a:ea typeface="Yu Mincho Demibold" pitchFamily="34" charset="-122"/>
                <a:cs typeface="Yu Mincho Demibold" pitchFamily="34" charset="-120"/>
              </a:rPr>
              <a:t>記載例1</a:t>
            </a:r>
            <a:endParaRPr lang="en-US" sz="3400" dirty="0"/>
          </a:p>
        </p:txBody>
      </p:sp>
      <p:sp>
        <p:nvSpPr>
          <p:cNvPr id="6" name="shape:006"/>
          <p:cNvSpPr/>
          <p:nvPr/>
        </p:nvSpPr>
        <p:spPr>
          <a:xfrm>
            <a:off x="576072" y="3049200"/>
            <a:ext cx="1152000" cy="36000"/>
          </a:xfrm>
          <a:prstGeom prst="rect">
            <a:avLst/>
          </a:prstGeom>
          <a:solidFill>
            <a:srgbClr val="5A3921"/>
          </a:solidFill>
          <a:ln w="12700">
            <a:solidFill>
              <a:srgbClr val="5A3921"/>
            </a:solidFill>
            <a:prstDash val="solid"/>
          </a:ln>
        </p:spPr>
        <p:txBody>
          <a:bodyPr>
            <a:noAutofit/>
          </a:bodyPr>
          <a:p/>
        </p:txBody>
      </p:sp>
      <p:sp>
        <p:nvSpPr>
          <p:cNvPr id="7" name="shape:007"/>
          <p:cNvSpPr/>
          <p:nvPr/>
        </p:nvSpPr>
        <p:spPr>
          <a:xfrm>
            <a:off x="576072" y="3337200"/>
            <a:ext cx="7920000" cy="324000"/>
          </a:xfrm>
          <a:prstGeom prst="rect">
            <a:avLst/>
          </a:prstGeom>
          <a:noFill/>
          <a:ln/>
        </p:spPr>
        <p:txBody>
          <a:bodyPr wrap="square" lIns="0" tIns="0" rIns="0" bIns="0" rtlCol="0" anchor="t">
            <a:noAutofit/>
          </a:bodyPr>
          <a:lstStyle/>
          <a:p>
            <a:pPr algn="l" indent="0" marL="0">
              <a:buNone/>
            </a:pPr>
            <a:r>
              <a:rPr lang="en-US" sz="1500" b="1" dirty="0">
                <a:solidFill>
                  <a:srgbClr val="5A3921"/>
                </a:solidFill>
                <a:latin typeface="Yu Mincho Demibold" pitchFamily="34" charset="0"/>
                <a:ea typeface="Yu Mincho Demibold" pitchFamily="34" charset="-122"/>
                <a:cs typeface="Yu Mincho Demibold" pitchFamily="34" charset="-120"/>
              </a:rPr>
              <a:t>項目1：記載例2に基づく整理</a:t>
            </a:r>
            <a:endParaRPr lang="en-US" sz="1500" dirty="0"/>
          </a:p>
        </p:txBody>
      </p:sp>
      <p:sp>
        <p:nvSpPr>
          <p:cNvPr id="8" name="shape:008"/>
          <p:cNvSpPr/>
          <p:nvPr/>
        </p:nvSpPr>
        <p:spPr>
          <a:xfrm>
            <a:off x="576072" y="6245352"/>
            <a:ext cx="8961120" cy="182880"/>
          </a:xfrm>
          <a:prstGeom prst="rect">
            <a:avLst/>
          </a:prstGeom>
          <a:noFill/>
          <a:ln/>
        </p:spPr>
        <p:txBody>
          <a:bodyPr wrap="square" lIns="0" tIns="0" rIns="0" bIns="0" rtlCol="0" anchor="ctr">
            <a:noAutofit/>
          </a:bodyPr>
          <a:lstStyle/>
          <a:p>
            <a:pPr indent="0" marL="0">
              <a:buNone/>
            </a:pPr>
            <a:endParaRPr lang="en-US" sz="750" dirty="0"/>
          </a:p>
        </p:txBody>
      </p:sp>
      <p:sp>
        <p:nvSpPr>
          <p:cNvPr id="9" name="shape:009"/>
          <p:cNvSpPr/>
          <p:nvPr/>
        </p:nvSpPr>
        <p:spPr>
          <a:xfrm>
            <a:off x="576072" y="6483096"/>
            <a:ext cx="11039551" cy="0"/>
          </a:xfrm>
          <a:prstGeom prst="line">
            <a:avLst/>
          </a:prstGeom>
          <a:noFill/>
          <a:ln w="8890">
            <a:solidFill>
              <a:srgbClr val="E2DCD2"/>
            </a:solidFill>
            <a:prstDash val="solid"/>
          </a:ln>
        </p:spPr>
        <p:txBody>
          <a:bodyPr>
            <a:noAutofit/>
          </a:bodyPr>
          <a:p/>
        </p:txBody>
      </p:sp>
      <p:sp>
        <p:nvSpPr>
          <p:cNvPr id="10"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11"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