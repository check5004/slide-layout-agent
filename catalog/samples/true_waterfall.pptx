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"true_waterfall",</a:t>
            </a:r>
          </a:p>
          <a:p>
            <a:r>
              <a:t>  "variant": "warm",</a:t>
            </a:r>
          </a:p>
          <a:p>
            <a:r>
              <a:t>  "rationale": "Public template fixture; short fictional slot content; no private data.",</a:t>
            </a:r>
          </a:p>
          <a:p>
            <a:r>
              <a:t>  "source_sha256": "2de570c31ef6b4a8df9d38baaa45e16a58600cb8062871243ebd8111ecfb30fa",</a:t>
            </a:r>
          </a:p>
          <a:p>
            <a:r>
              <a:t>  "evidence": [</a:t>
            </a:r>
          </a:p>
          <a:p>
            <a:r>
              <a:t>    {</a:t>
            </a:r>
          </a:p>
          <a:p>
            <a:r>
              <a:t>      "text": "増減ブリッジ（厳密）",</a:t>
            </a:r>
          </a:p>
          <a:p>
            <a:r>
              <a:t>      "refs": [</a:t>
            </a:r>
          </a:p>
          <a:p>
            <a:r>
              <a:t>        {</a:t>
            </a:r>
          </a:p>
          <a:p>
            <a:r>
              <a:t>          "source_id": "s001",</a:t>
            </a:r>
          </a:p>
          <a:p>
            <a:r>
              <a:t>          "quote": "増減ブリッジ（厳密）"</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"指標名、単位",</a:t>
            </a:r>
          </a:p>
          <a:p>
            <a:r>
              <a:t>      "refs": [</a:t>
            </a:r>
          </a:p>
          <a:p>
            <a:r>
              <a:t>        {</a:t>
            </a:r>
          </a:p>
          <a:p>
            <a:r>
              <a:t>          "source_id": "s001",</a:t>
            </a:r>
          </a:p>
          <a:p>
            <a:r>
              <a:t>          "quote": "指標名、単位"</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"value": 11.0,</a:t>
            </a:r>
          </a:p>
          <a:p>
            <a:r>
              <a:t>      "refs": [</a:t>
            </a:r>
          </a:p>
          <a:p>
            <a:r>
              <a:t>        {</a:t>
            </a:r>
          </a:p>
          <a:p>
            <a:r>
              <a:t>          "source_id": "s001",</a:t>
            </a:r>
          </a:p>
          <a:p>
            <a:r>
              <a:t>          "quote": "11"</a:t>
            </a:r>
          </a:p>
          <a:p>
            <a:r>
              <a:t>        }</a:t>
            </a:r>
          </a:p>
          <a:p>
            <a:r>
              <a:t>      ]</a:t>
            </a:r>
          </a:p>
          <a:p>
            <a:r>
              <a:t>    },</a:t>
            </a:r>
          </a:p>
          <a:p>
            <a:r>
              <a:t>    {</a:t>
            </a:r>
          </a:p>
          <a:p>
            <a:r>
              <a:t>      "value": -3.0,</a:t>
            </a:r>
          </a:p>
          <a:p>
            <a:r>
              <a:t>      "refs": [</a:t>
            </a:r>
          </a:p>
          <a:p>
            <a:r>
              <a:t>        {</a:t>
            </a:r>
          </a:p>
          <a:p>
            <a:r>
              <a:t>          "source_id": "s001",</a:t>
            </a:r>
          </a:p>
          <a:p>
            <a:r>
              <a:t>          "quote": "-3"</a:t>
            </a:r>
          </a:p>
          <a:p>
            <a:r>
              <a:t>        }</a:t>
            </a:r>
          </a:p>
          <a:p>
            <a:r>
              <a:t>      ]</a:t>
            </a:r>
          </a:p>
          <a:p>
            <a:r>
              <a:t>    },</a:t>
            </a:r>
          </a:p>
          <a:p>
            <a:r>
              <a:t>    {</a:t>
            </a:r>
          </a:p>
          <a:p>
            <a:r>
              <a:t>      "value": 4.0,</a:t>
            </a:r>
          </a:p>
          <a:p>
            <a:r>
              <a:t>      "refs": [</a:t>
            </a:r>
          </a:p>
          <a:p>
            <a:r>
              <a:t>        {</a:t>
            </a:r>
          </a:p>
          <a:p>
            <a:r>
              <a:t>          "source_id": "s001",</a:t>
            </a:r>
          </a:p>
          <a:p>
            <a:r>
              <a:t>          "quote": "4"</a:t>
            </a:r>
          </a:p>
          <a:p>
            <a:r>
              <a:t>        }</a:t>
            </a:r>
          </a:p>
          <a:p>
            <a:r>
              <a:t>      ]</a:t>
            </a:r>
          </a:p>
          <a:p>
            <a:r>
              <a:t>    },</a:t>
            </a:r>
          </a:p>
          <a:p>
            <a:r>
              <a:t>    {</a:t>
            </a:r>
          </a:p>
          <a:p>
            <a:r>
              <a:t>      "value": 3.0,</a:t>
            </a:r>
          </a:p>
          <a:p>
            <a:r>
              <a:t>      "refs": [</a:t>
            </a:r>
          </a:p>
          <a:p>
            <a:r>
              <a:t>        {</a:t>
            </a:r>
          </a:p>
          <a:p>
            <a:r>
              <a:t>          "source_id": "s001",</a:t>
            </a:r>
          </a:p>
          <a:p>
            <a:r>
              <a:t>          "quote": "3"</a:t>
            </a:r>
          </a:p>
          <a:p>
            <a:r>
              <a:t>        }</a:t>
            </a:r>
          </a:p>
          <a:p>
            <a:r>
              <a:t>      ]</a:t>
            </a:r>
          </a:p>
          <a:p>
            <a:r>
              <a:t>    },</a:t>
            </a:r>
          </a:p>
          <a:p>
            <a:r>
              <a:t>    {</a:t>
            </a:r>
          </a:p>
          <a:p>
            <a:r>
              <a:t>      "value": 15.0,</a:t>
            </a:r>
          </a:p>
          <a:p>
            <a:r>
              <a:t>      "refs": [</a:t>
            </a:r>
          </a:p>
          <a:p>
            <a:r>
              <a:t>        {</a:t>
            </a:r>
          </a:p>
          <a:p>
            <a:r>
              <a:t>          "source_id": "s001",</a:t>
            </a:r>
          </a:p>
          <a:p>
            <a:r>
              <a:t>          "quote": "15"</a:t>
            </a:r>
          </a:p>
          <a:p>
            <a:r>
              <a:t>        }</a:t>
            </a:r>
          </a:p>
          <a:p>
            <a:r>
              <a:t>      ]</a:t>
            </a:r>
          </a:p>
          <a:p>
            <a:r>
              <a:t>    }</a:t>
            </a:r>
          </a:p>
          <a:p>
            <a:r>
              <a:t>  ],</a:t>
            </a:r>
          </a:p>
          <a:p>
            <a:r>
              <a:t>  "citations": {</a:t>
            </a:r>
          </a:p>
          <a:p>
            <a:r>
              <a:t>    "s001": "Public MIT sample: templates/freeform_parts_more_16x9.html section 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"a2085ed3fc7bba03afe7222e073a7cccc4774f26e1b1402788ad0d22ff05b08a"</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増減ブリッジ（厳密）</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1396563" y="3364992"/>
            <a:ext cx="1005840" cy="2212848"/>
          </a:xfrm>
          <a:prstGeom prst="rect">
            <a:avLst/>
          </a:prstGeom>
          <a:solidFill>
            <a:srgbClr val="322014"/>
          </a:solidFill>
          <a:ln/>
        </p:spPr>
        <p:txBody>
          <a:bodyPr>
            <a:noAutofit/>
          </a:bodyPr>
          <a:p/>
        </p:txBody>
      </p:sp>
      <p:sp>
        <p:nvSpPr>
          <p:cNvPr id="12" name="shape:012"/>
          <p:cNvSpPr/>
          <p:nvPr/>
        </p:nvSpPr>
        <p:spPr>
          <a:xfrm>
            <a:off x="1213683" y="3108960"/>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11</a:t>
            </a:r>
            <a:endParaRPr lang="en-US" sz="1100" dirty="0"/>
          </a:p>
        </p:txBody>
      </p:sp>
      <p:sp>
        <p:nvSpPr>
          <p:cNvPr id="13" name="shape:013"/>
          <p:cNvSpPr/>
          <p:nvPr/>
        </p:nvSpPr>
        <p:spPr>
          <a:xfrm>
            <a:off x="1122243"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項目1</a:t>
            </a:r>
            <a:endParaRPr lang="en-US" sz="1050" dirty="0"/>
          </a:p>
        </p:txBody>
      </p:sp>
      <p:sp>
        <p:nvSpPr>
          <p:cNvPr id="14" name="shape:014"/>
          <p:cNvSpPr/>
          <p:nvPr/>
        </p:nvSpPr>
        <p:spPr>
          <a:xfrm>
            <a:off x="3494745" y="3364992"/>
            <a:ext cx="1005840" cy="603504"/>
          </a:xfrm>
          <a:prstGeom prst="rect">
            <a:avLst/>
          </a:prstGeom>
          <a:solidFill>
            <a:srgbClr val="A22727"/>
          </a:solidFill>
          <a:ln/>
        </p:spPr>
        <p:txBody>
          <a:bodyPr>
            <a:noAutofit/>
          </a:bodyPr>
          <a:p/>
        </p:txBody>
      </p:sp>
      <p:sp>
        <p:nvSpPr>
          <p:cNvPr id="15" name="shape:015"/>
          <p:cNvSpPr/>
          <p:nvPr/>
        </p:nvSpPr>
        <p:spPr>
          <a:xfrm>
            <a:off x="3311865" y="3108960"/>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-3</a:t>
            </a:r>
            <a:endParaRPr lang="en-US" sz="1100" dirty="0"/>
          </a:p>
        </p:txBody>
      </p:sp>
      <p:sp>
        <p:nvSpPr>
          <p:cNvPr id="16" name="shape:016"/>
          <p:cNvSpPr/>
          <p:nvPr/>
        </p:nvSpPr>
        <p:spPr>
          <a:xfrm>
            <a:off x="3220425"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項目2</a:t>
            </a:r>
            <a:endParaRPr lang="en-US" sz="1050" dirty="0"/>
          </a:p>
        </p:txBody>
      </p:sp>
      <p:sp>
        <p:nvSpPr>
          <p:cNvPr id="17" name="shape:017"/>
          <p:cNvSpPr/>
          <p:nvPr/>
        </p:nvSpPr>
        <p:spPr>
          <a:xfrm>
            <a:off x="5592928" y="3163824"/>
            <a:ext cx="1005840" cy="804672"/>
          </a:xfrm>
          <a:prstGeom prst="rect">
            <a:avLst/>
          </a:prstGeom>
          <a:solidFill>
            <a:srgbClr val="5A3921"/>
          </a:solidFill>
          <a:ln/>
        </p:spPr>
        <p:txBody>
          <a:bodyPr>
            <a:noAutofit/>
          </a:bodyPr>
          <a:p/>
        </p:txBody>
      </p:sp>
      <p:sp>
        <p:nvSpPr>
          <p:cNvPr id="18" name="shape:018"/>
          <p:cNvSpPr/>
          <p:nvPr/>
        </p:nvSpPr>
        <p:spPr>
          <a:xfrm>
            <a:off x="5410048" y="2907792"/>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+4</a:t>
            </a:r>
            <a:endParaRPr lang="en-US" sz="1100" dirty="0"/>
          </a:p>
        </p:txBody>
      </p:sp>
      <p:sp>
        <p:nvSpPr>
          <p:cNvPr id="19" name="shape:019"/>
          <p:cNvSpPr/>
          <p:nvPr/>
        </p:nvSpPr>
        <p:spPr>
          <a:xfrm>
            <a:off x="5318608"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項目3</a:t>
            </a:r>
            <a:endParaRPr lang="en-US" sz="1050" dirty="0"/>
          </a:p>
        </p:txBody>
      </p:sp>
      <p:sp>
        <p:nvSpPr>
          <p:cNvPr id="20" name="shape:020"/>
          <p:cNvSpPr/>
          <p:nvPr/>
        </p:nvSpPr>
        <p:spPr>
          <a:xfrm>
            <a:off x="7691110" y="2560320"/>
            <a:ext cx="1005840" cy="603504"/>
          </a:xfrm>
          <a:prstGeom prst="rect">
            <a:avLst/>
          </a:prstGeom>
          <a:solidFill>
            <a:srgbClr val="5A3921"/>
          </a:solidFill>
          <a:ln/>
        </p:spPr>
        <p:txBody>
          <a:bodyPr>
            <a:noAutofit/>
          </a:bodyPr>
          <a:p/>
        </p:txBody>
      </p:sp>
      <p:sp>
        <p:nvSpPr>
          <p:cNvPr id="21" name="shape:021"/>
          <p:cNvSpPr/>
          <p:nvPr/>
        </p:nvSpPr>
        <p:spPr>
          <a:xfrm>
            <a:off x="7508230"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+3</a:t>
            </a:r>
            <a:endParaRPr lang="en-US" sz="1100" dirty="0"/>
          </a:p>
        </p:txBody>
      </p:sp>
      <p:sp>
        <p:nvSpPr>
          <p:cNvPr id="22" name="shape:022"/>
          <p:cNvSpPr/>
          <p:nvPr/>
        </p:nvSpPr>
        <p:spPr>
          <a:xfrm>
            <a:off x="7416790"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項目4</a:t>
            </a:r>
            <a:endParaRPr lang="en-US" sz="1050" dirty="0"/>
          </a:p>
        </p:txBody>
      </p:sp>
      <p:sp>
        <p:nvSpPr>
          <p:cNvPr id="23" name="shape:023"/>
          <p:cNvSpPr/>
          <p:nvPr/>
        </p:nvSpPr>
        <p:spPr>
          <a:xfrm>
            <a:off x="9789292" y="2560320"/>
            <a:ext cx="1005840" cy="3017520"/>
          </a:xfrm>
          <a:prstGeom prst="rect">
            <a:avLst/>
          </a:prstGeom>
          <a:solidFill>
            <a:srgbClr val="322014"/>
          </a:solidFill>
          <a:ln/>
        </p:spPr>
        <p:txBody>
          <a:bodyPr>
            <a:noAutofit/>
          </a:bodyPr>
          <a:p/>
        </p:txBody>
      </p:sp>
      <p:sp>
        <p:nvSpPr>
          <p:cNvPr id="24" name="shape:024"/>
          <p:cNvSpPr/>
          <p:nvPr/>
        </p:nvSpPr>
        <p:spPr>
          <a:xfrm>
            <a:off x="9606412"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15</a:t>
            </a:r>
            <a:endParaRPr lang="en-US" sz="1100" dirty="0"/>
          </a:p>
        </p:txBody>
      </p:sp>
      <p:sp>
        <p:nvSpPr>
          <p:cNvPr id="25" name="shape:025"/>
          <p:cNvSpPr/>
          <p:nvPr/>
        </p:nvSpPr>
        <p:spPr>
          <a:xfrm>
            <a:off x="9514972"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項目5</a:t>
            </a:r>
            <a:endParaRPr lang="en-US" sz="1050" dirty="0"/>
          </a:p>
        </p:txBody>
      </p:sp>
      <p:sp>
        <p:nvSpPr>
          <p:cNvPr id="26" name="shape:026"/>
          <p:cNvSpPr/>
          <p:nvPr/>
        </p:nvSpPr>
        <p:spPr>
          <a:xfrm>
            <a:off x="576072" y="5577840"/>
            <a:ext cx="11039551" cy="0"/>
          </a:xfrm>
          <a:prstGeom prst="line">
            <a:avLst/>
          </a:prstGeom>
          <a:noFill/>
          <a:ln w="12700">
            <a:solidFill>
              <a:srgbClr val="322014"/>
            </a:solidFill>
            <a:prstDash val="solid"/>
          </a:ln>
        </p:spPr>
        <p:txBody>
          <a:bodyPr>
            <a:noAutofit/>
          </a:bodyPr>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