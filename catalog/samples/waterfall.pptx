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"waterfall",</a:t>
            </a:r>
          </a:p>
          <a:p>
            <a:r>
              <a:t>  "variant": "warm",</a:t>
            </a:r>
          </a:p>
          <a:p>
            <a:r>
              <a:t>  "rationale": "Public template fixture; short fictional slot content; no private data.",</a:t>
            </a:r>
          </a:p>
          <a:p>
            <a:r>
              <a:t>  "source_sha256": "9403afc1768439d929a48f7772f330184761c985d8639ecf57cb7f3e55c7afa8",</a:t>
            </a:r>
          </a:p>
          <a:p>
            <a:r>
              <a:t>  "evidence": [</a:t>
            </a:r>
          </a:p>
          <a:p>
            <a:r>
              <a:t>    {</a:t>
            </a:r>
          </a:p>
          <a:p>
            <a:r>
              <a:t>      "text": "寄与度ブリッジ",</a:t>
            </a:r>
          </a:p>
          <a:p>
            <a:r>
              <a:t>      "refs": [</a:t>
            </a:r>
          </a:p>
          <a:p>
            <a:r>
              <a:t>        {</a:t>
            </a:r>
          </a:p>
          <a:p>
            <a:r>
              <a:t>          "source_id": "s001",</a:t>
            </a:r>
          </a:p>
          <a:p>
            <a:r>
              <a:t>          "quote": "寄与度ブリッジ"</a:t>
            </a:r>
          </a:p>
          <a:p>
            <a:r>
              <a:t>        }</a:t>
            </a:r>
          </a:p>
          <a:p>
            <a:r>
              <a:t>      ],</a:t>
            </a:r>
          </a:p>
          <a:p>
            <a:r>
              <a:t>      "mode": "verbatim"</a:t>
            </a:r>
          </a:p>
          <a:p>
            <a:r>
              <a:t>    },</a:t>
            </a:r>
          </a:p>
          <a:p>
            <a:r>
              <a:t>    {</a:t>
            </a:r>
          </a:p>
          <a:p>
            <a:r>
              <a:t>      "text": "注：前提・注記を記載 出典：公開見本",</a:t>
            </a:r>
          </a:p>
          <a:p>
            <a:r>
              <a:t>      "refs": [</a:t>
            </a:r>
          </a:p>
          <a:p>
            <a:r>
              <a:t>        {</a:t>
            </a:r>
          </a:p>
          <a:p>
            <a:r>
              <a:t>          "source_id": "s001",</a:t>
            </a:r>
          </a:p>
          <a:p>
            <a:r>
              <a:t>          "quote": "注：前提・注記を記載 出典：公開見本"</a:t>
            </a:r>
          </a:p>
          <a:p>
            <a:r>
              <a:t>        }</a:t>
            </a:r>
          </a:p>
          <a:p>
            <a:r>
              <a:t>      ],</a:t>
            </a:r>
          </a:p>
          <a:p>
            <a:r>
              <a:t>      "mode": "verbatim"</a:t>
            </a:r>
          </a:p>
          <a:p>
            <a:r>
              <a:t>    },</a:t>
            </a:r>
          </a:p>
          <a:p>
            <a:r>
              <a:t>    {</a:t>
            </a:r>
          </a:p>
          <a:p>
            <a:r>
              <a:t>      "text": "指標名、単位",</a:t>
            </a:r>
          </a:p>
          <a:p>
            <a:r>
              <a:t>      "refs": [</a:t>
            </a:r>
          </a:p>
          <a:p>
            <a:r>
              <a:t>        {</a:t>
            </a:r>
          </a:p>
          <a:p>
            <a:r>
              <a:t>          "source_id": "s001",</a:t>
            </a:r>
          </a:p>
          <a:p>
            <a:r>
              <a:t>          "quote": "指標名、単位"</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"項目6",</a:t>
            </a:r>
          </a:p>
          <a:p>
            <a:r>
              <a:t>      "refs": [</a:t>
            </a:r>
          </a:p>
          <a:p>
            <a:r>
              <a:t>        {</a:t>
            </a:r>
          </a:p>
          <a:p>
            <a:r>
              <a:t>          "source_id": "s001",</a:t>
            </a:r>
          </a:p>
          <a:p>
            <a:r>
              <a:t>          "quote": "項目6"</a:t>
            </a:r>
          </a:p>
          <a:p>
            <a:r>
              <a:t>        }</a:t>
            </a:r>
          </a:p>
          <a:p>
            <a:r>
              <a:t>      ],</a:t>
            </a:r>
          </a:p>
          <a:p>
            <a:r>
              <a:t>      "mode": "verbatim"</a:t>
            </a:r>
          </a:p>
          <a:p>
            <a:r>
              <a:t>    },</a:t>
            </a:r>
          </a:p>
          <a:p>
            <a:r>
              <a:t>    {</a:t>
            </a:r>
          </a:p>
          <a:p>
            <a:r>
              <a:t>      "text": "見出し 2",</a:t>
            </a:r>
          </a:p>
          <a:p>
            <a:r>
              <a:t>      "refs": [</a:t>
            </a:r>
          </a:p>
          <a:p>
            <a:r>
              <a:t>        {</a:t>
            </a:r>
          </a:p>
          <a:p>
            <a:r>
              <a:t>          "source_id": "s001",</a:t>
            </a:r>
          </a:p>
          <a:p>
            <a:r>
              <a:t>          "quote": "見出し 2"</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"value": 100.0,</a:t>
            </a:r>
          </a:p>
          <a:p>
            <a:r>
              <a:t>      "refs": [</a:t>
            </a:r>
          </a:p>
          <a:p>
            <a:r>
              <a:t>        {</a:t>
            </a:r>
          </a:p>
          <a:p>
            <a:r>
              <a:t>          "source_id": "s001",</a:t>
            </a:r>
          </a:p>
          <a:p>
            <a:r>
              <a:t>          "quote": "100"</a:t>
            </a:r>
          </a:p>
          <a:p>
            <a:r>
              <a:t>        }</a:t>
            </a:r>
          </a:p>
          <a:p>
            <a:r>
              <a:t>      ]</a:t>
            </a:r>
          </a:p>
          <a:p>
            <a:r>
              <a:t>    },</a:t>
            </a:r>
          </a:p>
          <a:p>
            <a:r>
              <a:t>    {</a:t>
            </a:r>
          </a:p>
          <a:p>
            <a:r>
              <a:t>      "value": 18.0,</a:t>
            </a:r>
          </a:p>
          <a:p>
            <a:r>
              <a:t>      "refs": [</a:t>
            </a:r>
          </a:p>
          <a:p>
            <a:r>
              <a:t>        {</a:t>
            </a:r>
          </a:p>
          <a:p>
            <a:r>
              <a:t>          "source_id": "s001",</a:t>
            </a:r>
          </a:p>
          <a:p>
            <a:r>
              <a:t>          "quote": "18"</a:t>
            </a:r>
          </a:p>
          <a:p>
            <a:r>
              <a:t>        }</a:t>
            </a:r>
          </a:p>
          <a:p>
            <a:r>
              <a:t>      ]</a:t>
            </a:r>
          </a:p>
          <a:p>
            <a:r>
              <a:t>    },</a:t>
            </a:r>
          </a:p>
          <a:p>
            <a:r>
              <a:t>    {</a:t>
            </a:r>
          </a:p>
          <a:p>
            <a:r>
              <a:t>      "value": 24.0,</a:t>
            </a:r>
          </a:p>
          <a:p>
            <a:r>
              <a:t>      "refs": [</a:t>
            </a:r>
          </a:p>
          <a:p>
            <a:r>
              <a:t>        {</a:t>
            </a:r>
          </a:p>
          <a:p>
            <a:r>
              <a:t>          "source_id": "s001",</a:t>
            </a:r>
          </a:p>
          <a:p>
            <a:r>
              <a:t>          "quote": "24"</a:t>
            </a:r>
          </a:p>
          <a:p>
            <a:r>
              <a:t>        }</a:t>
            </a:r>
          </a:p>
          <a:p>
            <a:r>
              <a:t>      ]</a:t>
            </a:r>
          </a:p>
          <a:p>
            <a:r>
              <a:t>    },</a:t>
            </a:r>
          </a:p>
          <a:p>
            <a:r>
              <a:t>    {</a:t>
            </a:r>
          </a:p>
          <a:p>
            <a:r>
              <a:t>      "value": -9.0,</a:t>
            </a:r>
          </a:p>
          <a:p>
            <a:r>
              <a:t>      "refs": [</a:t>
            </a:r>
          </a:p>
          <a:p>
            <a:r>
              <a:t>        {</a:t>
            </a:r>
          </a:p>
          <a:p>
            <a:r>
              <a:t>          "source_id": "s001",</a:t>
            </a:r>
          </a:p>
          <a:p>
            <a:r>
              <a:t>          "quote": "-9"</a:t>
            </a:r>
          </a:p>
          <a:p>
            <a:r>
              <a:t>        }</a:t>
            </a:r>
          </a:p>
          <a:p>
            <a:r>
              <a:t>      ]</a:t>
            </a:r>
          </a:p>
          <a:p>
            <a:r>
              <a:t>    },</a:t>
            </a:r>
          </a:p>
          <a:p>
            <a:r>
              <a:t>    {</a:t>
            </a:r>
          </a:p>
          <a:p>
            <a:r>
              <a:t>      "value": 7.0,</a:t>
            </a:r>
          </a:p>
          <a:p>
            <a:r>
              <a:t>      "refs": [</a:t>
            </a:r>
          </a:p>
          <a:p>
            <a:r>
              <a:t>        {</a:t>
            </a:r>
          </a:p>
          <a:p>
            <a:r>
              <a:t>          "source_id": "s001",</a:t>
            </a:r>
          </a:p>
          <a:p>
            <a:r>
              <a:t>          "quote": "7"</a:t>
            </a:r>
          </a:p>
          <a:p>
            <a:r>
              <a:t>        }</a:t>
            </a:r>
          </a:p>
          <a:p>
            <a:r>
              <a:t>      ]</a:t>
            </a:r>
          </a:p>
          <a:p>
            <a:r>
              <a:t>    },</a:t>
            </a:r>
          </a:p>
          <a:p>
            <a:r>
              <a:t>    {</a:t>
            </a:r>
          </a:p>
          <a:p>
            <a:r>
              <a:t>      "value": 140.0,</a:t>
            </a:r>
          </a:p>
          <a:p>
            <a:r>
              <a:t>      "refs": [</a:t>
            </a:r>
          </a:p>
          <a:p>
            <a:r>
              <a:t>        {</a:t>
            </a:r>
          </a:p>
          <a:p>
            <a:r>
              <a:t>          "source_id": "s001",</a:t>
            </a:r>
          </a:p>
          <a:p>
            <a:r>
              <a:t>          "quote": "140"</a:t>
            </a:r>
          </a:p>
          <a:p>
            <a:r>
              <a:t>        }</a:t>
            </a:r>
          </a:p>
          <a:p>
            <a:r>
              <a:t>      ]</a:t>
            </a:r>
          </a:p>
          <a:p>
            <a:r>
              <a:t>    }</a:t>
            </a:r>
          </a:p>
          <a:p>
            <a:r>
              <a:t>  ],</a:t>
            </a:r>
          </a:p>
          <a:p>
            <a:r>
              <a:t>  "citations": {</a:t>
            </a:r>
          </a:p>
          <a:p>
            <a:r>
              <a:t>    "s001": "Public MIT sample: templates/freeform_parts_more_16x9.html section 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"ed3b6bfc1a958cdeb948243b39adfa52a8cab436da6c499ba220360707969539"</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m07</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寄与度ブリッジ</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注：前提・注記を記載 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920240"/>
            <a:ext cx="6035040" cy="27432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指標名、単位</a:t>
            </a:r>
            <a:endParaRPr lang="en-US" sz="1500" dirty="0"/>
          </a:p>
        </p:txBody>
      </p:sp>
      <p:sp>
        <p:nvSpPr>
          <p:cNvPr id="11" name="shape:011"/>
          <p:cNvSpPr/>
          <p:nvPr/>
        </p:nvSpPr>
        <p:spPr>
          <a:xfrm>
            <a:off x="804672" y="4108269"/>
            <a:ext cx="603504" cy="1469571"/>
          </a:xfrm>
          <a:prstGeom prst="rect">
            <a:avLst/>
          </a:prstGeom>
          <a:solidFill>
            <a:srgbClr val="322014"/>
          </a:solidFill>
          <a:ln/>
        </p:spPr>
        <p:txBody>
          <a:bodyPr>
            <a:noAutofit/>
          </a:bodyPr>
          <a:p/>
        </p:txBody>
      </p:sp>
      <p:sp>
        <p:nvSpPr>
          <p:cNvPr id="12" name="shape:012"/>
          <p:cNvSpPr/>
          <p:nvPr/>
        </p:nvSpPr>
        <p:spPr>
          <a:xfrm>
            <a:off x="731520" y="3870525"/>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100</a:t>
            </a:r>
            <a:endParaRPr lang="en-US" sz="1200" dirty="0"/>
          </a:p>
        </p:txBody>
      </p:sp>
      <p:sp>
        <p:nvSpPr>
          <p:cNvPr id="13" name="shape:013"/>
          <p:cNvSpPr/>
          <p:nvPr/>
        </p:nvSpPr>
        <p:spPr>
          <a:xfrm>
            <a:off x="640080"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項目1</a:t>
            </a:r>
            <a:endParaRPr lang="en-US" sz="920" dirty="0"/>
          </a:p>
        </p:txBody>
      </p:sp>
      <p:sp>
        <p:nvSpPr>
          <p:cNvPr id="14" name="shape:014"/>
          <p:cNvSpPr/>
          <p:nvPr/>
        </p:nvSpPr>
        <p:spPr>
          <a:xfrm>
            <a:off x="1828800" y="5313317"/>
            <a:ext cx="603504" cy="264523"/>
          </a:xfrm>
          <a:prstGeom prst="rect">
            <a:avLst/>
          </a:prstGeom>
          <a:solidFill>
            <a:srgbClr val="5A3921"/>
          </a:solidFill>
          <a:ln/>
        </p:spPr>
        <p:txBody>
          <a:bodyPr>
            <a:noAutofit/>
          </a:bodyPr>
          <a:p/>
        </p:txBody>
      </p:sp>
      <p:sp>
        <p:nvSpPr>
          <p:cNvPr id="15" name="shape:015"/>
          <p:cNvSpPr/>
          <p:nvPr/>
        </p:nvSpPr>
        <p:spPr>
          <a:xfrm>
            <a:off x="1755648" y="5075573"/>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18</a:t>
            </a:r>
            <a:endParaRPr lang="en-US" sz="1200" dirty="0"/>
          </a:p>
        </p:txBody>
      </p:sp>
      <p:sp>
        <p:nvSpPr>
          <p:cNvPr id="16" name="shape:016"/>
          <p:cNvSpPr/>
          <p:nvPr/>
        </p:nvSpPr>
        <p:spPr>
          <a:xfrm>
            <a:off x="1664208"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項目2</a:t>
            </a:r>
            <a:endParaRPr lang="en-US" sz="920" dirty="0"/>
          </a:p>
        </p:txBody>
      </p:sp>
      <p:sp>
        <p:nvSpPr>
          <p:cNvPr id="17" name="shape:017"/>
          <p:cNvSpPr/>
          <p:nvPr/>
        </p:nvSpPr>
        <p:spPr>
          <a:xfrm>
            <a:off x="2852928" y="5225143"/>
            <a:ext cx="603504" cy="352697"/>
          </a:xfrm>
          <a:prstGeom prst="rect">
            <a:avLst/>
          </a:prstGeom>
          <a:solidFill>
            <a:srgbClr val="5A3921"/>
          </a:solidFill>
          <a:ln/>
        </p:spPr>
        <p:txBody>
          <a:bodyPr>
            <a:noAutofit/>
          </a:bodyPr>
          <a:p/>
        </p:txBody>
      </p:sp>
      <p:sp>
        <p:nvSpPr>
          <p:cNvPr id="18" name="shape:018"/>
          <p:cNvSpPr/>
          <p:nvPr/>
        </p:nvSpPr>
        <p:spPr>
          <a:xfrm>
            <a:off x="2779776" y="4987399"/>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24</a:t>
            </a:r>
            <a:endParaRPr lang="en-US" sz="1200" dirty="0"/>
          </a:p>
        </p:txBody>
      </p:sp>
      <p:sp>
        <p:nvSpPr>
          <p:cNvPr id="19" name="shape:019"/>
          <p:cNvSpPr/>
          <p:nvPr/>
        </p:nvSpPr>
        <p:spPr>
          <a:xfrm>
            <a:off x="2688336"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項目3</a:t>
            </a:r>
            <a:endParaRPr lang="en-US" sz="920" dirty="0"/>
          </a:p>
        </p:txBody>
      </p:sp>
      <p:sp>
        <p:nvSpPr>
          <p:cNvPr id="20" name="shape:020"/>
          <p:cNvSpPr/>
          <p:nvPr/>
        </p:nvSpPr>
        <p:spPr>
          <a:xfrm>
            <a:off x="3877056" y="5445579"/>
            <a:ext cx="603504" cy="132261"/>
          </a:xfrm>
          <a:prstGeom prst="rect">
            <a:avLst/>
          </a:prstGeom>
          <a:solidFill>
            <a:srgbClr val="A22727"/>
          </a:solidFill>
          <a:ln/>
        </p:spPr>
        <p:txBody>
          <a:bodyPr>
            <a:noAutofit/>
          </a:bodyPr>
          <a:p/>
        </p:txBody>
      </p:sp>
      <p:sp>
        <p:nvSpPr>
          <p:cNvPr id="21" name="shape:021"/>
          <p:cNvSpPr/>
          <p:nvPr/>
        </p:nvSpPr>
        <p:spPr>
          <a:xfrm>
            <a:off x="3803904" y="5207835"/>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-9</a:t>
            </a:r>
            <a:endParaRPr lang="en-US" sz="1200" dirty="0"/>
          </a:p>
        </p:txBody>
      </p:sp>
      <p:sp>
        <p:nvSpPr>
          <p:cNvPr id="22" name="shape:022"/>
          <p:cNvSpPr/>
          <p:nvPr/>
        </p:nvSpPr>
        <p:spPr>
          <a:xfrm>
            <a:off x="3712464"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項目4</a:t>
            </a:r>
            <a:endParaRPr lang="en-US" sz="920" dirty="0"/>
          </a:p>
        </p:txBody>
      </p:sp>
      <p:sp>
        <p:nvSpPr>
          <p:cNvPr id="23" name="shape:023"/>
          <p:cNvSpPr/>
          <p:nvPr/>
        </p:nvSpPr>
        <p:spPr>
          <a:xfrm>
            <a:off x="4901184" y="5474970"/>
            <a:ext cx="603504" cy="102870"/>
          </a:xfrm>
          <a:prstGeom prst="rect">
            <a:avLst/>
          </a:prstGeom>
          <a:solidFill>
            <a:srgbClr val="5A3921"/>
          </a:solidFill>
          <a:ln/>
        </p:spPr>
        <p:txBody>
          <a:bodyPr>
            <a:noAutofit/>
          </a:bodyPr>
          <a:p/>
        </p:txBody>
      </p:sp>
      <p:sp>
        <p:nvSpPr>
          <p:cNvPr id="24" name="shape:024"/>
          <p:cNvSpPr/>
          <p:nvPr/>
        </p:nvSpPr>
        <p:spPr>
          <a:xfrm>
            <a:off x="4828032" y="5237226"/>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7</a:t>
            </a:r>
            <a:endParaRPr lang="en-US" sz="1200" dirty="0"/>
          </a:p>
        </p:txBody>
      </p:sp>
      <p:sp>
        <p:nvSpPr>
          <p:cNvPr id="25" name="shape:025"/>
          <p:cNvSpPr/>
          <p:nvPr/>
        </p:nvSpPr>
        <p:spPr>
          <a:xfrm>
            <a:off x="4736592"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項目5</a:t>
            </a:r>
            <a:endParaRPr lang="en-US" sz="920" dirty="0"/>
          </a:p>
        </p:txBody>
      </p:sp>
      <p:sp>
        <p:nvSpPr>
          <p:cNvPr id="26" name="shape:026"/>
          <p:cNvSpPr/>
          <p:nvPr/>
        </p:nvSpPr>
        <p:spPr>
          <a:xfrm>
            <a:off x="5925312" y="3520440"/>
            <a:ext cx="603504" cy="2057400"/>
          </a:xfrm>
          <a:prstGeom prst="rect">
            <a:avLst/>
          </a:prstGeom>
          <a:solidFill>
            <a:srgbClr val="322014"/>
          </a:solidFill>
          <a:ln/>
        </p:spPr>
        <p:txBody>
          <a:bodyPr>
            <a:noAutofit/>
          </a:bodyPr>
          <a:p/>
        </p:txBody>
      </p:sp>
      <p:sp>
        <p:nvSpPr>
          <p:cNvPr id="27" name="shape:027"/>
          <p:cNvSpPr/>
          <p:nvPr/>
        </p:nvSpPr>
        <p:spPr>
          <a:xfrm>
            <a:off x="5852160" y="3282696"/>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140</a:t>
            </a:r>
            <a:endParaRPr lang="en-US" sz="1200" dirty="0"/>
          </a:p>
        </p:txBody>
      </p:sp>
      <p:sp>
        <p:nvSpPr>
          <p:cNvPr id="28" name="shape:028"/>
          <p:cNvSpPr/>
          <p:nvPr/>
        </p:nvSpPr>
        <p:spPr>
          <a:xfrm>
            <a:off x="5760720"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項目6</a:t>
            </a:r>
            <a:endParaRPr lang="en-US" sz="920" dirty="0"/>
          </a:p>
        </p:txBody>
      </p:sp>
      <p:sp>
        <p:nvSpPr>
          <p:cNvPr id="29" name="shape:029"/>
          <p:cNvSpPr/>
          <p:nvPr/>
        </p:nvSpPr>
        <p:spPr>
          <a:xfrm>
            <a:off x="576072" y="5577840"/>
            <a:ext cx="5852160" cy="0"/>
          </a:xfrm>
          <a:prstGeom prst="line">
            <a:avLst/>
          </a:prstGeom>
          <a:noFill/>
          <a:ln w="12700">
            <a:solidFill>
              <a:srgbClr val="322014"/>
            </a:solidFill>
            <a:prstDash val="solid"/>
          </a:ln>
        </p:spPr>
        <p:txBody>
          <a:bodyPr>
            <a:noAutofit/>
          </a:bodyPr>
          <a:p/>
        </p:txBody>
      </p:sp>
      <p:sp>
        <p:nvSpPr>
          <p:cNvPr id="30" name="shape:030"/>
          <p:cNvSpPr/>
          <p:nvPr/>
        </p:nvSpPr>
        <p:spPr>
          <a:xfrm>
            <a:off x="6858000" y="1965960"/>
            <a:ext cx="0" cy="1325880"/>
          </a:xfrm>
          <a:prstGeom prst="line">
            <a:avLst/>
          </a:prstGeom>
          <a:noFill/>
          <a:ln w="27940">
            <a:solidFill>
              <a:srgbClr val="5A3921"/>
            </a:solidFill>
            <a:prstDash val="solid"/>
          </a:ln>
        </p:spPr>
        <p:txBody>
          <a:bodyPr>
            <a:noAutofit/>
          </a:bodyPr>
          <a:p/>
        </p:txBody>
      </p:sp>
      <p:sp>
        <p:nvSpPr>
          <p:cNvPr id="31" name="shape:031"/>
          <p:cNvSpPr/>
          <p:nvPr/>
        </p:nvSpPr>
        <p:spPr>
          <a:xfrm>
            <a:off x="7059168" y="1965960"/>
            <a:ext cx="4096512" cy="4114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見出し 2</a:t>
            </a:r>
            <a:endParaRPr lang="en-US" sz="1500" dirty="0"/>
          </a:p>
        </p:txBody>
      </p:sp>
      <p:sp>
        <p:nvSpPr>
          <p:cNvPr id="32" name="shape:032"/>
          <p:cNvSpPr/>
          <p:nvPr/>
        </p:nvSpPr>
        <p:spPr>
          <a:xfrm>
            <a:off x="7059168" y="2468880"/>
            <a:ext cx="4096512" cy="822960"/>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記載例1</a:t>
            </a:r>
            <a:endParaRPr lang="en-US" sz="1350" dirty="0"/>
          </a:p>
        </p:txBody>
      </p:sp>
      <p:sp>
        <p:nvSpPr>
          <p:cNvPr id="3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