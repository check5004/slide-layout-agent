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"agenda_separator", "upstream_commit": "e5dd04dc6f1acf010046d2fc7319bcf5242a849a", "source_pptx_slide": 8,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パーツ27｜セパレーター（章扉＝アジェンダ再掲）</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セパレーター（章扉＝アジェンダ再掲）</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8</a:t>
            </a:r>
            <a:endParaRPr lang="en-US" sz="750" dirty="0"/>
          </a:p>
        </p:txBody>
      </p:sp>
      <p:sp>
        <p:nvSpPr>
          <p:cNvPr id="10" name="shape:010"/>
          <p:cNvSpPr/>
          <p:nvPr/>
        </p:nvSpPr>
        <p:spPr>
          <a:xfrm>
            <a:off x="576072" y="25350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8A7B6B"/>
                </a:solidFill>
                <a:latin typeface="Yu Mincho Demibold" pitchFamily="34" charset="0"/>
                <a:ea typeface="Yu Mincho Demibold" pitchFamily="34" charset="-122"/>
                <a:cs typeface="Yu Mincho Demibold" pitchFamily="34" charset="-120"/>
              </a:rPr>
              <a:t>01</a:t>
            </a:r>
            <a:endParaRPr lang="en-US" sz="1400" dirty="0"/>
          </a:p>
        </p:txBody>
      </p:sp>
      <p:sp>
        <p:nvSpPr>
          <p:cNvPr id="11" name="shape:011"/>
          <p:cNvSpPr/>
          <p:nvPr/>
        </p:nvSpPr>
        <p:spPr>
          <a:xfrm>
            <a:off x="1260072" y="25350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8A7B6B"/>
                </a:solidFill>
                <a:latin typeface="Yu Mincho Demibold" pitchFamily="34" charset="0"/>
                <a:ea typeface="Yu Mincho Demibold" pitchFamily="34" charset="-122"/>
                <a:cs typeface="Yu Mincho Demibold" pitchFamily="34" charset="-120"/>
              </a:rPr>
              <a:t>ラベル 1</a:t>
            </a:r>
            <a:endParaRPr lang="en-US" sz="1500" dirty="0"/>
          </a:p>
        </p:txBody>
      </p:sp>
      <p:sp>
        <p:nvSpPr>
          <p:cNvPr id="12" name="shape:012"/>
          <p:cNvSpPr/>
          <p:nvPr/>
        </p:nvSpPr>
        <p:spPr>
          <a:xfrm>
            <a:off x="11039623" y="2535084"/>
            <a:ext cx="576000" cy="655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P.4</a:t>
            </a:r>
            <a:endParaRPr lang="en-US" sz="900" dirty="0"/>
          </a:p>
        </p:txBody>
      </p:sp>
      <p:sp>
        <p:nvSpPr>
          <p:cNvPr id="13" name="shape:013"/>
          <p:cNvSpPr/>
          <p:nvPr/>
        </p:nvSpPr>
        <p:spPr>
          <a:xfrm>
            <a:off x="576072" y="3190284"/>
            <a:ext cx="11039551" cy="0"/>
          </a:xfrm>
          <a:prstGeom prst="line">
            <a:avLst/>
          </a:prstGeom>
          <a:noFill/>
          <a:ln w="9525">
            <a:solidFill>
              <a:srgbClr val="E2DCD2"/>
            </a:solidFill>
            <a:prstDash val="solid"/>
          </a:ln>
        </p:spPr>
        <p:txBody>
          <a:bodyPr>
            <a:noAutofit/>
          </a:bodyPr>
          <a:p/>
        </p:txBody>
      </p:sp>
      <p:sp>
        <p:nvSpPr>
          <p:cNvPr id="14" name="shape:014"/>
          <p:cNvSpPr/>
          <p:nvPr/>
        </p:nvSpPr>
        <p:spPr>
          <a:xfrm>
            <a:off x="576072" y="3190284"/>
            <a:ext cx="504000" cy="709200"/>
          </a:xfrm>
          <a:prstGeom prst="rect">
            <a:avLst/>
          </a:prstGeom>
          <a:noFill/>
          <a:ln/>
        </p:spPr>
        <p:txBody>
          <a:bodyPr wrap="square" lIns="0" tIns="0" rIns="0" bIns="0" rtlCol="0" anchor="ctr">
            <a:noAutofit/>
          </a:bodyPr>
          <a:lstStyle/>
          <a:p>
            <a:pPr algn="l" indent="0" marL="0">
              <a:buNone/>
            </a:pPr>
            <a:r>
              <a:rPr lang="en-US" sz="1900" b="1" dirty="0">
                <a:solidFill>
                  <a:srgbClr val="5A3921"/>
                </a:solidFill>
                <a:latin typeface="Yu Mincho Demibold" pitchFamily="34" charset="0"/>
                <a:ea typeface="Yu Mincho Demibold" pitchFamily="34" charset="-122"/>
                <a:cs typeface="Yu Mincho Demibold" pitchFamily="34" charset="-120"/>
              </a:rPr>
              <a:t>02</a:t>
            </a:r>
            <a:endParaRPr lang="en-US" sz="1900" dirty="0"/>
          </a:p>
        </p:txBody>
      </p:sp>
      <p:sp>
        <p:nvSpPr>
          <p:cNvPr id="15" name="shape:015"/>
          <p:cNvSpPr/>
          <p:nvPr/>
        </p:nvSpPr>
        <p:spPr>
          <a:xfrm>
            <a:off x="1260072" y="3190284"/>
            <a:ext cx="9599551" cy="709200"/>
          </a:xfrm>
          <a:prstGeom prst="rect">
            <a:avLst/>
          </a:prstGeom>
          <a:noFill/>
          <a:ln/>
        </p:spPr>
        <p:txBody>
          <a:bodyPr wrap="square" lIns="0" tIns="0" rIns="0" bIns="0" rtlCol="0" anchor="ctr">
            <a:noAutofit/>
          </a:bodyPr>
          <a:lstStyle/>
          <a:p>
            <a:pPr algn="l" indent="0" marL="0">
              <a:buNone/>
            </a:pPr>
            <a:r>
              <a:rPr lang="en-US" sz="2100" b="1" dirty="0">
                <a:solidFill>
                  <a:srgbClr val="322014"/>
                </a:solidFill>
                <a:latin typeface="Yu Mincho Demibold" pitchFamily="34" charset="0"/>
                <a:ea typeface="Yu Mincho Demibold" pitchFamily="34" charset="-122"/>
                <a:cs typeface="Yu Mincho Demibold" pitchFamily="34" charset="-120"/>
              </a:rPr>
              <a:t>ラベル 2</a:t>
            </a:r>
            <a:endParaRPr lang="en-US" sz="2100" dirty="0"/>
          </a:p>
        </p:txBody>
      </p:sp>
      <p:sp>
        <p:nvSpPr>
          <p:cNvPr id="16" name="shape:016"/>
          <p:cNvSpPr/>
          <p:nvPr/>
        </p:nvSpPr>
        <p:spPr>
          <a:xfrm>
            <a:off x="11039623" y="3190284"/>
            <a:ext cx="576000" cy="709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P.9</a:t>
            </a:r>
            <a:endParaRPr lang="en-US" sz="900" dirty="0"/>
          </a:p>
        </p:txBody>
      </p:sp>
      <p:sp>
        <p:nvSpPr>
          <p:cNvPr id="17" name="shape:017"/>
          <p:cNvSpPr/>
          <p:nvPr/>
        </p:nvSpPr>
        <p:spPr>
          <a:xfrm>
            <a:off x="576072" y="3899484"/>
            <a:ext cx="11039551" cy="0"/>
          </a:xfrm>
          <a:prstGeom prst="line">
            <a:avLst/>
          </a:prstGeom>
          <a:noFill/>
          <a:ln w="9525">
            <a:solidFill>
              <a:srgbClr val="E2DCD2"/>
            </a:solidFill>
            <a:prstDash val="solid"/>
          </a:ln>
        </p:spPr>
        <p:txBody>
          <a:bodyPr>
            <a:noAutofit/>
          </a:bodyPr>
          <a:p/>
        </p:txBody>
      </p:sp>
      <p:sp>
        <p:nvSpPr>
          <p:cNvPr id="18" name="shape:018"/>
          <p:cNvSpPr/>
          <p:nvPr/>
        </p:nvSpPr>
        <p:spPr>
          <a:xfrm>
            <a:off x="576072" y="38994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8A7B6B"/>
                </a:solidFill>
                <a:latin typeface="Yu Mincho Demibold" pitchFamily="34" charset="0"/>
                <a:ea typeface="Yu Mincho Demibold" pitchFamily="34" charset="-122"/>
                <a:cs typeface="Yu Mincho Demibold" pitchFamily="34" charset="-120"/>
              </a:rPr>
              <a:t>03</a:t>
            </a:r>
            <a:endParaRPr lang="en-US" sz="1400" dirty="0"/>
          </a:p>
        </p:txBody>
      </p:sp>
      <p:sp>
        <p:nvSpPr>
          <p:cNvPr id="19" name="shape:019"/>
          <p:cNvSpPr/>
          <p:nvPr/>
        </p:nvSpPr>
        <p:spPr>
          <a:xfrm>
            <a:off x="1260072" y="38994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8A7B6B"/>
                </a:solidFill>
                <a:latin typeface="Yu Mincho Demibold" pitchFamily="34" charset="0"/>
                <a:ea typeface="Yu Mincho Demibold" pitchFamily="34" charset="-122"/>
                <a:cs typeface="Yu Mincho Demibold" pitchFamily="34" charset="-120"/>
              </a:rPr>
              <a:t>ラベル 3</a:t>
            </a:r>
            <a:endParaRPr lang="en-US" sz="1500" dirty="0"/>
          </a:p>
        </p:txBody>
      </p:sp>
      <p:sp>
        <p:nvSpPr>
          <p:cNvPr id="20" name="shape:020"/>
          <p:cNvSpPr/>
          <p:nvPr/>
        </p:nvSpPr>
        <p:spPr>
          <a:xfrm>
            <a:off x="11039623" y="3899484"/>
            <a:ext cx="576000" cy="655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P.15</a:t>
            </a:r>
            <a:endParaRPr lang="en-US" sz="900" dirty="0"/>
          </a:p>
        </p:txBody>
      </p:sp>
      <p:sp>
        <p:nvSpPr>
          <p:cNvPr id="21" name="shape:021"/>
          <p:cNvSpPr/>
          <p:nvPr/>
        </p:nvSpPr>
        <p:spPr>
          <a:xfrm>
            <a:off x="576072" y="4554684"/>
            <a:ext cx="11039551" cy="0"/>
          </a:xfrm>
          <a:prstGeom prst="line">
            <a:avLst/>
          </a:prstGeom>
          <a:noFill/>
          <a:ln w="9525">
            <a:solidFill>
              <a:srgbClr val="E2DCD2"/>
            </a:solidFill>
            <a:prstDash val="solid"/>
          </a:ln>
        </p:spPr>
        <p:txBody>
          <a:bodyPr>
            <a:noAutofit/>
          </a:bodyPr>
          <a:p/>
        </p:txBody>
      </p:sp>
      <p:sp>
        <p:nvSpPr>
          <p:cNvPr id="22" name="shape:022"/>
          <p:cNvSpPr/>
          <p:nvPr/>
        </p:nvSpPr>
        <p:spPr>
          <a:xfrm>
            <a:off x="576072" y="4554684"/>
            <a:ext cx="504000" cy="655200"/>
          </a:xfrm>
          <a:prstGeom prst="rect">
            <a:avLst/>
          </a:prstGeom>
          <a:noFill/>
          <a:ln/>
        </p:spPr>
        <p:txBody>
          <a:bodyPr wrap="square" lIns="0" tIns="0" rIns="0" bIns="0" rtlCol="0" anchor="ctr">
            <a:noAutofit/>
          </a:bodyPr>
          <a:lstStyle/>
          <a:p>
            <a:pPr algn="l" indent="0" marL="0">
              <a:buNone/>
            </a:pPr>
            <a:r>
              <a:rPr lang="en-US" sz="1400" b="1" dirty="0">
                <a:solidFill>
                  <a:srgbClr val="8A7B6B"/>
                </a:solidFill>
                <a:latin typeface="Yu Mincho Demibold" pitchFamily="34" charset="0"/>
                <a:ea typeface="Yu Mincho Demibold" pitchFamily="34" charset="-122"/>
                <a:cs typeface="Yu Mincho Demibold" pitchFamily="34" charset="-120"/>
              </a:rPr>
              <a:t>04</a:t>
            </a:r>
            <a:endParaRPr lang="en-US" sz="1400" dirty="0"/>
          </a:p>
        </p:txBody>
      </p:sp>
      <p:sp>
        <p:nvSpPr>
          <p:cNvPr id="23" name="shape:023"/>
          <p:cNvSpPr/>
          <p:nvPr/>
        </p:nvSpPr>
        <p:spPr>
          <a:xfrm>
            <a:off x="1260072" y="4554684"/>
            <a:ext cx="9599551" cy="655200"/>
          </a:xfrm>
          <a:prstGeom prst="rect">
            <a:avLst/>
          </a:prstGeom>
          <a:noFill/>
          <a:ln/>
        </p:spPr>
        <p:txBody>
          <a:bodyPr wrap="square" lIns="0" tIns="0" rIns="0" bIns="0" rtlCol="0" anchor="ctr">
            <a:noAutofit/>
          </a:bodyPr>
          <a:lstStyle/>
          <a:p>
            <a:pPr algn="l" indent="0" marL="0">
              <a:buNone/>
            </a:pPr>
            <a:r>
              <a:rPr lang="en-US" sz="1500" b="1" dirty="0">
                <a:solidFill>
                  <a:srgbClr val="8A7B6B"/>
                </a:solidFill>
                <a:latin typeface="Yu Mincho Demibold" pitchFamily="34" charset="0"/>
                <a:ea typeface="Yu Mincho Demibold" pitchFamily="34" charset="-122"/>
                <a:cs typeface="Yu Mincho Demibold" pitchFamily="34" charset="-120"/>
              </a:rPr>
              <a:t>ラベル 4</a:t>
            </a:r>
            <a:endParaRPr lang="en-US" sz="1500" dirty="0"/>
          </a:p>
        </p:txBody>
      </p:sp>
      <p:sp>
        <p:nvSpPr>
          <p:cNvPr id="24" name="shape:024"/>
          <p:cNvSpPr/>
          <p:nvPr/>
        </p:nvSpPr>
        <p:spPr>
          <a:xfrm>
            <a:off x="11039623" y="4554684"/>
            <a:ext cx="576000" cy="6552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P.21</a:t>
            </a:r>
            <a:endParaRPr lang="en-US" sz="90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セパレーター（章扉＝アジェンダ再掲）</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