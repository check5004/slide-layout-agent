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"axis_table", "upstream_commit": "e5dd04dc6f1acf010046d2fc7319bcf5242a849a", "source_pptx_slide": 34,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パーツ09｜軸のある表</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軸のある表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34</a:t>
            </a:r>
            <a:endParaRPr lang="en-US" sz="750" dirty="0"/>
          </a:p>
        </p:txBody>
      </p:sp>
      <p:graphicFrame>
        <p:nvGraphicFramePr>
          <p:cNvPr id="35" name="shape:035"/>
          <p:cNvGraphicFramePr>
            <a:graphicFrameLocks noGrp="1"/>
          </p:cNvGraphicFramePr>
          <p:nvPr>
            <p:extLst>
              <p:ext uri="{D42A27DB-BD31-4B8C-83A1-F6EECF244321}">
                <p14:modId xmlns:p14="http://schemas.microsoft.com/office/powerpoint/2010/main" val="1579011935"/>
              </p:ext>
            </p:extLst>
          </p:nvPr>
        </p:nvGraphicFramePr>
        <p:xfrm>
          <a:off x="576072" y="1572768"/>
          <a:ext cx="11039551" cy="914400"/>
        </p:xfrm>
        <a:graphic>
          <a:graphicData uri="http://schemas.openxmlformats.org/drawingml/2006/table">
            <a:tbl>
              <a:tblPr/>
              <a:tblGrid>
                <a:gridCol w="1876002"/>
                <a:gridCol w="3824158"/>
                <a:gridCol w="2525388"/>
                <a:gridCol w="2814003"/>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ラベル 1（軸）</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ラベル 2</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ラベル 3</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ラベル 4</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1</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ラベル 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ラベル 9</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411224">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11</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Text 3</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000" dirty="0">
                          <a:solidFill>
                            <a:srgbClr val="322014"/>
                          </a:solidFill>
                          <a:latin typeface="Yu Gothic" pitchFamily="34" charset="0"/>
                          <a:ea typeface="Yu Gothic" pitchFamily="34" charset="-122"/>
                          <a:cs typeface="Yu Gothic" pitchFamily="34" charset="-120"/>
                        </a:rPr>
                        <a:t>ラベル 12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36"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軸のある表</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