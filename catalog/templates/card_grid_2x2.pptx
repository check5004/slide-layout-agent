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"card_grid_2x2", "upstream_commit": "e5dd04dc6f1acf010046d2fc7319bcf5242a849a", "source_pptx_slide": 68,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パーツ08｜並列カード 2×2</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並列カード 2×2</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68</a:t>
            </a:r>
            <a:endParaRPr lang="en-US" sz="750" dirty="0"/>
          </a:p>
        </p:txBody>
      </p:sp>
      <p:sp>
        <p:nvSpPr>
          <p:cNvPr id="10" name="shape:010"/>
          <p:cNvSpPr/>
          <p:nvPr/>
        </p:nvSpPr>
        <p:spPr>
          <a:xfrm>
            <a:off x="576072" y="1572768"/>
            <a:ext cx="5447776" cy="2227716"/>
          </a:xfrm>
          <a:prstGeom prst="rect">
            <a:avLst/>
          </a:prstGeom>
          <a:solidFill>
            <a:srgbClr val="EFEEE8"/>
          </a:solidFill>
          <a:ln/>
        </p:spPr>
        <p:txBody>
          <a:bodyPr>
            <a:noAutofit/>
          </a:bodyPr>
          <a:p/>
        </p:txBody>
      </p:sp>
      <p:sp>
        <p:nvSpPr>
          <p:cNvPr id="11" name="shape:011"/>
          <p:cNvSpPr/>
          <p:nvPr/>
        </p:nvSpPr>
        <p:spPr>
          <a:xfrm>
            <a:off x="720072" y="1698768"/>
            <a:ext cx="5159776" cy="258048"/>
          </a:xfrm>
          <a:prstGeom prst="rect">
            <a:avLst/>
          </a:prstGeom>
          <a:noFill/>
          <a:ln/>
        </p:spPr>
        <p:txBody>
          <a:bodyPr wrap="square" lIns="0" tIns="0" rIns="0" bIns="0" rtlCol="0" anchor="b">
            <a:noAutofit/>
          </a:bodyPr>
          <a:lstStyle/>
          <a:p>
            <a:pPr algn="l" indent="0" marL="0">
              <a:buNone/>
            </a:pPr>
            <a:r>
              <a:rPr lang="en-US" sz="1100" b="1" dirty="0">
                <a:solidFill>
                  <a:srgbClr val="322014"/>
                </a:solidFill>
                <a:latin typeface="Yu Gothic" pitchFamily="34" charset="0"/>
                <a:ea typeface="Yu Gothic" pitchFamily="34" charset="-122"/>
                <a:cs typeface="Yu Gothic" pitchFamily="34" charset="-120"/>
              </a:rPr>
              <a:t>ラベル 1：ラベル 2（主語＋何をする で統一）</a:t>
            </a:r>
            <a:endParaRPr lang="en-US" sz="1100" dirty="0"/>
          </a:p>
        </p:txBody>
      </p:sp>
      <p:sp>
        <p:nvSpPr>
          <p:cNvPr id="12" name="shape:012"/>
          <p:cNvSpPr/>
          <p:nvPr/>
        </p:nvSpPr>
        <p:spPr>
          <a:xfrm>
            <a:off x="720072" y="1993392"/>
            <a:ext cx="5159776" cy="0"/>
          </a:xfrm>
          <a:prstGeom prst="line">
            <a:avLst/>
          </a:prstGeom>
          <a:noFill/>
          <a:ln w="9525">
            <a:solidFill>
              <a:srgbClr val="E2DCD2"/>
            </a:solidFill>
            <a:prstDash val="solid"/>
          </a:ln>
        </p:spPr>
        <p:txBody>
          <a:bodyPr>
            <a:noAutofit/>
          </a:bodyPr>
          <a:p/>
        </p:txBody>
      </p:sp>
      <p:sp>
        <p:nvSpPr>
          <p:cNvPr id="13" name="shape:013"/>
          <p:cNvSpPr/>
          <p:nvPr/>
        </p:nvSpPr>
        <p:spPr>
          <a:xfrm>
            <a:off x="720072" y="2084832"/>
            <a:ext cx="5141776" cy="1607652"/>
          </a:xfrm>
          <a:prstGeom prst="rect">
            <a:avLst/>
          </a:prstGeom>
          <a:noFill/>
          <a:ln/>
        </p:spPr>
        <p:txBody>
          <a:bodyPr wrap="square" lIns="0" tIns="0" rIns="0" bIns="0" rtlCol="0" anchor="t">
            <a:noAutofit/>
          </a:bodyPr>
          <a:lstStyle/>
          <a:p>
            <a:pPr marL="152400" indent="-152400">
              <a:spcAft>
                <a:spcPts val="400"/>
              </a:spcAft>
              <a:buSzPct val="100000"/>
              <a:buChar char="•"/>
            </a:pPr>
            <a:r>
              <a:rPr lang="en-US" sz="1000" dirty="0">
                <a:solidFill>
                  <a:srgbClr val="322014"/>
                </a:solidFill>
                <a:latin typeface="Yu Gothic" pitchFamily="34" charset="0"/>
                <a:ea typeface="Yu Gothic" pitchFamily="34" charset="-122"/>
                <a:cs typeface="Yu Gothic" pitchFamily="34" charset="-120"/>
              </a:rPr>
              <a:t>Text 1</a:t>
            </a:r>
            <a:endParaRPr lang="en-US" sz="1000" dirty="0"/>
          </a:p>
          <a:p>
            <a:pPr marL="152400" indent="-152400">
              <a:spcAft>
                <a:spcPts val="400"/>
              </a:spcAft>
              <a:buSzPct val="100000"/>
              <a:buChar char="•"/>
            </a:pPr>
            <a:r>
              <a:rPr lang="en-US" sz="1000" dirty="0">
                <a:solidFill>
                  <a:srgbClr val="322014"/>
                </a:solidFill>
                <a:latin typeface="Yu Gothic" pitchFamily="34" charset="0"/>
                <a:ea typeface="Yu Gothic" pitchFamily="34" charset="-122"/>
                <a:cs typeface="Yu Gothic" pitchFamily="34" charset="-120"/>
              </a:rPr>
              <a:t>Text 2</a:t>
            </a:r>
            <a:endParaRPr lang="en-US" sz="1000" dirty="0"/>
          </a:p>
        </p:txBody>
      </p:sp>
      <p:sp>
        <p:nvSpPr>
          <p:cNvPr id="14" name="shape:014"/>
          <p:cNvSpPr/>
          <p:nvPr/>
        </p:nvSpPr>
        <p:spPr>
          <a:xfrm>
            <a:off x="6167848" y="1572768"/>
            <a:ext cx="5447776" cy="2227716"/>
          </a:xfrm>
          <a:prstGeom prst="rect">
            <a:avLst/>
          </a:prstGeom>
          <a:solidFill>
            <a:srgbClr val="EFEEE8"/>
          </a:solidFill>
          <a:ln/>
        </p:spPr>
        <p:txBody>
          <a:bodyPr>
            <a:noAutofit/>
          </a:bodyPr>
          <a:p/>
        </p:txBody>
      </p:sp>
      <p:sp>
        <p:nvSpPr>
          <p:cNvPr id="15" name="shape:015"/>
          <p:cNvSpPr/>
          <p:nvPr/>
        </p:nvSpPr>
        <p:spPr>
          <a:xfrm>
            <a:off x="6311848" y="1698768"/>
            <a:ext cx="5159776" cy="258048"/>
          </a:xfrm>
          <a:prstGeom prst="rect">
            <a:avLst/>
          </a:prstGeom>
          <a:noFill/>
          <a:ln/>
        </p:spPr>
        <p:txBody>
          <a:bodyPr wrap="square" lIns="0" tIns="0" rIns="0" bIns="0" rtlCol="0" anchor="b">
            <a:noAutofit/>
          </a:bodyPr>
          <a:lstStyle/>
          <a:p>
            <a:pPr algn="l" indent="0" marL="0">
              <a:buNone/>
            </a:pPr>
            <a:r>
              <a:rPr lang="en-US" sz="1100" b="1" dirty="0">
                <a:solidFill>
                  <a:srgbClr val="322014"/>
                </a:solidFill>
                <a:latin typeface="Yu Gothic" pitchFamily="34" charset="0"/>
                <a:ea typeface="Yu Gothic" pitchFamily="34" charset="-122"/>
                <a:cs typeface="Yu Gothic" pitchFamily="34" charset="-120"/>
              </a:rPr>
              <a:t>ラベル 3：ラベル 4</a:t>
            </a:r>
            <a:endParaRPr lang="en-US" sz="1100" dirty="0"/>
          </a:p>
        </p:txBody>
      </p:sp>
      <p:sp>
        <p:nvSpPr>
          <p:cNvPr id="16" name="shape:016"/>
          <p:cNvSpPr/>
          <p:nvPr/>
        </p:nvSpPr>
        <p:spPr>
          <a:xfrm>
            <a:off x="6311848" y="1993392"/>
            <a:ext cx="5159776" cy="0"/>
          </a:xfrm>
          <a:prstGeom prst="line">
            <a:avLst/>
          </a:prstGeom>
          <a:noFill/>
          <a:ln w="9525">
            <a:solidFill>
              <a:srgbClr val="E2DCD2"/>
            </a:solidFill>
            <a:prstDash val="solid"/>
          </a:ln>
        </p:spPr>
        <p:txBody>
          <a:bodyPr>
            <a:noAutofit/>
          </a:bodyPr>
          <a:p/>
        </p:txBody>
      </p:sp>
      <p:sp>
        <p:nvSpPr>
          <p:cNvPr id="17" name="shape:017"/>
          <p:cNvSpPr/>
          <p:nvPr/>
        </p:nvSpPr>
        <p:spPr>
          <a:xfrm>
            <a:off x="6311848" y="2084832"/>
            <a:ext cx="5141776" cy="1607652"/>
          </a:xfrm>
          <a:prstGeom prst="rect">
            <a:avLst/>
          </a:prstGeom>
          <a:noFill/>
          <a:ln/>
        </p:spPr>
        <p:txBody>
          <a:bodyPr wrap="square" lIns="0" tIns="0" rIns="0" bIns="0" rtlCol="0" anchor="t">
            <a:noAutofit/>
          </a:bodyPr>
          <a:lstStyle/>
          <a:p>
            <a:pPr marL="152400" indent="-152400">
              <a:spcAft>
                <a:spcPts val="400"/>
              </a:spcAft>
              <a:buSzPct val="100000"/>
              <a:buChar char="•"/>
            </a:pPr>
            <a:r>
              <a:rPr lang="en-US" sz="1000" dirty="0">
                <a:solidFill>
                  <a:srgbClr val="322014"/>
                </a:solidFill>
                <a:latin typeface="Yu Gothic" pitchFamily="34" charset="0"/>
                <a:ea typeface="Yu Gothic" pitchFamily="34" charset="-122"/>
                <a:cs typeface="Yu Gothic" pitchFamily="34" charset="-120"/>
              </a:rPr>
              <a:t>Text 3</a:t>
            </a:r>
            <a:endParaRPr lang="en-US" sz="1000" dirty="0"/>
          </a:p>
          <a:p>
            <a:pPr marL="152400" indent="-152400">
              <a:spcAft>
                <a:spcPts val="400"/>
              </a:spcAft>
              <a:buSzPct val="100000"/>
              <a:buChar char="•"/>
            </a:pPr>
            <a:r>
              <a:rPr lang="en-US" sz="1000" dirty="0">
                <a:solidFill>
                  <a:srgbClr val="322014"/>
                </a:solidFill>
                <a:latin typeface="Yu Gothic" pitchFamily="34" charset="0"/>
                <a:ea typeface="Yu Gothic" pitchFamily="34" charset="-122"/>
                <a:cs typeface="Yu Gothic" pitchFamily="34" charset="-120"/>
              </a:rPr>
              <a:t>Text 4</a:t>
            </a:r>
            <a:endParaRPr lang="en-US" sz="1000" dirty="0"/>
          </a:p>
        </p:txBody>
      </p:sp>
      <p:sp>
        <p:nvSpPr>
          <p:cNvPr id="18" name="shape:018"/>
          <p:cNvSpPr/>
          <p:nvPr/>
        </p:nvSpPr>
        <p:spPr>
          <a:xfrm>
            <a:off x="576072" y="3944484"/>
            <a:ext cx="5447776" cy="2227716"/>
          </a:xfrm>
          <a:prstGeom prst="rect">
            <a:avLst/>
          </a:prstGeom>
          <a:solidFill>
            <a:srgbClr val="EFEEE8"/>
          </a:solidFill>
          <a:ln/>
        </p:spPr>
        <p:txBody>
          <a:bodyPr>
            <a:noAutofit/>
          </a:bodyPr>
          <a:p/>
        </p:txBody>
      </p:sp>
      <p:sp>
        <p:nvSpPr>
          <p:cNvPr id="19" name="shape:019"/>
          <p:cNvSpPr/>
          <p:nvPr/>
        </p:nvSpPr>
        <p:spPr>
          <a:xfrm>
            <a:off x="720072" y="4070484"/>
            <a:ext cx="5159776" cy="258048"/>
          </a:xfrm>
          <a:prstGeom prst="rect">
            <a:avLst/>
          </a:prstGeom>
          <a:noFill/>
          <a:ln/>
        </p:spPr>
        <p:txBody>
          <a:bodyPr wrap="square" lIns="0" tIns="0" rIns="0" bIns="0" rtlCol="0" anchor="b">
            <a:noAutofit/>
          </a:bodyPr>
          <a:lstStyle/>
          <a:p>
            <a:pPr algn="l" indent="0" marL="0">
              <a:buNone/>
            </a:pPr>
            <a:r>
              <a:rPr lang="en-US" sz="1100" b="1" dirty="0">
                <a:solidFill>
                  <a:srgbClr val="322014"/>
                </a:solidFill>
                <a:latin typeface="Yu Gothic" pitchFamily="34" charset="0"/>
                <a:ea typeface="Yu Gothic" pitchFamily="34" charset="-122"/>
                <a:cs typeface="Yu Gothic" pitchFamily="34" charset="-120"/>
              </a:rPr>
              <a:t>ラベル 5：ラベル 6</a:t>
            </a:r>
            <a:endParaRPr lang="en-US" sz="1100" dirty="0"/>
          </a:p>
        </p:txBody>
      </p:sp>
      <p:sp>
        <p:nvSpPr>
          <p:cNvPr id="20" name="shape:020"/>
          <p:cNvSpPr/>
          <p:nvPr/>
        </p:nvSpPr>
        <p:spPr>
          <a:xfrm>
            <a:off x="720072" y="4365108"/>
            <a:ext cx="5159776" cy="0"/>
          </a:xfrm>
          <a:prstGeom prst="line">
            <a:avLst/>
          </a:prstGeom>
          <a:noFill/>
          <a:ln w="9525">
            <a:solidFill>
              <a:srgbClr val="E2DCD2"/>
            </a:solidFill>
            <a:prstDash val="solid"/>
          </a:ln>
        </p:spPr>
        <p:txBody>
          <a:bodyPr>
            <a:noAutofit/>
          </a:bodyPr>
          <a:p/>
        </p:txBody>
      </p:sp>
      <p:sp>
        <p:nvSpPr>
          <p:cNvPr id="21" name="shape:021"/>
          <p:cNvSpPr/>
          <p:nvPr/>
        </p:nvSpPr>
        <p:spPr>
          <a:xfrm>
            <a:off x="720072" y="4456548"/>
            <a:ext cx="5141776" cy="1607652"/>
          </a:xfrm>
          <a:prstGeom prst="rect">
            <a:avLst/>
          </a:prstGeom>
          <a:noFill/>
          <a:ln/>
        </p:spPr>
        <p:txBody>
          <a:bodyPr wrap="square" lIns="0" tIns="0" rIns="0" bIns="0" rtlCol="0" anchor="t">
            <a:noAutofit/>
          </a:bodyPr>
          <a:lstStyle/>
          <a:p>
            <a:pPr marL="152400" indent="-152400">
              <a:spcAft>
                <a:spcPts val="400"/>
              </a:spcAft>
              <a:buSzPct val="100000"/>
              <a:buChar char="•"/>
            </a:pPr>
            <a:r>
              <a:rPr lang="en-US" sz="1000" dirty="0">
                <a:solidFill>
                  <a:srgbClr val="322014"/>
                </a:solidFill>
                <a:latin typeface="Yu Gothic" pitchFamily="34" charset="0"/>
                <a:ea typeface="Yu Gothic" pitchFamily="34" charset="-122"/>
                <a:cs typeface="Yu Gothic" pitchFamily="34" charset="-120"/>
              </a:rPr>
              <a:t>Text 5</a:t>
            </a:r>
            <a:endParaRPr lang="en-US" sz="1000" dirty="0"/>
          </a:p>
          <a:p>
            <a:pPr marL="152400" indent="-152400">
              <a:spcAft>
                <a:spcPts val="400"/>
              </a:spcAft>
              <a:buSzPct val="100000"/>
              <a:buChar char="•"/>
            </a:pPr>
            <a:r>
              <a:rPr lang="en-US" sz="1000" dirty="0">
                <a:solidFill>
                  <a:srgbClr val="322014"/>
                </a:solidFill>
                <a:latin typeface="Yu Gothic" pitchFamily="34" charset="0"/>
                <a:ea typeface="Yu Gothic" pitchFamily="34" charset="-122"/>
                <a:cs typeface="Yu Gothic" pitchFamily="34" charset="-120"/>
              </a:rPr>
              <a:t>Text 6</a:t>
            </a:r>
            <a:endParaRPr lang="en-US" sz="1000" dirty="0"/>
          </a:p>
        </p:txBody>
      </p:sp>
      <p:sp>
        <p:nvSpPr>
          <p:cNvPr id="22" name="shape:022"/>
          <p:cNvSpPr/>
          <p:nvPr/>
        </p:nvSpPr>
        <p:spPr>
          <a:xfrm>
            <a:off x="6167848" y="3944484"/>
            <a:ext cx="5447776" cy="2227716"/>
          </a:xfrm>
          <a:prstGeom prst="rect">
            <a:avLst/>
          </a:prstGeom>
          <a:solidFill>
            <a:srgbClr val="EFEEE8"/>
          </a:solidFill>
          <a:ln/>
        </p:spPr>
        <p:txBody>
          <a:bodyPr>
            <a:noAutofit/>
          </a:bodyPr>
          <a:p/>
        </p:txBody>
      </p:sp>
      <p:sp>
        <p:nvSpPr>
          <p:cNvPr id="23" name="shape:023"/>
          <p:cNvSpPr/>
          <p:nvPr/>
        </p:nvSpPr>
        <p:spPr>
          <a:xfrm>
            <a:off x="6311848" y="4070484"/>
            <a:ext cx="5159776" cy="258048"/>
          </a:xfrm>
          <a:prstGeom prst="rect">
            <a:avLst/>
          </a:prstGeom>
          <a:noFill/>
          <a:ln/>
        </p:spPr>
        <p:txBody>
          <a:bodyPr wrap="square" lIns="0" tIns="0" rIns="0" bIns="0" rtlCol="0" anchor="b">
            <a:noAutofit/>
          </a:bodyPr>
          <a:lstStyle/>
          <a:p>
            <a:pPr algn="l" indent="0" marL="0">
              <a:buNone/>
            </a:pPr>
            <a:r>
              <a:rPr lang="en-US" sz="1100" b="1" dirty="0">
                <a:solidFill>
                  <a:srgbClr val="322014"/>
                </a:solidFill>
                <a:latin typeface="Yu Gothic" pitchFamily="34" charset="0"/>
                <a:ea typeface="Yu Gothic" pitchFamily="34" charset="-122"/>
                <a:cs typeface="Yu Gothic" pitchFamily="34" charset="-120"/>
              </a:rPr>
              <a:t>ラベル 7：ラベル 8</a:t>
            </a:r>
            <a:endParaRPr lang="en-US" sz="1100" dirty="0"/>
          </a:p>
        </p:txBody>
      </p:sp>
      <p:sp>
        <p:nvSpPr>
          <p:cNvPr id="24" name="shape:024"/>
          <p:cNvSpPr/>
          <p:nvPr/>
        </p:nvSpPr>
        <p:spPr>
          <a:xfrm>
            <a:off x="6311848" y="4365108"/>
            <a:ext cx="5159776" cy="0"/>
          </a:xfrm>
          <a:prstGeom prst="line">
            <a:avLst/>
          </a:prstGeom>
          <a:noFill/>
          <a:ln w="9525">
            <a:solidFill>
              <a:srgbClr val="E2DCD2"/>
            </a:solidFill>
            <a:prstDash val="solid"/>
          </a:ln>
        </p:spPr>
        <p:txBody>
          <a:bodyPr>
            <a:noAutofit/>
          </a:bodyPr>
          <a:p/>
        </p:txBody>
      </p:sp>
      <p:sp>
        <p:nvSpPr>
          <p:cNvPr id="25" name="shape:025"/>
          <p:cNvSpPr/>
          <p:nvPr/>
        </p:nvSpPr>
        <p:spPr>
          <a:xfrm>
            <a:off x="6311848" y="4456548"/>
            <a:ext cx="5141776" cy="1607652"/>
          </a:xfrm>
          <a:prstGeom prst="rect">
            <a:avLst/>
          </a:prstGeom>
          <a:noFill/>
          <a:ln/>
        </p:spPr>
        <p:txBody>
          <a:bodyPr wrap="square" lIns="0" tIns="0" rIns="0" bIns="0" rtlCol="0" anchor="t">
            <a:noAutofit/>
          </a:bodyPr>
          <a:lstStyle/>
          <a:p>
            <a:pPr marL="152400" indent="-152400">
              <a:spcAft>
                <a:spcPts val="400"/>
              </a:spcAft>
              <a:buSzPct val="100000"/>
              <a:buChar char="•"/>
            </a:pPr>
            <a:r>
              <a:rPr lang="en-US" sz="1000" dirty="0">
                <a:solidFill>
                  <a:srgbClr val="322014"/>
                </a:solidFill>
                <a:latin typeface="Yu Gothic" pitchFamily="34" charset="0"/>
                <a:ea typeface="Yu Gothic" pitchFamily="34" charset="-122"/>
                <a:cs typeface="Yu Gothic" pitchFamily="34" charset="-120"/>
              </a:rPr>
              <a:t>Text 7</a:t>
            </a:r>
            <a:endParaRPr lang="en-US" sz="1000" dirty="0"/>
          </a:p>
          <a:p>
            <a:pPr marL="152400" indent="-152400">
              <a:spcAft>
                <a:spcPts val="400"/>
              </a:spcAft>
              <a:buSzPct val="100000"/>
              <a:buChar char="•"/>
            </a:pPr>
            <a:r>
              <a:rPr lang="en-US" sz="1000" dirty="0">
                <a:solidFill>
                  <a:srgbClr val="322014"/>
                </a:solidFill>
                <a:latin typeface="Yu Gothic" pitchFamily="34" charset="0"/>
                <a:ea typeface="Yu Gothic" pitchFamily="34" charset="-122"/>
                <a:cs typeface="Yu Gothic" pitchFamily="34" charset="-120"/>
              </a:rPr>
              <a:t>Text 8</a:t>
            </a:r>
            <a:endParaRPr lang="en-US" sz="1000" dirty="0"/>
          </a:p>
        </p:txBody>
      </p:sp>
      <p:sp>
        <p:nvSpPr>
          <p:cNvPr id="2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並列カード 2×2</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