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"chevron_rail", "upstream_commit": "e5dd04dc6f1acf010046d2fc7319bcf5242a849a", "source_pptx_slide": 57,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30  CHEVRON_RAIL</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矢羽の段階（全体像の見出し）</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57</a:t>
            </a:r>
            <a:endParaRPr lang="en-US" sz="750" dirty="0"/>
          </a:p>
        </p:txBody>
      </p:sp>
      <p:sp>
        <p:nvSpPr>
          <p:cNvPr id="10" name="shape:010"/>
          <p:cNvSpPr/>
          <p:nvPr/>
        </p:nvSpPr>
        <p:spPr>
          <a:xfrm>
            <a:off x="576072" y="3177540"/>
            <a:ext cx="2527950" cy="1371600"/>
          </a:xfrm>
          <a:prstGeom prst="chevron">
            <a:avLst/>
          </a:prstGeom>
          <a:solidFill>
            <a:srgbClr val="EFEEE8"/>
          </a:solidFill>
          <a:ln/>
        </p:spPr>
        <p:txBody>
          <a:bodyPr>
            <a:noAutofit/>
          </a:bodyPr>
          <a:p/>
        </p:txBody>
      </p:sp>
      <p:sp>
        <p:nvSpPr>
          <p:cNvPr id="11" name="shape:011"/>
          <p:cNvSpPr/>
          <p:nvPr/>
        </p:nvSpPr>
        <p:spPr>
          <a:xfrm>
            <a:off x="850392" y="3662172"/>
            <a:ext cx="402336" cy="402336"/>
          </a:xfrm>
          <a:prstGeom prst="ellipse">
            <a:avLst/>
          </a:prstGeom>
          <a:solidFill>
            <a:srgbClr val="322014"/>
          </a:solidFill>
          <a:ln/>
        </p:spPr>
        <p:txBody>
          <a:bodyPr>
            <a:noAutofit/>
          </a:bodyPr>
          <a:p/>
        </p:txBody>
      </p:sp>
      <p:sp>
        <p:nvSpPr>
          <p:cNvPr id="12" name="shape:012"/>
          <p:cNvSpPr/>
          <p:nvPr/>
        </p:nvSpPr>
        <p:spPr>
          <a:xfrm>
            <a:off x="850392" y="3662172"/>
            <a:ext cx="402336" cy="402336"/>
          </a:xfrm>
          <a:prstGeom prst="rect">
            <a:avLst/>
          </a:prstGeom>
          <a:noFill/>
          <a:ln/>
        </p:spPr>
        <p:txBody>
          <a:bodyPr wrap="square" lIns="381" tIns="381" rIns="381" bIns="381" rtlCol="0" anchor="ctr">
            <a:noAutofit/>
          </a:bodyPr>
          <a:lstStyle/>
          <a:p>
            <a:pPr algn="ctr" indent="0" marL="0">
              <a:buNone/>
            </a:pPr>
            <a:r>
              <a:rPr lang="en-US" sz="1400" b="1" dirty="0">
                <a:solidFill>
                  <a:srgbClr val="FFFFFF"/>
                </a:solidFill>
                <a:latin typeface="Yu Gothic" pitchFamily="34" charset="0"/>
                <a:ea typeface="Yu Gothic" pitchFamily="34" charset="-122"/>
                <a:cs typeface="Yu Gothic" pitchFamily="34" charset="-120"/>
              </a:rPr>
              <a:t>1</a:t>
            </a:r>
            <a:endParaRPr lang="en-US" sz="1400" dirty="0"/>
          </a:p>
        </p:txBody>
      </p:sp>
      <p:sp>
        <p:nvSpPr>
          <p:cNvPr id="13" name="shape:013"/>
          <p:cNvSpPr/>
          <p:nvPr/>
        </p:nvSpPr>
        <p:spPr>
          <a:xfrm>
            <a:off x="1353312" y="3561588"/>
            <a:ext cx="1567830" cy="292608"/>
          </a:xfrm>
          <a:prstGeom prst="rect">
            <a:avLst/>
          </a:prstGeom>
          <a:noFill/>
          <a:ln/>
        </p:spPr>
        <p:txBody>
          <a:bodyPr wrap="square" lIns="381" tIns="381" rIns="381" bIns="381" rtlCol="0" anchor="t">
            <a:noAutofit/>
          </a:bodyPr>
          <a:lstStyle/>
          <a:p>
            <a:pPr algn="l" indent="0" marL="0">
              <a:buNone/>
            </a:pPr>
            <a:r>
              <a:rPr lang="en-US" sz="1300" b="1" dirty="0">
                <a:solidFill>
                  <a:srgbClr val="322014"/>
                </a:solidFill>
                <a:latin typeface="Yu Gothic" pitchFamily="34" charset="0"/>
                <a:ea typeface="Yu Gothic" pitchFamily="34" charset="-122"/>
                <a:cs typeface="Yu Gothic" pitchFamily="34" charset="-120"/>
              </a:rPr>
              <a:t>タイトル 2</a:t>
            </a:r>
            <a:endParaRPr lang="en-US" sz="1300" dirty="0"/>
          </a:p>
        </p:txBody>
      </p:sp>
      <p:sp>
        <p:nvSpPr>
          <p:cNvPr id="14" name="shape:014"/>
          <p:cNvSpPr/>
          <p:nvPr/>
        </p:nvSpPr>
        <p:spPr>
          <a:xfrm>
            <a:off x="1353312" y="3872484"/>
            <a:ext cx="1567830" cy="457200"/>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Text 1</a:t>
            </a:r>
            <a:endParaRPr lang="en-US" sz="1050" dirty="0"/>
          </a:p>
        </p:txBody>
      </p:sp>
      <p:sp>
        <p:nvSpPr>
          <p:cNvPr id="15" name="shape:015"/>
          <p:cNvSpPr/>
          <p:nvPr/>
        </p:nvSpPr>
        <p:spPr>
          <a:xfrm>
            <a:off x="2783982" y="3177540"/>
            <a:ext cx="2527950" cy="1371600"/>
          </a:xfrm>
          <a:prstGeom prst="chevron">
            <a:avLst/>
          </a:prstGeom>
          <a:solidFill>
            <a:srgbClr val="EFEEE8"/>
          </a:solidFill>
          <a:ln/>
        </p:spPr>
        <p:txBody>
          <a:bodyPr>
            <a:noAutofit/>
          </a:bodyPr>
          <a:p/>
        </p:txBody>
      </p:sp>
      <p:sp>
        <p:nvSpPr>
          <p:cNvPr id="16" name="shape:016"/>
          <p:cNvSpPr/>
          <p:nvPr/>
        </p:nvSpPr>
        <p:spPr>
          <a:xfrm>
            <a:off x="3058302" y="3662172"/>
            <a:ext cx="402336" cy="402336"/>
          </a:xfrm>
          <a:prstGeom prst="ellipse">
            <a:avLst/>
          </a:prstGeom>
          <a:solidFill>
            <a:srgbClr val="322014"/>
          </a:solidFill>
          <a:ln/>
        </p:spPr>
        <p:txBody>
          <a:bodyPr>
            <a:noAutofit/>
          </a:bodyPr>
          <a:p/>
        </p:txBody>
      </p:sp>
      <p:sp>
        <p:nvSpPr>
          <p:cNvPr id="17" name="shape:017"/>
          <p:cNvSpPr/>
          <p:nvPr/>
        </p:nvSpPr>
        <p:spPr>
          <a:xfrm>
            <a:off x="3058302" y="3662172"/>
            <a:ext cx="402336" cy="402336"/>
          </a:xfrm>
          <a:prstGeom prst="rect">
            <a:avLst/>
          </a:prstGeom>
          <a:noFill/>
          <a:ln/>
        </p:spPr>
        <p:txBody>
          <a:bodyPr wrap="square" lIns="381" tIns="381" rIns="381" bIns="381" rtlCol="0" anchor="ctr">
            <a:noAutofit/>
          </a:bodyPr>
          <a:lstStyle/>
          <a:p>
            <a:pPr algn="ctr" indent="0" marL="0">
              <a:buNone/>
            </a:pPr>
            <a:r>
              <a:rPr lang="en-US" sz="1400" b="1" dirty="0">
                <a:solidFill>
                  <a:srgbClr val="FFFFFF"/>
                </a:solidFill>
                <a:latin typeface="Yu Gothic" pitchFamily="34" charset="0"/>
                <a:ea typeface="Yu Gothic" pitchFamily="34" charset="-122"/>
                <a:cs typeface="Yu Gothic" pitchFamily="34" charset="-120"/>
              </a:rPr>
              <a:t>2</a:t>
            </a:r>
            <a:endParaRPr lang="en-US" sz="1400" dirty="0"/>
          </a:p>
        </p:txBody>
      </p:sp>
      <p:sp>
        <p:nvSpPr>
          <p:cNvPr id="18" name="shape:018"/>
          <p:cNvSpPr/>
          <p:nvPr/>
        </p:nvSpPr>
        <p:spPr>
          <a:xfrm>
            <a:off x="3561222" y="3561588"/>
            <a:ext cx="1567830" cy="292608"/>
          </a:xfrm>
          <a:prstGeom prst="rect">
            <a:avLst/>
          </a:prstGeom>
          <a:noFill/>
          <a:ln/>
        </p:spPr>
        <p:txBody>
          <a:bodyPr wrap="square" lIns="381" tIns="381" rIns="381" bIns="381" rtlCol="0" anchor="t">
            <a:noAutofit/>
          </a:bodyPr>
          <a:lstStyle/>
          <a:p>
            <a:pPr algn="l" indent="0" marL="0">
              <a:buNone/>
            </a:pPr>
            <a:r>
              <a:rPr lang="en-US" sz="1300" b="1" dirty="0">
                <a:solidFill>
                  <a:srgbClr val="322014"/>
                </a:solidFill>
                <a:latin typeface="Yu Gothic" pitchFamily="34" charset="0"/>
                <a:ea typeface="Yu Gothic" pitchFamily="34" charset="-122"/>
                <a:cs typeface="Yu Gothic" pitchFamily="34" charset="-120"/>
              </a:rPr>
              <a:t>タイトル 3</a:t>
            </a:r>
            <a:endParaRPr lang="en-US" sz="1300" dirty="0"/>
          </a:p>
        </p:txBody>
      </p:sp>
      <p:sp>
        <p:nvSpPr>
          <p:cNvPr id="19" name="shape:019"/>
          <p:cNvSpPr/>
          <p:nvPr/>
        </p:nvSpPr>
        <p:spPr>
          <a:xfrm>
            <a:off x="3561222" y="3872484"/>
            <a:ext cx="1567830" cy="457200"/>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Text 2</a:t>
            </a:r>
            <a:endParaRPr lang="en-US" sz="1050" dirty="0"/>
          </a:p>
        </p:txBody>
      </p:sp>
      <p:sp>
        <p:nvSpPr>
          <p:cNvPr id="20" name="shape:020"/>
          <p:cNvSpPr/>
          <p:nvPr/>
        </p:nvSpPr>
        <p:spPr>
          <a:xfrm>
            <a:off x="4991892" y="3177540"/>
            <a:ext cx="2527950" cy="1371600"/>
          </a:xfrm>
          <a:prstGeom prst="chevron">
            <a:avLst/>
          </a:prstGeom>
          <a:solidFill>
            <a:srgbClr val="EFEEE8"/>
          </a:solidFill>
          <a:ln/>
        </p:spPr>
        <p:txBody>
          <a:bodyPr>
            <a:noAutofit/>
          </a:bodyPr>
          <a:p/>
        </p:txBody>
      </p:sp>
      <p:sp>
        <p:nvSpPr>
          <p:cNvPr id="21" name="shape:021"/>
          <p:cNvSpPr/>
          <p:nvPr/>
        </p:nvSpPr>
        <p:spPr>
          <a:xfrm>
            <a:off x="5266212" y="3662172"/>
            <a:ext cx="402336" cy="402336"/>
          </a:xfrm>
          <a:prstGeom prst="ellipse">
            <a:avLst/>
          </a:prstGeom>
          <a:solidFill>
            <a:srgbClr val="322014"/>
          </a:solidFill>
          <a:ln/>
        </p:spPr>
        <p:txBody>
          <a:bodyPr>
            <a:noAutofit/>
          </a:bodyPr>
          <a:p/>
        </p:txBody>
      </p:sp>
      <p:sp>
        <p:nvSpPr>
          <p:cNvPr id="22" name="shape:022"/>
          <p:cNvSpPr/>
          <p:nvPr/>
        </p:nvSpPr>
        <p:spPr>
          <a:xfrm>
            <a:off x="5266212" y="3662172"/>
            <a:ext cx="402336" cy="402336"/>
          </a:xfrm>
          <a:prstGeom prst="rect">
            <a:avLst/>
          </a:prstGeom>
          <a:noFill/>
          <a:ln/>
        </p:spPr>
        <p:txBody>
          <a:bodyPr wrap="square" lIns="381" tIns="381" rIns="381" bIns="381" rtlCol="0" anchor="ctr">
            <a:noAutofit/>
          </a:bodyPr>
          <a:lstStyle/>
          <a:p>
            <a:pPr algn="ctr" indent="0" marL="0">
              <a:buNone/>
            </a:pPr>
            <a:r>
              <a:rPr lang="en-US" sz="1400" b="1" dirty="0">
                <a:solidFill>
                  <a:srgbClr val="FFFFFF"/>
                </a:solidFill>
                <a:latin typeface="Yu Gothic" pitchFamily="34" charset="0"/>
                <a:ea typeface="Yu Gothic" pitchFamily="34" charset="-122"/>
                <a:cs typeface="Yu Gothic" pitchFamily="34" charset="-120"/>
              </a:rPr>
              <a:t>3</a:t>
            </a:r>
            <a:endParaRPr lang="en-US" sz="1400" dirty="0"/>
          </a:p>
        </p:txBody>
      </p:sp>
      <p:sp>
        <p:nvSpPr>
          <p:cNvPr id="23" name="shape:023"/>
          <p:cNvSpPr/>
          <p:nvPr/>
        </p:nvSpPr>
        <p:spPr>
          <a:xfrm>
            <a:off x="5769132" y="3561588"/>
            <a:ext cx="1567830" cy="292608"/>
          </a:xfrm>
          <a:prstGeom prst="rect">
            <a:avLst/>
          </a:prstGeom>
          <a:noFill/>
          <a:ln/>
        </p:spPr>
        <p:txBody>
          <a:bodyPr wrap="square" lIns="381" tIns="381" rIns="381" bIns="381" rtlCol="0" anchor="t">
            <a:noAutofit/>
          </a:bodyPr>
          <a:lstStyle/>
          <a:p>
            <a:pPr algn="l" indent="0" marL="0">
              <a:buNone/>
            </a:pPr>
            <a:r>
              <a:rPr lang="en-US" sz="1300" b="1" dirty="0">
                <a:solidFill>
                  <a:srgbClr val="322014"/>
                </a:solidFill>
                <a:latin typeface="Yu Gothic" pitchFamily="34" charset="0"/>
                <a:ea typeface="Yu Gothic" pitchFamily="34" charset="-122"/>
                <a:cs typeface="Yu Gothic" pitchFamily="34" charset="-120"/>
              </a:rPr>
              <a:t>タイトル 4</a:t>
            </a:r>
            <a:endParaRPr lang="en-US" sz="1300" dirty="0"/>
          </a:p>
        </p:txBody>
      </p:sp>
      <p:sp>
        <p:nvSpPr>
          <p:cNvPr id="24" name="shape:024"/>
          <p:cNvSpPr/>
          <p:nvPr/>
        </p:nvSpPr>
        <p:spPr>
          <a:xfrm>
            <a:off x="5769132" y="3872484"/>
            <a:ext cx="1567830" cy="457200"/>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Text 3</a:t>
            </a:r>
            <a:endParaRPr lang="en-US" sz="1050" dirty="0"/>
          </a:p>
        </p:txBody>
      </p:sp>
      <p:sp>
        <p:nvSpPr>
          <p:cNvPr id="25" name="shape:025"/>
          <p:cNvSpPr/>
          <p:nvPr/>
        </p:nvSpPr>
        <p:spPr>
          <a:xfrm>
            <a:off x="7199803" y="3177540"/>
            <a:ext cx="2527950" cy="1371600"/>
          </a:xfrm>
          <a:prstGeom prst="chevron">
            <a:avLst/>
          </a:prstGeom>
          <a:solidFill>
            <a:srgbClr val="EFEEE8"/>
          </a:solidFill>
          <a:ln/>
        </p:spPr>
        <p:txBody>
          <a:bodyPr>
            <a:noAutofit/>
          </a:bodyPr>
          <a:p/>
        </p:txBody>
      </p:sp>
      <p:sp>
        <p:nvSpPr>
          <p:cNvPr id="26" name="shape:026"/>
          <p:cNvSpPr/>
          <p:nvPr/>
        </p:nvSpPr>
        <p:spPr>
          <a:xfrm>
            <a:off x="7474123" y="3662172"/>
            <a:ext cx="402336" cy="402336"/>
          </a:xfrm>
          <a:prstGeom prst="ellipse">
            <a:avLst/>
          </a:prstGeom>
          <a:solidFill>
            <a:srgbClr val="322014"/>
          </a:solidFill>
          <a:ln/>
        </p:spPr>
        <p:txBody>
          <a:bodyPr>
            <a:noAutofit/>
          </a:bodyPr>
          <a:p/>
        </p:txBody>
      </p:sp>
      <p:sp>
        <p:nvSpPr>
          <p:cNvPr id="27" name="shape:027"/>
          <p:cNvSpPr/>
          <p:nvPr/>
        </p:nvSpPr>
        <p:spPr>
          <a:xfrm>
            <a:off x="7474123" y="3662172"/>
            <a:ext cx="402336" cy="402336"/>
          </a:xfrm>
          <a:prstGeom prst="rect">
            <a:avLst/>
          </a:prstGeom>
          <a:noFill/>
          <a:ln/>
        </p:spPr>
        <p:txBody>
          <a:bodyPr wrap="square" lIns="381" tIns="381" rIns="381" bIns="381" rtlCol="0" anchor="ctr">
            <a:noAutofit/>
          </a:bodyPr>
          <a:lstStyle/>
          <a:p>
            <a:pPr algn="ctr" indent="0" marL="0">
              <a:buNone/>
            </a:pPr>
            <a:r>
              <a:rPr lang="en-US" sz="1400" b="1" dirty="0">
                <a:solidFill>
                  <a:srgbClr val="FFFFFF"/>
                </a:solidFill>
                <a:latin typeface="Yu Gothic" pitchFamily="34" charset="0"/>
                <a:ea typeface="Yu Gothic" pitchFamily="34" charset="-122"/>
                <a:cs typeface="Yu Gothic" pitchFamily="34" charset="-120"/>
              </a:rPr>
              <a:t>4</a:t>
            </a:r>
            <a:endParaRPr lang="en-US" sz="1400" dirty="0"/>
          </a:p>
        </p:txBody>
      </p:sp>
      <p:sp>
        <p:nvSpPr>
          <p:cNvPr id="28" name="shape:028"/>
          <p:cNvSpPr/>
          <p:nvPr/>
        </p:nvSpPr>
        <p:spPr>
          <a:xfrm>
            <a:off x="7977043" y="3561588"/>
            <a:ext cx="1567830" cy="292608"/>
          </a:xfrm>
          <a:prstGeom prst="rect">
            <a:avLst/>
          </a:prstGeom>
          <a:noFill/>
          <a:ln/>
        </p:spPr>
        <p:txBody>
          <a:bodyPr wrap="square" lIns="381" tIns="381" rIns="381" bIns="381" rtlCol="0" anchor="t">
            <a:noAutofit/>
          </a:bodyPr>
          <a:lstStyle/>
          <a:p>
            <a:pPr algn="l" indent="0" marL="0">
              <a:buNone/>
            </a:pPr>
            <a:r>
              <a:rPr lang="en-US" sz="1300" b="1" dirty="0">
                <a:solidFill>
                  <a:srgbClr val="322014"/>
                </a:solidFill>
                <a:latin typeface="Yu Gothic" pitchFamily="34" charset="0"/>
                <a:ea typeface="Yu Gothic" pitchFamily="34" charset="-122"/>
                <a:cs typeface="Yu Gothic" pitchFamily="34" charset="-120"/>
              </a:rPr>
              <a:t>タイトル 5</a:t>
            </a:r>
            <a:endParaRPr lang="en-US" sz="1300" dirty="0"/>
          </a:p>
        </p:txBody>
      </p:sp>
      <p:sp>
        <p:nvSpPr>
          <p:cNvPr id="29" name="shape:029"/>
          <p:cNvSpPr/>
          <p:nvPr/>
        </p:nvSpPr>
        <p:spPr>
          <a:xfrm>
            <a:off x="7977043" y="3872484"/>
            <a:ext cx="1567830" cy="457200"/>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Text 4</a:t>
            </a:r>
            <a:endParaRPr lang="en-US" sz="1050" dirty="0"/>
          </a:p>
        </p:txBody>
      </p:sp>
      <p:sp>
        <p:nvSpPr>
          <p:cNvPr id="30" name="shape:030"/>
          <p:cNvSpPr/>
          <p:nvPr/>
        </p:nvSpPr>
        <p:spPr>
          <a:xfrm>
            <a:off x="9407713" y="3177540"/>
            <a:ext cx="2527950" cy="1371600"/>
          </a:xfrm>
          <a:prstGeom prst="chevron">
            <a:avLst/>
          </a:prstGeom>
          <a:solidFill>
            <a:srgbClr val="EFEEE8"/>
          </a:solidFill>
          <a:ln/>
        </p:spPr>
        <p:txBody>
          <a:bodyPr>
            <a:noAutofit/>
          </a:bodyPr>
          <a:p/>
        </p:txBody>
      </p:sp>
      <p:sp>
        <p:nvSpPr>
          <p:cNvPr id="31" name="shape:031"/>
          <p:cNvSpPr/>
          <p:nvPr/>
        </p:nvSpPr>
        <p:spPr>
          <a:xfrm>
            <a:off x="9682033" y="3662172"/>
            <a:ext cx="402336" cy="402336"/>
          </a:xfrm>
          <a:prstGeom prst="ellipse">
            <a:avLst/>
          </a:prstGeom>
          <a:solidFill>
            <a:srgbClr val="322014"/>
          </a:solidFill>
          <a:ln/>
        </p:spPr>
        <p:txBody>
          <a:bodyPr>
            <a:noAutofit/>
          </a:bodyPr>
          <a:p/>
        </p:txBody>
      </p:sp>
      <p:sp>
        <p:nvSpPr>
          <p:cNvPr id="32" name="shape:032"/>
          <p:cNvSpPr/>
          <p:nvPr/>
        </p:nvSpPr>
        <p:spPr>
          <a:xfrm>
            <a:off x="9682033" y="3662172"/>
            <a:ext cx="402336" cy="402336"/>
          </a:xfrm>
          <a:prstGeom prst="rect">
            <a:avLst/>
          </a:prstGeom>
          <a:noFill/>
          <a:ln/>
        </p:spPr>
        <p:txBody>
          <a:bodyPr wrap="square" lIns="381" tIns="381" rIns="381" bIns="381" rtlCol="0" anchor="ctr">
            <a:noAutofit/>
          </a:bodyPr>
          <a:lstStyle/>
          <a:p>
            <a:pPr algn="ctr" indent="0" marL="0">
              <a:buNone/>
            </a:pPr>
            <a:r>
              <a:rPr lang="en-US" sz="1400" b="1" dirty="0">
                <a:solidFill>
                  <a:srgbClr val="FFFFFF"/>
                </a:solidFill>
                <a:latin typeface="Yu Gothic" pitchFamily="34" charset="0"/>
                <a:ea typeface="Yu Gothic" pitchFamily="34" charset="-122"/>
                <a:cs typeface="Yu Gothic" pitchFamily="34" charset="-120"/>
              </a:rPr>
              <a:t>5</a:t>
            </a:r>
            <a:endParaRPr lang="en-US" sz="1400" dirty="0"/>
          </a:p>
        </p:txBody>
      </p:sp>
      <p:sp>
        <p:nvSpPr>
          <p:cNvPr id="33" name="shape:033"/>
          <p:cNvSpPr/>
          <p:nvPr/>
        </p:nvSpPr>
        <p:spPr>
          <a:xfrm>
            <a:off x="10184953" y="3561588"/>
            <a:ext cx="1567830" cy="292608"/>
          </a:xfrm>
          <a:prstGeom prst="rect">
            <a:avLst/>
          </a:prstGeom>
          <a:noFill/>
          <a:ln/>
        </p:spPr>
        <p:txBody>
          <a:bodyPr wrap="square" lIns="381" tIns="381" rIns="381" bIns="381" rtlCol="0" anchor="t">
            <a:noAutofit/>
          </a:bodyPr>
          <a:lstStyle/>
          <a:p>
            <a:pPr algn="l" indent="0" marL="0">
              <a:buNone/>
            </a:pPr>
            <a:r>
              <a:rPr lang="en-US" sz="1300" b="1" dirty="0">
                <a:solidFill>
                  <a:srgbClr val="322014"/>
                </a:solidFill>
                <a:latin typeface="Yu Gothic" pitchFamily="34" charset="0"/>
                <a:ea typeface="Yu Gothic" pitchFamily="34" charset="-122"/>
                <a:cs typeface="Yu Gothic" pitchFamily="34" charset="-120"/>
              </a:rPr>
              <a:t>タイトル 6</a:t>
            </a:r>
            <a:endParaRPr lang="en-US" sz="1300" dirty="0"/>
          </a:p>
        </p:txBody>
      </p:sp>
      <p:sp>
        <p:nvSpPr>
          <p:cNvPr id="34" name="shape:034"/>
          <p:cNvSpPr/>
          <p:nvPr/>
        </p:nvSpPr>
        <p:spPr>
          <a:xfrm>
            <a:off x="10184953" y="3872484"/>
            <a:ext cx="1567830" cy="457200"/>
          </a:xfrm>
          <a:prstGeom prst="rect">
            <a:avLst/>
          </a:prstGeom>
          <a:noFill/>
          <a:ln/>
        </p:spPr>
        <p:txBody>
          <a:bodyPr wrap="square" lIns="381" tIns="381" rIns="381" bIns="381" rtlCol="0" anchor="t">
            <a:noAutofit/>
          </a:bodyPr>
          <a:lstStyle/>
          <a:p>
            <a:pPr algn="l" indent="0" marL="0">
              <a:buNone/>
            </a:pPr>
            <a:r>
              <a:rPr lang="en-US" sz="1050" dirty="0">
                <a:solidFill>
                  <a:srgbClr val="322014"/>
                </a:solidFill>
                <a:latin typeface="Yu Gothic" pitchFamily="34" charset="0"/>
                <a:ea typeface="Yu Gothic" pitchFamily="34" charset="-122"/>
                <a:cs typeface="Yu Gothic" pitchFamily="34" charset="-120"/>
              </a:rPr>
              <a:t>Text 5</a:t>
            </a:r>
            <a:endParaRPr lang="en-US" sz="1050" dirty="0"/>
          </a:p>
        </p:txBody>
      </p:sp>
      <p:sp>
        <p:nvSpPr>
          <p:cNvPr id="35"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矢羽の段階（全体像の見出し）</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