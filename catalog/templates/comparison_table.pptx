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"comparison_table", "upstream_commit": "e5dd04dc6f1acf010046d2fc7319bcf5242a849a", "source_pptx_slide": 28,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10  COMPARISON_TABLE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選択肢の比較表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28</a:t>
            </a:r>
            <a:endParaRPr lang="en-US" sz="750" dirty="0"/>
          </a:p>
        </p:txBody>
      </p:sp>
      <p:graphicFrame>
        <p:nvGraphicFramePr>
          <p:cNvPr id="29" name="shape:029"/>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2194560"/>
                <a:gridCol w="2194560"/>
                <a:gridCol w="2194560"/>
                <a:gridCol w="450799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評価軸</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自社</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競合</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含意</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1</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ラベル5</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ラベル6</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3</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ラベル8</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ラベル9</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5</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6</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選択肢の比較表</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