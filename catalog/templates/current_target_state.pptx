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"current_target_state", "upstream_commit": "e5dd04dc6f1acf010046d2fc7319bcf5242a849a", "source_pptx_slide": 50,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26  CURRENT_TARGET_STATE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現状と目指す姿</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50</a:t>
            </a:r>
            <a:endParaRPr lang="en-US" sz="750" dirty="0"/>
          </a:p>
        </p:txBody>
      </p:sp>
      <p:sp>
        <p:nvSpPr>
          <p:cNvPr id="10" name="shape:010"/>
          <p:cNvSpPr/>
          <p:nvPr/>
        </p:nvSpPr>
        <p:spPr>
          <a:xfrm>
            <a:off x="850392"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ラベル1</a:t>
            </a:r>
            <a:endParaRPr lang="en-US" sz="1400" dirty="0"/>
          </a:p>
        </p:txBody>
      </p:sp>
      <p:sp>
        <p:nvSpPr>
          <p:cNvPr id="11" name="shape:011"/>
          <p:cNvSpPr/>
          <p:nvPr/>
        </p:nvSpPr>
        <p:spPr>
          <a:xfrm>
            <a:off x="850392" y="3353562"/>
            <a:ext cx="4559656" cy="0"/>
          </a:xfrm>
          <a:prstGeom prst="line">
            <a:avLst/>
          </a:prstGeom>
          <a:noFill/>
          <a:ln w="20320">
            <a:solidFill>
              <a:srgbClr val="322014"/>
            </a:solidFill>
            <a:prstDash val="solid"/>
          </a:ln>
        </p:spPr>
        <p:txBody>
          <a:bodyPr>
            <a:noAutofit/>
          </a:bodyPr>
          <a:p/>
        </p:txBody>
      </p:sp>
      <p:sp>
        <p:nvSpPr>
          <p:cNvPr id="12" name="shape:012"/>
          <p:cNvSpPr/>
          <p:nvPr/>
        </p:nvSpPr>
        <p:spPr>
          <a:xfrm>
            <a:off x="850392"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Text 1</a:t>
            </a:r>
            <a:endParaRPr lang="en-US" sz="1500" dirty="0"/>
          </a:p>
        </p:txBody>
      </p:sp>
      <p:sp>
        <p:nvSpPr>
          <p:cNvPr id="13" name="shape:013"/>
          <p:cNvSpPr/>
          <p:nvPr/>
        </p:nvSpPr>
        <p:spPr>
          <a:xfrm>
            <a:off x="850392"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3</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4</a:t>
            </a:r>
            <a:endParaRPr lang="en-US" sz="1200" dirty="0"/>
          </a:p>
        </p:txBody>
      </p:sp>
      <p:sp>
        <p:nvSpPr>
          <p:cNvPr id="14" name="shape:014"/>
          <p:cNvSpPr/>
          <p:nvPr/>
        </p:nvSpPr>
        <p:spPr>
          <a:xfrm>
            <a:off x="6781648" y="3006090"/>
            <a:ext cx="4559656" cy="292608"/>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ラベル2</a:t>
            </a:r>
            <a:endParaRPr lang="en-US" sz="1400" dirty="0"/>
          </a:p>
        </p:txBody>
      </p:sp>
      <p:sp>
        <p:nvSpPr>
          <p:cNvPr id="15" name="shape:015"/>
          <p:cNvSpPr/>
          <p:nvPr/>
        </p:nvSpPr>
        <p:spPr>
          <a:xfrm>
            <a:off x="6781648" y="3353562"/>
            <a:ext cx="4559656" cy="0"/>
          </a:xfrm>
          <a:prstGeom prst="line">
            <a:avLst/>
          </a:prstGeom>
          <a:noFill/>
          <a:ln w="20320">
            <a:solidFill>
              <a:srgbClr val="5A3921"/>
            </a:solidFill>
            <a:prstDash val="solid"/>
          </a:ln>
        </p:spPr>
        <p:txBody>
          <a:bodyPr>
            <a:noAutofit/>
          </a:bodyPr>
          <a:p/>
        </p:txBody>
      </p:sp>
      <p:sp>
        <p:nvSpPr>
          <p:cNvPr id="16" name="shape:016"/>
          <p:cNvSpPr/>
          <p:nvPr/>
        </p:nvSpPr>
        <p:spPr>
          <a:xfrm>
            <a:off x="6781648" y="3499866"/>
            <a:ext cx="4559656" cy="36576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Text 5</a:t>
            </a:r>
            <a:endParaRPr lang="en-US" sz="1500" dirty="0"/>
          </a:p>
        </p:txBody>
      </p:sp>
      <p:sp>
        <p:nvSpPr>
          <p:cNvPr id="17" name="shape:017"/>
          <p:cNvSpPr/>
          <p:nvPr/>
        </p:nvSpPr>
        <p:spPr>
          <a:xfrm>
            <a:off x="6781648" y="4030218"/>
            <a:ext cx="4559656" cy="192024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6</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7</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8</a:t>
            </a:r>
            <a:endParaRPr lang="en-US" sz="1200" dirty="0"/>
          </a:p>
        </p:txBody>
      </p:sp>
      <p:sp>
        <p:nvSpPr>
          <p:cNvPr id="18" name="shape:018"/>
          <p:cNvSpPr/>
          <p:nvPr/>
        </p:nvSpPr>
        <p:spPr>
          <a:xfrm>
            <a:off x="5912968" y="3298698"/>
            <a:ext cx="365760" cy="548640"/>
          </a:xfrm>
          <a:prstGeom prst="rect">
            <a:avLst/>
          </a:prstGeom>
          <a:noFill/>
          <a:ln/>
        </p:spPr>
        <p:txBody>
          <a:bodyPr wrap="square" lIns="0" tIns="0" rIns="0" bIns="0" rtlCol="0" anchor="ctr">
            <a:noAutofit/>
          </a:bodyPr>
          <a:lstStyle/>
          <a:p>
            <a:pPr algn="ctr" indent="0" marL="0">
              <a:buNone/>
            </a:pPr>
            <a:r>
              <a:rPr lang="en-US" sz="3000" dirty="0">
                <a:solidFill>
                  <a:srgbClr val="8A7B6B"/>
                </a:solidFill>
                <a:latin typeface="Yu Gothic" pitchFamily="34" charset="0"/>
                <a:ea typeface="Yu Gothic" pitchFamily="34" charset="-122"/>
                <a:cs typeface="Yu Gothic" pitchFamily="34" charset="-120"/>
              </a:rPr>
              <a:t>›</a:t>
            </a:r>
            <a:endParaRPr lang="en-US" sz="3000" dirty="0"/>
          </a:p>
        </p:txBody>
      </p:sp>
      <p:sp>
        <p:nvSpPr>
          <p:cNvPr id="1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現状と目指す姿</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