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"cycle", "upstream_commit": "e5dd04dc6f1acf010046d2fc7319bcf5242a849a", "source_pptx_slide": 56,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29  CYCLE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循環サイクル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56</a:t>
            </a:r>
            <a:endParaRPr lang="en-US" sz="750" dirty="0"/>
          </a:p>
        </p:txBody>
      </p:sp>
      <p:sp>
        <p:nvSpPr>
          <p:cNvPr id="10" name="shape:010"/>
          <p:cNvSpPr/>
          <p:nvPr/>
        </p:nvSpPr>
        <p:spPr>
          <a:xfrm>
            <a:off x="2255368" y="2377440"/>
            <a:ext cx="7680960" cy="3200400"/>
          </a:xfrm>
          <a:prstGeom prst="ellipse">
            <a:avLst/>
          </a:prstGeom>
          <a:ln w="12700">
            <a:solidFill>
              <a:srgbClr val="E2DCD2"/>
            </a:solidFill>
            <a:prstDash val="dash"/>
          </a:ln>
        </p:spPr>
        <p:txBody>
          <a:bodyPr>
            <a:noAutofit/>
          </a:bodyPr>
          <a:p/>
        </p:txBody>
      </p:sp>
      <p:sp>
        <p:nvSpPr>
          <p:cNvPr id="11" name="shape:011"/>
          <p:cNvSpPr/>
          <p:nvPr/>
        </p:nvSpPr>
        <p:spPr>
          <a:xfrm rot="2160000">
            <a:off x="7330830" y="3083555"/>
            <a:ext cx="329184" cy="182880"/>
          </a:xfrm>
          <a:prstGeom prst="rightArrow">
            <a:avLst/>
          </a:prstGeom>
          <a:solidFill>
            <a:srgbClr val="5A3921"/>
          </a:solidFill>
          <a:ln/>
        </p:spPr>
        <p:txBody>
          <a:bodyPr>
            <a:noAutofit/>
          </a:bodyPr>
          <a:p/>
        </p:txBody>
      </p:sp>
      <p:sp>
        <p:nvSpPr>
          <p:cNvPr id="12" name="shape:012"/>
          <p:cNvSpPr/>
          <p:nvPr/>
        </p:nvSpPr>
        <p:spPr>
          <a:xfrm rot="6480000">
            <a:off x="8195814" y="4192783"/>
            <a:ext cx="329184" cy="182880"/>
          </a:xfrm>
          <a:prstGeom prst="rightArrow">
            <a:avLst/>
          </a:prstGeom>
          <a:solidFill>
            <a:srgbClr val="5A3921"/>
          </a:solidFill>
          <a:ln/>
        </p:spPr>
        <p:txBody>
          <a:bodyPr>
            <a:noAutofit/>
          </a:bodyPr>
          <a:p/>
        </p:txBody>
      </p:sp>
      <p:sp>
        <p:nvSpPr>
          <p:cNvPr id="13" name="shape:013"/>
          <p:cNvSpPr/>
          <p:nvPr/>
        </p:nvSpPr>
        <p:spPr>
          <a:xfrm rot="10800000">
            <a:off x="5931256" y="4878324"/>
            <a:ext cx="329184" cy="182880"/>
          </a:xfrm>
          <a:prstGeom prst="rightArrow">
            <a:avLst/>
          </a:prstGeom>
          <a:solidFill>
            <a:srgbClr val="5A3921"/>
          </a:solidFill>
          <a:ln/>
        </p:spPr>
        <p:txBody>
          <a:bodyPr>
            <a:noAutofit/>
          </a:bodyPr>
          <a:p/>
        </p:txBody>
      </p:sp>
      <p:sp>
        <p:nvSpPr>
          <p:cNvPr id="14" name="shape:014"/>
          <p:cNvSpPr/>
          <p:nvPr/>
        </p:nvSpPr>
        <p:spPr>
          <a:xfrm rot="15120000">
            <a:off x="3666697" y="4192783"/>
            <a:ext cx="329184" cy="182880"/>
          </a:xfrm>
          <a:prstGeom prst="rightArrow">
            <a:avLst/>
          </a:prstGeom>
          <a:solidFill>
            <a:srgbClr val="5A3921"/>
          </a:solidFill>
          <a:ln/>
        </p:spPr>
        <p:txBody>
          <a:bodyPr>
            <a:noAutofit/>
          </a:bodyPr>
          <a:p/>
        </p:txBody>
      </p:sp>
      <p:sp>
        <p:nvSpPr>
          <p:cNvPr id="15" name="shape:015"/>
          <p:cNvSpPr/>
          <p:nvPr/>
        </p:nvSpPr>
        <p:spPr>
          <a:xfrm rot="19440000">
            <a:off x="4531682" y="3083555"/>
            <a:ext cx="329184" cy="182880"/>
          </a:xfrm>
          <a:prstGeom prst="rightArrow">
            <a:avLst/>
          </a:prstGeom>
          <a:solidFill>
            <a:srgbClr val="5A3921"/>
          </a:solidFill>
          <a:ln/>
        </p:spPr>
        <p:txBody>
          <a:bodyPr>
            <a:noAutofit/>
          </a:bodyPr>
          <a:p/>
        </p:txBody>
      </p:sp>
      <p:sp>
        <p:nvSpPr>
          <p:cNvPr id="16" name="shape:016"/>
          <p:cNvSpPr/>
          <p:nvPr/>
        </p:nvSpPr>
        <p:spPr>
          <a:xfrm>
            <a:off x="5867248" y="1810512"/>
            <a:ext cx="457200" cy="457200"/>
          </a:xfrm>
          <a:prstGeom prst="ellipse">
            <a:avLst/>
          </a:prstGeom>
          <a:ln w="19050">
            <a:solidFill>
              <a:srgbClr val="322014"/>
            </a:solidFill>
            <a:prstDash val="solid"/>
          </a:ln>
        </p:spPr>
        <p:txBody>
          <a:bodyPr>
            <a:noAutofit/>
          </a:bodyPr>
          <a:p/>
        </p:txBody>
      </p:sp>
      <p:sp>
        <p:nvSpPr>
          <p:cNvPr id="17" name="shape:017"/>
          <p:cNvSpPr/>
          <p:nvPr/>
        </p:nvSpPr>
        <p:spPr>
          <a:xfrm>
            <a:off x="5867248" y="1810512"/>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1</a:t>
            </a:r>
            <a:endParaRPr lang="en-US" sz="1400" dirty="0"/>
          </a:p>
        </p:txBody>
      </p:sp>
      <p:sp>
        <p:nvSpPr>
          <p:cNvPr id="18" name="shape:018"/>
          <p:cNvSpPr/>
          <p:nvPr/>
        </p:nvSpPr>
        <p:spPr>
          <a:xfrm>
            <a:off x="4907128" y="2395728"/>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タイトル 2</a:t>
            </a:r>
            <a:endParaRPr lang="en-US" sz="1350" dirty="0"/>
          </a:p>
        </p:txBody>
      </p:sp>
      <p:sp>
        <p:nvSpPr>
          <p:cNvPr id="19" name="shape:019"/>
          <p:cNvSpPr/>
          <p:nvPr/>
        </p:nvSpPr>
        <p:spPr>
          <a:xfrm>
            <a:off x="4907128" y="2761488"/>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Text 1</a:t>
            </a:r>
            <a:endParaRPr lang="en-US" sz="1100" dirty="0"/>
          </a:p>
        </p:txBody>
      </p:sp>
      <p:sp>
        <p:nvSpPr>
          <p:cNvPr id="20" name="shape:020"/>
          <p:cNvSpPr/>
          <p:nvPr/>
        </p:nvSpPr>
        <p:spPr>
          <a:xfrm>
            <a:off x="9519761" y="2916223"/>
            <a:ext cx="457200" cy="457200"/>
          </a:xfrm>
          <a:prstGeom prst="ellipse">
            <a:avLst/>
          </a:prstGeom>
          <a:ln w="19050">
            <a:solidFill>
              <a:srgbClr val="322014"/>
            </a:solidFill>
            <a:prstDash val="solid"/>
          </a:ln>
        </p:spPr>
        <p:txBody>
          <a:bodyPr>
            <a:noAutofit/>
          </a:bodyPr>
          <a:p/>
        </p:txBody>
      </p:sp>
      <p:sp>
        <p:nvSpPr>
          <p:cNvPr id="21" name="shape:021"/>
          <p:cNvSpPr/>
          <p:nvPr/>
        </p:nvSpPr>
        <p:spPr>
          <a:xfrm>
            <a:off x="9519761"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2</a:t>
            </a:r>
            <a:endParaRPr lang="en-US" sz="1400" dirty="0"/>
          </a:p>
        </p:txBody>
      </p:sp>
      <p:sp>
        <p:nvSpPr>
          <p:cNvPr id="22" name="shape:022"/>
          <p:cNvSpPr/>
          <p:nvPr/>
        </p:nvSpPr>
        <p:spPr>
          <a:xfrm>
            <a:off x="8559641"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タイトル 3</a:t>
            </a:r>
            <a:endParaRPr lang="en-US" sz="1350" dirty="0"/>
          </a:p>
        </p:txBody>
      </p:sp>
      <p:sp>
        <p:nvSpPr>
          <p:cNvPr id="23" name="shape:023"/>
          <p:cNvSpPr/>
          <p:nvPr/>
        </p:nvSpPr>
        <p:spPr>
          <a:xfrm>
            <a:off x="8559641"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Text 2</a:t>
            </a:r>
            <a:endParaRPr lang="en-US" sz="1100" dirty="0"/>
          </a:p>
        </p:txBody>
      </p:sp>
      <p:sp>
        <p:nvSpPr>
          <p:cNvPr id="24" name="shape:024"/>
          <p:cNvSpPr/>
          <p:nvPr/>
        </p:nvSpPr>
        <p:spPr>
          <a:xfrm>
            <a:off x="8124625" y="4705301"/>
            <a:ext cx="457200" cy="457200"/>
          </a:xfrm>
          <a:prstGeom prst="ellipse">
            <a:avLst/>
          </a:prstGeom>
          <a:ln w="19050">
            <a:solidFill>
              <a:srgbClr val="322014"/>
            </a:solidFill>
            <a:prstDash val="solid"/>
          </a:ln>
        </p:spPr>
        <p:txBody>
          <a:bodyPr>
            <a:noAutofit/>
          </a:bodyPr>
          <a:p/>
        </p:txBody>
      </p:sp>
      <p:sp>
        <p:nvSpPr>
          <p:cNvPr id="25" name="shape:025"/>
          <p:cNvSpPr/>
          <p:nvPr/>
        </p:nvSpPr>
        <p:spPr>
          <a:xfrm>
            <a:off x="8124625"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3</a:t>
            </a:r>
            <a:endParaRPr lang="en-US" sz="1400" dirty="0"/>
          </a:p>
        </p:txBody>
      </p:sp>
      <p:sp>
        <p:nvSpPr>
          <p:cNvPr id="26" name="shape:026"/>
          <p:cNvSpPr/>
          <p:nvPr/>
        </p:nvSpPr>
        <p:spPr>
          <a:xfrm>
            <a:off x="7164505"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タイトル 4</a:t>
            </a:r>
            <a:endParaRPr lang="en-US" sz="1350" dirty="0"/>
          </a:p>
        </p:txBody>
      </p:sp>
      <p:sp>
        <p:nvSpPr>
          <p:cNvPr id="27" name="shape:027"/>
          <p:cNvSpPr/>
          <p:nvPr/>
        </p:nvSpPr>
        <p:spPr>
          <a:xfrm>
            <a:off x="7164505"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Text 3</a:t>
            </a:r>
            <a:endParaRPr lang="en-US" sz="1100" dirty="0"/>
          </a:p>
        </p:txBody>
      </p:sp>
      <p:sp>
        <p:nvSpPr>
          <p:cNvPr id="28" name="shape:028"/>
          <p:cNvSpPr/>
          <p:nvPr/>
        </p:nvSpPr>
        <p:spPr>
          <a:xfrm>
            <a:off x="3609870" y="4705301"/>
            <a:ext cx="457200" cy="457200"/>
          </a:xfrm>
          <a:prstGeom prst="ellipse">
            <a:avLst/>
          </a:prstGeom>
          <a:ln w="19050">
            <a:solidFill>
              <a:srgbClr val="322014"/>
            </a:solidFill>
            <a:prstDash val="solid"/>
          </a:ln>
        </p:spPr>
        <p:txBody>
          <a:bodyPr>
            <a:noAutofit/>
          </a:bodyPr>
          <a:p/>
        </p:txBody>
      </p:sp>
      <p:sp>
        <p:nvSpPr>
          <p:cNvPr id="29" name="shape:029"/>
          <p:cNvSpPr/>
          <p:nvPr/>
        </p:nvSpPr>
        <p:spPr>
          <a:xfrm>
            <a:off x="3609870"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4</a:t>
            </a:r>
            <a:endParaRPr lang="en-US" sz="1400" dirty="0"/>
          </a:p>
        </p:txBody>
      </p:sp>
      <p:sp>
        <p:nvSpPr>
          <p:cNvPr id="30" name="shape:030"/>
          <p:cNvSpPr/>
          <p:nvPr/>
        </p:nvSpPr>
        <p:spPr>
          <a:xfrm>
            <a:off x="2649750"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タイトル 5</a:t>
            </a:r>
            <a:endParaRPr lang="en-US" sz="1350" dirty="0"/>
          </a:p>
        </p:txBody>
      </p:sp>
      <p:sp>
        <p:nvSpPr>
          <p:cNvPr id="31" name="shape:031"/>
          <p:cNvSpPr/>
          <p:nvPr/>
        </p:nvSpPr>
        <p:spPr>
          <a:xfrm>
            <a:off x="2649750"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Text 4</a:t>
            </a:r>
            <a:endParaRPr lang="en-US" sz="1100" dirty="0"/>
          </a:p>
        </p:txBody>
      </p:sp>
      <p:sp>
        <p:nvSpPr>
          <p:cNvPr id="32" name="shape:032"/>
          <p:cNvSpPr/>
          <p:nvPr/>
        </p:nvSpPr>
        <p:spPr>
          <a:xfrm>
            <a:off x="2214734" y="2916223"/>
            <a:ext cx="457200" cy="457200"/>
          </a:xfrm>
          <a:prstGeom prst="ellipse">
            <a:avLst/>
          </a:prstGeom>
          <a:ln w="19050">
            <a:solidFill>
              <a:srgbClr val="322014"/>
            </a:solidFill>
            <a:prstDash val="solid"/>
          </a:ln>
        </p:spPr>
        <p:txBody>
          <a:bodyPr>
            <a:noAutofit/>
          </a:bodyPr>
          <a:p/>
        </p:txBody>
      </p:sp>
      <p:sp>
        <p:nvSpPr>
          <p:cNvPr id="33" name="shape:033"/>
          <p:cNvSpPr/>
          <p:nvPr/>
        </p:nvSpPr>
        <p:spPr>
          <a:xfrm>
            <a:off x="2214734"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5</a:t>
            </a:r>
            <a:endParaRPr lang="en-US" sz="1400" dirty="0"/>
          </a:p>
        </p:txBody>
      </p:sp>
      <p:sp>
        <p:nvSpPr>
          <p:cNvPr id="34" name="shape:034"/>
          <p:cNvSpPr/>
          <p:nvPr/>
        </p:nvSpPr>
        <p:spPr>
          <a:xfrm>
            <a:off x="1254614"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タイトル 6</a:t>
            </a:r>
            <a:endParaRPr lang="en-US" sz="1350" dirty="0"/>
          </a:p>
        </p:txBody>
      </p:sp>
      <p:sp>
        <p:nvSpPr>
          <p:cNvPr id="35" name="shape:035"/>
          <p:cNvSpPr/>
          <p:nvPr/>
        </p:nvSpPr>
        <p:spPr>
          <a:xfrm>
            <a:off x="1254614"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Text 5</a:t>
            </a:r>
            <a:endParaRPr lang="en-US" sz="1100" dirty="0"/>
          </a:p>
        </p:txBody>
      </p:sp>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循環サイクル</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