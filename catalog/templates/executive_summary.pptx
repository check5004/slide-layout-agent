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"executive_summary", "upstream_commit": "e5dd04dc6f1acf010046d2fc7319bcf5242a849a", "source_pptx_slide": 9,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01  EXECUTIVE_SUMMARY</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エグゼクティブサマリー</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9</a:t>
            </a:r>
            <a:endParaRPr lang="en-US" sz="750" dirty="0"/>
          </a:p>
        </p:txBody>
      </p:sp>
      <p:sp>
        <p:nvSpPr>
          <p:cNvPr id="10" name="shape:010"/>
          <p:cNvSpPr/>
          <p:nvPr/>
        </p:nvSpPr>
        <p:spPr>
          <a:xfrm>
            <a:off x="576072" y="3400997"/>
            <a:ext cx="3401568" cy="438912"/>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タイトル 2</a:t>
            </a:r>
            <a:endParaRPr lang="en-US" sz="1450" dirty="0"/>
          </a:p>
        </p:txBody>
      </p:sp>
      <p:sp>
        <p:nvSpPr>
          <p:cNvPr id="11" name="shape:011"/>
          <p:cNvSpPr/>
          <p:nvPr/>
        </p:nvSpPr>
        <p:spPr>
          <a:xfrm>
            <a:off x="576072" y="3995357"/>
            <a:ext cx="3401568" cy="1097280"/>
          </a:xfrm>
          <a:prstGeom prst="rect">
            <a:avLst/>
          </a:prstGeom>
          <a:noFill/>
          <a:ln/>
        </p:spPr>
        <p:txBody>
          <a:bodyPr wrap="square" lIns="381" tIns="381" rIns="381" bIns="381" rtlCol="0" anchor="t">
            <a:noAutofit/>
          </a:bodyPr>
          <a:lstStyle/>
          <a:p>
            <a:pPr algn="l" indent="0" marL="0">
              <a:buNone/>
            </a:pPr>
            <a:r>
              <a:rPr lang="en-US" sz="1500" dirty="0">
                <a:solidFill>
                  <a:srgbClr val="322014"/>
                </a:solidFill>
                <a:latin typeface="Yu Gothic" pitchFamily="34" charset="0"/>
                <a:ea typeface="Yu Gothic" pitchFamily="34" charset="-122"/>
                <a:cs typeface="Yu Gothic" pitchFamily="34" charset="-120"/>
              </a:rPr>
              <a:t>Text 1</a:t>
            </a:r>
            <a:endParaRPr lang="en-US" sz="1500" dirty="0"/>
          </a:p>
        </p:txBody>
      </p:sp>
      <p:sp>
        <p:nvSpPr>
          <p:cNvPr id="12" name="shape:012"/>
          <p:cNvSpPr/>
          <p:nvPr/>
        </p:nvSpPr>
        <p:spPr>
          <a:xfrm>
            <a:off x="4389120" y="3400997"/>
            <a:ext cx="3401568" cy="438912"/>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タイトル 3</a:t>
            </a:r>
            <a:endParaRPr lang="en-US" sz="1450" dirty="0"/>
          </a:p>
        </p:txBody>
      </p:sp>
      <p:sp>
        <p:nvSpPr>
          <p:cNvPr id="13" name="shape:013"/>
          <p:cNvSpPr/>
          <p:nvPr/>
        </p:nvSpPr>
        <p:spPr>
          <a:xfrm>
            <a:off x="4389120" y="3995357"/>
            <a:ext cx="3401568" cy="1097280"/>
          </a:xfrm>
          <a:prstGeom prst="rect">
            <a:avLst/>
          </a:prstGeom>
          <a:noFill/>
          <a:ln/>
        </p:spPr>
        <p:txBody>
          <a:bodyPr wrap="square" lIns="381" tIns="381" rIns="381" bIns="381" rtlCol="0" anchor="t">
            <a:noAutofit/>
          </a:bodyPr>
          <a:lstStyle/>
          <a:p>
            <a:pPr algn="l" indent="0" marL="0">
              <a:buNone/>
            </a:pPr>
            <a:r>
              <a:rPr lang="en-US" sz="1500" dirty="0">
                <a:solidFill>
                  <a:srgbClr val="322014"/>
                </a:solidFill>
                <a:latin typeface="Yu Gothic" pitchFamily="34" charset="0"/>
                <a:ea typeface="Yu Gothic" pitchFamily="34" charset="-122"/>
                <a:cs typeface="Yu Gothic" pitchFamily="34" charset="-120"/>
              </a:rPr>
              <a:t>Text 2</a:t>
            </a:r>
            <a:endParaRPr lang="en-US" sz="1500" dirty="0"/>
          </a:p>
        </p:txBody>
      </p:sp>
      <p:sp>
        <p:nvSpPr>
          <p:cNvPr id="14" name="shape:014"/>
          <p:cNvSpPr/>
          <p:nvPr/>
        </p:nvSpPr>
        <p:spPr>
          <a:xfrm>
            <a:off x="8202168" y="3400997"/>
            <a:ext cx="3401568" cy="438912"/>
          </a:xfrm>
          <a:prstGeom prst="rect">
            <a:avLst/>
          </a:prstGeom>
          <a:noFill/>
          <a:ln/>
        </p:spPr>
        <p:txBody>
          <a:bodyPr wrap="square" lIns="381" tIns="381" rIns="381" bIns="381" rtlCol="0" anchor="t">
            <a:noAutofit/>
          </a:bodyPr>
          <a:lstStyle/>
          <a:p>
            <a:pPr algn="l" indent="0" marL="0">
              <a:buNone/>
            </a:pPr>
            <a:r>
              <a:rPr lang="en-US" sz="1450" b="1" dirty="0">
                <a:solidFill>
                  <a:srgbClr val="322014"/>
                </a:solidFill>
                <a:latin typeface="Yu Gothic" pitchFamily="34" charset="0"/>
                <a:ea typeface="Yu Gothic" pitchFamily="34" charset="-122"/>
                <a:cs typeface="Yu Gothic" pitchFamily="34" charset="-120"/>
              </a:rPr>
              <a:t>タイトル 4</a:t>
            </a:r>
            <a:endParaRPr lang="en-US" sz="1450" dirty="0"/>
          </a:p>
        </p:txBody>
      </p:sp>
      <p:sp>
        <p:nvSpPr>
          <p:cNvPr id="15" name="shape:015"/>
          <p:cNvSpPr/>
          <p:nvPr/>
        </p:nvSpPr>
        <p:spPr>
          <a:xfrm>
            <a:off x="8202168" y="3995357"/>
            <a:ext cx="3401568" cy="1097280"/>
          </a:xfrm>
          <a:prstGeom prst="rect">
            <a:avLst/>
          </a:prstGeom>
          <a:noFill/>
          <a:ln/>
        </p:spPr>
        <p:txBody>
          <a:bodyPr wrap="square" lIns="381" tIns="381" rIns="381" bIns="381" rtlCol="0" anchor="t">
            <a:noAutofit/>
          </a:bodyPr>
          <a:lstStyle/>
          <a:p>
            <a:pPr algn="l" indent="0" marL="0">
              <a:buNone/>
            </a:pPr>
            <a:r>
              <a:rPr lang="en-US" sz="1500" dirty="0">
                <a:solidFill>
                  <a:srgbClr val="322014"/>
                </a:solidFill>
                <a:latin typeface="Yu Gothic" pitchFamily="34" charset="0"/>
                <a:ea typeface="Yu Gothic" pitchFamily="34" charset="-122"/>
                <a:cs typeface="Yu Gothic" pitchFamily="34" charset="-120"/>
              </a:rPr>
              <a:t>Text 3</a:t>
            </a:r>
            <a:endParaRPr lang="en-US" sz="1500" dirty="0"/>
          </a:p>
        </p:txBody>
      </p:sp>
      <p:sp>
        <p:nvSpPr>
          <p:cNvPr id="1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エグゼクティブサマリー</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