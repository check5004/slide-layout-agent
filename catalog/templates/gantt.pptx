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"gantt", "upstream_commit": "e5dd04dc6f1acf010046d2fc7319bcf5242a849a", "source_pptx_slide": 63,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34  GANTT</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ガントチャート</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63</a:t>
            </a:r>
            <a:endParaRPr lang="en-US" sz="750" dirty="0"/>
          </a:p>
        </p:txBody>
      </p:sp>
      <p:sp>
        <p:nvSpPr>
          <p:cNvPr id="10" name="shape:010"/>
          <p:cNvSpPr/>
          <p:nvPr/>
        </p:nvSpPr>
        <p:spPr>
          <a:xfrm>
            <a:off x="3776472" y="1828800"/>
            <a:ext cx="5879363" cy="292608"/>
          </a:xfrm>
          <a:prstGeom prst="rect">
            <a:avLst/>
          </a:prstGeom>
          <a:ln w="9525">
            <a:solidFill>
              <a:srgbClr val="E2DCD2"/>
            </a:solidFill>
            <a:prstDash val="solid"/>
          </a:ln>
        </p:spPr>
        <p:txBody>
          <a:bodyPr>
            <a:noAutofit/>
          </a:bodyPr>
          <a:p/>
        </p:txBody>
      </p:sp>
      <p:sp>
        <p:nvSpPr>
          <p:cNvPr id="11" name="shape:011"/>
          <p:cNvSpPr/>
          <p:nvPr/>
        </p:nvSpPr>
        <p:spPr>
          <a:xfrm>
            <a:off x="3776472" y="1828800"/>
            <a:ext cx="5879363" cy="292608"/>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ラベル13</a:t>
            </a:r>
            <a:endParaRPr lang="en-US" sz="1200" dirty="0"/>
          </a:p>
        </p:txBody>
      </p:sp>
      <p:sp>
        <p:nvSpPr>
          <p:cNvPr id="12" name="shape:012"/>
          <p:cNvSpPr/>
          <p:nvPr/>
        </p:nvSpPr>
        <p:spPr>
          <a:xfrm>
            <a:off x="9655835" y="1828800"/>
            <a:ext cx="1959788" cy="292608"/>
          </a:xfrm>
          <a:prstGeom prst="rect">
            <a:avLst/>
          </a:prstGeom>
          <a:ln w="9525">
            <a:solidFill>
              <a:srgbClr val="E2DCD2"/>
            </a:solidFill>
            <a:prstDash val="solid"/>
          </a:ln>
        </p:spPr>
        <p:txBody>
          <a:bodyPr>
            <a:noAutofit/>
          </a:bodyPr>
          <a:p/>
        </p:txBody>
      </p:sp>
      <p:sp>
        <p:nvSpPr>
          <p:cNvPr id="13" name="shape:013"/>
          <p:cNvSpPr/>
          <p:nvPr/>
        </p:nvSpPr>
        <p:spPr>
          <a:xfrm>
            <a:off x="9655835" y="1828800"/>
            <a:ext cx="1959788" cy="292608"/>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ラベル14</a:t>
            </a:r>
            <a:endParaRPr lang="en-US" sz="1200" dirty="0"/>
          </a:p>
        </p:txBody>
      </p:sp>
      <p:sp>
        <p:nvSpPr>
          <p:cNvPr id="14" name="shape:014"/>
          <p:cNvSpPr/>
          <p:nvPr/>
        </p:nvSpPr>
        <p:spPr>
          <a:xfrm>
            <a:off x="3776472"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ラベル1</a:t>
            </a:r>
            <a:endParaRPr lang="en-US" sz="1050" dirty="0"/>
          </a:p>
        </p:txBody>
      </p:sp>
      <p:sp>
        <p:nvSpPr>
          <p:cNvPr id="15" name="shape:015"/>
          <p:cNvSpPr/>
          <p:nvPr/>
        </p:nvSpPr>
        <p:spPr>
          <a:xfrm>
            <a:off x="4429735"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ラベル2</a:t>
            </a:r>
            <a:endParaRPr lang="en-US" sz="1050" dirty="0"/>
          </a:p>
        </p:txBody>
      </p:sp>
      <p:sp>
        <p:nvSpPr>
          <p:cNvPr id="16" name="shape:016"/>
          <p:cNvSpPr/>
          <p:nvPr/>
        </p:nvSpPr>
        <p:spPr>
          <a:xfrm>
            <a:off x="5082997"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ラベル3</a:t>
            </a:r>
            <a:endParaRPr lang="en-US" sz="1050" dirty="0"/>
          </a:p>
        </p:txBody>
      </p:sp>
      <p:sp>
        <p:nvSpPr>
          <p:cNvPr id="17" name="shape:017"/>
          <p:cNvSpPr/>
          <p:nvPr/>
        </p:nvSpPr>
        <p:spPr>
          <a:xfrm>
            <a:off x="5736260"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ラベル4</a:t>
            </a:r>
            <a:endParaRPr lang="en-US" sz="1050" dirty="0"/>
          </a:p>
        </p:txBody>
      </p:sp>
      <p:sp>
        <p:nvSpPr>
          <p:cNvPr id="18" name="shape:018"/>
          <p:cNvSpPr/>
          <p:nvPr/>
        </p:nvSpPr>
        <p:spPr>
          <a:xfrm>
            <a:off x="6389522"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ラベル5</a:t>
            </a:r>
            <a:endParaRPr lang="en-US" sz="1050" dirty="0"/>
          </a:p>
        </p:txBody>
      </p:sp>
      <p:sp>
        <p:nvSpPr>
          <p:cNvPr id="19" name="shape:019"/>
          <p:cNvSpPr/>
          <p:nvPr/>
        </p:nvSpPr>
        <p:spPr>
          <a:xfrm>
            <a:off x="7042785"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ラベル6</a:t>
            </a:r>
            <a:endParaRPr lang="en-US" sz="1050" dirty="0"/>
          </a:p>
        </p:txBody>
      </p:sp>
      <p:sp>
        <p:nvSpPr>
          <p:cNvPr id="20" name="shape:020"/>
          <p:cNvSpPr/>
          <p:nvPr/>
        </p:nvSpPr>
        <p:spPr>
          <a:xfrm>
            <a:off x="7696048"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ラベル7</a:t>
            </a:r>
            <a:endParaRPr lang="en-US" sz="1050" dirty="0"/>
          </a:p>
        </p:txBody>
      </p:sp>
      <p:sp>
        <p:nvSpPr>
          <p:cNvPr id="21" name="shape:021"/>
          <p:cNvSpPr/>
          <p:nvPr/>
        </p:nvSpPr>
        <p:spPr>
          <a:xfrm>
            <a:off x="8349310"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ラベル8</a:t>
            </a:r>
            <a:endParaRPr lang="en-US" sz="1050" dirty="0"/>
          </a:p>
        </p:txBody>
      </p:sp>
      <p:sp>
        <p:nvSpPr>
          <p:cNvPr id="22" name="shape:022"/>
          <p:cNvSpPr/>
          <p:nvPr/>
        </p:nvSpPr>
        <p:spPr>
          <a:xfrm>
            <a:off x="9002573"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ラベル9</a:t>
            </a:r>
            <a:endParaRPr lang="en-US" sz="1050" dirty="0"/>
          </a:p>
        </p:txBody>
      </p:sp>
      <p:sp>
        <p:nvSpPr>
          <p:cNvPr id="23" name="shape:023"/>
          <p:cNvSpPr/>
          <p:nvPr/>
        </p:nvSpPr>
        <p:spPr>
          <a:xfrm>
            <a:off x="9655835"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ラベル10</a:t>
            </a:r>
            <a:endParaRPr lang="en-US" sz="1050" dirty="0"/>
          </a:p>
        </p:txBody>
      </p:sp>
      <p:sp>
        <p:nvSpPr>
          <p:cNvPr id="24" name="shape:024"/>
          <p:cNvSpPr/>
          <p:nvPr/>
        </p:nvSpPr>
        <p:spPr>
          <a:xfrm>
            <a:off x="10309098"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ラベル11</a:t>
            </a:r>
            <a:endParaRPr lang="en-US" sz="1050" dirty="0"/>
          </a:p>
        </p:txBody>
      </p:sp>
      <p:sp>
        <p:nvSpPr>
          <p:cNvPr id="25" name="shape:025"/>
          <p:cNvSpPr/>
          <p:nvPr/>
        </p:nvSpPr>
        <p:spPr>
          <a:xfrm>
            <a:off x="10962361"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ラベル12</a:t>
            </a:r>
            <a:endParaRPr lang="en-US" sz="1050" dirty="0"/>
          </a:p>
        </p:txBody>
      </p:sp>
      <p:sp>
        <p:nvSpPr>
          <p:cNvPr id="26" name="shape:026"/>
          <p:cNvSpPr/>
          <p:nvPr/>
        </p:nvSpPr>
        <p:spPr>
          <a:xfrm>
            <a:off x="576072" y="2468880"/>
            <a:ext cx="11039551" cy="0"/>
          </a:xfrm>
          <a:prstGeom prst="line">
            <a:avLst/>
          </a:prstGeom>
          <a:noFill/>
          <a:ln w="17780">
            <a:solidFill>
              <a:srgbClr val="322014"/>
            </a:solidFill>
            <a:prstDash val="solid"/>
          </a:ln>
        </p:spPr>
        <p:txBody>
          <a:bodyPr>
            <a:noAutofit/>
          </a:bodyPr>
          <a:p/>
        </p:txBody>
      </p:sp>
      <p:sp>
        <p:nvSpPr>
          <p:cNvPr id="27" name="shape:027"/>
          <p:cNvSpPr/>
          <p:nvPr/>
        </p:nvSpPr>
        <p:spPr>
          <a:xfrm>
            <a:off x="4011663" y="2542032"/>
            <a:ext cx="182880" cy="164592"/>
          </a:xfrm>
          <a:prstGeom prst="triangle">
            <a:avLst/>
          </a:prstGeom>
          <a:solidFill>
            <a:srgbClr val="322014"/>
          </a:solidFill>
          <a:ln/>
        </p:spPr>
        <p:txBody>
          <a:bodyPr>
            <a:noAutofit/>
          </a:bodyPr>
          <a:p/>
        </p:txBody>
      </p:sp>
      <p:sp>
        <p:nvSpPr>
          <p:cNvPr id="28" name="shape:028"/>
          <p:cNvSpPr/>
          <p:nvPr/>
        </p:nvSpPr>
        <p:spPr>
          <a:xfrm>
            <a:off x="3234423" y="2724912"/>
            <a:ext cx="1737360" cy="201168"/>
          </a:xfrm>
          <a:prstGeom prst="rect">
            <a:avLst/>
          </a:prstGeom>
          <a:noFill/>
          <a:ln/>
        </p:spPr>
        <p:txBody>
          <a:bodyPr wrap="square" lIns="381" tIns="381" rIns="381" bIns="381" rtlCol="0" anchor="t">
            <a:noAutofit/>
          </a:bodyPr>
          <a:lstStyle/>
          <a:p>
            <a:pPr algn="ctr" indent="0" marL="0">
              <a:buNone/>
            </a:pPr>
            <a:r>
              <a:rPr lang="en-US" sz="900" b="1" dirty="0">
                <a:solidFill>
                  <a:srgbClr val="322014"/>
                </a:solidFill>
                <a:latin typeface="Yu Gothic" pitchFamily="34" charset="0"/>
                <a:ea typeface="Yu Gothic" pitchFamily="34" charset="-122"/>
                <a:cs typeface="Yu Gothic" pitchFamily="34" charset="-120"/>
              </a:rPr>
              <a:t>ラベル15</a:t>
            </a:r>
            <a:endParaRPr lang="en-US" sz="900" dirty="0"/>
          </a:p>
        </p:txBody>
      </p:sp>
      <p:sp>
        <p:nvSpPr>
          <p:cNvPr id="29" name="shape:029"/>
          <p:cNvSpPr/>
          <p:nvPr/>
        </p:nvSpPr>
        <p:spPr>
          <a:xfrm>
            <a:off x="5318189" y="2542032"/>
            <a:ext cx="182880" cy="164592"/>
          </a:xfrm>
          <a:prstGeom prst="triangle">
            <a:avLst/>
          </a:prstGeom>
          <a:solidFill>
            <a:srgbClr val="322014"/>
          </a:solidFill>
          <a:ln/>
        </p:spPr>
        <p:txBody>
          <a:bodyPr>
            <a:noAutofit/>
          </a:bodyPr>
          <a:p/>
        </p:txBody>
      </p:sp>
      <p:sp>
        <p:nvSpPr>
          <p:cNvPr id="30" name="shape:030"/>
          <p:cNvSpPr/>
          <p:nvPr/>
        </p:nvSpPr>
        <p:spPr>
          <a:xfrm>
            <a:off x="4540949" y="2724912"/>
            <a:ext cx="1737360" cy="201168"/>
          </a:xfrm>
          <a:prstGeom prst="rect">
            <a:avLst/>
          </a:prstGeom>
          <a:noFill/>
          <a:ln/>
        </p:spPr>
        <p:txBody>
          <a:bodyPr wrap="square" lIns="381" tIns="381" rIns="381" bIns="381" rtlCol="0" anchor="t">
            <a:noAutofit/>
          </a:bodyPr>
          <a:lstStyle/>
          <a:p>
            <a:pPr algn="ctr" indent="0" marL="0">
              <a:buNone/>
            </a:pPr>
            <a:r>
              <a:rPr lang="en-US" sz="900" b="1" dirty="0">
                <a:solidFill>
                  <a:srgbClr val="322014"/>
                </a:solidFill>
                <a:latin typeface="Yu Gothic" pitchFamily="34" charset="0"/>
                <a:ea typeface="Yu Gothic" pitchFamily="34" charset="-122"/>
                <a:cs typeface="Yu Gothic" pitchFamily="34" charset="-120"/>
              </a:rPr>
              <a:t>ラベル16</a:t>
            </a:r>
            <a:endParaRPr lang="en-US" sz="900" dirty="0"/>
          </a:p>
        </p:txBody>
      </p:sp>
      <p:sp>
        <p:nvSpPr>
          <p:cNvPr id="31" name="shape:031"/>
          <p:cNvSpPr/>
          <p:nvPr/>
        </p:nvSpPr>
        <p:spPr>
          <a:xfrm>
            <a:off x="7277976" y="2542032"/>
            <a:ext cx="182880" cy="164592"/>
          </a:xfrm>
          <a:prstGeom prst="triangle">
            <a:avLst/>
          </a:prstGeom>
          <a:solidFill>
            <a:srgbClr val="322014"/>
          </a:solidFill>
          <a:ln/>
        </p:spPr>
        <p:txBody>
          <a:bodyPr>
            <a:noAutofit/>
          </a:bodyPr>
          <a:p/>
        </p:txBody>
      </p:sp>
      <p:sp>
        <p:nvSpPr>
          <p:cNvPr id="32" name="shape:032"/>
          <p:cNvSpPr/>
          <p:nvPr/>
        </p:nvSpPr>
        <p:spPr>
          <a:xfrm>
            <a:off x="6500736" y="2724912"/>
            <a:ext cx="1737360" cy="201168"/>
          </a:xfrm>
          <a:prstGeom prst="rect">
            <a:avLst/>
          </a:prstGeom>
          <a:noFill/>
          <a:ln/>
        </p:spPr>
        <p:txBody>
          <a:bodyPr wrap="square" lIns="381" tIns="381" rIns="381" bIns="381" rtlCol="0" anchor="t">
            <a:noAutofit/>
          </a:bodyPr>
          <a:lstStyle/>
          <a:p>
            <a:pPr algn="ctr" indent="0" marL="0">
              <a:buNone/>
            </a:pPr>
            <a:r>
              <a:rPr lang="en-US" sz="900" b="1" dirty="0">
                <a:solidFill>
                  <a:srgbClr val="322014"/>
                </a:solidFill>
                <a:latin typeface="Yu Gothic" pitchFamily="34" charset="0"/>
                <a:ea typeface="Yu Gothic" pitchFamily="34" charset="-122"/>
                <a:cs typeface="Yu Gothic" pitchFamily="34" charset="-120"/>
              </a:rPr>
              <a:t>ラベル17</a:t>
            </a:r>
            <a:endParaRPr lang="en-US" sz="900" dirty="0"/>
          </a:p>
        </p:txBody>
      </p:sp>
      <p:sp>
        <p:nvSpPr>
          <p:cNvPr id="33" name="shape:033"/>
          <p:cNvSpPr/>
          <p:nvPr/>
        </p:nvSpPr>
        <p:spPr>
          <a:xfrm>
            <a:off x="9237764" y="2542032"/>
            <a:ext cx="182880" cy="164592"/>
          </a:xfrm>
          <a:prstGeom prst="triangle">
            <a:avLst/>
          </a:prstGeom>
          <a:solidFill>
            <a:srgbClr val="322014"/>
          </a:solidFill>
          <a:ln/>
        </p:spPr>
        <p:txBody>
          <a:bodyPr>
            <a:noAutofit/>
          </a:bodyPr>
          <a:p/>
        </p:txBody>
      </p:sp>
      <p:sp>
        <p:nvSpPr>
          <p:cNvPr id="34" name="shape:034"/>
          <p:cNvSpPr/>
          <p:nvPr/>
        </p:nvSpPr>
        <p:spPr>
          <a:xfrm>
            <a:off x="8460524" y="2724912"/>
            <a:ext cx="1737360" cy="201168"/>
          </a:xfrm>
          <a:prstGeom prst="rect">
            <a:avLst/>
          </a:prstGeom>
          <a:noFill/>
          <a:ln/>
        </p:spPr>
        <p:txBody>
          <a:bodyPr wrap="square" lIns="381" tIns="381" rIns="381" bIns="381" rtlCol="0" anchor="t">
            <a:noAutofit/>
          </a:bodyPr>
          <a:lstStyle/>
          <a:p>
            <a:pPr algn="ctr" indent="0" marL="0">
              <a:buNone/>
            </a:pPr>
            <a:r>
              <a:rPr lang="en-US" sz="900" b="1" dirty="0">
                <a:solidFill>
                  <a:srgbClr val="322014"/>
                </a:solidFill>
                <a:latin typeface="Yu Gothic" pitchFamily="34" charset="0"/>
                <a:ea typeface="Yu Gothic" pitchFamily="34" charset="-122"/>
                <a:cs typeface="Yu Gothic" pitchFamily="34" charset="-120"/>
              </a:rPr>
              <a:t>ラベル18</a:t>
            </a:r>
            <a:endParaRPr lang="en-US" sz="900" dirty="0"/>
          </a:p>
        </p:txBody>
      </p:sp>
      <p:sp>
        <p:nvSpPr>
          <p:cNvPr id="35" name="shape:035"/>
          <p:cNvSpPr/>
          <p:nvPr/>
        </p:nvSpPr>
        <p:spPr>
          <a:xfrm>
            <a:off x="11197552" y="2542032"/>
            <a:ext cx="182880" cy="164592"/>
          </a:xfrm>
          <a:prstGeom prst="triangle">
            <a:avLst/>
          </a:prstGeom>
          <a:solidFill>
            <a:srgbClr val="322014"/>
          </a:solidFill>
          <a:ln/>
        </p:spPr>
        <p:txBody>
          <a:bodyPr>
            <a:noAutofit/>
          </a:bodyPr>
          <a:p/>
        </p:txBody>
      </p:sp>
      <p:sp>
        <p:nvSpPr>
          <p:cNvPr id="36" name="shape:036"/>
          <p:cNvSpPr/>
          <p:nvPr/>
        </p:nvSpPr>
        <p:spPr>
          <a:xfrm>
            <a:off x="10420312" y="2724912"/>
            <a:ext cx="1737360" cy="201168"/>
          </a:xfrm>
          <a:prstGeom prst="rect">
            <a:avLst/>
          </a:prstGeom>
          <a:noFill/>
          <a:ln/>
        </p:spPr>
        <p:txBody>
          <a:bodyPr wrap="square" lIns="381" tIns="381" rIns="381" bIns="381" rtlCol="0" anchor="t">
            <a:noAutofit/>
          </a:bodyPr>
          <a:lstStyle/>
          <a:p>
            <a:pPr algn="ctr" indent="0" marL="0">
              <a:buNone/>
            </a:pPr>
            <a:r>
              <a:rPr lang="en-US" sz="900" b="1" dirty="0">
                <a:solidFill>
                  <a:srgbClr val="322014"/>
                </a:solidFill>
                <a:latin typeface="Yu Gothic" pitchFamily="34" charset="0"/>
                <a:ea typeface="Yu Gothic" pitchFamily="34" charset="-122"/>
                <a:cs typeface="Yu Gothic" pitchFamily="34" charset="-120"/>
              </a:rPr>
              <a:t>ラベル19</a:t>
            </a:r>
            <a:endParaRPr lang="en-US" sz="900" dirty="0"/>
          </a:p>
        </p:txBody>
      </p:sp>
      <p:sp>
        <p:nvSpPr>
          <p:cNvPr id="37" name="shape:037"/>
          <p:cNvSpPr/>
          <p:nvPr/>
        </p:nvSpPr>
        <p:spPr>
          <a:xfrm>
            <a:off x="4429735" y="2468880"/>
            <a:ext cx="0" cy="3739896"/>
          </a:xfrm>
          <a:prstGeom prst="line">
            <a:avLst/>
          </a:prstGeom>
          <a:noFill/>
          <a:ln w="5080">
            <a:solidFill>
              <a:srgbClr val="E2DCD2"/>
            </a:solidFill>
            <a:prstDash val="solid"/>
          </a:ln>
        </p:spPr>
        <p:txBody>
          <a:bodyPr>
            <a:noAutofit/>
          </a:bodyPr>
          <a:p/>
        </p:txBody>
      </p:sp>
      <p:sp>
        <p:nvSpPr>
          <p:cNvPr id="38" name="shape:038"/>
          <p:cNvSpPr/>
          <p:nvPr/>
        </p:nvSpPr>
        <p:spPr>
          <a:xfrm>
            <a:off x="5082997" y="2468880"/>
            <a:ext cx="0" cy="3739896"/>
          </a:xfrm>
          <a:prstGeom prst="line">
            <a:avLst/>
          </a:prstGeom>
          <a:noFill/>
          <a:ln w="5080">
            <a:solidFill>
              <a:srgbClr val="E2DCD2"/>
            </a:solidFill>
            <a:prstDash val="solid"/>
          </a:ln>
        </p:spPr>
        <p:txBody>
          <a:bodyPr>
            <a:noAutofit/>
          </a:bodyPr>
          <a:p/>
        </p:txBody>
      </p:sp>
      <p:sp>
        <p:nvSpPr>
          <p:cNvPr id="39" name="shape:039"/>
          <p:cNvSpPr/>
          <p:nvPr/>
        </p:nvSpPr>
        <p:spPr>
          <a:xfrm>
            <a:off x="5736260" y="2468880"/>
            <a:ext cx="0" cy="3739896"/>
          </a:xfrm>
          <a:prstGeom prst="line">
            <a:avLst/>
          </a:prstGeom>
          <a:noFill/>
          <a:ln w="5080">
            <a:solidFill>
              <a:srgbClr val="E2DCD2"/>
            </a:solidFill>
            <a:prstDash val="solid"/>
          </a:ln>
        </p:spPr>
        <p:txBody>
          <a:bodyPr>
            <a:noAutofit/>
          </a:bodyPr>
          <a:p/>
        </p:txBody>
      </p:sp>
      <p:sp>
        <p:nvSpPr>
          <p:cNvPr id="40" name="shape:040"/>
          <p:cNvSpPr/>
          <p:nvPr/>
        </p:nvSpPr>
        <p:spPr>
          <a:xfrm>
            <a:off x="6389522" y="2468880"/>
            <a:ext cx="0" cy="3739896"/>
          </a:xfrm>
          <a:prstGeom prst="line">
            <a:avLst/>
          </a:prstGeom>
          <a:noFill/>
          <a:ln w="5080">
            <a:solidFill>
              <a:srgbClr val="E2DCD2"/>
            </a:solidFill>
            <a:prstDash val="solid"/>
          </a:ln>
        </p:spPr>
        <p:txBody>
          <a:bodyPr>
            <a:noAutofit/>
          </a:bodyPr>
          <a:p/>
        </p:txBody>
      </p:sp>
      <p:sp>
        <p:nvSpPr>
          <p:cNvPr id="41" name="shape:041"/>
          <p:cNvSpPr/>
          <p:nvPr/>
        </p:nvSpPr>
        <p:spPr>
          <a:xfrm>
            <a:off x="7042785" y="2468880"/>
            <a:ext cx="0" cy="3739896"/>
          </a:xfrm>
          <a:prstGeom prst="line">
            <a:avLst/>
          </a:prstGeom>
          <a:noFill/>
          <a:ln w="5080">
            <a:solidFill>
              <a:srgbClr val="E2DCD2"/>
            </a:solidFill>
            <a:prstDash val="solid"/>
          </a:ln>
        </p:spPr>
        <p:txBody>
          <a:bodyPr>
            <a:noAutofit/>
          </a:bodyPr>
          <a:p/>
        </p:txBody>
      </p:sp>
      <p:sp>
        <p:nvSpPr>
          <p:cNvPr id="42" name="shape:042"/>
          <p:cNvSpPr/>
          <p:nvPr/>
        </p:nvSpPr>
        <p:spPr>
          <a:xfrm>
            <a:off x="7696048" y="2468880"/>
            <a:ext cx="0" cy="3739896"/>
          </a:xfrm>
          <a:prstGeom prst="line">
            <a:avLst/>
          </a:prstGeom>
          <a:noFill/>
          <a:ln w="5080">
            <a:solidFill>
              <a:srgbClr val="E2DCD2"/>
            </a:solidFill>
            <a:prstDash val="solid"/>
          </a:ln>
        </p:spPr>
        <p:txBody>
          <a:bodyPr>
            <a:noAutofit/>
          </a:bodyPr>
          <a:p/>
        </p:txBody>
      </p:sp>
      <p:sp>
        <p:nvSpPr>
          <p:cNvPr id="43" name="shape:043"/>
          <p:cNvSpPr/>
          <p:nvPr/>
        </p:nvSpPr>
        <p:spPr>
          <a:xfrm>
            <a:off x="8349310" y="2468880"/>
            <a:ext cx="0" cy="3739896"/>
          </a:xfrm>
          <a:prstGeom prst="line">
            <a:avLst/>
          </a:prstGeom>
          <a:noFill/>
          <a:ln w="5080">
            <a:solidFill>
              <a:srgbClr val="E2DCD2"/>
            </a:solidFill>
            <a:prstDash val="solid"/>
          </a:ln>
        </p:spPr>
        <p:txBody>
          <a:bodyPr>
            <a:noAutofit/>
          </a:bodyPr>
          <a:p/>
        </p:txBody>
      </p:sp>
      <p:sp>
        <p:nvSpPr>
          <p:cNvPr id="44" name="shape:044"/>
          <p:cNvSpPr/>
          <p:nvPr/>
        </p:nvSpPr>
        <p:spPr>
          <a:xfrm>
            <a:off x="9002573" y="2468880"/>
            <a:ext cx="0" cy="3739896"/>
          </a:xfrm>
          <a:prstGeom prst="line">
            <a:avLst/>
          </a:prstGeom>
          <a:noFill/>
          <a:ln w="5080">
            <a:solidFill>
              <a:srgbClr val="E2DCD2"/>
            </a:solidFill>
            <a:prstDash val="solid"/>
          </a:ln>
        </p:spPr>
        <p:txBody>
          <a:bodyPr>
            <a:noAutofit/>
          </a:bodyPr>
          <a:p/>
        </p:txBody>
      </p:sp>
      <p:sp>
        <p:nvSpPr>
          <p:cNvPr id="45" name="shape:045"/>
          <p:cNvSpPr/>
          <p:nvPr/>
        </p:nvSpPr>
        <p:spPr>
          <a:xfrm>
            <a:off x="9655835" y="2468880"/>
            <a:ext cx="0" cy="3739896"/>
          </a:xfrm>
          <a:prstGeom prst="line">
            <a:avLst/>
          </a:prstGeom>
          <a:noFill/>
          <a:ln w="5080">
            <a:solidFill>
              <a:srgbClr val="E2DCD2"/>
            </a:solidFill>
            <a:prstDash val="solid"/>
          </a:ln>
        </p:spPr>
        <p:txBody>
          <a:bodyPr>
            <a:noAutofit/>
          </a:bodyPr>
          <a:p/>
        </p:txBody>
      </p:sp>
      <p:sp>
        <p:nvSpPr>
          <p:cNvPr id="46" name="shape:046"/>
          <p:cNvSpPr/>
          <p:nvPr/>
        </p:nvSpPr>
        <p:spPr>
          <a:xfrm>
            <a:off x="10309098" y="2468880"/>
            <a:ext cx="0" cy="3739896"/>
          </a:xfrm>
          <a:prstGeom prst="line">
            <a:avLst/>
          </a:prstGeom>
          <a:noFill/>
          <a:ln w="5080">
            <a:solidFill>
              <a:srgbClr val="E2DCD2"/>
            </a:solidFill>
            <a:prstDash val="solid"/>
          </a:ln>
        </p:spPr>
        <p:txBody>
          <a:bodyPr>
            <a:noAutofit/>
          </a:bodyPr>
          <a:p/>
        </p:txBody>
      </p:sp>
      <p:sp>
        <p:nvSpPr>
          <p:cNvPr id="47" name="shape:047"/>
          <p:cNvSpPr/>
          <p:nvPr/>
        </p:nvSpPr>
        <p:spPr>
          <a:xfrm>
            <a:off x="10962361" y="2468880"/>
            <a:ext cx="0" cy="3739896"/>
          </a:xfrm>
          <a:prstGeom prst="line">
            <a:avLst/>
          </a:prstGeom>
          <a:noFill/>
          <a:ln w="5080">
            <a:solidFill>
              <a:srgbClr val="E2DCD2"/>
            </a:solidFill>
            <a:prstDash val="solid"/>
          </a:ln>
        </p:spPr>
        <p:txBody>
          <a:bodyPr>
            <a:noAutofit/>
          </a:bodyPr>
          <a:p/>
        </p:txBody>
      </p:sp>
      <p:sp>
        <p:nvSpPr>
          <p:cNvPr id="48" name="shape:048"/>
          <p:cNvSpPr/>
          <p:nvPr/>
        </p:nvSpPr>
        <p:spPr>
          <a:xfrm>
            <a:off x="576072" y="3017520"/>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ラベル20</a:t>
            </a:r>
            <a:endParaRPr lang="en-US" sz="1200" dirty="0"/>
          </a:p>
        </p:txBody>
      </p:sp>
      <p:sp>
        <p:nvSpPr>
          <p:cNvPr id="49" name="shape:049"/>
          <p:cNvSpPr/>
          <p:nvPr/>
        </p:nvSpPr>
        <p:spPr>
          <a:xfrm>
            <a:off x="576072" y="3017520"/>
            <a:ext cx="11039551" cy="0"/>
          </a:xfrm>
          <a:prstGeom prst="line">
            <a:avLst/>
          </a:prstGeom>
          <a:noFill/>
          <a:ln w="10160">
            <a:solidFill>
              <a:srgbClr val="322014"/>
            </a:solidFill>
            <a:prstDash val="solid"/>
          </a:ln>
        </p:spPr>
        <p:txBody>
          <a:bodyPr>
            <a:noAutofit/>
          </a:bodyPr>
          <a:p/>
        </p:txBody>
      </p:sp>
      <p:sp>
        <p:nvSpPr>
          <p:cNvPr id="50" name="shape:050"/>
          <p:cNvSpPr/>
          <p:nvPr/>
        </p:nvSpPr>
        <p:spPr>
          <a:xfrm>
            <a:off x="1947672" y="3017520"/>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ラベル21</a:t>
            </a:r>
            <a:endParaRPr lang="en-US" sz="1050" dirty="0"/>
          </a:p>
        </p:txBody>
      </p:sp>
      <p:sp>
        <p:nvSpPr>
          <p:cNvPr id="51" name="shape:051"/>
          <p:cNvSpPr/>
          <p:nvPr/>
        </p:nvSpPr>
        <p:spPr>
          <a:xfrm>
            <a:off x="3813048" y="3144883"/>
            <a:ext cx="580111" cy="201168"/>
          </a:xfrm>
          <a:prstGeom prst="rect">
            <a:avLst/>
          </a:prstGeom>
          <a:solidFill>
            <a:srgbClr val="C5A681"/>
          </a:solidFill>
          <a:ln/>
        </p:spPr>
        <p:txBody>
          <a:bodyPr>
            <a:noAutofit/>
          </a:bodyPr>
          <a:p/>
        </p:txBody>
      </p:sp>
      <p:sp>
        <p:nvSpPr>
          <p:cNvPr id="52" name="shape:052"/>
          <p:cNvSpPr/>
          <p:nvPr/>
        </p:nvSpPr>
        <p:spPr>
          <a:xfrm>
            <a:off x="576072" y="3473414"/>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ラベル22</a:t>
            </a:r>
            <a:endParaRPr lang="en-US" sz="1200" dirty="0"/>
          </a:p>
        </p:txBody>
      </p:sp>
      <p:sp>
        <p:nvSpPr>
          <p:cNvPr id="53" name="shape:053"/>
          <p:cNvSpPr/>
          <p:nvPr/>
        </p:nvSpPr>
        <p:spPr>
          <a:xfrm>
            <a:off x="576072" y="3473414"/>
            <a:ext cx="11039551" cy="0"/>
          </a:xfrm>
          <a:prstGeom prst="line">
            <a:avLst/>
          </a:prstGeom>
          <a:noFill/>
          <a:ln w="10160">
            <a:solidFill>
              <a:srgbClr val="322014"/>
            </a:solidFill>
            <a:prstDash val="solid"/>
          </a:ln>
        </p:spPr>
        <p:txBody>
          <a:bodyPr>
            <a:noAutofit/>
          </a:bodyPr>
          <a:p/>
        </p:txBody>
      </p:sp>
      <p:sp>
        <p:nvSpPr>
          <p:cNvPr id="54" name="shape:054"/>
          <p:cNvSpPr/>
          <p:nvPr/>
        </p:nvSpPr>
        <p:spPr>
          <a:xfrm>
            <a:off x="1947672" y="3473414"/>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ラベル23</a:t>
            </a:r>
            <a:endParaRPr lang="en-US" sz="1050" dirty="0"/>
          </a:p>
        </p:txBody>
      </p:sp>
      <p:sp>
        <p:nvSpPr>
          <p:cNvPr id="55" name="shape:055"/>
          <p:cNvSpPr/>
          <p:nvPr/>
        </p:nvSpPr>
        <p:spPr>
          <a:xfrm>
            <a:off x="4466311" y="3600777"/>
            <a:ext cx="1233373" cy="201168"/>
          </a:xfrm>
          <a:prstGeom prst="rect">
            <a:avLst/>
          </a:prstGeom>
          <a:solidFill>
            <a:srgbClr val="C5A681"/>
          </a:solidFill>
          <a:ln/>
        </p:spPr>
        <p:txBody>
          <a:bodyPr>
            <a:noAutofit/>
          </a:bodyPr>
          <a:p/>
        </p:txBody>
      </p:sp>
      <p:sp>
        <p:nvSpPr>
          <p:cNvPr id="56" name="shape:056"/>
          <p:cNvSpPr/>
          <p:nvPr/>
        </p:nvSpPr>
        <p:spPr>
          <a:xfrm>
            <a:off x="576072" y="3929307"/>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ラベル24</a:t>
            </a:r>
            <a:endParaRPr lang="en-US" sz="1200" dirty="0"/>
          </a:p>
        </p:txBody>
      </p:sp>
      <p:sp>
        <p:nvSpPr>
          <p:cNvPr id="57" name="shape:057"/>
          <p:cNvSpPr/>
          <p:nvPr/>
        </p:nvSpPr>
        <p:spPr>
          <a:xfrm>
            <a:off x="576072" y="3929307"/>
            <a:ext cx="11039551" cy="0"/>
          </a:xfrm>
          <a:prstGeom prst="line">
            <a:avLst/>
          </a:prstGeom>
          <a:noFill/>
          <a:ln w="10160">
            <a:solidFill>
              <a:srgbClr val="322014"/>
            </a:solidFill>
            <a:prstDash val="solid"/>
          </a:ln>
        </p:spPr>
        <p:txBody>
          <a:bodyPr>
            <a:noAutofit/>
          </a:bodyPr>
          <a:p/>
        </p:txBody>
      </p:sp>
      <p:sp>
        <p:nvSpPr>
          <p:cNvPr id="58" name="shape:058"/>
          <p:cNvSpPr/>
          <p:nvPr/>
        </p:nvSpPr>
        <p:spPr>
          <a:xfrm>
            <a:off x="1947672" y="3929307"/>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ラベル25</a:t>
            </a:r>
            <a:endParaRPr lang="en-US" sz="1050" dirty="0"/>
          </a:p>
        </p:txBody>
      </p:sp>
      <p:sp>
        <p:nvSpPr>
          <p:cNvPr id="59" name="shape:059"/>
          <p:cNvSpPr/>
          <p:nvPr/>
        </p:nvSpPr>
        <p:spPr>
          <a:xfrm>
            <a:off x="5119573" y="4056670"/>
            <a:ext cx="580111" cy="201168"/>
          </a:xfrm>
          <a:prstGeom prst="rect">
            <a:avLst/>
          </a:prstGeom>
          <a:solidFill>
            <a:srgbClr val="5A3921"/>
          </a:solidFill>
          <a:ln/>
        </p:spPr>
        <p:txBody>
          <a:bodyPr>
            <a:noAutofit/>
          </a:bodyPr>
          <a:p/>
        </p:txBody>
      </p:sp>
      <p:sp>
        <p:nvSpPr>
          <p:cNvPr id="60" name="shape:060"/>
          <p:cNvSpPr/>
          <p:nvPr/>
        </p:nvSpPr>
        <p:spPr>
          <a:xfrm>
            <a:off x="576072" y="4385201"/>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ラベル26</a:t>
            </a:r>
            <a:endParaRPr lang="en-US" sz="1200" dirty="0"/>
          </a:p>
        </p:txBody>
      </p:sp>
      <p:sp>
        <p:nvSpPr>
          <p:cNvPr id="61" name="shape:061"/>
          <p:cNvSpPr/>
          <p:nvPr/>
        </p:nvSpPr>
        <p:spPr>
          <a:xfrm>
            <a:off x="576072" y="4385201"/>
            <a:ext cx="11039551" cy="0"/>
          </a:xfrm>
          <a:prstGeom prst="line">
            <a:avLst/>
          </a:prstGeom>
          <a:noFill/>
          <a:ln w="10160">
            <a:solidFill>
              <a:srgbClr val="322014"/>
            </a:solidFill>
            <a:prstDash val="solid"/>
          </a:ln>
        </p:spPr>
        <p:txBody>
          <a:bodyPr>
            <a:noAutofit/>
          </a:bodyPr>
          <a:p/>
        </p:txBody>
      </p:sp>
      <p:sp>
        <p:nvSpPr>
          <p:cNvPr id="62" name="shape:062"/>
          <p:cNvSpPr/>
          <p:nvPr/>
        </p:nvSpPr>
        <p:spPr>
          <a:xfrm>
            <a:off x="1947672" y="4385201"/>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ラベル27</a:t>
            </a:r>
            <a:endParaRPr lang="en-US" sz="1050" dirty="0"/>
          </a:p>
        </p:txBody>
      </p:sp>
      <p:sp>
        <p:nvSpPr>
          <p:cNvPr id="63" name="shape:063"/>
          <p:cNvSpPr/>
          <p:nvPr/>
        </p:nvSpPr>
        <p:spPr>
          <a:xfrm>
            <a:off x="5772836" y="4512564"/>
            <a:ext cx="1233373" cy="201168"/>
          </a:xfrm>
          <a:prstGeom prst="rect">
            <a:avLst/>
          </a:prstGeom>
          <a:solidFill>
            <a:srgbClr val="5A3921"/>
          </a:solidFill>
          <a:ln/>
        </p:spPr>
        <p:txBody>
          <a:bodyPr>
            <a:noAutofit/>
          </a:bodyPr>
          <a:p/>
        </p:txBody>
      </p:sp>
      <p:sp>
        <p:nvSpPr>
          <p:cNvPr id="64" name="shape:064"/>
          <p:cNvSpPr/>
          <p:nvPr/>
        </p:nvSpPr>
        <p:spPr>
          <a:xfrm>
            <a:off x="576072" y="4841095"/>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ラベル28</a:t>
            </a:r>
            <a:endParaRPr lang="en-US" sz="1200" dirty="0"/>
          </a:p>
        </p:txBody>
      </p:sp>
      <p:sp>
        <p:nvSpPr>
          <p:cNvPr id="65" name="shape:065"/>
          <p:cNvSpPr/>
          <p:nvPr/>
        </p:nvSpPr>
        <p:spPr>
          <a:xfrm>
            <a:off x="576072" y="4841095"/>
            <a:ext cx="11039551" cy="0"/>
          </a:xfrm>
          <a:prstGeom prst="line">
            <a:avLst/>
          </a:prstGeom>
          <a:noFill/>
          <a:ln w="10160">
            <a:solidFill>
              <a:srgbClr val="322014"/>
            </a:solidFill>
            <a:prstDash val="solid"/>
          </a:ln>
        </p:spPr>
        <p:txBody>
          <a:bodyPr>
            <a:noAutofit/>
          </a:bodyPr>
          <a:p/>
        </p:txBody>
      </p:sp>
      <p:sp>
        <p:nvSpPr>
          <p:cNvPr id="66" name="shape:066"/>
          <p:cNvSpPr/>
          <p:nvPr/>
        </p:nvSpPr>
        <p:spPr>
          <a:xfrm>
            <a:off x="1947672" y="4841095"/>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ラベル29</a:t>
            </a:r>
            <a:endParaRPr lang="en-US" sz="1050" dirty="0"/>
          </a:p>
        </p:txBody>
      </p:sp>
      <p:sp>
        <p:nvSpPr>
          <p:cNvPr id="67" name="shape:067"/>
          <p:cNvSpPr/>
          <p:nvPr/>
        </p:nvSpPr>
        <p:spPr>
          <a:xfrm>
            <a:off x="6426098" y="4968458"/>
            <a:ext cx="1233373" cy="201168"/>
          </a:xfrm>
          <a:prstGeom prst="rect">
            <a:avLst/>
          </a:prstGeom>
          <a:solidFill>
            <a:srgbClr val="5A3921"/>
          </a:solidFill>
          <a:ln/>
        </p:spPr>
        <p:txBody>
          <a:bodyPr>
            <a:noAutofit/>
          </a:bodyPr>
          <a:p/>
        </p:txBody>
      </p:sp>
      <p:sp>
        <p:nvSpPr>
          <p:cNvPr id="68" name="shape:068"/>
          <p:cNvSpPr/>
          <p:nvPr/>
        </p:nvSpPr>
        <p:spPr>
          <a:xfrm>
            <a:off x="576072" y="5296989"/>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ラベル30</a:t>
            </a:r>
            <a:endParaRPr lang="en-US" sz="1200" dirty="0"/>
          </a:p>
        </p:txBody>
      </p:sp>
      <p:sp>
        <p:nvSpPr>
          <p:cNvPr id="69" name="shape:069"/>
          <p:cNvSpPr/>
          <p:nvPr/>
        </p:nvSpPr>
        <p:spPr>
          <a:xfrm>
            <a:off x="576072" y="5296989"/>
            <a:ext cx="11039551" cy="0"/>
          </a:xfrm>
          <a:prstGeom prst="line">
            <a:avLst/>
          </a:prstGeom>
          <a:noFill/>
          <a:ln w="10160">
            <a:solidFill>
              <a:srgbClr val="322014"/>
            </a:solidFill>
            <a:prstDash val="solid"/>
          </a:ln>
        </p:spPr>
        <p:txBody>
          <a:bodyPr>
            <a:noAutofit/>
          </a:bodyPr>
          <a:p/>
        </p:txBody>
      </p:sp>
      <p:sp>
        <p:nvSpPr>
          <p:cNvPr id="70" name="shape:070"/>
          <p:cNvSpPr/>
          <p:nvPr/>
        </p:nvSpPr>
        <p:spPr>
          <a:xfrm>
            <a:off x="1947672" y="5296989"/>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ラベル31</a:t>
            </a:r>
            <a:endParaRPr lang="en-US" sz="1050" dirty="0"/>
          </a:p>
        </p:txBody>
      </p:sp>
      <p:sp>
        <p:nvSpPr>
          <p:cNvPr id="71" name="shape:071"/>
          <p:cNvSpPr/>
          <p:nvPr/>
        </p:nvSpPr>
        <p:spPr>
          <a:xfrm>
            <a:off x="9039149" y="5424351"/>
            <a:ext cx="1233373" cy="201168"/>
          </a:xfrm>
          <a:prstGeom prst="rect">
            <a:avLst/>
          </a:prstGeom>
          <a:solidFill>
            <a:srgbClr val="322014"/>
          </a:solidFill>
          <a:ln/>
        </p:spPr>
        <p:txBody>
          <a:bodyPr>
            <a:noAutofit/>
          </a:bodyPr>
          <a:p/>
        </p:txBody>
      </p:sp>
      <p:sp>
        <p:nvSpPr>
          <p:cNvPr id="72" name="shape:072"/>
          <p:cNvSpPr/>
          <p:nvPr/>
        </p:nvSpPr>
        <p:spPr>
          <a:xfrm>
            <a:off x="576072" y="5752882"/>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ラベル32</a:t>
            </a:r>
            <a:endParaRPr lang="en-US" sz="1200" dirty="0"/>
          </a:p>
        </p:txBody>
      </p:sp>
      <p:sp>
        <p:nvSpPr>
          <p:cNvPr id="73" name="shape:073"/>
          <p:cNvSpPr/>
          <p:nvPr/>
        </p:nvSpPr>
        <p:spPr>
          <a:xfrm>
            <a:off x="576072" y="5752882"/>
            <a:ext cx="11039551" cy="0"/>
          </a:xfrm>
          <a:prstGeom prst="line">
            <a:avLst/>
          </a:prstGeom>
          <a:noFill/>
          <a:ln w="10160">
            <a:solidFill>
              <a:srgbClr val="322014"/>
            </a:solidFill>
            <a:prstDash val="solid"/>
          </a:ln>
        </p:spPr>
        <p:txBody>
          <a:bodyPr>
            <a:noAutofit/>
          </a:bodyPr>
          <a:p/>
        </p:txBody>
      </p:sp>
      <p:sp>
        <p:nvSpPr>
          <p:cNvPr id="74" name="shape:074"/>
          <p:cNvSpPr/>
          <p:nvPr/>
        </p:nvSpPr>
        <p:spPr>
          <a:xfrm>
            <a:off x="1947672" y="5752882"/>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ラベル33</a:t>
            </a:r>
            <a:endParaRPr lang="en-US" sz="1050" dirty="0"/>
          </a:p>
        </p:txBody>
      </p:sp>
      <p:sp>
        <p:nvSpPr>
          <p:cNvPr id="75" name="shape:075"/>
          <p:cNvSpPr/>
          <p:nvPr/>
        </p:nvSpPr>
        <p:spPr>
          <a:xfrm>
            <a:off x="10345674" y="5880245"/>
            <a:ext cx="1233373" cy="201168"/>
          </a:xfrm>
          <a:prstGeom prst="rightArrow">
            <a:avLst/>
          </a:prstGeom>
          <a:solidFill>
            <a:srgbClr val="322014"/>
          </a:solidFill>
          <a:ln/>
        </p:spPr>
        <p:txBody>
          <a:bodyPr>
            <a:noAutofit/>
          </a:bodyPr>
          <a:p/>
        </p:txBody>
      </p:sp>
      <p:sp>
        <p:nvSpPr>
          <p:cNvPr id="7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ガントチャート</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