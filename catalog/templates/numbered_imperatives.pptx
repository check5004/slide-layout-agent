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"numbered_imperatives", "upstream_commit": "e5dd04dc6f1acf010046d2fc7319bcf5242a849a", "source_pptx_slide": 67,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21  NUMBERED_IMPERATIVES</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番号つき打ち手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67</a:t>
            </a:r>
            <a:endParaRPr lang="en-US" sz="750" dirty="0"/>
          </a:p>
        </p:txBody>
      </p:sp>
      <p:sp>
        <p:nvSpPr>
          <p:cNvPr id="10" name="shape:010"/>
          <p:cNvSpPr/>
          <p:nvPr/>
        </p:nvSpPr>
        <p:spPr>
          <a:xfrm>
            <a:off x="576072" y="2791206"/>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指標名、単位、YYYY〜YYYY年</a:t>
            </a:r>
            <a:endParaRPr lang="en-US" sz="1250" dirty="0"/>
          </a:p>
        </p:txBody>
      </p:sp>
      <p:sp>
        <p:nvSpPr>
          <p:cNvPr id="11" name="shape:011"/>
          <p:cNvSpPr/>
          <p:nvPr/>
        </p:nvSpPr>
        <p:spPr>
          <a:xfrm>
            <a:off x="576072"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1</a:t>
            </a:r>
            <a:endParaRPr lang="en-US" sz="3000" dirty="0"/>
          </a:p>
        </p:txBody>
      </p:sp>
      <p:sp>
        <p:nvSpPr>
          <p:cNvPr id="12" name="shape:012"/>
          <p:cNvSpPr/>
          <p:nvPr/>
        </p:nvSpPr>
        <p:spPr>
          <a:xfrm>
            <a:off x="576072" y="3943350"/>
            <a:ext cx="1915302" cy="0"/>
          </a:xfrm>
          <a:prstGeom prst="line">
            <a:avLst/>
          </a:prstGeom>
          <a:noFill/>
          <a:ln w="12700">
            <a:solidFill>
              <a:srgbClr val="322014"/>
            </a:solidFill>
            <a:prstDash val="solid"/>
          </a:ln>
        </p:spPr>
        <p:txBody>
          <a:bodyPr>
            <a:noAutofit/>
          </a:bodyPr>
          <a:p/>
        </p:txBody>
      </p:sp>
      <p:sp>
        <p:nvSpPr>
          <p:cNvPr id="13" name="shape:013"/>
          <p:cNvSpPr/>
          <p:nvPr/>
        </p:nvSpPr>
        <p:spPr>
          <a:xfrm>
            <a:off x="576072"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2</a:t>
            </a:r>
            <a:endParaRPr lang="en-US" sz="1500" dirty="0"/>
          </a:p>
        </p:txBody>
      </p:sp>
      <p:sp>
        <p:nvSpPr>
          <p:cNvPr id="14" name="shape:014"/>
          <p:cNvSpPr/>
          <p:nvPr/>
        </p:nvSpPr>
        <p:spPr>
          <a:xfrm>
            <a:off x="576072"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Text 1</a:t>
            </a:r>
            <a:endParaRPr lang="en-US" sz="1200" dirty="0"/>
          </a:p>
        </p:txBody>
      </p:sp>
      <p:sp>
        <p:nvSpPr>
          <p:cNvPr id="15" name="shape:015"/>
          <p:cNvSpPr/>
          <p:nvPr/>
        </p:nvSpPr>
        <p:spPr>
          <a:xfrm>
            <a:off x="2857134"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2</a:t>
            </a:r>
            <a:endParaRPr lang="en-US" sz="3000" dirty="0"/>
          </a:p>
        </p:txBody>
      </p:sp>
      <p:sp>
        <p:nvSpPr>
          <p:cNvPr id="16" name="shape:016"/>
          <p:cNvSpPr/>
          <p:nvPr/>
        </p:nvSpPr>
        <p:spPr>
          <a:xfrm>
            <a:off x="2857134" y="3943350"/>
            <a:ext cx="1915302" cy="0"/>
          </a:xfrm>
          <a:prstGeom prst="line">
            <a:avLst/>
          </a:prstGeom>
          <a:noFill/>
          <a:ln w="12700">
            <a:solidFill>
              <a:srgbClr val="322014"/>
            </a:solidFill>
            <a:prstDash val="solid"/>
          </a:ln>
        </p:spPr>
        <p:txBody>
          <a:bodyPr>
            <a:noAutofit/>
          </a:bodyPr>
          <a:p/>
        </p:txBody>
      </p:sp>
      <p:sp>
        <p:nvSpPr>
          <p:cNvPr id="17" name="shape:017"/>
          <p:cNvSpPr/>
          <p:nvPr/>
        </p:nvSpPr>
        <p:spPr>
          <a:xfrm>
            <a:off x="2857134"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3</a:t>
            </a:r>
            <a:endParaRPr lang="en-US" sz="1500" dirty="0"/>
          </a:p>
        </p:txBody>
      </p:sp>
      <p:sp>
        <p:nvSpPr>
          <p:cNvPr id="18" name="shape:018"/>
          <p:cNvSpPr/>
          <p:nvPr/>
        </p:nvSpPr>
        <p:spPr>
          <a:xfrm>
            <a:off x="2857134"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Text 2</a:t>
            </a:r>
            <a:endParaRPr lang="en-US" sz="1200" dirty="0"/>
          </a:p>
        </p:txBody>
      </p:sp>
      <p:sp>
        <p:nvSpPr>
          <p:cNvPr id="19" name="shape:019"/>
          <p:cNvSpPr/>
          <p:nvPr/>
        </p:nvSpPr>
        <p:spPr>
          <a:xfrm>
            <a:off x="5138196"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3</a:t>
            </a:r>
            <a:endParaRPr lang="en-US" sz="3000" dirty="0"/>
          </a:p>
        </p:txBody>
      </p:sp>
      <p:sp>
        <p:nvSpPr>
          <p:cNvPr id="20" name="shape:020"/>
          <p:cNvSpPr/>
          <p:nvPr/>
        </p:nvSpPr>
        <p:spPr>
          <a:xfrm>
            <a:off x="5138196" y="3943350"/>
            <a:ext cx="1915302" cy="0"/>
          </a:xfrm>
          <a:prstGeom prst="line">
            <a:avLst/>
          </a:prstGeom>
          <a:noFill/>
          <a:ln w="12700">
            <a:solidFill>
              <a:srgbClr val="322014"/>
            </a:solidFill>
            <a:prstDash val="solid"/>
          </a:ln>
        </p:spPr>
        <p:txBody>
          <a:bodyPr>
            <a:noAutofit/>
          </a:bodyPr>
          <a:p/>
        </p:txBody>
      </p:sp>
      <p:sp>
        <p:nvSpPr>
          <p:cNvPr id="21" name="shape:021"/>
          <p:cNvSpPr/>
          <p:nvPr/>
        </p:nvSpPr>
        <p:spPr>
          <a:xfrm>
            <a:off x="5138196"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4</a:t>
            </a:r>
            <a:endParaRPr lang="en-US" sz="1500" dirty="0"/>
          </a:p>
        </p:txBody>
      </p:sp>
      <p:sp>
        <p:nvSpPr>
          <p:cNvPr id="22" name="shape:022"/>
          <p:cNvSpPr/>
          <p:nvPr/>
        </p:nvSpPr>
        <p:spPr>
          <a:xfrm>
            <a:off x="5138196"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Text 3</a:t>
            </a:r>
            <a:endParaRPr lang="en-US" sz="1200" dirty="0"/>
          </a:p>
        </p:txBody>
      </p:sp>
      <p:sp>
        <p:nvSpPr>
          <p:cNvPr id="23" name="shape:023"/>
          <p:cNvSpPr/>
          <p:nvPr/>
        </p:nvSpPr>
        <p:spPr>
          <a:xfrm>
            <a:off x="7419259"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4</a:t>
            </a:r>
            <a:endParaRPr lang="en-US" sz="3000" dirty="0"/>
          </a:p>
        </p:txBody>
      </p:sp>
      <p:sp>
        <p:nvSpPr>
          <p:cNvPr id="24" name="shape:024"/>
          <p:cNvSpPr/>
          <p:nvPr/>
        </p:nvSpPr>
        <p:spPr>
          <a:xfrm>
            <a:off x="7419259" y="3943350"/>
            <a:ext cx="1915302" cy="0"/>
          </a:xfrm>
          <a:prstGeom prst="line">
            <a:avLst/>
          </a:prstGeom>
          <a:noFill/>
          <a:ln w="12700">
            <a:solidFill>
              <a:srgbClr val="322014"/>
            </a:solidFill>
            <a:prstDash val="solid"/>
          </a:ln>
        </p:spPr>
        <p:txBody>
          <a:bodyPr>
            <a:noAutofit/>
          </a:bodyPr>
          <a:p/>
        </p:txBody>
      </p:sp>
      <p:sp>
        <p:nvSpPr>
          <p:cNvPr id="25" name="shape:025"/>
          <p:cNvSpPr/>
          <p:nvPr/>
        </p:nvSpPr>
        <p:spPr>
          <a:xfrm>
            <a:off x="7419259"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5</a:t>
            </a:r>
            <a:endParaRPr lang="en-US" sz="1500" dirty="0"/>
          </a:p>
        </p:txBody>
      </p:sp>
      <p:sp>
        <p:nvSpPr>
          <p:cNvPr id="26" name="shape:026"/>
          <p:cNvSpPr/>
          <p:nvPr/>
        </p:nvSpPr>
        <p:spPr>
          <a:xfrm>
            <a:off x="7419259"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Text 4</a:t>
            </a:r>
            <a:endParaRPr lang="en-US" sz="1200" dirty="0"/>
          </a:p>
        </p:txBody>
      </p:sp>
      <p:sp>
        <p:nvSpPr>
          <p:cNvPr id="27" name="shape:027"/>
          <p:cNvSpPr/>
          <p:nvPr/>
        </p:nvSpPr>
        <p:spPr>
          <a:xfrm>
            <a:off x="9700321"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5</a:t>
            </a:r>
            <a:endParaRPr lang="en-US" sz="3000" dirty="0"/>
          </a:p>
        </p:txBody>
      </p:sp>
      <p:sp>
        <p:nvSpPr>
          <p:cNvPr id="28" name="shape:028"/>
          <p:cNvSpPr/>
          <p:nvPr/>
        </p:nvSpPr>
        <p:spPr>
          <a:xfrm>
            <a:off x="9700321" y="3943350"/>
            <a:ext cx="1915302" cy="0"/>
          </a:xfrm>
          <a:prstGeom prst="line">
            <a:avLst/>
          </a:prstGeom>
          <a:noFill/>
          <a:ln w="12700">
            <a:solidFill>
              <a:srgbClr val="322014"/>
            </a:solidFill>
            <a:prstDash val="solid"/>
          </a:ln>
        </p:spPr>
        <p:txBody>
          <a:bodyPr>
            <a:noAutofit/>
          </a:bodyPr>
          <a:p/>
        </p:txBody>
      </p:sp>
      <p:sp>
        <p:nvSpPr>
          <p:cNvPr id="29" name="shape:029"/>
          <p:cNvSpPr/>
          <p:nvPr/>
        </p:nvSpPr>
        <p:spPr>
          <a:xfrm>
            <a:off x="9700321"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6</a:t>
            </a:r>
            <a:endParaRPr lang="en-US" sz="1500" dirty="0"/>
          </a:p>
        </p:txBody>
      </p:sp>
      <p:sp>
        <p:nvSpPr>
          <p:cNvPr id="30" name="shape:030"/>
          <p:cNvSpPr/>
          <p:nvPr/>
        </p:nvSpPr>
        <p:spPr>
          <a:xfrm>
            <a:off x="9700321"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Text 5</a:t>
            </a:r>
            <a:endParaRPr lang="en-US" sz="1200" dirty="0"/>
          </a:p>
        </p:txBody>
      </p:sp>
      <p:sp>
        <p:nvSpPr>
          <p:cNvPr id="3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番号つき打ち手</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