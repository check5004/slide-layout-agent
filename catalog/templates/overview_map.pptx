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"overview_map", "upstream_commit": "e5dd04dc6f1acf010046d2fc7319bcf5242a849a", "source_pptx_slide": 5,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パーツ02｜全体マップ</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全体マップ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a:t>
            </a:r>
            <a:endParaRPr lang="en-US" sz="750" dirty="0"/>
          </a:p>
        </p:txBody>
      </p:sp>
      <p:sp>
        <p:nvSpPr>
          <p:cNvPr id="10" name="shape:010"/>
          <p:cNvSpPr/>
          <p:nvPr/>
        </p:nvSpPr>
        <p:spPr>
          <a:xfrm>
            <a:off x="576072" y="1572768"/>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ラベル 1</a:t>
            </a:r>
            <a:endParaRPr lang="en-US" sz="1150" dirty="0"/>
          </a:p>
        </p:txBody>
      </p:sp>
      <p:sp>
        <p:nvSpPr>
          <p:cNvPr id="11" name="shape:011"/>
          <p:cNvSpPr/>
          <p:nvPr/>
        </p:nvSpPr>
        <p:spPr>
          <a:xfrm>
            <a:off x="2376072" y="1572768"/>
            <a:ext cx="8416591" cy="1149858"/>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1</a:t>
            </a:r>
            <a:endParaRPr lang="en-US" sz="1050" dirty="0"/>
          </a:p>
        </p:txBody>
      </p:sp>
      <p:sp>
        <p:nvSpPr>
          <p:cNvPr id="12" name="shape:012"/>
          <p:cNvSpPr/>
          <p:nvPr/>
        </p:nvSpPr>
        <p:spPr>
          <a:xfrm>
            <a:off x="10792663" y="1572768"/>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5A3921"/>
                </a:solidFill>
                <a:latin typeface="Yu Gothic" pitchFamily="34" charset="0"/>
                <a:ea typeface="Yu Gothic" pitchFamily="34" charset="-122"/>
                <a:cs typeface="Yu Gothic" pitchFamily="34" charset="-120"/>
              </a:rPr>
              <a:t>→ P.3</a:t>
            </a:r>
            <a:endParaRPr lang="en-US" sz="800" dirty="0"/>
          </a:p>
        </p:txBody>
      </p:sp>
      <p:sp>
        <p:nvSpPr>
          <p:cNvPr id="13" name="shape:013"/>
          <p:cNvSpPr/>
          <p:nvPr/>
        </p:nvSpPr>
        <p:spPr>
          <a:xfrm>
            <a:off x="576072" y="2722626"/>
            <a:ext cx="11039551" cy="0"/>
          </a:xfrm>
          <a:prstGeom prst="line">
            <a:avLst/>
          </a:prstGeom>
          <a:noFill/>
          <a:ln w="9525">
            <a:solidFill>
              <a:srgbClr val="E2DCD2"/>
            </a:solidFill>
            <a:prstDash val="solid"/>
          </a:ln>
        </p:spPr>
        <p:txBody>
          <a:bodyPr>
            <a:noAutofit/>
          </a:bodyPr>
          <a:p/>
        </p:txBody>
      </p:sp>
      <p:sp>
        <p:nvSpPr>
          <p:cNvPr id="14" name="shape:014"/>
          <p:cNvSpPr/>
          <p:nvPr/>
        </p:nvSpPr>
        <p:spPr>
          <a:xfrm>
            <a:off x="576072" y="2722626"/>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ラベル 2</a:t>
            </a:r>
            <a:endParaRPr lang="en-US" sz="1150" dirty="0"/>
          </a:p>
        </p:txBody>
      </p:sp>
      <p:sp>
        <p:nvSpPr>
          <p:cNvPr id="15" name="shape:015"/>
          <p:cNvSpPr/>
          <p:nvPr/>
        </p:nvSpPr>
        <p:spPr>
          <a:xfrm>
            <a:off x="2376072" y="2722626"/>
            <a:ext cx="8416591" cy="1149858"/>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2</a:t>
            </a:r>
            <a:endParaRPr lang="en-US" sz="1050" dirty="0"/>
          </a:p>
        </p:txBody>
      </p:sp>
      <p:sp>
        <p:nvSpPr>
          <p:cNvPr id="16" name="shape:016"/>
          <p:cNvSpPr/>
          <p:nvPr/>
        </p:nvSpPr>
        <p:spPr>
          <a:xfrm>
            <a:off x="10792663" y="2722626"/>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5A3921"/>
                </a:solidFill>
                <a:latin typeface="Yu Gothic" pitchFamily="34" charset="0"/>
                <a:ea typeface="Yu Gothic" pitchFamily="34" charset="-122"/>
                <a:cs typeface="Yu Gothic" pitchFamily="34" charset="-120"/>
              </a:rPr>
              <a:t>→ P.4</a:t>
            </a:r>
            <a:endParaRPr lang="en-US" sz="800" dirty="0"/>
          </a:p>
        </p:txBody>
      </p:sp>
      <p:sp>
        <p:nvSpPr>
          <p:cNvPr id="17" name="shape:017"/>
          <p:cNvSpPr/>
          <p:nvPr/>
        </p:nvSpPr>
        <p:spPr>
          <a:xfrm>
            <a:off x="576072" y="3872484"/>
            <a:ext cx="11039551" cy="0"/>
          </a:xfrm>
          <a:prstGeom prst="line">
            <a:avLst/>
          </a:prstGeom>
          <a:noFill/>
          <a:ln w="9525">
            <a:solidFill>
              <a:srgbClr val="E2DCD2"/>
            </a:solidFill>
            <a:prstDash val="solid"/>
          </a:ln>
        </p:spPr>
        <p:txBody>
          <a:bodyPr>
            <a:noAutofit/>
          </a:bodyPr>
          <a:p/>
        </p:txBody>
      </p:sp>
      <p:sp>
        <p:nvSpPr>
          <p:cNvPr id="18" name="shape:018"/>
          <p:cNvSpPr/>
          <p:nvPr/>
        </p:nvSpPr>
        <p:spPr>
          <a:xfrm>
            <a:off x="576072" y="3872484"/>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ラベル 3</a:t>
            </a:r>
            <a:endParaRPr lang="en-US" sz="1150" dirty="0"/>
          </a:p>
        </p:txBody>
      </p:sp>
      <p:sp>
        <p:nvSpPr>
          <p:cNvPr id="19" name="shape:019"/>
          <p:cNvSpPr/>
          <p:nvPr/>
        </p:nvSpPr>
        <p:spPr>
          <a:xfrm>
            <a:off x="2376072" y="3872484"/>
            <a:ext cx="8416591" cy="1149858"/>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3</a:t>
            </a:r>
            <a:endParaRPr lang="en-US" sz="1050" dirty="0"/>
          </a:p>
        </p:txBody>
      </p:sp>
      <p:sp>
        <p:nvSpPr>
          <p:cNvPr id="20" name="shape:020"/>
          <p:cNvSpPr/>
          <p:nvPr/>
        </p:nvSpPr>
        <p:spPr>
          <a:xfrm>
            <a:off x="10792663" y="3872484"/>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5A3921"/>
                </a:solidFill>
                <a:latin typeface="Yu Gothic" pitchFamily="34" charset="0"/>
                <a:ea typeface="Yu Gothic" pitchFamily="34" charset="-122"/>
                <a:cs typeface="Yu Gothic" pitchFamily="34" charset="-120"/>
              </a:rPr>
              <a:t>→ P.5</a:t>
            </a:r>
            <a:endParaRPr lang="en-US" sz="800" dirty="0"/>
          </a:p>
        </p:txBody>
      </p:sp>
      <p:sp>
        <p:nvSpPr>
          <p:cNvPr id="21" name="shape:021"/>
          <p:cNvSpPr/>
          <p:nvPr/>
        </p:nvSpPr>
        <p:spPr>
          <a:xfrm>
            <a:off x="576072" y="5022342"/>
            <a:ext cx="11039551" cy="0"/>
          </a:xfrm>
          <a:prstGeom prst="line">
            <a:avLst/>
          </a:prstGeom>
          <a:noFill/>
          <a:ln w="9525">
            <a:solidFill>
              <a:srgbClr val="E2DCD2"/>
            </a:solidFill>
            <a:prstDash val="solid"/>
          </a:ln>
        </p:spPr>
        <p:txBody>
          <a:bodyPr>
            <a:noAutofit/>
          </a:bodyPr>
          <a:p/>
        </p:txBody>
      </p:sp>
      <p:sp>
        <p:nvSpPr>
          <p:cNvPr id="22" name="shape:022"/>
          <p:cNvSpPr/>
          <p:nvPr/>
        </p:nvSpPr>
        <p:spPr>
          <a:xfrm>
            <a:off x="576072" y="5022342"/>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ラベル 4</a:t>
            </a:r>
            <a:endParaRPr lang="en-US" sz="1150" dirty="0"/>
          </a:p>
        </p:txBody>
      </p:sp>
      <p:sp>
        <p:nvSpPr>
          <p:cNvPr id="23" name="shape:023"/>
          <p:cNvSpPr/>
          <p:nvPr/>
        </p:nvSpPr>
        <p:spPr>
          <a:xfrm>
            <a:off x="2376072" y="5022342"/>
            <a:ext cx="8416591" cy="1149858"/>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4</a:t>
            </a:r>
            <a:endParaRPr lang="en-US" sz="1050" dirty="0"/>
          </a:p>
        </p:txBody>
      </p:sp>
      <p:sp>
        <p:nvSpPr>
          <p:cNvPr id="24" name="shape:024"/>
          <p:cNvSpPr/>
          <p:nvPr/>
        </p:nvSpPr>
        <p:spPr>
          <a:xfrm>
            <a:off x="10792663" y="5022342"/>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5A3921"/>
                </a:solidFill>
                <a:latin typeface="Yu Gothic" pitchFamily="34" charset="0"/>
                <a:ea typeface="Yu Gothic" pitchFamily="34" charset="-122"/>
                <a:cs typeface="Yu Gothic" pitchFamily="34" charset="-120"/>
              </a:rPr>
              <a:t>→ P.6</a:t>
            </a:r>
            <a:endParaRPr lang="en-US" sz="800" dirty="0"/>
          </a:p>
        </p:txBody>
      </p:sp>
      <p:sp>
        <p:nvSpPr>
          <p:cNvPr id="2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全体マップ</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