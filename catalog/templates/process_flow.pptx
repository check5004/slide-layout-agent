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{"layout_id": "process_flow", "upstream_commit": "e5dd04dc6f1acf010046d2fc7319bcf5242a849a", "source_pptx_slide": 55, "license":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322014"/>
                </a:solidFill>
                <a:latin typeface="Yu Mincho Demibold" pitchFamily="34" charset="0"/>
                <a:ea typeface="Yu Mincho Demibold" pitchFamily="34" charset="-122"/>
                <a:cs typeface="Yu Mincho Demibold" pitchFamily="34" charset="-120"/>
              </a:rPr>
              <a:t>スライド型カタログ</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8A7B6B"/>
                </a:solidFill>
                <a:latin typeface="Yu Gothic" pitchFamily="34" charset="0"/>
                <a:ea typeface="Yu Gothic" pitchFamily="34" charset="-122"/>
                <a:cs typeface="Yu Gothic" pitchFamily="34" charset="-120"/>
              </a:rPr>
              <a:t>28  PROCESS_FLOW</a:t>
            </a:r>
            <a:endParaRPr lang="en-US" sz="800" dirty="0"/>
          </a:p>
        </p:txBody>
      </p:sp>
      <p:sp>
        <p:nvSpPr>
          <p:cNvPr id="4" name="shape:004"/>
          <p:cNvSpPr/>
          <p:nvPr/>
        </p:nvSpPr>
        <p:spPr>
          <a:xfrm>
            <a:off x="576072" y="784555"/>
            <a:ext cx="11039551" cy="0"/>
          </a:xfrm>
          <a:prstGeom prst="line">
            <a:avLst/>
          </a:prstGeom>
          <a:noFill/>
          <a:ln w="13970">
            <a:solidFill>
              <a:srgbClr val="322014"/>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322014"/>
                </a:solidFill>
                <a:latin typeface="Yu Mincho Demibold" pitchFamily="34" charset="0"/>
                <a:ea typeface="Yu Mincho Demibold" pitchFamily="34" charset="-122"/>
                <a:cs typeface="Yu Mincho Demibold" pitchFamily="34" charset="-120"/>
              </a:rPr>
              <a:t>プロセスの段階</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8A7B6B"/>
                </a:solidFill>
                <a:latin typeface="Yu Gothic" pitchFamily="34" charset="0"/>
                <a:ea typeface="Yu Gothic" pitchFamily="34" charset="-122"/>
                <a:cs typeface="Yu Gothic" pitchFamily="34" charset="-120"/>
              </a:rPr>
              <a:t>出典：Source 1</a:t>
            </a:r>
            <a:endParaRPr lang="en-US" sz="750" dirty="0"/>
          </a:p>
        </p:txBody>
      </p:sp>
      <p:sp>
        <p:nvSpPr>
          <p:cNvPr id="7" name="shape:007"/>
          <p:cNvSpPr/>
          <p:nvPr/>
        </p:nvSpPr>
        <p:spPr>
          <a:xfrm>
            <a:off x="576072" y="6483096"/>
            <a:ext cx="11039551" cy="0"/>
          </a:xfrm>
          <a:prstGeom prst="line">
            <a:avLst/>
          </a:prstGeom>
          <a:noFill/>
          <a:ln w="8890">
            <a:solidFill>
              <a:srgbClr val="E2DCD2"/>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322014"/>
                </a:solidFill>
                <a:latin typeface="Yu Gothic" pitchFamily="34" charset="0"/>
                <a:ea typeface="Yu Gothic" pitchFamily="34" charset="-122"/>
                <a:cs typeface="Yu Gothic" pitchFamily="34" charset="-120"/>
              </a:rPr>
              <a:t>スライド型カタログ</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8A7B6B"/>
                </a:solidFill>
                <a:latin typeface="Yu Gothic" pitchFamily="34" charset="0"/>
                <a:ea typeface="Yu Gothic" pitchFamily="34" charset="-122"/>
                <a:cs typeface="Yu Gothic" pitchFamily="34" charset="-120"/>
              </a:rPr>
              <a:t>55</a:t>
            </a:r>
            <a:endParaRPr lang="en-US" sz="750" dirty="0"/>
          </a:p>
        </p:txBody>
      </p:sp>
      <p:sp>
        <p:nvSpPr>
          <p:cNvPr id="10" name="shape:010"/>
          <p:cNvSpPr/>
          <p:nvPr/>
        </p:nvSpPr>
        <p:spPr>
          <a:xfrm>
            <a:off x="576072" y="3188684"/>
            <a:ext cx="457200" cy="457200"/>
          </a:xfrm>
          <a:prstGeom prst="ellipse">
            <a:avLst/>
          </a:prstGeom>
          <a:ln w="19050">
            <a:solidFill>
              <a:srgbClr val="322014"/>
            </a:solidFill>
            <a:prstDash val="solid"/>
          </a:ln>
        </p:spPr>
        <p:txBody>
          <a:bodyPr>
            <a:noAutofit/>
          </a:bodyPr>
          <a:p/>
        </p:txBody>
      </p:sp>
      <p:sp>
        <p:nvSpPr>
          <p:cNvPr id="11" name="shape:011"/>
          <p:cNvSpPr/>
          <p:nvPr/>
        </p:nvSpPr>
        <p:spPr>
          <a:xfrm>
            <a:off x="576072" y="3188684"/>
            <a:ext cx="457200" cy="457200"/>
          </a:xfrm>
          <a:prstGeom prst="rect">
            <a:avLst/>
          </a:prstGeom>
          <a:noFill/>
          <a:ln/>
        </p:spPr>
        <p:txBody>
          <a:bodyPr wrap="square" lIns="381" tIns="381" rIns="381" bIns="381" rtlCol="0" anchor="ctr">
            <a:noAutofit/>
          </a:bodyPr>
          <a:lstStyle/>
          <a:p>
            <a:pPr algn="ctr" indent="0" marL="0">
              <a:buNone/>
            </a:pPr>
            <a:r>
              <a:rPr lang="en-US" sz="1500" b="1" dirty="0">
                <a:solidFill>
                  <a:srgbClr val="322014"/>
                </a:solidFill>
                <a:latin typeface="Yu Gothic" pitchFamily="34" charset="0"/>
                <a:ea typeface="Yu Gothic" pitchFamily="34" charset="-122"/>
                <a:cs typeface="Yu Gothic" pitchFamily="34" charset="-120"/>
              </a:rPr>
              <a:t>1</a:t>
            </a:r>
            <a:endParaRPr lang="en-US" sz="1500" dirty="0"/>
          </a:p>
        </p:txBody>
      </p:sp>
      <p:sp>
        <p:nvSpPr>
          <p:cNvPr id="12" name="shape:012"/>
          <p:cNvSpPr/>
          <p:nvPr/>
        </p:nvSpPr>
        <p:spPr>
          <a:xfrm>
            <a:off x="576072" y="3847052"/>
            <a:ext cx="2439848" cy="384048"/>
          </a:xfrm>
          <a:prstGeom prst="rect">
            <a:avLst/>
          </a:prstGeom>
          <a:noFill/>
          <a:ln/>
        </p:spPr>
        <p:txBody>
          <a:bodyPr wrap="square" lIns="381" tIns="381" rIns="381" bIns="381" rtlCol="0" anchor="t">
            <a:noAutofit/>
          </a:bodyPr>
          <a:lstStyle/>
          <a:p>
            <a:pPr algn="l" indent="0" marL="0">
              <a:buNone/>
            </a:pPr>
            <a:r>
              <a:rPr lang="en-US" sz="1450" b="1" dirty="0">
                <a:solidFill>
                  <a:srgbClr val="322014"/>
                </a:solidFill>
                <a:latin typeface="Yu Gothic" pitchFamily="34" charset="0"/>
                <a:ea typeface="Yu Gothic" pitchFamily="34" charset="-122"/>
                <a:cs typeface="Yu Gothic" pitchFamily="34" charset="-120"/>
              </a:rPr>
              <a:t>タイトル 2</a:t>
            </a:r>
            <a:endParaRPr lang="en-US" sz="1450" dirty="0"/>
          </a:p>
        </p:txBody>
      </p:sp>
      <p:sp>
        <p:nvSpPr>
          <p:cNvPr id="13" name="shape:013"/>
          <p:cNvSpPr/>
          <p:nvPr/>
        </p:nvSpPr>
        <p:spPr>
          <a:xfrm>
            <a:off x="576072" y="4267676"/>
            <a:ext cx="2439848" cy="1371600"/>
          </a:xfrm>
          <a:prstGeom prst="rect">
            <a:avLst/>
          </a:prstGeom>
          <a:noFill/>
          <a:ln/>
        </p:spPr>
        <p:txBody>
          <a:bodyPr wrap="square" lIns="381" tIns="381" rIns="381" bIns="381" rtlCol="0" anchor="t">
            <a:noAutofit/>
          </a:bodyPr>
          <a:lstStyle/>
          <a:p>
            <a:pPr algn="l" indent="0" marL="0">
              <a:buNone/>
            </a:pPr>
            <a:r>
              <a:rPr lang="en-US" sz="1150" dirty="0">
                <a:solidFill>
                  <a:srgbClr val="322014"/>
                </a:solidFill>
                <a:latin typeface="Yu Gothic" pitchFamily="34" charset="0"/>
                <a:ea typeface="Yu Gothic" pitchFamily="34" charset="-122"/>
                <a:cs typeface="Yu Gothic" pitchFamily="34" charset="-120"/>
              </a:rPr>
              <a:t>Text 1</a:t>
            </a:r>
            <a:endParaRPr lang="en-US" sz="1150" dirty="0"/>
          </a:p>
        </p:txBody>
      </p:sp>
      <p:sp>
        <p:nvSpPr>
          <p:cNvPr id="14" name="shape:014"/>
          <p:cNvSpPr/>
          <p:nvPr/>
        </p:nvSpPr>
        <p:spPr>
          <a:xfrm>
            <a:off x="2878760" y="3188684"/>
            <a:ext cx="365760" cy="457200"/>
          </a:xfrm>
          <a:prstGeom prst="rect">
            <a:avLst/>
          </a:prstGeom>
          <a:noFill/>
          <a:ln/>
        </p:spPr>
        <p:txBody>
          <a:bodyPr wrap="square" lIns="381" tIns="381" rIns="381" bIns="381" rtlCol="0" anchor="ctr">
            <a:noAutofit/>
          </a:bodyPr>
          <a:lstStyle/>
          <a:p>
            <a:pPr algn="ctr" indent="0" marL="0">
              <a:buNone/>
            </a:pPr>
            <a:r>
              <a:rPr lang="en-US" sz="2200" b="1" dirty="0">
                <a:solidFill>
                  <a:srgbClr val="322014"/>
                </a:solidFill>
                <a:latin typeface="Yu Gothic" pitchFamily="34" charset="0"/>
                <a:ea typeface="Yu Gothic" pitchFamily="34" charset="-122"/>
                <a:cs typeface="Yu Gothic" pitchFamily="34" charset="-120"/>
              </a:rPr>
              <a:t>›</a:t>
            </a:r>
            <a:endParaRPr lang="en-US" sz="2200" dirty="0"/>
          </a:p>
        </p:txBody>
      </p:sp>
      <p:sp>
        <p:nvSpPr>
          <p:cNvPr id="15" name="shape:015"/>
          <p:cNvSpPr/>
          <p:nvPr/>
        </p:nvSpPr>
        <p:spPr>
          <a:xfrm>
            <a:off x="3335960" y="3188684"/>
            <a:ext cx="457200" cy="457200"/>
          </a:xfrm>
          <a:prstGeom prst="ellipse">
            <a:avLst/>
          </a:prstGeom>
          <a:ln w="19050">
            <a:solidFill>
              <a:srgbClr val="322014"/>
            </a:solidFill>
            <a:prstDash val="solid"/>
          </a:ln>
        </p:spPr>
        <p:txBody>
          <a:bodyPr>
            <a:noAutofit/>
          </a:bodyPr>
          <a:p/>
        </p:txBody>
      </p:sp>
      <p:sp>
        <p:nvSpPr>
          <p:cNvPr id="16" name="shape:016"/>
          <p:cNvSpPr/>
          <p:nvPr/>
        </p:nvSpPr>
        <p:spPr>
          <a:xfrm>
            <a:off x="3335960" y="3188684"/>
            <a:ext cx="457200" cy="457200"/>
          </a:xfrm>
          <a:prstGeom prst="rect">
            <a:avLst/>
          </a:prstGeom>
          <a:noFill/>
          <a:ln/>
        </p:spPr>
        <p:txBody>
          <a:bodyPr wrap="square" lIns="381" tIns="381" rIns="381" bIns="381" rtlCol="0" anchor="ctr">
            <a:noAutofit/>
          </a:bodyPr>
          <a:lstStyle/>
          <a:p>
            <a:pPr algn="ctr" indent="0" marL="0">
              <a:buNone/>
            </a:pPr>
            <a:r>
              <a:rPr lang="en-US" sz="1500" b="1" dirty="0">
                <a:solidFill>
                  <a:srgbClr val="322014"/>
                </a:solidFill>
                <a:latin typeface="Yu Gothic" pitchFamily="34" charset="0"/>
                <a:ea typeface="Yu Gothic" pitchFamily="34" charset="-122"/>
                <a:cs typeface="Yu Gothic" pitchFamily="34" charset="-120"/>
              </a:rPr>
              <a:t>2</a:t>
            </a:r>
            <a:endParaRPr lang="en-US" sz="1500" dirty="0"/>
          </a:p>
        </p:txBody>
      </p:sp>
      <p:sp>
        <p:nvSpPr>
          <p:cNvPr id="17" name="shape:017"/>
          <p:cNvSpPr/>
          <p:nvPr/>
        </p:nvSpPr>
        <p:spPr>
          <a:xfrm>
            <a:off x="3335960" y="3847052"/>
            <a:ext cx="2439848" cy="384048"/>
          </a:xfrm>
          <a:prstGeom prst="rect">
            <a:avLst/>
          </a:prstGeom>
          <a:noFill/>
          <a:ln/>
        </p:spPr>
        <p:txBody>
          <a:bodyPr wrap="square" lIns="381" tIns="381" rIns="381" bIns="381" rtlCol="0" anchor="t">
            <a:noAutofit/>
          </a:bodyPr>
          <a:lstStyle/>
          <a:p>
            <a:pPr algn="l" indent="0" marL="0">
              <a:buNone/>
            </a:pPr>
            <a:r>
              <a:rPr lang="en-US" sz="1450" b="1" dirty="0">
                <a:solidFill>
                  <a:srgbClr val="322014"/>
                </a:solidFill>
                <a:latin typeface="Yu Gothic" pitchFamily="34" charset="0"/>
                <a:ea typeface="Yu Gothic" pitchFamily="34" charset="-122"/>
                <a:cs typeface="Yu Gothic" pitchFamily="34" charset="-120"/>
              </a:rPr>
              <a:t>タイトル 3</a:t>
            </a:r>
            <a:endParaRPr lang="en-US" sz="1450" dirty="0"/>
          </a:p>
        </p:txBody>
      </p:sp>
      <p:sp>
        <p:nvSpPr>
          <p:cNvPr id="18" name="shape:018"/>
          <p:cNvSpPr/>
          <p:nvPr/>
        </p:nvSpPr>
        <p:spPr>
          <a:xfrm>
            <a:off x="3335960" y="4267676"/>
            <a:ext cx="2439848" cy="1371600"/>
          </a:xfrm>
          <a:prstGeom prst="rect">
            <a:avLst/>
          </a:prstGeom>
          <a:noFill/>
          <a:ln/>
        </p:spPr>
        <p:txBody>
          <a:bodyPr wrap="square" lIns="381" tIns="381" rIns="381" bIns="381" rtlCol="0" anchor="t">
            <a:noAutofit/>
          </a:bodyPr>
          <a:lstStyle/>
          <a:p>
            <a:pPr algn="l" indent="0" marL="0">
              <a:buNone/>
            </a:pPr>
            <a:r>
              <a:rPr lang="en-US" sz="1150" dirty="0">
                <a:solidFill>
                  <a:srgbClr val="322014"/>
                </a:solidFill>
                <a:latin typeface="Yu Gothic" pitchFamily="34" charset="0"/>
                <a:ea typeface="Yu Gothic" pitchFamily="34" charset="-122"/>
                <a:cs typeface="Yu Gothic" pitchFamily="34" charset="-120"/>
              </a:rPr>
              <a:t>Text 2</a:t>
            </a:r>
            <a:endParaRPr lang="en-US" sz="1150" dirty="0"/>
          </a:p>
        </p:txBody>
      </p:sp>
      <p:sp>
        <p:nvSpPr>
          <p:cNvPr id="19" name="shape:019"/>
          <p:cNvSpPr/>
          <p:nvPr/>
        </p:nvSpPr>
        <p:spPr>
          <a:xfrm>
            <a:off x="5638648" y="3188684"/>
            <a:ext cx="365760" cy="457200"/>
          </a:xfrm>
          <a:prstGeom prst="rect">
            <a:avLst/>
          </a:prstGeom>
          <a:noFill/>
          <a:ln/>
        </p:spPr>
        <p:txBody>
          <a:bodyPr wrap="square" lIns="381" tIns="381" rIns="381" bIns="381" rtlCol="0" anchor="ctr">
            <a:noAutofit/>
          </a:bodyPr>
          <a:lstStyle/>
          <a:p>
            <a:pPr algn="ctr" indent="0" marL="0">
              <a:buNone/>
            </a:pPr>
            <a:r>
              <a:rPr lang="en-US" sz="2200" b="1" dirty="0">
                <a:solidFill>
                  <a:srgbClr val="322014"/>
                </a:solidFill>
                <a:latin typeface="Yu Gothic" pitchFamily="34" charset="0"/>
                <a:ea typeface="Yu Gothic" pitchFamily="34" charset="-122"/>
                <a:cs typeface="Yu Gothic" pitchFamily="34" charset="-120"/>
              </a:rPr>
              <a:t>›</a:t>
            </a:r>
            <a:endParaRPr lang="en-US" sz="2200" dirty="0"/>
          </a:p>
        </p:txBody>
      </p:sp>
      <p:sp>
        <p:nvSpPr>
          <p:cNvPr id="20" name="shape:020"/>
          <p:cNvSpPr/>
          <p:nvPr/>
        </p:nvSpPr>
        <p:spPr>
          <a:xfrm>
            <a:off x="6095848" y="3188684"/>
            <a:ext cx="457200" cy="457200"/>
          </a:xfrm>
          <a:prstGeom prst="ellipse">
            <a:avLst/>
          </a:prstGeom>
          <a:ln w="19050">
            <a:solidFill>
              <a:srgbClr val="322014"/>
            </a:solidFill>
            <a:prstDash val="solid"/>
          </a:ln>
        </p:spPr>
        <p:txBody>
          <a:bodyPr>
            <a:noAutofit/>
          </a:bodyPr>
          <a:p/>
        </p:txBody>
      </p:sp>
      <p:sp>
        <p:nvSpPr>
          <p:cNvPr id="21" name="shape:021"/>
          <p:cNvSpPr/>
          <p:nvPr/>
        </p:nvSpPr>
        <p:spPr>
          <a:xfrm>
            <a:off x="6095848" y="3188684"/>
            <a:ext cx="457200" cy="457200"/>
          </a:xfrm>
          <a:prstGeom prst="rect">
            <a:avLst/>
          </a:prstGeom>
          <a:noFill/>
          <a:ln/>
        </p:spPr>
        <p:txBody>
          <a:bodyPr wrap="square" lIns="381" tIns="381" rIns="381" bIns="381" rtlCol="0" anchor="ctr">
            <a:noAutofit/>
          </a:bodyPr>
          <a:lstStyle/>
          <a:p>
            <a:pPr algn="ctr" indent="0" marL="0">
              <a:buNone/>
            </a:pPr>
            <a:r>
              <a:rPr lang="en-US" sz="1500" b="1" dirty="0">
                <a:solidFill>
                  <a:srgbClr val="322014"/>
                </a:solidFill>
                <a:latin typeface="Yu Gothic" pitchFamily="34" charset="0"/>
                <a:ea typeface="Yu Gothic" pitchFamily="34" charset="-122"/>
                <a:cs typeface="Yu Gothic" pitchFamily="34" charset="-120"/>
              </a:rPr>
              <a:t>3</a:t>
            </a:r>
            <a:endParaRPr lang="en-US" sz="1500" dirty="0"/>
          </a:p>
        </p:txBody>
      </p:sp>
      <p:sp>
        <p:nvSpPr>
          <p:cNvPr id="22" name="shape:022"/>
          <p:cNvSpPr/>
          <p:nvPr/>
        </p:nvSpPr>
        <p:spPr>
          <a:xfrm>
            <a:off x="6095848" y="3847052"/>
            <a:ext cx="2439848" cy="384048"/>
          </a:xfrm>
          <a:prstGeom prst="rect">
            <a:avLst/>
          </a:prstGeom>
          <a:noFill/>
          <a:ln/>
        </p:spPr>
        <p:txBody>
          <a:bodyPr wrap="square" lIns="381" tIns="381" rIns="381" bIns="381" rtlCol="0" anchor="t">
            <a:noAutofit/>
          </a:bodyPr>
          <a:lstStyle/>
          <a:p>
            <a:pPr algn="l" indent="0" marL="0">
              <a:buNone/>
            </a:pPr>
            <a:r>
              <a:rPr lang="en-US" sz="1450" b="1" dirty="0">
                <a:solidFill>
                  <a:srgbClr val="322014"/>
                </a:solidFill>
                <a:latin typeface="Yu Gothic" pitchFamily="34" charset="0"/>
                <a:ea typeface="Yu Gothic" pitchFamily="34" charset="-122"/>
                <a:cs typeface="Yu Gothic" pitchFamily="34" charset="-120"/>
              </a:rPr>
              <a:t>タイトル 4</a:t>
            </a:r>
            <a:endParaRPr lang="en-US" sz="1450" dirty="0"/>
          </a:p>
        </p:txBody>
      </p:sp>
      <p:sp>
        <p:nvSpPr>
          <p:cNvPr id="23" name="shape:023"/>
          <p:cNvSpPr/>
          <p:nvPr/>
        </p:nvSpPr>
        <p:spPr>
          <a:xfrm>
            <a:off x="6095848" y="4267676"/>
            <a:ext cx="2439848" cy="1371600"/>
          </a:xfrm>
          <a:prstGeom prst="rect">
            <a:avLst/>
          </a:prstGeom>
          <a:noFill/>
          <a:ln/>
        </p:spPr>
        <p:txBody>
          <a:bodyPr wrap="square" lIns="381" tIns="381" rIns="381" bIns="381" rtlCol="0" anchor="t">
            <a:noAutofit/>
          </a:bodyPr>
          <a:lstStyle/>
          <a:p>
            <a:pPr algn="l" indent="0" marL="0">
              <a:buNone/>
            </a:pPr>
            <a:r>
              <a:rPr lang="en-US" sz="1150" dirty="0">
                <a:solidFill>
                  <a:srgbClr val="322014"/>
                </a:solidFill>
                <a:latin typeface="Yu Gothic" pitchFamily="34" charset="0"/>
                <a:ea typeface="Yu Gothic" pitchFamily="34" charset="-122"/>
                <a:cs typeface="Yu Gothic" pitchFamily="34" charset="-120"/>
              </a:rPr>
              <a:t>Text 3</a:t>
            </a:r>
            <a:endParaRPr lang="en-US" sz="1150" dirty="0"/>
          </a:p>
        </p:txBody>
      </p:sp>
      <p:sp>
        <p:nvSpPr>
          <p:cNvPr id="24" name="shape:024"/>
          <p:cNvSpPr/>
          <p:nvPr/>
        </p:nvSpPr>
        <p:spPr>
          <a:xfrm>
            <a:off x="8398535" y="3188684"/>
            <a:ext cx="365760" cy="457200"/>
          </a:xfrm>
          <a:prstGeom prst="rect">
            <a:avLst/>
          </a:prstGeom>
          <a:noFill/>
          <a:ln/>
        </p:spPr>
        <p:txBody>
          <a:bodyPr wrap="square" lIns="381" tIns="381" rIns="381" bIns="381" rtlCol="0" anchor="ctr">
            <a:noAutofit/>
          </a:bodyPr>
          <a:lstStyle/>
          <a:p>
            <a:pPr algn="ctr" indent="0" marL="0">
              <a:buNone/>
            </a:pPr>
            <a:r>
              <a:rPr lang="en-US" sz="2200" b="1" dirty="0">
                <a:solidFill>
                  <a:srgbClr val="322014"/>
                </a:solidFill>
                <a:latin typeface="Yu Gothic" pitchFamily="34" charset="0"/>
                <a:ea typeface="Yu Gothic" pitchFamily="34" charset="-122"/>
                <a:cs typeface="Yu Gothic" pitchFamily="34" charset="-120"/>
              </a:rPr>
              <a:t>›</a:t>
            </a:r>
            <a:endParaRPr lang="en-US" sz="2200" dirty="0"/>
          </a:p>
        </p:txBody>
      </p:sp>
      <p:sp>
        <p:nvSpPr>
          <p:cNvPr id="25" name="shape:025"/>
          <p:cNvSpPr/>
          <p:nvPr/>
        </p:nvSpPr>
        <p:spPr>
          <a:xfrm>
            <a:off x="8855735" y="3188684"/>
            <a:ext cx="457200" cy="457200"/>
          </a:xfrm>
          <a:prstGeom prst="ellipse">
            <a:avLst/>
          </a:prstGeom>
          <a:ln w="19050">
            <a:solidFill>
              <a:srgbClr val="322014"/>
            </a:solidFill>
            <a:prstDash val="solid"/>
          </a:ln>
        </p:spPr>
        <p:txBody>
          <a:bodyPr>
            <a:noAutofit/>
          </a:bodyPr>
          <a:p/>
        </p:txBody>
      </p:sp>
      <p:sp>
        <p:nvSpPr>
          <p:cNvPr id="26" name="shape:026"/>
          <p:cNvSpPr/>
          <p:nvPr/>
        </p:nvSpPr>
        <p:spPr>
          <a:xfrm>
            <a:off x="8855735" y="3188684"/>
            <a:ext cx="457200" cy="457200"/>
          </a:xfrm>
          <a:prstGeom prst="rect">
            <a:avLst/>
          </a:prstGeom>
          <a:noFill/>
          <a:ln/>
        </p:spPr>
        <p:txBody>
          <a:bodyPr wrap="square" lIns="381" tIns="381" rIns="381" bIns="381" rtlCol="0" anchor="ctr">
            <a:noAutofit/>
          </a:bodyPr>
          <a:lstStyle/>
          <a:p>
            <a:pPr algn="ctr" indent="0" marL="0">
              <a:buNone/>
            </a:pPr>
            <a:r>
              <a:rPr lang="en-US" sz="1500" b="1" dirty="0">
                <a:solidFill>
                  <a:srgbClr val="322014"/>
                </a:solidFill>
                <a:latin typeface="Yu Gothic" pitchFamily="34" charset="0"/>
                <a:ea typeface="Yu Gothic" pitchFamily="34" charset="-122"/>
                <a:cs typeface="Yu Gothic" pitchFamily="34" charset="-120"/>
              </a:rPr>
              <a:t>4</a:t>
            </a:r>
            <a:endParaRPr lang="en-US" sz="1500" dirty="0"/>
          </a:p>
        </p:txBody>
      </p:sp>
      <p:sp>
        <p:nvSpPr>
          <p:cNvPr id="27" name="shape:027"/>
          <p:cNvSpPr/>
          <p:nvPr/>
        </p:nvSpPr>
        <p:spPr>
          <a:xfrm>
            <a:off x="8855735" y="3847052"/>
            <a:ext cx="2439848" cy="384048"/>
          </a:xfrm>
          <a:prstGeom prst="rect">
            <a:avLst/>
          </a:prstGeom>
          <a:noFill/>
          <a:ln/>
        </p:spPr>
        <p:txBody>
          <a:bodyPr wrap="square" lIns="381" tIns="381" rIns="381" bIns="381" rtlCol="0" anchor="t">
            <a:noAutofit/>
          </a:bodyPr>
          <a:lstStyle/>
          <a:p>
            <a:pPr algn="l" indent="0" marL="0">
              <a:buNone/>
            </a:pPr>
            <a:r>
              <a:rPr lang="en-US" sz="1450" b="1" dirty="0">
                <a:solidFill>
                  <a:srgbClr val="322014"/>
                </a:solidFill>
                <a:latin typeface="Yu Gothic" pitchFamily="34" charset="0"/>
                <a:ea typeface="Yu Gothic" pitchFamily="34" charset="-122"/>
                <a:cs typeface="Yu Gothic" pitchFamily="34" charset="-120"/>
              </a:rPr>
              <a:t>タイトル 5</a:t>
            </a:r>
            <a:endParaRPr lang="en-US" sz="1450" dirty="0"/>
          </a:p>
        </p:txBody>
      </p:sp>
      <p:sp>
        <p:nvSpPr>
          <p:cNvPr id="28" name="shape:028"/>
          <p:cNvSpPr/>
          <p:nvPr/>
        </p:nvSpPr>
        <p:spPr>
          <a:xfrm>
            <a:off x="8855735" y="4267676"/>
            <a:ext cx="2439848" cy="1371600"/>
          </a:xfrm>
          <a:prstGeom prst="rect">
            <a:avLst/>
          </a:prstGeom>
          <a:noFill/>
          <a:ln/>
        </p:spPr>
        <p:txBody>
          <a:bodyPr wrap="square" lIns="381" tIns="381" rIns="381" bIns="381" rtlCol="0" anchor="t">
            <a:noAutofit/>
          </a:bodyPr>
          <a:lstStyle/>
          <a:p>
            <a:pPr algn="l" indent="0" marL="0">
              <a:buNone/>
            </a:pPr>
            <a:r>
              <a:rPr lang="en-US" sz="1150" dirty="0">
                <a:solidFill>
                  <a:srgbClr val="322014"/>
                </a:solidFill>
                <a:latin typeface="Yu Gothic" pitchFamily="34" charset="0"/>
                <a:ea typeface="Yu Gothic" pitchFamily="34" charset="-122"/>
                <a:cs typeface="Yu Gothic" pitchFamily="34" charset="-120"/>
              </a:rPr>
              <a:t>Text 4</a:t>
            </a:r>
            <a:endParaRPr lang="en-US" sz="1150" dirty="0"/>
          </a:p>
        </p:txBody>
      </p:sp>
      <p:sp>
        <p:nvSpPr>
          <p:cNvPr id="29"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8A7B6B"/>
                </a:solidFill>
                <a:latin typeface="Yu Gothic"/>
              </a:rPr>
              <a:t>PPTX</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プロセスの段階</dc:title>
  <dc:subject/>
  <dc:creator>slide-layout-agent / Carnot AI Inc.</dc:creator>
  <cp:keywords/>
  <dc:description>Derived from Carnot AI Inc. MIT-licensed SuperTemplate; see catalog/upstream/LICENSE.</dc:description>
  <cp:lastModifiedBy>Steve Canny</cp:lastModifiedBy>
  <cp:revision>1</cp:revision>
  <dcterms:created xsi:type="dcterms:W3CDTF">2013-01-27T09:14:16Z</dcterms:created>
  <dcterms:modified xsi:type="dcterms:W3CDTF">2013-01-27T09:15:58Z</dcterms:modified>
  <cp:category/>
</cp:coreProperties>
</file>