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"process_flow", "upstream_commit": "e5dd04dc6f1acf010046d2fc7319bcf5242a849a", "source_pptx_slide": 55,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28  PROCESS_FLOW</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プロセスの段階</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55</a:t>
            </a:r>
            <a:endParaRPr lang="en-US" sz="750" dirty="0"/>
          </a:p>
        </p:txBody>
      </p:sp>
      <p:sp>
        <p:nvSpPr>
          <p:cNvPr id="10" name="shape:010"/>
          <p:cNvSpPr/>
          <p:nvPr/>
        </p:nvSpPr>
        <p:spPr>
          <a:xfrm>
            <a:off x="576072" y="3188684"/>
            <a:ext cx="457200" cy="457200"/>
          </a:xfrm>
          <a:prstGeom prst="ellipse">
            <a:avLst/>
          </a:prstGeom>
          <a:ln w="19050">
            <a:solidFill>
              <a:srgbClr val="322014"/>
            </a:solidFill>
            <a:prstDash val="solid"/>
          </a:ln>
        </p:spPr>
        <p:txBody>
          <a:bodyPr>
            <a:noAutofit/>
          </a:bodyPr>
          <a:p/>
        </p:txBody>
      </p:sp>
      <p:sp>
        <p:nvSpPr>
          <p:cNvPr id="11" name="shape:011"/>
          <p:cNvSpPr/>
          <p:nvPr/>
        </p:nvSpPr>
        <p:spPr>
          <a:xfrm>
            <a:off x="576072"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a:t>
            </a:r>
            <a:endParaRPr lang="en-US" sz="1500" dirty="0"/>
          </a:p>
        </p:txBody>
      </p:sp>
      <p:sp>
        <p:nvSpPr>
          <p:cNvPr id="12" name="shape:012"/>
          <p:cNvSpPr/>
          <p:nvPr/>
        </p:nvSpPr>
        <p:spPr>
          <a:xfrm>
            <a:off x="576072"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2</a:t>
            </a:r>
            <a:endParaRPr lang="en-US" sz="1450" dirty="0"/>
          </a:p>
        </p:txBody>
      </p:sp>
      <p:sp>
        <p:nvSpPr>
          <p:cNvPr id="13" name="shape:013"/>
          <p:cNvSpPr/>
          <p:nvPr/>
        </p:nvSpPr>
        <p:spPr>
          <a:xfrm>
            <a:off x="576072"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1</a:t>
            </a:r>
            <a:endParaRPr lang="en-US" sz="1150" dirty="0"/>
          </a:p>
        </p:txBody>
      </p:sp>
      <p:sp>
        <p:nvSpPr>
          <p:cNvPr id="14" name="shape:014"/>
          <p:cNvSpPr/>
          <p:nvPr/>
        </p:nvSpPr>
        <p:spPr>
          <a:xfrm>
            <a:off x="2878760"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15" name="shape:015"/>
          <p:cNvSpPr/>
          <p:nvPr/>
        </p:nvSpPr>
        <p:spPr>
          <a:xfrm>
            <a:off x="3335960" y="3188684"/>
            <a:ext cx="457200" cy="457200"/>
          </a:xfrm>
          <a:prstGeom prst="ellipse">
            <a:avLst/>
          </a:prstGeom>
          <a:ln w="19050">
            <a:solidFill>
              <a:srgbClr val="322014"/>
            </a:solidFill>
            <a:prstDash val="solid"/>
          </a:ln>
        </p:spPr>
        <p:txBody>
          <a:bodyPr>
            <a:noAutofit/>
          </a:bodyPr>
          <a:p/>
        </p:txBody>
      </p:sp>
      <p:sp>
        <p:nvSpPr>
          <p:cNvPr id="16" name="shape:016"/>
          <p:cNvSpPr/>
          <p:nvPr/>
        </p:nvSpPr>
        <p:spPr>
          <a:xfrm>
            <a:off x="3335960"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a:t>
            </a:r>
            <a:endParaRPr lang="en-US" sz="1500" dirty="0"/>
          </a:p>
        </p:txBody>
      </p:sp>
      <p:sp>
        <p:nvSpPr>
          <p:cNvPr id="17" name="shape:017"/>
          <p:cNvSpPr/>
          <p:nvPr/>
        </p:nvSpPr>
        <p:spPr>
          <a:xfrm>
            <a:off x="3335960"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3</a:t>
            </a:r>
            <a:endParaRPr lang="en-US" sz="1450" dirty="0"/>
          </a:p>
        </p:txBody>
      </p:sp>
      <p:sp>
        <p:nvSpPr>
          <p:cNvPr id="18" name="shape:018"/>
          <p:cNvSpPr/>
          <p:nvPr/>
        </p:nvSpPr>
        <p:spPr>
          <a:xfrm>
            <a:off x="3335960"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2</a:t>
            </a:r>
            <a:endParaRPr lang="en-US" sz="1150" dirty="0"/>
          </a:p>
        </p:txBody>
      </p:sp>
      <p:sp>
        <p:nvSpPr>
          <p:cNvPr id="19" name="shape:019"/>
          <p:cNvSpPr/>
          <p:nvPr/>
        </p:nvSpPr>
        <p:spPr>
          <a:xfrm>
            <a:off x="5638648"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0" name="shape:020"/>
          <p:cNvSpPr/>
          <p:nvPr/>
        </p:nvSpPr>
        <p:spPr>
          <a:xfrm>
            <a:off x="6095848" y="3188684"/>
            <a:ext cx="457200" cy="457200"/>
          </a:xfrm>
          <a:prstGeom prst="ellipse">
            <a:avLst/>
          </a:prstGeom>
          <a:ln w="19050">
            <a:solidFill>
              <a:srgbClr val="322014"/>
            </a:solidFill>
            <a:prstDash val="solid"/>
          </a:ln>
        </p:spPr>
        <p:txBody>
          <a:bodyPr>
            <a:noAutofit/>
          </a:bodyPr>
          <a:p/>
        </p:txBody>
      </p:sp>
      <p:sp>
        <p:nvSpPr>
          <p:cNvPr id="21" name="shape:021"/>
          <p:cNvSpPr/>
          <p:nvPr/>
        </p:nvSpPr>
        <p:spPr>
          <a:xfrm>
            <a:off x="6095848"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3</a:t>
            </a:r>
            <a:endParaRPr lang="en-US" sz="1500" dirty="0"/>
          </a:p>
        </p:txBody>
      </p:sp>
      <p:sp>
        <p:nvSpPr>
          <p:cNvPr id="22" name="shape:022"/>
          <p:cNvSpPr/>
          <p:nvPr/>
        </p:nvSpPr>
        <p:spPr>
          <a:xfrm>
            <a:off x="6095848"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4</a:t>
            </a:r>
            <a:endParaRPr lang="en-US" sz="1450" dirty="0"/>
          </a:p>
        </p:txBody>
      </p:sp>
      <p:sp>
        <p:nvSpPr>
          <p:cNvPr id="23" name="shape:023"/>
          <p:cNvSpPr/>
          <p:nvPr/>
        </p:nvSpPr>
        <p:spPr>
          <a:xfrm>
            <a:off x="6095848"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3</a:t>
            </a:r>
            <a:endParaRPr lang="en-US" sz="1150" dirty="0"/>
          </a:p>
        </p:txBody>
      </p:sp>
      <p:sp>
        <p:nvSpPr>
          <p:cNvPr id="24" name="shape:024"/>
          <p:cNvSpPr/>
          <p:nvPr/>
        </p:nvSpPr>
        <p:spPr>
          <a:xfrm>
            <a:off x="8398535"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5" name="shape:025"/>
          <p:cNvSpPr/>
          <p:nvPr/>
        </p:nvSpPr>
        <p:spPr>
          <a:xfrm>
            <a:off x="8855735" y="3188684"/>
            <a:ext cx="457200" cy="457200"/>
          </a:xfrm>
          <a:prstGeom prst="ellipse">
            <a:avLst/>
          </a:prstGeom>
          <a:ln w="19050">
            <a:solidFill>
              <a:srgbClr val="322014"/>
            </a:solidFill>
            <a:prstDash val="solid"/>
          </a:ln>
        </p:spPr>
        <p:txBody>
          <a:bodyPr>
            <a:noAutofit/>
          </a:bodyPr>
          <a:p/>
        </p:txBody>
      </p:sp>
      <p:sp>
        <p:nvSpPr>
          <p:cNvPr id="26" name="shape:026"/>
          <p:cNvSpPr/>
          <p:nvPr/>
        </p:nvSpPr>
        <p:spPr>
          <a:xfrm>
            <a:off x="8855735"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a:t>
            </a:r>
            <a:endParaRPr lang="en-US" sz="1500" dirty="0"/>
          </a:p>
        </p:txBody>
      </p:sp>
      <p:sp>
        <p:nvSpPr>
          <p:cNvPr id="27" name="shape:027"/>
          <p:cNvSpPr/>
          <p:nvPr/>
        </p:nvSpPr>
        <p:spPr>
          <a:xfrm>
            <a:off x="8855735"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5</a:t>
            </a:r>
            <a:endParaRPr lang="en-US" sz="1450" dirty="0"/>
          </a:p>
        </p:txBody>
      </p:sp>
      <p:sp>
        <p:nvSpPr>
          <p:cNvPr id="28" name="shape:028"/>
          <p:cNvSpPr/>
          <p:nvPr/>
        </p:nvSpPr>
        <p:spPr>
          <a:xfrm>
            <a:off x="8855735"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4</a:t>
            </a:r>
            <a:endParaRPr lang="en-US" sz="11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プロセスの段階</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