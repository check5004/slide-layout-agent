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"risk_table", "upstream_commit": "e5dd04dc6f1acf010046d2fc7319bcf5242a849a", "source_pptx_slide": 30,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12  RISK_TABLE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リスク一覧表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30</a:t>
            </a:r>
            <a:endParaRPr lang="en-US" sz="750" dirty="0"/>
          </a:p>
        </p:txBody>
      </p:sp>
      <p:graphicFrame>
        <p:nvGraphicFramePr>
          <p:cNvPr id="31" name="shape:031"/>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834640"/>
                <a:gridCol w="2560320"/>
                <a:gridCol w="4572000"/>
                <a:gridCol w="112471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リスク</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兆候</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対応策</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担当</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Text 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1がNを下回る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2のNがNか月続く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3を先に確保する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4の代替案を用意する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Text 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5がNを下回る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6のNがNか月続く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7を先に確保する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8の代替案を用意する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Text 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9がNを下回る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10のNがNか月続く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11を先に確保する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12の代替案を用意する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リスク一覧表</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