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"risk_table", "upstream_commit": "e5dd04dc6f1acf010046d2fc7319bcf5242a849a", "source_pptx_slide": 30,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12  RISK_TABLE</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リスク一覧表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30</a:t>
            </a:r>
            <a:endParaRPr lang="en-US" sz="750" dirty="0"/>
          </a:p>
        </p:txBody>
      </p:sp>
      <p:graphicFrame>
        <p:nvGraphicFramePr>
          <p:cNvPr id="31" name="shape:031"/>
          <p:cNvGraphicFramePr>
            <a:graphicFrameLocks noGrp="1"/>
          </p:cNvGraphicFramePr>
          <p:nvPr>
            <p:extLst>
              <p:ext uri="{D42A27DB-BD31-4B8C-83A1-F6EECF244321}">
                <p14:modId xmlns:p14="http://schemas.microsoft.com/office/powerpoint/2010/main" val="1579011935"/>
              </p:ext>
            </p:extLst>
          </p:nvPr>
        </p:nvGraphicFramePr>
        <p:xfrm>
          <a:off x="576072" y="2029968"/>
          <a:ext cx="11091672" cy="3950208"/>
        </p:xfrm>
        <a:graphic>
          <a:graphicData uri="http://schemas.openxmlformats.org/drawingml/2006/table">
            <a:tbl>
              <a:tblPr/>
              <a:tblGrid>
                <a:gridCol w="2834640"/>
                <a:gridCol w="2560320"/>
                <a:gridCol w="4572000"/>
                <a:gridCol w="1124712"/>
              </a:tblGrid>
              <a:tr h="384048">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リスク</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兆候</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対応策</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担当</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Text 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1がNを下回る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2のNがNか月続く</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3を先に確保する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4の代替案を用意する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Text 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5がNを下回る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6のNがNか月続く</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7を先に確保する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8の代替案を用意する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Text 7</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9がNを下回る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10のNがNか月続く</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11を先に確保する</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12の代替案を用意する</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ラベル3</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bl>
          </a:graphicData>
        </a:graphic>
      </p:graphicFrame>
      <p:sp>
        <p:nvSpPr>
          <p:cNvPr id="3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リスク一覧表</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