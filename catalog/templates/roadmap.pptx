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"roadmap", "upstream_commit": "e5dd04dc6f1acf010046d2fc7319bcf5242a849a", "source_pptx_slide": 62, "license": "MIT License\n\nCopyright (c) 2026 Carnot AI Inc.\n\nPermission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meta:header"/>
          <p:cNvSpPr/>
          <p:nvPr/>
        </p:nvSpPr>
        <p:spPr>
          <a:xfrm>
            <a:off x="576072" y="320040"/>
            <a:ext cx="6400800" cy="274320"/>
          </a:xfrm>
          <a:prstGeom prst="rect">
            <a:avLst/>
          </a:prstGeom>
          <a:noFill/>
          <a:ln/>
        </p:spPr>
        <p:txBody>
          <a:bodyPr wrap="square" lIns="0" tIns="0" rIns="0" bIns="0" rtlCol="0" anchor="b">
            <a:noAutofit/>
          </a:bodyPr>
          <a:lstStyle/>
          <a:p>
            <a:pPr indent="0" marL="0">
              <a:buNone/>
            </a:pPr>
            <a:r>
              <a:rPr lang="en-US" sz="1400" dirty="0">
                <a:solidFill>
                  <a:srgbClr val="322014"/>
                </a:solidFill>
                <a:latin typeface="Yu Mincho Demibold" pitchFamily="34" charset="0"/>
                <a:ea typeface="Yu Mincho Demibold" pitchFamily="34" charset="-122"/>
                <a:cs typeface="Yu Mincho Demibold" pitchFamily="34" charset="-120"/>
              </a:rPr>
              <a:t>スライド型カタログ</a:t>
            </a:r>
            <a:endParaRPr lang="en-US" sz="1400" dirty="0"/>
          </a:p>
        </p:txBody>
      </p:sp>
      <p:sp>
        <p:nvSpPr>
          <p:cNvPr id="3" name="meta:layout"/>
          <p:cNvSpPr/>
          <p:nvPr/>
        </p:nvSpPr>
        <p:spPr>
          <a:xfrm>
            <a:off x="7043623" y="411480"/>
            <a:ext cx="4572000" cy="182880"/>
          </a:xfrm>
          <a:prstGeom prst="rect">
            <a:avLst/>
          </a:prstGeom>
          <a:noFill/>
          <a:ln/>
        </p:spPr>
        <p:txBody>
          <a:bodyPr wrap="square" lIns="0" tIns="0" rIns="0" bIns="0" rtlCol="0" anchor="ctr">
            <a:noAutofit/>
          </a:bodyPr>
          <a:lstStyle/>
          <a:p>
            <a:pPr algn="r" indent="0" marL="0">
              <a:buNone/>
            </a:pPr>
            <a:r>
              <a:rPr lang="en-US" sz="800" dirty="0">
                <a:solidFill>
                  <a:srgbClr val="8A7B6B"/>
                </a:solidFill>
                <a:latin typeface="Yu Gothic" pitchFamily="34" charset="0"/>
                <a:ea typeface="Yu Gothic" pitchFamily="34" charset="-122"/>
                <a:cs typeface="Yu Gothic" pitchFamily="34" charset="-120"/>
              </a:rPr>
              <a:t>33  ROADMAP</a:t>
            </a:r>
            <a:endParaRPr lang="en-US" sz="800" dirty="0"/>
          </a:p>
        </p:txBody>
      </p:sp>
      <p:sp>
        <p:nvSpPr>
          <p:cNvPr id="4" name="shape:004"/>
          <p:cNvSpPr/>
          <p:nvPr/>
        </p:nvSpPr>
        <p:spPr>
          <a:xfrm>
            <a:off x="576072" y="784555"/>
            <a:ext cx="11039551" cy="0"/>
          </a:xfrm>
          <a:prstGeom prst="line">
            <a:avLst/>
          </a:prstGeom>
          <a:noFill/>
          <a:ln w="13970">
            <a:solidFill>
              <a:srgbClr val="322014"/>
            </a:solidFill>
            <a:prstDash val="solid"/>
          </a:ln>
        </p:spPr>
        <p:txBody>
          <a:bodyPr>
            <a:noAutofit/>
          </a:bodyPr>
          <a:p/>
        </p:txBody>
      </p:sp>
      <p:sp>
        <p:nvSpPr>
          <p:cNvPr id="5" name="slot:title"/>
          <p:cNvSpPr/>
          <p:nvPr/>
        </p:nvSpPr>
        <p:spPr>
          <a:xfrm>
            <a:off x="576072" y="914400"/>
            <a:ext cx="11039551" cy="502920"/>
          </a:xfrm>
          <a:prstGeom prst="rect">
            <a:avLst/>
          </a:prstGeom>
          <a:noFill/>
          <a:ln/>
        </p:spPr>
        <p:txBody>
          <a:bodyPr wrap="square" lIns="0" tIns="0" rIns="0" bIns="0" rtlCol="0" anchor="t">
            <a:noAutofit/>
          </a:bodyPr>
          <a:lstStyle/>
          <a:p>
            <a:pPr indent="0" marL="0">
              <a:buNone/>
            </a:pPr>
            <a:r>
              <a:rPr lang="en-US" sz="2200" dirty="0">
                <a:solidFill>
                  <a:srgbClr val="322014"/>
                </a:solidFill>
                <a:latin typeface="Yu Mincho Demibold" pitchFamily="34" charset="0"/>
                <a:ea typeface="Yu Mincho Demibold" pitchFamily="34" charset="-122"/>
                <a:cs typeface="Yu Mincho Demibold" pitchFamily="34" charset="-120"/>
              </a:rPr>
              <a:t>ロードマップ</a:t>
            </a:r>
            <a:endParaRPr lang="en-US" sz="2200" dirty="0"/>
          </a:p>
        </p:txBody>
      </p:sp>
      <p:sp>
        <p:nvSpPr>
          <p:cNvPr id="6" name="shape:006"/>
          <p:cNvSpPr/>
          <p:nvPr/>
        </p:nvSpPr>
        <p:spPr>
          <a:xfrm>
            <a:off x="576072" y="6245352"/>
            <a:ext cx="8961120" cy="182880"/>
          </a:xfrm>
          <a:prstGeom prst="rect">
            <a:avLst/>
          </a:prstGeom>
          <a:noFill/>
          <a:ln/>
        </p:spPr>
        <p:txBody>
          <a:bodyPr wrap="square" lIns="0" tIns="0" rIns="0" bIns="0" rtlCol="0" anchor="ctr">
            <a:noAutofit/>
          </a:bodyPr>
          <a:lstStyle/>
          <a:p>
            <a:pPr indent="0" marL="0">
              <a:buNone/>
            </a:pPr>
            <a:r>
              <a:rPr lang="en-US" sz="750" dirty="0">
                <a:solidFill>
                  <a:srgbClr val="8A7B6B"/>
                </a:solidFill>
                <a:latin typeface="Yu Gothic" pitchFamily="34" charset="0"/>
                <a:ea typeface="Yu Gothic" pitchFamily="34" charset="-122"/>
                <a:cs typeface="Yu Gothic" pitchFamily="34" charset="-120"/>
              </a:rPr>
              <a:t>出典：Source 1</a:t>
            </a:r>
            <a:endParaRPr lang="en-US" sz="750" dirty="0"/>
          </a:p>
        </p:txBody>
      </p:sp>
      <p:sp>
        <p:nvSpPr>
          <p:cNvPr id="7" name="shape:007"/>
          <p:cNvSpPr/>
          <p:nvPr/>
        </p:nvSpPr>
        <p:spPr>
          <a:xfrm>
            <a:off x="576072" y="6483096"/>
            <a:ext cx="11039551" cy="0"/>
          </a:xfrm>
          <a:prstGeom prst="line">
            <a:avLst/>
          </a:prstGeom>
          <a:noFill/>
          <a:ln w="8890">
            <a:solidFill>
              <a:srgbClr val="E2DCD2"/>
            </a:solidFill>
            <a:prstDash val="solid"/>
          </a:ln>
        </p:spPr>
        <p:txBody>
          <a:bodyPr>
            <a:noAutofit/>
          </a:bodyPr>
          <a:p/>
        </p:txBody>
      </p:sp>
      <p:sp>
        <p:nvSpPr>
          <p:cNvPr id="8" name="meta:footer"/>
          <p:cNvSpPr/>
          <p:nvPr/>
        </p:nvSpPr>
        <p:spPr>
          <a:xfrm>
            <a:off x="576072" y="6565392"/>
            <a:ext cx="5486400" cy="182880"/>
          </a:xfrm>
          <a:prstGeom prst="rect">
            <a:avLst/>
          </a:prstGeom>
          <a:noFill/>
          <a:ln/>
        </p:spPr>
        <p:txBody>
          <a:bodyPr wrap="square" lIns="0" tIns="0" rIns="0" bIns="0" rtlCol="0" anchor="ctr">
            <a:noAutofit/>
          </a:bodyPr>
          <a:lstStyle/>
          <a:p>
            <a:pPr indent="0" marL="0">
              <a:buNone/>
            </a:pPr>
            <a:r>
              <a:rPr lang="en-US" sz="850" b="1" dirty="0">
                <a:solidFill>
                  <a:srgbClr val="322014"/>
                </a:solidFill>
                <a:latin typeface="Yu Gothic" pitchFamily="34" charset="0"/>
                <a:ea typeface="Yu Gothic" pitchFamily="34" charset="-122"/>
                <a:cs typeface="Yu Gothic" pitchFamily="34" charset="-120"/>
              </a:rPr>
              <a:t>スライド型カタログ</a:t>
            </a:r>
            <a:endParaRPr lang="en-US" sz="850" dirty="0"/>
          </a:p>
        </p:txBody>
      </p:sp>
      <p:sp>
        <p:nvSpPr>
          <p:cNvPr id="9" name="meta:page"/>
          <p:cNvSpPr/>
          <p:nvPr/>
        </p:nvSpPr>
        <p:spPr>
          <a:xfrm>
            <a:off x="11249863" y="6565392"/>
            <a:ext cx="365760" cy="182880"/>
          </a:xfrm>
          <a:prstGeom prst="rect">
            <a:avLst/>
          </a:prstGeom>
          <a:noFill/>
          <a:ln/>
        </p:spPr>
        <p:txBody>
          <a:bodyPr wrap="square" lIns="0" tIns="0" rIns="0" bIns="0" rtlCol="0" anchor="ctr">
            <a:noAutofit/>
          </a:bodyPr>
          <a:lstStyle/>
          <a:p>
            <a:pPr algn="r" indent="0" marL="0">
              <a:buNone/>
            </a:pPr>
            <a:r>
              <a:rPr lang="en-US" sz="750" dirty="0">
                <a:solidFill>
                  <a:srgbClr val="8A7B6B"/>
                </a:solidFill>
                <a:latin typeface="Yu Gothic" pitchFamily="34" charset="0"/>
                <a:ea typeface="Yu Gothic" pitchFamily="34" charset="-122"/>
                <a:cs typeface="Yu Gothic" pitchFamily="34" charset="-120"/>
              </a:rPr>
              <a:t>62</a:t>
            </a:r>
            <a:endParaRPr lang="en-US" sz="750" dirty="0"/>
          </a:p>
        </p:txBody>
      </p:sp>
      <p:sp>
        <p:nvSpPr>
          <p:cNvPr id="10" name="shape:010"/>
          <p:cNvSpPr/>
          <p:nvPr/>
        </p:nvSpPr>
        <p:spPr>
          <a:xfrm>
            <a:off x="576072" y="2583180"/>
            <a:ext cx="2741600" cy="0"/>
          </a:xfrm>
          <a:prstGeom prst="line">
            <a:avLst/>
          </a:prstGeom>
          <a:noFill/>
          <a:ln w="13970">
            <a:solidFill>
              <a:srgbClr val="322014"/>
            </a:solidFill>
            <a:prstDash val="solid"/>
          </a:ln>
        </p:spPr>
        <p:txBody>
          <a:bodyPr>
            <a:noAutofit/>
          </a:bodyPr>
          <a:p/>
        </p:txBody>
      </p:sp>
      <p:sp>
        <p:nvSpPr>
          <p:cNvPr id="11" name="shape:011"/>
          <p:cNvSpPr/>
          <p:nvPr/>
        </p:nvSpPr>
        <p:spPr>
          <a:xfrm>
            <a:off x="704088"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タイトル 2</a:t>
            </a:r>
            <a:endParaRPr lang="en-US" sz="1600" dirty="0"/>
          </a:p>
        </p:txBody>
      </p:sp>
      <p:sp>
        <p:nvSpPr>
          <p:cNvPr id="12" name="shape:012"/>
          <p:cNvSpPr/>
          <p:nvPr/>
        </p:nvSpPr>
        <p:spPr>
          <a:xfrm>
            <a:off x="704088"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8A7B6B"/>
                </a:solidFill>
                <a:latin typeface="Yu Gothic" pitchFamily="34" charset="0"/>
                <a:ea typeface="Yu Gothic" pitchFamily="34" charset="-122"/>
                <a:cs typeface="Yu Gothic" pitchFamily="34" charset="-120"/>
              </a:rPr>
              <a:t>Text 1</a:t>
            </a:r>
            <a:endParaRPr lang="en-US" sz="1120" dirty="0"/>
          </a:p>
        </p:txBody>
      </p:sp>
      <p:sp>
        <p:nvSpPr>
          <p:cNvPr id="13" name="shape:013"/>
          <p:cNvSpPr/>
          <p:nvPr/>
        </p:nvSpPr>
        <p:spPr>
          <a:xfrm>
            <a:off x="3335960" y="2583180"/>
            <a:ext cx="2741600" cy="0"/>
          </a:xfrm>
          <a:prstGeom prst="line">
            <a:avLst/>
          </a:prstGeom>
          <a:noFill/>
          <a:ln w="13970">
            <a:solidFill>
              <a:srgbClr val="322014"/>
            </a:solidFill>
            <a:prstDash val="solid"/>
          </a:ln>
        </p:spPr>
        <p:txBody>
          <a:bodyPr>
            <a:noAutofit/>
          </a:bodyPr>
          <a:p/>
        </p:txBody>
      </p:sp>
      <p:sp>
        <p:nvSpPr>
          <p:cNvPr id="14" name="shape:014"/>
          <p:cNvSpPr/>
          <p:nvPr/>
        </p:nvSpPr>
        <p:spPr>
          <a:xfrm>
            <a:off x="3335960" y="2583180"/>
            <a:ext cx="0" cy="2560320"/>
          </a:xfrm>
          <a:prstGeom prst="line">
            <a:avLst/>
          </a:prstGeom>
          <a:noFill/>
          <a:ln w="6350">
            <a:solidFill>
              <a:srgbClr val="E2DCD2"/>
            </a:solidFill>
            <a:prstDash val="solid"/>
          </a:ln>
        </p:spPr>
        <p:txBody>
          <a:bodyPr>
            <a:noAutofit/>
          </a:bodyPr>
          <a:p/>
        </p:txBody>
      </p:sp>
      <p:sp>
        <p:nvSpPr>
          <p:cNvPr id="15" name="shape:015"/>
          <p:cNvSpPr/>
          <p:nvPr/>
        </p:nvSpPr>
        <p:spPr>
          <a:xfrm>
            <a:off x="3463976"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タイトル 3</a:t>
            </a:r>
            <a:endParaRPr lang="en-US" sz="1600" dirty="0"/>
          </a:p>
        </p:txBody>
      </p:sp>
      <p:sp>
        <p:nvSpPr>
          <p:cNvPr id="16" name="shape:016"/>
          <p:cNvSpPr/>
          <p:nvPr/>
        </p:nvSpPr>
        <p:spPr>
          <a:xfrm>
            <a:off x="3463976"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8A7B6B"/>
                </a:solidFill>
                <a:latin typeface="Yu Gothic" pitchFamily="34" charset="0"/>
                <a:ea typeface="Yu Gothic" pitchFamily="34" charset="-122"/>
                <a:cs typeface="Yu Gothic" pitchFamily="34" charset="-120"/>
              </a:rPr>
              <a:t>Text 2</a:t>
            </a:r>
            <a:endParaRPr lang="en-US" sz="1120" dirty="0"/>
          </a:p>
        </p:txBody>
      </p:sp>
      <p:sp>
        <p:nvSpPr>
          <p:cNvPr id="17" name="shape:017"/>
          <p:cNvSpPr/>
          <p:nvPr/>
        </p:nvSpPr>
        <p:spPr>
          <a:xfrm>
            <a:off x="6095848" y="2583180"/>
            <a:ext cx="2741600" cy="0"/>
          </a:xfrm>
          <a:prstGeom prst="line">
            <a:avLst/>
          </a:prstGeom>
          <a:noFill/>
          <a:ln w="13970">
            <a:solidFill>
              <a:srgbClr val="322014"/>
            </a:solidFill>
            <a:prstDash val="solid"/>
          </a:ln>
        </p:spPr>
        <p:txBody>
          <a:bodyPr>
            <a:noAutofit/>
          </a:bodyPr>
          <a:p/>
        </p:txBody>
      </p:sp>
      <p:sp>
        <p:nvSpPr>
          <p:cNvPr id="18" name="shape:018"/>
          <p:cNvSpPr/>
          <p:nvPr/>
        </p:nvSpPr>
        <p:spPr>
          <a:xfrm>
            <a:off x="6095848" y="2583180"/>
            <a:ext cx="0" cy="2560320"/>
          </a:xfrm>
          <a:prstGeom prst="line">
            <a:avLst/>
          </a:prstGeom>
          <a:noFill/>
          <a:ln w="6350">
            <a:solidFill>
              <a:srgbClr val="E2DCD2"/>
            </a:solidFill>
            <a:prstDash val="solid"/>
          </a:ln>
        </p:spPr>
        <p:txBody>
          <a:bodyPr>
            <a:noAutofit/>
          </a:bodyPr>
          <a:p/>
        </p:txBody>
      </p:sp>
      <p:sp>
        <p:nvSpPr>
          <p:cNvPr id="19" name="shape:019"/>
          <p:cNvSpPr/>
          <p:nvPr/>
        </p:nvSpPr>
        <p:spPr>
          <a:xfrm>
            <a:off x="6223864"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タイトル 4</a:t>
            </a:r>
            <a:endParaRPr lang="en-US" sz="1600" dirty="0"/>
          </a:p>
        </p:txBody>
      </p:sp>
      <p:sp>
        <p:nvSpPr>
          <p:cNvPr id="20" name="shape:020"/>
          <p:cNvSpPr/>
          <p:nvPr/>
        </p:nvSpPr>
        <p:spPr>
          <a:xfrm>
            <a:off x="6223864"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8A7B6B"/>
                </a:solidFill>
                <a:latin typeface="Yu Gothic" pitchFamily="34" charset="0"/>
                <a:ea typeface="Yu Gothic" pitchFamily="34" charset="-122"/>
                <a:cs typeface="Yu Gothic" pitchFamily="34" charset="-120"/>
              </a:rPr>
              <a:t>Text 3</a:t>
            </a:r>
            <a:endParaRPr lang="en-US" sz="1120" dirty="0"/>
          </a:p>
        </p:txBody>
      </p:sp>
      <p:sp>
        <p:nvSpPr>
          <p:cNvPr id="21" name="shape:021"/>
          <p:cNvSpPr/>
          <p:nvPr/>
        </p:nvSpPr>
        <p:spPr>
          <a:xfrm>
            <a:off x="8855735" y="2583180"/>
            <a:ext cx="2741600" cy="0"/>
          </a:xfrm>
          <a:prstGeom prst="line">
            <a:avLst/>
          </a:prstGeom>
          <a:noFill/>
          <a:ln w="13970">
            <a:solidFill>
              <a:srgbClr val="322014"/>
            </a:solidFill>
            <a:prstDash val="solid"/>
          </a:ln>
        </p:spPr>
        <p:txBody>
          <a:bodyPr>
            <a:noAutofit/>
          </a:bodyPr>
          <a:p/>
        </p:txBody>
      </p:sp>
      <p:sp>
        <p:nvSpPr>
          <p:cNvPr id="22" name="shape:022"/>
          <p:cNvSpPr/>
          <p:nvPr/>
        </p:nvSpPr>
        <p:spPr>
          <a:xfrm>
            <a:off x="8855735" y="2583180"/>
            <a:ext cx="0" cy="2560320"/>
          </a:xfrm>
          <a:prstGeom prst="line">
            <a:avLst/>
          </a:prstGeom>
          <a:noFill/>
          <a:ln w="6350">
            <a:solidFill>
              <a:srgbClr val="E2DCD2"/>
            </a:solidFill>
            <a:prstDash val="solid"/>
          </a:ln>
        </p:spPr>
        <p:txBody>
          <a:bodyPr>
            <a:noAutofit/>
          </a:bodyPr>
          <a:p/>
        </p:txBody>
      </p:sp>
      <p:sp>
        <p:nvSpPr>
          <p:cNvPr id="23" name="shape:023"/>
          <p:cNvSpPr/>
          <p:nvPr/>
        </p:nvSpPr>
        <p:spPr>
          <a:xfrm>
            <a:off x="8983751" y="2793492"/>
            <a:ext cx="2531288" cy="347472"/>
          </a:xfrm>
          <a:prstGeom prst="rect">
            <a:avLst/>
          </a:prstGeom>
          <a:noFill/>
          <a:ln/>
        </p:spPr>
        <p:txBody>
          <a:bodyPr wrap="square" lIns="381" tIns="381" rIns="381" bIns="381" rtlCol="0" anchor="t">
            <a:noAutofit/>
          </a:bodyPr>
          <a:lstStyle/>
          <a:p>
            <a:pPr algn="l" indent="0" marL="0">
              <a:buNone/>
            </a:pPr>
            <a:r>
              <a:rPr lang="en-US" sz="1600" b="1" dirty="0">
                <a:solidFill>
                  <a:srgbClr val="5A3921"/>
                </a:solidFill>
                <a:latin typeface="Yu Gothic" pitchFamily="34" charset="0"/>
                <a:ea typeface="Yu Gothic" pitchFamily="34" charset="-122"/>
                <a:cs typeface="Yu Gothic" pitchFamily="34" charset="-120"/>
              </a:rPr>
              <a:t>タイトル 5</a:t>
            </a:r>
            <a:endParaRPr lang="en-US" sz="1600" dirty="0"/>
          </a:p>
        </p:txBody>
      </p:sp>
      <p:sp>
        <p:nvSpPr>
          <p:cNvPr id="24" name="shape:024"/>
          <p:cNvSpPr/>
          <p:nvPr/>
        </p:nvSpPr>
        <p:spPr>
          <a:xfrm>
            <a:off x="8983751" y="3342132"/>
            <a:ext cx="2485568" cy="1371600"/>
          </a:xfrm>
          <a:prstGeom prst="rect">
            <a:avLst/>
          </a:prstGeom>
          <a:noFill/>
          <a:ln/>
        </p:spPr>
        <p:txBody>
          <a:bodyPr wrap="square" lIns="381" tIns="381" rIns="381" bIns="381" rtlCol="0" anchor="t">
            <a:noAutofit/>
          </a:bodyPr>
          <a:lstStyle/>
          <a:p>
            <a:pPr algn="l" indent="0" marL="0">
              <a:buNone/>
            </a:pPr>
            <a:r>
              <a:rPr lang="en-US" sz="1120" dirty="0">
                <a:solidFill>
                  <a:srgbClr val="8A7B6B"/>
                </a:solidFill>
                <a:latin typeface="Yu Gothic" pitchFamily="34" charset="0"/>
                <a:ea typeface="Yu Gothic" pitchFamily="34" charset="-122"/>
                <a:cs typeface="Yu Gothic" pitchFamily="34" charset="-120"/>
              </a:rPr>
              <a:t>Text 4</a:t>
            </a:r>
            <a:endParaRPr lang="en-US" sz="1120" dirty="0"/>
          </a:p>
        </p:txBody>
      </p:sp>
      <p:sp>
        <p:nvSpPr>
          <p:cNvPr id="25" name="meta:format"/>
          <p:cNvSpPr txBox="1"/>
          <p:nvPr/>
        </p:nvSpPr>
        <p:spPr>
          <a:xfrm>
            <a:off x="10015423" y="6565392"/>
            <a:ext cx="1188720" cy="182880"/>
          </a:xfrm>
          <a:prstGeom prst="rect">
            <a:avLst/>
          </a:prstGeom>
          <a:noFill/>
        </p:spPr>
        <p:txBody>
          <a:bodyPr wrap="none" lIns="0" rIns="0" tIns="0" bIns="0">
            <a:noAutofit/>
          </a:bodyPr>
          <a:lstStyle/>
          <a:p>
            <a:pPr algn="r"/>
            <a:r>
              <a:rPr sz="750" b="0">
                <a:solidFill>
                  <a:srgbClr val="8A7B6B"/>
                </a:solidFill>
                <a:latin typeface="Yu Gothic"/>
              </a:rPr>
              <a:t>PPTX</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ロードマップ</dc:title>
  <dc:subject/>
  <dc:creator>slide-layout-agent / Carnot AI Inc.</dc:creator>
  <cp:keywords/>
  <dc:description>Derived from Carnot AI Inc. MIT-licensed SuperTemplate; see catalog/upstream/LICENSE.</dc:description>
  <cp:lastModifiedBy>Steve Canny</cp:lastModifiedBy>
  <cp:revision>1</cp:revision>
  <dcterms:created xsi:type="dcterms:W3CDTF">2013-01-27T09:14:16Z</dcterms:created>
  <dcterms:modified xsi:type="dcterms:W3CDTF">2013-01-27T09:15:58Z</dcterms:modified>
  <cp:category/>
</cp:coreProperties>
</file>