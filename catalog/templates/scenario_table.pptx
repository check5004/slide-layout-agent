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"scenario_table", "upstream_commit": "e5dd04dc6f1acf010046d2fc7319bcf5242a849a", "source_pptx_slide": 29,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11  SCENARIO_TABLE</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シナリオ比較表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注：前提・注記を記載 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29</a:t>
            </a:r>
            <a:endParaRPr lang="en-US" sz="750" dirty="0"/>
          </a:p>
        </p:txBody>
      </p:sp>
      <p:graphicFrame>
        <p:nvGraphicFramePr>
          <p:cNvPr id="30" name="shape:030"/>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1554480"/>
                <a:gridCol w="1737360"/>
                <a:gridCol w="3931920"/>
                <a:gridCol w="3867912"/>
              </a:tblGrid>
              <a:tr h="384048">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シナリオ</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結果</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前提</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経営への含意</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ラベル1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b="1" dirty="0">
                          <a:solidFill>
                            <a:srgbClr val="5A3921"/>
                          </a:solidFill>
                          <a:latin typeface="Yu Gothic" pitchFamily="34" charset="0"/>
                          <a:ea typeface="Yu Gothic" pitchFamily="34" charset="-122"/>
                          <a:cs typeface="Yu Gothic" pitchFamily="34" charset="-120"/>
                        </a:rPr>
                        <a:t>Text 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前提1-1：TextをTextと置く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前提1-2：Textは変わらないとする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1をText 2まで積み増す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3の判断をN月に前倒す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ラベル2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b="1" dirty="0">
                          <a:solidFill>
                            <a:srgbClr val="5A3921"/>
                          </a:solidFill>
                          <a:latin typeface="Yu Gothic" pitchFamily="34" charset="0"/>
                          <a:ea typeface="Yu Gothic" pitchFamily="34" charset="-122"/>
                          <a:cs typeface="Yu Gothic" pitchFamily="34" charset="-120"/>
                        </a:rPr>
                        <a:t>Text 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前提2-1：TextをTextと置く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前提2-2：Textは変わらないとする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4をText 5まで積み増す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6の判断をN月に前倒す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ラベル3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b="1" dirty="0">
                          <a:solidFill>
                            <a:srgbClr val="5A3921"/>
                          </a:solidFill>
                          <a:latin typeface="Yu Gothic" pitchFamily="34" charset="0"/>
                          <a:ea typeface="Yu Gothic" pitchFamily="34" charset="-122"/>
                          <a:cs typeface="Yu Gothic" pitchFamily="34" charset="-120"/>
                        </a:rPr>
                        <a:t>Text 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前提3-1：TextをTextと置く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前提3-2：Textは変わらないとする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7をText 8まで積み増す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Text 9の判断をN月に前倒す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bl>
          </a:graphicData>
        </a:graphic>
      </p:graphicFrame>
      <p:sp>
        <p:nvSpPr>
          <p:cNvPr id="3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シナリオ比較表</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