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"table_of_contents", "upstream_commit": "e5dd04dc6f1acf010046d2fc7319bcf5242a849a", "source_pptx_slide": 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パーツ03｜目次</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目次</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a:t>
            </a:r>
            <a:endParaRPr lang="en-US" sz="750" dirty="0"/>
          </a:p>
        </p:txBody>
      </p:sp>
      <p:sp>
        <p:nvSpPr>
          <p:cNvPr id="10" name="shape:010"/>
          <p:cNvSpPr/>
          <p:nvPr/>
        </p:nvSpPr>
        <p:spPr>
          <a:xfrm>
            <a:off x="576072" y="1716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01</a:t>
            </a:r>
            <a:endParaRPr lang="en-US" sz="1150" dirty="0"/>
          </a:p>
        </p:txBody>
      </p:sp>
      <p:sp>
        <p:nvSpPr>
          <p:cNvPr id="11" name="shape:011"/>
          <p:cNvSpPr/>
          <p:nvPr/>
        </p:nvSpPr>
        <p:spPr>
          <a:xfrm>
            <a:off x="1224072" y="1716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ラベル 1</a:t>
            </a:r>
            <a:endParaRPr lang="en-US" sz="1150" dirty="0"/>
          </a:p>
        </p:txBody>
      </p:sp>
      <p:sp>
        <p:nvSpPr>
          <p:cNvPr id="12" name="shape:012"/>
          <p:cNvSpPr/>
          <p:nvPr/>
        </p:nvSpPr>
        <p:spPr>
          <a:xfrm>
            <a:off x="11111623" y="1716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P.3</a:t>
            </a:r>
            <a:endParaRPr lang="en-US" sz="900" dirty="0"/>
          </a:p>
        </p:txBody>
      </p:sp>
      <p:sp>
        <p:nvSpPr>
          <p:cNvPr id="13" name="shape:013"/>
          <p:cNvSpPr/>
          <p:nvPr/>
        </p:nvSpPr>
        <p:spPr>
          <a:xfrm>
            <a:off x="576072" y="2508768"/>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508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02</a:t>
            </a:r>
            <a:endParaRPr lang="en-US" sz="1150" dirty="0"/>
          </a:p>
        </p:txBody>
      </p:sp>
      <p:sp>
        <p:nvSpPr>
          <p:cNvPr id="15" name="shape:015"/>
          <p:cNvSpPr/>
          <p:nvPr/>
        </p:nvSpPr>
        <p:spPr>
          <a:xfrm>
            <a:off x="1224072" y="2508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ラベル 2</a:t>
            </a:r>
            <a:endParaRPr lang="en-US" sz="1150" dirty="0"/>
          </a:p>
        </p:txBody>
      </p:sp>
      <p:sp>
        <p:nvSpPr>
          <p:cNvPr id="16" name="shape:016"/>
          <p:cNvSpPr/>
          <p:nvPr/>
        </p:nvSpPr>
        <p:spPr>
          <a:xfrm>
            <a:off x="11111623" y="2508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P.6</a:t>
            </a:r>
            <a:endParaRPr lang="en-US" sz="900" dirty="0"/>
          </a:p>
        </p:txBody>
      </p:sp>
      <p:sp>
        <p:nvSpPr>
          <p:cNvPr id="17" name="shape:017"/>
          <p:cNvSpPr/>
          <p:nvPr/>
        </p:nvSpPr>
        <p:spPr>
          <a:xfrm>
            <a:off x="576072" y="3300768"/>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300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03</a:t>
            </a:r>
            <a:endParaRPr lang="en-US" sz="1150" dirty="0"/>
          </a:p>
        </p:txBody>
      </p:sp>
      <p:sp>
        <p:nvSpPr>
          <p:cNvPr id="19" name="shape:019"/>
          <p:cNvSpPr/>
          <p:nvPr/>
        </p:nvSpPr>
        <p:spPr>
          <a:xfrm>
            <a:off x="1224072" y="3300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ラベル 3</a:t>
            </a:r>
            <a:endParaRPr lang="en-US" sz="1150" dirty="0"/>
          </a:p>
        </p:txBody>
      </p:sp>
      <p:sp>
        <p:nvSpPr>
          <p:cNvPr id="20" name="shape:020"/>
          <p:cNvSpPr/>
          <p:nvPr/>
        </p:nvSpPr>
        <p:spPr>
          <a:xfrm>
            <a:off x="11111623" y="3300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21" name="shape:021"/>
          <p:cNvSpPr/>
          <p:nvPr/>
        </p:nvSpPr>
        <p:spPr>
          <a:xfrm>
            <a:off x="576072" y="4092768"/>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092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04</a:t>
            </a:r>
            <a:endParaRPr lang="en-US" sz="1150" dirty="0"/>
          </a:p>
        </p:txBody>
      </p:sp>
      <p:sp>
        <p:nvSpPr>
          <p:cNvPr id="23" name="shape:023"/>
          <p:cNvSpPr/>
          <p:nvPr/>
        </p:nvSpPr>
        <p:spPr>
          <a:xfrm>
            <a:off x="1224072" y="4092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ラベル 4</a:t>
            </a:r>
            <a:endParaRPr lang="en-US" sz="1150" dirty="0"/>
          </a:p>
        </p:txBody>
      </p:sp>
      <p:sp>
        <p:nvSpPr>
          <p:cNvPr id="24" name="shape:024"/>
          <p:cNvSpPr/>
          <p:nvPr/>
        </p:nvSpPr>
        <p:spPr>
          <a:xfrm>
            <a:off x="11111623" y="4092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P.12</a:t>
            </a:r>
            <a:endParaRPr lang="en-US" sz="900" dirty="0"/>
          </a:p>
        </p:txBody>
      </p:sp>
      <p:sp>
        <p:nvSpPr>
          <p:cNvPr id="25" name="shape:025"/>
          <p:cNvSpPr/>
          <p:nvPr/>
        </p:nvSpPr>
        <p:spPr>
          <a:xfrm>
            <a:off x="576072" y="4884768"/>
            <a:ext cx="11039551" cy="0"/>
          </a:xfrm>
          <a:prstGeom prst="line">
            <a:avLst/>
          </a:prstGeom>
          <a:noFill/>
          <a:ln w="9525">
            <a:solidFill>
              <a:srgbClr val="E2DCD2"/>
            </a:solidFill>
            <a:prstDash val="solid"/>
          </a:ln>
        </p:spPr>
        <p:txBody>
          <a:bodyPr>
            <a:noAutofit/>
          </a:bodyPr>
          <a:p/>
        </p:txBody>
      </p:sp>
      <p:sp>
        <p:nvSpPr>
          <p:cNvPr id="26" name="shape:026"/>
          <p:cNvSpPr/>
          <p:nvPr/>
        </p:nvSpPr>
        <p:spPr>
          <a:xfrm>
            <a:off x="576072" y="4884768"/>
            <a:ext cx="504000" cy="792000"/>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05</a:t>
            </a:r>
            <a:endParaRPr lang="en-US" sz="1150" dirty="0"/>
          </a:p>
        </p:txBody>
      </p:sp>
      <p:sp>
        <p:nvSpPr>
          <p:cNvPr id="27" name="shape:027"/>
          <p:cNvSpPr/>
          <p:nvPr/>
        </p:nvSpPr>
        <p:spPr>
          <a:xfrm>
            <a:off x="1224072" y="4884768"/>
            <a:ext cx="9743551" cy="792000"/>
          </a:xfrm>
          <a:prstGeom prst="rect">
            <a:avLst/>
          </a:prstGeom>
          <a:noFill/>
          <a:ln/>
        </p:spPr>
        <p:txBody>
          <a:bodyPr wrap="square" lIns="0" tIns="0" rIns="0" bIns="0"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ラベル 5</a:t>
            </a:r>
            <a:endParaRPr lang="en-US" sz="1150" dirty="0"/>
          </a:p>
        </p:txBody>
      </p:sp>
      <p:sp>
        <p:nvSpPr>
          <p:cNvPr id="28" name="shape:028"/>
          <p:cNvSpPr/>
          <p:nvPr/>
        </p:nvSpPr>
        <p:spPr>
          <a:xfrm>
            <a:off x="11111623" y="4884768"/>
            <a:ext cx="504000" cy="7920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目次</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