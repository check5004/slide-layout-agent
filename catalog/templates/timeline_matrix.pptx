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"timeline_matrix", "upstream_commit": "e5dd04dc6f1acf010046d2fc7319bcf5242a849a", "source_pptx_slide": 44,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18  TIMELINE_MATRIX</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時系列マトリクス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44</a:t>
            </a:r>
            <a:endParaRPr lang="en-US" sz="750" dirty="0"/>
          </a:p>
        </p:txBody>
      </p:sp>
      <p:sp>
        <p:nvSpPr>
          <p:cNvPr id="10" name="shape:010"/>
          <p:cNvSpPr/>
          <p:nvPr/>
        </p:nvSpPr>
        <p:spPr>
          <a:xfrm>
            <a:off x="576072" y="2258568"/>
            <a:ext cx="182880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段階</a:t>
            </a:r>
            <a:endParaRPr lang="en-US" sz="1250" dirty="0"/>
          </a:p>
        </p:txBody>
      </p:sp>
      <p:sp>
        <p:nvSpPr>
          <p:cNvPr id="11" name="shape:011"/>
          <p:cNvSpPr/>
          <p:nvPr/>
        </p:nvSpPr>
        <p:spPr>
          <a:xfrm>
            <a:off x="576072" y="2587752"/>
            <a:ext cx="1645920" cy="0"/>
          </a:xfrm>
          <a:prstGeom prst="line">
            <a:avLst/>
          </a:prstGeom>
          <a:noFill/>
          <a:ln w="17780">
            <a:solidFill>
              <a:srgbClr val="322014"/>
            </a:solidFill>
            <a:prstDash val="solid"/>
          </a:ln>
        </p:spPr>
        <p:txBody>
          <a:bodyPr>
            <a:noAutofit/>
          </a:bodyPr>
          <a:p/>
        </p:txBody>
      </p:sp>
      <p:sp>
        <p:nvSpPr>
          <p:cNvPr id="12" name="shape:012"/>
          <p:cNvSpPr/>
          <p:nvPr/>
        </p:nvSpPr>
        <p:spPr>
          <a:xfrm>
            <a:off x="240487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2404872" y="2587752"/>
            <a:ext cx="2887370" cy="0"/>
          </a:xfrm>
          <a:prstGeom prst="line">
            <a:avLst/>
          </a:prstGeom>
          <a:noFill/>
          <a:ln w="17780">
            <a:solidFill>
              <a:srgbClr val="322014"/>
            </a:solidFill>
            <a:prstDash val="solid"/>
          </a:ln>
        </p:spPr>
        <p:txBody>
          <a:bodyPr>
            <a:noAutofit/>
          </a:bodyPr>
          <a:p/>
        </p:txBody>
      </p:sp>
      <p:sp>
        <p:nvSpPr>
          <p:cNvPr id="14" name="shape:014"/>
          <p:cNvSpPr/>
          <p:nvPr/>
        </p:nvSpPr>
        <p:spPr>
          <a:xfrm>
            <a:off x="547512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5475122" y="2587752"/>
            <a:ext cx="2887370" cy="0"/>
          </a:xfrm>
          <a:prstGeom prst="line">
            <a:avLst/>
          </a:prstGeom>
          <a:noFill/>
          <a:ln w="17780">
            <a:solidFill>
              <a:srgbClr val="322014"/>
            </a:solidFill>
            <a:prstDash val="solid"/>
          </a:ln>
        </p:spPr>
        <p:txBody>
          <a:bodyPr>
            <a:noAutofit/>
          </a:bodyPr>
          <a:p/>
        </p:txBody>
      </p:sp>
      <p:sp>
        <p:nvSpPr>
          <p:cNvPr id="16" name="shape:016"/>
          <p:cNvSpPr/>
          <p:nvPr/>
        </p:nvSpPr>
        <p:spPr>
          <a:xfrm>
            <a:off x="8545373"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8545373" y="2587752"/>
            <a:ext cx="2887370" cy="0"/>
          </a:xfrm>
          <a:prstGeom prst="line">
            <a:avLst/>
          </a:prstGeom>
          <a:noFill/>
          <a:ln w="17780">
            <a:solidFill>
              <a:srgbClr val="322014"/>
            </a:solidFill>
            <a:prstDash val="solid"/>
          </a:ln>
        </p:spPr>
        <p:txBody>
          <a:bodyPr>
            <a:noAutofit/>
          </a:bodyPr>
          <a:p/>
        </p:txBody>
      </p:sp>
      <p:sp>
        <p:nvSpPr>
          <p:cNvPr id="18" name="shape:018"/>
          <p:cNvSpPr/>
          <p:nvPr/>
        </p:nvSpPr>
        <p:spPr>
          <a:xfrm>
            <a:off x="576072" y="28712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期間1</a:t>
            </a:r>
            <a:endParaRPr lang="en-US" sz="1300" dirty="0"/>
          </a:p>
        </p:txBody>
      </p:sp>
      <p:sp>
        <p:nvSpPr>
          <p:cNvPr id="19" name="shape:019"/>
          <p:cNvSpPr/>
          <p:nvPr/>
        </p:nvSpPr>
        <p:spPr>
          <a:xfrm>
            <a:off x="240487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0" name="shape:020"/>
          <p:cNvSpPr/>
          <p:nvPr/>
        </p:nvSpPr>
        <p:spPr>
          <a:xfrm>
            <a:off x="547512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1" name="shape:021"/>
          <p:cNvSpPr/>
          <p:nvPr/>
        </p:nvSpPr>
        <p:spPr>
          <a:xfrm>
            <a:off x="8545373"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2" name="shape:022"/>
          <p:cNvSpPr/>
          <p:nvPr/>
        </p:nvSpPr>
        <p:spPr>
          <a:xfrm>
            <a:off x="576072" y="3639312"/>
            <a:ext cx="11039551" cy="0"/>
          </a:xfrm>
          <a:prstGeom prst="line">
            <a:avLst/>
          </a:prstGeom>
          <a:noFill/>
          <a:ln w="6350">
            <a:solidFill>
              <a:srgbClr val="E2DCD2"/>
            </a:solidFill>
            <a:prstDash val="dash"/>
          </a:ln>
        </p:spPr>
        <p:txBody>
          <a:bodyPr>
            <a:noAutofit/>
          </a:bodyPr>
          <a:p/>
        </p:txBody>
      </p:sp>
      <p:sp>
        <p:nvSpPr>
          <p:cNvPr id="23" name="shape:023"/>
          <p:cNvSpPr/>
          <p:nvPr/>
        </p:nvSpPr>
        <p:spPr>
          <a:xfrm>
            <a:off x="576072" y="37856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期間2</a:t>
            </a:r>
            <a:endParaRPr lang="en-US" sz="1300" dirty="0"/>
          </a:p>
        </p:txBody>
      </p:sp>
      <p:sp>
        <p:nvSpPr>
          <p:cNvPr id="24" name="shape:024"/>
          <p:cNvSpPr/>
          <p:nvPr/>
        </p:nvSpPr>
        <p:spPr>
          <a:xfrm>
            <a:off x="240487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5" name="shape:025"/>
          <p:cNvSpPr/>
          <p:nvPr/>
        </p:nvSpPr>
        <p:spPr>
          <a:xfrm>
            <a:off x="547512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6" name="shape:026"/>
          <p:cNvSpPr/>
          <p:nvPr/>
        </p:nvSpPr>
        <p:spPr>
          <a:xfrm>
            <a:off x="8545373"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7" name="shape:027"/>
          <p:cNvSpPr/>
          <p:nvPr/>
        </p:nvSpPr>
        <p:spPr>
          <a:xfrm>
            <a:off x="576072" y="4553712"/>
            <a:ext cx="11039551" cy="0"/>
          </a:xfrm>
          <a:prstGeom prst="line">
            <a:avLst/>
          </a:prstGeom>
          <a:noFill/>
          <a:ln w="6350">
            <a:solidFill>
              <a:srgbClr val="E2DCD2"/>
            </a:solidFill>
            <a:prstDash val="dash"/>
          </a:ln>
        </p:spPr>
        <p:txBody>
          <a:bodyPr>
            <a:noAutofit/>
          </a:bodyPr>
          <a:p/>
        </p:txBody>
      </p:sp>
      <p:sp>
        <p:nvSpPr>
          <p:cNvPr id="28" name="shape:028"/>
          <p:cNvSpPr/>
          <p:nvPr/>
        </p:nvSpPr>
        <p:spPr>
          <a:xfrm>
            <a:off x="576072" y="47000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期間3</a:t>
            </a:r>
            <a:endParaRPr lang="en-US" sz="1300" dirty="0"/>
          </a:p>
        </p:txBody>
      </p:sp>
      <p:sp>
        <p:nvSpPr>
          <p:cNvPr id="29" name="shape:029"/>
          <p:cNvSpPr/>
          <p:nvPr/>
        </p:nvSpPr>
        <p:spPr>
          <a:xfrm>
            <a:off x="240487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0" name="shape:030"/>
          <p:cNvSpPr/>
          <p:nvPr/>
        </p:nvSpPr>
        <p:spPr>
          <a:xfrm>
            <a:off x="547512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1" name="shape:031"/>
          <p:cNvSpPr/>
          <p:nvPr/>
        </p:nvSpPr>
        <p:spPr>
          <a:xfrm>
            <a:off x="8545373"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2" name="shape:032"/>
          <p:cNvSpPr/>
          <p:nvPr/>
        </p:nvSpPr>
        <p:spPr>
          <a:xfrm>
            <a:off x="576072" y="5468112"/>
            <a:ext cx="11039551" cy="0"/>
          </a:xfrm>
          <a:prstGeom prst="line">
            <a:avLst/>
          </a:prstGeom>
          <a:noFill/>
          <a:ln w="6350">
            <a:solidFill>
              <a:srgbClr val="E2DCD2"/>
            </a:solidFill>
            <a:prstDash val="dash"/>
          </a:ln>
        </p:spPr>
        <p:txBody>
          <a:bodyPr>
            <a:noAutofit/>
          </a:bodyPr>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時系列マトリクス</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