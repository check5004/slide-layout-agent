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受付記録</c:v>
                </c:pt>
              </c:strCache>
            </c:strRef>
          </c:tx>
          <c:spPr>
            <a:solidFill>
              <a:srgbClr val="322014"/>
            </a:solidFill>
            <a:ln>
              <a:noFill/>
            </a:ln>
          </c:spPr>
          <c:cat>
            <c:strRef>
              <c:f>Sheet1!$A$2:$A$5</c:f>
              <c:strCache>
                <c:ptCount val="4"/>
                <c:pt idx="0">
                  <c:v>試行前</c:v>
                </c:pt>
                <c:pt idx="1">
                  <c:v>初回</c:v>
                </c:pt>
                <c:pt idx="2">
                  <c:v>中間</c:v>
                </c:pt>
                <c:pt idx="3">
                  <c:v>最終</c:v>
                </c:pt>
              </c:strCache>
            </c:strRef>
          </c:cat>
          <c:val>
            <c:numRef>
              <c:f>Sheet1!$B$2:$B$5</c:f>
              <c:numCache>
                <c:formatCode>General</c:formatCode>
                <c:ptCount val="4"/>
                <c:pt idx="0">
                  <c:v>12.0</c:v>
                </c:pt>
                <c:pt idx="1">
                  <c:v>18.0</c:v>
                </c:pt>
                <c:pt idx="2">
                  <c:v>21.0</c:v>
                </c:pt>
                <c:pt idx="3">
                  <c:v>24.0</c:v>
                </c:pt>
              </c:numCache>
            </c:numRef>
          </c:val>
        </c:ser>
        <c:dLbls>
          <c:txPr>
            <a:bodyPr/>
            <a:lstStyle/>
            <a:p>
              <a:pPr>
                <a:defRPr sz="1000">
                  <a:solidFill>
                    <a:srgbClr val="322014"/>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"intro",</a:t>
            </a:r>
          </a:p>
          <a:p>
            <a:r>
              <a:t>  "origin": "intro",</a:t>
            </a:r>
          </a:p>
          <a:p>
            <a:r>
              <a:t>  "layout_id": "title_page",</a:t>
            </a:r>
          </a:p>
          <a:p>
            <a:r>
              <a:t>  "variant": "warm",</a:t>
            </a:r>
          </a:p>
          <a:p>
            <a:r>
              <a:t>  "rationale": "表紙の大きな見出しで目的と架空設定を示す。",</a:t>
            </a:r>
          </a:p>
          <a:p>
            <a:r>
              <a:t>  "source_sha256": "731606db4458e4cd85b02568f427f4d7f9d0e97b35d50c32f512b7ad70c7c839",</a:t>
            </a:r>
          </a:p>
          <a:p>
            <a:r>
              <a:t>  "evidence": [</a:t>
            </a:r>
          </a:p>
          <a:p>
            <a:r>
              <a:t>    {</a:t>
            </a:r>
          </a:p>
          <a:p>
            <a:r>
              <a:t>      "text": "図書室の記録改善",</a:t>
            </a:r>
          </a:p>
          <a:p>
            <a:r>
              <a:t>      "refs": [</a:t>
            </a:r>
          </a:p>
          <a:p>
            <a:r>
              <a:t>        {</a:t>
            </a:r>
          </a:p>
          <a:p>
            <a:r>
              <a:t>          "source_id": "s001",</a:t>
            </a:r>
          </a:p>
          <a:p>
            <a:r>
              <a:t>          "quote": "図書室の記録改善"</a:t>
            </a:r>
          </a:p>
          <a:p>
            <a:r>
              <a:t>        }</a:t>
            </a:r>
          </a:p>
          <a:p>
            <a:r>
              <a:t>      ],</a:t>
            </a:r>
          </a:p>
          <a:p>
            <a:r>
              <a:t>      "mode": "verbatim"</a:t>
            </a:r>
          </a:p>
          <a:p>
            <a:r>
              <a:t>    },</a:t>
            </a:r>
          </a:p>
          <a:p>
            <a:r>
              <a:t>    {</a:t>
            </a:r>
          </a:p>
          <a:p>
            <a:r>
              <a:t>      "text": "架空の試行記録を用いた構成例",</a:t>
            </a:r>
          </a:p>
          <a:p>
            <a:r>
              <a:t>      "refs": [</a:t>
            </a:r>
          </a:p>
          <a:p>
            <a:r>
              <a:t>        {</a:t>
            </a:r>
          </a:p>
          <a:p>
            <a:r>
              <a:t>          "source_id": "s002",</a:t>
            </a:r>
          </a:p>
          <a:p>
            <a:r>
              <a:t>          "quote": "架空の試行記録を用いた構成例"</a:t>
            </a:r>
          </a:p>
          <a:p>
            <a:r>
              <a:t>        }</a:t>
            </a:r>
          </a:p>
          <a:p>
            <a:r>
              <a:t>      ],</a:t>
            </a:r>
          </a:p>
          <a:p>
            <a:r>
              <a:t>      "mode": "verbatim"</a:t>
            </a:r>
          </a:p>
          <a:p>
            <a:r>
              <a:t>    }</a:t>
            </a:r>
          </a:p>
          <a:p>
            <a:r>
              <a:t>  ],</a:t>
            </a:r>
          </a:p>
          <a:p>
            <a:r>
              <a:t>  "citations": {</a:t>
            </a:r>
          </a:p>
          <a:p>
            <a:r>
              <a:t>    "s001": "すべて架空の図書室・件数・提案。実在の調査結果ではありません。",</a:t>
            </a:r>
          </a:p>
          <a:p>
            <a:r>
              <a:t>    "s002": "すべて架空の図書室・件数・提案。実在の調査結果ではありません。"</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"97bcbcffe8e022bebf7228ab72dffc51be2532ed78194a5d9ae81a284f5e3ecb"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"evidence",</a:t>
            </a:r>
          </a:p>
          <a:p>
            <a:r>
              <a:t>  "origin": "evidence",</a:t>
            </a:r>
          </a:p>
          <a:p>
            <a:r>
              <a:t>  "layout_id": "chart_insight",</a:t>
            </a:r>
          </a:p>
          <a:p>
            <a:r>
              <a:t>  "variant": "warm",</a:t>
            </a:r>
          </a:p>
          <a:p>
            <a:r>
              <a:t>  "rationale": "4時点のnative chartと右側の留保を組み合わせ、件数増加を因果と取り違えない。",</a:t>
            </a:r>
          </a:p>
          <a:p>
            <a:r>
              <a:t>  "source_sha256": "731606db4458e4cd85b02568f427f4d7f9d0e97b35d50c32f512b7ad70c7c839",</a:t>
            </a:r>
          </a:p>
          <a:p>
            <a:r>
              <a:t>  "evidence": [</a:t>
            </a:r>
          </a:p>
          <a:p>
            <a:r>
              <a:t>    {</a:t>
            </a:r>
          </a:p>
          <a:p>
            <a:r>
              <a:t>      "text": "記録件数と判断の留保",</a:t>
            </a:r>
          </a:p>
          <a:p>
            <a:r>
              <a:t>      "refs": [</a:t>
            </a:r>
          </a:p>
          <a:p>
            <a:r>
              <a:t>        {</a:t>
            </a:r>
          </a:p>
          <a:p>
            <a:r>
              <a:t>          "source_id": "s003",</a:t>
            </a:r>
          </a:p>
          <a:p>
            <a:r>
              <a:t>          "quote": "記録件数と判断の留保"</a:t>
            </a:r>
          </a:p>
          <a:p>
            <a:r>
              <a:t>        }</a:t>
            </a:r>
          </a:p>
          <a:p>
            <a:r>
              <a:t>      ],</a:t>
            </a:r>
          </a:p>
          <a:p>
            <a:r>
              <a:t>      "mode": "verbatim"</a:t>
            </a:r>
          </a:p>
          <a:p>
            <a:r>
              <a:t>    },</a:t>
            </a:r>
          </a:p>
          <a:p>
            <a:r>
              <a:t>    {</a:t>
            </a:r>
          </a:p>
          <a:p>
            <a:r>
              <a:t>      "text": "件数は架空です。増加の原因や改善効果は確認していません。",</a:t>
            </a:r>
          </a:p>
          <a:p>
            <a:r>
              <a:t>      "refs": [</a:t>
            </a:r>
          </a:p>
          <a:p>
            <a:r>
              <a:t>        {</a:t>
            </a:r>
          </a:p>
          <a:p>
            <a:r>
              <a:t>          "source_id": "s004",</a:t>
            </a:r>
          </a:p>
          <a:p>
            <a:r>
              <a:t>          "quote": "件数は架空です。増加の原因や改善効果は確認していません。"</a:t>
            </a:r>
          </a:p>
          <a:p>
            <a:r>
              <a:t>        }</a:t>
            </a:r>
          </a:p>
          <a:p>
            <a:r>
              <a:t>      ],</a:t>
            </a:r>
          </a:p>
          <a:p>
            <a:r>
              <a:t>      "mode": "verbatim"</a:t>
            </a:r>
          </a:p>
          <a:p>
            <a:r>
              <a:t>    },</a:t>
            </a:r>
          </a:p>
          <a:p>
            <a:r>
              <a:t>    {</a:t>
            </a:r>
          </a:p>
          <a:p>
            <a:r>
              <a:t>      "text": "受付記録件数（件）",</a:t>
            </a:r>
          </a:p>
          <a:p>
            <a:r>
              <a:t>      "refs": [</a:t>
            </a:r>
          </a:p>
          <a:p>
            <a:r>
              <a:t>        {</a:t>
            </a:r>
          </a:p>
          <a:p>
            <a:r>
              <a:t>          "source_id": "s005",</a:t>
            </a:r>
          </a:p>
          <a:p>
            <a:r>
              <a:t>          "quote": "受付記録件数（件）"</a:t>
            </a:r>
          </a:p>
          <a:p>
            <a:r>
              <a:t>        }</a:t>
            </a:r>
          </a:p>
          <a:p>
            <a:r>
              <a:t>      ],</a:t>
            </a:r>
          </a:p>
          <a:p>
            <a:r>
              <a:t>      "mode": "verbatim"</a:t>
            </a:r>
          </a:p>
          <a:p>
            <a:r>
              <a:t>    },</a:t>
            </a:r>
          </a:p>
          <a:p>
            <a:r>
              <a:t>    {</a:t>
            </a:r>
          </a:p>
          <a:p>
            <a:r>
              <a:t>      "text": "効果はまだ断定しない",</a:t>
            </a:r>
          </a:p>
          <a:p>
            <a:r>
              <a:t>      "refs": [</a:t>
            </a:r>
          </a:p>
          <a:p>
            <a:r>
              <a:t>        {</a:t>
            </a:r>
          </a:p>
          <a:p>
            <a:r>
              <a:t>          "source_id": "s006",</a:t>
            </a:r>
          </a:p>
          <a:p>
            <a:r>
              <a:t>          "quote": "効果はまだ断定しない"</a:t>
            </a:r>
          </a:p>
          <a:p>
            <a:r>
              <a:t>        }</a:t>
            </a:r>
          </a:p>
          <a:p>
            <a:r>
              <a:t>      ],</a:t>
            </a:r>
          </a:p>
          <a:p>
            <a:r>
              <a:t>      "mode": "verbatim"</a:t>
            </a:r>
          </a:p>
          <a:p>
            <a:r>
              <a:t>    },</a:t>
            </a:r>
          </a:p>
          <a:p>
            <a:r>
              <a:t>    {</a:t>
            </a:r>
          </a:p>
          <a:p>
            <a:r>
              <a:t>      "text": "記録件数の推移を確認します。\n増加の原因は未確認です。",</a:t>
            </a:r>
          </a:p>
          <a:p>
            <a:r>
              <a:t>      "refs": [</a:t>
            </a:r>
          </a:p>
          <a:p>
            <a:r>
              <a:t>        {</a:t>
            </a:r>
          </a:p>
          <a:p>
            <a:r>
              <a:t>          "source_id": "s007",</a:t>
            </a:r>
          </a:p>
          <a:p>
            <a:r>
              <a:t>          "quote": "記録件数の推移を確認します。\n増加の原因は未確認です。"</a:t>
            </a:r>
          </a:p>
          <a:p>
            <a:r>
              <a:t>        }</a:t>
            </a:r>
          </a:p>
          <a:p>
            <a:r>
              <a:t>      ],</a:t>
            </a:r>
          </a:p>
          <a:p>
            <a:r>
              <a:t>      "mode": "verbatim"</a:t>
            </a:r>
          </a:p>
          <a:p>
            <a:r>
              <a:t>    },</a:t>
            </a:r>
          </a:p>
          <a:p>
            <a:r>
              <a:t>    {</a:t>
            </a:r>
          </a:p>
          <a:p>
            <a:r>
              <a:t>      "text": "試行前",</a:t>
            </a:r>
          </a:p>
          <a:p>
            <a:r>
              <a:t>      "refs": [</a:t>
            </a:r>
          </a:p>
          <a:p>
            <a:r>
              <a:t>        {</a:t>
            </a:r>
          </a:p>
          <a:p>
            <a:r>
              <a:t>          "source_id": "s022",</a:t>
            </a:r>
          </a:p>
          <a:p>
            <a:r>
              <a:t>          "quote": "試行前"</a:t>
            </a:r>
          </a:p>
          <a:p>
            <a:r>
              <a:t>        }</a:t>
            </a:r>
          </a:p>
          <a:p>
            <a:r>
              <a:t>      ],</a:t>
            </a:r>
          </a:p>
          <a:p>
            <a:r>
              <a:t>      "mode": "verbatim"</a:t>
            </a:r>
          </a:p>
          <a:p>
            <a:r>
              <a:t>    },</a:t>
            </a:r>
          </a:p>
          <a:p>
            <a:r>
              <a:t>    {</a:t>
            </a:r>
          </a:p>
          <a:p>
            <a:r>
              <a:t>      "text": "初回",</a:t>
            </a:r>
          </a:p>
          <a:p>
            <a:r>
              <a:t>      "refs": [</a:t>
            </a:r>
          </a:p>
          <a:p>
            <a:r>
              <a:t>        {</a:t>
            </a:r>
          </a:p>
          <a:p>
            <a:r>
              <a:t>          "source_id": "s023",</a:t>
            </a:r>
          </a:p>
          <a:p>
            <a:r>
              <a:t>          "quote": "初回"</a:t>
            </a:r>
          </a:p>
          <a:p>
            <a:r>
              <a:t>        }</a:t>
            </a:r>
          </a:p>
          <a:p>
            <a:r>
              <a:t>      ],</a:t>
            </a:r>
          </a:p>
          <a:p>
            <a:r>
              <a:t>      "mode": "verbatim"</a:t>
            </a:r>
          </a:p>
          <a:p>
            <a:r>
              <a:t>    },</a:t>
            </a:r>
          </a:p>
          <a:p>
            <a:r>
              <a:t>    {</a:t>
            </a:r>
          </a:p>
          <a:p>
            <a:r>
              <a:t>      "text": "中間",</a:t>
            </a:r>
          </a:p>
          <a:p>
            <a:r>
              <a:t>      "refs": [</a:t>
            </a:r>
          </a:p>
          <a:p>
            <a:r>
              <a:t>        {</a:t>
            </a:r>
          </a:p>
          <a:p>
            <a:r>
              <a:t>          "source_id": "s024",</a:t>
            </a:r>
          </a:p>
          <a:p>
            <a:r>
              <a:t>          "quote": "中間"</a:t>
            </a:r>
          </a:p>
          <a:p>
            <a:r>
              <a:t>        }</a:t>
            </a:r>
          </a:p>
          <a:p>
            <a:r>
              <a:t>      ],</a:t>
            </a:r>
          </a:p>
          <a:p>
            <a:r>
              <a:t>      "mode": "verbatim"</a:t>
            </a:r>
          </a:p>
          <a:p>
            <a:r>
              <a:t>    },</a:t>
            </a:r>
          </a:p>
          <a:p>
            <a:r>
              <a:t>    {</a:t>
            </a:r>
          </a:p>
          <a:p>
            <a:r>
              <a:t>      "text": "最終",</a:t>
            </a:r>
          </a:p>
          <a:p>
            <a:r>
              <a:t>      "refs": [</a:t>
            </a:r>
          </a:p>
          <a:p>
            <a:r>
              <a:t>        {</a:t>
            </a:r>
          </a:p>
          <a:p>
            <a:r>
              <a:t>          "source_id": "s025",</a:t>
            </a:r>
          </a:p>
          <a:p>
            <a:r>
              <a:t>          "quote": "最終"</a:t>
            </a:r>
          </a:p>
          <a:p>
            <a:r>
              <a:t>        }</a:t>
            </a:r>
          </a:p>
          <a:p>
            <a:r>
              <a:t>      ],</a:t>
            </a:r>
          </a:p>
          <a:p>
            <a:r>
              <a:t>      "mode": "verbatim"</a:t>
            </a:r>
          </a:p>
          <a:p>
            <a:r>
              <a:t>    },</a:t>
            </a:r>
          </a:p>
          <a:p>
            <a:r>
              <a:t>    {</a:t>
            </a:r>
          </a:p>
          <a:p>
            <a:r>
              <a:t>      "text": "受付記録",</a:t>
            </a:r>
          </a:p>
          <a:p>
            <a:r>
              <a:t>      "refs": [</a:t>
            </a:r>
          </a:p>
          <a:p>
            <a:r>
              <a:t>        {</a:t>
            </a:r>
          </a:p>
          <a:p>
            <a:r>
              <a:t>          "source_id": "s026",</a:t>
            </a:r>
          </a:p>
          <a:p>
            <a:r>
              <a:t>          "quote": "受付記録"</a:t>
            </a:r>
          </a:p>
          <a:p>
            <a:r>
              <a:t>        }</a:t>
            </a:r>
          </a:p>
          <a:p>
            <a:r>
              <a:t>      ],</a:t>
            </a:r>
          </a:p>
          <a:p>
            <a:r>
              <a:t>      "mode": "verbatim"</a:t>
            </a:r>
          </a:p>
          <a:p>
            <a:r>
              <a:t>    },</a:t>
            </a:r>
          </a:p>
          <a:p>
            <a:r>
              <a:t>    {</a:t>
            </a:r>
          </a:p>
          <a:p>
            <a:r>
              <a:t>      "value": 12.0,</a:t>
            </a:r>
          </a:p>
          <a:p>
            <a:r>
              <a:t>      "refs": [</a:t>
            </a:r>
          </a:p>
          <a:p>
            <a:r>
              <a:t>        {</a:t>
            </a:r>
          </a:p>
          <a:p>
            <a:r>
              <a:t>          "source_id": "s018",</a:t>
            </a:r>
          </a:p>
          <a:p>
            <a:r>
              <a:t>          "quote": "12"</a:t>
            </a:r>
          </a:p>
          <a:p>
            <a:r>
              <a:t>        }</a:t>
            </a:r>
          </a:p>
          <a:p>
            <a:r>
              <a:t>      ]</a:t>
            </a:r>
          </a:p>
          <a:p>
            <a:r>
              <a:t>    },</a:t>
            </a:r>
          </a:p>
          <a:p>
            <a:r>
              <a:t>    {</a:t>
            </a:r>
          </a:p>
          <a:p>
            <a:r>
              <a:t>      "value": 18.0,</a:t>
            </a:r>
          </a:p>
          <a:p>
            <a:r>
              <a:t>      "refs": [</a:t>
            </a:r>
          </a:p>
          <a:p>
            <a:r>
              <a:t>        {</a:t>
            </a:r>
          </a:p>
          <a:p>
            <a:r>
              <a:t>          "source_id": "s019",</a:t>
            </a:r>
          </a:p>
          <a:p>
            <a:r>
              <a:t>          "quote": "18"</a:t>
            </a:r>
          </a:p>
          <a:p>
            <a:r>
              <a:t>        }</a:t>
            </a:r>
          </a:p>
          <a:p>
            <a:r>
              <a:t>      ]</a:t>
            </a:r>
          </a:p>
          <a:p>
            <a:r>
              <a:t>    },</a:t>
            </a:r>
          </a:p>
          <a:p>
            <a:r>
              <a:t>    {</a:t>
            </a:r>
          </a:p>
          <a:p>
            <a:r>
              <a:t>      "value": 21.0,</a:t>
            </a:r>
          </a:p>
          <a:p>
            <a:r>
              <a:t>      "refs": [</a:t>
            </a:r>
          </a:p>
          <a:p>
            <a:r>
              <a:t>        {</a:t>
            </a:r>
          </a:p>
          <a:p>
            <a:r>
              <a:t>          "source_id": "s020",</a:t>
            </a:r>
          </a:p>
          <a:p>
            <a:r>
              <a:t>          "quote": "21"</a:t>
            </a:r>
          </a:p>
          <a:p>
            <a:r>
              <a:t>        }</a:t>
            </a:r>
          </a:p>
          <a:p>
            <a:r>
              <a:t>      ]</a:t>
            </a:r>
          </a:p>
          <a:p>
            <a:r>
              <a:t>    },</a:t>
            </a:r>
          </a:p>
          <a:p>
            <a:r>
              <a:t>    {</a:t>
            </a:r>
          </a:p>
          <a:p>
            <a:r>
              <a:t>      "value": 24.0,</a:t>
            </a:r>
          </a:p>
          <a:p>
            <a:r>
              <a:t>      "refs": [</a:t>
            </a:r>
          </a:p>
          <a:p>
            <a:r>
              <a:t>        {</a:t>
            </a:r>
          </a:p>
          <a:p>
            <a:r>
              <a:t>          "source_id": "s021",</a:t>
            </a:r>
          </a:p>
          <a:p>
            <a:r>
              <a:t>          "quote": "24"</a:t>
            </a:r>
          </a:p>
          <a:p>
            <a:r>
              <a:t>        }</a:t>
            </a:r>
          </a:p>
          <a:p>
            <a:r>
              <a:t>      ]</a:t>
            </a:r>
          </a:p>
          <a:p>
            <a:r>
              <a:t>    }</a:t>
            </a:r>
          </a:p>
          <a:p>
            <a:r>
              <a:t>  ],</a:t>
            </a:r>
          </a:p>
          <a:p>
            <a:r>
              <a:t>  "citations": {</a:t>
            </a:r>
          </a:p>
          <a:p>
            <a:r>
              <a:t>    "s003": "すべて架空の図書室・件数・提案。実在の調査結果ではありません。",</a:t>
            </a:r>
          </a:p>
          <a:p>
            <a:r>
              <a:t>    "s004": "すべて架空の図書室・件数・提案。実在の調査結果ではありません。",</a:t>
            </a:r>
          </a:p>
          <a:p>
            <a:r>
              <a:t>    "s005": "すべて架空の図書室・件数・提案。実在の調査結果ではありません。",</a:t>
            </a:r>
          </a:p>
          <a:p>
            <a:r>
              <a:t>    "s006": "すべて架空の図書室・件数・提案。実在の調査結果ではありません。",</a:t>
            </a:r>
          </a:p>
          <a:p>
            <a:r>
              <a:t>    "s007": "すべて架空の図書室・件数・提案。実在の調査結果ではありません。",</a:t>
            </a:r>
          </a:p>
          <a:p>
            <a:r>
              <a:t>    "s018": "すべて架空の図書室・件数・提案。実在の調査結果ではありません。",</a:t>
            </a:r>
          </a:p>
          <a:p>
            <a:r>
              <a:t>    "s019": "すべて架空の図書室・件数・提案。実在の調査結果ではありません。",</a:t>
            </a:r>
          </a:p>
          <a:p>
            <a:r>
              <a:t>    "s020": "すべて架空の図書室・件数・提案。実在の調査結果ではありません。",</a:t>
            </a:r>
          </a:p>
          <a:p>
            <a:r>
              <a:t>    "s021": "すべて架空の図書室・件数・提案。実在の調査結果ではありません。",</a:t>
            </a:r>
          </a:p>
          <a:p>
            <a:r>
              <a:t>    "s022": "すべて架空の図書室・件数・提案。実在の調査結果ではありません。",</a:t>
            </a:r>
          </a:p>
          <a:p>
            <a:r>
              <a:t>    "s023": "すべて架空の図書室・件数・提案。実在の調査結果ではありません。",</a:t>
            </a:r>
          </a:p>
          <a:p>
            <a:r>
              <a:t>    "s024": "すべて架空の図書室・件数・提案。実在の調査結果ではありません。",</a:t>
            </a:r>
          </a:p>
          <a:p>
            <a:r>
              <a:t>    "s025": "すべて架空の図書室・件数・提案。実在の調査結果ではありません。",</a:t>
            </a:r>
          </a:p>
          <a:p>
            <a:r>
              <a:t>    "s026": "すべて架空の図書室・件数・提案。実在の調査結果ではありません。"</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"2dc662754e058f5519a5303a025327453a6ed47570b919333e7eaf872e73f99c"</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"decision",</a:t>
            </a:r>
          </a:p>
          <a:p>
            <a:r>
              <a:t>  "origin": "decision",</a:t>
            </a:r>
          </a:p>
          <a:p>
            <a:r>
              <a:t>  "layout_id": "decision_page",</a:t>
            </a:r>
          </a:p>
          <a:p>
            <a:r>
              <a:t>  "variant": "warm",</a:t>
            </a:r>
          </a:p>
          <a:p>
            <a:r>
              <a:t>  "rationale": "提案1点と確認手順3点を分け、意思決定の構造に合わせる。",</a:t>
            </a:r>
          </a:p>
          <a:p>
            <a:r>
              <a:t>  "source_sha256": "731606db4458e4cd85b02568f427f4d7f9d0e97b35d50c32f512b7ad70c7c839",</a:t>
            </a:r>
          </a:p>
          <a:p>
            <a:r>
              <a:t>  "evidence": [</a:t>
            </a:r>
          </a:p>
          <a:p>
            <a:r>
              <a:t>    {</a:t>
            </a:r>
          </a:p>
          <a:p>
            <a:r>
              <a:t>      "text": "次の試行で確認すること",</a:t>
            </a:r>
          </a:p>
          <a:p>
            <a:r>
              <a:t>      "refs": [</a:t>
            </a:r>
          </a:p>
          <a:p>
            <a:r>
              <a:t>        {</a:t>
            </a:r>
          </a:p>
          <a:p>
            <a:r>
              <a:t>          "source_id": "s008",</a:t>
            </a:r>
          </a:p>
          <a:p>
            <a:r>
              <a:t>          "quote": "次の試行で確認すること"</a:t>
            </a:r>
          </a:p>
          <a:p>
            <a:r>
              <a:t>        }</a:t>
            </a:r>
          </a:p>
          <a:p>
            <a:r>
              <a:t>      ],</a:t>
            </a:r>
          </a:p>
          <a:p>
            <a:r>
              <a:t>      "mode": "verbatim"</a:t>
            </a:r>
          </a:p>
          <a:p>
            <a:r>
              <a:t>    },</a:t>
            </a:r>
          </a:p>
          <a:p>
            <a:r>
              <a:t>    {</a:t>
            </a:r>
          </a:p>
          <a:p>
            <a:r>
              <a:t>      "text": "架空の運用案です。実施結果を示すものではありません。",</a:t>
            </a:r>
          </a:p>
          <a:p>
            <a:r>
              <a:t>      "refs": [</a:t>
            </a:r>
          </a:p>
          <a:p>
            <a:r>
              <a:t>        {</a:t>
            </a:r>
          </a:p>
          <a:p>
            <a:r>
              <a:t>          "source_id": "s009",</a:t>
            </a:r>
          </a:p>
          <a:p>
            <a:r>
              <a:t>          "quote": "架空の運用案です。実施結果を示すものではありません。"</a:t>
            </a:r>
          </a:p>
          <a:p>
            <a:r>
              <a:t>        }</a:t>
            </a:r>
          </a:p>
          <a:p>
            <a:r>
              <a:t>      ],</a:t>
            </a:r>
          </a:p>
          <a:p>
            <a:r>
              <a:t>      "mode": "verbatim"</a:t>
            </a:r>
          </a:p>
          <a:p>
            <a:r>
              <a:t>    },</a:t>
            </a:r>
          </a:p>
          <a:p>
            <a:r>
              <a:t>    {</a:t>
            </a:r>
          </a:p>
          <a:p>
            <a:r>
              <a:t>      "text": "提案する次の行動",</a:t>
            </a:r>
          </a:p>
          <a:p>
            <a:r>
              <a:t>      "refs": [</a:t>
            </a:r>
          </a:p>
          <a:p>
            <a:r>
              <a:t>        {</a:t>
            </a:r>
          </a:p>
          <a:p>
            <a:r>
              <a:t>          "source_id": "s010",</a:t>
            </a:r>
          </a:p>
          <a:p>
            <a:r>
              <a:t>          "quote": "提案する次の行動"</a:t>
            </a:r>
          </a:p>
          <a:p>
            <a:r>
              <a:t>        }</a:t>
            </a:r>
          </a:p>
          <a:p>
            <a:r>
              <a:t>      ],</a:t>
            </a:r>
          </a:p>
          <a:p>
            <a:r>
              <a:t>      "mode": "verbatim"</a:t>
            </a:r>
          </a:p>
          <a:p>
            <a:r>
              <a:t>    },</a:t>
            </a:r>
          </a:p>
          <a:p>
            <a:r>
              <a:t>    {</a:t>
            </a:r>
          </a:p>
          <a:p>
            <a:r>
              <a:t>      "text": "記録手順をそろえて\n小さく試行する",</a:t>
            </a:r>
          </a:p>
          <a:p>
            <a:r>
              <a:t>      "refs": [</a:t>
            </a:r>
          </a:p>
          <a:p>
            <a:r>
              <a:t>        {</a:t>
            </a:r>
          </a:p>
          <a:p>
            <a:r>
              <a:t>          "source_id": "s011",</a:t>
            </a:r>
          </a:p>
          <a:p>
            <a:r>
              <a:t>          "quote": "記録手順をそろえて\n小さく試行する"</a:t>
            </a:r>
          </a:p>
          <a:p>
            <a:r>
              <a:t>        }</a:t>
            </a:r>
          </a:p>
          <a:p>
            <a:r>
              <a:t>      ],</a:t>
            </a:r>
          </a:p>
          <a:p>
            <a:r>
              <a:t>      "mode": "verbatim"</a:t>
            </a:r>
          </a:p>
          <a:p>
            <a:r>
              <a:t>    },</a:t>
            </a:r>
          </a:p>
          <a:p>
            <a:r>
              <a:t>    {</a:t>
            </a:r>
          </a:p>
          <a:p>
            <a:r>
              <a:t>      "text": "1",</a:t>
            </a:r>
          </a:p>
          <a:p>
            <a:r>
              <a:t>      "refs": [</a:t>
            </a:r>
          </a:p>
          <a:p>
            <a:r>
              <a:t>        {</a:t>
            </a:r>
          </a:p>
          <a:p>
            <a:r>
              <a:t>          "source_id": "s012",</a:t>
            </a:r>
          </a:p>
          <a:p>
            <a:r>
              <a:t>          "quote": "1"</a:t>
            </a:r>
          </a:p>
          <a:p>
            <a:r>
              <a:t>        }</a:t>
            </a:r>
          </a:p>
          <a:p>
            <a:r>
              <a:t>      ],</a:t>
            </a:r>
          </a:p>
          <a:p>
            <a:r>
              <a:t>      "mode": "verbatim"</a:t>
            </a:r>
          </a:p>
          <a:p>
            <a:r>
              <a:t>    },</a:t>
            </a:r>
          </a:p>
          <a:p>
            <a:r>
              <a:t>    {</a:t>
            </a:r>
          </a:p>
          <a:p>
            <a:r>
              <a:t>      "text": "入力項目を担当者で確認する",</a:t>
            </a:r>
          </a:p>
          <a:p>
            <a:r>
              <a:t>      "refs": [</a:t>
            </a:r>
          </a:p>
          <a:p>
            <a:r>
              <a:t>        {</a:t>
            </a:r>
          </a:p>
          <a:p>
            <a:r>
              <a:t>          "source_id": "s013",</a:t>
            </a:r>
          </a:p>
          <a:p>
            <a:r>
              <a:t>          "quote": "入力項目を担当者で確認する"</a:t>
            </a:r>
          </a:p>
          <a:p>
            <a:r>
              <a:t>        }</a:t>
            </a:r>
          </a:p>
          <a:p>
            <a:r>
              <a:t>      ],</a:t>
            </a:r>
          </a:p>
          <a:p>
            <a:r>
              <a:t>      "mode": "verbatim"</a:t>
            </a:r>
          </a:p>
          <a:p>
            <a:r>
              <a:t>    },</a:t>
            </a:r>
          </a:p>
          <a:p>
            <a:r>
              <a:t>    {</a:t>
            </a:r>
          </a:p>
          <a:p>
            <a:r>
              <a:t>      "text": "2",</a:t>
            </a:r>
          </a:p>
          <a:p>
            <a:r>
              <a:t>      "refs": [</a:t>
            </a:r>
          </a:p>
          <a:p>
            <a:r>
              <a:t>        {</a:t>
            </a:r>
          </a:p>
          <a:p>
            <a:r>
              <a:t>          "source_id": "s014",</a:t>
            </a:r>
          </a:p>
          <a:p>
            <a:r>
              <a:t>          "quote": "2"</a:t>
            </a:r>
          </a:p>
          <a:p>
            <a:r>
              <a:t>        }</a:t>
            </a:r>
          </a:p>
          <a:p>
            <a:r>
              <a:t>      ],</a:t>
            </a:r>
          </a:p>
          <a:p>
            <a:r>
              <a:t>      "mode": "verbatim"</a:t>
            </a:r>
          </a:p>
          <a:p>
            <a:r>
              <a:t>    },</a:t>
            </a:r>
          </a:p>
          <a:p>
            <a:r>
              <a:t>    {</a:t>
            </a:r>
          </a:p>
          <a:p>
            <a:r>
              <a:t>      "text": "同じ手順で記録を続ける",</a:t>
            </a:r>
          </a:p>
          <a:p>
            <a:r>
              <a:t>      "refs": [</a:t>
            </a:r>
          </a:p>
          <a:p>
            <a:r>
              <a:t>        {</a:t>
            </a:r>
          </a:p>
          <a:p>
            <a:r>
              <a:t>          "source_id": "s015",</a:t>
            </a:r>
          </a:p>
          <a:p>
            <a:r>
              <a:t>          "quote": "同じ手順で記録を続ける"</a:t>
            </a:r>
          </a:p>
          <a:p>
            <a:r>
              <a:t>        }</a:t>
            </a:r>
          </a:p>
          <a:p>
            <a:r>
              <a:t>      ],</a:t>
            </a:r>
          </a:p>
          <a:p>
            <a:r>
              <a:t>      "mode": "verbatim"</a:t>
            </a:r>
          </a:p>
          <a:p>
            <a:r>
              <a:t>    },</a:t>
            </a:r>
          </a:p>
          <a:p>
            <a:r>
              <a:t>    {</a:t>
            </a:r>
          </a:p>
          <a:p>
            <a:r>
              <a:t>      "text": "3",</a:t>
            </a:r>
          </a:p>
          <a:p>
            <a:r>
              <a:t>      "refs": [</a:t>
            </a:r>
          </a:p>
          <a:p>
            <a:r>
              <a:t>        {</a:t>
            </a:r>
          </a:p>
          <a:p>
            <a:r>
              <a:t>          "source_id": "s016",</a:t>
            </a:r>
          </a:p>
          <a:p>
            <a:r>
              <a:t>          "quote": "3"</a:t>
            </a:r>
          </a:p>
          <a:p>
            <a:r>
              <a:t>        }</a:t>
            </a:r>
          </a:p>
          <a:p>
            <a:r>
              <a:t>      ],</a:t>
            </a:r>
          </a:p>
          <a:p>
            <a:r>
              <a:t>      "mode": "verbatim"</a:t>
            </a:r>
          </a:p>
          <a:p>
            <a:r>
              <a:t>    },</a:t>
            </a:r>
          </a:p>
          <a:p>
            <a:r>
              <a:t>    {</a:t>
            </a:r>
          </a:p>
          <a:p>
            <a:r>
              <a:t>      "text": "記入負担と欠落を振り返る",</a:t>
            </a:r>
          </a:p>
          <a:p>
            <a:r>
              <a:t>      "refs": [</a:t>
            </a:r>
          </a:p>
          <a:p>
            <a:r>
              <a:t>        {</a:t>
            </a:r>
          </a:p>
          <a:p>
            <a:r>
              <a:t>          "source_id": "s017",</a:t>
            </a:r>
          </a:p>
          <a:p>
            <a:r>
              <a:t>          "quote": "記入負担と欠落を振り返る"</a:t>
            </a:r>
          </a:p>
          <a:p>
            <a:r>
              <a:t>        }</a:t>
            </a:r>
          </a:p>
          <a:p>
            <a:r>
              <a:t>      ],</a:t>
            </a:r>
          </a:p>
          <a:p>
            <a:r>
              <a:t>      "mode": "verbatim"</a:t>
            </a:r>
          </a:p>
          <a:p>
            <a:r>
              <a:t>    }</a:t>
            </a:r>
          </a:p>
          <a:p>
            <a:r>
              <a:t>  ],</a:t>
            </a:r>
          </a:p>
          <a:p>
            <a:r>
              <a:t>  "citations": {</a:t>
            </a:r>
          </a:p>
          <a:p>
            <a:r>
              <a:t>    "s008": "すべて架空の図書室・件数・提案。実在の調査結果ではありません。",</a:t>
            </a:r>
          </a:p>
          <a:p>
            <a:r>
              <a:t>    "s009": "すべて架空の図書室・件数・提案。実在の調査結果ではありません。",</a:t>
            </a:r>
          </a:p>
          <a:p>
            <a:r>
              <a:t>    "s010": "すべて架空の図書室・件数・提案。実在の調査結果ではありません。",</a:t>
            </a:r>
          </a:p>
          <a:p>
            <a:r>
              <a:t>    "s011": "すべて架空の図書室・件数・提案。実在の調査結果ではありません。",</a:t>
            </a:r>
          </a:p>
          <a:p>
            <a:r>
              <a:t>    "s012": "すべて架空の図書室・件数・提案。実在の調査結果ではありません。",</a:t>
            </a:r>
          </a:p>
          <a:p>
            <a:r>
              <a:t>    "s013": "すべて架空の図書室・件数・提案。実在の調査結果ではありません。",</a:t>
            </a:r>
          </a:p>
          <a:p>
            <a:r>
              <a:t>    "s014": "すべて架空の図書室・件数・提案。実在の調査結果ではありません。",</a:t>
            </a:r>
          </a:p>
          <a:p>
            <a:r>
              <a:t>    "s015": "すべて架空の図書室・件数・提案。実在の調査結果ではありません。",</a:t>
            </a:r>
          </a:p>
          <a:p>
            <a:r>
              <a:t>    "s016": "すべて架空の図書室・件数・提案。実在の調査結果ではありません。",</a:t>
            </a:r>
          </a:p>
          <a:p>
            <a:r>
              <a:t>    "s017": "すべて架空の図書室・件数・提案。実在の調査結果ではありません。"</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"f41d56a024b54cad4b3dfb014e9c3b29a6f3a66585af1f1b3ed73e01febfc8ab"</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図書室の記録改善（架空例）</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b01</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2221200"/>
            <a:ext cx="7920000" cy="540000"/>
          </a:xfrm>
          <a:prstGeom prst="rect">
            <a:avLst/>
          </a:prstGeom>
          <a:noFill/>
          <a:ln/>
        </p:spPr>
        <p:txBody>
          <a:bodyPr wrap="square" lIns="0" tIns="0" rIns="0" bIns="0" rtlCol="0" anchor="t">
            <a:noAutofit/>
          </a:bodyPr>
          <a:lstStyle/>
          <a:p>
            <a:pPr indent="0" marL="0">
              <a:buNone/>
            </a:pPr>
            <a:r>
              <a:rPr lang="en-US" sz="3400" b="1" dirty="0">
                <a:solidFill>
                  <a:srgbClr val="322014"/>
                </a:solidFill>
                <a:latin typeface="Yu Mincho Demibold" pitchFamily="34" charset="0"/>
                <a:ea typeface="Yu Mincho Demibold" pitchFamily="34" charset="-122"/>
                <a:cs typeface="Yu Mincho Demibold" pitchFamily="34" charset="-120"/>
              </a:rPr>
              <a:t>図書室の記録改善</a:t>
            </a:r>
            <a:endParaRPr lang="en-US" sz="3400" dirty="0"/>
          </a:p>
        </p:txBody>
      </p:sp>
      <p:sp>
        <p:nvSpPr>
          <p:cNvPr id="6" name="shape:006"/>
          <p:cNvSpPr/>
          <p:nvPr/>
        </p:nvSpPr>
        <p:spPr>
          <a:xfrm>
            <a:off x="576072" y="3049200"/>
            <a:ext cx="1152000" cy="36000"/>
          </a:xfrm>
          <a:prstGeom prst="rect">
            <a:avLst/>
          </a:prstGeom>
          <a:solidFill>
            <a:srgbClr val="5A3921"/>
          </a:solidFill>
          <a:ln w="12700">
            <a:solidFill>
              <a:srgbClr val="5A3921"/>
            </a:solidFill>
            <a:prstDash val="solid"/>
          </a:ln>
        </p:spPr>
        <p:txBody>
          <a:bodyPr>
            <a:noAutofit/>
          </a:bodyPr>
          <a:p/>
        </p:txBody>
      </p:sp>
      <p:sp>
        <p:nvSpPr>
          <p:cNvPr id="7" name="shape:007"/>
          <p:cNvSpPr/>
          <p:nvPr/>
        </p:nvSpPr>
        <p:spPr>
          <a:xfrm>
            <a:off x="576072" y="3337200"/>
            <a:ext cx="7920000" cy="324000"/>
          </a:xfrm>
          <a:prstGeom prst="rect">
            <a:avLst/>
          </a:prstGeom>
          <a:noFill/>
          <a:ln/>
        </p:spPr>
        <p:txBody>
          <a:bodyPr wrap="square" lIns="0" tIns="0" rIns="0" bIns="0" rtlCol="0" anchor="t">
            <a:noAutofit/>
          </a:bodyPr>
          <a:lstStyle/>
          <a:p>
            <a:pPr algn="l" indent="0" marL="0">
              <a:buNone/>
            </a:pPr>
            <a:r>
              <a:rPr lang="en-US" sz="1500" b="1" dirty="0">
                <a:solidFill>
                  <a:srgbClr val="5A3921"/>
                </a:solidFill>
                <a:latin typeface="Yu Mincho Demibold" pitchFamily="34" charset="0"/>
                <a:ea typeface="Yu Mincho Demibold" pitchFamily="34" charset="-122"/>
                <a:cs typeface="Yu Mincho Demibold" pitchFamily="34" charset="-120"/>
              </a:rPr>
              <a:t>架空の試行記録を用いた構成例</a:t>
            </a:r>
            <a:endParaRPr lang="en-US" sz="1500" dirty="0"/>
          </a:p>
        </p:txBody>
      </p:sp>
      <p:sp>
        <p:nvSpPr>
          <p:cNvPr id="8" name="shape:008"/>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9" name="shape:009"/>
          <p:cNvSpPr/>
          <p:nvPr/>
        </p:nvSpPr>
        <p:spPr>
          <a:xfrm>
            <a:off x="576072" y="6483096"/>
            <a:ext cx="11039551" cy="0"/>
          </a:xfrm>
          <a:prstGeom prst="line">
            <a:avLst/>
          </a:prstGeom>
          <a:noFill/>
          <a:ln w="8890">
            <a:solidFill>
              <a:srgbClr val="E2DCD2"/>
            </a:solidFill>
            <a:prstDash val="solid"/>
          </a:ln>
        </p:spPr>
        <p:txBody>
          <a:bodyPr>
            <a:noAutofit/>
          </a:bodyPr>
          <a:p/>
        </p:txBody>
      </p:sp>
      <p:sp>
        <p:nvSpPr>
          <p:cNvPr id="10"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11"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図書室の記録改善（架空例）</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m05</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記録件数と判断の留保</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件数は架空です。増加の原因や改善効果は確認していません。</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a:t>
            </a:r>
            <a:endParaRPr lang="en-US" sz="750" dirty="0"/>
          </a:p>
        </p:txBody>
      </p:sp>
      <p:sp>
        <p:nvSpPr>
          <p:cNvPr id="10" name="shape:010"/>
          <p:cNvSpPr/>
          <p:nvPr/>
        </p:nvSpPr>
        <p:spPr>
          <a:xfrm>
            <a:off x="576072" y="1920240"/>
            <a:ext cx="6126480" cy="27432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受付記録件数（件）</a:t>
            </a:r>
            <a:endParaRPr lang="en-US" sz="1500" dirty="0"/>
          </a:p>
        </p:txBody>
      </p:sp>
      <p:sp>
        <p:nvSpPr>
          <p:cNvPr id="13" name="shape:013"/>
          <p:cNvSpPr/>
          <p:nvPr/>
        </p:nvSpPr>
        <p:spPr>
          <a:xfrm>
            <a:off x="117043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322014"/>
                </a:solidFill>
                <a:latin typeface="Yu Gothic" pitchFamily="34" charset="0"/>
                <a:ea typeface="Yu Gothic" pitchFamily="34" charset="-122"/>
                <a:cs typeface="Yu Gothic" pitchFamily="34" charset="-120"/>
              </a:rPr>
              <a:t>試行前</a:t>
            </a:r>
            <a:endParaRPr lang="en-US" sz="950" dirty="0"/>
          </a:p>
        </p:txBody>
      </p:sp>
      <p:sp>
        <p:nvSpPr>
          <p:cNvPr id="16" name="shape:016"/>
          <p:cNvSpPr/>
          <p:nvPr/>
        </p:nvSpPr>
        <p:spPr>
          <a:xfrm>
            <a:off x="222199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322014"/>
                </a:solidFill>
                <a:latin typeface="Yu Gothic" pitchFamily="34" charset="0"/>
                <a:ea typeface="Yu Gothic" pitchFamily="34" charset="-122"/>
                <a:cs typeface="Yu Gothic" pitchFamily="34" charset="-120"/>
              </a:rPr>
              <a:t>初回</a:t>
            </a:r>
            <a:endParaRPr lang="en-US" sz="950" dirty="0"/>
          </a:p>
        </p:txBody>
      </p:sp>
      <p:sp>
        <p:nvSpPr>
          <p:cNvPr id="19" name="shape:019"/>
          <p:cNvSpPr/>
          <p:nvPr/>
        </p:nvSpPr>
        <p:spPr>
          <a:xfrm>
            <a:off x="327355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322014"/>
                </a:solidFill>
                <a:latin typeface="Yu Gothic" pitchFamily="34" charset="0"/>
                <a:ea typeface="Yu Gothic" pitchFamily="34" charset="-122"/>
                <a:cs typeface="Yu Gothic" pitchFamily="34" charset="-120"/>
              </a:rPr>
              <a:t>中間</a:t>
            </a:r>
            <a:endParaRPr lang="en-US" sz="950" dirty="0"/>
          </a:p>
        </p:txBody>
      </p:sp>
      <p:sp>
        <p:nvSpPr>
          <p:cNvPr id="22" name="shape:022"/>
          <p:cNvSpPr/>
          <p:nvPr/>
        </p:nvSpPr>
        <p:spPr>
          <a:xfrm>
            <a:off x="432511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322014"/>
                </a:solidFill>
                <a:latin typeface="Yu Gothic" pitchFamily="34" charset="0"/>
                <a:ea typeface="Yu Gothic" pitchFamily="34" charset="-122"/>
                <a:cs typeface="Yu Gothic" pitchFamily="34" charset="-120"/>
              </a:rPr>
              <a:t>最終</a:t>
            </a:r>
            <a:endParaRPr lang="en-US" sz="950" dirty="0"/>
          </a:p>
        </p:txBody>
      </p:sp>
      <p:sp>
        <p:nvSpPr>
          <p:cNvPr id="23" name="shape:023"/>
          <p:cNvSpPr/>
          <p:nvPr/>
        </p:nvSpPr>
        <p:spPr>
          <a:xfrm>
            <a:off x="576072" y="5577840"/>
            <a:ext cx="5760720" cy="0"/>
          </a:xfrm>
          <a:prstGeom prst="line">
            <a:avLst/>
          </a:prstGeom>
          <a:noFill/>
          <a:ln w="12700">
            <a:solidFill>
              <a:srgbClr val="322014"/>
            </a:solidFill>
            <a:prstDash val="solid"/>
          </a:ln>
        </p:spPr>
        <p:txBody>
          <a:bodyPr>
            <a:noAutofit/>
          </a:bodyPr>
          <a:p/>
        </p:txBody>
      </p:sp>
      <p:sp>
        <p:nvSpPr>
          <p:cNvPr id="24" name="shape:024"/>
          <p:cNvSpPr/>
          <p:nvPr/>
        </p:nvSpPr>
        <p:spPr>
          <a:xfrm>
            <a:off x="6858000" y="2057400"/>
            <a:ext cx="0" cy="1417320"/>
          </a:xfrm>
          <a:prstGeom prst="line">
            <a:avLst/>
          </a:prstGeom>
          <a:noFill/>
          <a:ln w="27940">
            <a:solidFill>
              <a:srgbClr val="5A3921"/>
            </a:solidFill>
            <a:prstDash val="solid"/>
          </a:ln>
        </p:spPr>
        <p:txBody>
          <a:bodyPr>
            <a:noAutofit/>
          </a:bodyPr>
          <a:p/>
        </p:txBody>
      </p:sp>
      <p:sp>
        <p:nvSpPr>
          <p:cNvPr id="25" name="shape:025"/>
          <p:cNvSpPr/>
          <p:nvPr/>
        </p:nvSpPr>
        <p:spPr>
          <a:xfrm>
            <a:off x="7059168" y="2057400"/>
            <a:ext cx="4187952" cy="41148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効果はまだ断定しない</a:t>
            </a:r>
            <a:endParaRPr lang="en-US" sz="1500" dirty="0"/>
          </a:p>
        </p:txBody>
      </p:sp>
      <p:sp>
        <p:nvSpPr>
          <p:cNvPr id="26" name="shape:026"/>
          <p:cNvSpPr/>
          <p:nvPr/>
        </p:nvSpPr>
        <p:spPr>
          <a:xfrm>
            <a:off x="7059168" y="2560320"/>
            <a:ext cx="4187952" cy="914400"/>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記録件数の推移を確認します。</a:t>
            </a:r>
            <a:endParaRPr lang="en-US" sz="1350" dirty="0"/>
          </a:p>
          <a:p>
            <a:pPr algn="l" indent="0" marL="0">
              <a:buNone/>
            </a:pPr>
            <a:r>
              <a:rPr lang="en-US" sz="1350" dirty="0">
                <a:solidFill>
                  <a:srgbClr val="322014"/>
                </a:solidFill>
                <a:latin typeface="Yu Gothic" pitchFamily="34" charset="0"/>
                <a:ea typeface="Yu Gothic" pitchFamily="34" charset="-122"/>
                <a:cs typeface="Yu Gothic" pitchFamily="34" charset="-120"/>
              </a:rPr>
              <a:t>増加の原因は未確認です。</a:t>
            </a:r>
            <a:endParaRPr lang="en-US" sz="1350" dirty="0"/>
          </a:p>
        </p:txBody>
      </p:sp>
      <p:sp>
        <p:nvSpPr>
          <p:cNvPr id="2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graphicFrame>
        <p:nvGraphicFramePr>
          <p:cNvPr id="28" name="shape:028"/>
          <p:cNvGraphicFramePr>
            <a:graphicFrameLocks noGrp="1"/>
          </p:cNvGraphicFramePr>
          <p:nvPr/>
        </p:nvGraphicFramePr>
        <p:xfrm>
          <a:off x="1143000" y="2423160"/>
          <a:ext cx="4206240" cy="3200400"/>
        </p:xfrm>
        <a:graphic>
          <a:graphicData uri="http://schemas.openxmlformats.org/drawingml/2006/chart">
            <c:chart xmlns:c="http://schemas.openxmlformats.org/drawingml/2006/chart" r:id="rId2"/>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図書室の記録改善（架空例）</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m35</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次の試行で確認すること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架空の運用案です。実施結果を示すものではありません。</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a:t>
            </a:r>
            <a:endParaRPr lang="en-US" sz="750" dirty="0"/>
          </a:p>
        </p:txBody>
      </p:sp>
      <p:sp>
        <p:nvSpPr>
          <p:cNvPr id="10" name="shape:010"/>
          <p:cNvSpPr/>
          <p:nvPr/>
        </p:nvSpPr>
        <p:spPr>
          <a:xfrm>
            <a:off x="576072" y="2894076"/>
            <a:ext cx="5212080" cy="0"/>
          </a:xfrm>
          <a:prstGeom prst="line">
            <a:avLst/>
          </a:prstGeom>
          <a:noFill/>
          <a:ln w="27940">
            <a:solidFill>
              <a:srgbClr val="5A3921"/>
            </a:solidFill>
            <a:prstDash val="solid"/>
          </a:ln>
        </p:spPr>
        <p:txBody>
          <a:bodyPr>
            <a:noAutofit/>
          </a:bodyPr>
          <a:p/>
        </p:txBody>
      </p:sp>
      <p:sp>
        <p:nvSpPr>
          <p:cNvPr id="11" name="shape:011"/>
          <p:cNvSpPr/>
          <p:nvPr/>
        </p:nvSpPr>
        <p:spPr>
          <a:xfrm>
            <a:off x="576072" y="3104388"/>
            <a:ext cx="2194560" cy="219456"/>
          </a:xfrm>
          <a:prstGeom prst="rect">
            <a:avLst/>
          </a:prstGeom>
          <a:noFill/>
          <a:ln/>
        </p:spPr>
        <p:txBody>
          <a:bodyPr wrap="square" lIns="381" tIns="381" rIns="381" bIns="381" rtlCol="0" anchor="t">
            <a:noAutofit/>
          </a:bodyPr>
          <a:lstStyle/>
          <a:p>
            <a:pPr algn="l" indent="0" marL="0">
              <a:buNone/>
            </a:pPr>
            <a:r>
              <a:rPr lang="en-US" sz="1050" b="1" dirty="0">
                <a:solidFill>
                  <a:srgbClr val="8A7B6B"/>
                </a:solidFill>
                <a:latin typeface="Yu Gothic" pitchFamily="34" charset="0"/>
                <a:ea typeface="Yu Gothic" pitchFamily="34" charset="-122"/>
                <a:cs typeface="Yu Gothic" pitchFamily="34" charset="-120"/>
              </a:rPr>
              <a:t>提案する次の行動</a:t>
            </a:r>
            <a:endParaRPr lang="en-US" sz="1050" dirty="0"/>
          </a:p>
        </p:txBody>
      </p:sp>
      <p:sp>
        <p:nvSpPr>
          <p:cNvPr id="12" name="shape:012"/>
          <p:cNvSpPr/>
          <p:nvPr/>
        </p:nvSpPr>
        <p:spPr>
          <a:xfrm>
            <a:off x="576072" y="3470148"/>
            <a:ext cx="5303520" cy="1371600"/>
          </a:xfrm>
          <a:prstGeom prst="rect">
            <a:avLst/>
          </a:prstGeom>
          <a:noFill/>
          <a:ln/>
        </p:spPr>
        <p:txBody>
          <a:bodyPr wrap="square" lIns="381" tIns="381" rIns="381" bIns="381" rtlCol="0" anchor="t">
            <a:noAutofit/>
          </a:bodyPr>
          <a:lstStyle/>
          <a:p>
            <a:pPr algn="l" indent="0" marL="0">
              <a:buNone/>
            </a:pPr>
            <a:r>
              <a:rPr lang="en-US" sz="2200" b="1" dirty="0">
                <a:solidFill>
                  <a:srgbClr val="322014"/>
                </a:solidFill>
                <a:latin typeface="Yu Gothic" pitchFamily="34" charset="0"/>
                <a:ea typeface="Yu Gothic" pitchFamily="34" charset="-122"/>
                <a:cs typeface="Yu Gothic" pitchFamily="34" charset="-120"/>
              </a:rPr>
              <a:t>記録手順をそろえて</a:t>
            </a:r>
            <a:endParaRPr lang="en-US" sz="2200" dirty="0"/>
          </a:p>
          <a:p>
            <a:pPr algn="l" indent="0" marL="0">
              <a:buNone/>
            </a:pPr>
            <a:r>
              <a:rPr lang="en-US" sz="2200" b="1" dirty="0">
                <a:solidFill>
                  <a:srgbClr val="322014"/>
                </a:solidFill>
                <a:latin typeface="Yu Gothic" pitchFamily="34" charset="0"/>
                <a:ea typeface="Yu Gothic" pitchFamily="34" charset="-122"/>
                <a:cs typeface="Yu Gothic" pitchFamily="34" charset="-120"/>
              </a:rPr>
              <a:t>小さく試行する</a:t>
            </a:r>
            <a:endParaRPr lang="en-US" sz="2200" dirty="0"/>
          </a:p>
        </p:txBody>
      </p:sp>
      <p:sp>
        <p:nvSpPr>
          <p:cNvPr id="13" name="shape:013"/>
          <p:cNvSpPr/>
          <p:nvPr/>
        </p:nvSpPr>
        <p:spPr>
          <a:xfrm>
            <a:off x="6217920" y="2921508"/>
            <a:ext cx="274320" cy="25603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1</a:t>
            </a:r>
            <a:endParaRPr lang="en-US" sz="1600" dirty="0"/>
          </a:p>
        </p:txBody>
      </p:sp>
      <p:sp>
        <p:nvSpPr>
          <p:cNvPr id="14" name="shape:014"/>
          <p:cNvSpPr/>
          <p:nvPr/>
        </p:nvSpPr>
        <p:spPr>
          <a:xfrm>
            <a:off x="6720840" y="2921508"/>
            <a:ext cx="4572000" cy="384048"/>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入力項目を担当者で確認する</a:t>
            </a:r>
            <a:endParaRPr lang="en-US" sz="1350" dirty="0"/>
          </a:p>
        </p:txBody>
      </p:sp>
      <p:sp>
        <p:nvSpPr>
          <p:cNvPr id="15" name="shape:015"/>
          <p:cNvSpPr/>
          <p:nvPr/>
        </p:nvSpPr>
        <p:spPr>
          <a:xfrm>
            <a:off x="6172200" y="3406140"/>
            <a:ext cx="5074920" cy="0"/>
          </a:xfrm>
          <a:prstGeom prst="line">
            <a:avLst/>
          </a:prstGeom>
          <a:noFill/>
          <a:ln w="6350">
            <a:solidFill>
              <a:srgbClr val="E2DCD2"/>
            </a:solidFill>
            <a:prstDash val="solid"/>
          </a:ln>
        </p:spPr>
        <p:txBody>
          <a:bodyPr>
            <a:noAutofit/>
          </a:bodyPr>
          <a:p/>
        </p:txBody>
      </p:sp>
      <p:sp>
        <p:nvSpPr>
          <p:cNvPr id="16" name="shape:016"/>
          <p:cNvSpPr/>
          <p:nvPr/>
        </p:nvSpPr>
        <p:spPr>
          <a:xfrm>
            <a:off x="6217920" y="3634740"/>
            <a:ext cx="274320" cy="25603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2</a:t>
            </a:r>
            <a:endParaRPr lang="en-US" sz="1600" dirty="0"/>
          </a:p>
        </p:txBody>
      </p:sp>
      <p:sp>
        <p:nvSpPr>
          <p:cNvPr id="17" name="shape:017"/>
          <p:cNvSpPr/>
          <p:nvPr/>
        </p:nvSpPr>
        <p:spPr>
          <a:xfrm>
            <a:off x="6720840" y="3634740"/>
            <a:ext cx="4572000" cy="384048"/>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同じ手順で記録を続ける</a:t>
            </a:r>
            <a:endParaRPr lang="en-US" sz="1350" dirty="0"/>
          </a:p>
        </p:txBody>
      </p:sp>
      <p:sp>
        <p:nvSpPr>
          <p:cNvPr id="18" name="shape:018"/>
          <p:cNvSpPr/>
          <p:nvPr/>
        </p:nvSpPr>
        <p:spPr>
          <a:xfrm>
            <a:off x="6172200" y="4119372"/>
            <a:ext cx="5074920" cy="0"/>
          </a:xfrm>
          <a:prstGeom prst="line">
            <a:avLst/>
          </a:prstGeom>
          <a:noFill/>
          <a:ln w="6350">
            <a:solidFill>
              <a:srgbClr val="E2DCD2"/>
            </a:solidFill>
            <a:prstDash val="solid"/>
          </a:ln>
        </p:spPr>
        <p:txBody>
          <a:bodyPr>
            <a:noAutofit/>
          </a:bodyPr>
          <a:p/>
        </p:txBody>
      </p:sp>
      <p:sp>
        <p:nvSpPr>
          <p:cNvPr id="19" name="shape:019"/>
          <p:cNvSpPr/>
          <p:nvPr/>
        </p:nvSpPr>
        <p:spPr>
          <a:xfrm>
            <a:off x="6217920" y="4347972"/>
            <a:ext cx="274320" cy="25603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3</a:t>
            </a:r>
            <a:endParaRPr lang="en-US" sz="1600" dirty="0"/>
          </a:p>
        </p:txBody>
      </p:sp>
      <p:sp>
        <p:nvSpPr>
          <p:cNvPr id="20" name="shape:020"/>
          <p:cNvSpPr/>
          <p:nvPr/>
        </p:nvSpPr>
        <p:spPr>
          <a:xfrm>
            <a:off x="6720840" y="4347972"/>
            <a:ext cx="4572000" cy="384048"/>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記入負担と欠落を振り返る</a:t>
            </a:r>
            <a:endParaRPr lang="en-US" sz="1350" dirty="0"/>
          </a:p>
        </p:txBody>
      </p:sp>
      <p:sp>
        <p:nvSpPr>
          <p:cNvPr id="21" name="shape:021"/>
          <p:cNvSpPr/>
          <p:nvPr/>
        </p:nvSpPr>
        <p:spPr>
          <a:xfrm>
            <a:off x="6172200" y="4832604"/>
            <a:ext cx="5074920" cy="0"/>
          </a:xfrm>
          <a:prstGeom prst="line">
            <a:avLst/>
          </a:prstGeom>
          <a:noFill/>
          <a:ln w="6350">
            <a:solidFill>
              <a:srgbClr val="E2DCD2"/>
            </a:solidFill>
            <a:prstDash val="solid"/>
          </a:ln>
        </p:spPr>
        <p:txBody>
          <a:bodyPr>
            <a:noAutofit/>
          </a:bodyPr>
          <a:p/>
        </p:txBody>
      </p:sp>
      <p:sp>
        <p:nvSpPr>
          <p:cNvPr id="2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図書室の記録改善（架空例）</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