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"ed_cards_rows_2",</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"s001",</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"s001",</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"s001",</a:t>
            </a:r>
          </a:p>
          <a:p>
            <a:r>
              <a:t>          "quote": "確認の入口"</a:t>
            </a:r>
          </a:p>
          <a:p>
            <a:r>
              <a:t>        }</a:t>
            </a:r>
          </a:p>
          <a:p>
            <a:r>
              <a:t>      ],</a:t>
            </a:r>
          </a:p>
          <a:p>
            <a:r>
              <a:t>      "mode": "verbatim"</a:t>
            </a:r>
          </a:p>
          <a:p>
            <a:r>
              <a:t>    },</a:t>
            </a:r>
          </a:p>
          <a:p>
            <a:r>
              <a:t>    {</a:t>
            </a:r>
          </a:p>
          <a:p>
            <a:r>
              <a:t>      "text": "原文を確認する。",</a:t>
            </a:r>
          </a:p>
          <a:p>
            <a:r>
              <a:t>      "refs": [</a:t>
            </a:r>
          </a:p>
          <a:p>
            <a:r>
              <a:t>        {</a:t>
            </a:r>
          </a:p>
          <a:p>
            <a:r>
              <a:t>          "source_id": "s001",</a:t>
            </a:r>
          </a:p>
          <a:p>
            <a:r>
              <a:t>          "quote": "原文を確認する。"</a:t>
            </a:r>
          </a:p>
          <a:p>
            <a:r>
              <a:t>        }</a:t>
            </a:r>
          </a:p>
          <a:p>
            <a:r>
              <a:t>      ],</a:t>
            </a:r>
          </a:p>
          <a:p>
            <a:r>
              <a:t>      "mode": "verbatim"</a:t>
            </a:r>
          </a:p>
          <a:p>
            <a:r>
              <a:t>    },</a:t>
            </a:r>
          </a:p>
          <a:p>
            <a:r>
              <a:t>    {</a:t>
            </a:r>
          </a:p>
          <a:p>
            <a:r>
              <a:t>      "text": "根拠：架空資料",</a:t>
            </a:r>
          </a:p>
          <a:p>
            <a:r>
              <a:t>      "refs": [</a:t>
            </a:r>
          </a:p>
          <a:p>
            <a:r>
              <a:t>        {</a:t>
            </a:r>
          </a:p>
          <a:p>
            <a:r>
              <a:t>          "source_id": "s001",</a:t>
            </a:r>
          </a:p>
          <a:p>
            <a:r>
              <a:t>          "quote": "根拠：架空資料"</a:t>
            </a:r>
          </a:p>
          <a:p>
            <a:r>
              <a:t>        }</a:t>
            </a:r>
          </a:p>
          <a:p>
            <a:r>
              <a:t>      ],</a:t>
            </a:r>
          </a:p>
          <a:p>
            <a:r>
              <a:t>      "mode": "verbatim"</a:t>
            </a:r>
          </a:p>
          <a:p>
            <a:r>
              <a:t>    },</a:t>
            </a:r>
          </a:p>
          <a:p>
            <a:r>
              <a:t>    {</a:t>
            </a:r>
          </a:p>
          <a:p>
            <a:r>
              <a:t>      "text": "原文の条件を整理",</a:t>
            </a:r>
          </a:p>
          <a:p>
            <a:r>
              <a:t>      "refs": [</a:t>
            </a:r>
          </a:p>
          <a:p>
            <a:r>
              <a:t>        {</a:t>
            </a:r>
          </a:p>
          <a:p>
            <a:r>
              <a:t>          "source_id": "s001",</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"s001",</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"s001",</a:t>
            </a:r>
          </a:p>
          <a:p>
            <a:r>
              <a:t>          "quote": "根拠：架空資料"</a:t>
            </a:r>
          </a:p>
          <a:p>
            <a:r>
              <a:t>        }</a:t>
            </a:r>
          </a:p>
          <a:p>
            <a:r>
              <a:t>      ],</a:t>
            </a:r>
          </a:p>
          <a:p>
            <a:r>
              <a:t>      "mode": "verbatim"</a:t>
            </a:r>
          </a:p>
          <a:p>
            <a:r>
              <a:t>    }</a:t>
            </a:r>
          </a:p>
          <a:p>
            <a:r>
              <a:t>  ],</a:t>
            </a:r>
          </a:p>
          <a:p>
            <a:r>
              <a:t>  "citations": {</a:t>
            </a:r>
          </a:p>
          <a:p>
            <a:r>
              <a:t>    "s001":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"d9c792cd2ba330d5a7fd84e8d4b74bcd2ca40d5f0a9394a4c3659327fc931c28"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"ed_cards_rows_3",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"s002",</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"s002",</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"s002",</a:t>
            </a:r>
          </a:p>
          <a:p>
            <a:r>
              <a:t>          "quote": "確認の入口"</a:t>
            </a:r>
          </a:p>
          <a:p>
            <a:r>
              <a:t>        }</a:t>
            </a:r>
          </a:p>
          <a:p>
            <a:r>
              <a:t>      ],</a:t>
            </a:r>
          </a:p>
          <a:p>
            <a:r>
              <a:t>      "mode": "verbatim"</a:t>
            </a:r>
          </a:p>
          <a:p>
            <a:r>
              <a:t>    },</a:t>
            </a:r>
          </a:p>
          <a:p>
            <a:r>
              <a:t>    {</a:t>
            </a:r>
          </a:p>
          <a:p>
            <a:r>
              <a:t>      "text": "原文を確認する。",</a:t>
            </a:r>
          </a:p>
          <a:p>
            <a:r>
              <a:t>      "refs": [</a:t>
            </a:r>
          </a:p>
          <a:p>
            <a:r>
              <a:t>        {</a:t>
            </a:r>
          </a:p>
          <a:p>
            <a:r>
              <a:t>          "source_id": "s002",</a:t>
            </a:r>
          </a:p>
          <a:p>
            <a:r>
              <a:t>          "quote": "原文を確認する。"</a:t>
            </a:r>
          </a:p>
          <a:p>
            <a:r>
              <a:t>        }</a:t>
            </a:r>
          </a:p>
          <a:p>
            <a:r>
              <a:t>      ],</a:t>
            </a:r>
          </a:p>
          <a:p>
            <a:r>
              <a:t>      "mode": "verbatim"</a:t>
            </a:r>
          </a:p>
          <a:p>
            <a:r>
              <a:t>    },</a:t>
            </a:r>
          </a:p>
          <a:p>
            <a:r>
              <a:t>    {</a:t>
            </a:r>
          </a:p>
          <a:p>
            <a:r>
              <a:t>      "text": "根拠：架空資料",</a:t>
            </a:r>
          </a:p>
          <a:p>
            <a:r>
              <a:t>      "refs": [</a:t>
            </a:r>
          </a:p>
          <a:p>
            <a:r>
              <a:t>        {</a:t>
            </a:r>
          </a:p>
          <a:p>
            <a:r>
              <a:t>          "source_id": "s002",</a:t>
            </a:r>
          </a:p>
          <a:p>
            <a:r>
              <a:t>          "quote": "根拠：架空資料"</a:t>
            </a:r>
          </a:p>
          <a:p>
            <a:r>
              <a:t>        }</a:t>
            </a:r>
          </a:p>
          <a:p>
            <a:r>
              <a:t>      ],</a:t>
            </a:r>
          </a:p>
          <a:p>
            <a:r>
              <a:t>      "mode": "verbatim"</a:t>
            </a:r>
          </a:p>
          <a:p>
            <a:r>
              <a:t>    },</a:t>
            </a:r>
          </a:p>
          <a:p>
            <a:r>
              <a:t>    {</a:t>
            </a:r>
          </a:p>
          <a:p>
            <a:r>
              <a:t>      "text": "原文の条件を整理",</a:t>
            </a:r>
          </a:p>
          <a:p>
            <a:r>
              <a:t>      "refs": [</a:t>
            </a:r>
          </a:p>
          <a:p>
            <a:r>
              <a:t>        {</a:t>
            </a:r>
          </a:p>
          <a:p>
            <a:r>
              <a:t>          "source_id": "s002",</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"s002",</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"s002",</a:t>
            </a:r>
          </a:p>
          <a:p>
            <a:r>
              <a:t>          "quote": "根拠：架空資料"</a:t>
            </a:r>
          </a:p>
          <a:p>
            <a:r>
              <a:t>        }</a:t>
            </a:r>
          </a:p>
          <a:p>
            <a:r>
              <a:t>      ],</a:t>
            </a:r>
          </a:p>
          <a:p>
            <a:r>
              <a:t>      "mode": "verbatim"</a:t>
            </a:r>
          </a:p>
          <a:p>
            <a:r>
              <a:t>    },</a:t>
            </a:r>
          </a:p>
          <a:p>
            <a:r>
              <a:t>    {</a:t>
            </a:r>
          </a:p>
          <a:p>
            <a:r>
              <a:t>      "text": "対象範囲と\n例外条件を確認",</a:t>
            </a:r>
          </a:p>
          <a:p>
            <a:r>
              <a:t>      "refs": [</a:t>
            </a:r>
          </a:p>
          <a:p>
            <a:r>
              <a:t>        {</a:t>
            </a:r>
          </a:p>
          <a:p>
            <a:r>
              <a:t>          "source_id": "s002",</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"s002",</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"s002",</a:t>
            </a:r>
          </a:p>
          <a:p>
            <a:r>
              <a:t>          "quote": "根拠：架空資料"</a:t>
            </a:r>
          </a:p>
          <a:p>
            <a:r>
              <a:t>        }</a:t>
            </a:r>
          </a:p>
          <a:p>
            <a:r>
              <a:t>      ],</a:t>
            </a:r>
          </a:p>
          <a:p>
            <a:r>
              <a:t>      "mode": "verbatim"</a:t>
            </a:r>
          </a:p>
          <a:p>
            <a:r>
              <a:t>    }</a:t>
            </a:r>
          </a:p>
          <a:p>
            <a:r>
              <a:t>  ],</a:t>
            </a:r>
          </a:p>
          <a:p>
            <a:r>
              <a:t>  "citations": {</a:t>
            </a:r>
          </a:p>
          <a:p>
            <a:r>
              <a:t>    "s002":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"c9a208653cd601df4fd7d317072f17c738f7aee0e75d980791e7c936ea99b8ab"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"ed_cards_rows_4",</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"s003",</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"s003",</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"s003",</a:t>
            </a:r>
          </a:p>
          <a:p>
            <a:r>
              <a:t>          "quote": "確認の入口"</a:t>
            </a:r>
          </a:p>
          <a:p>
            <a:r>
              <a:t>        }</a:t>
            </a:r>
          </a:p>
          <a:p>
            <a:r>
              <a:t>      ],</a:t>
            </a:r>
          </a:p>
          <a:p>
            <a:r>
              <a:t>      "mode": "verbatim"</a:t>
            </a:r>
          </a:p>
          <a:p>
            <a:r>
              <a:t>    },</a:t>
            </a:r>
          </a:p>
          <a:p>
            <a:r>
              <a:t>    {</a:t>
            </a:r>
          </a:p>
          <a:p>
            <a:r>
              <a:t>      "text": "原文を確認する。",</a:t>
            </a:r>
          </a:p>
          <a:p>
            <a:r>
              <a:t>      "refs": [</a:t>
            </a:r>
          </a:p>
          <a:p>
            <a:r>
              <a:t>        {</a:t>
            </a:r>
          </a:p>
          <a:p>
            <a:r>
              <a:t>          "source_id": "s003",</a:t>
            </a:r>
          </a:p>
          <a:p>
            <a:r>
              <a:t>          "quote": "原文を確認する。"</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"text": "原文の条件を整理",</a:t>
            </a:r>
          </a:p>
          <a:p>
            <a:r>
              <a:t>      "refs": [</a:t>
            </a:r>
          </a:p>
          <a:p>
            <a:r>
              <a:t>        {</a:t>
            </a:r>
          </a:p>
          <a:p>
            <a:r>
              <a:t>          "source_id": "s003",</a:t>
            </a:r>
          </a:p>
          <a:p>
            <a:r>
              <a:t>          "quote": "原文の条件を整理"</a:t>
            </a:r>
          </a:p>
          <a:p>
            <a:r>
              <a:t>        }</a:t>
            </a:r>
          </a:p>
          <a:p>
            <a:r>
              <a:t>      ],</a:t>
            </a:r>
          </a:p>
          <a:p>
            <a:r>
              <a:t>      "mode": "verbatim"</a:t>
            </a:r>
          </a:p>
          <a:p>
            <a:r>
              <a:t>    },</a:t>
            </a:r>
          </a:p>
          <a:p>
            <a:r>
              <a:t>    {</a:t>
            </a:r>
          </a:p>
          <a:p>
            <a:r>
              <a:t>      "text": "確認日と対象範囲を揃える。",</a:t>
            </a:r>
          </a:p>
          <a:p>
            <a:r>
              <a:t>      "refs": [</a:t>
            </a:r>
          </a:p>
          <a:p>
            <a:r>
              <a:t>        {</a:t>
            </a:r>
          </a:p>
          <a:p>
            <a:r>
              <a:t>          "source_id": "s003",</a:t>
            </a:r>
          </a:p>
          <a:p>
            <a:r>
              <a:t>          "quote": "確認日と対象範囲を揃える。"</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"text": "対象範囲と\n例外条件を確認",</a:t>
            </a:r>
          </a:p>
          <a:p>
            <a:r>
              <a:t>      "refs": [</a:t>
            </a:r>
          </a:p>
          <a:p>
            <a:r>
              <a:t>        {</a:t>
            </a:r>
          </a:p>
          <a:p>
            <a:r>
              <a:t>          "source_id": "s003",</a:t>
            </a:r>
          </a:p>
          <a:p>
            <a:r>
              <a:t>          "quote": "対象範囲と\n例外条件を確認"</a:t>
            </a:r>
          </a:p>
          <a:p>
            <a:r>
              <a:t>        }</a:t>
            </a:r>
          </a:p>
          <a:p>
            <a:r>
              <a:t>      ],</a:t>
            </a:r>
          </a:p>
          <a:p>
            <a:r>
              <a:t>      "mode": "verbatim"</a:t>
            </a:r>
          </a:p>
          <a:p>
            <a:r>
              <a:t>    },</a:t>
            </a:r>
          </a:p>
          <a:p>
            <a:r>
              <a:t>    {</a:t>
            </a:r>
          </a:p>
          <a:p>
            <a:r>
              <a:t>      "text": "資料への参照を残す。",</a:t>
            </a:r>
          </a:p>
          <a:p>
            <a:r>
              <a:t>      "refs": [</a:t>
            </a:r>
          </a:p>
          <a:p>
            <a:r>
              <a:t>        {</a:t>
            </a:r>
          </a:p>
          <a:p>
            <a:r>
              <a:t>          "source_id": "s003",</a:t>
            </a:r>
          </a:p>
          <a:p>
            <a:r>
              <a:t>          "quote": "資料への参照を残す。"</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"text": "確認の入口",</a:t>
            </a:r>
          </a:p>
          <a:p>
            <a:r>
              <a:t>      "refs": [</a:t>
            </a:r>
          </a:p>
          <a:p>
            <a:r>
              <a:t>        {</a:t>
            </a:r>
          </a:p>
          <a:p>
            <a:r>
              <a:t>          "source_id": "s003",</a:t>
            </a:r>
          </a:p>
          <a:p>
            <a:r>
              <a:t>          "quote": "確認の入口"</a:t>
            </a:r>
          </a:p>
          <a:p>
            <a:r>
              <a:t>        }</a:t>
            </a:r>
          </a:p>
          <a:p>
            <a:r>
              <a:t>      ],</a:t>
            </a:r>
          </a:p>
          <a:p>
            <a:r>
              <a:t>      "mode": "verbatim"</a:t>
            </a:r>
          </a:p>
          <a:p>
            <a:r>
              <a:t>    },</a:t>
            </a:r>
          </a:p>
          <a:p>
            <a:r>
              <a:t>    {</a:t>
            </a:r>
          </a:p>
          <a:p>
            <a:r>
              <a:t>      "text": "原文を確認する。",</a:t>
            </a:r>
          </a:p>
          <a:p>
            <a:r>
              <a:t>      "refs": [</a:t>
            </a:r>
          </a:p>
          <a:p>
            <a:r>
              <a:t>        {</a:t>
            </a:r>
          </a:p>
          <a:p>
            <a:r>
              <a:t>          "source_id": "s003",</a:t>
            </a:r>
          </a:p>
          <a:p>
            <a:r>
              <a:t>          "quote": "原文を確認する。"</a:t>
            </a:r>
          </a:p>
          <a:p>
            <a:r>
              <a:t>        }</a:t>
            </a:r>
          </a:p>
          <a:p>
            <a:r>
              <a:t>      ],</a:t>
            </a:r>
          </a:p>
          <a:p>
            <a:r>
              <a:t>      "mode": "verbatim"</a:t>
            </a:r>
          </a:p>
          <a:p>
            <a:r>
              <a:t>    },</a:t>
            </a:r>
          </a:p>
          <a:p>
            <a:r>
              <a:t>    {</a:t>
            </a:r>
          </a:p>
          <a:p>
            <a:r>
              <a:t>      "text": "根拠：架空資料",</a:t>
            </a:r>
          </a:p>
          <a:p>
            <a:r>
              <a:t>      "refs": [</a:t>
            </a:r>
          </a:p>
          <a:p>
            <a:r>
              <a:t>        {</a:t>
            </a:r>
          </a:p>
          <a:p>
            <a:r>
              <a:t>          "source_id": "s003",</a:t>
            </a:r>
          </a:p>
          <a:p>
            <a:r>
              <a:t>          "quote": "根拠：架空資料"</a:t>
            </a:r>
          </a:p>
          <a:p>
            <a:r>
              <a:t>        }</a:t>
            </a:r>
          </a:p>
          <a:p>
            <a:r>
              <a:t>      ],</a:t>
            </a:r>
          </a:p>
          <a:p>
            <a:r>
              <a:t>      "mode": "verbatim"</a:t>
            </a:r>
          </a:p>
          <a:p>
            <a:r>
              <a:t>    }</a:t>
            </a:r>
          </a:p>
          <a:p>
            <a:r>
              <a:t>  ],</a:t>
            </a:r>
          </a:p>
          <a:p>
            <a:r>
              <a:t>  "citations": {</a:t>
            </a:r>
          </a:p>
          <a:p>
            <a:r>
              <a:t>    "s003":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"65f204abf42709de2c84415cfd8743b0a5fbfaa9796c8e9fb1be0c73a80b75d6"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"ed_cards_rows_5",</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"s004",</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"s004",</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"s004",</a:t>
            </a:r>
          </a:p>
          <a:p>
            <a:r>
              <a:t>          "quote": "確認の入口"</a:t>
            </a:r>
          </a:p>
          <a:p>
            <a:r>
              <a:t>        }</a:t>
            </a:r>
          </a:p>
          <a:p>
            <a:r>
              <a:t>      ],</a:t>
            </a:r>
          </a:p>
          <a:p>
            <a:r>
              <a:t>      "mode": "verbatim"</a:t>
            </a:r>
          </a:p>
          <a:p>
            <a:r>
              <a:t>    },</a:t>
            </a:r>
          </a:p>
          <a:p>
            <a:r>
              <a:t>    {</a:t>
            </a:r>
          </a:p>
          <a:p>
            <a:r>
              <a:t>      "text": "原文を確認する。",</a:t>
            </a:r>
          </a:p>
          <a:p>
            <a:r>
              <a:t>      "refs": [</a:t>
            </a:r>
          </a:p>
          <a:p>
            <a:r>
              <a:t>        {</a:t>
            </a:r>
          </a:p>
          <a:p>
            <a:r>
              <a:t>          "source_id": "s004",</a:t>
            </a:r>
          </a:p>
          <a:p>
            <a:r>
              <a:t>          "quote": "原文を確認する。"</a:t>
            </a:r>
          </a:p>
          <a:p>
            <a:r>
              <a:t>        }</a:t>
            </a:r>
          </a:p>
          <a:p>
            <a:r>
              <a:t>      ],</a:t>
            </a:r>
          </a:p>
          <a:p>
            <a:r>
              <a:t>      "mode": "verbatim"</a:t>
            </a:r>
          </a:p>
          <a:p>
            <a:r>
              <a:t>    },</a:t>
            </a:r>
          </a:p>
          <a:p>
            <a:r>
              <a:t>    {</a:t>
            </a:r>
          </a:p>
          <a:p>
            <a:r>
              <a:t>      "text": "根拠：架空資料",</a:t>
            </a:r>
          </a:p>
          <a:p>
            <a:r>
              <a:t>      "refs": [</a:t>
            </a:r>
          </a:p>
          <a:p>
            <a:r>
              <a:t>        {</a:t>
            </a:r>
          </a:p>
          <a:p>
            <a:r>
              <a:t>          "source_id": "s004",</a:t>
            </a:r>
          </a:p>
          <a:p>
            <a:r>
              <a:t>          "quote": "根拠：架空資料"</a:t>
            </a:r>
          </a:p>
          <a:p>
            <a:r>
              <a:t>        }</a:t>
            </a:r>
          </a:p>
          <a:p>
            <a:r>
              <a:t>      ],</a:t>
            </a:r>
          </a:p>
          <a:p>
            <a:r>
              <a:t>      "mode": "verbatim"</a:t>
            </a:r>
          </a:p>
          <a:p>
            <a:r>
              <a:t>    },</a:t>
            </a:r>
          </a:p>
          <a:p>
            <a:r>
              <a:t>    {</a:t>
            </a:r>
          </a:p>
          <a:p>
            <a:r>
              <a:t>      "text": "原文の条件を整理",</a:t>
            </a:r>
          </a:p>
          <a:p>
            <a:r>
              <a:t>      "refs": [</a:t>
            </a:r>
          </a:p>
          <a:p>
            <a:r>
              <a:t>        {</a:t>
            </a:r>
          </a:p>
          <a:p>
            <a:r>
              <a:t>          "source_id": "s004",</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"s004",</a:t>
            </a:r>
          </a:p>
          <a:p>
            <a:r>
              <a:t>          "quote": "確認日と対象範囲を揃える。\n条件の違いも残す。"</a:t>
            </a:r>
          </a:p>
          <a:p>
            <a:r>
              <a:t>        }</a:t>
            </a:r>
          </a:p>
          <a:p>
            <a:r>
              <a:t>      ],</a:t>
            </a:r>
          </a:p>
          <a:p>
            <a:r>
              <a:t>      "mode": "verbatim"</a:t>
            </a:r>
          </a:p>
          <a:p>
            <a:r>
              <a:t>    },</a:t>
            </a:r>
          </a:p>
          <a:p>
            <a:r>
              <a:t>    {</a:t>
            </a:r>
          </a:p>
          <a:p>
            <a:r>
              <a:t>      "text": "根拠：架空資料\n留保：効果は未検証",</a:t>
            </a:r>
          </a:p>
          <a:p>
            <a:r>
              <a:t>      "refs": [</a:t>
            </a:r>
          </a:p>
          <a:p>
            <a:r>
              <a:t>        {</a:t>
            </a:r>
          </a:p>
          <a:p>
            <a:r>
              <a:t>          "source_id": "s004",</a:t>
            </a:r>
          </a:p>
          <a:p>
            <a:r>
              <a:t>          "quote": "根拠：架空資料\n留保：効果は未検証"</a:t>
            </a:r>
          </a:p>
          <a:p>
            <a:r>
              <a:t>        }</a:t>
            </a:r>
          </a:p>
          <a:p>
            <a:r>
              <a:t>      ],</a:t>
            </a:r>
          </a:p>
          <a:p>
            <a:r>
              <a:t>      "mode": "verbatim"</a:t>
            </a:r>
          </a:p>
          <a:p>
            <a:r>
              <a:t>    },</a:t>
            </a:r>
          </a:p>
          <a:p>
            <a:r>
              <a:t>    {</a:t>
            </a:r>
          </a:p>
          <a:p>
            <a:r>
              <a:t>      "text": "対象範囲と\n例外条件を確認",</a:t>
            </a:r>
          </a:p>
          <a:p>
            <a:r>
              <a:t>      "refs": [</a:t>
            </a:r>
          </a:p>
          <a:p>
            <a:r>
              <a:t>        {</a:t>
            </a:r>
          </a:p>
          <a:p>
            <a:r>
              <a:t>          "source_id": "s004",</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"s004",</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"s004",</a:t>
            </a:r>
          </a:p>
          <a:p>
            <a:r>
              <a:t>          "quote": "根拠：架空資料"</a:t>
            </a:r>
          </a:p>
          <a:p>
            <a:r>
              <a:t>        }</a:t>
            </a:r>
          </a:p>
          <a:p>
            <a:r>
              <a:t>      ],</a:t>
            </a:r>
          </a:p>
          <a:p>
            <a:r>
              <a:t>      "mode": "verbatim"</a:t>
            </a:r>
          </a:p>
          <a:p>
            <a:r>
              <a:t>    },</a:t>
            </a:r>
          </a:p>
          <a:p>
            <a:r>
              <a:t>    {</a:t>
            </a:r>
          </a:p>
          <a:p>
            <a:r>
              <a:t>      "text": "確認の入口",</a:t>
            </a:r>
          </a:p>
          <a:p>
            <a:r>
              <a:t>      "refs": [</a:t>
            </a:r>
          </a:p>
          <a:p>
            <a:r>
              <a:t>        {</a:t>
            </a:r>
          </a:p>
          <a:p>
            <a:r>
              <a:t>          "source_id": "s004",</a:t>
            </a:r>
          </a:p>
          <a:p>
            <a:r>
              <a:t>          "quote": "確認の入口"</a:t>
            </a:r>
          </a:p>
          <a:p>
            <a:r>
              <a:t>        }</a:t>
            </a:r>
          </a:p>
          <a:p>
            <a:r>
              <a:t>      ],</a:t>
            </a:r>
          </a:p>
          <a:p>
            <a:r>
              <a:t>      "mode": "verbatim"</a:t>
            </a:r>
          </a:p>
          <a:p>
            <a:r>
              <a:t>    },</a:t>
            </a:r>
          </a:p>
          <a:p>
            <a:r>
              <a:t>    {</a:t>
            </a:r>
          </a:p>
          <a:p>
            <a:r>
              <a:t>      "text": "原文を確認する。",</a:t>
            </a:r>
          </a:p>
          <a:p>
            <a:r>
              <a:t>      "refs": [</a:t>
            </a:r>
          </a:p>
          <a:p>
            <a:r>
              <a:t>        {</a:t>
            </a:r>
          </a:p>
          <a:p>
            <a:r>
              <a:t>          "source_id": "s004",</a:t>
            </a:r>
          </a:p>
          <a:p>
            <a:r>
              <a:t>          "quote": "原文を確認する。"</a:t>
            </a:r>
          </a:p>
          <a:p>
            <a:r>
              <a:t>        }</a:t>
            </a:r>
          </a:p>
          <a:p>
            <a:r>
              <a:t>      ],</a:t>
            </a:r>
          </a:p>
          <a:p>
            <a:r>
              <a:t>      "mode": "verbatim"</a:t>
            </a:r>
          </a:p>
          <a:p>
            <a:r>
              <a:t>    },</a:t>
            </a:r>
          </a:p>
          <a:p>
            <a:r>
              <a:t>    {</a:t>
            </a:r>
          </a:p>
          <a:p>
            <a:r>
              <a:t>      "text": "根拠：架空資料\n留保：効果は未検証",</a:t>
            </a:r>
          </a:p>
          <a:p>
            <a:r>
              <a:t>      "refs": [</a:t>
            </a:r>
          </a:p>
          <a:p>
            <a:r>
              <a:t>        {</a:t>
            </a:r>
          </a:p>
          <a:p>
            <a:r>
              <a:t>          "source_id": "s004",</a:t>
            </a:r>
          </a:p>
          <a:p>
            <a:r>
              <a:t>          "quote": "根拠：架空資料\n留保：効果は未検証"</a:t>
            </a:r>
          </a:p>
          <a:p>
            <a:r>
              <a:t>        }</a:t>
            </a:r>
          </a:p>
          <a:p>
            <a:r>
              <a:t>      ],</a:t>
            </a:r>
          </a:p>
          <a:p>
            <a:r>
              <a:t>      "mode": "verbatim"</a:t>
            </a:r>
          </a:p>
          <a:p>
            <a:r>
              <a:t>    },</a:t>
            </a:r>
          </a:p>
          <a:p>
            <a:r>
              <a:t>    {</a:t>
            </a:r>
          </a:p>
          <a:p>
            <a:r>
              <a:t>      "text": "原文の条件を整理",</a:t>
            </a:r>
          </a:p>
          <a:p>
            <a:r>
              <a:t>      "refs": [</a:t>
            </a:r>
          </a:p>
          <a:p>
            <a:r>
              <a:t>        {</a:t>
            </a:r>
          </a:p>
          <a:p>
            <a:r>
              <a:t>          "source_id": "s004",</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"s004",</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"s004",</a:t>
            </a:r>
          </a:p>
          <a:p>
            <a:r>
              <a:t>          "quote": "根拠：架空資料"</a:t>
            </a:r>
          </a:p>
          <a:p>
            <a:r>
              <a:t>        }</a:t>
            </a:r>
          </a:p>
          <a:p>
            <a:r>
              <a:t>      ],</a:t>
            </a:r>
          </a:p>
          <a:p>
            <a:r>
              <a:t>      "mode": "verbatim"</a:t>
            </a:r>
          </a:p>
          <a:p>
            <a:r>
              <a:t>    }</a:t>
            </a:r>
          </a:p>
          <a:p>
            <a:r>
              <a:t>  ],</a:t>
            </a:r>
          </a:p>
          <a:p>
            <a:r>
              <a:t>  "citations": {</a:t>
            </a:r>
          </a:p>
          <a:p>
            <a:r>
              <a:t>    "s004":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"5b06fc1b590162be95c941473100f5a5aee31c558f2602ed17533e4bafcdd7d8"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"ed_cards_rows_6",</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"s005",</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"s005",</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"s005",</a:t>
            </a:r>
          </a:p>
          <a:p>
            <a:r>
              <a:t>          "quote": "確認の入口"</a:t>
            </a:r>
          </a:p>
          <a:p>
            <a:r>
              <a:t>        }</a:t>
            </a:r>
          </a:p>
          <a:p>
            <a:r>
              <a:t>      ],</a:t>
            </a:r>
          </a:p>
          <a:p>
            <a:r>
              <a:t>      "mode": "verbatim"</a:t>
            </a:r>
          </a:p>
          <a:p>
            <a:r>
              <a:t>    },</a:t>
            </a:r>
          </a:p>
          <a:p>
            <a:r>
              <a:t>    {</a:t>
            </a:r>
          </a:p>
          <a:p>
            <a:r>
              <a:t>      "text": "原文を確認する。",</a:t>
            </a:r>
          </a:p>
          <a:p>
            <a:r>
              <a:t>      "refs": [</a:t>
            </a:r>
          </a:p>
          <a:p>
            <a:r>
              <a:t>        {</a:t>
            </a:r>
          </a:p>
          <a:p>
            <a:r>
              <a:t>          "source_id": "s005",</a:t>
            </a:r>
          </a:p>
          <a:p>
            <a:r>
              <a:t>          "quote": "原文を確認する。"</a:t>
            </a:r>
          </a:p>
          <a:p>
            <a:r>
              <a:t>        }</a:t>
            </a:r>
          </a:p>
          <a:p>
            <a:r>
              <a:t>      ],</a:t>
            </a:r>
          </a:p>
          <a:p>
            <a:r>
              <a:t>      "mode": "verbatim"</a:t>
            </a:r>
          </a:p>
          <a:p>
            <a:r>
              <a:t>    },</a:t>
            </a:r>
          </a:p>
          <a:p>
            <a:r>
              <a:t>    {</a:t>
            </a:r>
          </a:p>
          <a:p>
            <a:r>
              <a:t>      "text": "根拠：架空資料",</a:t>
            </a:r>
          </a:p>
          <a:p>
            <a:r>
              <a:t>      "refs": [</a:t>
            </a:r>
          </a:p>
          <a:p>
            <a:r>
              <a:t>        {</a:t>
            </a:r>
          </a:p>
          <a:p>
            <a:r>
              <a:t>          "source_id": "s005",</a:t>
            </a:r>
          </a:p>
          <a:p>
            <a:r>
              <a:t>          "quote": "根拠：架空資料"</a:t>
            </a:r>
          </a:p>
          <a:p>
            <a:r>
              <a:t>        }</a:t>
            </a:r>
          </a:p>
          <a:p>
            <a:r>
              <a:t>      ],</a:t>
            </a:r>
          </a:p>
          <a:p>
            <a:r>
              <a:t>      "mode": "verbatim"</a:t>
            </a:r>
          </a:p>
          <a:p>
            <a:r>
              <a:t>    },</a:t>
            </a:r>
          </a:p>
          <a:p>
            <a:r>
              <a:t>    {</a:t>
            </a:r>
          </a:p>
          <a:p>
            <a:r>
              <a:t>      "text": "原文の条件を整理",</a:t>
            </a:r>
          </a:p>
          <a:p>
            <a:r>
              <a:t>      "refs": [</a:t>
            </a:r>
          </a:p>
          <a:p>
            <a:r>
              <a:t>        {</a:t>
            </a:r>
          </a:p>
          <a:p>
            <a:r>
              <a:t>          "source_id": "s005",</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"s005",</a:t>
            </a:r>
          </a:p>
          <a:p>
            <a:r>
              <a:t>          "quote": "確認日と対象範囲を揃える。\n条件の違いも残す。"</a:t>
            </a:r>
          </a:p>
          <a:p>
            <a:r>
              <a:t>        }</a:t>
            </a:r>
          </a:p>
          <a:p>
            <a:r>
              <a:t>      ],</a:t>
            </a:r>
          </a:p>
          <a:p>
            <a:r>
              <a:t>      "mode": "verbatim"</a:t>
            </a:r>
          </a:p>
          <a:p>
            <a:r>
              <a:t>    },</a:t>
            </a:r>
          </a:p>
          <a:p>
            <a:r>
              <a:t>    {</a:t>
            </a:r>
          </a:p>
          <a:p>
            <a:r>
              <a:t>      "text": "根拠：架空資料\n留保：効果は未検証",</a:t>
            </a:r>
          </a:p>
          <a:p>
            <a:r>
              <a:t>      "refs": [</a:t>
            </a:r>
          </a:p>
          <a:p>
            <a:r>
              <a:t>        {</a:t>
            </a:r>
          </a:p>
          <a:p>
            <a:r>
              <a:t>          "source_id": "s005",</a:t>
            </a:r>
          </a:p>
          <a:p>
            <a:r>
              <a:t>          "quote": "根拠：架空資料\n留保：効果は未検証"</a:t>
            </a:r>
          </a:p>
          <a:p>
            <a:r>
              <a:t>        }</a:t>
            </a:r>
          </a:p>
          <a:p>
            <a:r>
              <a:t>      ],</a:t>
            </a:r>
          </a:p>
          <a:p>
            <a:r>
              <a:t>      "mode": "verbatim"</a:t>
            </a:r>
          </a:p>
          <a:p>
            <a:r>
              <a:t>    },</a:t>
            </a:r>
          </a:p>
          <a:p>
            <a:r>
              <a:t>    {</a:t>
            </a:r>
          </a:p>
          <a:p>
            <a:r>
              <a:t>      "text": "対象範囲と\n例外条件を確認",</a:t>
            </a:r>
          </a:p>
          <a:p>
            <a:r>
              <a:t>      "refs": [</a:t>
            </a:r>
          </a:p>
          <a:p>
            <a:r>
              <a:t>        {</a:t>
            </a:r>
          </a:p>
          <a:p>
            <a:r>
              <a:t>          "source_id": "s005",</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"s005",</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"s005",</a:t>
            </a:r>
          </a:p>
          <a:p>
            <a:r>
              <a:t>          "quote": "根拠：架空資料"</a:t>
            </a:r>
          </a:p>
          <a:p>
            <a:r>
              <a:t>        }</a:t>
            </a:r>
          </a:p>
          <a:p>
            <a:r>
              <a:t>      ],</a:t>
            </a:r>
          </a:p>
          <a:p>
            <a:r>
              <a:t>      "mode": "verbatim"</a:t>
            </a:r>
          </a:p>
          <a:p>
            <a:r>
              <a:t>    },</a:t>
            </a:r>
          </a:p>
          <a:p>
            <a:r>
              <a:t>    {</a:t>
            </a:r>
          </a:p>
          <a:p>
            <a:r>
              <a:t>      "text": "確認の入口",</a:t>
            </a:r>
          </a:p>
          <a:p>
            <a:r>
              <a:t>      "refs": [</a:t>
            </a:r>
          </a:p>
          <a:p>
            <a:r>
              <a:t>        {</a:t>
            </a:r>
          </a:p>
          <a:p>
            <a:r>
              <a:t>          "source_id": "s005",</a:t>
            </a:r>
          </a:p>
          <a:p>
            <a:r>
              <a:t>          "quote": "確認の入口"</a:t>
            </a:r>
          </a:p>
          <a:p>
            <a:r>
              <a:t>        }</a:t>
            </a:r>
          </a:p>
          <a:p>
            <a:r>
              <a:t>      ],</a:t>
            </a:r>
          </a:p>
          <a:p>
            <a:r>
              <a:t>      "mode": "verbatim"</a:t>
            </a:r>
          </a:p>
          <a:p>
            <a:r>
              <a:t>    },</a:t>
            </a:r>
          </a:p>
          <a:p>
            <a:r>
              <a:t>    {</a:t>
            </a:r>
          </a:p>
          <a:p>
            <a:r>
              <a:t>      "text": "原文を確認する。",</a:t>
            </a:r>
          </a:p>
          <a:p>
            <a:r>
              <a:t>      "refs": [</a:t>
            </a:r>
          </a:p>
          <a:p>
            <a:r>
              <a:t>        {</a:t>
            </a:r>
          </a:p>
          <a:p>
            <a:r>
              <a:t>          "source_id": "s005",</a:t>
            </a:r>
          </a:p>
          <a:p>
            <a:r>
              <a:t>          "quote": "原文を確認する。"</a:t>
            </a:r>
          </a:p>
          <a:p>
            <a:r>
              <a:t>        }</a:t>
            </a:r>
          </a:p>
          <a:p>
            <a:r>
              <a:t>      ],</a:t>
            </a:r>
          </a:p>
          <a:p>
            <a:r>
              <a:t>      "mode": "verbatim"</a:t>
            </a:r>
          </a:p>
          <a:p>
            <a:r>
              <a:t>    },</a:t>
            </a:r>
          </a:p>
          <a:p>
            <a:r>
              <a:t>    {</a:t>
            </a:r>
          </a:p>
          <a:p>
            <a:r>
              <a:t>      "text": "根拠：架空資料\n留保：効果は未検証",</a:t>
            </a:r>
          </a:p>
          <a:p>
            <a:r>
              <a:t>      "refs": [</a:t>
            </a:r>
          </a:p>
          <a:p>
            <a:r>
              <a:t>        {</a:t>
            </a:r>
          </a:p>
          <a:p>
            <a:r>
              <a:t>          "source_id": "s005",</a:t>
            </a:r>
          </a:p>
          <a:p>
            <a:r>
              <a:t>          "quote": "根拠：架空資料\n留保：効果は未検証"</a:t>
            </a:r>
          </a:p>
          <a:p>
            <a:r>
              <a:t>        }</a:t>
            </a:r>
          </a:p>
          <a:p>
            <a:r>
              <a:t>      ],</a:t>
            </a:r>
          </a:p>
          <a:p>
            <a:r>
              <a:t>      "mode": "verbatim"</a:t>
            </a:r>
          </a:p>
          <a:p>
            <a:r>
              <a:t>    },</a:t>
            </a:r>
          </a:p>
          <a:p>
            <a:r>
              <a:t>    {</a:t>
            </a:r>
          </a:p>
          <a:p>
            <a:r>
              <a:t>      "text": "原文の条件を整理",</a:t>
            </a:r>
          </a:p>
          <a:p>
            <a:r>
              <a:t>      "refs": [</a:t>
            </a:r>
          </a:p>
          <a:p>
            <a:r>
              <a:t>        {</a:t>
            </a:r>
          </a:p>
          <a:p>
            <a:r>
              <a:t>          "source_id": "s005",</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"s005",</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"s005",</a:t>
            </a:r>
          </a:p>
          <a:p>
            <a:r>
              <a:t>          "quote": "根拠：架空資料"</a:t>
            </a:r>
          </a:p>
          <a:p>
            <a:r>
              <a:t>        }</a:t>
            </a:r>
          </a:p>
          <a:p>
            <a:r>
              <a:t>      ],</a:t>
            </a:r>
          </a:p>
          <a:p>
            <a:r>
              <a:t>      "mode": "verbatim"</a:t>
            </a:r>
          </a:p>
          <a:p>
            <a:r>
              <a:t>    },</a:t>
            </a:r>
          </a:p>
          <a:p>
            <a:r>
              <a:t>    {</a:t>
            </a:r>
          </a:p>
          <a:p>
            <a:r>
              <a:t>      "text": "対象範囲と\n例外条件を確認",</a:t>
            </a:r>
          </a:p>
          <a:p>
            <a:r>
              <a:t>      "refs": [</a:t>
            </a:r>
          </a:p>
          <a:p>
            <a:r>
              <a:t>        {</a:t>
            </a:r>
          </a:p>
          <a:p>
            <a:r>
              <a:t>          "source_id": "s005",</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"s005",</a:t>
            </a:r>
          </a:p>
          <a:p>
            <a:r>
              <a:t>          "quote": "資料への参照を残す。\n未確認の条件は分けて扱う。"</a:t>
            </a:r>
          </a:p>
          <a:p>
            <a:r>
              <a:t>        }</a:t>
            </a:r>
          </a:p>
          <a:p>
            <a:r>
              <a:t>      ],</a:t>
            </a:r>
          </a:p>
          <a:p>
            <a:r>
              <a:t>      "mode": "verbatim"</a:t>
            </a:r>
          </a:p>
          <a:p>
            <a:r>
              <a:t>    },</a:t>
            </a:r>
          </a:p>
          <a:p>
            <a:r>
              <a:t>    {</a:t>
            </a:r>
          </a:p>
          <a:p>
            <a:r>
              <a:t>      "text": "根拠：架空資料\n留保：効果は未検証",</a:t>
            </a:r>
          </a:p>
          <a:p>
            <a:r>
              <a:t>      "refs": [</a:t>
            </a:r>
          </a:p>
          <a:p>
            <a:r>
              <a:t>        {</a:t>
            </a:r>
          </a:p>
          <a:p>
            <a:r>
              <a:t>          "source_id": "s005",</a:t>
            </a:r>
          </a:p>
          <a:p>
            <a:r>
              <a:t>          "quote": "根拠：架空資料\n留保：効果は未検証"</a:t>
            </a:r>
          </a:p>
          <a:p>
            <a:r>
              <a:t>        }</a:t>
            </a:r>
          </a:p>
          <a:p>
            <a:r>
              <a:t>      ],</a:t>
            </a:r>
          </a:p>
          <a:p>
            <a:r>
              <a:t>      "mode": "verbatim"</a:t>
            </a:r>
          </a:p>
          <a:p>
            <a:r>
              <a:t>    }</a:t>
            </a:r>
          </a:p>
          <a:p>
            <a:r>
              <a:t>  ],</a:t>
            </a:r>
          </a:p>
          <a:p>
            <a:r>
              <a:t>  "citations": {</a:t>
            </a:r>
          </a:p>
          <a:p>
            <a:r>
              <a:t>    "s005":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"43645ddd38a0869f86f0eb627379c019766898f8b9ae1c48be9da725b5497de2"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"ed_bullets_rows_3",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"s006",</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"s006",</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"s006",</a:t>
            </a:r>
          </a:p>
          <a:p>
            <a:r>
              <a:t>          "quote": "確認の入口"</a:t>
            </a:r>
          </a:p>
          <a:p>
            <a:r>
              <a:t>        }</a:t>
            </a:r>
          </a:p>
          <a:p>
            <a:r>
              <a:t>      ],</a:t>
            </a:r>
          </a:p>
          <a:p>
            <a:r>
              <a:t>      "mode": "verbatim"</a:t>
            </a:r>
          </a:p>
          <a:p>
            <a:r>
              <a:t>    },</a:t>
            </a:r>
          </a:p>
          <a:p>
            <a:r>
              <a:t>    {</a:t>
            </a:r>
          </a:p>
          <a:p>
            <a:r>
              <a:t>      "text": "原文を確認する。",</a:t>
            </a:r>
          </a:p>
          <a:p>
            <a:r>
              <a:t>      "refs": [</a:t>
            </a:r>
          </a:p>
          <a:p>
            <a:r>
              <a:t>        {</a:t>
            </a:r>
          </a:p>
          <a:p>
            <a:r>
              <a:t>          "source_id": "s006",</a:t>
            </a:r>
          </a:p>
          <a:p>
            <a:r>
              <a:t>          "quote": "原文を確認する。"</a:t>
            </a:r>
          </a:p>
          <a:p>
            <a:r>
              <a:t>        }</a:t>
            </a:r>
          </a:p>
          <a:p>
            <a:r>
              <a:t>      ],</a:t>
            </a:r>
          </a:p>
          <a:p>
            <a:r>
              <a:t>      "mode": "verbatim"</a:t>
            </a:r>
          </a:p>
          <a:p>
            <a:r>
              <a:t>    },</a:t>
            </a:r>
          </a:p>
          <a:p>
            <a:r>
              <a:t>    {</a:t>
            </a:r>
          </a:p>
          <a:p>
            <a:r>
              <a:t>      "text": "原文の条件を整理",</a:t>
            </a:r>
          </a:p>
          <a:p>
            <a:r>
              <a:t>      "refs": [</a:t>
            </a:r>
          </a:p>
          <a:p>
            <a:r>
              <a:t>        {</a:t>
            </a:r>
          </a:p>
          <a:p>
            <a:r>
              <a:t>          "source_id": "s006",</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"s006",</a:t>
            </a:r>
          </a:p>
          <a:p>
            <a:r>
              <a:t>          "quote": "確認日と対象範囲を揃える。\n条件の違いも残す。"</a:t>
            </a:r>
          </a:p>
          <a:p>
            <a:r>
              <a:t>        }</a:t>
            </a:r>
          </a:p>
          <a:p>
            <a:r>
              <a:t>      ],</a:t>
            </a:r>
          </a:p>
          <a:p>
            <a:r>
              <a:t>      "mode": "verbatim"</a:t>
            </a:r>
          </a:p>
          <a:p>
            <a:r>
              <a:t>    },</a:t>
            </a:r>
          </a:p>
          <a:p>
            <a:r>
              <a:t>    {</a:t>
            </a:r>
          </a:p>
          <a:p>
            <a:r>
              <a:t>      "text": "対象範囲と\n例外条件を確認",</a:t>
            </a:r>
          </a:p>
          <a:p>
            <a:r>
              <a:t>      "refs": [</a:t>
            </a:r>
          </a:p>
          <a:p>
            <a:r>
              <a:t>        {</a:t>
            </a:r>
          </a:p>
          <a:p>
            <a:r>
              <a:t>          "source_id": "s006",</a:t>
            </a:r>
          </a:p>
          <a:p>
            <a:r>
              <a:t>          "quote": "対象範囲と\n例外条件を確認"</a:t>
            </a:r>
          </a:p>
          <a:p>
            <a:r>
              <a:t>        }</a:t>
            </a:r>
          </a:p>
          <a:p>
            <a:r>
              <a:t>      ],</a:t>
            </a:r>
          </a:p>
          <a:p>
            <a:r>
              <a:t>      "mode": "verbatim"</a:t>
            </a:r>
          </a:p>
          <a:p>
            <a:r>
              <a:t>    },</a:t>
            </a:r>
          </a:p>
          <a:p>
            <a:r>
              <a:t>    {</a:t>
            </a:r>
          </a:p>
          <a:p>
            <a:r>
              <a:t>      "text": "資料への参照を残す。\n未確認の条件は分けて扱う。\n次の確認先も記録する。",</a:t>
            </a:r>
          </a:p>
          <a:p>
            <a:r>
              <a:t>      "refs": [</a:t>
            </a:r>
          </a:p>
          <a:p>
            <a:r>
              <a:t>        {</a:t>
            </a:r>
          </a:p>
          <a:p>
            <a:r>
              <a:t>          "source_id": "s006",</a:t>
            </a:r>
          </a:p>
          <a:p>
            <a:r>
              <a:t>          "quote": "資料への参照を残す。\n未確認の条件は分けて扱う。\n次の確認先も記録する。"</a:t>
            </a:r>
          </a:p>
          <a:p>
            <a:r>
              <a:t>        }</a:t>
            </a:r>
          </a:p>
          <a:p>
            <a:r>
              <a:t>      ],</a:t>
            </a:r>
          </a:p>
          <a:p>
            <a:r>
              <a:t>      "mode": "verbatim"</a:t>
            </a:r>
          </a:p>
          <a:p>
            <a:r>
              <a:t>    }</a:t>
            </a:r>
          </a:p>
          <a:p>
            <a:r>
              <a:t>  ],</a:t>
            </a:r>
          </a:p>
          <a:p>
            <a:r>
              <a:t>  "citations": {</a:t>
            </a:r>
          </a:p>
          <a:p>
            <a:r>
              <a:t>    "s006":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"bullets",</a:t>
            </a:r>
          </a:p>
          <a:p>
            <a:r>
              <a:t>  "structural_variant": "rows",</a:t>
            </a:r>
          </a:p>
          <a:p>
            <a:r>
              <a:t>  "repetition_reason": "Catalog inventory: adjacent entries intentionally show every count/orientation for comparison; this is not a presentation sequence.",</a:t>
            </a:r>
          </a:p>
          <a:p>
            <a:r>
              <a:t>  "row_alignments": {},</a:t>
            </a:r>
          </a:p>
          <a:p>
            <a:r>
              <a:t>  "images": {},</a:t>
            </a:r>
          </a:p>
          <a:p>
            <a:r>
              <a:t>  "template_sha256": "8aa6746e044bab56ff5a5d21155b94fb8b42642c937ad4a9c5145c2afe3ae694"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"ed_steps_vertical_4",</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"s007",</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"s007",</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"s007",</a:t>
            </a:r>
          </a:p>
          <a:p>
            <a:r>
              <a:t>          "quote": "確認の入口"</a:t>
            </a:r>
          </a:p>
          <a:p>
            <a:r>
              <a:t>        }</a:t>
            </a:r>
          </a:p>
          <a:p>
            <a:r>
              <a:t>      ],</a:t>
            </a:r>
          </a:p>
          <a:p>
            <a:r>
              <a:t>      "mode": "verbatim"</a:t>
            </a:r>
          </a:p>
          <a:p>
            <a:r>
              <a:t>    },</a:t>
            </a:r>
          </a:p>
          <a:p>
            <a:r>
              <a:t>    {</a:t>
            </a:r>
          </a:p>
          <a:p>
            <a:r>
              <a:t>      "text": "原文を確認する。",</a:t>
            </a:r>
          </a:p>
          <a:p>
            <a:r>
              <a:t>      "refs": [</a:t>
            </a:r>
          </a:p>
          <a:p>
            <a:r>
              <a:t>        {</a:t>
            </a:r>
          </a:p>
          <a:p>
            <a:r>
              <a:t>          "source_id": "s007",</a:t>
            </a:r>
          </a:p>
          <a:p>
            <a:r>
              <a:t>          "quote": "原文を確認する。"</a:t>
            </a:r>
          </a:p>
          <a:p>
            <a:r>
              <a:t>        }</a:t>
            </a:r>
          </a:p>
          <a:p>
            <a:r>
              <a:t>      ],</a:t>
            </a:r>
          </a:p>
          <a:p>
            <a:r>
              <a:t>      "mode": "verbatim"</a:t>
            </a:r>
          </a:p>
          <a:p>
            <a:r>
              <a:t>    },</a:t>
            </a:r>
          </a:p>
          <a:p>
            <a:r>
              <a:t>    {</a:t>
            </a:r>
          </a:p>
          <a:p>
            <a:r>
              <a:t>      "text": "原文の条件を整理",</a:t>
            </a:r>
          </a:p>
          <a:p>
            <a:r>
              <a:t>      "refs": [</a:t>
            </a:r>
          </a:p>
          <a:p>
            <a:r>
              <a:t>        {</a:t>
            </a:r>
          </a:p>
          <a:p>
            <a:r>
              <a:t>          "source_id": "s007",</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"s007",</a:t>
            </a:r>
          </a:p>
          <a:p>
            <a:r>
              <a:t>          "quote": "確認日と対象範囲を揃える。\n条件の違いも残す。"</a:t>
            </a:r>
          </a:p>
          <a:p>
            <a:r>
              <a:t>        }</a:t>
            </a:r>
          </a:p>
          <a:p>
            <a:r>
              <a:t>      ],</a:t>
            </a:r>
          </a:p>
          <a:p>
            <a:r>
              <a:t>      "mode": "verbatim"</a:t>
            </a:r>
          </a:p>
          <a:p>
            <a:r>
              <a:t>    },</a:t>
            </a:r>
          </a:p>
          <a:p>
            <a:r>
              <a:t>    {</a:t>
            </a:r>
          </a:p>
          <a:p>
            <a:r>
              <a:t>      "text": "対象範囲と\n例外条件を確認",</a:t>
            </a:r>
          </a:p>
          <a:p>
            <a:r>
              <a:t>      "refs": [</a:t>
            </a:r>
          </a:p>
          <a:p>
            <a:r>
              <a:t>        {</a:t>
            </a:r>
          </a:p>
          <a:p>
            <a:r>
              <a:t>          "source_id": "s007",</a:t>
            </a:r>
          </a:p>
          <a:p>
            <a:r>
              <a:t>          "quote": "対象範囲と\n例外条件を確認"</a:t>
            </a:r>
          </a:p>
          <a:p>
            <a:r>
              <a:t>        }</a:t>
            </a:r>
          </a:p>
          <a:p>
            <a:r>
              <a:t>      ],</a:t>
            </a:r>
          </a:p>
          <a:p>
            <a:r>
              <a:t>      "mode": "verbatim"</a:t>
            </a:r>
          </a:p>
          <a:p>
            <a:r>
              <a:t>    },</a:t>
            </a:r>
          </a:p>
          <a:p>
            <a:r>
              <a:t>    {</a:t>
            </a:r>
          </a:p>
          <a:p>
            <a:r>
              <a:t>      "text": "資料への参照を残す。\n未確認の条件は分けて扱う。\n次の確認先も記録する。",</a:t>
            </a:r>
          </a:p>
          <a:p>
            <a:r>
              <a:t>      "refs": [</a:t>
            </a:r>
          </a:p>
          <a:p>
            <a:r>
              <a:t>        {</a:t>
            </a:r>
          </a:p>
          <a:p>
            <a:r>
              <a:t>          "source_id": "s007",</a:t>
            </a:r>
          </a:p>
          <a:p>
            <a:r>
              <a:t>          "quote": "資料への参照を残す。\n未確認の条件は分けて扱う。\n次の確認先も記録する。"</a:t>
            </a:r>
          </a:p>
          <a:p>
            <a:r>
              <a:t>        }</a:t>
            </a:r>
          </a:p>
          <a:p>
            <a:r>
              <a:t>      ],</a:t>
            </a:r>
          </a:p>
          <a:p>
            <a:r>
              <a:t>      "mode": "verbatim"</a:t>
            </a:r>
          </a:p>
          <a:p>
            <a:r>
              <a:t>    },</a:t>
            </a:r>
          </a:p>
          <a:p>
            <a:r>
              <a:t>    {</a:t>
            </a:r>
          </a:p>
          <a:p>
            <a:r>
              <a:t>      "text": "確認の入口",</a:t>
            </a:r>
          </a:p>
          <a:p>
            <a:r>
              <a:t>      "refs": [</a:t>
            </a:r>
          </a:p>
          <a:p>
            <a:r>
              <a:t>        {</a:t>
            </a:r>
          </a:p>
          <a:p>
            <a:r>
              <a:t>          "source_id": "s007",</a:t>
            </a:r>
          </a:p>
          <a:p>
            <a:r>
              <a:t>          "quote": "確認の入口"</a:t>
            </a:r>
          </a:p>
          <a:p>
            <a:r>
              <a:t>        }</a:t>
            </a:r>
          </a:p>
          <a:p>
            <a:r>
              <a:t>      ],</a:t>
            </a:r>
          </a:p>
          <a:p>
            <a:r>
              <a:t>      "mode": "verbatim"</a:t>
            </a:r>
          </a:p>
          <a:p>
            <a:r>
              <a:t>    },</a:t>
            </a:r>
          </a:p>
          <a:p>
            <a:r>
              <a:t>    {</a:t>
            </a:r>
          </a:p>
          <a:p>
            <a:r>
              <a:t>      "text": "原文を確認する。",</a:t>
            </a:r>
          </a:p>
          <a:p>
            <a:r>
              <a:t>      "refs": [</a:t>
            </a:r>
          </a:p>
          <a:p>
            <a:r>
              <a:t>        {</a:t>
            </a:r>
          </a:p>
          <a:p>
            <a:r>
              <a:t>          "source_id": "s007",</a:t>
            </a:r>
          </a:p>
          <a:p>
            <a:r>
              <a:t>          "quote": "原文を確認する。"</a:t>
            </a:r>
          </a:p>
          <a:p>
            <a:r>
              <a:t>        }</a:t>
            </a:r>
          </a:p>
          <a:p>
            <a:r>
              <a:t>      ],</a:t>
            </a:r>
          </a:p>
          <a:p>
            <a:r>
              <a:t>      "mode": "verbatim"</a:t>
            </a:r>
          </a:p>
          <a:p>
            <a:r>
              <a:t>    }</a:t>
            </a:r>
          </a:p>
          <a:p>
            <a:r>
              <a:t>  ],</a:t>
            </a:r>
          </a:p>
          <a:p>
            <a:r>
              <a:t>  "citations": {</a:t>
            </a:r>
          </a:p>
          <a:p>
            <a:r>
              <a:t>    "s007":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"Catalog inventory: adjacent entries intentionally show every count/orientation for comparison; this is not a presentation sequence.",</a:t>
            </a:r>
          </a:p>
          <a:p>
            <a:r>
              <a:t>  "row_alignments": {},</a:t>
            </a:r>
          </a:p>
          <a:p>
            <a:r>
              <a:t>  "images": {},</a:t>
            </a:r>
          </a:p>
          <a:p>
            <a:r>
              <a:t>  "template_sha256": "4b5ef2716380c3f9aeb4e3948ce5712dae81972488b013155825ed3d02733dfa"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"ed_timeline_vertical_3",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"s008",</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"s008",</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"s008",</a:t>
            </a:r>
          </a:p>
          <a:p>
            <a:r>
              <a:t>          "quote": "確認の入口"</a:t>
            </a:r>
          </a:p>
          <a:p>
            <a:r>
              <a:t>        }</a:t>
            </a:r>
          </a:p>
          <a:p>
            <a:r>
              <a:t>      ],</a:t>
            </a:r>
          </a:p>
          <a:p>
            <a:r>
              <a:t>      "mode": "verbatim"</a:t>
            </a:r>
          </a:p>
          <a:p>
            <a:r>
              <a:t>    },</a:t>
            </a:r>
          </a:p>
          <a:p>
            <a:r>
              <a:t>    {</a:t>
            </a:r>
          </a:p>
          <a:p>
            <a:r>
              <a:t>      "text": "原文を確認する。",</a:t>
            </a:r>
          </a:p>
          <a:p>
            <a:r>
              <a:t>      "refs": [</a:t>
            </a:r>
          </a:p>
          <a:p>
            <a:r>
              <a:t>        {</a:t>
            </a:r>
          </a:p>
          <a:p>
            <a:r>
              <a:t>          "source_id": "s008",</a:t>
            </a:r>
          </a:p>
          <a:p>
            <a:r>
              <a:t>          "quote": "原文を確認する。"</a:t>
            </a:r>
          </a:p>
          <a:p>
            <a:r>
              <a:t>        }</a:t>
            </a:r>
          </a:p>
          <a:p>
            <a:r>
              <a:t>      ],</a:t>
            </a:r>
          </a:p>
          <a:p>
            <a:r>
              <a:t>      "mode": "verbatim"</a:t>
            </a:r>
          </a:p>
          <a:p>
            <a:r>
              <a:t>    },</a:t>
            </a:r>
          </a:p>
          <a:p>
            <a:r>
              <a:t>    {</a:t>
            </a:r>
          </a:p>
          <a:p>
            <a:r>
              <a:t>      "text": "準備期",</a:t>
            </a:r>
          </a:p>
          <a:p>
            <a:r>
              <a:t>      "refs": [</a:t>
            </a:r>
          </a:p>
          <a:p>
            <a:r>
              <a:t>        {</a:t>
            </a:r>
          </a:p>
          <a:p>
            <a:r>
              <a:t>          "source_id": "s008",</a:t>
            </a:r>
          </a:p>
          <a:p>
            <a:r>
              <a:t>          "quote": "準備期"</a:t>
            </a:r>
          </a:p>
          <a:p>
            <a:r>
              <a:t>        }</a:t>
            </a:r>
          </a:p>
          <a:p>
            <a:r>
              <a:t>      ],</a:t>
            </a:r>
          </a:p>
          <a:p>
            <a:r>
              <a:t>      "mode": "verbatim"</a:t>
            </a:r>
          </a:p>
          <a:p>
            <a:r>
              <a:t>    },</a:t>
            </a:r>
          </a:p>
          <a:p>
            <a:r>
              <a:t>    {</a:t>
            </a:r>
          </a:p>
          <a:p>
            <a:r>
              <a:t>      "text": "原文の条件を整理",</a:t>
            </a:r>
          </a:p>
          <a:p>
            <a:r>
              <a:t>      "refs": [</a:t>
            </a:r>
          </a:p>
          <a:p>
            <a:r>
              <a:t>        {</a:t>
            </a:r>
          </a:p>
          <a:p>
            <a:r>
              <a:t>          "source_id": "s008",</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"s008",</a:t>
            </a:r>
          </a:p>
          <a:p>
            <a:r>
              <a:t>          "quote": "確認日と対象範囲を揃える。\n条件の違いも残す。"</a:t>
            </a:r>
          </a:p>
          <a:p>
            <a:r>
              <a:t>        }</a:t>
            </a:r>
          </a:p>
          <a:p>
            <a:r>
              <a:t>      ],</a:t>
            </a:r>
          </a:p>
          <a:p>
            <a:r>
              <a:t>      "mode": "verbatim"</a:t>
            </a:r>
          </a:p>
          <a:p>
            <a:r>
              <a:t>    },</a:t>
            </a:r>
          </a:p>
          <a:p>
            <a:r>
              <a:t>    {</a:t>
            </a:r>
          </a:p>
          <a:p>
            <a:r>
              <a:t>      "text": "試行期",</a:t>
            </a:r>
          </a:p>
          <a:p>
            <a:r>
              <a:t>      "refs": [</a:t>
            </a:r>
          </a:p>
          <a:p>
            <a:r>
              <a:t>        {</a:t>
            </a:r>
          </a:p>
          <a:p>
            <a:r>
              <a:t>          "source_id": "s008",</a:t>
            </a:r>
          </a:p>
          <a:p>
            <a:r>
              <a:t>          "quote": "試行期"</a:t>
            </a:r>
          </a:p>
          <a:p>
            <a:r>
              <a:t>        }</a:t>
            </a:r>
          </a:p>
          <a:p>
            <a:r>
              <a:t>      ],</a:t>
            </a:r>
          </a:p>
          <a:p>
            <a:r>
              <a:t>      "mode": "verbatim"</a:t>
            </a:r>
          </a:p>
          <a:p>
            <a:r>
              <a:t>    },</a:t>
            </a:r>
          </a:p>
          <a:p>
            <a:r>
              <a:t>    {</a:t>
            </a:r>
          </a:p>
          <a:p>
            <a:r>
              <a:t>      "text": "対象範囲と\n例外条件を確認",</a:t>
            </a:r>
          </a:p>
          <a:p>
            <a:r>
              <a:t>      "refs": [</a:t>
            </a:r>
          </a:p>
          <a:p>
            <a:r>
              <a:t>        {</a:t>
            </a:r>
          </a:p>
          <a:p>
            <a:r>
              <a:t>          "source_id": "s008",</a:t>
            </a:r>
          </a:p>
          <a:p>
            <a:r>
              <a:t>          "quote": "対象範囲と\n例外条件を確認"</a:t>
            </a:r>
          </a:p>
          <a:p>
            <a:r>
              <a:t>        }</a:t>
            </a:r>
          </a:p>
          <a:p>
            <a:r>
              <a:t>      ],</a:t>
            </a:r>
          </a:p>
          <a:p>
            <a:r>
              <a:t>      "mode": "verbatim"</a:t>
            </a:r>
          </a:p>
          <a:p>
            <a:r>
              <a:t>    },</a:t>
            </a:r>
          </a:p>
          <a:p>
            <a:r>
              <a:t>    {</a:t>
            </a:r>
          </a:p>
          <a:p>
            <a:r>
              <a:t>      "text": "資料への参照を残す。\n未確認の条件は分けて扱う。\n次の確認先も記録する。",</a:t>
            </a:r>
          </a:p>
          <a:p>
            <a:r>
              <a:t>      "refs": [</a:t>
            </a:r>
          </a:p>
          <a:p>
            <a:r>
              <a:t>        {</a:t>
            </a:r>
          </a:p>
          <a:p>
            <a:r>
              <a:t>          "source_id": "s008",</a:t>
            </a:r>
          </a:p>
          <a:p>
            <a:r>
              <a:t>          "quote": "資料への参照を残す。\n未確認の条件は分けて扱う。\n次の確認先も記録する。"</a:t>
            </a:r>
          </a:p>
          <a:p>
            <a:r>
              <a:t>        }</a:t>
            </a:r>
          </a:p>
          <a:p>
            <a:r>
              <a:t>      ],</a:t>
            </a:r>
          </a:p>
          <a:p>
            <a:r>
              <a:t>      "mode": "verbatim"</a:t>
            </a:r>
          </a:p>
          <a:p>
            <a:r>
              <a:t>    },</a:t>
            </a:r>
          </a:p>
          <a:p>
            <a:r>
              <a:t>    {</a:t>
            </a:r>
          </a:p>
          <a:p>
            <a:r>
              <a:t>      "text": "評価期",</a:t>
            </a:r>
          </a:p>
          <a:p>
            <a:r>
              <a:t>      "refs": [</a:t>
            </a:r>
          </a:p>
          <a:p>
            <a:r>
              <a:t>        {</a:t>
            </a:r>
          </a:p>
          <a:p>
            <a:r>
              <a:t>          "source_id": "s008",</a:t>
            </a:r>
          </a:p>
          <a:p>
            <a:r>
              <a:t>          "quote": "評価期"</a:t>
            </a:r>
          </a:p>
          <a:p>
            <a:r>
              <a:t>        }</a:t>
            </a:r>
          </a:p>
          <a:p>
            <a:r>
              <a:t>      ],</a:t>
            </a:r>
          </a:p>
          <a:p>
            <a:r>
              <a:t>      "mode": "verbatim"</a:t>
            </a:r>
          </a:p>
          <a:p>
            <a:r>
              <a:t>    }</a:t>
            </a:r>
          </a:p>
          <a:p>
            <a:r>
              <a:t>  ],</a:t>
            </a:r>
          </a:p>
          <a:p>
            <a:r>
              <a:t>  "citations": {</a:t>
            </a:r>
          </a:p>
          <a:p>
            <a:r>
              <a:t>    "s008":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"vertical",</a:t>
            </a:r>
          </a:p>
          <a:p>
            <a:r>
              <a:t>  "repetition_reason": "Catalog inventory: adjacent entries intentionally show every count/orientation for comparison; this is not a presentation sequence.",</a:t>
            </a:r>
          </a:p>
          <a:p>
            <a:r>
              <a:t>  "row_alignments": {},</a:t>
            </a:r>
          </a:p>
          <a:p>
            <a:r>
              <a:t>  "images": {},</a:t>
            </a:r>
          </a:p>
          <a:p>
            <a:r>
              <a:t>  "template_sha256": "aa673344dfe0ade1463583f5c2904ec00c0cf0c7b426fbfbe05c57acb75588cd"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"ed_metrics_stack_3",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"s009",</a:t>
            </a:r>
          </a:p>
          <a:p>
            <a:r>
              <a:t>          "quote": "短い見出しと説明を同じ行のまとまりで読む"</a:t>
            </a:r>
          </a:p>
          <a:p>
            <a:r>
              <a:t>        }</a:t>
            </a:r>
          </a:p>
          <a:p>
            <a:r>
              <a:t>      ],</a:t>
            </a:r>
          </a:p>
          <a:p>
            <a:r>
              <a:t>      "mode": "verbatim"</a:t>
            </a:r>
          </a:p>
          <a:p>
            <a:r>
              <a:t>    },</a:t>
            </a:r>
          </a:p>
          <a:p>
            <a:r>
              <a:t>    {</a:t>
            </a:r>
          </a:p>
          <a:p>
            <a:r>
              <a:t>      "text": "架空集計：資料120件の記載状況。項目間には重複があり、合計を総数として扱わない。",</a:t>
            </a:r>
          </a:p>
          <a:p>
            <a:r>
              <a:t>      "refs": [</a:t>
            </a:r>
          </a:p>
          <a:p>
            <a:r>
              <a:t>        {</a:t>
            </a:r>
          </a:p>
          <a:p>
            <a:r>
              <a:t>          "source_id": "s009",</a:t>
            </a:r>
          </a:p>
          <a:p>
            <a:r>
              <a:t>          "quote": "架空集計：資料120件の記載状況。項目間には重複があり、合計を総数として扱わない。"</a:t>
            </a:r>
          </a:p>
          <a:p>
            <a:r>
              <a:t>        }</a:t>
            </a:r>
          </a:p>
          <a:p>
            <a:r>
              <a:t>      ],</a:t>
            </a:r>
          </a:p>
          <a:p>
            <a:r>
              <a:t>      "mode": "verbatim"</a:t>
            </a:r>
          </a:p>
          <a:p>
            <a:r>
              <a:t>    },</a:t>
            </a:r>
          </a:p>
          <a:p>
            <a:r>
              <a:t>    {</a:t>
            </a:r>
          </a:p>
          <a:p>
            <a:r>
              <a:t>      "text": "確認の入口",</a:t>
            </a:r>
          </a:p>
          <a:p>
            <a:r>
              <a:t>      "refs": [</a:t>
            </a:r>
          </a:p>
          <a:p>
            <a:r>
              <a:t>        {</a:t>
            </a:r>
          </a:p>
          <a:p>
            <a:r>
              <a:t>          "source_id": "s009",</a:t>
            </a:r>
          </a:p>
          <a:p>
            <a:r>
              <a:t>          "quote": "確認の入口"</a:t>
            </a:r>
          </a:p>
          <a:p>
            <a:r>
              <a:t>        }</a:t>
            </a:r>
          </a:p>
          <a:p>
            <a:r>
              <a:t>      ],</a:t>
            </a:r>
          </a:p>
          <a:p>
            <a:r>
              <a:t>      "mode": "verbatim"</a:t>
            </a:r>
          </a:p>
          <a:p>
            <a:r>
              <a:t>    },</a:t>
            </a:r>
          </a:p>
          <a:p>
            <a:r>
              <a:t>    {</a:t>
            </a:r>
          </a:p>
          <a:p>
            <a:r>
              <a:t>      "text": "原文を確認する。",</a:t>
            </a:r>
          </a:p>
          <a:p>
            <a:r>
              <a:t>      "refs": [</a:t>
            </a:r>
          </a:p>
          <a:p>
            <a:r>
              <a:t>        {</a:t>
            </a:r>
          </a:p>
          <a:p>
            <a:r>
              <a:t>          "source_id": "s009",</a:t>
            </a:r>
          </a:p>
          <a:p>
            <a:r>
              <a:t>          "quote": "原文を確認する。"</a:t>
            </a:r>
          </a:p>
          <a:p>
            <a:r>
              <a:t>        }</a:t>
            </a:r>
          </a:p>
          <a:p>
            <a:r>
              <a:t>      ],</a:t>
            </a:r>
          </a:p>
          <a:p>
            <a:r>
              <a:t>      "mode": "verbatim"</a:t>
            </a:r>
          </a:p>
          <a:p>
            <a:r>
              <a:t>    },</a:t>
            </a:r>
          </a:p>
          <a:p>
            <a:r>
              <a:t>    {</a:t>
            </a:r>
          </a:p>
          <a:p>
            <a:r>
              <a:t>      "text": "原文の条件を整理",</a:t>
            </a:r>
          </a:p>
          <a:p>
            <a:r>
              <a:t>      "refs": [</a:t>
            </a:r>
          </a:p>
          <a:p>
            <a:r>
              <a:t>        {</a:t>
            </a:r>
          </a:p>
          <a:p>
            <a:r>
              <a:t>          "source_id": "s009",</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"s009",</a:t>
            </a:r>
          </a:p>
          <a:p>
            <a:r>
              <a:t>          "quote": "確認日と対象範囲を揃える。\n条件の違いも残す。"</a:t>
            </a:r>
          </a:p>
          <a:p>
            <a:r>
              <a:t>        }</a:t>
            </a:r>
          </a:p>
          <a:p>
            <a:r>
              <a:t>      ],</a:t>
            </a:r>
          </a:p>
          <a:p>
            <a:r>
              <a:t>      "mode": "verbatim"</a:t>
            </a:r>
          </a:p>
          <a:p>
            <a:r>
              <a:t>    },</a:t>
            </a:r>
          </a:p>
          <a:p>
            <a:r>
              <a:t>    {</a:t>
            </a:r>
          </a:p>
          <a:p>
            <a:r>
              <a:t>      "text": "対象範囲と",</a:t>
            </a:r>
          </a:p>
          <a:p>
            <a:r>
              <a:t>      "refs": [</a:t>
            </a:r>
          </a:p>
          <a:p>
            <a:r>
              <a:t>        {</a:t>
            </a:r>
          </a:p>
          <a:p>
            <a:r>
              <a:t>          "source_id": "s009",</a:t>
            </a:r>
          </a:p>
          <a:p>
            <a:r>
              <a:t>          "quote": "対象範囲と"</a:t>
            </a:r>
          </a:p>
          <a:p>
            <a:r>
              <a:t>        }</a:t>
            </a:r>
          </a:p>
          <a:p>
            <a:r>
              <a:t>      ],</a:t>
            </a:r>
          </a:p>
          <a:p>
            <a:r>
              <a:t>      "mode": "verbatim"</a:t>
            </a:r>
          </a:p>
          <a:p>
            <a:r>
              <a:t>    },</a:t>
            </a:r>
          </a:p>
          <a:p>
            <a:r>
              <a:t>    {</a:t>
            </a:r>
          </a:p>
          <a:p>
            <a:r>
              <a:t>      "text": "資料への参照を残す。\n未確認の条件は分けて扱う。",</a:t>
            </a:r>
          </a:p>
          <a:p>
            <a:r>
              <a:t>      "refs": [</a:t>
            </a:r>
          </a:p>
          <a:p>
            <a:r>
              <a:t>        {</a:t>
            </a:r>
          </a:p>
          <a:p>
            <a:r>
              <a:t>          "source_id": "s009",</a:t>
            </a:r>
          </a:p>
          <a:p>
            <a:r>
              <a:t>          "quote": "資料への参照を残す。\n未確認の条件は分けて扱う。"</a:t>
            </a:r>
          </a:p>
          <a:p>
            <a:r>
              <a:t>        }</a:t>
            </a:r>
          </a:p>
          <a:p>
            <a:r>
              <a:t>      ],</a:t>
            </a:r>
          </a:p>
          <a:p>
            <a:r>
              <a:t>      "mode": "verbatim"</a:t>
            </a:r>
          </a:p>
          <a:p>
            <a:r>
              <a:t>    },</a:t>
            </a:r>
          </a:p>
          <a:p>
            <a:r>
              <a:t>    {</a:t>
            </a:r>
          </a:p>
          <a:p>
            <a:r>
              <a:t>      "value": 120.0,</a:t>
            </a:r>
          </a:p>
          <a:p>
            <a:r>
              <a:t>      "refs": [</a:t>
            </a:r>
          </a:p>
          <a:p>
            <a:r>
              <a:t>        {</a:t>
            </a:r>
          </a:p>
          <a:p>
            <a:r>
              <a:t>          "source_id": "s009",</a:t>
            </a:r>
          </a:p>
          <a:p>
            <a:r>
              <a:t>          "quote": "120"</a:t>
            </a:r>
          </a:p>
          <a:p>
            <a:r>
              <a:t>        }</a:t>
            </a:r>
          </a:p>
          <a:p>
            <a:r>
              <a:t>      ]</a:t>
            </a:r>
          </a:p>
          <a:p>
            <a:r>
              <a:t>    },</a:t>
            </a:r>
          </a:p>
          <a:p>
            <a:r>
              <a:t>    {</a:t>
            </a:r>
          </a:p>
          <a:p>
            <a:r>
              <a:t>      "value": 84.0,</a:t>
            </a:r>
          </a:p>
          <a:p>
            <a:r>
              <a:t>      "refs": [</a:t>
            </a:r>
          </a:p>
          <a:p>
            <a:r>
              <a:t>        {</a:t>
            </a:r>
          </a:p>
          <a:p>
            <a:r>
              <a:t>          "source_id": "s009",</a:t>
            </a:r>
          </a:p>
          <a:p>
            <a:r>
              <a:t>          "quote": "84"</a:t>
            </a:r>
          </a:p>
          <a:p>
            <a:r>
              <a:t>        }</a:t>
            </a:r>
          </a:p>
          <a:p>
            <a:r>
              <a:t>      ]</a:t>
            </a:r>
          </a:p>
          <a:p>
            <a:r>
              <a:t>    },</a:t>
            </a:r>
          </a:p>
          <a:p>
            <a:r>
              <a:t>    {</a:t>
            </a:r>
          </a:p>
          <a:p>
            <a:r>
              <a:t>      "value": 24.0,</a:t>
            </a:r>
          </a:p>
          <a:p>
            <a:r>
              <a:t>      "refs": [</a:t>
            </a:r>
          </a:p>
          <a:p>
            <a:r>
              <a:t>        {</a:t>
            </a:r>
          </a:p>
          <a:p>
            <a:r>
              <a:t>          "source_id": "s009",</a:t>
            </a:r>
          </a:p>
          <a:p>
            <a:r>
              <a:t>          "quote": "24"</a:t>
            </a:r>
          </a:p>
          <a:p>
            <a:r>
              <a:t>        }</a:t>
            </a:r>
          </a:p>
          <a:p>
            <a:r>
              <a:t>      ]</a:t>
            </a:r>
          </a:p>
          <a:p>
            <a:r>
              <a:t>    }</a:t>
            </a:r>
          </a:p>
          <a:p>
            <a:r>
              <a:t>  ],</a:t>
            </a:r>
          </a:p>
          <a:p>
            <a:r>
              <a:t>  "citations": {</a:t>
            </a:r>
          </a:p>
          <a:p>
            <a:r>
              <a:t>    "s009":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"stack",</a:t>
            </a:r>
          </a:p>
          <a:p>
            <a:r>
              <a:t>  "repetition_reason": "Catalog inventory: adjacent entries intentionally show every count/orientation for comparison; this is not a presentation sequence.",</a:t>
            </a:r>
          </a:p>
          <a:p>
            <a:r>
              <a:t>  "row_alignments": {},</a:t>
            </a:r>
          </a:p>
          <a:p>
            <a:r>
              <a:t>  "images": {},</a:t>
            </a:r>
          </a:p>
          <a:p>
            <a:r>
              <a:t>  "template_sha256": "a87c430d4e45939c51cfa66ba9ccba45be15cdb8d0af0c2157686da4cb89a4a8"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"ed_table_three_columns_4",</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"短い見出しと説明を同じ行のまとまりで読む",</a:t>
            </a:r>
          </a:p>
          <a:p>
            <a:r>
              <a:t>      "refs": [</a:t>
            </a:r>
          </a:p>
          <a:p>
            <a:r>
              <a:t>        {</a:t>
            </a:r>
          </a:p>
          <a:p>
            <a:r>
              <a:t>          "source_id": "s010",</a:t>
            </a:r>
          </a:p>
          <a:p>
            <a:r>
              <a:t>          "quote": "短い見出しと説明を同じ行のまとまりで読む"</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"s010",</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"s010",</a:t>
            </a:r>
          </a:p>
          <a:p>
            <a:r>
              <a:t>          "quote": "観点"</a:t>
            </a:r>
          </a:p>
          <a:p>
            <a:r>
              <a:t>        }</a:t>
            </a:r>
          </a:p>
          <a:p>
            <a:r>
              <a:t>      ],</a:t>
            </a:r>
          </a:p>
          <a:p>
            <a:r>
              <a:t>      "mode": "verbatim"</a:t>
            </a:r>
          </a:p>
          <a:p>
            <a:r>
              <a:t>    },</a:t>
            </a:r>
          </a:p>
          <a:p>
            <a:r>
              <a:t>    {</a:t>
            </a:r>
          </a:p>
          <a:p>
            <a:r>
              <a:t>      "text": "確認事項",</a:t>
            </a:r>
          </a:p>
          <a:p>
            <a:r>
              <a:t>      "refs": [</a:t>
            </a:r>
          </a:p>
          <a:p>
            <a:r>
              <a:t>        {</a:t>
            </a:r>
          </a:p>
          <a:p>
            <a:r>
              <a:t>          "source_id": "s010",</a:t>
            </a:r>
          </a:p>
          <a:p>
            <a:r>
              <a:t>          "quote": "確認事項"</a:t>
            </a:r>
          </a:p>
          <a:p>
            <a:r>
              <a:t>        }</a:t>
            </a:r>
          </a:p>
          <a:p>
            <a:r>
              <a:t>      ],</a:t>
            </a:r>
          </a:p>
          <a:p>
            <a:r>
              <a:t>      "mode": "verbatim"</a:t>
            </a:r>
          </a:p>
          <a:p>
            <a:r>
              <a:t>    },</a:t>
            </a:r>
          </a:p>
          <a:p>
            <a:r>
              <a:t>    {</a:t>
            </a:r>
          </a:p>
          <a:p>
            <a:r>
              <a:t>      "text": "留保",</a:t>
            </a:r>
          </a:p>
          <a:p>
            <a:r>
              <a:t>      "refs": [</a:t>
            </a:r>
          </a:p>
          <a:p>
            <a:r>
              <a:t>        {</a:t>
            </a:r>
          </a:p>
          <a:p>
            <a:r>
              <a:t>          "source_id": "s010",</a:t>
            </a:r>
          </a:p>
          <a:p>
            <a:r>
              <a:t>          "quote": "留保"</a:t>
            </a:r>
          </a:p>
          <a:p>
            <a:r>
              <a:t>        }</a:t>
            </a:r>
          </a:p>
          <a:p>
            <a:r>
              <a:t>      ],</a:t>
            </a:r>
          </a:p>
          <a:p>
            <a:r>
              <a:t>      "mode": "verbatim"</a:t>
            </a:r>
          </a:p>
          <a:p>
            <a:r>
              <a:t>    },</a:t>
            </a:r>
          </a:p>
          <a:p>
            <a:r>
              <a:t>    {</a:t>
            </a:r>
          </a:p>
          <a:p>
            <a:r>
              <a:t>      "text": "検索入口を揃える",</a:t>
            </a:r>
          </a:p>
          <a:p>
            <a:r>
              <a:t>      "refs": [</a:t>
            </a:r>
          </a:p>
          <a:p>
            <a:r>
              <a:t>        {</a:t>
            </a:r>
          </a:p>
          <a:p>
            <a:r>
              <a:t>          "source_id": "s010",</a:t>
            </a:r>
          </a:p>
          <a:p>
            <a:r>
              <a:t>          "quote": "検索入口を揃える"</a:t>
            </a:r>
          </a:p>
          <a:p>
            <a:r>
              <a:t>        }</a:t>
            </a:r>
          </a:p>
          <a:p>
            <a:r>
              <a:t>      ],</a:t>
            </a:r>
          </a:p>
          <a:p>
            <a:r>
              <a:t>      "mode": "verbatim"</a:t>
            </a:r>
          </a:p>
          <a:p>
            <a:r>
              <a:t>    },</a:t>
            </a:r>
          </a:p>
          <a:p>
            <a:r>
              <a:t>    {</a:t>
            </a:r>
          </a:p>
          <a:p>
            <a:r>
              <a:t>      "text": "索引と用語の対応を確認",</a:t>
            </a:r>
          </a:p>
          <a:p>
            <a:r>
              <a:t>      "refs": [</a:t>
            </a:r>
          </a:p>
          <a:p>
            <a:r>
              <a:t>        {</a:t>
            </a:r>
          </a:p>
          <a:p>
            <a:r>
              <a:t>          "source_id": "s010",</a:t>
            </a:r>
          </a:p>
          <a:p>
            <a:r>
              <a:t>          "quote": "索引と用語の対応を確認"</a:t>
            </a:r>
          </a:p>
          <a:p>
            <a:r>
              <a:t>        }</a:t>
            </a:r>
          </a:p>
          <a:p>
            <a:r>
              <a:t>      ],</a:t>
            </a:r>
          </a:p>
          <a:p>
            <a:r>
              <a:t>      "mode": "verbatim"</a:t>
            </a:r>
          </a:p>
          <a:p>
            <a:r>
              <a:t>    },</a:t>
            </a:r>
          </a:p>
          <a:p>
            <a:r>
              <a:t>    {</a:t>
            </a:r>
          </a:p>
          <a:p>
            <a:r>
              <a:t>      "text": "架空資料A・検索節\n部署間の呼称差が残る",</a:t>
            </a:r>
          </a:p>
          <a:p>
            <a:r>
              <a:t>      "refs": [</a:t>
            </a:r>
          </a:p>
          <a:p>
            <a:r>
              <a:t>        {</a:t>
            </a:r>
          </a:p>
          <a:p>
            <a:r>
              <a:t>          "source_id": "s010",</a:t>
            </a:r>
          </a:p>
          <a:p>
            <a:r>
              <a:t>          "quote": "架空資料A・検索節\n部署間の呼称差が残る"</a:t>
            </a:r>
          </a:p>
          <a:p>
            <a:r>
              <a:t>        }</a:t>
            </a:r>
          </a:p>
          <a:p>
            <a:r>
              <a:t>      ],</a:t>
            </a:r>
          </a:p>
          <a:p>
            <a:r>
              <a:t>      "mode": "verbatim"</a:t>
            </a:r>
          </a:p>
          <a:p>
            <a:r>
              <a:t>    },</a:t>
            </a:r>
          </a:p>
          <a:p>
            <a:r>
              <a:t>    {</a:t>
            </a:r>
          </a:p>
          <a:p>
            <a:r>
              <a:t>      "text": "根拠まで辿れる",</a:t>
            </a:r>
          </a:p>
          <a:p>
            <a:r>
              <a:t>      "refs": [</a:t>
            </a:r>
          </a:p>
          <a:p>
            <a:r>
              <a:t>        {</a:t>
            </a:r>
          </a:p>
          <a:p>
            <a:r>
              <a:t>          "source_id": "s010",</a:t>
            </a:r>
          </a:p>
          <a:p>
            <a:r>
              <a:t>          "quote": "根拠まで辿れる"</a:t>
            </a:r>
          </a:p>
          <a:p>
            <a:r>
              <a:t>        }</a:t>
            </a:r>
          </a:p>
          <a:p>
            <a:r>
              <a:t>      ],</a:t>
            </a:r>
          </a:p>
          <a:p>
            <a:r>
              <a:t>      "mode": "verbatim"</a:t>
            </a:r>
          </a:p>
          <a:p>
            <a:r>
              <a:t>    },</a:t>
            </a:r>
          </a:p>
          <a:p>
            <a:r>
              <a:t>    {</a:t>
            </a:r>
          </a:p>
          <a:p>
            <a:r>
              <a:t>      "text": "引用箇所と調査条件を照合",</a:t>
            </a:r>
          </a:p>
          <a:p>
            <a:r>
              <a:t>      "refs": [</a:t>
            </a:r>
          </a:p>
          <a:p>
            <a:r>
              <a:t>        {</a:t>
            </a:r>
          </a:p>
          <a:p>
            <a:r>
              <a:t>          "source_id": "s010",</a:t>
            </a:r>
          </a:p>
          <a:p>
            <a:r>
              <a:t>          "quote": "引用箇所と調査条件を照合"</a:t>
            </a:r>
          </a:p>
          <a:p>
            <a:r>
              <a:t>        }</a:t>
            </a:r>
          </a:p>
          <a:p>
            <a:r>
              <a:t>      ],</a:t>
            </a:r>
          </a:p>
          <a:p>
            <a:r>
              <a:t>      "mode": "verbatim"</a:t>
            </a:r>
          </a:p>
          <a:p>
            <a:r>
              <a:t>    },</a:t>
            </a:r>
          </a:p>
          <a:p>
            <a:r>
              <a:t>    {</a:t>
            </a:r>
          </a:p>
          <a:p>
            <a:r>
              <a:t>      "text": "架空資料B・条件節\n原文の条件を保持",</a:t>
            </a:r>
          </a:p>
          <a:p>
            <a:r>
              <a:t>      "refs": [</a:t>
            </a:r>
          </a:p>
          <a:p>
            <a:r>
              <a:t>        {</a:t>
            </a:r>
          </a:p>
          <a:p>
            <a:r>
              <a:t>          "source_id": "s010",</a:t>
            </a:r>
          </a:p>
          <a:p>
            <a:r>
              <a:t>          "quote": "架空資料B・条件節\n原文の条件を保持"</a:t>
            </a:r>
          </a:p>
          <a:p>
            <a:r>
              <a:t>        }</a:t>
            </a:r>
          </a:p>
          <a:p>
            <a:r>
              <a:t>      ],</a:t>
            </a:r>
          </a:p>
          <a:p>
            <a:r>
              <a:t>      "mode": "verbatim"</a:t>
            </a:r>
          </a:p>
          <a:p>
            <a:r>
              <a:t>    },</a:t>
            </a:r>
          </a:p>
          <a:p>
            <a:r>
              <a:t>    {</a:t>
            </a:r>
          </a:p>
          <a:p>
            <a:r>
              <a:t>      "text": "更新範囲を決める",</a:t>
            </a:r>
          </a:p>
          <a:p>
            <a:r>
              <a:t>      "refs": [</a:t>
            </a:r>
          </a:p>
          <a:p>
            <a:r>
              <a:t>        {</a:t>
            </a:r>
          </a:p>
          <a:p>
            <a:r>
              <a:t>          "source_id": "s010",</a:t>
            </a:r>
          </a:p>
          <a:p>
            <a:r>
              <a:t>          "quote": "更新範囲を決める"</a:t>
            </a:r>
          </a:p>
          <a:p>
            <a:r>
              <a:t>        }</a:t>
            </a:r>
          </a:p>
          <a:p>
            <a:r>
              <a:t>      ],</a:t>
            </a:r>
          </a:p>
          <a:p>
            <a:r>
              <a:t>      "mode": "verbatim"</a:t>
            </a:r>
          </a:p>
          <a:p>
            <a:r>
              <a:t>    },</a:t>
            </a:r>
          </a:p>
          <a:p>
            <a:r>
              <a:t>    {</a:t>
            </a:r>
          </a:p>
          <a:p>
            <a:r>
              <a:t>      "text": "担当と確認時期を決める",</a:t>
            </a:r>
          </a:p>
          <a:p>
            <a:r>
              <a:t>      "refs": [</a:t>
            </a:r>
          </a:p>
          <a:p>
            <a:r>
              <a:t>        {</a:t>
            </a:r>
          </a:p>
          <a:p>
            <a:r>
              <a:t>          "source_id": "s010",</a:t>
            </a:r>
          </a:p>
          <a:p>
            <a:r>
              <a:t>          "quote": "担当と確認時期を決める"</a:t>
            </a:r>
          </a:p>
          <a:p>
            <a:r>
              <a:t>        }</a:t>
            </a:r>
          </a:p>
          <a:p>
            <a:r>
              <a:t>      ],</a:t>
            </a:r>
          </a:p>
          <a:p>
            <a:r>
              <a:t>      "mode": "verbatim"</a:t>
            </a:r>
          </a:p>
          <a:p>
            <a:r>
              <a:t>    },</a:t>
            </a:r>
          </a:p>
          <a:p>
            <a:r>
              <a:t>    {</a:t>
            </a:r>
          </a:p>
          <a:p>
            <a:r>
              <a:t>      "text": "架空資料C・運用節\n確認日：未記録",</a:t>
            </a:r>
          </a:p>
          <a:p>
            <a:r>
              <a:t>      "refs": [</a:t>
            </a:r>
          </a:p>
          <a:p>
            <a:r>
              <a:t>        {</a:t>
            </a:r>
          </a:p>
          <a:p>
            <a:r>
              <a:t>          "source_id": "s010",</a:t>
            </a:r>
          </a:p>
          <a:p>
            <a:r>
              <a:t>          "quote": "架空資料C・運用節\n確認日：未記録"</a:t>
            </a:r>
          </a:p>
          <a:p>
            <a:r>
              <a:t>        }</a:t>
            </a:r>
          </a:p>
          <a:p>
            <a:r>
              <a:t>      ],</a:t>
            </a:r>
          </a:p>
          <a:p>
            <a:r>
              <a:t>      "mode": "verbatim"</a:t>
            </a:r>
          </a:p>
          <a:p>
            <a:r>
              <a:t>    },</a:t>
            </a:r>
          </a:p>
          <a:p>
            <a:r>
              <a:t>    {</a:t>
            </a:r>
          </a:p>
          <a:p>
            <a:r>
              <a:t>      "text": "例外を見える化",</a:t>
            </a:r>
          </a:p>
          <a:p>
            <a:r>
              <a:t>      "refs": [</a:t>
            </a:r>
          </a:p>
          <a:p>
            <a:r>
              <a:t>        {</a:t>
            </a:r>
          </a:p>
          <a:p>
            <a:r>
              <a:t>          "source_id": "s010",</a:t>
            </a:r>
          </a:p>
          <a:p>
            <a:r>
              <a:t>          "quote": "例外を見える化"</a:t>
            </a:r>
          </a:p>
          <a:p>
            <a:r>
              <a:t>        }</a:t>
            </a:r>
          </a:p>
          <a:p>
            <a:r>
              <a:t>      ],</a:t>
            </a:r>
          </a:p>
          <a:p>
            <a:r>
              <a:t>      "mode": "verbatim"</a:t>
            </a:r>
          </a:p>
          <a:p>
            <a:r>
              <a:t>    },</a:t>
            </a:r>
          </a:p>
          <a:p>
            <a:r>
              <a:t>    {</a:t>
            </a:r>
          </a:p>
          <a:p>
            <a:r>
              <a:t>      "text": "適用できない場面を記録",</a:t>
            </a:r>
          </a:p>
          <a:p>
            <a:r>
              <a:t>      "refs": [</a:t>
            </a:r>
          </a:p>
          <a:p>
            <a:r>
              <a:t>        {</a:t>
            </a:r>
          </a:p>
          <a:p>
            <a:r>
              <a:t>          "source_id": "s010",</a:t>
            </a:r>
          </a:p>
          <a:p>
            <a:r>
              <a:t>          "quote": "適用できない場面を記録"</a:t>
            </a:r>
          </a:p>
          <a:p>
            <a:r>
              <a:t>        }</a:t>
            </a:r>
          </a:p>
          <a:p>
            <a:r>
              <a:t>      ],</a:t>
            </a:r>
          </a:p>
          <a:p>
            <a:r>
              <a:t>      "mode": "verbatim"</a:t>
            </a:r>
          </a:p>
          <a:p>
            <a:r>
              <a:t>    },</a:t>
            </a:r>
          </a:p>
          <a:p>
            <a:r>
              <a:t>    {</a:t>
            </a:r>
          </a:p>
          <a:p>
            <a:r>
              <a:t>      "text": "架空資料D・例外節\n個別の判断が必要",</a:t>
            </a:r>
          </a:p>
          <a:p>
            <a:r>
              <a:t>      "refs": [</a:t>
            </a:r>
          </a:p>
          <a:p>
            <a:r>
              <a:t>        {</a:t>
            </a:r>
          </a:p>
          <a:p>
            <a:r>
              <a:t>          "source_id": "s010",</a:t>
            </a:r>
          </a:p>
          <a:p>
            <a:r>
              <a:t>          "quote": "架空資料D・例外節\n個別の判断が必要"</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"s010",</a:t>
            </a:r>
          </a:p>
          <a:p>
            <a:r>
              <a:t>          "quote": "留保：同じ条件で比較した結果ではない。各資料の対象範囲を確認する。"</a:t>
            </a:r>
          </a:p>
          <a:p>
            <a:r>
              <a:t>        }</a:t>
            </a:r>
          </a:p>
          <a:p>
            <a:r>
              <a:t>      ],</a:t>
            </a:r>
          </a:p>
          <a:p>
            <a:r>
              <a:t>      "mode": "verbatim"</a:t>
            </a:r>
          </a:p>
          <a:p>
            <a:r>
              <a:t>    }</a:t>
            </a:r>
          </a:p>
          <a:p>
            <a:r>
              <a:t>  ],</a:t>
            </a:r>
          </a:p>
          <a:p>
            <a:r>
              <a:t>  "citations": {</a:t>
            </a:r>
          </a:p>
          <a:p>
            <a:r>
              <a:t>    "s010":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"three_columns",</a:t>
            </a:r>
          </a:p>
          <a:p>
            <a:r>
              <a:t>  "repetition_reason": "Catalog inventory: adjacent entries intentionally show every count/orientation for comparison; this is not a presentation sequence.",</a:t>
            </a:r>
          </a:p>
          <a:p>
            <a:r>
              <a:t>  "row_alignments": {},</a:t>
            </a:r>
          </a:p>
          <a:p>
            <a:r>
              <a:t>  "images": {},</a:t>
            </a:r>
          </a:p>
          <a:p>
            <a:r>
              <a:t>  "template_sha256": "6b143d7815acfd4ae1cbf24a7c95d46d64b789567061c6ba384bff91be84f4db"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"ed_cards_rows_3",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"行ごとに上寄せと中央寄せを指定する",</a:t>
            </a:r>
          </a:p>
          <a:p>
            <a:r>
              <a:t>      "refs": [</a:t>
            </a:r>
          </a:p>
          <a:p>
            <a:r>
              <a:t>        {</a:t>
            </a:r>
          </a:p>
          <a:p>
            <a:r>
              <a:t>          "source_id": "s011",</a:t>
            </a:r>
          </a:p>
          <a:p>
            <a:r>
              <a:t>          "quote": "行ごとに上寄せと中央寄せを指定する"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"s011",</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"s011",</a:t>
            </a:r>
          </a:p>
          <a:p>
            <a:r>
              <a:t>          "quote": "確認の入口"</a:t>
            </a:r>
          </a:p>
          <a:p>
            <a:r>
              <a:t>        }</a:t>
            </a:r>
          </a:p>
          <a:p>
            <a:r>
              <a:t>      ],</a:t>
            </a:r>
          </a:p>
          <a:p>
            <a:r>
              <a:t>      "mode": "verbatim"</a:t>
            </a:r>
          </a:p>
          <a:p>
            <a:r>
              <a:t>    },</a:t>
            </a:r>
          </a:p>
          <a:p>
            <a:r>
              <a:t>    {</a:t>
            </a:r>
          </a:p>
          <a:p>
            <a:r>
              <a:t>      "text": "原文を確認する。",</a:t>
            </a:r>
          </a:p>
          <a:p>
            <a:r>
              <a:t>      "refs": [</a:t>
            </a:r>
          </a:p>
          <a:p>
            <a:r>
              <a:t>        {</a:t>
            </a:r>
          </a:p>
          <a:p>
            <a:r>
              <a:t>          "source_id": "s011",</a:t>
            </a:r>
          </a:p>
          <a:p>
            <a:r>
              <a:t>          "quote": "原文を確認する。"</a:t>
            </a:r>
          </a:p>
          <a:p>
            <a:r>
              <a:t>        }</a:t>
            </a:r>
          </a:p>
          <a:p>
            <a:r>
              <a:t>      ],</a:t>
            </a:r>
          </a:p>
          <a:p>
            <a:r>
              <a:t>      "mode": "verbatim"</a:t>
            </a:r>
          </a:p>
          <a:p>
            <a:r>
              <a:t>    },</a:t>
            </a:r>
          </a:p>
          <a:p>
            <a:r>
              <a:t>    {</a:t>
            </a:r>
          </a:p>
          <a:p>
            <a:r>
              <a:t>      "text": "根拠：架空資料",</a:t>
            </a:r>
          </a:p>
          <a:p>
            <a:r>
              <a:t>      "refs": [</a:t>
            </a:r>
          </a:p>
          <a:p>
            <a:r>
              <a:t>        {</a:t>
            </a:r>
          </a:p>
          <a:p>
            <a:r>
              <a:t>          "source_id": "s011",</a:t>
            </a:r>
          </a:p>
          <a:p>
            <a:r>
              <a:t>          "quote": "根拠：架空資料"</a:t>
            </a:r>
          </a:p>
          <a:p>
            <a:r>
              <a:t>        }</a:t>
            </a:r>
          </a:p>
          <a:p>
            <a:r>
              <a:t>      ],</a:t>
            </a:r>
          </a:p>
          <a:p>
            <a:r>
              <a:t>      "mode": "verbatim"</a:t>
            </a:r>
          </a:p>
          <a:p>
            <a:r>
              <a:t>    },</a:t>
            </a:r>
          </a:p>
          <a:p>
            <a:r>
              <a:t>    {</a:t>
            </a:r>
          </a:p>
          <a:p>
            <a:r>
              <a:t>      "text": "原文の条件を整理",</a:t>
            </a:r>
          </a:p>
          <a:p>
            <a:r>
              <a:t>      "refs": [</a:t>
            </a:r>
          </a:p>
          <a:p>
            <a:r>
              <a:t>        {</a:t>
            </a:r>
          </a:p>
          <a:p>
            <a:r>
              <a:t>          "source_id": "s011",</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"s011",</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"s011",</a:t>
            </a:r>
          </a:p>
          <a:p>
            <a:r>
              <a:t>          "quote": "根拠：架空資料"</a:t>
            </a:r>
          </a:p>
          <a:p>
            <a:r>
              <a:t>        }</a:t>
            </a:r>
          </a:p>
          <a:p>
            <a:r>
              <a:t>      ],</a:t>
            </a:r>
          </a:p>
          <a:p>
            <a:r>
              <a:t>      "mode": "verbatim"</a:t>
            </a:r>
          </a:p>
          <a:p>
            <a:r>
              <a:t>    },</a:t>
            </a:r>
          </a:p>
          <a:p>
            <a:r>
              <a:t>    {</a:t>
            </a:r>
          </a:p>
          <a:p>
            <a:r>
              <a:t>      "text": "対象範囲と\n例外条件を確認",</a:t>
            </a:r>
          </a:p>
          <a:p>
            <a:r>
              <a:t>      "refs": [</a:t>
            </a:r>
          </a:p>
          <a:p>
            <a:r>
              <a:t>        {</a:t>
            </a:r>
          </a:p>
          <a:p>
            <a:r>
              <a:t>          "source_id": "s011",</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"s011",</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"s011",</a:t>
            </a:r>
          </a:p>
          <a:p>
            <a:r>
              <a:t>          "quote": "根拠：架空資料"</a:t>
            </a:r>
          </a:p>
          <a:p>
            <a:r>
              <a:t>        }</a:t>
            </a:r>
          </a:p>
          <a:p>
            <a:r>
              <a:t>      ],</a:t>
            </a:r>
          </a:p>
          <a:p>
            <a:r>
              <a:t>      "mode": "verbatim"</a:t>
            </a:r>
          </a:p>
          <a:p>
            <a:r>
              <a:t>    }</a:t>
            </a:r>
          </a:p>
          <a:p>
            <a:r>
              <a:t>  ],</a:t>
            </a:r>
          </a:p>
          <a:p>
            <a:r>
              <a:t>  "citations": {</a:t>
            </a:r>
          </a:p>
          <a:p>
            <a:r>
              <a:t>    "s011":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"item_1": "top",</a:t>
            </a:r>
          </a:p>
          <a:p>
            <a:r>
              <a:t>    "item_2": "middle",</a:t>
            </a:r>
          </a:p>
          <a:p>
            <a:r>
              <a:t>    "item_3": "top"</a:t>
            </a:r>
          </a:p>
          <a:p>
            <a:r>
              <a:t>  },</a:t>
            </a:r>
          </a:p>
          <a:p>
            <a:r>
              <a:t>  "images": {},</a:t>
            </a:r>
          </a:p>
          <a:p>
            <a:r>
              <a:t>  "template_sha256": "c9a208653cd601df4fd7d317072f17c738f7aee0e75d980791e7c936ea99b8ab"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"ed_cards_rows_3",</a:t>
            </a:r>
          </a:p>
          <a:p>
            <a:r>
              <a:t>  "variant": "warm",</a:t>
            </a:r>
          </a:p>
          <a:p>
            <a:r>
              <a:t>  "rationale": "Public template fixture; short fictional slot content; no private data.",</a:t>
            </a:r>
          </a:p>
          <a:p>
            <a:r>
              <a:t>  "source_sha256": "18d83b456303582afd6a9ba46ae42df9a098119f08bcb7425e0e27cc818a3918",</a:t>
            </a:r>
          </a:p>
          <a:p>
            <a:r>
              <a:t>  "evidence": [</a:t>
            </a:r>
          </a:p>
          <a:p>
            <a:r>
              <a:t>    {</a:t>
            </a:r>
          </a:p>
          <a:p>
            <a:r>
              <a:t>      "text": "読み始めを揃える説明は上寄せを選ぶ",</a:t>
            </a:r>
          </a:p>
          <a:p>
            <a:r>
              <a:t>      "refs": [</a:t>
            </a:r>
          </a:p>
          <a:p>
            <a:r>
              <a:t>        {</a:t>
            </a:r>
          </a:p>
          <a:p>
            <a:r>
              <a:t>          "source_id": "s012",</a:t>
            </a:r>
          </a:p>
          <a:p>
            <a:r>
              <a:t>          "quote": "読み始めを揃える説明は上寄せを選ぶ"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"s012",</a:t>
            </a:r>
          </a:p>
          <a:p>
            <a:r>
              <a:t>          "quote": "架空の社内調査。運用条件を整理した所見であり、効果を実証したものではない。"</a:t>
            </a:r>
          </a:p>
          <a:p>
            <a:r>
              <a:t>        }</a:t>
            </a:r>
          </a:p>
          <a:p>
            <a:r>
              <a:t>      ],</a:t>
            </a:r>
          </a:p>
          <a:p>
            <a:r>
              <a:t>      "mode": "verbatim"</a:t>
            </a:r>
          </a:p>
          <a:p>
            <a:r>
              <a:t>    },</a:t>
            </a:r>
          </a:p>
          <a:p>
            <a:r>
              <a:t>    {</a:t>
            </a:r>
          </a:p>
          <a:p>
            <a:r>
              <a:t>      "text": "確認の入口",</a:t>
            </a:r>
          </a:p>
          <a:p>
            <a:r>
              <a:t>      "refs": [</a:t>
            </a:r>
          </a:p>
          <a:p>
            <a:r>
              <a:t>        {</a:t>
            </a:r>
          </a:p>
          <a:p>
            <a:r>
              <a:t>          "source_id": "s012",</a:t>
            </a:r>
          </a:p>
          <a:p>
            <a:r>
              <a:t>          "quote": "確認の入口"</a:t>
            </a:r>
          </a:p>
          <a:p>
            <a:r>
              <a:t>        }</a:t>
            </a:r>
          </a:p>
          <a:p>
            <a:r>
              <a:t>      ],</a:t>
            </a:r>
          </a:p>
          <a:p>
            <a:r>
              <a:t>      "mode": "verbatim"</a:t>
            </a:r>
          </a:p>
          <a:p>
            <a:r>
              <a:t>    },</a:t>
            </a:r>
          </a:p>
          <a:p>
            <a:r>
              <a:t>    {</a:t>
            </a:r>
          </a:p>
          <a:p>
            <a:r>
              <a:t>      "text": "原文を確認する。",</a:t>
            </a:r>
          </a:p>
          <a:p>
            <a:r>
              <a:t>      "refs": [</a:t>
            </a:r>
          </a:p>
          <a:p>
            <a:r>
              <a:t>        {</a:t>
            </a:r>
          </a:p>
          <a:p>
            <a:r>
              <a:t>          "source_id": "s012",</a:t>
            </a:r>
          </a:p>
          <a:p>
            <a:r>
              <a:t>          "quote": "原文を確認する。"</a:t>
            </a:r>
          </a:p>
          <a:p>
            <a:r>
              <a:t>        }</a:t>
            </a:r>
          </a:p>
          <a:p>
            <a:r>
              <a:t>      ],</a:t>
            </a:r>
          </a:p>
          <a:p>
            <a:r>
              <a:t>      "mode": "verbatim"</a:t>
            </a:r>
          </a:p>
          <a:p>
            <a:r>
              <a:t>    },</a:t>
            </a:r>
          </a:p>
          <a:p>
            <a:r>
              <a:t>    {</a:t>
            </a:r>
          </a:p>
          <a:p>
            <a:r>
              <a:t>      "text": "根拠：架空資料",</a:t>
            </a:r>
          </a:p>
          <a:p>
            <a:r>
              <a:t>      "refs": [</a:t>
            </a:r>
          </a:p>
          <a:p>
            <a:r>
              <a:t>        {</a:t>
            </a:r>
          </a:p>
          <a:p>
            <a:r>
              <a:t>          "source_id": "s012",</a:t>
            </a:r>
          </a:p>
          <a:p>
            <a:r>
              <a:t>          "quote": "根拠：架空資料"</a:t>
            </a:r>
          </a:p>
          <a:p>
            <a:r>
              <a:t>        }</a:t>
            </a:r>
          </a:p>
          <a:p>
            <a:r>
              <a:t>      ],</a:t>
            </a:r>
          </a:p>
          <a:p>
            <a:r>
              <a:t>      "mode": "verbatim"</a:t>
            </a:r>
          </a:p>
          <a:p>
            <a:r>
              <a:t>    },</a:t>
            </a:r>
          </a:p>
          <a:p>
            <a:r>
              <a:t>    {</a:t>
            </a:r>
          </a:p>
          <a:p>
            <a:r>
              <a:t>      "text": "原文の条件を整理",</a:t>
            </a:r>
          </a:p>
          <a:p>
            <a:r>
              <a:t>      "refs": [</a:t>
            </a:r>
          </a:p>
          <a:p>
            <a:r>
              <a:t>        {</a:t>
            </a:r>
          </a:p>
          <a:p>
            <a:r>
              <a:t>          "source_id": "s012",</a:t>
            </a:r>
          </a:p>
          <a:p>
            <a:r>
              <a:t>          "quote": "原文の条件を整理"</a:t>
            </a:r>
          </a:p>
          <a:p>
            <a:r>
              <a:t>        }</a:t>
            </a:r>
          </a:p>
          <a:p>
            <a:r>
              <a:t>      ],</a:t>
            </a:r>
          </a:p>
          <a:p>
            <a:r>
              <a:t>      "mode": "verbatim"</a:t>
            </a:r>
          </a:p>
          <a:p>
            <a:r>
              <a:t>    },</a:t>
            </a:r>
          </a:p>
          <a:p>
            <a:r>
              <a:t>    {</a:t>
            </a:r>
          </a:p>
          <a:p>
            <a:r>
              <a:t>      "text": "確認日と対象範囲を揃える。\n条件の違いも残す。",</a:t>
            </a:r>
          </a:p>
          <a:p>
            <a:r>
              <a:t>      "refs": [</a:t>
            </a:r>
          </a:p>
          <a:p>
            <a:r>
              <a:t>        {</a:t>
            </a:r>
          </a:p>
          <a:p>
            <a:r>
              <a:t>          "source_id": "s012",</a:t>
            </a:r>
          </a:p>
          <a:p>
            <a:r>
              <a:t>          "quote": "確認日と対象範囲を揃える。\n条件の違いも残す。"</a:t>
            </a:r>
          </a:p>
          <a:p>
            <a:r>
              <a:t>        }</a:t>
            </a:r>
          </a:p>
          <a:p>
            <a:r>
              <a:t>      ],</a:t>
            </a:r>
          </a:p>
          <a:p>
            <a:r>
              <a:t>      "mode": "verbatim"</a:t>
            </a:r>
          </a:p>
          <a:p>
            <a:r>
              <a:t>    },</a:t>
            </a:r>
          </a:p>
          <a:p>
            <a:r>
              <a:t>    {</a:t>
            </a:r>
          </a:p>
          <a:p>
            <a:r>
              <a:t>      "text": "根拠：架空資料",</a:t>
            </a:r>
          </a:p>
          <a:p>
            <a:r>
              <a:t>      "refs": [</a:t>
            </a:r>
          </a:p>
          <a:p>
            <a:r>
              <a:t>        {</a:t>
            </a:r>
          </a:p>
          <a:p>
            <a:r>
              <a:t>          "source_id": "s012",</a:t>
            </a:r>
          </a:p>
          <a:p>
            <a:r>
              <a:t>          "quote": "根拠：架空資料"</a:t>
            </a:r>
          </a:p>
          <a:p>
            <a:r>
              <a:t>        }</a:t>
            </a:r>
          </a:p>
          <a:p>
            <a:r>
              <a:t>      ],</a:t>
            </a:r>
          </a:p>
          <a:p>
            <a:r>
              <a:t>      "mode": "verbatim"</a:t>
            </a:r>
          </a:p>
          <a:p>
            <a:r>
              <a:t>    },</a:t>
            </a:r>
          </a:p>
          <a:p>
            <a:r>
              <a:t>    {</a:t>
            </a:r>
          </a:p>
          <a:p>
            <a:r>
              <a:t>      "text": "対象範囲と\n例外条件を確認",</a:t>
            </a:r>
          </a:p>
          <a:p>
            <a:r>
              <a:t>      "refs": [</a:t>
            </a:r>
          </a:p>
          <a:p>
            <a:r>
              <a:t>        {</a:t>
            </a:r>
          </a:p>
          <a:p>
            <a:r>
              <a:t>          "source_id": "s012",</a:t>
            </a:r>
          </a:p>
          <a:p>
            <a:r>
              <a:t>          "quote": "対象範囲と\n例外条件を確認"</a:t>
            </a:r>
          </a:p>
          <a:p>
            <a:r>
              <a:t>        }</a:t>
            </a:r>
          </a:p>
          <a:p>
            <a:r>
              <a:t>      ],</a:t>
            </a:r>
          </a:p>
          <a:p>
            <a:r>
              <a:t>      "mode": "verbatim"</a:t>
            </a:r>
          </a:p>
          <a:p>
            <a:r>
              <a:t>    },</a:t>
            </a:r>
          </a:p>
          <a:p>
            <a:r>
              <a:t>    {</a:t>
            </a:r>
          </a:p>
          <a:p>
            <a:r>
              <a:t>      "text": "資料への参照を残す。\n未確認の条件は分けて扱う。",</a:t>
            </a:r>
          </a:p>
          <a:p>
            <a:r>
              <a:t>      "refs": [</a:t>
            </a:r>
          </a:p>
          <a:p>
            <a:r>
              <a:t>        {</a:t>
            </a:r>
          </a:p>
          <a:p>
            <a:r>
              <a:t>          "source_id": "s012",</a:t>
            </a:r>
          </a:p>
          <a:p>
            <a:r>
              <a:t>          "quote": "資料への参照を残す。\n未確認の条件は分けて扱う。"</a:t>
            </a:r>
          </a:p>
          <a:p>
            <a:r>
              <a:t>        }</a:t>
            </a:r>
          </a:p>
          <a:p>
            <a:r>
              <a:t>      ],</a:t>
            </a:r>
          </a:p>
          <a:p>
            <a:r>
              <a:t>      "mode": "verbatim"</a:t>
            </a:r>
          </a:p>
          <a:p>
            <a:r>
              <a:t>    },</a:t>
            </a:r>
          </a:p>
          <a:p>
            <a:r>
              <a:t>    {</a:t>
            </a:r>
          </a:p>
          <a:p>
            <a:r>
              <a:t>      "text": "根拠：架空資料",</a:t>
            </a:r>
          </a:p>
          <a:p>
            <a:r>
              <a:t>      "refs": [</a:t>
            </a:r>
          </a:p>
          <a:p>
            <a:r>
              <a:t>        {</a:t>
            </a:r>
          </a:p>
          <a:p>
            <a:r>
              <a:t>          "source_id": "s012",</a:t>
            </a:r>
          </a:p>
          <a:p>
            <a:r>
              <a:t>          "quote": "根拠：架空資料"</a:t>
            </a:r>
          </a:p>
          <a:p>
            <a:r>
              <a:t>        }</a:t>
            </a:r>
          </a:p>
          <a:p>
            <a:r>
              <a:t>      ],</a:t>
            </a:r>
          </a:p>
          <a:p>
            <a:r>
              <a:t>      "mode": "verbatim"</a:t>
            </a:r>
          </a:p>
          <a:p>
            <a:r>
              <a:t>    }</a:t>
            </a:r>
          </a:p>
          <a:p>
            <a:r>
              <a:t>  ],</a:t>
            </a:r>
          </a:p>
          <a:p>
            <a:r>
              <a:t>  "citations": {</a:t>
            </a:r>
          </a:p>
          <a:p>
            <a:r>
              <a:t>    "s012":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"Catalog inventory: adjacent entries intentionally show every count/orientation for comparison; this is not a presentation sequence.",</a:t>
            </a:r>
          </a:p>
          <a:p>
            <a:r>
              <a:t>  "row_alignments": {</a:t>
            </a:r>
          </a:p>
          <a:p>
            <a:r>
              <a:t>    "item_1": "top",</a:t>
            </a:r>
          </a:p>
          <a:p>
            <a:r>
              <a:t>    "item_2": "top",</a:t>
            </a:r>
          </a:p>
          <a:p>
            <a:r>
              <a:t>    "item_3": "top"</a:t>
            </a:r>
          </a:p>
          <a:p>
            <a:r>
              <a:t>  },</a:t>
            </a:r>
          </a:p>
          <a:p>
            <a:r>
              <a:t>  "images": {},</a:t>
            </a:r>
          </a:p>
          <a:p>
            <a:r>
              <a:t>  "template_sha256": "c9a208653cd601df4fd7d317072f17c738f7aee0e75d980791e7c936ea99b8ab"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1901952"/>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732659"/>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3156077"/>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4096512"/>
            <a:ext cx="2834640" cy="1901952"/>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4546600"/>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5255768"/>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406523"/>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829941"/>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44240"/>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568192"/>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277360"/>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48784"/>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872736"/>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3730752" y="5581904"/>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07238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243455"/>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666873"/>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118103"/>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221862"/>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p:txBody>
      </p:sp>
      <p:sp>
        <p:nvSpPr>
          <p:cNvPr id="16" name="slot:item_2_evidence"/>
          <p:cNvSpPr txBox="1"/>
          <p:nvPr/>
        </p:nvSpPr>
        <p:spPr>
          <a:xfrm>
            <a:off x="3730752" y="3645280"/>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502920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096512"/>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200271"/>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p:txBody>
      </p:sp>
      <p:sp>
        <p:nvSpPr>
          <p:cNvPr id="20" name="slot:item_3_evidence"/>
          <p:cNvSpPr txBox="1"/>
          <p:nvPr/>
        </p:nvSpPr>
        <p:spPr>
          <a:xfrm>
            <a:off x="3730752" y="4623689"/>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1" name="decor:6"/>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5074920"/>
            <a:ext cx="2834640" cy="923544"/>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23" name="slot:item_4_body"/>
          <p:cNvSpPr txBox="1"/>
          <p:nvPr/>
        </p:nvSpPr>
        <p:spPr>
          <a:xfrm>
            <a:off x="3730752" y="5178679"/>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24" name="slot:item_4_evidence"/>
          <p:cNvSpPr txBox="1"/>
          <p:nvPr/>
        </p:nvSpPr>
        <p:spPr>
          <a:xfrm>
            <a:off x="3730752" y="5602097"/>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87670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3684117"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11" name="slot:item_1_body"/>
          <p:cNvSpPr txBox="1"/>
          <p:nvPr/>
        </p:nvSpPr>
        <p:spPr>
          <a:xfrm>
            <a:off x="4580229" y="2139696"/>
            <a:ext cx="4929530"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9646920" y="2139696"/>
            <a:ext cx="1828800" cy="727862"/>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365942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922422"/>
            <a:ext cx="3684117"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15" name="slot:item_2_body"/>
          <p:cNvSpPr txBox="1"/>
          <p:nvPr/>
        </p:nvSpPr>
        <p:spPr>
          <a:xfrm>
            <a:off x="4580229" y="2922422"/>
            <a:ext cx="4929530"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9646920" y="2922422"/>
            <a:ext cx="1828800" cy="727862"/>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17" name="decor:5"/>
          <p:cNvSpPr/>
          <p:nvPr/>
        </p:nvSpPr>
        <p:spPr>
          <a:xfrm>
            <a:off x="685800" y="4442155"/>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705148"/>
            <a:ext cx="3684117"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対象範囲と</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例外条件を確認</a:t>
            </a:r>
          </a:p>
        </p:txBody>
      </p:sp>
      <p:sp>
        <p:nvSpPr>
          <p:cNvPr id="19" name="slot:item_3_body"/>
          <p:cNvSpPr txBox="1"/>
          <p:nvPr/>
        </p:nvSpPr>
        <p:spPr>
          <a:xfrm>
            <a:off x="4580229" y="3705148"/>
            <a:ext cx="4929530"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9646920" y="3705148"/>
            <a:ext cx="1828800" cy="727862"/>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1" name="decor:6"/>
          <p:cNvSpPr/>
          <p:nvPr/>
        </p:nvSpPr>
        <p:spPr>
          <a:xfrm>
            <a:off x="685800" y="5224881"/>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487875"/>
            <a:ext cx="3684117"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23" name="slot:item_4_body"/>
          <p:cNvSpPr txBox="1"/>
          <p:nvPr/>
        </p:nvSpPr>
        <p:spPr>
          <a:xfrm>
            <a:off x="4580229" y="4487875"/>
            <a:ext cx="4929530"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24" name="slot:item_4_evidence"/>
          <p:cNvSpPr txBox="1"/>
          <p:nvPr/>
        </p:nvSpPr>
        <p:spPr>
          <a:xfrm>
            <a:off x="9646920" y="4487875"/>
            <a:ext cx="1828800" cy="727862"/>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25" name="decor:7"/>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5270601"/>
            <a:ext cx="3684117"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27" name="slot:item_5_body"/>
          <p:cNvSpPr txBox="1"/>
          <p:nvPr/>
        </p:nvSpPr>
        <p:spPr>
          <a:xfrm>
            <a:off x="4580229" y="5270601"/>
            <a:ext cx="4929530" cy="72786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28" name="slot:item_5_evidence"/>
          <p:cNvSpPr txBox="1"/>
          <p:nvPr/>
        </p:nvSpPr>
        <p:spPr>
          <a:xfrm>
            <a:off x="9646920" y="5270601"/>
            <a:ext cx="1828800" cy="727862"/>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74624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11" name="slot:item_1_body"/>
          <p:cNvSpPr txBox="1"/>
          <p:nvPr/>
        </p:nvSpPr>
        <p:spPr>
          <a:xfrm>
            <a:off x="4580229" y="2139696"/>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9646920" y="2139696"/>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791968"/>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15" name="slot:item_2_body"/>
          <p:cNvSpPr txBox="1"/>
          <p:nvPr/>
        </p:nvSpPr>
        <p:spPr>
          <a:xfrm>
            <a:off x="4580229" y="2791968"/>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9646920" y="2791968"/>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17" name="decor:5"/>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444240"/>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対象範囲と</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例外条件を確認</a:t>
            </a:r>
          </a:p>
        </p:txBody>
      </p:sp>
      <p:sp>
        <p:nvSpPr>
          <p:cNvPr id="19" name="slot:item_3_body"/>
          <p:cNvSpPr txBox="1"/>
          <p:nvPr/>
        </p:nvSpPr>
        <p:spPr>
          <a:xfrm>
            <a:off x="4580229" y="3444240"/>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9646920" y="3444240"/>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1" name="decor:6"/>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096512"/>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確認の入口</a:t>
            </a:r>
          </a:p>
        </p:txBody>
      </p:sp>
      <p:sp>
        <p:nvSpPr>
          <p:cNvPr id="23" name="slot:item_4_body"/>
          <p:cNvSpPr txBox="1"/>
          <p:nvPr/>
        </p:nvSpPr>
        <p:spPr>
          <a:xfrm>
            <a:off x="4580229" y="4096512"/>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24" name="slot:item_4_evidence"/>
          <p:cNvSpPr txBox="1"/>
          <p:nvPr/>
        </p:nvSpPr>
        <p:spPr>
          <a:xfrm>
            <a:off x="9646920" y="4096512"/>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
        <p:nvSpPr>
          <p:cNvPr id="25" name="decor:7"/>
          <p:cNvSpPr/>
          <p:nvPr/>
        </p:nvSpPr>
        <p:spPr>
          <a:xfrm>
            <a:off x="685800" y="5355336"/>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4748784"/>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原文の条件を整理</a:t>
            </a:r>
          </a:p>
        </p:txBody>
      </p:sp>
      <p:sp>
        <p:nvSpPr>
          <p:cNvPr id="27" name="slot:item_5_body"/>
          <p:cNvSpPr txBox="1"/>
          <p:nvPr/>
        </p:nvSpPr>
        <p:spPr>
          <a:xfrm>
            <a:off x="4580229" y="4748784"/>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28" name="slot:item_5_evidence"/>
          <p:cNvSpPr txBox="1"/>
          <p:nvPr/>
        </p:nvSpPr>
        <p:spPr>
          <a:xfrm>
            <a:off x="9646920" y="4748784"/>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29" name="decor:8"/>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ot:item_6_heading"/>
          <p:cNvSpPr txBox="1"/>
          <p:nvPr/>
        </p:nvSpPr>
        <p:spPr>
          <a:xfrm>
            <a:off x="685800" y="5401056"/>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対象範囲と</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例外条件を確認</a:t>
            </a:r>
          </a:p>
        </p:txBody>
      </p:sp>
      <p:sp>
        <p:nvSpPr>
          <p:cNvPr id="31" name="slot:item_6_body"/>
          <p:cNvSpPr txBox="1"/>
          <p:nvPr/>
        </p:nvSpPr>
        <p:spPr>
          <a:xfrm>
            <a:off x="4580229" y="5401056"/>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32" name="slot:item_6_evidence"/>
          <p:cNvSpPr txBox="1"/>
          <p:nvPr/>
        </p:nvSpPr>
        <p:spPr>
          <a:xfrm>
            <a:off x="9646920" y="5401056"/>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留保：効果は未検証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85415"/>
            <a:ext cx="2834640" cy="1231391"/>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9896" y="2185415"/>
            <a:ext cx="7744968" cy="123139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71672"/>
            <a:ext cx="2834640" cy="1231391"/>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4" name="slot:item_2_body"/>
          <p:cNvSpPr txBox="1"/>
          <p:nvPr/>
        </p:nvSpPr>
        <p:spPr>
          <a:xfrm>
            <a:off x="3739896" y="3471672"/>
            <a:ext cx="7744968" cy="123139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57928"/>
            <a:ext cx="2834640" cy="1231391"/>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7" name="slot:item_3_body"/>
          <p:cNvSpPr txBox="1"/>
          <p:nvPr/>
        </p:nvSpPr>
        <p:spPr>
          <a:xfrm>
            <a:off x="3739896" y="4757928"/>
            <a:ext cx="7744968" cy="123139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次の確認先も記録する。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0929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916686"/>
          </a:xfrm>
          <a:prstGeom prst="rect">
            <a:avLst/>
          </a:prstGeom>
          <a:noFill/>
        </p:spPr>
        <p:txBody>
          <a:bodyPr wrap="square" anchor="ctr"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67127"/>
            <a:ext cx="2542032" cy="91668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3" name="slot:item_1_body"/>
          <p:cNvSpPr txBox="1"/>
          <p:nvPr/>
        </p:nvSpPr>
        <p:spPr>
          <a:xfrm>
            <a:off x="4507992" y="2167127"/>
            <a:ext cx="7013448" cy="91668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4" name="decor:5"/>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138677"/>
            <a:ext cx="411480" cy="916686"/>
          </a:xfrm>
          <a:prstGeom prst="rect">
            <a:avLst/>
          </a:prstGeom>
          <a:noFill/>
        </p:spPr>
        <p:txBody>
          <a:bodyPr wrap="square" anchor="ctr"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138677"/>
            <a:ext cx="2542032" cy="91668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7" name="slot:item_2_body"/>
          <p:cNvSpPr txBox="1"/>
          <p:nvPr/>
        </p:nvSpPr>
        <p:spPr>
          <a:xfrm>
            <a:off x="4507992" y="3138677"/>
            <a:ext cx="7013448" cy="91668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8" name="decor:6"/>
          <p:cNvSpPr/>
          <p:nvPr/>
        </p:nvSpPr>
        <p:spPr>
          <a:xfrm>
            <a:off x="1234440" y="50360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110228"/>
            <a:ext cx="411480" cy="916686"/>
          </a:xfrm>
          <a:prstGeom prst="rect">
            <a:avLst/>
          </a:prstGeom>
          <a:noFill/>
        </p:spPr>
        <p:txBody>
          <a:bodyPr wrap="square" anchor="ctr"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110228"/>
            <a:ext cx="2542032" cy="91668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21" name="slot:item_3_body"/>
          <p:cNvSpPr txBox="1"/>
          <p:nvPr/>
        </p:nvSpPr>
        <p:spPr>
          <a:xfrm>
            <a:off x="4507992" y="4110228"/>
            <a:ext cx="7013448" cy="91668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次の確認先も記録する。</a:t>
            </a:r>
          </a:p>
        </p:txBody>
      </p:sp>
      <p:sp>
        <p:nvSpPr>
          <p:cNvPr id="22" name="decor:7"/>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5081778"/>
            <a:ext cx="411480" cy="916686"/>
          </a:xfrm>
          <a:prstGeom prst="rect">
            <a:avLst/>
          </a:prstGeom>
          <a:noFill/>
        </p:spPr>
        <p:txBody>
          <a:bodyPr wrap="square" anchor="ctr"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5081778"/>
            <a:ext cx="2542032" cy="91668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25" name="slot:item_4_body"/>
          <p:cNvSpPr txBox="1"/>
          <p:nvPr/>
        </p:nvSpPr>
        <p:spPr>
          <a:xfrm>
            <a:off x="4507992" y="5081778"/>
            <a:ext cx="7013448" cy="91668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1920240"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2212848" y="34168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2212848" y="2167127"/>
            <a:ext cx="2834640" cy="124053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2" name="slot:item_1_body"/>
          <p:cNvSpPr txBox="1"/>
          <p:nvPr/>
        </p:nvSpPr>
        <p:spPr>
          <a:xfrm>
            <a:off x="5257800" y="2167127"/>
            <a:ext cx="6263640" cy="124053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3" name="slot:item_1_date"/>
          <p:cNvSpPr txBox="1"/>
          <p:nvPr/>
        </p:nvSpPr>
        <p:spPr>
          <a:xfrm>
            <a:off x="621792" y="2167127"/>
            <a:ext cx="1170432" cy="1240536"/>
          </a:xfrm>
          <a:prstGeom prst="rect">
            <a:avLst/>
          </a:prstGeom>
          <a:noFill/>
        </p:spPr>
        <p:txBody>
          <a:bodyPr wrap="square" anchor="ctr"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準備期</a:t>
            </a:r>
          </a:p>
        </p:txBody>
      </p:sp>
      <p:sp>
        <p:nvSpPr>
          <p:cNvPr id="14" name="decor:5"/>
          <p:cNvSpPr/>
          <p:nvPr/>
        </p:nvSpPr>
        <p:spPr>
          <a:xfrm>
            <a:off x="2212848" y="47122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2212848" y="3462528"/>
            <a:ext cx="2834640" cy="124053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6" name="slot:item_2_body"/>
          <p:cNvSpPr txBox="1"/>
          <p:nvPr/>
        </p:nvSpPr>
        <p:spPr>
          <a:xfrm>
            <a:off x="5257800" y="3462528"/>
            <a:ext cx="6263640" cy="124053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7" name="slot:item_2_date"/>
          <p:cNvSpPr txBox="1"/>
          <p:nvPr/>
        </p:nvSpPr>
        <p:spPr>
          <a:xfrm>
            <a:off x="621792" y="3462528"/>
            <a:ext cx="1170432" cy="1240536"/>
          </a:xfrm>
          <a:prstGeom prst="rect">
            <a:avLst/>
          </a:prstGeom>
          <a:noFill/>
        </p:spPr>
        <p:txBody>
          <a:bodyPr wrap="square" anchor="ctr"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試行期</a:t>
            </a:r>
          </a:p>
        </p:txBody>
      </p:sp>
      <p:sp>
        <p:nvSpPr>
          <p:cNvPr id="18" name="decor:6"/>
          <p:cNvSpPr/>
          <p:nvPr/>
        </p:nvSpPr>
        <p:spPr>
          <a:xfrm>
            <a:off x="2212848" y="60076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2212848" y="4757928"/>
            <a:ext cx="2834640" cy="124053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20" name="slot:item_3_body"/>
          <p:cNvSpPr txBox="1"/>
          <p:nvPr/>
        </p:nvSpPr>
        <p:spPr>
          <a:xfrm>
            <a:off x="5257800" y="4757928"/>
            <a:ext cx="6263640" cy="124053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次の確認先も記録する。</a:t>
            </a:r>
          </a:p>
        </p:txBody>
      </p:sp>
      <p:sp>
        <p:nvSpPr>
          <p:cNvPr id="21" name="slot:item_3_date"/>
          <p:cNvSpPr txBox="1"/>
          <p:nvPr/>
        </p:nvSpPr>
        <p:spPr>
          <a:xfrm>
            <a:off x="621792" y="4757928"/>
            <a:ext cx="1170432" cy="1240536"/>
          </a:xfrm>
          <a:prstGeom prst="rect">
            <a:avLst/>
          </a:prstGeom>
          <a:noFill/>
        </p:spPr>
        <p:txBody>
          <a:bodyPr wrap="square" anchor="ctr"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評価期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32104" y="2167127"/>
            <a:ext cx="2560320" cy="113385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metric_label_1"/>
          <p:cNvSpPr txBox="1"/>
          <p:nvPr/>
        </p:nvSpPr>
        <p:spPr>
          <a:xfrm>
            <a:off x="3621024" y="2167127"/>
            <a:ext cx="1828800" cy="1133856"/>
          </a:xfrm>
          <a:prstGeom prst="rect">
            <a:avLst/>
          </a:prstGeom>
          <a:noFill/>
        </p:spPr>
        <p:txBody>
          <a:bodyPr wrap="square" anchor="ctr"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5815584" y="2167127"/>
            <a:ext cx="5394960" cy="11338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3" name="decor:4"/>
          <p:cNvSpPr/>
          <p:nvPr/>
        </p:nvSpPr>
        <p:spPr>
          <a:xfrm>
            <a:off x="603504" y="3456432"/>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832104" y="3483863"/>
            <a:ext cx="2560320" cy="113385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metric_label_2"/>
          <p:cNvSpPr txBox="1"/>
          <p:nvPr/>
        </p:nvSpPr>
        <p:spPr>
          <a:xfrm>
            <a:off x="3621024" y="3483863"/>
            <a:ext cx="1828800" cy="1133856"/>
          </a:xfrm>
          <a:prstGeom prst="rect">
            <a:avLst/>
          </a:prstGeom>
          <a:noFill/>
        </p:spPr>
        <p:txBody>
          <a:bodyPr wrap="square" anchor="ctr"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5815584" y="3483863"/>
            <a:ext cx="5394960" cy="11338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7" name="decor:5"/>
          <p:cNvSpPr/>
          <p:nvPr/>
        </p:nvSpPr>
        <p:spPr>
          <a:xfrm>
            <a:off x="603504" y="4773168"/>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832104" y="4800600"/>
            <a:ext cx="2560320" cy="113385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p:txBody>
      </p:sp>
      <p:sp>
        <p:nvSpPr>
          <p:cNvPr id="19" name="slot:metric_label_3"/>
          <p:cNvSpPr txBox="1"/>
          <p:nvPr/>
        </p:nvSpPr>
        <p:spPr>
          <a:xfrm>
            <a:off x="3621024" y="4800600"/>
            <a:ext cx="1828800" cy="1133856"/>
          </a:xfrm>
          <a:prstGeom prst="rect">
            <a:avLst/>
          </a:prstGeom>
          <a:noFill/>
        </p:spPr>
        <p:txBody>
          <a:bodyPr wrap="square" anchor="ctr"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5815584" y="4800600"/>
            <a:ext cx="5394960" cy="11338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短い見出しと説明を同じ行のまとまりで読む</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3657600"/>
                <a:gridCol w="3657600"/>
                <a:gridCol w="3657600"/>
              </a:tblGrid>
              <a:tr h="713232">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留保</a:t>
                      </a:r>
                    </a:p>
                  </a:txBody>
                  <a:tcPr marL="155448" marR="155448" marT="64008" marB="64008" anchor="ctr">
                    <a:solidFill>
                      <a:srgbClr val="213547"/>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架空資料A・検索節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部署間の呼称差が残る</a:t>
                      </a:r>
                    </a:p>
                  </a:txBody>
                  <a:tcPr marL="155448" marR="155448" marT="64008" marB="64008" anchor="ctr">
                    <a:solidFill>
                      <a:srgbClr val="FFFFFF"/>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架空資料B・条件節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原文の条件を保持</a:t>
                      </a:r>
                    </a:p>
                  </a:txBody>
                  <a:tcPr marL="155448" marR="155448" marT="64008" marB="64008" anchor="ctr">
                    <a:solidFill>
                      <a:srgbClr val="EDF1F4"/>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架空資料C・運用節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確認日：未記録</a:t>
                      </a:r>
                    </a:p>
                  </a:txBody>
                  <a:tcPr marL="155448" marR="155448" marT="64008" marB="64008" anchor="ctr">
                    <a:solidFill>
                      <a:srgbClr val="FFFFFF"/>
                    </a:solidFill>
                  </a:tcPr>
                </a:tc>
              </a:tr>
              <a:tr h="713232">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nchor="ctr">
                    <a:solidFill>
                      <a:srgbClr val="EDF1F4"/>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架空資料D・例外節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個別の判断が必要</a:t>
                      </a:r>
                    </a:p>
                  </a:txBody>
                  <a:tcPr marL="155448" marR="155448" marT="64008" marB="64008" anchor="ctr">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行ごとに上寄せと中央寄せを指定する</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12496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9696"/>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63114"/>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44240"/>
            <a:ext cx="2834640" cy="1249680"/>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568192"/>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277360"/>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48784"/>
            <a:ext cx="2834640" cy="12496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748784"/>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3730752" y="5457952"/>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公開レイアウト見本</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読み始めを揃える説明は上寄せを選ぶ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2834640" cy="12496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確認の入口</a:t>
            </a:r>
          </a:p>
        </p:txBody>
      </p:sp>
      <p:sp>
        <p:nvSpPr>
          <p:cNvPr id="11" name="slot:item_1_body"/>
          <p:cNvSpPr txBox="1"/>
          <p:nvPr/>
        </p:nvSpPr>
        <p:spPr>
          <a:xfrm>
            <a:off x="3730752" y="2139696"/>
            <a:ext cx="7790688" cy="33197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原文を確認する。</a:t>
            </a:r>
          </a:p>
        </p:txBody>
      </p:sp>
      <p:sp>
        <p:nvSpPr>
          <p:cNvPr id="12" name="slot:item_1_evidence"/>
          <p:cNvSpPr txBox="1"/>
          <p:nvPr/>
        </p:nvSpPr>
        <p:spPr>
          <a:xfrm>
            <a:off x="3730752" y="2563114"/>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44240"/>
            <a:ext cx="2834640" cy="12496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原文の条件を整理</a:t>
            </a:r>
          </a:p>
        </p:txBody>
      </p:sp>
      <p:sp>
        <p:nvSpPr>
          <p:cNvPr id="15" name="slot:item_2_body"/>
          <p:cNvSpPr txBox="1"/>
          <p:nvPr/>
        </p:nvSpPr>
        <p:spPr>
          <a:xfrm>
            <a:off x="3730752" y="3444240"/>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確認日と対象範囲を揃える。</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条件の違いも残す。</a:t>
            </a:r>
          </a:p>
        </p:txBody>
      </p:sp>
      <p:sp>
        <p:nvSpPr>
          <p:cNvPr id="16" name="slot:item_2_evidence"/>
          <p:cNvSpPr txBox="1"/>
          <p:nvPr/>
        </p:nvSpPr>
        <p:spPr>
          <a:xfrm>
            <a:off x="3730752" y="4153408"/>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48784"/>
            <a:ext cx="2834640" cy="12496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対象範囲と</a:t>
            </a:r>
          </a:p>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例外条件を確認</a:t>
            </a:r>
          </a:p>
        </p:txBody>
      </p:sp>
      <p:sp>
        <p:nvSpPr>
          <p:cNvPr id="19" name="slot:item_3_body"/>
          <p:cNvSpPr txBox="1"/>
          <p:nvPr/>
        </p:nvSpPr>
        <p:spPr>
          <a:xfrm>
            <a:off x="3730752" y="4748784"/>
            <a:ext cx="7790688" cy="617728"/>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資料への参照を残す。</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未確認の条件は分けて扱う。</a:t>
            </a:r>
          </a:p>
        </p:txBody>
      </p:sp>
      <p:sp>
        <p:nvSpPr>
          <p:cNvPr id="20" name="slot:item_3_evidence"/>
          <p:cNvSpPr txBox="1"/>
          <p:nvPr/>
        </p:nvSpPr>
        <p:spPr>
          <a:xfrm>
            <a:off x="3730752" y="5457952"/>
            <a:ext cx="7790688"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