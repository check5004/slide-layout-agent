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"ed_cards_rows_2",</a:t>
            </a:r>
          </a:p>
          <a:p>
            <a:r>
              <a:t>  "variant": "warm",</a:t>
            </a:r>
          </a:p>
          <a:p>
            <a:r>
              <a:t>  "rationale": "Public template fixture; short fictional slot content; no private data.",</a:t>
            </a:r>
          </a:p>
          <a:p>
            <a:r>
              <a:t>  "source_sha256": "18d83b456303582afd6a9ba46ae42df9a098119f08bcb7425e0e27cc818a3918",</a:t>
            </a:r>
          </a:p>
          <a:p>
            <a:r>
              <a:t>  "evidence": [</a:t>
            </a:r>
          </a:p>
          <a:p>
            <a:r>
              <a:t>    {</a:t>
            </a:r>
          </a:p>
          <a:p>
            <a:r>
              <a:t>      "text": "短い見出しと説明を同じ行のまとまりで読む",</a:t>
            </a:r>
          </a:p>
          <a:p>
            <a:r>
              <a:t>      "refs": [</a:t>
            </a:r>
          </a:p>
          <a:p>
            <a:r>
              <a:t>        {</a:t>
            </a:r>
          </a:p>
          <a:p>
            <a:r>
              <a:t>          "source_id": "s001",</a:t>
            </a:r>
          </a:p>
          <a:p>
            <a:r>
              <a:t>          "quote": "短い見出しと説明を同じ行のまとまりで読む"</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"s001",</a:t>
            </a:r>
          </a:p>
          <a:p>
            <a:r>
              <a:t>          "quote": "架空の社内調査。運用条件を整理した所見であり、効果を実証したものではない。"</a:t>
            </a:r>
          </a:p>
          <a:p>
            <a:r>
              <a:t>        }</a:t>
            </a:r>
          </a:p>
          <a:p>
            <a:r>
              <a:t>      ],</a:t>
            </a:r>
          </a:p>
          <a:p>
            <a:r>
              <a:t>      "mode": "verbatim"</a:t>
            </a:r>
          </a:p>
          <a:p>
            <a:r>
              <a:t>    },</a:t>
            </a:r>
          </a:p>
          <a:p>
            <a:r>
              <a:t>    {</a:t>
            </a:r>
          </a:p>
          <a:p>
            <a:r>
              <a:t>      "text": "確認の入口",</a:t>
            </a:r>
          </a:p>
          <a:p>
            <a:r>
              <a:t>      "refs": [</a:t>
            </a:r>
          </a:p>
          <a:p>
            <a:r>
              <a:t>        {</a:t>
            </a:r>
          </a:p>
          <a:p>
            <a:r>
              <a:t>          "source_id": "s001",</a:t>
            </a:r>
          </a:p>
          <a:p>
            <a:r>
              <a:t>          "quote": "確認の入口"</a:t>
            </a:r>
          </a:p>
          <a:p>
            <a:r>
              <a:t>        }</a:t>
            </a:r>
          </a:p>
          <a:p>
            <a:r>
              <a:t>      ],</a:t>
            </a:r>
          </a:p>
          <a:p>
            <a:r>
              <a:t>      "mode": "verbatim"</a:t>
            </a:r>
          </a:p>
          <a:p>
            <a:r>
              <a:t>    },</a:t>
            </a:r>
          </a:p>
          <a:p>
            <a:r>
              <a:t>    {</a:t>
            </a:r>
          </a:p>
          <a:p>
            <a:r>
              <a:t>      "text": "原文を確認する。",</a:t>
            </a:r>
          </a:p>
          <a:p>
            <a:r>
              <a:t>      "refs": [</a:t>
            </a:r>
          </a:p>
          <a:p>
            <a:r>
              <a:t>        {</a:t>
            </a:r>
          </a:p>
          <a:p>
            <a:r>
              <a:t>          "source_id": "s001",</a:t>
            </a:r>
          </a:p>
          <a:p>
            <a:r>
              <a:t>          "quote": "原文を確認する。"</a:t>
            </a:r>
          </a:p>
          <a:p>
            <a:r>
              <a:t>        }</a:t>
            </a:r>
          </a:p>
          <a:p>
            <a:r>
              <a:t>      ],</a:t>
            </a:r>
          </a:p>
          <a:p>
            <a:r>
              <a:t>      "mode": "verbatim"</a:t>
            </a:r>
          </a:p>
          <a:p>
            <a:r>
              <a:t>    },</a:t>
            </a:r>
          </a:p>
          <a:p>
            <a:r>
              <a:t>    {</a:t>
            </a:r>
          </a:p>
          <a:p>
            <a:r>
              <a:t>      "text": "根拠：架空資料",</a:t>
            </a:r>
          </a:p>
          <a:p>
            <a:r>
              <a:t>      "refs": [</a:t>
            </a:r>
          </a:p>
          <a:p>
            <a:r>
              <a:t>        {</a:t>
            </a:r>
          </a:p>
          <a:p>
            <a:r>
              <a:t>          "source_id": "s001",</a:t>
            </a:r>
          </a:p>
          <a:p>
            <a:r>
              <a:t>          "quote": "根拠：架空資料"</a:t>
            </a:r>
          </a:p>
          <a:p>
            <a:r>
              <a:t>        }</a:t>
            </a:r>
          </a:p>
          <a:p>
            <a:r>
              <a:t>      ],</a:t>
            </a:r>
          </a:p>
          <a:p>
            <a:r>
              <a:t>      "mode": "verbatim"</a:t>
            </a:r>
          </a:p>
          <a:p>
            <a:r>
              <a:t>    },</a:t>
            </a:r>
          </a:p>
          <a:p>
            <a:r>
              <a:t>    {</a:t>
            </a:r>
          </a:p>
          <a:p>
            <a:r>
              <a:t>      "text": "原文の条件を整理",</a:t>
            </a:r>
          </a:p>
          <a:p>
            <a:r>
              <a:t>      "refs": [</a:t>
            </a:r>
          </a:p>
          <a:p>
            <a:r>
              <a:t>        {</a:t>
            </a:r>
          </a:p>
          <a:p>
            <a:r>
              <a:t>          "source_id": "s001",</a:t>
            </a:r>
          </a:p>
          <a:p>
            <a:r>
              <a:t>          "quote": "原文の条件を整理"</a:t>
            </a:r>
          </a:p>
          <a:p>
            <a:r>
              <a:t>        }</a:t>
            </a:r>
          </a:p>
          <a:p>
            <a:r>
              <a:t>      ],</a:t>
            </a:r>
          </a:p>
          <a:p>
            <a:r>
              <a:t>      "mode": "verbatim"</a:t>
            </a:r>
          </a:p>
          <a:p>
            <a:r>
              <a:t>    },</a:t>
            </a:r>
          </a:p>
          <a:p>
            <a:r>
              <a:t>    {</a:t>
            </a:r>
          </a:p>
          <a:p>
            <a:r>
              <a:t>      "text": "確認日と対象範囲を揃える。\n条件の違いも残す。",</a:t>
            </a:r>
          </a:p>
          <a:p>
            <a:r>
              <a:t>      "refs": [</a:t>
            </a:r>
          </a:p>
          <a:p>
            <a:r>
              <a:t>        {</a:t>
            </a:r>
          </a:p>
          <a:p>
            <a:r>
              <a:t>          "source_id": "s001",</a:t>
            </a:r>
          </a:p>
          <a:p>
            <a:r>
              <a:t>          "quote": "確認日と対象範囲を揃える。\n条件の違いも残す。"</a:t>
            </a:r>
          </a:p>
          <a:p>
            <a:r>
              <a:t>        }</a:t>
            </a:r>
          </a:p>
          <a:p>
            <a:r>
              <a:t>      ],</a:t>
            </a:r>
          </a:p>
          <a:p>
            <a:r>
              <a:t>      "mode": "verbatim"</a:t>
            </a:r>
          </a:p>
          <a:p>
            <a:r>
              <a:t>    },</a:t>
            </a:r>
          </a:p>
          <a:p>
            <a:r>
              <a:t>    {</a:t>
            </a:r>
          </a:p>
          <a:p>
            <a:r>
              <a:t>      "text": "根拠：架空資料",</a:t>
            </a:r>
          </a:p>
          <a:p>
            <a:r>
              <a:t>      "refs": [</a:t>
            </a:r>
          </a:p>
          <a:p>
            <a:r>
              <a:t>        {</a:t>
            </a:r>
          </a:p>
          <a:p>
            <a:r>
              <a:t>          "source_id": "s001",</a:t>
            </a:r>
          </a:p>
          <a:p>
            <a:r>
              <a:t>          "quote": "根拠：架空資料"</a:t>
            </a:r>
          </a:p>
          <a:p>
            <a:r>
              <a:t>        }</a:t>
            </a:r>
          </a:p>
          <a:p>
            <a:r>
              <a:t>      ],</a:t>
            </a:r>
          </a:p>
          <a:p>
            <a:r>
              <a:t>      "mode": "verbatim"</a:t>
            </a:r>
          </a:p>
          <a:p>
            <a:r>
              <a:t>    }</a:t>
            </a:r>
          </a:p>
          <a:p>
            <a:r>
              <a:t>  ],</a:t>
            </a:r>
          </a:p>
          <a:p>
            <a:r>
              <a:t>  "citations": {</a:t>
            </a:r>
          </a:p>
          <a:p>
            <a:r>
              <a:t>    "s001":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"rows",</a:t>
            </a:r>
          </a:p>
          <a:p>
            <a:r>
              <a:t>  "repetition_reason": "Catalog inventory: adjacent entries intentionally show every count/orientation for comparison; this is not a presentation sequence.",</a:t>
            </a:r>
          </a:p>
          <a:p>
            <a:r>
              <a:t>  "images": {},</a:t>
            </a:r>
          </a:p>
          <a:p>
            <a:r>
              <a:t>  "template_sha256": "440019d20f5a335dab83c072b37e653f3218cfe77f57792428b4d015eb985246"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"slide002",</a:t>
            </a:r>
          </a:p>
          <a:p>
            <a:r>
              <a:t>  "origin": "catalog",</a:t>
            </a:r>
          </a:p>
          <a:p>
            <a:r>
              <a:t>  "layout_id": "ed_cards_rows_3",</a:t>
            </a:r>
          </a:p>
          <a:p>
            <a:r>
              <a:t>  "variant": "warm",</a:t>
            </a:r>
          </a:p>
          <a:p>
            <a:r>
              <a:t>  "rationale": "Public template fixture; short fictional slot content; no private data.",</a:t>
            </a:r>
          </a:p>
          <a:p>
            <a:r>
              <a:t>  "source_sha256": "18d83b456303582afd6a9ba46ae42df9a098119f08bcb7425e0e27cc818a3918",</a:t>
            </a:r>
          </a:p>
          <a:p>
            <a:r>
              <a:t>  "evidence": [</a:t>
            </a:r>
          </a:p>
          <a:p>
            <a:r>
              <a:t>    {</a:t>
            </a:r>
          </a:p>
          <a:p>
            <a:r>
              <a:t>      "text": "短い見出しと説明を同じ行のまとまりで読む",</a:t>
            </a:r>
          </a:p>
          <a:p>
            <a:r>
              <a:t>      "refs": [</a:t>
            </a:r>
          </a:p>
          <a:p>
            <a:r>
              <a:t>        {</a:t>
            </a:r>
          </a:p>
          <a:p>
            <a:r>
              <a:t>          "source_id": "s002",</a:t>
            </a:r>
          </a:p>
          <a:p>
            <a:r>
              <a:t>          "quote": "短い見出しと説明を同じ行のまとまりで読む"</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"s002",</a:t>
            </a:r>
          </a:p>
          <a:p>
            <a:r>
              <a:t>          "quote": "架空の社内調査。運用条件を整理した所見であり、効果を実証したものではない。"</a:t>
            </a:r>
          </a:p>
          <a:p>
            <a:r>
              <a:t>        }</a:t>
            </a:r>
          </a:p>
          <a:p>
            <a:r>
              <a:t>      ],</a:t>
            </a:r>
          </a:p>
          <a:p>
            <a:r>
              <a:t>      "mode": "verbatim"</a:t>
            </a:r>
          </a:p>
          <a:p>
            <a:r>
              <a:t>    },</a:t>
            </a:r>
          </a:p>
          <a:p>
            <a:r>
              <a:t>    {</a:t>
            </a:r>
          </a:p>
          <a:p>
            <a:r>
              <a:t>      "text": "確認の入口",</a:t>
            </a:r>
          </a:p>
          <a:p>
            <a:r>
              <a:t>      "refs": [</a:t>
            </a:r>
          </a:p>
          <a:p>
            <a:r>
              <a:t>        {</a:t>
            </a:r>
          </a:p>
          <a:p>
            <a:r>
              <a:t>          "source_id": "s002",</a:t>
            </a:r>
          </a:p>
          <a:p>
            <a:r>
              <a:t>          "quote": "確認の入口"</a:t>
            </a:r>
          </a:p>
          <a:p>
            <a:r>
              <a:t>        }</a:t>
            </a:r>
          </a:p>
          <a:p>
            <a:r>
              <a:t>      ],</a:t>
            </a:r>
          </a:p>
          <a:p>
            <a:r>
              <a:t>      "mode": "verbatim"</a:t>
            </a:r>
          </a:p>
          <a:p>
            <a:r>
              <a:t>    },</a:t>
            </a:r>
          </a:p>
          <a:p>
            <a:r>
              <a:t>    {</a:t>
            </a:r>
          </a:p>
          <a:p>
            <a:r>
              <a:t>      "text": "原文を確認する。",</a:t>
            </a:r>
          </a:p>
          <a:p>
            <a:r>
              <a:t>      "refs": [</a:t>
            </a:r>
          </a:p>
          <a:p>
            <a:r>
              <a:t>        {</a:t>
            </a:r>
          </a:p>
          <a:p>
            <a:r>
              <a:t>          "source_id": "s002",</a:t>
            </a:r>
          </a:p>
          <a:p>
            <a:r>
              <a:t>          "quote": "原文を確認する。"</a:t>
            </a:r>
          </a:p>
          <a:p>
            <a:r>
              <a:t>        }</a:t>
            </a:r>
          </a:p>
          <a:p>
            <a:r>
              <a:t>      ],</a:t>
            </a:r>
          </a:p>
          <a:p>
            <a:r>
              <a:t>      "mode": "verbatim"</a:t>
            </a:r>
          </a:p>
          <a:p>
            <a:r>
              <a:t>    },</a:t>
            </a:r>
          </a:p>
          <a:p>
            <a:r>
              <a:t>    {</a:t>
            </a:r>
          </a:p>
          <a:p>
            <a:r>
              <a:t>      "text": "根拠：架空資料",</a:t>
            </a:r>
          </a:p>
          <a:p>
            <a:r>
              <a:t>      "refs": [</a:t>
            </a:r>
          </a:p>
          <a:p>
            <a:r>
              <a:t>        {</a:t>
            </a:r>
          </a:p>
          <a:p>
            <a:r>
              <a:t>          "source_id": "s002",</a:t>
            </a:r>
          </a:p>
          <a:p>
            <a:r>
              <a:t>          "quote": "根拠：架空資料"</a:t>
            </a:r>
          </a:p>
          <a:p>
            <a:r>
              <a:t>        }</a:t>
            </a:r>
          </a:p>
          <a:p>
            <a:r>
              <a:t>      ],</a:t>
            </a:r>
          </a:p>
          <a:p>
            <a:r>
              <a:t>      "mode": "verbatim"</a:t>
            </a:r>
          </a:p>
          <a:p>
            <a:r>
              <a:t>    },</a:t>
            </a:r>
          </a:p>
          <a:p>
            <a:r>
              <a:t>    {</a:t>
            </a:r>
          </a:p>
          <a:p>
            <a:r>
              <a:t>      "text": "原文の条件を整理",</a:t>
            </a:r>
          </a:p>
          <a:p>
            <a:r>
              <a:t>      "refs": [</a:t>
            </a:r>
          </a:p>
          <a:p>
            <a:r>
              <a:t>        {</a:t>
            </a:r>
          </a:p>
          <a:p>
            <a:r>
              <a:t>          "source_id": "s002",</a:t>
            </a:r>
          </a:p>
          <a:p>
            <a:r>
              <a:t>          "quote": "原文の条件を整理"</a:t>
            </a:r>
          </a:p>
          <a:p>
            <a:r>
              <a:t>        }</a:t>
            </a:r>
          </a:p>
          <a:p>
            <a:r>
              <a:t>      ],</a:t>
            </a:r>
          </a:p>
          <a:p>
            <a:r>
              <a:t>      "mode": "verbatim"</a:t>
            </a:r>
          </a:p>
          <a:p>
            <a:r>
              <a:t>    },</a:t>
            </a:r>
          </a:p>
          <a:p>
            <a:r>
              <a:t>    {</a:t>
            </a:r>
          </a:p>
          <a:p>
            <a:r>
              <a:t>      "text": "確認日と対象範囲を揃える。\n条件の違いも残す。",</a:t>
            </a:r>
          </a:p>
          <a:p>
            <a:r>
              <a:t>      "refs": [</a:t>
            </a:r>
          </a:p>
          <a:p>
            <a:r>
              <a:t>        {</a:t>
            </a:r>
          </a:p>
          <a:p>
            <a:r>
              <a:t>          "source_id": "s002",</a:t>
            </a:r>
          </a:p>
          <a:p>
            <a:r>
              <a:t>          "quote": "確認日と対象範囲を揃える。\n条件の違いも残す。"</a:t>
            </a:r>
          </a:p>
          <a:p>
            <a:r>
              <a:t>        }</a:t>
            </a:r>
          </a:p>
          <a:p>
            <a:r>
              <a:t>      ],</a:t>
            </a:r>
          </a:p>
          <a:p>
            <a:r>
              <a:t>      "mode": "verbatim"</a:t>
            </a:r>
          </a:p>
          <a:p>
            <a:r>
              <a:t>    },</a:t>
            </a:r>
          </a:p>
          <a:p>
            <a:r>
              <a:t>    {</a:t>
            </a:r>
          </a:p>
          <a:p>
            <a:r>
              <a:t>      "text": "根拠：架空資料",</a:t>
            </a:r>
          </a:p>
          <a:p>
            <a:r>
              <a:t>      "refs": [</a:t>
            </a:r>
          </a:p>
          <a:p>
            <a:r>
              <a:t>        {</a:t>
            </a:r>
          </a:p>
          <a:p>
            <a:r>
              <a:t>          "source_id": "s002",</a:t>
            </a:r>
          </a:p>
          <a:p>
            <a:r>
              <a:t>          "quote": "根拠：架空資料"</a:t>
            </a:r>
          </a:p>
          <a:p>
            <a:r>
              <a:t>        }</a:t>
            </a:r>
          </a:p>
          <a:p>
            <a:r>
              <a:t>      ],</a:t>
            </a:r>
          </a:p>
          <a:p>
            <a:r>
              <a:t>      "mode": "verbatim"</a:t>
            </a:r>
          </a:p>
          <a:p>
            <a:r>
              <a:t>    },</a:t>
            </a:r>
          </a:p>
          <a:p>
            <a:r>
              <a:t>    {</a:t>
            </a:r>
          </a:p>
          <a:p>
            <a:r>
              <a:t>      "text": "対象範囲と\n例外条件を確認",</a:t>
            </a:r>
          </a:p>
          <a:p>
            <a:r>
              <a:t>      "refs": [</a:t>
            </a:r>
          </a:p>
          <a:p>
            <a:r>
              <a:t>        {</a:t>
            </a:r>
          </a:p>
          <a:p>
            <a:r>
              <a:t>          "source_id": "s002",</a:t>
            </a:r>
          </a:p>
          <a:p>
            <a:r>
              <a:t>          "quote": "対象範囲と\n例外条件を確認"</a:t>
            </a:r>
          </a:p>
          <a:p>
            <a:r>
              <a:t>        }</a:t>
            </a:r>
          </a:p>
          <a:p>
            <a:r>
              <a:t>      ],</a:t>
            </a:r>
          </a:p>
          <a:p>
            <a:r>
              <a:t>      "mode": "verbatim"</a:t>
            </a:r>
          </a:p>
          <a:p>
            <a:r>
              <a:t>    },</a:t>
            </a:r>
          </a:p>
          <a:p>
            <a:r>
              <a:t>    {</a:t>
            </a:r>
          </a:p>
          <a:p>
            <a:r>
              <a:t>      "text": "資料への参照を残す。\n未確認の条件は分けて扱う。",</a:t>
            </a:r>
          </a:p>
          <a:p>
            <a:r>
              <a:t>      "refs": [</a:t>
            </a:r>
          </a:p>
          <a:p>
            <a:r>
              <a:t>        {</a:t>
            </a:r>
          </a:p>
          <a:p>
            <a:r>
              <a:t>          "source_id": "s002",</a:t>
            </a:r>
          </a:p>
          <a:p>
            <a:r>
              <a:t>          "quote": "資料への参照を残す。\n未確認の条件は分けて扱う。"</a:t>
            </a:r>
          </a:p>
          <a:p>
            <a:r>
              <a:t>        }</a:t>
            </a:r>
          </a:p>
          <a:p>
            <a:r>
              <a:t>      ],</a:t>
            </a:r>
          </a:p>
          <a:p>
            <a:r>
              <a:t>      "mode": "verbatim"</a:t>
            </a:r>
          </a:p>
          <a:p>
            <a:r>
              <a:t>    },</a:t>
            </a:r>
          </a:p>
          <a:p>
            <a:r>
              <a:t>    {</a:t>
            </a:r>
          </a:p>
          <a:p>
            <a:r>
              <a:t>      "text": "根拠：架空資料",</a:t>
            </a:r>
          </a:p>
          <a:p>
            <a:r>
              <a:t>      "refs": [</a:t>
            </a:r>
          </a:p>
          <a:p>
            <a:r>
              <a:t>        {</a:t>
            </a:r>
          </a:p>
          <a:p>
            <a:r>
              <a:t>          "source_id": "s002",</a:t>
            </a:r>
          </a:p>
          <a:p>
            <a:r>
              <a:t>          "quote": "根拠：架空資料"</a:t>
            </a:r>
          </a:p>
          <a:p>
            <a:r>
              <a:t>        }</a:t>
            </a:r>
          </a:p>
          <a:p>
            <a:r>
              <a:t>      ],</a:t>
            </a:r>
          </a:p>
          <a:p>
            <a:r>
              <a:t>      "mode": "verbatim"</a:t>
            </a:r>
          </a:p>
          <a:p>
            <a:r>
              <a:t>    }</a:t>
            </a:r>
          </a:p>
          <a:p>
            <a:r>
              <a:t>  ],</a:t>
            </a:r>
          </a:p>
          <a:p>
            <a:r>
              <a:t>  "citations": {</a:t>
            </a:r>
          </a:p>
          <a:p>
            <a:r>
              <a:t>    "s002":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"rows",</a:t>
            </a:r>
          </a:p>
          <a:p>
            <a:r>
              <a:t>  "repetition_reason": "Catalog inventory: adjacent entries intentionally show every count/orientation for comparison; this is not a presentation sequence.",</a:t>
            </a:r>
          </a:p>
          <a:p>
            <a:r>
              <a:t>  "images": {},</a:t>
            </a:r>
          </a:p>
          <a:p>
            <a:r>
              <a:t>  "template_sha256": "5cfc34d5aeabb2ee77faf4cc69ad1b47369e98b65dc7d1c8e9122baab7ab45ae"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"slide003",</a:t>
            </a:r>
          </a:p>
          <a:p>
            <a:r>
              <a:t>  "origin": "catalog",</a:t>
            </a:r>
          </a:p>
          <a:p>
            <a:r>
              <a:t>  "layout_id": "ed_cards_rows_4",</a:t>
            </a:r>
          </a:p>
          <a:p>
            <a:r>
              <a:t>  "variant": "warm",</a:t>
            </a:r>
          </a:p>
          <a:p>
            <a:r>
              <a:t>  "rationale": "Public template fixture; short fictional slot content; no private data.",</a:t>
            </a:r>
          </a:p>
          <a:p>
            <a:r>
              <a:t>  "source_sha256": "18d83b456303582afd6a9ba46ae42df9a098119f08bcb7425e0e27cc818a3918",</a:t>
            </a:r>
          </a:p>
          <a:p>
            <a:r>
              <a:t>  "evidence": [</a:t>
            </a:r>
          </a:p>
          <a:p>
            <a:r>
              <a:t>    {</a:t>
            </a:r>
          </a:p>
          <a:p>
            <a:r>
              <a:t>      "text": "短い見出しと説明を同じ行のまとまりで読む",</a:t>
            </a:r>
          </a:p>
          <a:p>
            <a:r>
              <a:t>      "refs": [</a:t>
            </a:r>
          </a:p>
          <a:p>
            <a:r>
              <a:t>        {</a:t>
            </a:r>
          </a:p>
          <a:p>
            <a:r>
              <a:t>          "source_id": "s003",</a:t>
            </a:r>
          </a:p>
          <a:p>
            <a:r>
              <a:t>          "quote": "短い見出しと説明を同じ行のまとまりで読む"</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"s003",</a:t>
            </a:r>
          </a:p>
          <a:p>
            <a:r>
              <a:t>          "quote": "架空の社内調査。運用条件を整理した所見であり、効果を実証したものではない。"</a:t>
            </a:r>
          </a:p>
          <a:p>
            <a:r>
              <a:t>        }</a:t>
            </a:r>
          </a:p>
          <a:p>
            <a:r>
              <a:t>      ],</a:t>
            </a:r>
          </a:p>
          <a:p>
            <a:r>
              <a:t>      "mode": "verbatim"</a:t>
            </a:r>
          </a:p>
          <a:p>
            <a:r>
              <a:t>    },</a:t>
            </a:r>
          </a:p>
          <a:p>
            <a:r>
              <a:t>    {</a:t>
            </a:r>
          </a:p>
          <a:p>
            <a:r>
              <a:t>      "text": "確認の入口",</a:t>
            </a:r>
          </a:p>
          <a:p>
            <a:r>
              <a:t>      "refs": [</a:t>
            </a:r>
          </a:p>
          <a:p>
            <a:r>
              <a:t>        {</a:t>
            </a:r>
          </a:p>
          <a:p>
            <a:r>
              <a:t>          "source_id": "s003",</a:t>
            </a:r>
          </a:p>
          <a:p>
            <a:r>
              <a:t>          "quote": "確認の入口"</a:t>
            </a:r>
          </a:p>
          <a:p>
            <a:r>
              <a:t>        }</a:t>
            </a:r>
          </a:p>
          <a:p>
            <a:r>
              <a:t>      ],</a:t>
            </a:r>
          </a:p>
          <a:p>
            <a:r>
              <a:t>      "mode": "verbatim"</a:t>
            </a:r>
          </a:p>
          <a:p>
            <a:r>
              <a:t>    },</a:t>
            </a:r>
          </a:p>
          <a:p>
            <a:r>
              <a:t>    {</a:t>
            </a:r>
          </a:p>
          <a:p>
            <a:r>
              <a:t>      "text": "原文を確認する。",</a:t>
            </a:r>
          </a:p>
          <a:p>
            <a:r>
              <a:t>      "refs": [</a:t>
            </a:r>
          </a:p>
          <a:p>
            <a:r>
              <a:t>        {</a:t>
            </a:r>
          </a:p>
          <a:p>
            <a:r>
              <a:t>          "source_id": "s003",</a:t>
            </a:r>
          </a:p>
          <a:p>
            <a:r>
              <a:t>          "quote": "原文を確認する。"</a:t>
            </a:r>
          </a:p>
          <a:p>
            <a:r>
              <a:t>        }</a:t>
            </a:r>
          </a:p>
          <a:p>
            <a:r>
              <a:t>      ],</a:t>
            </a:r>
          </a:p>
          <a:p>
            <a:r>
              <a:t>      "mode": "verbatim"</a:t>
            </a:r>
          </a:p>
          <a:p>
            <a:r>
              <a:t>    },</a:t>
            </a:r>
          </a:p>
          <a:p>
            <a:r>
              <a:t>    {</a:t>
            </a:r>
          </a:p>
          <a:p>
            <a:r>
              <a:t>      "text": "根拠：架空資料",</a:t>
            </a:r>
          </a:p>
          <a:p>
            <a:r>
              <a:t>      "refs": [</a:t>
            </a:r>
          </a:p>
          <a:p>
            <a:r>
              <a:t>        {</a:t>
            </a:r>
          </a:p>
          <a:p>
            <a:r>
              <a:t>          "source_id": "s003",</a:t>
            </a:r>
          </a:p>
          <a:p>
            <a:r>
              <a:t>          "quote": "根拠：架空資料"</a:t>
            </a:r>
          </a:p>
          <a:p>
            <a:r>
              <a:t>        }</a:t>
            </a:r>
          </a:p>
          <a:p>
            <a:r>
              <a:t>      ],</a:t>
            </a:r>
          </a:p>
          <a:p>
            <a:r>
              <a:t>      "mode": "verbatim"</a:t>
            </a:r>
          </a:p>
          <a:p>
            <a:r>
              <a:t>    },</a:t>
            </a:r>
          </a:p>
          <a:p>
            <a:r>
              <a:t>    {</a:t>
            </a:r>
          </a:p>
          <a:p>
            <a:r>
              <a:t>      "text": "原文の条件を整理",</a:t>
            </a:r>
          </a:p>
          <a:p>
            <a:r>
              <a:t>      "refs": [</a:t>
            </a:r>
          </a:p>
          <a:p>
            <a:r>
              <a:t>        {</a:t>
            </a:r>
          </a:p>
          <a:p>
            <a:r>
              <a:t>          "source_id": "s003",</a:t>
            </a:r>
          </a:p>
          <a:p>
            <a:r>
              <a:t>          "quote": "原文の条件を整理"</a:t>
            </a:r>
          </a:p>
          <a:p>
            <a:r>
              <a:t>        }</a:t>
            </a:r>
          </a:p>
          <a:p>
            <a:r>
              <a:t>      ],</a:t>
            </a:r>
          </a:p>
          <a:p>
            <a:r>
              <a:t>      "mode": "verbatim"</a:t>
            </a:r>
          </a:p>
          <a:p>
            <a:r>
              <a:t>    },</a:t>
            </a:r>
          </a:p>
          <a:p>
            <a:r>
              <a:t>    {</a:t>
            </a:r>
          </a:p>
          <a:p>
            <a:r>
              <a:t>      "text": "確認日と対象範囲を揃える。",</a:t>
            </a:r>
          </a:p>
          <a:p>
            <a:r>
              <a:t>      "refs": [</a:t>
            </a:r>
          </a:p>
          <a:p>
            <a:r>
              <a:t>        {</a:t>
            </a:r>
          </a:p>
          <a:p>
            <a:r>
              <a:t>          "source_id": "s003",</a:t>
            </a:r>
          </a:p>
          <a:p>
            <a:r>
              <a:t>          "quote": "確認日と対象範囲を揃える。"</a:t>
            </a:r>
          </a:p>
          <a:p>
            <a:r>
              <a:t>        }</a:t>
            </a:r>
          </a:p>
          <a:p>
            <a:r>
              <a:t>      ],</a:t>
            </a:r>
          </a:p>
          <a:p>
            <a:r>
              <a:t>      "mode": "verbatim"</a:t>
            </a:r>
          </a:p>
          <a:p>
            <a:r>
              <a:t>    },</a:t>
            </a:r>
          </a:p>
          <a:p>
            <a:r>
              <a:t>    {</a:t>
            </a:r>
          </a:p>
          <a:p>
            <a:r>
              <a:t>      "text": "根拠：架空資料",</a:t>
            </a:r>
          </a:p>
          <a:p>
            <a:r>
              <a:t>      "refs": [</a:t>
            </a:r>
          </a:p>
          <a:p>
            <a:r>
              <a:t>        {</a:t>
            </a:r>
          </a:p>
          <a:p>
            <a:r>
              <a:t>          "source_id": "s003",</a:t>
            </a:r>
          </a:p>
          <a:p>
            <a:r>
              <a:t>          "quote": "根拠：架空資料"</a:t>
            </a:r>
          </a:p>
          <a:p>
            <a:r>
              <a:t>        }</a:t>
            </a:r>
          </a:p>
          <a:p>
            <a:r>
              <a:t>      ],</a:t>
            </a:r>
          </a:p>
          <a:p>
            <a:r>
              <a:t>      "mode": "verbatim"</a:t>
            </a:r>
          </a:p>
          <a:p>
            <a:r>
              <a:t>    },</a:t>
            </a:r>
          </a:p>
          <a:p>
            <a:r>
              <a:t>    {</a:t>
            </a:r>
          </a:p>
          <a:p>
            <a:r>
              <a:t>      "text": "対象範囲と\n例外条件を確認",</a:t>
            </a:r>
          </a:p>
          <a:p>
            <a:r>
              <a:t>      "refs": [</a:t>
            </a:r>
          </a:p>
          <a:p>
            <a:r>
              <a:t>        {</a:t>
            </a:r>
          </a:p>
          <a:p>
            <a:r>
              <a:t>          "source_id": "s003",</a:t>
            </a:r>
          </a:p>
          <a:p>
            <a:r>
              <a:t>          "quote": "対象範囲と\n例外条件を確認"</a:t>
            </a:r>
          </a:p>
          <a:p>
            <a:r>
              <a:t>        }</a:t>
            </a:r>
          </a:p>
          <a:p>
            <a:r>
              <a:t>      ],</a:t>
            </a:r>
          </a:p>
          <a:p>
            <a:r>
              <a:t>      "mode": "verbatim"</a:t>
            </a:r>
          </a:p>
          <a:p>
            <a:r>
              <a:t>    },</a:t>
            </a:r>
          </a:p>
          <a:p>
            <a:r>
              <a:t>    {</a:t>
            </a:r>
          </a:p>
          <a:p>
            <a:r>
              <a:t>      "text": "資料への参照を残す。",</a:t>
            </a:r>
          </a:p>
          <a:p>
            <a:r>
              <a:t>      "refs": [</a:t>
            </a:r>
          </a:p>
          <a:p>
            <a:r>
              <a:t>        {</a:t>
            </a:r>
          </a:p>
          <a:p>
            <a:r>
              <a:t>          "source_id": "s003",</a:t>
            </a:r>
          </a:p>
          <a:p>
            <a:r>
              <a:t>          "quote": "資料への参照を残す。"</a:t>
            </a:r>
          </a:p>
          <a:p>
            <a:r>
              <a:t>        }</a:t>
            </a:r>
          </a:p>
          <a:p>
            <a:r>
              <a:t>      ],</a:t>
            </a:r>
          </a:p>
          <a:p>
            <a:r>
              <a:t>      "mode": "verbatim"</a:t>
            </a:r>
          </a:p>
          <a:p>
            <a:r>
              <a:t>    },</a:t>
            </a:r>
          </a:p>
          <a:p>
            <a:r>
              <a:t>    {</a:t>
            </a:r>
          </a:p>
          <a:p>
            <a:r>
              <a:t>      "text": "根拠：架空資料",</a:t>
            </a:r>
          </a:p>
          <a:p>
            <a:r>
              <a:t>      "refs": [</a:t>
            </a:r>
          </a:p>
          <a:p>
            <a:r>
              <a:t>        {</a:t>
            </a:r>
          </a:p>
          <a:p>
            <a:r>
              <a:t>          "source_id": "s003",</a:t>
            </a:r>
          </a:p>
          <a:p>
            <a:r>
              <a:t>          "quote": "根拠：架空資料"</a:t>
            </a:r>
          </a:p>
          <a:p>
            <a:r>
              <a:t>        }</a:t>
            </a:r>
          </a:p>
          <a:p>
            <a:r>
              <a:t>      ],</a:t>
            </a:r>
          </a:p>
          <a:p>
            <a:r>
              <a:t>      "mode": "verbatim"</a:t>
            </a:r>
          </a:p>
          <a:p>
            <a:r>
              <a:t>    },</a:t>
            </a:r>
          </a:p>
          <a:p>
            <a:r>
              <a:t>    {</a:t>
            </a:r>
          </a:p>
          <a:p>
            <a:r>
              <a:t>      "text": "確認の入口",</a:t>
            </a:r>
          </a:p>
          <a:p>
            <a:r>
              <a:t>      "refs": [</a:t>
            </a:r>
          </a:p>
          <a:p>
            <a:r>
              <a:t>        {</a:t>
            </a:r>
          </a:p>
          <a:p>
            <a:r>
              <a:t>          "source_id": "s003",</a:t>
            </a:r>
          </a:p>
          <a:p>
            <a:r>
              <a:t>          "quote": "確認の入口"</a:t>
            </a:r>
          </a:p>
          <a:p>
            <a:r>
              <a:t>        }</a:t>
            </a:r>
          </a:p>
          <a:p>
            <a:r>
              <a:t>      ],</a:t>
            </a:r>
          </a:p>
          <a:p>
            <a:r>
              <a:t>      "mode": "verbatim"</a:t>
            </a:r>
          </a:p>
          <a:p>
            <a:r>
              <a:t>    },</a:t>
            </a:r>
          </a:p>
          <a:p>
            <a:r>
              <a:t>    {</a:t>
            </a:r>
          </a:p>
          <a:p>
            <a:r>
              <a:t>      "text": "原文を確認する。",</a:t>
            </a:r>
          </a:p>
          <a:p>
            <a:r>
              <a:t>      "refs": [</a:t>
            </a:r>
          </a:p>
          <a:p>
            <a:r>
              <a:t>        {</a:t>
            </a:r>
          </a:p>
          <a:p>
            <a:r>
              <a:t>          "source_id": "s003",</a:t>
            </a:r>
          </a:p>
          <a:p>
            <a:r>
              <a:t>          "quote": "原文を確認する。"</a:t>
            </a:r>
          </a:p>
          <a:p>
            <a:r>
              <a:t>        }</a:t>
            </a:r>
          </a:p>
          <a:p>
            <a:r>
              <a:t>      ],</a:t>
            </a:r>
          </a:p>
          <a:p>
            <a:r>
              <a:t>      "mode": "verbatim"</a:t>
            </a:r>
          </a:p>
          <a:p>
            <a:r>
              <a:t>    },</a:t>
            </a:r>
          </a:p>
          <a:p>
            <a:r>
              <a:t>    {</a:t>
            </a:r>
          </a:p>
          <a:p>
            <a:r>
              <a:t>      "text": "根拠：架空資料",</a:t>
            </a:r>
          </a:p>
          <a:p>
            <a:r>
              <a:t>      "refs": [</a:t>
            </a:r>
          </a:p>
          <a:p>
            <a:r>
              <a:t>        {</a:t>
            </a:r>
          </a:p>
          <a:p>
            <a:r>
              <a:t>          "source_id": "s003",</a:t>
            </a:r>
          </a:p>
          <a:p>
            <a:r>
              <a:t>          "quote": "根拠：架空資料"</a:t>
            </a:r>
          </a:p>
          <a:p>
            <a:r>
              <a:t>        }</a:t>
            </a:r>
          </a:p>
          <a:p>
            <a:r>
              <a:t>      ],</a:t>
            </a:r>
          </a:p>
          <a:p>
            <a:r>
              <a:t>      "mode": "verbatim"</a:t>
            </a:r>
          </a:p>
          <a:p>
            <a:r>
              <a:t>    }</a:t>
            </a:r>
          </a:p>
          <a:p>
            <a:r>
              <a:t>  ],</a:t>
            </a:r>
          </a:p>
          <a:p>
            <a:r>
              <a:t>  "citations": {</a:t>
            </a:r>
          </a:p>
          <a:p>
            <a:r>
              <a:t>    "s003":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"rows",</a:t>
            </a:r>
          </a:p>
          <a:p>
            <a:r>
              <a:t>  "repetition_reason": "Catalog inventory: adjacent entries intentionally show every count/orientation for comparison; this is not a presentation sequence.",</a:t>
            </a:r>
          </a:p>
          <a:p>
            <a:r>
              <a:t>  "images": {},</a:t>
            </a:r>
          </a:p>
          <a:p>
            <a:r>
              <a:t>  "template_sha256": "d8eaf48fd337606e0f3273466c70eed3b35c566b145360ca90f7e1a2dfdcb5b2"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"slide004",</a:t>
            </a:r>
          </a:p>
          <a:p>
            <a:r>
              <a:t>  "origin": "catalog",</a:t>
            </a:r>
          </a:p>
          <a:p>
            <a:r>
              <a:t>  "layout_id": "ed_cards_rows_5",</a:t>
            </a:r>
          </a:p>
          <a:p>
            <a:r>
              <a:t>  "variant": "warm",</a:t>
            </a:r>
          </a:p>
          <a:p>
            <a:r>
              <a:t>  "rationale": "Public template fixture; short fictional slot content; no private data.",</a:t>
            </a:r>
          </a:p>
          <a:p>
            <a:r>
              <a:t>  "source_sha256": "18d83b456303582afd6a9ba46ae42df9a098119f08bcb7425e0e27cc818a3918",</a:t>
            </a:r>
          </a:p>
          <a:p>
            <a:r>
              <a:t>  "evidence": [</a:t>
            </a:r>
          </a:p>
          <a:p>
            <a:r>
              <a:t>    {</a:t>
            </a:r>
          </a:p>
          <a:p>
            <a:r>
              <a:t>      "text": "短い見出しと説明を同じ行のまとまりで読む",</a:t>
            </a:r>
          </a:p>
          <a:p>
            <a:r>
              <a:t>      "refs": [</a:t>
            </a:r>
          </a:p>
          <a:p>
            <a:r>
              <a:t>        {</a:t>
            </a:r>
          </a:p>
          <a:p>
            <a:r>
              <a:t>          "source_id": "s004",</a:t>
            </a:r>
          </a:p>
          <a:p>
            <a:r>
              <a:t>          "quote": "短い見出しと説明を同じ行のまとまりで読む"</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"s004",</a:t>
            </a:r>
          </a:p>
          <a:p>
            <a:r>
              <a:t>          "quote": "架空の社内調査。運用条件を整理した所見であり、効果を実証したものではない。"</a:t>
            </a:r>
          </a:p>
          <a:p>
            <a:r>
              <a:t>        }</a:t>
            </a:r>
          </a:p>
          <a:p>
            <a:r>
              <a:t>      ],</a:t>
            </a:r>
          </a:p>
          <a:p>
            <a:r>
              <a:t>      "mode": "verbatim"</a:t>
            </a:r>
          </a:p>
          <a:p>
            <a:r>
              <a:t>    },</a:t>
            </a:r>
          </a:p>
          <a:p>
            <a:r>
              <a:t>    {</a:t>
            </a:r>
          </a:p>
          <a:p>
            <a:r>
              <a:t>      "text": "確認の入口",</a:t>
            </a:r>
          </a:p>
          <a:p>
            <a:r>
              <a:t>      "refs": [</a:t>
            </a:r>
          </a:p>
          <a:p>
            <a:r>
              <a:t>        {</a:t>
            </a:r>
          </a:p>
          <a:p>
            <a:r>
              <a:t>          "source_id": "s004",</a:t>
            </a:r>
          </a:p>
          <a:p>
            <a:r>
              <a:t>          "quote": "確認の入口"</a:t>
            </a:r>
          </a:p>
          <a:p>
            <a:r>
              <a:t>        }</a:t>
            </a:r>
          </a:p>
          <a:p>
            <a:r>
              <a:t>      ],</a:t>
            </a:r>
          </a:p>
          <a:p>
            <a:r>
              <a:t>      "mode": "verbatim"</a:t>
            </a:r>
          </a:p>
          <a:p>
            <a:r>
              <a:t>    },</a:t>
            </a:r>
          </a:p>
          <a:p>
            <a:r>
              <a:t>    {</a:t>
            </a:r>
          </a:p>
          <a:p>
            <a:r>
              <a:t>      "text": "原文を確認する。",</a:t>
            </a:r>
          </a:p>
          <a:p>
            <a:r>
              <a:t>      "refs": [</a:t>
            </a:r>
          </a:p>
          <a:p>
            <a:r>
              <a:t>        {</a:t>
            </a:r>
          </a:p>
          <a:p>
            <a:r>
              <a:t>          "source_id": "s004",</a:t>
            </a:r>
          </a:p>
          <a:p>
            <a:r>
              <a:t>          "quote": "原文を確認する。"</a:t>
            </a:r>
          </a:p>
          <a:p>
            <a:r>
              <a:t>        }</a:t>
            </a:r>
          </a:p>
          <a:p>
            <a:r>
              <a:t>      ],</a:t>
            </a:r>
          </a:p>
          <a:p>
            <a:r>
              <a:t>      "mode": "verbatim"</a:t>
            </a:r>
          </a:p>
          <a:p>
            <a:r>
              <a:t>    },</a:t>
            </a:r>
          </a:p>
          <a:p>
            <a:r>
              <a:t>    {</a:t>
            </a:r>
          </a:p>
          <a:p>
            <a:r>
              <a:t>      "text": "根拠：架空資料",</a:t>
            </a:r>
          </a:p>
          <a:p>
            <a:r>
              <a:t>      "refs": [</a:t>
            </a:r>
          </a:p>
          <a:p>
            <a:r>
              <a:t>        {</a:t>
            </a:r>
          </a:p>
          <a:p>
            <a:r>
              <a:t>          "source_id": "s004",</a:t>
            </a:r>
          </a:p>
          <a:p>
            <a:r>
              <a:t>          "quote": "根拠：架空資料"</a:t>
            </a:r>
          </a:p>
          <a:p>
            <a:r>
              <a:t>        }</a:t>
            </a:r>
          </a:p>
          <a:p>
            <a:r>
              <a:t>      ],</a:t>
            </a:r>
          </a:p>
          <a:p>
            <a:r>
              <a:t>      "mode": "verbatim"</a:t>
            </a:r>
          </a:p>
          <a:p>
            <a:r>
              <a:t>    },</a:t>
            </a:r>
          </a:p>
          <a:p>
            <a:r>
              <a:t>    {</a:t>
            </a:r>
          </a:p>
          <a:p>
            <a:r>
              <a:t>      "text": "原文の条件を整理",</a:t>
            </a:r>
          </a:p>
          <a:p>
            <a:r>
              <a:t>      "refs": [</a:t>
            </a:r>
          </a:p>
          <a:p>
            <a:r>
              <a:t>        {</a:t>
            </a:r>
          </a:p>
          <a:p>
            <a:r>
              <a:t>          "source_id": "s004",</a:t>
            </a:r>
          </a:p>
          <a:p>
            <a:r>
              <a:t>          "quote": "原文の条件を整理"</a:t>
            </a:r>
          </a:p>
          <a:p>
            <a:r>
              <a:t>        }</a:t>
            </a:r>
          </a:p>
          <a:p>
            <a:r>
              <a:t>      ],</a:t>
            </a:r>
          </a:p>
          <a:p>
            <a:r>
              <a:t>      "mode": "verbatim"</a:t>
            </a:r>
          </a:p>
          <a:p>
            <a:r>
              <a:t>    },</a:t>
            </a:r>
          </a:p>
          <a:p>
            <a:r>
              <a:t>    {</a:t>
            </a:r>
          </a:p>
          <a:p>
            <a:r>
              <a:t>      "text": "確認日と対象範囲を揃える。\n条件の違いも残す。",</a:t>
            </a:r>
          </a:p>
          <a:p>
            <a:r>
              <a:t>      "refs": [</a:t>
            </a:r>
          </a:p>
          <a:p>
            <a:r>
              <a:t>        {</a:t>
            </a:r>
          </a:p>
          <a:p>
            <a:r>
              <a:t>          "source_id": "s004",</a:t>
            </a:r>
          </a:p>
          <a:p>
            <a:r>
              <a:t>          "quote": "確認日と対象範囲を揃える。\n条件の違いも残す。"</a:t>
            </a:r>
          </a:p>
          <a:p>
            <a:r>
              <a:t>        }</a:t>
            </a:r>
          </a:p>
          <a:p>
            <a:r>
              <a:t>      ],</a:t>
            </a:r>
          </a:p>
          <a:p>
            <a:r>
              <a:t>      "mode": "verbatim"</a:t>
            </a:r>
          </a:p>
          <a:p>
            <a:r>
              <a:t>    },</a:t>
            </a:r>
          </a:p>
          <a:p>
            <a:r>
              <a:t>    {</a:t>
            </a:r>
          </a:p>
          <a:p>
            <a:r>
              <a:t>      "text": "根拠：架空資料\n留保：効果は未検証",</a:t>
            </a:r>
          </a:p>
          <a:p>
            <a:r>
              <a:t>      "refs": [</a:t>
            </a:r>
          </a:p>
          <a:p>
            <a:r>
              <a:t>        {</a:t>
            </a:r>
          </a:p>
          <a:p>
            <a:r>
              <a:t>          "source_id": "s004",</a:t>
            </a:r>
          </a:p>
          <a:p>
            <a:r>
              <a:t>          "quote": "根拠：架空資料\n留保：効果は未検証"</a:t>
            </a:r>
          </a:p>
          <a:p>
            <a:r>
              <a:t>        }</a:t>
            </a:r>
          </a:p>
          <a:p>
            <a:r>
              <a:t>      ],</a:t>
            </a:r>
          </a:p>
          <a:p>
            <a:r>
              <a:t>      "mode": "verbatim"</a:t>
            </a:r>
          </a:p>
          <a:p>
            <a:r>
              <a:t>    },</a:t>
            </a:r>
          </a:p>
          <a:p>
            <a:r>
              <a:t>    {</a:t>
            </a:r>
          </a:p>
          <a:p>
            <a:r>
              <a:t>      "text": "対象範囲と\n例外条件を確認",</a:t>
            </a:r>
          </a:p>
          <a:p>
            <a:r>
              <a:t>      "refs": [</a:t>
            </a:r>
          </a:p>
          <a:p>
            <a:r>
              <a:t>        {</a:t>
            </a:r>
          </a:p>
          <a:p>
            <a:r>
              <a:t>          "source_id": "s004",</a:t>
            </a:r>
          </a:p>
          <a:p>
            <a:r>
              <a:t>          "quote": "対象範囲と\n例外条件を確認"</a:t>
            </a:r>
          </a:p>
          <a:p>
            <a:r>
              <a:t>        }</a:t>
            </a:r>
          </a:p>
          <a:p>
            <a:r>
              <a:t>      ],</a:t>
            </a:r>
          </a:p>
          <a:p>
            <a:r>
              <a:t>      "mode": "verbatim"</a:t>
            </a:r>
          </a:p>
          <a:p>
            <a:r>
              <a:t>    },</a:t>
            </a:r>
          </a:p>
          <a:p>
            <a:r>
              <a:t>    {</a:t>
            </a:r>
          </a:p>
          <a:p>
            <a:r>
              <a:t>      "text": "資料への参照を残す。\n未確認の条件は分けて扱う。",</a:t>
            </a:r>
          </a:p>
          <a:p>
            <a:r>
              <a:t>      "refs": [</a:t>
            </a:r>
          </a:p>
          <a:p>
            <a:r>
              <a:t>        {</a:t>
            </a:r>
          </a:p>
          <a:p>
            <a:r>
              <a:t>          "source_id": "s004",</a:t>
            </a:r>
          </a:p>
          <a:p>
            <a:r>
              <a:t>          "quote": "資料への参照を残す。\n未確認の条件は分けて扱う。"</a:t>
            </a:r>
          </a:p>
          <a:p>
            <a:r>
              <a:t>        }</a:t>
            </a:r>
          </a:p>
          <a:p>
            <a:r>
              <a:t>      ],</a:t>
            </a:r>
          </a:p>
          <a:p>
            <a:r>
              <a:t>      "mode": "verbatim"</a:t>
            </a:r>
          </a:p>
          <a:p>
            <a:r>
              <a:t>    },</a:t>
            </a:r>
          </a:p>
          <a:p>
            <a:r>
              <a:t>    {</a:t>
            </a:r>
          </a:p>
          <a:p>
            <a:r>
              <a:t>      "text": "根拠：架空資料",</a:t>
            </a:r>
          </a:p>
          <a:p>
            <a:r>
              <a:t>      "refs": [</a:t>
            </a:r>
          </a:p>
          <a:p>
            <a:r>
              <a:t>        {</a:t>
            </a:r>
          </a:p>
          <a:p>
            <a:r>
              <a:t>          "source_id": "s004",</a:t>
            </a:r>
          </a:p>
          <a:p>
            <a:r>
              <a:t>          "quote": "根拠：架空資料"</a:t>
            </a:r>
          </a:p>
          <a:p>
            <a:r>
              <a:t>        }</a:t>
            </a:r>
          </a:p>
          <a:p>
            <a:r>
              <a:t>      ],</a:t>
            </a:r>
          </a:p>
          <a:p>
            <a:r>
              <a:t>      "mode": "verbatim"</a:t>
            </a:r>
          </a:p>
          <a:p>
            <a:r>
              <a:t>    },</a:t>
            </a:r>
          </a:p>
          <a:p>
            <a:r>
              <a:t>    {</a:t>
            </a:r>
          </a:p>
          <a:p>
            <a:r>
              <a:t>      "text": "確認の入口",</a:t>
            </a:r>
          </a:p>
          <a:p>
            <a:r>
              <a:t>      "refs": [</a:t>
            </a:r>
          </a:p>
          <a:p>
            <a:r>
              <a:t>        {</a:t>
            </a:r>
          </a:p>
          <a:p>
            <a:r>
              <a:t>          "source_id": "s004",</a:t>
            </a:r>
          </a:p>
          <a:p>
            <a:r>
              <a:t>          "quote": "確認の入口"</a:t>
            </a:r>
          </a:p>
          <a:p>
            <a:r>
              <a:t>        }</a:t>
            </a:r>
          </a:p>
          <a:p>
            <a:r>
              <a:t>      ],</a:t>
            </a:r>
          </a:p>
          <a:p>
            <a:r>
              <a:t>      "mode": "verbatim"</a:t>
            </a:r>
          </a:p>
          <a:p>
            <a:r>
              <a:t>    },</a:t>
            </a:r>
          </a:p>
          <a:p>
            <a:r>
              <a:t>    {</a:t>
            </a:r>
          </a:p>
          <a:p>
            <a:r>
              <a:t>      "text": "原文を確認する。",</a:t>
            </a:r>
          </a:p>
          <a:p>
            <a:r>
              <a:t>      "refs": [</a:t>
            </a:r>
          </a:p>
          <a:p>
            <a:r>
              <a:t>        {</a:t>
            </a:r>
          </a:p>
          <a:p>
            <a:r>
              <a:t>          "source_id": "s004",</a:t>
            </a:r>
          </a:p>
          <a:p>
            <a:r>
              <a:t>          "quote": "原文を確認する。"</a:t>
            </a:r>
          </a:p>
          <a:p>
            <a:r>
              <a:t>        }</a:t>
            </a:r>
          </a:p>
          <a:p>
            <a:r>
              <a:t>      ],</a:t>
            </a:r>
          </a:p>
          <a:p>
            <a:r>
              <a:t>      "mode": "verbatim"</a:t>
            </a:r>
          </a:p>
          <a:p>
            <a:r>
              <a:t>    },</a:t>
            </a:r>
          </a:p>
          <a:p>
            <a:r>
              <a:t>    {</a:t>
            </a:r>
          </a:p>
          <a:p>
            <a:r>
              <a:t>      "text": "根拠：架空資料\n留保：効果は未検証",</a:t>
            </a:r>
          </a:p>
          <a:p>
            <a:r>
              <a:t>      "refs": [</a:t>
            </a:r>
          </a:p>
          <a:p>
            <a:r>
              <a:t>        {</a:t>
            </a:r>
          </a:p>
          <a:p>
            <a:r>
              <a:t>          "source_id": "s004",</a:t>
            </a:r>
          </a:p>
          <a:p>
            <a:r>
              <a:t>          "quote": "根拠：架空資料\n留保：効果は未検証"</a:t>
            </a:r>
          </a:p>
          <a:p>
            <a:r>
              <a:t>        }</a:t>
            </a:r>
          </a:p>
          <a:p>
            <a:r>
              <a:t>      ],</a:t>
            </a:r>
          </a:p>
          <a:p>
            <a:r>
              <a:t>      "mode": "verbatim"</a:t>
            </a:r>
          </a:p>
          <a:p>
            <a:r>
              <a:t>    },</a:t>
            </a:r>
          </a:p>
          <a:p>
            <a:r>
              <a:t>    {</a:t>
            </a:r>
          </a:p>
          <a:p>
            <a:r>
              <a:t>      "text": "原文の条件を整理",</a:t>
            </a:r>
          </a:p>
          <a:p>
            <a:r>
              <a:t>      "refs": [</a:t>
            </a:r>
          </a:p>
          <a:p>
            <a:r>
              <a:t>        {</a:t>
            </a:r>
          </a:p>
          <a:p>
            <a:r>
              <a:t>          "source_id": "s004",</a:t>
            </a:r>
          </a:p>
          <a:p>
            <a:r>
              <a:t>          "quote": "原文の条件を整理"</a:t>
            </a:r>
          </a:p>
          <a:p>
            <a:r>
              <a:t>        }</a:t>
            </a:r>
          </a:p>
          <a:p>
            <a:r>
              <a:t>      ],</a:t>
            </a:r>
          </a:p>
          <a:p>
            <a:r>
              <a:t>      "mode": "verbatim"</a:t>
            </a:r>
          </a:p>
          <a:p>
            <a:r>
              <a:t>    },</a:t>
            </a:r>
          </a:p>
          <a:p>
            <a:r>
              <a:t>    {</a:t>
            </a:r>
          </a:p>
          <a:p>
            <a:r>
              <a:t>      "text": "確認日と対象範囲を揃える。\n条件の違いも残す。",</a:t>
            </a:r>
          </a:p>
          <a:p>
            <a:r>
              <a:t>      "refs": [</a:t>
            </a:r>
          </a:p>
          <a:p>
            <a:r>
              <a:t>        {</a:t>
            </a:r>
          </a:p>
          <a:p>
            <a:r>
              <a:t>          "source_id": "s004",</a:t>
            </a:r>
          </a:p>
          <a:p>
            <a:r>
              <a:t>          "quote": "確認日と対象範囲を揃える。\n条件の違いも残す。"</a:t>
            </a:r>
          </a:p>
          <a:p>
            <a:r>
              <a:t>        }</a:t>
            </a:r>
          </a:p>
          <a:p>
            <a:r>
              <a:t>      ],</a:t>
            </a:r>
          </a:p>
          <a:p>
            <a:r>
              <a:t>      "mode": "verbatim"</a:t>
            </a:r>
          </a:p>
          <a:p>
            <a:r>
              <a:t>    },</a:t>
            </a:r>
          </a:p>
          <a:p>
            <a:r>
              <a:t>    {</a:t>
            </a:r>
          </a:p>
          <a:p>
            <a:r>
              <a:t>      "text": "根拠：架空資料",</a:t>
            </a:r>
          </a:p>
          <a:p>
            <a:r>
              <a:t>      "refs": [</a:t>
            </a:r>
          </a:p>
          <a:p>
            <a:r>
              <a:t>        {</a:t>
            </a:r>
          </a:p>
          <a:p>
            <a:r>
              <a:t>          "source_id": "s004",</a:t>
            </a:r>
          </a:p>
          <a:p>
            <a:r>
              <a:t>          "quote": "根拠：架空資料"</a:t>
            </a:r>
          </a:p>
          <a:p>
            <a:r>
              <a:t>        }</a:t>
            </a:r>
          </a:p>
          <a:p>
            <a:r>
              <a:t>      ],</a:t>
            </a:r>
          </a:p>
          <a:p>
            <a:r>
              <a:t>      "mode": "verbatim"</a:t>
            </a:r>
          </a:p>
          <a:p>
            <a:r>
              <a:t>    }</a:t>
            </a:r>
          </a:p>
          <a:p>
            <a:r>
              <a:t>  ],</a:t>
            </a:r>
          </a:p>
          <a:p>
            <a:r>
              <a:t>  "citations": {</a:t>
            </a:r>
          </a:p>
          <a:p>
            <a:r>
              <a:t>    "s004":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"rows",</a:t>
            </a:r>
          </a:p>
          <a:p>
            <a:r>
              <a:t>  "repetition_reason": "Catalog inventory: adjacent entries intentionally show every count/orientation for comparison; this is not a presentation sequence.",</a:t>
            </a:r>
          </a:p>
          <a:p>
            <a:r>
              <a:t>  "images": {},</a:t>
            </a:r>
          </a:p>
          <a:p>
            <a:r>
              <a:t>  "template_sha256": "e2535fb3d45d0375b21722a6024857ae98f6141b0f5139af4a94e98498f88a50"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"slide005",</a:t>
            </a:r>
          </a:p>
          <a:p>
            <a:r>
              <a:t>  "origin": "catalog",</a:t>
            </a:r>
          </a:p>
          <a:p>
            <a:r>
              <a:t>  "layout_id": "ed_cards_rows_6",</a:t>
            </a:r>
          </a:p>
          <a:p>
            <a:r>
              <a:t>  "variant": "warm",</a:t>
            </a:r>
          </a:p>
          <a:p>
            <a:r>
              <a:t>  "rationale": "Public template fixture; short fictional slot content; no private data.",</a:t>
            </a:r>
          </a:p>
          <a:p>
            <a:r>
              <a:t>  "source_sha256": "18d83b456303582afd6a9ba46ae42df9a098119f08bcb7425e0e27cc818a3918",</a:t>
            </a:r>
          </a:p>
          <a:p>
            <a:r>
              <a:t>  "evidence": [</a:t>
            </a:r>
          </a:p>
          <a:p>
            <a:r>
              <a:t>    {</a:t>
            </a:r>
          </a:p>
          <a:p>
            <a:r>
              <a:t>      "text": "短い見出しと説明を同じ行のまとまりで読む",</a:t>
            </a:r>
          </a:p>
          <a:p>
            <a:r>
              <a:t>      "refs": [</a:t>
            </a:r>
          </a:p>
          <a:p>
            <a:r>
              <a:t>        {</a:t>
            </a:r>
          </a:p>
          <a:p>
            <a:r>
              <a:t>          "source_id": "s005",</a:t>
            </a:r>
          </a:p>
          <a:p>
            <a:r>
              <a:t>          "quote": "短い見出しと説明を同じ行のまとまりで読む"</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"s005",</a:t>
            </a:r>
          </a:p>
          <a:p>
            <a:r>
              <a:t>          "quote": "架空の社内調査。運用条件を整理した所見であり、効果を実証したものではない。"</a:t>
            </a:r>
          </a:p>
          <a:p>
            <a:r>
              <a:t>        }</a:t>
            </a:r>
          </a:p>
          <a:p>
            <a:r>
              <a:t>      ],</a:t>
            </a:r>
          </a:p>
          <a:p>
            <a:r>
              <a:t>      "mode": "verbatim"</a:t>
            </a:r>
          </a:p>
          <a:p>
            <a:r>
              <a:t>    },</a:t>
            </a:r>
          </a:p>
          <a:p>
            <a:r>
              <a:t>    {</a:t>
            </a:r>
          </a:p>
          <a:p>
            <a:r>
              <a:t>      "text": "確認の入口",</a:t>
            </a:r>
          </a:p>
          <a:p>
            <a:r>
              <a:t>      "refs": [</a:t>
            </a:r>
          </a:p>
          <a:p>
            <a:r>
              <a:t>        {</a:t>
            </a:r>
          </a:p>
          <a:p>
            <a:r>
              <a:t>          "source_id": "s005",</a:t>
            </a:r>
          </a:p>
          <a:p>
            <a:r>
              <a:t>          "quote": "確認の入口"</a:t>
            </a:r>
          </a:p>
          <a:p>
            <a:r>
              <a:t>        }</a:t>
            </a:r>
          </a:p>
          <a:p>
            <a:r>
              <a:t>      ],</a:t>
            </a:r>
          </a:p>
          <a:p>
            <a:r>
              <a:t>      "mode": "verbatim"</a:t>
            </a:r>
          </a:p>
          <a:p>
            <a:r>
              <a:t>    },</a:t>
            </a:r>
          </a:p>
          <a:p>
            <a:r>
              <a:t>    {</a:t>
            </a:r>
          </a:p>
          <a:p>
            <a:r>
              <a:t>      "text": "原文を確認する。",</a:t>
            </a:r>
          </a:p>
          <a:p>
            <a:r>
              <a:t>      "refs": [</a:t>
            </a:r>
          </a:p>
          <a:p>
            <a:r>
              <a:t>        {</a:t>
            </a:r>
          </a:p>
          <a:p>
            <a:r>
              <a:t>          "source_id": "s005",</a:t>
            </a:r>
          </a:p>
          <a:p>
            <a:r>
              <a:t>          "quote": "原文を確認する。"</a:t>
            </a:r>
          </a:p>
          <a:p>
            <a:r>
              <a:t>        }</a:t>
            </a:r>
          </a:p>
          <a:p>
            <a:r>
              <a:t>      ],</a:t>
            </a:r>
          </a:p>
          <a:p>
            <a:r>
              <a:t>      "mode": "verbatim"</a:t>
            </a:r>
          </a:p>
          <a:p>
            <a:r>
              <a:t>    },</a:t>
            </a:r>
          </a:p>
          <a:p>
            <a:r>
              <a:t>    {</a:t>
            </a:r>
          </a:p>
          <a:p>
            <a:r>
              <a:t>      "text": "根拠：架空資料",</a:t>
            </a:r>
          </a:p>
          <a:p>
            <a:r>
              <a:t>      "refs": [</a:t>
            </a:r>
          </a:p>
          <a:p>
            <a:r>
              <a:t>        {</a:t>
            </a:r>
          </a:p>
          <a:p>
            <a:r>
              <a:t>          "source_id": "s005",</a:t>
            </a:r>
          </a:p>
          <a:p>
            <a:r>
              <a:t>          "quote": "根拠：架空資料"</a:t>
            </a:r>
          </a:p>
          <a:p>
            <a:r>
              <a:t>        }</a:t>
            </a:r>
          </a:p>
          <a:p>
            <a:r>
              <a:t>      ],</a:t>
            </a:r>
          </a:p>
          <a:p>
            <a:r>
              <a:t>      "mode": "verbatim"</a:t>
            </a:r>
          </a:p>
          <a:p>
            <a:r>
              <a:t>    },</a:t>
            </a:r>
          </a:p>
          <a:p>
            <a:r>
              <a:t>    {</a:t>
            </a:r>
          </a:p>
          <a:p>
            <a:r>
              <a:t>      "text": "原文の条件を整理",</a:t>
            </a:r>
          </a:p>
          <a:p>
            <a:r>
              <a:t>      "refs": [</a:t>
            </a:r>
          </a:p>
          <a:p>
            <a:r>
              <a:t>        {</a:t>
            </a:r>
          </a:p>
          <a:p>
            <a:r>
              <a:t>          "source_id": "s005",</a:t>
            </a:r>
          </a:p>
          <a:p>
            <a:r>
              <a:t>          "quote": "原文の条件を整理"</a:t>
            </a:r>
          </a:p>
          <a:p>
            <a:r>
              <a:t>        }</a:t>
            </a:r>
          </a:p>
          <a:p>
            <a:r>
              <a:t>      ],</a:t>
            </a:r>
          </a:p>
          <a:p>
            <a:r>
              <a:t>      "mode": "verbatim"</a:t>
            </a:r>
          </a:p>
          <a:p>
            <a:r>
              <a:t>    },</a:t>
            </a:r>
          </a:p>
          <a:p>
            <a:r>
              <a:t>    {</a:t>
            </a:r>
          </a:p>
          <a:p>
            <a:r>
              <a:t>      "text": "確認日と対象範囲を揃える。\n条件の違いも残す。",</a:t>
            </a:r>
          </a:p>
          <a:p>
            <a:r>
              <a:t>      "refs": [</a:t>
            </a:r>
          </a:p>
          <a:p>
            <a:r>
              <a:t>        {</a:t>
            </a:r>
          </a:p>
          <a:p>
            <a:r>
              <a:t>          "source_id": "s005",</a:t>
            </a:r>
          </a:p>
          <a:p>
            <a:r>
              <a:t>          "quote": "確認日と対象範囲を揃える。\n条件の違いも残す。"</a:t>
            </a:r>
          </a:p>
          <a:p>
            <a:r>
              <a:t>        }</a:t>
            </a:r>
          </a:p>
          <a:p>
            <a:r>
              <a:t>      ],</a:t>
            </a:r>
          </a:p>
          <a:p>
            <a:r>
              <a:t>      "mode": "verbatim"</a:t>
            </a:r>
          </a:p>
          <a:p>
            <a:r>
              <a:t>    },</a:t>
            </a:r>
          </a:p>
          <a:p>
            <a:r>
              <a:t>    {</a:t>
            </a:r>
          </a:p>
          <a:p>
            <a:r>
              <a:t>      "text": "根拠：架空資料\n留保：効果は未検証",</a:t>
            </a:r>
          </a:p>
          <a:p>
            <a:r>
              <a:t>      "refs": [</a:t>
            </a:r>
          </a:p>
          <a:p>
            <a:r>
              <a:t>        {</a:t>
            </a:r>
          </a:p>
          <a:p>
            <a:r>
              <a:t>          "source_id": "s005",</a:t>
            </a:r>
          </a:p>
          <a:p>
            <a:r>
              <a:t>          "quote": "根拠：架空資料\n留保：効果は未検証"</a:t>
            </a:r>
          </a:p>
          <a:p>
            <a:r>
              <a:t>        }</a:t>
            </a:r>
          </a:p>
          <a:p>
            <a:r>
              <a:t>      ],</a:t>
            </a:r>
          </a:p>
          <a:p>
            <a:r>
              <a:t>      "mode": "verbatim"</a:t>
            </a:r>
          </a:p>
          <a:p>
            <a:r>
              <a:t>    },</a:t>
            </a:r>
          </a:p>
          <a:p>
            <a:r>
              <a:t>    {</a:t>
            </a:r>
          </a:p>
          <a:p>
            <a:r>
              <a:t>      "text": "対象範囲と\n例外条件を確認",</a:t>
            </a:r>
          </a:p>
          <a:p>
            <a:r>
              <a:t>      "refs": [</a:t>
            </a:r>
          </a:p>
          <a:p>
            <a:r>
              <a:t>        {</a:t>
            </a:r>
          </a:p>
          <a:p>
            <a:r>
              <a:t>          "source_id": "s005",</a:t>
            </a:r>
          </a:p>
          <a:p>
            <a:r>
              <a:t>          "quote": "対象範囲と\n例外条件を確認"</a:t>
            </a:r>
          </a:p>
          <a:p>
            <a:r>
              <a:t>        }</a:t>
            </a:r>
          </a:p>
          <a:p>
            <a:r>
              <a:t>      ],</a:t>
            </a:r>
          </a:p>
          <a:p>
            <a:r>
              <a:t>      "mode": "verbatim"</a:t>
            </a:r>
          </a:p>
          <a:p>
            <a:r>
              <a:t>    },</a:t>
            </a:r>
          </a:p>
          <a:p>
            <a:r>
              <a:t>    {</a:t>
            </a:r>
          </a:p>
          <a:p>
            <a:r>
              <a:t>      "text": "資料への参照を残す。\n未確認の条件は分けて扱う。",</a:t>
            </a:r>
          </a:p>
          <a:p>
            <a:r>
              <a:t>      "refs": [</a:t>
            </a:r>
          </a:p>
          <a:p>
            <a:r>
              <a:t>        {</a:t>
            </a:r>
          </a:p>
          <a:p>
            <a:r>
              <a:t>          "source_id": "s005",</a:t>
            </a:r>
          </a:p>
          <a:p>
            <a:r>
              <a:t>          "quote": "資料への参照を残す。\n未確認の条件は分けて扱う。"</a:t>
            </a:r>
          </a:p>
          <a:p>
            <a:r>
              <a:t>        }</a:t>
            </a:r>
          </a:p>
          <a:p>
            <a:r>
              <a:t>      ],</a:t>
            </a:r>
          </a:p>
          <a:p>
            <a:r>
              <a:t>      "mode": "verbatim"</a:t>
            </a:r>
          </a:p>
          <a:p>
            <a:r>
              <a:t>    },</a:t>
            </a:r>
          </a:p>
          <a:p>
            <a:r>
              <a:t>    {</a:t>
            </a:r>
          </a:p>
          <a:p>
            <a:r>
              <a:t>      "text": "根拠：架空資料",</a:t>
            </a:r>
          </a:p>
          <a:p>
            <a:r>
              <a:t>      "refs": [</a:t>
            </a:r>
          </a:p>
          <a:p>
            <a:r>
              <a:t>        {</a:t>
            </a:r>
          </a:p>
          <a:p>
            <a:r>
              <a:t>          "source_id": "s005",</a:t>
            </a:r>
          </a:p>
          <a:p>
            <a:r>
              <a:t>          "quote": "根拠：架空資料"</a:t>
            </a:r>
          </a:p>
          <a:p>
            <a:r>
              <a:t>        }</a:t>
            </a:r>
          </a:p>
          <a:p>
            <a:r>
              <a:t>      ],</a:t>
            </a:r>
          </a:p>
          <a:p>
            <a:r>
              <a:t>      "mode": "verbatim"</a:t>
            </a:r>
          </a:p>
          <a:p>
            <a:r>
              <a:t>    },</a:t>
            </a:r>
          </a:p>
          <a:p>
            <a:r>
              <a:t>    {</a:t>
            </a:r>
          </a:p>
          <a:p>
            <a:r>
              <a:t>      "text": "確認の入口",</a:t>
            </a:r>
          </a:p>
          <a:p>
            <a:r>
              <a:t>      "refs": [</a:t>
            </a:r>
          </a:p>
          <a:p>
            <a:r>
              <a:t>        {</a:t>
            </a:r>
          </a:p>
          <a:p>
            <a:r>
              <a:t>          "source_id": "s005",</a:t>
            </a:r>
          </a:p>
          <a:p>
            <a:r>
              <a:t>          "quote": "確認の入口"</a:t>
            </a:r>
          </a:p>
          <a:p>
            <a:r>
              <a:t>        }</a:t>
            </a:r>
          </a:p>
          <a:p>
            <a:r>
              <a:t>      ],</a:t>
            </a:r>
          </a:p>
          <a:p>
            <a:r>
              <a:t>      "mode": "verbatim"</a:t>
            </a:r>
          </a:p>
          <a:p>
            <a:r>
              <a:t>    },</a:t>
            </a:r>
          </a:p>
          <a:p>
            <a:r>
              <a:t>    {</a:t>
            </a:r>
          </a:p>
          <a:p>
            <a:r>
              <a:t>      "text": "原文を確認する。",</a:t>
            </a:r>
          </a:p>
          <a:p>
            <a:r>
              <a:t>      "refs": [</a:t>
            </a:r>
          </a:p>
          <a:p>
            <a:r>
              <a:t>        {</a:t>
            </a:r>
          </a:p>
          <a:p>
            <a:r>
              <a:t>          "source_id": "s005",</a:t>
            </a:r>
          </a:p>
          <a:p>
            <a:r>
              <a:t>          "quote": "原文を確認する。"</a:t>
            </a:r>
          </a:p>
          <a:p>
            <a:r>
              <a:t>        }</a:t>
            </a:r>
          </a:p>
          <a:p>
            <a:r>
              <a:t>      ],</a:t>
            </a:r>
          </a:p>
          <a:p>
            <a:r>
              <a:t>      "mode": "verbatim"</a:t>
            </a:r>
          </a:p>
          <a:p>
            <a:r>
              <a:t>    },</a:t>
            </a:r>
          </a:p>
          <a:p>
            <a:r>
              <a:t>    {</a:t>
            </a:r>
          </a:p>
          <a:p>
            <a:r>
              <a:t>      "text": "根拠：架空資料\n留保：効果は未検証",</a:t>
            </a:r>
          </a:p>
          <a:p>
            <a:r>
              <a:t>      "refs": [</a:t>
            </a:r>
          </a:p>
          <a:p>
            <a:r>
              <a:t>        {</a:t>
            </a:r>
          </a:p>
          <a:p>
            <a:r>
              <a:t>          "source_id": "s005",</a:t>
            </a:r>
          </a:p>
          <a:p>
            <a:r>
              <a:t>          "quote": "根拠：架空資料\n留保：効果は未検証"</a:t>
            </a:r>
          </a:p>
          <a:p>
            <a:r>
              <a:t>        }</a:t>
            </a:r>
          </a:p>
          <a:p>
            <a:r>
              <a:t>      ],</a:t>
            </a:r>
          </a:p>
          <a:p>
            <a:r>
              <a:t>      "mode": "verbatim"</a:t>
            </a:r>
          </a:p>
          <a:p>
            <a:r>
              <a:t>    },</a:t>
            </a:r>
          </a:p>
          <a:p>
            <a:r>
              <a:t>    {</a:t>
            </a:r>
          </a:p>
          <a:p>
            <a:r>
              <a:t>      "text": "原文の条件を整理",</a:t>
            </a:r>
          </a:p>
          <a:p>
            <a:r>
              <a:t>      "refs": [</a:t>
            </a:r>
          </a:p>
          <a:p>
            <a:r>
              <a:t>        {</a:t>
            </a:r>
          </a:p>
          <a:p>
            <a:r>
              <a:t>          "source_id": "s005",</a:t>
            </a:r>
          </a:p>
          <a:p>
            <a:r>
              <a:t>          "quote": "原文の条件を整理"</a:t>
            </a:r>
          </a:p>
          <a:p>
            <a:r>
              <a:t>        }</a:t>
            </a:r>
          </a:p>
          <a:p>
            <a:r>
              <a:t>      ],</a:t>
            </a:r>
          </a:p>
          <a:p>
            <a:r>
              <a:t>      "mode": "verbatim"</a:t>
            </a:r>
          </a:p>
          <a:p>
            <a:r>
              <a:t>    },</a:t>
            </a:r>
          </a:p>
          <a:p>
            <a:r>
              <a:t>    {</a:t>
            </a:r>
          </a:p>
          <a:p>
            <a:r>
              <a:t>      "text": "確認日と対象範囲を揃える。\n条件の違いも残す。",</a:t>
            </a:r>
          </a:p>
          <a:p>
            <a:r>
              <a:t>      "refs": [</a:t>
            </a:r>
          </a:p>
          <a:p>
            <a:r>
              <a:t>        {</a:t>
            </a:r>
          </a:p>
          <a:p>
            <a:r>
              <a:t>          "source_id": "s005",</a:t>
            </a:r>
          </a:p>
          <a:p>
            <a:r>
              <a:t>          "quote": "確認日と対象範囲を揃える。\n条件の違いも残す。"</a:t>
            </a:r>
          </a:p>
          <a:p>
            <a:r>
              <a:t>        }</a:t>
            </a:r>
          </a:p>
          <a:p>
            <a:r>
              <a:t>      ],</a:t>
            </a:r>
          </a:p>
          <a:p>
            <a:r>
              <a:t>      "mode": "verbatim"</a:t>
            </a:r>
          </a:p>
          <a:p>
            <a:r>
              <a:t>    },</a:t>
            </a:r>
          </a:p>
          <a:p>
            <a:r>
              <a:t>    {</a:t>
            </a:r>
          </a:p>
          <a:p>
            <a:r>
              <a:t>      "text": "根拠：架空資料",</a:t>
            </a:r>
          </a:p>
          <a:p>
            <a:r>
              <a:t>      "refs": [</a:t>
            </a:r>
          </a:p>
          <a:p>
            <a:r>
              <a:t>        {</a:t>
            </a:r>
          </a:p>
          <a:p>
            <a:r>
              <a:t>          "source_id": "s005",</a:t>
            </a:r>
          </a:p>
          <a:p>
            <a:r>
              <a:t>          "quote": "根拠：架空資料"</a:t>
            </a:r>
          </a:p>
          <a:p>
            <a:r>
              <a:t>        }</a:t>
            </a:r>
          </a:p>
          <a:p>
            <a:r>
              <a:t>      ],</a:t>
            </a:r>
          </a:p>
          <a:p>
            <a:r>
              <a:t>      "mode": "verbatim"</a:t>
            </a:r>
          </a:p>
          <a:p>
            <a:r>
              <a:t>    },</a:t>
            </a:r>
          </a:p>
          <a:p>
            <a:r>
              <a:t>    {</a:t>
            </a:r>
          </a:p>
          <a:p>
            <a:r>
              <a:t>      "text": "対象範囲と\n例外条件を確認",</a:t>
            </a:r>
          </a:p>
          <a:p>
            <a:r>
              <a:t>      "refs": [</a:t>
            </a:r>
          </a:p>
          <a:p>
            <a:r>
              <a:t>        {</a:t>
            </a:r>
          </a:p>
          <a:p>
            <a:r>
              <a:t>          "source_id": "s005",</a:t>
            </a:r>
          </a:p>
          <a:p>
            <a:r>
              <a:t>          "quote": "対象範囲と\n例外条件を確認"</a:t>
            </a:r>
          </a:p>
          <a:p>
            <a:r>
              <a:t>        }</a:t>
            </a:r>
          </a:p>
          <a:p>
            <a:r>
              <a:t>      ],</a:t>
            </a:r>
          </a:p>
          <a:p>
            <a:r>
              <a:t>      "mode": "verbatim"</a:t>
            </a:r>
          </a:p>
          <a:p>
            <a:r>
              <a:t>    },</a:t>
            </a:r>
          </a:p>
          <a:p>
            <a:r>
              <a:t>    {</a:t>
            </a:r>
          </a:p>
          <a:p>
            <a:r>
              <a:t>      "text": "資料への参照を残す。\n未確認の条件は分けて扱う。",</a:t>
            </a:r>
          </a:p>
          <a:p>
            <a:r>
              <a:t>      "refs": [</a:t>
            </a:r>
          </a:p>
          <a:p>
            <a:r>
              <a:t>        {</a:t>
            </a:r>
          </a:p>
          <a:p>
            <a:r>
              <a:t>          "source_id": "s005",</a:t>
            </a:r>
          </a:p>
          <a:p>
            <a:r>
              <a:t>          "quote": "資料への参照を残す。\n未確認の条件は分けて扱う。"</a:t>
            </a:r>
          </a:p>
          <a:p>
            <a:r>
              <a:t>        }</a:t>
            </a:r>
          </a:p>
          <a:p>
            <a:r>
              <a:t>      ],</a:t>
            </a:r>
          </a:p>
          <a:p>
            <a:r>
              <a:t>      "mode": "verbatim"</a:t>
            </a:r>
          </a:p>
          <a:p>
            <a:r>
              <a:t>    },</a:t>
            </a:r>
          </a:p>
          <a:p>
            <a:r>
              <a:t>    {</a:t>
            </a:r>
          </a:p>
          <a:p>
            <a:r>
              <a:t>      "text": "根拠：架空資料\n留保：効果は未検証",</a:t>
            </a:r>
          </a:p>
          <a:p>
            <a:r>
              <a:t>      "refs": [</a:t>
            </a:r>
          </a:p>
          <a:p>
            <a:r>
              <a:t>        {</a:t>
            </a:r>
          </a:p>
          <a:p>
            <a:r>
              <a:t>          "source_id": "s005",</a:t>
            </a:r>
          </a:p>
          <a:p>
            <a:r>
              <a:t>          "quote": "根拠：架空資料\n留保：効果は未検証"</a:t>
            </a:r>
          </a:p>
          <a:p>
            <a:r>
              <a:t>        }</a:t>
            </a:r>
          </a:p>
          <a:p>
            <a:r>
              <a:t>      ],</a:t>
            </a:r>
          </a:p>
          <a:p>
            <a:r>
              <a:t>      "mode": "verbatim"</a:t>
            </a:r>
          </a:p>
          <a:p>
            <a:r>
              <a:t>    }</a:t>
            </a:r>
          </a:p>
          <a:p>
            <a:r>
              <a:t>  ],</a:t>
            </a:r>
          </a:p>
          <a:p>
            <a:r>
              <a:t>  "citations": {</a:t>
            </a:r>
          </a:p>
          <a:p>
            <a:r>
              <a:t>    "s005":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"rows",</a:t>
            </a:r>
          </a:p>
          <a:p>
            <a:r>
              <a:t>  "repetition_reason": "Catalog inventory: adjacent entries intentionally show every count/orientation for comparison; this is not a presentation sequence.",</a:t>
            </a:r>
          </a:p>
          <a:p>
            <a:r>
              <a:t>  "images": {},</a:t>
            </a:r>
          </a:p>
          <a:p>
            <a:r>
              <a:t>  "template_sha256": "e5154c554a4620972e73890a1f49bd3bbe8af154eb621a71cb3deaa02f2e8ab7"</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"slide006",</a:t>
            </a:r>
          </a:p>
          <a:p>
            <a:r>
              <a:t>  "origin": "catalog",</a:t>
            </a:r>
          </a:p>
          <a:p>
            <a:r>
              <a:t>  "layout_id": "ed_bullets_rows_3",</a:t>
            </a:r>
          </a:p>
          <a:p>
            <a:r>
              <a:t>  "variant": "warm",</a:t>
            </a:r>
          </a:p>
          <a:p>
            <a:r>
              <a:t>  "rationale": "Public template fixture; short fictional slot content; no private data.",</a:t>
            </a:r>
          </a:p>
          <a:p>
            <a:r>
              <a:t>  "source_sha256": "18d83b456303582afd6a9ba46ae42df9a098119f08bcb7425e0e27cc818a3918",</a:t>
            </a:r>
          </a:p>
          <a:p>
            <a:r>
              <a:t>  "evidence": [</a:t>
            </a:r>
          </a:p>
          <a:p>
            <a:r>
              <a:t>    {</a:t>
            </a:r>
          </a:p>
          <a:p>
            <a:r>
              <a:t>      "text": "短い見出しと説明を同じ行のまとまりで読む",</a:t>
            </a:r>
          </a:p>
          <a:p>
            <a:r>
              <a:t>      "refs": [</a:t>
            </a:r>
          </a:p>
          <a:p>
            <a:r>
              <a:t>        {</a:t>
            </a:r>
          </a:p>
          <a:p>
            <a:r>
              <a:t>          "source_id": "s006",</a:t>
            </a:r>
          </a:p>
          <a:p>
            <a:r>
              <a:t>          "quote": "短い見出しと説明を同じ行のまとまりで読む"</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"s006",</a:t>
            </a:r>
          </a:p>
          <a:p>
            <a:r>
              <a:t>          "quote": "架空の社内調査。運用条件を整理した所見であり、効果を実証したものではない。"</a:t>
            </a:r>
          </a:p>
          <a:p>
            <a:r>
              <a:t>        }</a:t>
            </a:r>
          </a:p>
          <a:p>
            <a:r>
              <a:t>      ],</a:t>
            </a:r>
          </a:p>
          <a:p>
            <a:r>
              <a:t>      "mode": "verbatim"</a:t>
            </a:r>
          </a:p>
          <a:p>
            <a:r>
              <a:t>    },</a:t>
            </a:r>
          </a:p>
          <a:p>
            <a:r>
              <a:t>    {</a:t>
            </a:r>
          </a:p>
          <a:p>
            <a:r>
              <a:t>      "text": "確認の入口",</a:t>
            </a:r>
          </a:p>
          <a:p>
            <a:r>
              <a:t>      "refs": [</a:t>
            </a:r>
          </a:p>
          <a:p>
            <a:r>
              <a:t>        {</a:t>
            </a:r>
          </a:p>
          <a:p>
            <a:r>
              <a:t>          "source_id": "s006",</a:t>
            </a:r>
          </a:p>
          <a:p>
            <a:r>
              <a:t>          "quote": "確認の入口"</a:t>
            </a:r>
          </a:p>
          <a:p>
            <a:r>
              <a:t>        }</a:t>
            </a:r>
          </a:p>
          <a:p>
            <a:r>
              <a:t>      ],</a:t>
            </a:r>
          </a:p>
          <a:p>
            <a:r>
              <a:t>      "mode": "verbatim"</a:t>
            </a:r>
          </a:p>
          <a:p>
            <a:r>
              <a:t>    },</a:t>
            </a:r>
          </a:p>
          <a:p>
            <a:r>
              <a:t>    {</a:t>
            </a:r>
          </a:p>
          <a:p>
            <a:r>
              <a:t>      "text": "原文を確認する。",</a:t>
            </a:r>
          </a:p>
          <a:p>
            <a:r>
              <a:t>      "refs": [</a:t>
            </a:r>
          </a:p>
          <a:p>
            <a:r>
              <a:t>        {</a:t>
            </a:r>
          </a:p>
          <a:p>
            <a:r>
              <a:t>          "source_id": "s006",</a:t>
            </a:r>
          </a:p>
          <a:p>
            <a:r>
              <a:t>          "quote": "原文を確認する。"</a:t>
            </a:r>
          </a:p>
          <a:p>
            <a:r>
              <a:t>        }</a:t>
            </a:r>
          </a:p>
          <a:p>
            <a:r>
              <a:t>      ],</a:t>
            </a:r>
          </a:p>
          <a:p>
            <a:r>
              <a:t>      "mode": "verbatim"</a:t>
            </a:r>
          </a:p>
          <a:p>
            <a:r>
              <a:t>    },</a:t>
            </a:r>
          </a:p>
          <a:p>
            <a:r>
              <a:t>    {</a:t>
            </a:r>
          </a:p>
          <a:p>
            <a:r>
              <a:t>      "text": "原文の条件を整理",</a:t>
            </a:r>
          </a:p>
          <a:p>
            <a:r>
              <a:t>      "refs": [</a:t>
            </a:r>
          </a:p>
          <a:p>
            <a:r>
              <a:t>        {</a:t>
            </a:r>
          </a:p>
          <a:p>
            <a:r>
              <a:t>          "source_id": "s006",</a:t>
            </a:r>
          </a:p>
          <a:p>
            <a:r>
              <a:t>          "quote": "原文の条件を整理"</a:t>
            </a:r>
          </a:p>
          <a:p>
            <a:r>
              <a:t>        }</a:t>
            </a:r>
          </a:p>
          <a:p>
            <a:r>
              <a:t>      ],</a:t>
            </a:r>
          </a:p>
          <a:p>
            <a:r>
              <a:t>      "mode": "verbatim"</a:t>
            </a:r>
          </a:p>
          <a:p>
            <a:r>
              <a:t>    },</a:t>
            </a:r>
          </a:p>
          <a:p>
            <a:r>
              <a:t>    {</a:t>
            </a:r>
          </a:p>
          <a:p>
            <a:r>
              <a:t>      "text": "確認日と対象範囲を揃える。\n条件の違いも残す。",</a:t>
            </a:r>
          </a:p>
          <a:p>
            <a:r>
              <a:t>      "refs": [</a:t>
            </a:r>
          </a:p>
          <a:p>
            <a:r>
              <a:t>        {</a:t>
            </a:r>
          </a:p>
          <a:p>
            <a:r>
              <a:t>          "source_id": "s006",</a:t>
            </a:r>
          </a:p>
          <a:p>
            <a:r>
              <a:t>          "quote": "確認日と対象範囲を揃える。\n条件の違いも残す。"</a:t>
            </a:r>
          </a:p>
          <a:p>
            <a:r>
              <a:t>        }</a:t>
            </a:r>
          </a:p>
          <a:p>
            <a:r>
              <a:t>      ],</a:t>
            </a:r>
          </a:p>
          <a:p>
            <a:r>
              <a:t>      "mode": "verbatim"</a:t>
            </a:r>
          </a:p>
          <a:p>
            <a:r>
              <a:t>    },</a:t>
            </a:r>
          </a:p>
          <a:p>
            <a:r>
              <a:t>    {</a:t>
            </a:r>
          </a:p>
          <a:p>
            <a:r>
              <a:t>      "text": "対象範囲と\n例外条件を確認",</a:t>
            </a:r>
          </a:p>
          <a:p>
            <a:r>
              <a:t>      "refs": [</a:t>
            </a:r>
          </a:p>
          <a:p>
            <a:r>
              <a:t>        {</a:t>
            </a:r>
          </a:p>
          <a:p>
            <a:r>
              <a:t>          "source_id": "s006",</a:t>
            </a:r>
          </a:p>
          <a:p>
            <a:r>
              <a:t>          "quote": "対象範囲と\n例外条件を確認"</a:t>
            </a:r>
          </a:p>
          <a:p>
            <a:r>
              <a:t>        }</a:t>
            </a:r>
          </a:p>
          <a:p>
            <a:r>
              <a:t>      ],</a:t>
            </a:r>
          </a:p>
          <a:p>
            <a:r>
              <a:t>      "mode": "verbatim"</a:t>
            </a:r>
          </a:p>
          <a:p>
            <a:r>
              <a:t>    },</a:t>
            </a:r>
          </a:p>
          <a:p>
            <a:r>
              <a:t>    {</a:t>
            </a:r>
          </a:p>
          <a:p>
            <a:r>
              <a:t>      "text": "資料への参照を残す。\n未確認の条件は分けて扱う。\n次の確認先も記録する。",</a:t>
            </a:r>
          </a:p>
          <a:p>
            <a:r>
              <a:t>      "refs": [</a:t>
            </a:r>
          </a:p>
          <a:p>
            <a:r>
              <a:t>        {</a:t>
            </a:r>
          </a:p>
          <a:p>
            <a:r>
              <a:t>          "source_id": "s006",</a:t>
            </a:r>
          </a:p>
          <a:p>
            <a:r>
              <a:t>          "quote": "資料への参照を残す。\n未確認の条件は分けて扱う。\n次の確認先も記録する。"</a:t>
            </a:r>
          </a:p>
          <a:p>
            <a:r>
              <a:t>        }</a:t>
            </a:r>
          </a:p>
          <a:p>
            <a:r>
              <a:t>      ],</a:t>
            </a:r>
          </a:p>
          <a:p>
            <a:r>
              <a:t>      "mode": "verbatim"</a:t>
            </a:r>
          </a:p>
          <a:p>
            <a:r>
              <a:t>    }</a:t>
            </a:r>
          </a:p>
          <a:p>
            <a:r>
              <a:t>  ],</a:t>
            </a:r>
          </a:p>
          <a:p>
            <a:r>
              <a:t>  "citations": {</a:t>
            </a:r>
          </a:p>
          <a:p>
            <a:r>
              <a:t>    "s006":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"bullets",</a:t>
            </a:r>
          </a:p>
          <a:p>
            <a:r>
              <a:t>  "structural_variant": "rows",</a:t>
            </a:r>
          </a:p>
          <a:p>
            <a:r>
              <a:t>  "repetition_reason": "Catalog inventory: adjacent entries intentionally show every count/orientation for comparison; this is not a presentation sequence.",</a:t>
            </a:r>
          </a:p>
          <a:p>
            <a:r>
              <a:t>  "images": {},</a:t>
            </a:r>
          </a:p>
          <a:p>
            <a:r>
              <a:t>  "template_sha256": "cf2b090d44355695b130662afb370ab7e81c823bed8cae86c1e0fc08dd0ae17a"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"slide007",</a:t>
            </a:r>
          </a:p>
          <a:p>
            <a:r>
              <a:t>  "origin": "catalog",</a:t>
            </a:r>
          </a:p>
          <a:p>
            <a:r>
              <a:t>  "layout_id": "ed_steps_vertical_4",</a:t>
            </a:r>
          </a:p>
          <a:p>
            <a:r>
              <a:t>  "variant": "warm",</a:t>
            </a:r>
          </a:p>
          <a:p>
            <a:r>
              <a:t>  "rationale": "Public template fixture; short fictional slot content; no private data.",</a:t>
            </a:r>
          </a:p>
          <a:p>
            <a:r>
              <a:t>  "source_sha256": "18d83b456303582afd6a9ba46ae42df9a098119f08bcb7425e0e27cc818a3918",</a:t>
            </a:r>
          </a:p>
          <a:p>
            <a:r>
              <a:t>  "evidence": [</a:t>
            </a:r>
          </a:p>
          <a:p>
            <a:r>
              <a:t>    {</a:t>
            </a:r>
          </a:p>
          <a:p>
            <a:r>
              <a:t>      "text": "短い見出しと説明を同じ行のまとまりで読む",</a:t>
            </a:r>
          </a:p>
          <a:p>
            <a:r>
              <a:t>      "refs": [</a:t>
            </a:r>
          </a:p>
          <a:p>
            <a:r>
              <a:t>        {</a:t>
            </a:r>
          </a:p>
          <a:p>
            <a:r>
              <a:t>          "source_id": "s007",</a:t>
            </a:r>
          </a:p>
          <a:p>
            <a:r>
              <a:t>          "quote": "短い見出しと説明を同じ行のまとまりで読む"</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"s007",</a:t>
            </a:r>
          </a:p>
          <a:p>
            <a:r>
              <a:t>          "quote": "架空の社内調査。運用条件を整理した所見であり、効果を実証したものではない。"</a:t>
            </a:r>
          </a:p>
          <a:p>
            <a:r>
              <a:t>        }</a:t>
            </a:r>
          </a:p>
          <a:p>
            <a:r>
              <a:t>      ],</a:t>
            </a:r>
          </a:p>
          <a:p>
            <a:r>
              <a:t>      "mode": "verbatim"</a:t>
            </a:r>
          </a:p>
          <a:p>
            <a:r>
              <a:t>    },</a:t>
            </a:r>
          </a:p>
          <a:p>
            <a:r>
              <a:t>    {</a:t>
            </a:r>
          </a:p>
          <a:p>
            <a:r>
              <a:t>      "text": "確認の入口",</a:t>
            </a:r>
          </a:p>
          <a:p>
            <a:r>
              <a:t>      "refs": [</a:t>
            </a:r>
          </a:p>
          <a:p>
            <a:r>
              <a:t>        {</a:t>
            </a:r>
          </a:p>
          <a:p>
            <a:r>
              <a:t>          "source_id": "s007",</a:t>
            </a:r>
          </a:p>
          <a:p>
            <a:r>
              <a:t>          "quote": "確認の入口"</a:t>
            </a:r>
          </a:p>
          <a:p>
            <a:r>
              <a:t>        }</a:t>
            </a:r>
          </a:p>
          <a:p>
            <a:r>
              <a:t>      ],</a:t>
            </a:r>
          </a:p>
          <a:p>
            <a:r>
              <a:t>      "mode": "verbatim"</a:t>
            </a:r>
          </a:p>
          <a:p>
            <a:r>
              <a:t>    },</a:t>
            </a:r>
          </a:p>
          <a:p>
            <a:r>
              <a:t>    {</a:t>
            </a:r>
          </a:p>
          <a:p>
            <a:r>
              <a:t>      "text": "原文を確認する。",</a:t>
            </a:r>
          </a:p>
          <a:p>
            <a:r>
              <a:t>      "refs": [</a:t>
            </a:r>
          </a:p>
          <a:p>
            <a:r>
              <a:t>        {</a:t>
            </a:r>
          </a:p>
          <a:p>
            <a:r>
              <a:t>          "source_id": "s007",</a:t>
            </a:r>
          </a:p>
          <a:p>
            <a:r>
              <a:t>          "quote": "原文を確認する。"</a:t>
            </a:r>
          </a:p>
          <a:p>
            <a:r>
              <a:t>        }</a:t>
            </a:r>
          </a:p>
          <a:p>
            <a:r>
              <a:t>      ],</a:t>
            </a:r>
          </a:p>
          <a:p>
            <a:r>
              <a:t>      "mode": "verbatim"</a:t>
            </a:r>
          </a:p>
          <a:p>
            <a:r>
              <a:t>    },</a:t>
            </a:r>
          </a:p>
          <a:p>
            <a:r>
              <a:t>    {</a:t>
            </a:r>
          </a:p>
          <a:p>
            <a:r>
              <a:t>      "text": "原文の条件を整理",</a:t>
            </a:r>
          </a:p>
          <a:p>
            <a:r>
              <a:t>      "refs": [</a:t>
            </a:r>
          </a:p>
          <a:p>
            <a:r>
              <a:t>        {</a:t>
            </a:r>
          </a:p>
          <a:p>
            <a:r>
              <a:t>          "source_id": "s007",</a:t>
            </a:r>
          </a:p>
          <a:p>
            <a:r>
              <a:t>          "quote": "原文の条件を整理"</a:t>
            </a:r>
          </a:p>
          <a:p>
            <a:r>
              <a:t>        }</a:t>
            </a:r>
          </a:p>
          <a:p>
            <a:r>
              <a:t>      ],</a:t>
            </a:r>
          </a:p>
          <a:p>
            <a:r>
              <a:t>      "mode": "verbatim"</a:t>
            </a:r>
          </a:p>
          <a:p>
            <a:r>
              <a:t>    },</a:t>
            </a:r>
          </a:p>
          <a:p>
            <a:r>
              <a:t>    {</a:t>
            </a:r>
          </a:p>
          <a:p>
            <a:r>
              <a:t>      "text": "確認日と対象範囲を揃える。\n条件の違いも残す。",</a:t>
            </a:r>
          </a:p>
          <a:p>
            <a:r>
              <a:t>      "refs": [</a:t>
            </a:r>
          </a:p>
          <a:p>
            <a:r>
              <a:t>        {</a:t>
            </a:r>
          </a:p>
          <a:p>
            <a:r>
              <a:t>          "source_id": "s007",</a:t>
            </a:r>
          </a:p>
          <a:p>
            <a:r>
              <a:t>          "quote": "確認日と対象範囲を揃える。\n条件の違いも残す。"</a:t>
            </a:r>
          </a:p>
          <a:p>
            <a:r>
              <a:t>        }</a:t>
            </a:r>
          </a:p>
          <a:p>
            <a:r>
              <a:t>      ],</a:t>
            </a:r>
          </a:p>
          <a:p>
            <a:r>
              <a:t>      "mode": "verbatim"</a:t>
            </a:r>
          </a:p>
          <a:p>
            <a:r>
              <a:t>    },</a:t>
            </a:r>
          </a:p>
          <a:p>
            <a:r>
              <a:t>    {</a:t>
            </a:r>
          </a:p>
          <a:p>
            <a:r>
              <a:t>      "text": "対象範囲と\n例外条件を確認",</a:t>
            </a:r>
          </a:p>
          <a:p>
            <a:r>
              <a:t>      "refs": [</a:t>
            </a:r>
          </a:p>
          <a:p>
            <a:r>
              <a:t>        {</a:t>
            </a:r>
          </a:p>
          <a:p>
            <a:r>
              <a:t>          "source_id": "s007",</a:t>
            </a:r>
          </a:p>
          <a:p>
            <a:r>
              <a:t>          "quote": "対象範囲と\n例外条件を確認"</a:t>
            </a:r>
          </a:p>
          <a:p>
            <a:r>
              <a:t>        }</a:t>
            </a:r>
          </a:p>
          <a:p>
            <a:r>
              <a:t>      ],</a:t>
            </a:r>
          </a:p>
          <a:p>
            <a:r>
              <a:t>      "mode": "verbatim"</a:t>
            </a:r>
          </a:p>
          <a:p>
            <a:r>
              <a:t>    },</a:t>
            </a:r>
          </a:p>
          <a:p>
            <a:r>
              <a:t>    {</a:t>
            </a:r>
          </a:p>
          <a:p>
            <a:r>
              <a:t>      "text": "資料への参照を残す。\n未確認の条件は分けて扱う。\n次の確認先も記録する。",</a:t>
            </a:r>
          </a:p>
          <a:p>
            <a:r>
              <a:t>      "refs": [</a:t>
            </a:r>
          </a:p>
          <a:p>
            <a:r>
              <a:t>        {</a:t>
            </a:r>
          </a:p>
          <a:p>
            <a:r>
              <a:t>          "source_id": "s007",</a:t>
            </a:r>
          </a:p>
          <a:p>
            <a:r>
              <a:t>          "quote": "資料への参照を残す。\n未確認の条件は分けて扱う。\n次の確認先も記録する。"</a:t>
            </a:r>
          </a:p>
          <a:p>
            <a:r>
              <a:t>        }</a:t>
            </a:r>
          </a:p>
          <a:p>
            <a:r>
              <a:t>      ],</a:t>
            </a:r>
          </a:p>
          <a:p>
            <a:r>
              <a:t>      "mode": "verbatim"</a:t>
            </a:r>
          </a:p>
          <a:p>
            <a:r>
              <a:t>    },</a:t>
            </a:r>
          </a:p>
          <a:p>
            <a:r>
              <a:t>    {</a:t>
            </a:r>
          </a:p>
          <a:p>
            <a:r>
              <a:t>      "text": "確認の入口",</a:t>
            </a:r>
          </a:p>
          <a:p>
            <a:r>
              <a:t>      "refs": [</a:t>
            </a:r>
          </a:p>
          <a:p>
            <a:r>
              <a:t>        {</a:t>
            </a:r>
          </a:p>
          <a:p>
            <a:r>
              <a:t>          "source_id": "s007",</a:t>
            </a:r>
          </a:p>
          <a:p>
            <a:r>
              <a:t>          "quote": "確認の入口"</a:t>
            </a:r>
          </a:p>
          <a:p>
            <a:r>
              <a:t>        }</a:t>
            </a:r>
          </a:p>
          <a:p>
            <a:r>
              <a:t>      ],</a:t>
            </a:r>
          </a:p>
          <a:p>
            <a:r>
              <a:t>      "mode": "verbatim"</a:t>
            </a:r>
          </a:p>
          <a:p>
            <a:r>
              <a:t>    },</a:t>
            </a:r>
          </a:p>
          <a:p>
            <a:r>
              <a:t>    {</a:t>
            </a:r>
          </a:p>
          <a:p>
            <a:r>
              <a:t>      "text": "原文を確認する。",</a:t>
            </a:r>
          </a:p>
          <a:p>
            <a:r>
              <a:t>      "refs": [</a:t>
            </a:r>
          </a:p>
          <a:p>
            <a:r>
              <a:t>        {</a:t>
            </a:r>
          </a:p>
          <a:p>
            <a:r>
              <a:t>          "source_id": "s007",</a:t>
            </a:r>
          </a:p>
          <a:p>
            <a:r>
              <a:t>          "quote": "原文を確認する。"</a:t>
            </a:r>
          </a:p>
          <a:p>
            <a:r>
              <a:t>        }</a:t>
            </a:r>
          </a:p>
          <a:p>
            <a:r>
              <a:t>      ],</a:t>
            </a:r>
          </a:p>
          <a:p>
            <a:r>
              <a:t>      "mode": "verbatim"</a:t>
            </a:r>
          </a:p>
          <a:p>
            <a:r>
              <a:t>    }</a:t>
            </a:r>
          </a:p>
          <a:p>
            <a:r>
              <a:t>  ],</a:t>
            </a:r>
          </a:p>
          <a:p>
            <a:r>
              <a:t>  "citations": {</a:t>
            </a:r>
          </a:p>
          <a:p>
            <a:r>
              <a:t>    "s007":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"steps",</a:t>
            </a:r>
          </a:p>
          <a:p>
            <a:r>
              <a:t>  "structural_variant": "vertical",</a:t>
            </a:r>
          </a:p>
          <a:p>
            <a:r>
              <a:t>  "repetition_reason": "Catalog inventory: adjacent entries intentionally show every count/orientation for comparison; this is not a presentation sequence.",</a:t>
            </a:r>
          </a:p>
          <a:p>
            <a:r>
              <a:t>  "images": {},</a:t>
            </a:r>
          </a:p>
          <a:p>
            <a:r>
              <a:t>  "template_sha256": "3286fa674d23aeed50881559e544d5a2fe34d674679a770437c90da3b344a932"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"slide008",</a:t>
            </a:r>
          </a:p>
          <a:p>
            <a:r>
              <a:t>  "origin": "catalog",</a:t>
            </a:r>
          </a:p>
          <a:p>
            <a:r>
              <a:t>  "layout_id": "ed_timeline_vertical_3",</a:t>
            </a:r>
          </a:p>
          <a:p>
            <a:r>
              <a:t>  "variant": "warm",</a:t>
            </a:r>
          </a:p>
          <a:p>
            <a:r>
              <a:t>  "rationale": "Public template fixture; short fictional slot content; no private data.",</a:t>
            </a:r>
          </a:p>
          <a:p>
            <a:r>
              <a:t>  "source_sha256": "18d83b456303582afd6a9ba46ae42df9a098119f08bcb7425e0e27cc818a3918",</a:t>
            </a:r>
          </a:p>
          <a:p>
            <a:r>
              <a:t>  "evidence": [</a:t>
            </a:r>
          </a:p>
          <a:p>
            <a:r>
              <a:t>    {</a:t>
            </a:r>
          </a:p>
          <a:p>
            <a:r>
              <a:t>      "text": "短い見出しと説明を同じ行のまとまりで読む",</a:t>
            </a:r>
          </a:p>
          <a:p>
            <a:r>
              <a:t>      "refs": [</a:t>
            </a:r>
          </a:p>
          <a:p>
            <a:r>
              <a:t>        {</a:t>
            </a:r>
          </a:p>
          <a:p>
            <a:r>
              <a:t>          "source_id": "s008",</a:t>
            </a:r>
          </a:p>
          <a:p>
            <a:r>
              <a:t>          "quote": "短い見出しと説明を同じ行のまとまりで読む"</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"s008",</a:t>
            </a:r>
          </a:p>
          <a:p>
            <a:r>
              <a:t>          "quote": "架空の社内調査。運用条件を整理した所見であり、効果を実証したものではない。"</a:t>
            </a:r>
          </a:p>
          <a:p>
            <a:r>
              <a:t>        }</a:t>
            </a:r>
          </a:p>
          <a:p>
            <a:r>
              <a:t>      ],</a:t>
            </a:r>
          </a:p>
          <a:p>
            <a:r>
              <a:t>      "mode": "verbatim"</a:t>
            </a:r>
          </a:p>
          <a:p>
            <a:r>
              <a:t>    },</a:t>
            </a:r>
          </a:p>
          <a:p>
            <a:r>
              <a:t>    {</a:t>
            </a:r>
          </a:p>
          <a:p>
            <a:r>
              <a:t>      "text": "確認の入口",</a:t>
            </a:r>
          </a:p>
          <a:p>
            <a:r>
              <a:t>      "refs": [</a:t>
            </a:r>
          </a:p>
          <a:p>
            <a:r>
              <a:t>        {</a:t>
            </a:r>
          </a:p>
          <a:p>
            <a:r>
              <a:t>          "source_id": "s008",</a:t>
            </a:r>
          </a:p>
          <a:p>
            <a:r>
              <a:t>          "quote": "確認の入口"</a:t>
            </a:r>
          </a:p>
          <a:p>
            <a:r>
              <a:t>        }</a:t>
            </a:r>
          </a:p>
          <a:p>
            <a:r>
              <a:t>      ],</a:t>
            </a:r>
          </a:p>
          <a:p>
            <a:r>
              <a:t>      "mode": "verbatim"</a:t>
            </a:r>
          </a:p>
          <a:p>
            <a:r>
              <a:t>    },</a:t>
            </a:r>
          </a:p>
          <a:p>
            <a:r>
              <a:t>    {</a:t>
            </a:r>
          </a:p>
          <a:p>
            <a:r>
              <a:t>      "text": "原文を確認する。",</a:t>
            </a:r>
          </a:p>
          <a:p>
            <a:r>
              <a:t>      "refs": [</a:t>
            </a:r>
          </a:p>
          <a:p>
            <a:r>
              <a:t>        {</a:t>
            </a:r>
          </a:p>
          <a:p>
            <a:r>
              <a:t>          "source_id": "s008",</a:t>
            </a:r>
          </a:p>
          <a:p>
            <a:r>
              <a:t>          "quote": "原文を確認する。"</a:t>
            </a:r>
          </a:p>
          <a:p>
            <a:r>
              <a:t>        }</a:t>
            </a:r>
          </a:p>
          <a:p>
            <a:r>
              <a:t>      ],</a:t>
            </a:r>
          </a:p>
          <a:p>
            <a:r>
              <a:t>      "mode": "verbatim"</a:t>
            </a:r>
          </a:p>
          <a:p>
            <a:r>
              <a:t>    },</a:t>
            </a:r>
          </a:p>
          <a:p>
            <a:r>
              <a:t>    {</a:t>
            </a:r>
          </a:p>
          <a:p>
            <a:r>
              <a:t>      "text": "準備期",</a:t>
            </a:r>
          </a:p>
          <a:p>
            <a:r>
              <a:t>      "refs": [</a:t>
            </a:r>
          </a:p>
          <a:p>
            <a:r>
              <a:t>        {</a:t>
            </a:r>
          </a:p>
          <a:p>
            <a:r>
              <a:t>          "source_id": "s008",</a:t>
            </a:r>
          </a:p>
          <a:p>
            <a:r>
              <a:t>          "quote": "準備期"</a:t>
            </a:r>
          </a:p>
          <a:p>
            <a:r>
              <a:t>        }</a:t>
            </a:r>
          </a:p>
          <a:p>
            <a:r>
              <a:t>      ],</a:t>
            </a:r>
          </a:p>
          <a:p>
            <a:r>
              <a:t>      "mode": "verbatim"</a:t>
            </a:r>
          </a:p>
          <a:p>
            <a:r>
              <a:t>    },</a:t>
            </a:r>
          </a:p>
          <a:p>
            <a:r>
              <a:t>    {</a:t>
            </a:r>
          </a:p>
          <a:p>
            <a:r>
              <a:t>      "text": "原文の条件を整理",</a:t>
            </a:r>
          </a:p>
          <a:p>
            <a:r>
              <a:t>      "refs": [</a:t>
            </a:r>
          </a:p>
          <a:p>
            <a:r>
              <a:t>        {</a:t>
            </a:r>
          </a:p>
          <a:p>
            <a:r>
              <a:t>          "source_id": "s008",</a:t>
            </a:r>
          </a:p>
          <a:p>
            <a:r>
              <a:t>          "quote": "原文の条件を整理"</a:t>
            </a:r>
          </a:p>
          <a:p>
            <a:r>
              <a:t>        }</a:t>
            </a:r>
          </a:p>
          <a:p>
            <a:r>
              <a:t>      ],</a:t>
            </a:r>
          </a:p>
          <a:p>
            <a:r>
              <a:t>      "mode": "verbatim"</a:t>
            </a:r>
          </a:p>
          <a:p>
            <a:r>
              <a:t>    },</a:t>
            </a:r>
          </a:p>
          <a:p>
            <a:r>
              <a:t>    {</a:t>
            </a:r>
          </a:p>
          <a:p>
            <a:r>
              <a:t>      "text": "確認日と対象範囲を揃える。\n条件の違いも残す。",</a:t>
            </a:r>
          </a:p>
          <a:p>
            <a:r>
              <a:t>      "refs": [</a:t>
            </a:r>
          </a:p>
          <a:p>
            <a:r>
              <a:t>        {</a:t>
            </a:r>
          </a:p>
          <a:p>
            <a:r>
              <a:t>          "source_id": "s008",</a:t>
            </a:r>
          </a:p>
          <a:p>
            <a:r>
              <a:t>          "quote": "確認日と対象範囲を揃える。\n条件の違いも残す。"</a:t>
            </a:r>
          </a:p>
          <a:p>
            <a:r>
              <a:t>        }</a:t>
            </a:r>
          </a:p>
          <a:p>
            <a:r>
              <a:t>      ],</a:t>
            </a:r>
          </a:p>
          <a:p>
            <a:r>
              <a:t>      "mode": "verbatim"</a:t>
            </a:r>
          </a:p>
          <a:p>
            <a:r>
              <a:t>    },</a:t>
            </a:r>
          </a:p>
          <a:p>
            <a:r>
              <a:t>    {</a:t>
            </a:r>
          </a:p>
          <a:p>
            <a:r>
              <a:t>      "text": "試行期",</a:t>
            </a:r>
          </a:p>
          <a:p>
            <a:r>
              <a:t>      "refs": [</a:t>
            </a:r>
          </a:p>
          <a:p>
            <a:r>
              <a:t>        {</a:t>
            </a:r>
          </a:p>
          <a:p>
            <a:r>
              <a:t>          "source_id": "s008",</a:t>
            </a:r>
          </a:p>
          <a:p>
            <a:r>
              <a:t>          "quote": "試行期"</a:t>
            </a:r>
          </a:p>
          <a:p>
            <a:r>
              <a:t>        }</a:t>
            </a:r>
          </a:p>
          <a:p>
            <a:r>
              <a:t>      ],</a:t>
            </a:r>
          </a:p>
          <a:p>
            <a:r>
              <a:t>      "mode": "verbatim"</a:t>
            </a:r>
          </a:p>
          <a:p>
            <a:r>
              <a:t>    },</a:t>
            </a:r>
          </a:p>
          <a:p>
            <a:r>
              <a:t>    {</a:t>
            </a:r>
          </a:p>
          <a:p>
            <a:r>
              <a:t>      "text": "対象範囲と\n例外条件を確認",</a:t>
            </a:r>
          </a:p>
          <a:p>
            <a:r>
              <a:t>      "refs": [</a:t>
            </a:r>
          </a:p>
          <a:p>
            <a:r>
              <a:t>        {</a:t>
            </a:r>
          </a:p>
          <a:p>
            <a:r>
              <a:t>          "source_id": "s008",</a:t>
            </a:r>
          </a:p>
          <a:p>
            <a:r>
              <a:t>          "quote": "対象範囲と\n例外条件を確認"</a:t>
            </a:r>
          </a:p>
          <a:p>
            <a:r>
              <a:t>        }</a:t>
            </a:r>
          </a:p>
          <a:p>
            <a:r>
              <a:t>      ],</a:t>
            </a:r>
          </a:p>
          <a:p>
            <a:r>
              <a:t>      "mode": "verbatim"</a:t>
            </a:r>
          </a:p>
          <a:p>
            <a:r>
              <a:t>    },</a:t>
            </a:r>
          </a:p>
          <a:p>
            <a:r>
              <a:t>    {</a:t>
            </a:r>
          </a:p>
          <a:p>
            <a:r>
              <a:t>      "text": "資料への参照を残す。\n未確認の条件は分けて扱う。\n次の確認先も記録する。",</a:t>
            </a:r>
          </a:p>
          <a:p>
            <a:r>
              <a:t>      "refs": [</a:t>
            </a:r>
          </a:p>
          <a:p>
            <a:r>
              <a:t>        {</a:t>
            </a:r>
          </a:p>
          <a:p>
            <a:r>
              <a:t>          "source_id": "s008",</a:t>
            </a:r>
          </a:p>
          <a:p>
            <a:r>
              <a:t>          "quote": "資料への参照を残す。\n未確認の条件は分けて扱う。\n次の確認先も記録する。"</a:t>
            </a:r>
          </a:p>
          <a:p>
            <a:r>
              <a:t>        }</a:t>
            </a:r>
          </a:p>
          <a:p>
            <a:r>
              <a:t>      ],</a:t>
            </a:r>
          </a:p>
          <a:p>
            <a:r>
              <a:t>      "mode": "verbatim"</a:t>
            </a:r>
          </a:p>
          <a:p>
            <a:r>
              <a:t>    },</a:t>
            </a:r>
          </a:p>
          <a:p>
            <a:r>
              <a:t>    {</a:t>
            </a:r>
          </a:p>
          <a:p>
            <a:r>
              <a:t>      "text": "評価期",</a:t>
            </a:r>
          </a:p>
          <a:p>
            <a:r>
              <a:t>      "refs": [</a:t>
            </a:r>
          </a:p>
          <a:p>
            <a:r>
              <a:t>        {</a:t>
            </a:r>
          </a:p>
          <a:p>
            <a:r>
              <a:t>          "source_id": "s008",</a:t>
            </a:r>
          </a:p>
          <a:p>
            <a:r>
              <a:t>          "quote": "評価期"</a:t>
            </a:r>
          </a:p>
          <a:p>
            <a:r>
              <a:t>        }</a:t>
            </a:r>
          </a:p>
          <a:p>
            <a:r>
              <a:t>      ],</a:t>
            </a:r>
          </a:p>
          <a:p>
            <a:r>
              <a:t>      "mode": "verbatim"</a:t>
            </a:r>
          </a:p>
          <a:p>
            <a:r>
              <a:t>    }</a:t>
            </a:r>
          </a:p>
          <a:p>
            <a:r>
              <a:t>  ],</a:t>
            </a:r>
          </a:p>
          <a:p>
            <a:r>
              <a:t>  "citations": {</a:t>
            </a:r>
          </a:p>
          <a:p>
            <a:r>
              <a:t>    "s008":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"timeline",</a:t>
            </a:r>
          </a:p>
          <a:p>
            <a:r>
              <a:t>  "structural_variant": "vertical",</a:t>
            </a:r>
          </a:p>
          <a:p>
            <a:r>
              <a:t>  "repetition_reason": "Catalog inventory: adjacent entries intentionally show every count/orientation for comparison; this is not a presentation sequence.",</a:t>
            </a:r>
          </a:p>
          <a:p>
            <a:r>
              <a:t>  "images": {},</a:t>
            </a:r>
          </a:p>
          <a:p>
            <a:r>
              <a:t>  "template_sha256": "5a071f94c85f1e0c0febc70a586c600600b37c2b076c2275f9c85e36e9464d48"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"slide009",</a:t>
            </a:r>
          </a:p>
          <a:p>
            <a:r>
              <a:t>  "origin": "catalog",</a:t>
            </a:r>
          </a:p>
          <a:p>
            <a:r>
              <a:t>  "layout_id": "ed_metrics_stack_3",</a:t>
            </a:r>
          </a:p>
          <a:p>
            <a:r>
              <a:t>  "variant": "warm",</a:t>
            </a:r>
          </a:p>
          <a:p>
            <a:r>
              <a:t>  "rationale": "Public template fixture; short fictional slot content; no private data.",</a:t>
            </a:r>
          </a:p>
          <a:p>
            <a:r>
              <a:t>  "source_sha256": "18d83b456303582afd6a9ba46ae42df9a098119f08bcb7425e0e27cc818a3918",</a:t>
            </a:r>
          </a:p>
          <a:p>
            <a:r>
              <a:t>  "evidence": [</a:t>
            </a:r>
          </a:p>
          <a:p>
            <a:r>
              <a:t>    {</a:t>
            </a:r>
          </a:p>
          <a:p>
            <a:r>
              <a:t>      "text": "短い見出しと説明を同じ行のまとまりで読む",</a:t>
            </a:r>
          </a:p>
          <a:p>
            <a:r>
              <a:t>      "refs": [</a:t>
            </a:r>
          </a:p>
          <a:p>
            <a:r>
              <a:t>        {</a:t>
            </a:r>
          </a:p>
          <a:p>
            <a:r>
              <a:t>          "source_id": "s009",</a:t>
            </a:r>
          </a:p>
          <a:p>
            <a:r>
              <a:t>          "quote": "短い見出しと説明を同じ行のまとまりで読む"</a:t>
            </a:r>
          </a:p>
          <a:p>
            <a:r>
              <a:t>        }</a:t>
            </a:r>
          </a:p>
          <a:p>
            <a:r>
              <a:t>      ],</a:t>
            </a:r>
          </a:p>
          <a:p>
            <a:r>
              <a:t>      "mode": "verbatim"</a:t>
            </a:r>
          </a:p>
          <a:p>
            <a:r>
              <a:t>    },</a:t>
            </a:r>
          </a:p>
          <a:p>
            <a:r>
              <a:t>    {</a:t>
            </a:r>
          </a:p>
          <a:p>
            <a:r>
              <a:t>      "text": "架空集計：資料120件の記載状況。項目間には重複があり、合計を総数として扱わない。",</a:t>
            </a:r>
          </a:p>
          <a:p>
            <a:r>
              <a:t>      "refs": [</a:t>
            </a:r>
          </a:p>
          <a:p>
            <a:r>
              <a:t>        {</a:t>
            </a:r>
          </a:p>
          <a:p>
            <a:r>
              <a:t>          "source_id": "s009",</a:t>
            </a:r>
          </a:p>
          <a:p>
            <a:r>
              <a:t>          "quote": "架空集計：資料120件の記載状況。項目間には重複があり、合計を総数として扱わない。"</a:t>
            </a:r>
          </a:p>
          <a:p>
            <a:r>
              <a:t>        }</a:t>
            </a:r>
          </a:p>
          <a:p>
            <a:r>
              <a:t>      ],</a:t>
            </a:r>
          </a:p>
          <a:p>
            <a:r>
              <a:t>      "mode": "verbatim"</a:t>
            </a:r>
          </a:p>
          <a:p>
            <a:r>
              <a:t>    },</a:t>
            </a:r>
          </a:p>
          <a:p>
            <a:r>
              <a:t>    {</a:t>
            </a:r>
          </a:p>
          <a:p>
            <a:r>
              <a:t>      "text": "確認の入口",</a:t>
            </a:r>
          </a:p>
          <a:p>
            <a:r>
              <a:t>      "refs": [</a:t>
            </a:r>
          </a:p>
          <a:p>
            <a:r>
              <a:t>        {</a:t>
            </a:r>
          </a:p>
          <a:p>
            <a:r>
              <a:t>          "source_id": "s009",</a:t>
            </a:r>
          </a:p>
          <a:p>
            <a:r>
              <a:t>          "quote": "確認の入口"</a:t>
            </a:r>
          </a:p>
          <a:p>
            <a:r>
              <a:t>        }</a:t>
            </a:r>
          </a:p>
          <a:p>
            <a:r>
              <a:t>      ],</a:t>
            </a:r>
          </a:p>
          <a:p>
            <a:r>
              <a:t>      "mode": "verbatim"</a:t>
            </a:r>
          </a:p>
          <a:p>
            <a:r>
              <a:t>    },</a:t>
            </a:r>
          </a:p>
          <a:p>
            <a:r>
              <a:t>    {</a:t>
            </a:r>
          </a:p>
          <a:p>
            <a:r>
              <a:t>      "text": "原文を確認する。",</a:t>
            </a:r>
          </a:p>
          <a:p>
            <a:r>
              <a:t>      "refs": [</a:t>
            </a:r>
          </a:p>
          <a:p>
            <a:r>
              <a:t>        {</a:t>
            </a:r>
          </a:p>
          <a:p>
            <a:r>
              <a:t>          "source_id": "s009",</a:t>
            </a:r>
          </a:p>
          <a:p>
            <a:r>
              <a:t>          "quote": "原文を確認する。"</a:t>
            </a:r>
          </a:p>
          <a:p>
            <a:r>
              <a:t>        }</a:t>
            </a:r>
          </a:p>
          <a:p>
            <a:r>
              <a:t>      ],</a:t>
            </a:r>
          </a:p>
          <a:p>
            <a:r>
              <a:t>      "mode": "verbatim"</a:t>
            </a:r>
          </a:p>
          <a:p>
            <a:r>
              <a:t>    },</a:t>
            </a:r>
          </a:p>
          <a:p>
            <a:r>
              <a:t>    {</a:t>
            </a:r>
          </a:p>
          <a:p>
            <a:r>
              <a:t>      "text": "原文の条件を整理",</a:t>
            </a:r>
          </a:p>
          <a:p>
            <a:r>
              <a:t>      "refs": [</a:t>
            </a:r>
          </a:p>
          <a:p>
            <a:r>
              <a:t>        {</a:t>
            </a:r>
          </a:p>
          <a:p>
            <a:r>
              <a:t>          "source_id": "s009",</a:t>
            </a:r>
          </a:p>
          <a:p>
            <a:r>
              <a:t>          "quote": "原文の条件を整理"</a:t>
            </a:r>
          </a:p>
          <a:p>
            <a:r>
              <a:t>        }</a:t>
            </a:r>
          </a:p>
          <a:p>
            <a:r>
              <a:t>      ],</a:t>
            </a:r>
          </a:p>
          <a:p>
            <a:r>
              <a:t>      "mode": "verbatim"</a:t>
            </a:r>
          </a:p>
          <a:p>
            <a:r>
              <a:t>    },</a:t>
            </a:r>
          </a:p>
          <a:p>
            <a:r>
              <a:t>    {</a:t>
            </a:r>
          </a:p>
          <a:p>
            <a:r>
              <a:t>      "text": "確認日と対象範囲を揃える。\n条件の違いも残す。",</a:t>
            </a:r>
          </a:p>
          <a:p>
            <a:r>
              <a:t>      "refs": [</a:t>
            </a:r>
          </a:p>
          <a:p>
            <a:r>
              <a:t>        {</a:t>
            </a:r>
          </a:p>
          <a:p>
            <a:r>
              <a:t>          "source_id": "s009",</a:t>
            </a:r>
          </a:p>
          <a:p>
            <a:r>
              <a:t>          "quote": "確認日と対象範囲を揃える。\n条件の違いも残す。"</a:t>
            </a:r>
          </a:p>
          <a:p>
            <a:r>
              <a:t>        }</a:t>
            </a:r>
          </a:p>
          <a:p>
            <a:r>
              <a:t>      ],</a:t>
            </a:r>
          </a:p>
          <a:p>
            <a:r>
              <a:t>      "mode": "verbatim"</a:t>
            </a:r>
          </a:p>
          <a:p>
            <a:r>
              <a:t>    },</a:t>
            </a:r>
          </a:p>
          <a:p>
            <a:r>
              <a:t>    {</a:t>
            </a:r>
          </a:p>
          <a:p>
            <a:r>
              <a:t>      "text": "対象範囲と",</a:t>
            </a:r>
          </a:p>
          <a:p>
            <a:r>
              <a:t>      "refs": [</a:t>
            </a:r>
          </a:p>
          <a:p>
            <a:r>
              <a:t>        {</a:t>
            </a:r>
          </a:p>
          <a:p>
            <a:r>
              <a:t>          "source_id": "s009",</a:t>
            </a:r>
          </a:p>
          <a:p>
            <a:r>
              <a:t>          "quote": "対象範囲と"</a:t>
            </a:r>
          </a:p>
          <a:p>
            <a:r>
              <a:t>        }</a:t>
            </a:r>
          </a:p>
          <a:p>
            <a:r>
              <a:t>      ],</a:t>
            </a:r>
          </a:p>
          <a:p>
            <a:r>
              <a:t>      "mode": "verbatim"</a:t>
            </a:r>
          </a:p>
          <a:p>
            <a:r>
              <a:t>    },</a:t>
            </a:r>
          </a:p>
          <a:p>
            <a:r>
              <a:t>    {</a:t>
            </a:r>
          </a:p>
          <a:p>
            <a:r>
              <a:t>      "text": "資料への参照を残す。\n未確認の条件は分けて扱う。",</a:t>
            </a:r>
          </a:p>
          <a:p>
            <a:r>
              <a:t>      "refs": [</a:t>
            </a:r>
          </a:p>
          <a:p>
            <a:r>
              <a:t>        {</a:t>
            </a:r>
          </a:p>
          <a:p>
            <a:r>
              <a:t>          "source_id": "s009",</a:t>
            </a:r>
          </a:p>
          <a:p>
            <a:r>
              <a:t>          "quote": "資料への参照を残す。\n未確認の条件は分けて扱う。"</a:t>
            </a:r>
          </a:p>
          <a:p>
            <a:r>
              <a:t>        }</a:t>
            </a:r>
          </a:p>
          <a:p>
            <a:r>
              <a:t>      ],</a:t>
            </a:r>
          </a:p>
          <a:p>
            <a:r>
              <a:t>      "mode": "verbatim"</a:t>
            </a:r>
          </a:p>
          <a:p>
            <a:r>
              <a:t>    },</a:t>
            </a:r>
          </a:p>
          <a:p>
            <a:r>
              <a:t>    {</a:t>
            </a:r>
          </a:p>
          <a:p>
            <a:r>
              <a:t>      "value": 120.0,</a:t>
            </a:r>
          </a:p>
          <a:p>
            <a:r>
              <a:t>      "refs": [</a:t>
            </a:r>
          </a:p>
          <a:p>
            <a:r>
              <a:t>        {</a:t>
            </a:r>
          </a:p>
          <a:p>
            <a:r>
              <a:t>          "source_id": "s009",</a:t>
            </a:r>
          </a:p>
          <a:p>
            <a:r>
              <a:t>          "quote": "120"</a:t>
            </a:r>
          </a:p>
          <a:p>
            <a:r>
              <a:t>        }</a:t>
            </a:r>
          </a:p>
          <a:p>
            <a:r>
              <a:t>      ]</a:t>
            </a:r>
          </a:p>
          <a:p>
            <a:r>
              <a:t>    },</a:t>
            </a:r>
          </a:p>
          <a:p>
            <a:r>
              <a:t>    {</a:t>
            </a:r>
          </a:p>
          <a:p>
            <a:r>
              <a:t>      "value": 84.0,</a:t>
            </a:r>
          </a:p>
          <a:p>
            <a:r>
              <a:t>      "refs": [</a:t>
            </a:r>
          </a:p>
          <a:p>
            <a:r>
              <a:t>        {</a:t>
            </a:r>
          </a:p>
          <a:p>
            <a:r>
              <a:t>          "source_id": "s009",</a:t>
            </a:r>
          </a:p>
          <a:p>
            <a:r>
              <a:t>          "quote": "84"</a:t>
            </a:r>
          </a:p>
          <a:p>
            <a:r>
              <a:t>        }</a:t>
            </a:r>
          </a:p>
          <a:p>
            <a:r>
              <a:t>      ]</a:t>
            </a:r>
          </a:p>
          <a:p>
            <a:r>
              <a:t>    },</a:t>
            </a:r>
          </a:p>
          <a:p>
            <a:r>
              <a:t>    {</a:t>
            </a:r>
          </a:p>
          <a:p>
            <a:r>
              <a:t>      "value": 24.0,</a:t>
            </a:r>
          </a:p>
          <a:p>
            <a:r>
              <a:t>      "refs": [</a:t>
            </a:r>
          </a:p>
          <a:p>
            <a:r>
              <a:t>        {</a:t>
            </a:r>
          </a:p>
          <a:p>
            <a:r>
              <a:t>          "source_id": "s009",</a:t>
            </a:r>
          </a:p>
          <a:p>
            <a:r>
              <a:t>          "quote": "24"</a:t>
            </a:r>
          </a:p>
          <a:p>
            <a:r>
              <a:t>        }</a:t>
            </a:r>
          </a:p>
          <a:p>
            <a:r>
              <a:t>      ]</a:t>
            </a:r>
          </a:p>
          <a:p>
            <a:r>
              <a:t>    }</a:t>
            </a:r>
          </a:p>
          <a:p>
            <a:r>
              <a:t>  ],</a:t>
            </a:r>
          </a:p>
          <a:p>
            <a:r>
              <a:t>  "citations": {</a:t>
            </a:r>
          </a:p>
          <a:p>
            <a:r>
              <a:t>    "s009":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"metrics",</a:t>
            </a:r>
          </a:p>
          <a:p>
            <a:r>
              <a:t>  "structural_variant": "stack",</a:t>
            </a:r>
          </a:p>
          <a:p>
            <a:r>
              <a:t>  "repetition_reason": "Catalog inventory: adjacent entries intentionally show every count/orientation for comparison; this is not a presentation sequence.",</a:t>
            </a:r>
          </a:p>
          <a:p>
            <a:r>
              <a:t>  "images": {},</a:t>
            </a:r>
          </a:p>
          <a:p>
            <a:r>
              <a:t>  "template_sha256": "1b95d8bb099c3d660f5ebdb4f8639b02ee25bd767d40c55eca15ff9917247195"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"slide010",</a:t>
            </a:r>
          </a:p>
          <a:p>
            <a:r>
              <a:t>  "origin": "catalog",</a:t>
            </a:r>
          </a:p>
          <a:p>
            <a:r>
              <a:t>  "layout_id": "ed_table_three_columns_4",</a:t>
            </a:r>
          </a:p>
          <a:p>
            <a:r>
              <a:t>  "variant": "warm",</a:t>
            </a:r>
          </a:p>
          <a:p>
            <a:r>
              <a:t>  "rationale": "Public template fixture; short fictional slot content; no private data.",</a:t>
            </a:r>
          </a:p>
          <a:p>
            <a:r>
              <a:t>  "source_sha256": "18d83b456303582afd6a9ba46ae42df9a098119f08bcb7425e0e27cc818a3918",</a:t>
            </a:r>
          </a:p>
          <a:p>
            <a:r>
              <a:t>  "evidence": [</a:t>
            </a:r>
          </a:p>
          <a:p>
            <a:r>
              <a:t>    {</a:t>
            </a:r>
          </a:p>
          <a:p>
            <a:r>
              <a:t>      "text": "短い見出しと説明を同じ行のまとまりで読む",</a:t>
            </a:r>
          </a:p>
          <a:p>
            <a:r>
              <a:t>      "refs": [</a:t>
            </a:r>
          </a:p>
          <a:p>
            <a:r>
              <a:t>        {</a:t>
            </a:r>
          </a:p>
          <a:p>
            <a:r>
              <a:t>          "source_id": "s010",</a:t>
            </a:r>
          </a:p>
          <a:p>
            <a:r>
              <a:t>          "quote": "短い見出しと説明を同じ行のまとまりで読む"</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"s010",</a:t>
            </a:r>
          </a:p>
          <a:p>
            <a:r>
              <a:t>          "quote": "架空の社内調査。運用条件を整理した所見であり、効果を実証したものではない。"</a:t>
            </a:r>
          </a:p>
          <a:p>
            <a:r>
              <a:t>        }</a:t>
            </a:r>
          </a:p>
          <a:p>
            <a:r>
              <a:t>      ],</a:t>
            </a:r>
          </a:p>
          <a:p>
            <a:r>
              <a:t>      "mode": "verbatim"</a:t>
            </a:r>
          </a:p>
          <a:p>
            <a:r>
              <a:t>    },</a:t>
            </a:r>
          </a:p>
          <a:p>
            <a:r>
              <a:t>    {</a:t>
            </a:r>
          </a:p>
          <a:p>
            <a:r>
              <a:t>      "text": "観点",</a:t>
            </a:r>
          </a:p>
          <a:p>
            <a:r>
              <a:t>      "refs": [</a:t>
            </a:r>
          </a:p>
          <a:p>
            <a:r>
              <a:t>        {</a:t>
            </a:r>
          </a:p>
          <a:p>
            <a:r>
              <a:t>          "source_id": "s010",</a:t>
            </a:r>
          </a:p>
          <a:p>
            <a:r>
              <a:t>          "quote": "観点"</a:t>
            </a:r>
          </a:p>
          <a:p>
            <a:r>
              <a:t>        }</a:t>
            </a:r>
          </a:p>
          <a:p>
            <a:r>
              <a:t>      ],</a:t>
            </a:r>
          </a:p>
          <a:p>
            <a:r>
              <a:t>      "mode": "verbatim"</a:t>
            </a:r>
          </a:p>
          <a:p>
            <a:r>
              <a:t>    },</a:t>
            </a:r>
          </a:p>
          <a:p>
            <a:r>
              <a:t>    {</a:t>
            </a:r>
          </a:p>
          <a:p>
            <a:r>
              <a:t>      "text": "確認事項",</a:t>
            </a:r>
          </a:p>
          <a:p>
            <a:r>
              <a:t>      "refs": [</a:t>
            </a:r>
          </a:p>
          <a:p>
            <a:r>
              <a:t>        {</a:t>
            </a:r>
          </a:p>
          <a:p>
            <a:r>
              <a:t>          "source_id": "s010",</a:t>
            </a:r>
          </a:p>
          <a:p>
            <a:r>
              <a:t>          "quote": "確認事項"</a:t>
            </a:r>
          </a:p>
          <a:p>
            <a:r>
              <a:t>        }</a:t>
            </a:r>
          </a:p>
          <a:p>
            <a:r>
              <a:t>      ],</a:t>
            </a:r>
          </a:p>
          <a:p>
            <a:r>
              <a:t>      "mode": "verbatim"</a:t>
            </a:r>
          </a:p>
          <a:p>
            <a:r>
              <a:t>    },</a:t>
            </a:r>
          </a:p>
          <a:p>
            <a:r>
              <a:t>    {</a:t>
            </a:r>
          </a:p>
          <a:p>
            <a:r>
              <a:t>      "text": "留保",</a:t>
            </a:r>
          </a:p>
          <a:p>
            <a:r>
              <a:t>      "refs": [</a:t>
            </a:r>
          </a:p>
          <a:p>
            <a:r>
              <a:t>        {</a:t>
            </a:r>
          </a:p>
          <a:p>
            <a:r>
              <a:t>          "source_id": "s010",</a:t>
            </a:r>
          </a:p>
          <a:p>
            <a:r>
              <a:t>          "quote": "留保"</a:t>
            </a:r>
          </a:p>
          <a:p>
            <a:r>
              <a:t>        }</a:t>
            </a:r>
          </a:p>
          <a:p>
            <a:r>
              <a:t>      ],</a:t>
            </a:r>
          </a:p>
          <a:p>
            <a:r>
              <a:t>      "mode": "verbatim"</a:t>
            </a:r>
          </a:p>
          <a:p>
            <a:r>
              <a:t>    },</a:t>
            </a:r>
          </a:p>
          <a:p>
            <a:r>
              <a:t>    {</a:t>
            </a:r>
          </a:p>
          <a:p>
            <a:r>
              <a:t>      "text": "検索入口を揃える",</a:t>
            </a:r>
          </a:p>
          <a:p>
            <a:r>
              <a:t>      "refs": [</a:t>
            </a:r>
          </a:p>
          <a:p>
            <a:r>
              <a:t>        {</a:t>
            </a:r>
          </a:p>
          <a:p>
            <a:r>
              <a:t>          "source_id": "s010",</a:t>
            </a:r>
          </a:p>
          <a:p>
            <a:r>
              <a:t>          "quote": "検索入口を揃える"</a:t>
            </a:r>
          </a:p>
          <a:p>
            <a:r>
              <a:t>        }</a:t>
            </a:r>
          </a:p>
          <a:p>
            <a:r>
              <a:t>      ],</a:t>
            </a:r>
          </a:p>
          <a:p>
            <a:r>
              <a:t>      "mode": "verbatim"</a:t>
            </a:r>
          </a:p>
          <a:p>
            <a:r>
              <a:t>    },</a:t>
            </a:r>
          </a:p>
          <a:p>
            <a:r>
              <a:t>    {</a:t>
            </a:r>
          </a:p>
          <a:p>
            <a:r>
              <a:t>      "text": "索引と用語の対応を確認",</a:t>
            </a:r>
          </a:p>
          <a:p>
            <a:r>
              <a:t>      "refs": [</a:t>
            </a:r>
          </a:p>
          <a:p>
            <a:r>
              <a:t>        {</a:t>
            </a:r>
          </a:p>
          <a:p>
            <a:r>
              <a:t>          "source_id": "s010",</a:t>
            </a:r>
          </a:p>
          <a:p>
            <a:r>
              <a:t>          "quote": "索引と用語の対応を確認"</a:t>
            </a:r>
          </a:p>
          <a:p>
            <a:r>
              <a:t>        }</a:t>
            </a:r>
          </a:p>
          <a:p>
            <a:r>
              <a:t>      ],</a:t>
            </a:r>
          </a:p>
          <a:p>
            <a:r>
              <a:t>      "mode": "verbatim"</a:t>
            </a:r>
          </a:p>
          <a:p>
            <a:r>
              <a:t>    },</a:t>
            </a:r>
          </a:p>
          <a:p>
            <a:r>
              <a:t>    {</a:t>
            </a:r>
          </a:p>
          <a:p>
            <a:r>
              <a:t>      "text": "架空資料A・検索節\n部署間の呼称差が残る",</a:t>
            </a:r>
          </a:p>
          <a:p>
            <a:r>
              <a:t>      "refs": [</a:t>
            </a:r>
          </a:p>
          <a:p>
            <a:r>
              <a:t>        {</a:t>
            </a:r>
          </a:p>
          <a:p>
            <a:r>
              <a:t>          "source_id": "s010",</a:t>
            </a:r>
          </a:p>
          <a:p>
            <a:r>
              <a:t>          "quote": "架空資料A・検索節\n部署間の呼称差が残る"</a:t>
            </a:r>
          </a:p>
          <a:p>
            <a:r>
              <a:t>        }</a:t>
            </a:r>
          </a:p>
          <a:p>
            <a:r>
              <a:t>      ],</a:t>
            </a:r>
          </a:p>
          <a:p>
            <a:r>
              <a:t>      "mode": "verbatim"</a:t>
            </a:r>
          </a:p>
          <a:p>
            <a:r>
              <a:t>    },</a:t>
            </a:r>
          </a:p>
          <a:p>
            <a:r>
              <a:t>    {</a:t>
            </a:r>
          </a:p>
          <a:p>
            <a:r>
              <a:t>      "text": "根拠まで辿れる",</a:t>
            </a:r>
          </a:p>
          <a:p>
            <a:r>
              <a:t>      "refs": [</a:t>
            </a:r>
          </a:p>
          <a:p>
            <a:r>
              <a:t>        {</a:t>
            </a:r>
          </a:p>
          <a:p>
            <a:r>
              <a:t>          "source_id": "s010",</a:t>
            </a:r>
          </a:p>
          <a:p>
            <a:r>
              <a:t>          "quote": "根拠まで辿れる"</a:t>
            </a:r>
          </a:p>
          <a:p>
            <a:r>
              <a:t>        }</a:t>
            </a:r>
          </a:p>
          <a:p>
            <a:r>
              <a:t>      ],</a:t>
            </a:r>
          </a:p>
          <a:p>
            <a:r>
              <a:t>      "mode": "verbatim"</a:t>
            </a:r>
          </a:p>
          <a:p>
            <a:r>
              <a:t>    },</a:t>
            </a:r>
          </a:p>
          <a:p>
            <a:r>
              <a:t>    {</a:t>
            </a:r>
          </a:p>
          <a:p>
            <a:r>
              <a:t>      "text": "引用箇所と調査条件を照合",</a:t>
            </a:r>
          </a:p>
          <a:p>
            <a:r>
              <a:t>      "refs": [</a:t>
            </a:r>
          </a:p>
          <a:p>
            <a:r>
              <a:t>        {</a:t>
            </a:r>
          </a:p>
          <a:p>
            <a:r>
              <a:t>          "source_id": "s010",</a:t>
            </a:r>
          </a:p>
          <a:p>
            <a:r>
              <a:t>          "quote": "引用箇所と調査条件を照合"</a:t>
            </a:r>
          </a:p>
          <a:p>
            <a:r>
              <a:t>        }</a:t>
            </a:r>
          </a:p>
          <a:p>
            <a:r>
              <a:t>      ],</a:t>
            </a:r>
          </a:p>
          <a:p>
            <a:r>
              <a:t>      "mode": "verbatim"</a:t>
            </a:r>
          </a:p>
          <a:p>
            <a:r>
              <a:t>    },</a:t>
            </a:r>
          </a:p>
          <a:p>
            <a:r>
              <a:t>    {</a:t>
            </a:r>
          </a:p>
          <a:p>
            <a:r>
              <a:t>      "text": "架空資料B・条件節\n原文の条件を保持",</a:t>
            </a:r>
          </a:p>
          <a:p>
            <a:r>
              <a:t>      "refs": [</a:t>
            </a:r>
          </a:p>
          <a:p>
            <a:r>
              <a:t>        {</a:t>
            </a:r>
          </a:p>
          <a:p>
            <a:r>
              <a:t>          "source_id": "s010",</a:t>
            </a:r>
          </a:p>
          <a:p>
            <a:r>
              <a:t>          "quote": "架空資料B・条件節\n原文の条件を保持"</a:t>
            </a:r>
          </a:p>
          <a:p>
            <a:r>
              <a:t>        }</a:t>
            </a:r>
          </a:p>
          <a:p>
            <a:r>
              <a:t>      ],</a:t>
            </a:r>
          </a:p>
          <a:p>
            <a:r>
              <a:t>      "mode": "verbatim"</a:t>
            </a:r>
          </a:p>
          <a:p>
            <a:r>
              <a:t>    },</a:t>
            </a:r>
          </a:p>
          <a:p>
            <a:r>
              <a:t>    {</a:t>
            </a:r>
          </a:p>
          <a:p>
            <a:r>
              <a:t>      "text": "更新範囲を決める",</a:t>
            </a:r>
          </a:p>
          <a:p>
            <a:r>
              <a:t>      "refs": [</a:t>
            </a:r>
          </a:p>
          <a:p>
            <a:r>
              <a:t>        {</a:t>
            </a:r>
          </a:p>
          <a:p>
            <a:r>
              <a:t>          "source_id": "s010",</a:t>
            </a:r>
          </a:p>
          <a:p>
            <a:r>
              <a:t>          "quote": "更新範囲を決める"</a:t>
            </a:r>
          </a:p>
          <a:p>
            <a:r>
              <a:t>        }</a:t>
            </a:r>
          </a:p>
          <a:p>
            <a:r>
              <a:t>      ],</a:t>
            </a:r>
          </a:p>
          <a:p>
            <a:r>
              <a:t>      "mode": "verbatim"</a:t>
            </a:r>
          </a:p>
          <a:p>
            <a:r>
              <a:t>    },</a:t>
            </a:r>
          </a:p>
          <a:p>
            <a:r>
              <a:t>    {</a:t>
            </a:r>
          </a:p>
          <a:p>
            <a:r>
              <a:t>      "text": "担当と確認時期を決める",</a:t>
            </a:r>
          </a:p>
          <a:p>
            <a:r>
              <a:t>      "refs": [</a:t>
            </a:r>
          </a:p>
          <a:p>
            <a:r>
              <a:t>        {</a:t>
            </a:r>
          </a:p>
          <a:p>
            <a:r>
              <a:t>          "source_id": "s010",</a:t>
            </a:r>
          </a:p>
          <a:p>
            <a:r>
              <a:t>          "quote": "担当と確認時期を決める"</a:t>
            </a:r>
          </a:p>
          <a:p>
            <a:r>
              <a:t>        }</a:t>
            </a:r>
          </a:p>
          <a:p>
            <a:r>
              <a:t>      ],</a:t>
            </a:r>
          </a:p>
          <a:p>
            <a:r>
              <a:t>      "mode": "verbatim"</a:t>
            </a:r>
          </a:p>
          <a:p>
            <a:r>
              <a:t>    },</a:t>
            </a:r>
          </a:p>
          <a:p>
            <a:r>
              <a:t>    {</a:t>
            </a:r>
          </a:p>
          <a:p>
            <a:r>
              <a:t>      "text": "架空資料C・運用節\n確認日：未記録",</a:t>
            </a:r>
          </a:p>
          <a:p>
            <a:r>
              <a:t>      "refs": [</a:t>
            </a:r>
          </a:p>
          <a:p>
            <a:r>
              <a:t>        {</a:t>
            </a:r>
          </a:p>
          <a:p>
            <a:r>
              <a:t>          "source_id": "s010",</a:t>
            </a:r>
          </a:p>
          <a:p>
            <a:r>
              <a:t>          "quote": "架空資料C・運用節\n確認日：未記録"</a:t>
            </a:r>
          </a:p>
          <a:p>
            <a:r>
              <a:t>        }</a:t>
            </a:r>
          </a:p>
          <a:p>
            <a:r>
              <a:t>      ],</a:t>
            </a:r>
          </a:p>
          <a:p>
            <a:r>
              <a:t>      "mode": "verbatim"</a:t>
            </a:r>
          </a:p>
          <a:p>
            <a:r>
              <a:t>    },</a:t>
            </a:r>
          </a:p>
          <a:p>
            <a:r>
              <a:t>    {</a:t>
            </a:r>
          </a:p>
          <a:p>
            <a:r>
              <a:t>      "text": "例外を見える化",</a:t>
            </a:r>
          </a:p>
          <a:p>
            <a:r>
              <a:t>      "refs": [</a:t>
            </a:r>
          </a:p>
          <a:p>
            <a:r>
              <a:t>        {</a:t>
            </a:r>
          </a:p>
          <a:p>
            <a:r>
              <a:t>          "source_id": "s010",</a:t>
            </a:r>
          </a:p>
          <a:p>
            <a:r>
              <a:t>          "quote": "例外を見える化"</a:t>
            </a:r>
          </a:p>
          <a:p>
            <a:r>
              <a:t>        }</a:t>
            </a:r>
          </a:p>
          <a:p>
            <a:r>
              <a:t>      ],</a:t>
            </a:r>
          </a:p>
          <a:p>
            <a:r>
              <a:t>      "mode": "verbatim"</a:t>
            </a:r>
          </a:p>
          <a:p>
            <a:r>
              <a:t>    },</a:t>
            </a:r>
          </a:p>
          <a:p>
            <a:r>
              <a:t>    {</a:t>
            </a:r>
          </a:p>
          <a:p>
            <a:r>
              <a:t>      "text": "適用できない場面を記録",</a:t>
            </a:r>
          </a:p>
          <a:p>
            <a:r>
              <a:t>      "refs": [</a:t>
            </a:r>
          </a:p>
          <a:p>
            <a:r>
              <a:t>        {</a:t>
            </a:r>
          </a:p>
          <a:p>
            <a:r>
              <a:t>          "source_id": "s010",</a:t>
            </a:r>
          </a:p>
          <a:p>
            <a:r>
              <a:t>          "quote": "適用できない場面を記録"</a:t>
            </a:r>
          </a:p>
          <a:p>
            <a:r>
              <a:t>        }</a:t>
            </a:r>
          </a:p>
          <a:p>
            <a:r>
              <a:t>      ],</a:t>
            </a:r>
          </a:p>
          <a:p>
            <a:r>
              <a:t>      "mode": "verbatim"</a:t>
            </a:r>
          </a:p>
          <a:p>
            <a:r>
              <a:t>    },</a:t>
            </a:r>
          </a:p>
          <a:p>
            <a:r>
              <a:t>    {</a:t>
            </a:r>
          </a:p>
          <a:p>
            <a:r>
              <a:t>      "text": "架空資料D・例外節\n個別の判断が必要",</a:t>
            </a:r>
          </a:p>
          <a:p>
            <a:r>
              <a:t>      "refs": [</a:t>
            </a:r>
          </a:p>
          <a:p>
            <a:r>
              <a:t>        {</a:t>
            </a:r>
          </a:p>
          <a:p>
            <a:r>
              <a:t>          "source_id": "s010",</a:t>
            </a:r>
          </a:p>
          <a:p>
            <a:r>
              <a:t>          "quote": "架空資料D・例外節\n個別の判断が必要"</a:t>
            </a:r>
          </a:p>
          <a:p>
            <a:r>
              <a:t>        }</a:t>
            </a:r>
          </a:p>
          <a:p>
            <a:r>
              <a:t>      ],</a:t>
            </a:r>
          </a:p>
          <a:p>
            <a:r>
              <a:t>      "mode": "verbatim"</a:t>
            </a:r>
          </a:p>
          <a:p>
            <a:r>
              <a:t>    },</a:t>
            </a:r>
          </a:p>
          <a:p>
            <a:r>
              <a:t>    {</a:t>
            </a:r>
          </a:p>
          <a:p>
            <a:r>
              <a:t>      "text": "留保：同じ条件で比較した結果ではない。各資料の対象範囲を確認する。",</a:t>
            </a:r>
          </a:p>
          <a:p>
            <a:r>
              <a:t>      "refs": [</a:t>
            </a:r>
          </a:p>
          <a:p>
            <a:r>
              <a:t>        {</a:t>
            </a:r>
          </a:p>
          <a:p>
            <a:r>
              <a:t>          "source_id": "s010",</a:t>
            </a:r>
          </a:p>
          <a:p>
            <a:r>
              <a:t>          "quote": "留保：同じ条件で比較した結果ではない。各資料の対象範囲を確認する。"</a:t>
            </a:r>
          </a:p>
          <a:p>
            <a:r>
              <a:t>        }</a:t>
            </a:r>
          </a:p>
          <a:p>
            <a:r>
              <a:t>      ],</a:t>
            </a:r>
          </a:p>
          <a:p>
            <a:r>
              <a:t>      "mode": "verbatim"</a:t>
            </a:r>
          </a:p>
          <a:p>
            <a:r>
              <a:t>    }</a:t>
            </a:r>
          </a:p>
          <a:p>
            <a:r>
              <a:t>  ],</a:t>
            </a:r>
          </a:p>
          <a:p>
            <a:r>
              <a:t>  "citations": {</a:t>
            </a:r>
          </a:p>
          <a:p>
            <a:r>
              <a:t>    "s010":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"table",</a:t>
            </a:r>
          </a:p>
          <a:p>
            <a:r>
              <a:t>  "structural_variant": "three_columns",</a:t>
            </a:r>
          </a:p>
          <a:p>
            <a:r>
              <a:t>  "repetition_reason": "Catalog inventory: adjacent entries intentionally show every count/orientation for comparison; this is not a presentation sequence.",</a:t>
            </a:r>
          </a:p>
          <a:p>
            <a:r>
              <a:t>  "images": {},</a:t>
            </a:r>
          </a:p>
          <a:p>
            <a:r>
              <a:t>  "template_sha256": "f23fbba0be512b40285904d25dfa2e0f7155bbb5e7d7a4a059e6fdff5e255115"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"slide011",</a:t>
            </a:r>
          </a:p>
          <a:p>
            <a:r>
              <a:t>  "origin": "catalog",</a:t>
            </a:r>
          </a:p>
          <a:p>
            <a:r>
              <a:t>  "layout_id": "ed_cards_rows_3",</a:t>
            </a:r>
          </a:p>
          <a:p>
            <a:r>
              <a:t>  "variant": "warm",</a:t>
            </a:r>
          </a:p>
          <a:p>
            <a:r>
              <a:t>  "rationale": "Public template fixture; short fictional slot content; no private data.",</a:t>
            </a:r>
          </a:p>
          <a:p>
            <a:r>
              <a:t>  "source_sha256": "18d83b456303582afd6a9ba46ae42df9a098119f08bcb7425e0e27cc818a3918",</a:t>
            </a:r>
          </a:p>
          <a:p>
            <a:r>
              <a:t>  "evidence": [</a:t>
            </a:r>
          </a:p>
          <a:p>
            <a:r>
              <a:t>    {</a:t>
            </a:r>
          </a:p>
          <a:p>
            <a:r>
              <a:t>      "text": "行ごとに上寄せと中央寄せを指定する",</a:t>
            </a:r>
          </a:p>
          <a:p>
            <a:r>
              <a:t>      "refs": [</a:t>
            </a:r>
          </a:p>
          <a:p>
            <a:r>
              <a:t>        {</a:t>
            </a:r>
          </a:p>
          <a:p>
            <a:r>
              <a:t>          "source_id": "s011",</a:t>
            </a:r>
          </a:p>
          <a:p>
            <a:r>
              <a:t>          "quote": "行ごとに上寄せと中央寄せを指定する"</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"s011",</a:t>
            </a:r>
          </a:p>
          <a:p>
            <a:r>
              <a:t>          "quote": "架空の社内調査。運用条件を整理した所見であり、効果を実証したものではない。"</a:t>
            </a:r>
          </a:p>
          <a:p>
            <a:r>
              <a:t>        }</a:t>
            </a:r>
          </a:p>
          <a:p>
            <a:r>
              <a:t>      ],</a:t>
            </a:r>
          </a:p>
          <a:p>
            <a:r>
              <a:t>      "mode": "verbatim"</a:t>
            </a:r>
          </a:p>
          <a:p>
            <a:r>
              <a:t>    },</a:t>
            </a:r>
          </a:p>
          <a:p>
            <a:r>
              <a:t>    {</a:t>
            </a:r>
          </a:p>
          <a:p>
            <a:r>
              <a:t>      "text": "確認の入口",</a:t>
            </a:r>
          </a:p>
          <a:p>
            <a:r>
              <a:t>      "refs": [</a:t>
            </a:r>
          </a:p>
          <a:p>
            <a:r>
              <a:t>        {</a:t>
            </a:r>
          </a:p>
          <a:p>
            <a:r>
              <a:t>          "source_id": "s011",</a:t>
            </a:r>
          </a:p>
          <a:p>
            <a:r>
              <a:t>          "quote": "確認の入口"</a:t>
            </a:r>
          </a:p>
          <a:p>
            <a:r>
              <a:t>        }</a:t>
            </a:r>
          </a:p>
          <a:p>
            <a:r>
              <a:t>      ],</a:t>
            </a:r>
          </a:p>
          <a:p>
            <a:r>
              <a:t>      "mode": "verbatim"</a:t>
            </a:r>
          </a:p>
          <a:p>
            <a:r>
              <a:t>    },</a:t>
            </a:r>
          </a:p>
          <a:p>
            <a:r>
              <a:t>    {</a:t>
            </a:r>
          </a:p>
          <a:p>
            <a:r>
              <a:t>      "text": "原文を確認する。",</a:t>
            </a:r>
          </a:p>
          <a:p>
            <a:r>
              <a:t>      "refs": [</a:t>
            </a:r>
          </a:p>
          <a:p>
            <a:r>
              <a:t>        {</a:t>
            </a:r>
          </a:p>
          <a:p>
            <a:r>
              <a:t>          "source_id": "s011",</a:t>
            </a:r>
          </a:p>
          <a:p>
            <a:r>
              <a:t>          "quote": "原文を確認する。"</a:t>
            </a:r>
          </a:p>
          <a:p>
            <a:r>
              <a:t>        }</a:t>
            </a:r>
          </a:p>
          <a:p>
            <a:r>
              <a:t>      ],</a:t>
            </a:r>
          </a:p>
          <a:p>
            <a:r>
              <a:t>      "mode": "verbatim"</a:t>
            </a:r>
          </a:p>
          <a:p>
            <a:r>
              <a:t>    },</a:t>
            </a:r>
          </a:p>
          <a:p>
            <a:r>
              <a:t>    {</a:t>
            </a:r>
          </a:p>
          <a:p>
            <a:r>
              <a:t>      "text": "根拠：架空資料",</a:t>
            </a:r>
          </a:p>
          <a:p>
            <a:r>
              <a:t>      "refs": [</a:t>
            </a:r>
          </a:p>
          <a:p>
            <a:r>
              <a:t>        {</a:t>
            </a:r>
          </a:p>
          <a:p>
            <a:r>
              <a:t>          "source_id": "s011",</a:t>
            </a:r>
          </a:p>
          <a:p>
            <a:r>
              <a:t>          "quote": "根拠：架空資料"</a:t>
            </a:r>
          </a:p>
          <a:p>
            <a:r>
              <a:t>        }</a:t>
            </a:r>
          </a:p>
          <a:p>
            <a:r>
              <a:t>      ],</a:t>
            </a:r>
          </a:p>
          <a:p>
            <a:r>
              <a:t>      "mode": "verbatim"</a:t>
            </a:r>
          </a:p>
          <a:p>
            <a:r>
              <a:t>    },</a:t>
            </a:r>
          </a:p>
          <a:p>
            <a:r>
              <a:t>    {</a:t>
            </a:r>
          </a:p>
          <a:p>
            <a:r>
              <a:t>      "text": "原文の条件を整理",</a:t>
            </a:r>
          </a:p>
          <a:p>
            <a:r>
              <a:t>      "refs": [</a:t>
            </a:r>
          </a:p>
          <a:p>
            <a:r>
              <a:t>        {</a:t>
            </a:r>
          </a:p>
          <a:p>
            <a:r>
              <a:t>          "source_id": "s011",</a:t>
            </a:r>
          </a:p>
          <a:p>
            <a:r>
              <a:t>          "quote": "原文の条件を整理"</a:t>
            </a:r>
          </a:p>
          <a:p>
            <a:r>
              <a:t>        }</a:t>
            </a:r>
          </a:p>
          <a:p>
            <a:r>
              <a:t>      ],</a:t>
            </a:r>
          </a:p>
          <a:p>
            <a:r>
              <a:t>      "mode": "verbatim"</a:t>
            </a:r>
          </a:p>
          <a:p>
            <a:r>
              <a:t>    },</a:t>
            </a:r>
          </a:p>
          <a:p>
            <a:r>
              <a:t>    {</a:t>
            </a:r>
          </a:p>
          <a:p>
            <a:r>
              <a:t>      "text": "確認日と対象範囲を揃える。\n条件の違いも残す。",</a:t>
            </a:r>
          </a:p>
          <a:p>
            <a:r>
              <a:t>      "refs": [</a:t>
            </a:r>
          </a:p>
          <a:p>
            <a:r>
              <a:t>        {</a:t>
            </a:r>
          </a:p>
          <a:p>
            <a:r>
              <a:t>          "source_id": "s011",</a:t>
            </a:r>
          </a:p>
          <a:p>
            <a:r>
              <a:t>          "quote": "確認日と対象範囲を揃える。\n条件の違いも残す。"</a:t>
            </a:r>
          </a:p>
          <a:p>
            <a:r>
              <a:t>        }</a:t>
            </a:r>
          </a:p>
          <a:p>
            <a:r>
              <a:t>      ],</a:t>
            </a:r>
          </a:p>
          <a:p>
            <a:r>
              <a:t>      "mode": "verbatim"</a:t>
            </a:r>
          </a:p>
          <a:p>
            <a:r>
              <a:t>    },</a:t>
            </a:r>
          </a:p>
          <a:p>
            <a:r>
              <a:t>    {</a:t>
            </a:r>
          </a:p>
          <a:p>
            <a:r>
              <a:t>      "text": "根拠：架空資料",</a:t>
            </a:r>
          </a:p>
          <a:p>
            <a:r>
              <a:t>      "refs": [</a:t>
            </a:r>
          </a:p>
          <a:p>
            <a:r>
              <a:t>        {</a:t>
            </a:r>
          </a:p>
          <a:p>
            <a:r>
              <a:t>          "source_id": "s011",</a:t>
            </a:r>
          </a:p>
          <a:p>
            <a:r>
              <a:t>          "quote": "根拠：架空資料"</a:t>
            </a:r>
          </a:p>
          <a:p>
            <a:r>
              <a:t>        }</a:t>
            </a:r>
          </a:p>
          <a:p>
            <a:r>
              <a:t>      ],</a:t>
            </a:r>
          </a:p>
          <a:p>
            <a:r>
              <a:t>      "mode": "verbatim"</a:t>
            </a:r>
          </a:p>
          <a:p>
            <a:r>
              <a:t>    },</a:t>
            </a:r>
          </a:p>
          <a:p>
            <a:r>
              <a:t>    {</a:t>
            </a:r>
          </a:p>
          <a:p>
            <a:r>
              <a:t>      "text": "対象範囲と\n例外条件を確認",</a:t>
            </a:r>
          </a:p>
          <a:p>
            <a:r>
              <a:t>      "refs": [</a:t>
            </a:r>
          </a:p>
          <a:p>
            <a:r>
              <a:t>        {</a:t>
            </a:r>
          </a:p>
          <a:p>
            <a:r>
              <a:t>          "source_id": "s011",</a:t>
            </a:r>
          </a:p>
          <a:p>
            <a:r>
              <a:t>          "quote": "対象範囲と\n例外条件を確認"</a:t>
            </a:r>
          </a:p>
          <a:p>
            <a:r>
              <a:t>        }</a:t>
            </a:r>
          </a:p>
          <a:p>
            <a:r>
              <a:t>      ],</a:t>
            </a:r>
          </a:p>
          <a:p>
            <a:r>
              <a:t>      "mode": "verbatim"</a:t>
            </a:r>
          </a:p>
          <a:p>
            <a:r>
              <a:t>    },</a:t>
            </a:r>
          </a:p>
          <a:p>
            <a:r>
              <a:t>    {</a:t>
            </a:r>
          </a:p>
          <a:p>
            <a:r>
              <a:t>      "text": "資料への参照を残す。\n未確認の条件は分けて扱う。",</a:t>
            </a:r>
          </a:p>
          <a:p>
            <a:r>
              <a:t>      "refs": [</a:t>
            </a:r>
          </a:p>
          <a:p>
            <a:r>
              <a:t>        {</a:t>
            </a:r>
          </a:p>
          <a:p>
            <a:r>
              <a:t>          "source_id": "s011",</a:t>
            </a:r>
          </a:p>
          <a:p>
            <a:r>
              <a:t>          "quote": "資料への参照を残す。\n未確認の条件は分けて扱う。"</a:t>
            </a:r>
          </a:p>
          <a:p>
            <a:r>
              <a:t>        }</a:t>
            </a:r>
          </a:p>
          <a:p>
            <a:r>
              <a:t>      ],</a:t>
            </a:r>
          </a:p>
          <a:p>
            <a:r>
              <a:t>      "mode": "verbatim"</a:t>
            </a:r>
          </a:p>
          <a:p>
            <a:r>
              <a:t>    },</a:t>
            </a:r>
          </a:p>
          <a:p>
            <a:r>
              <a:t>    {</a:t>
            </a:r>
          </a:p>
          <a:p>
            <a:r>
              <a:t>      "text": "根拠：架空資料",</a:t>
            </a:r>
          </a:p>
          <a:p>
            <a:r>
              <a:t>      "refs": [</a:t>
            </a:r>
          </a:p>
          <a:p>
            <a:r>
              <a:t>        {</a:t>
            </a:r>
          </a:p>
          <a:p>
            <a:r>
              <a:t>          "source_id": "s011",</a:t>
            </a:r>
          </a:p>
          <a:p>
            <a:r>
              <a:t>          "quote": "根拠：架空資料"</a:t>
            </a:r>
          </a:p>
          <a:p>
            <a:r>
              <a:t>        }</a:t>
            </a:r>
          </a:p>
          <a:p>
            <a:r>
              <a:t>      ],</a:t>
            </a:r>
          </a:p>
          <a:p>
            <a:r>
              <a:t>      "mode": "verbatim"</a:t>
            </a:r>
          </a:p>
          <a:p>
            <a:r>
              <a:t>    }</a:t>
            </a:r>
          </a:p>
          <a:p>
            <a:r>
              <a:t>  ],</a:t>
            </a:r>
          </a:p>
          <a:p>
            <a:r>
              <a:t>  "citations": {</a:t>
            </a:r>
          </a:p>
          <a:p>
            <a:r>
              <a:t>    "s011":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"rows",</a:t>
            </a:r>
          </a:p>
          <a:p>
            <a:r>
              <a:t>  "repetition_reason": "Catalog inventory: adjacent entries intentionally show every count/orientation for comparison; this is not a presentation sequence.",</a:t>
            </a:r>
          </a:p>
          <a:p>
            <a:r>
              <a:t>  "images": {},</a:t>
            </a:r>
          </a:p>
          <a:p>
            <a:r>
              <a:t>  "template_sha256": "5cfc34d5aeabb2ee77faf4cc69ad1b47369e98b65dc7d1c8e9122baab7ab45ae"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"slide012",</a:t>
            </a:r>
          </a:p>
          <a:p>
            <a:r>
              <a:t>  "origin": "catalog",</a:t>
            </a:r>
          </a:p>
          <a:p>
            <a:r>
              <a:t>  "layout_id": "ed_cards_rows_3",</a:t>
            </a:r>
          </a:p>
          <a:p>
            <a:r>
              <a:t>  "variant": "warm",</a:t>
            </a:r>
          </a:p>
          <a:p>
            <a:r>
              <a:t>  "rationale": "Public template fixture; short fictional slot content; no private data.",</a:t>
            </a:r>
          </a:p>
          <a:p>
            <a:r>
              <a:t>  "source_sha256": "18d83b456303582afd6a9ba46ae42df9a098119f08bcb7425e0e27cc818a3918",</a:t>
            </a:r>
          </a:p>
          <a:p>
            <a:r>
              <a:t>  "evidence": [</a:t>
            </a:r>
          </a:p>
          <a:p>
            <a:r>
              <a:t>    {</a:t>
            </a:r>
          </a:p>
          <a:p>
            <a:r>
              <a:t>      "text": "読み始めを揃える説明は上寄せを選ぶ",</a:t>
            </a:r>
          </a:p>
          <a:p>
            <a:r>
              <a:t>      "refs": [</a:t>
            </a:r>
          </a:p>
          <a:p>
            <a:r>
              <a:t>        {</a:t>
            </a:r>
          </a:p>
          <a:p>
            <a:r>
              <a:t>          "source_id": "s012",</a:t>
            </a:r>
          </a:p>
          <a:p>
            <a:r>
              <a:t>          "quote": "読み始めを揃える説明は上寄せを選ぶ"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"s012",</a:t>
            </a:r>
          </a:p>
          <a:p>
            <a:r>
              <a:t>          "quote": "架空の社内調査。運用条件を整理した所見であり、効果を実証したものではない。"</a:t>
            </a:r>
          </a:p>
          <a:p>
            <a:r>
              <a:t>        }</a:t>
            </a:r>
          </a:p>
          <a:p>
            <a:r>
              <a:t>      ],</a:t>
            </a:r>
          </a:p>
          <a:p>
            <a:r>
              <a:t>      "mode": "verbatim"</a:t>
            </a:r>
          </a:p>
          <a:p>
            <a:r>
              <a:t>    },</a:t>
            </a:r>
          </a:p>
          <a:p>
            <a:r>
              <a:t>    {</a:t>
            </a:r>
          </a:p>
          <a:p>
            <a:r>
              <a:t>      "text": "確認の入口",</a:t>
            </a:r>
          </a:p>
          <a:p>
            <a:r>
              <a:t>      "refs": [</a:t>
            </a:r>
          </a:p>
          <a:p>
            <a:r>
              <a:t>        {</a:t>
            </a:r>
          </a:p>
          <a:p>
            <a:r>
              <a:t>          "source_id": "s012",</a:t>
            </a:r>
          </a:p>
          <a:p>
            <a:r>
              <a:t>          "quote": "確認の入口"</a:t>
            </a:r>
          </a:p>
          <a:p>
            <a:r>
              <a:t>        }</a:t>
            </a:r>
          </a:p>
          <a:p>
            <a:r>
              <a:t>      ],</a:t>
            </a:r>
          </a:p>
          <a:p>
            <a:r>
              <a:t>      "mode": "verbatim"</a:t>
            </a:r>
          </a:p>
          <a:p>
            <a:r>
              <a:t>    },</a:t>
            </a:r>
          </a:p>
          <a:p>
            <a:r>
              <a:t>    {</a:t>
            </a:r>
          </a:p>
          <a:p>
            <a:r>
              <a:t>      "text": "原文を確認する。",</a:t>
            </a:r>
          </a:p>
          <a:p>
            <a:r>
              <a:t>      "refs": [</a:t>
            </a:r>
          </a:p>
          <a:p>
            <a:r>
              <a:t>        {</a:t>
            </a:r>
          </a:p>
          <a:p>
            <a:r>
              <a:t>          "source_id": "s012",</a:t>
            </a:r>
          </a:p>
          <a:p>
            <a:r>
              <a:t>          "quote": "原文を確認する。"</a:t>
            </a:r>
          </a:p>
          <a:p>
            <a:r>
              <a:t>        }</a:t>
            </a:r>
          </a:p>
          <a:p>
            <a:r>
              <a:t>      ],</a:t>
            </a:r>
          </a:p>
          <a:p>
            <a:r>
              <a:t>      "mode": "verbatim"</a:t>
            </a:r>
          </a:p>
          <a:p>
            <a:r>
              <a:t>    },</a:t>
            </a:r>
          </a:p>
          <a:p>
            <a:r>
              <a:t>    {</a:t>
            </a:r>
          </a:p>
          <a:p>
            <a:r>
              <a:t>      "text": "根拠：架空資料",</a:t>
            </a:r>
          </a:p>
          <a:p>
            <a:r>
              <a:t>      "refs": [</a:t>
            </a:r>
          </a:p>
          <a:p>
            <a:r>
              <a:t>        {</a:t>
            </a:r>
          </a:p>
          <a:p>
            <a:r>
              <a:t>          "source_id": "s012",</a:t>
            </a:r>
          </a:p>
          <a:p>
            <a:r>
              <a:t>          "quote": "根拠：架空資料"</a:t>
            </a:r>
          </a:p>
          <a:p>
            <a:r>
              <a:t>        }</a:t>
            </a:r>
          </a:p>
          <a:p>
            <a:r>
              <a:t>      ],</a:t>
            </a:r>
          </a:p>
          <a:p>
            <a:r>
              <a:t>      "mode": "verbatim"</a:t>
            </a:r>
          </a:p>
          <a:p>
            <a:r>
              <a:t>    },</a:t>
            </a:r>
          </a:p>
          <a:p>
            <a:r>
              <a:t>    {</a:t>
            </a:r>
          </a:p>
          <a:p>
            <a:r>
              <a:t>      "text": "原文の条件を整理",</a:t>
            </a:r>
          </a:p>
          <a:p>
            <a:r>
              <a:t>      "refs": [</a:t>
            </a:r>
          </a:p>
          <a:p>
            <a:r>
              <a:t>        {</a:t>
            </a:r>
          </a:p>
          <a:p>
            <a:r>
              <a:t>          "source_id": "s012",</a:t>
            </a:r>
          </a:p>
          <a:p>
            <a:r>
              <a:t>          "quote": "原文の条件を整理"</a:t>
            </a:r>
          </a:p>
          <a:p>
            <a:r>
              <a:t>        }</a:t>
            </a:r>
          </a:p>
          <a:p>
            <a:r>
              <a:t>      ],</a:t>
            </a:r>
          </a:p>
          <a:p>
            <a:r>
              <a:t>      "mode": "verbatim"</a:t>
            </a:r>
          </a:p>
          <a:p>
            <a:r>
              <a:t>    },</a:t>
            </a:r>
          </a:p>
          <a:p>
            <a:r>
              <a:t>    {</a:t>
            </a:r>
          </a:p>
          <a:p>
            <a:r>
              <a:t>      "text": "確認日と対象範囲を揃える。\n条件の違いも残す。",</a:t>
            </a:r>
          </a:p>
          <a:p>
            <a:r>
              <a:t>      "refs": [</a:t>
            </a:r>
          </a:p>
          <a:p>
            <a:r>
              <a:t>        {</a:t>
            </a:r>
          </a:p>
          <a:p>
            <a:r>
              <a:t>          "source_id": "s012",</a:t>
            </a:r>
          </a:p>
          <a:p>
            <a:r>
              <a:t>          "quote": "確認日と対象範囲を揃える。\n条件の違いも残す。"</a:t>
            </a:r>
          </a:p>
          <a:p>
            <a:r>
              <a:t>        }</a:t>
            </a:r>
          </a:p>
          <a:p>
            <a:r>
              <a:t>      ],</a:t>
            </a:r>
          </a:p>
          <a:p>
            <a:r>
              <a:t>      "mode": "verbatim"</a:t>
            </a:r>
          </a:p>
          <a:p>
            <a:r>
              <a:t>    },</a:t>
            </a:r>
          </a:p>
          <a:p>
            <a:r>
              <a:t>    {</a:t>
            </a:r>
          </a:p>
          <a:p>
            <a:r>
              <a:t>      "text": "根拠：架空資料",</a:t>
            </a:r>
          </a:p>
          <a:p>
            <a:r>
              <a:t>      "refs": [</a:t>
            </a:r>
          </a:p>
          <a:p>
            <a:r>
              <a:t>        {</a:t>
            </a:r>
          </a:p>
          <a:p>
            <a:r>
              <a:t>          "source_id": "s012",</a:t>
            </a:r>
          </a:p>
          <a:p>
            <a:r>
              <a:t>          "quote": "根拠：架空資料"</a:t>
            </a:r>
          </a:p>
          <a:p>
            <a:r>
              <a:t>        }</a:t>
            </a:r>
          </a:p>
          <a:p>
            <a:r>
              <a:t>      ],</a:t>
            </a:r>
          </a:p>
          <a:p>
            <a:r>
              <a:t>      "mode": "verbatim"</a:t>
            </a:r>
          </a:p>
          <a:p>
            <a:r>
              <a:t>    },</a:t>
            </a:r>
          </a:p>
          <a:p>
            <a:r>
              <a:t>    {</a:t>
            </a:r>
          </a:p>
          <a:p>
            <a:r>
              <a:t>      "text": "対象範囲と\n例外条件を確認",</a:t>
            </a:r>
          </a:p>
          <a:p>
            <a:r>
              <a:t>      "refs": [</a:t>
            </a:r>
          </a:p>
          <a:p>
            <a:r>
              <a:t>        {</a:t>
            </a:r>
          </a:p>
          <a:p>
            <a:r>
              <a:t>          "source_id": "s012",</a:t>
            </a:r>
          </a:p>
          <a:p>
            <a:r>
              <a:t>          "quote": "対象範囲と\n例外条件を確認"</a:t>
            </a:r>
          </a:p>
          <a:p>
            <a:r>
              <a:t>        }</a:t>
            </a:r>
          </a:p>
          <a:p>
            <a:r>
              <a:t>      ],</a:t>
            </a:r>
          </a:p>
          <a:p>
            <a:r>
              <a:t>      "mode": "verbatim"</a:t>
            </a:r>
          </a:p>
          <a:p>
            <a:r>
              <a:t>    },</a:t>
            </a:r>
          </a:p>
          <a:p>
            <a:r>
              <a:t>    {</a:t>
            </a:r>
          </a:p>
          <a:p>
            <a:r>
              <a:t>      "text": "資料への参照を残す。\n未確認の条件は分けて扱う。",</a:t>
            </a:r>
          </a:p>
          <a:p>
            <a:r>
              <a:t>      "refs": [</a:t>
            </a:r>
          </a:p>
          <a:p>
            <a:r>
              <a:t>        {</a:t>
            </a:r>
          </a:p>
          <a:p>
            <a:r>
              <a:t>          "source_id": "s012",</a:t>
            </a:r>
          </a:p>
          <a:p>
            <a:r>
              <a:t>          "quote": "資料への参照を残す。\n未確認の条件は分けて扱う。"</a:t>
            </a:r>
          </a:p>
          <a:p>
            <a:r>
              <a:t>        }</a:t>
            </a:r>
          </a:p>
          <a:p>
            <a:r>
              <a:t>      ],</a:t>
            </a:r>
          </a:p>
          <a:p>
            <a:r>
              <a:t>      "mode": "verbatim"</a:t>
            </a:r>
          </a:p>
          <a:p>
            <a:r>
              <a:t>    },</a:t>
            </a:r>
          </a:p>
          <a:p>
            <a:r>
              <a:t>    {</a:t>
            </a:r>
          </a:p>
          <a:p>
            <a:r>
              <a:t>      "text": "根拠：架空資料",</a:t>
            </a:r>
          </a:p>
          <a:p>
            <a:r>
              <a:t>      "refs": [</a:t>
            </a:r>
          </a:p>
          <a:p>
            <a:r>
              <a:t>        {</a:t>
            </a:r>
          </a:p>
          <a:p>
            <a:r>
              <a:t>          "source_id": "s012",</a:t>
            </a:r>
          </a:p>
          <a:p>
            <a:r>
              <a:t>          "quote": "根拠：架空資料"</a:t>
            </a:r>
          </a:p>
          <a:p>
            <a:r>
              <a:t>        }</a:t>
            </a:r>
          </a:p>
          <a:p>
            <a:r>
              <a:t>      ],</a:t>
            </a:r>
          </a:p>
          <a:p>
            <a:r>
              <a:t>      "mode": "verbatim"</a:t>
            </a:r>
          </a:p>
          <a:p>
            <a:r>
              <a:t>    }</a:t>
            </a:r>
          </a:p>
          <a:p>
            <a:r>
              <a:t>  ],</a:t>
            </a:r>
          </a:p>
          <a:p>
            <a:r>
              <a:t>  "citations": {</a:t>
            </a:r>
          </a:p>
          <a:p>
            <a:r>
              <a:t>    "s012":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"rows",</a:t>
            </a:r>
          </a:p>
          <a:p>
            <a:r>
              <a:t>  "repetition_reason": "Catalog inventory: adjacent entries intentionally show every count/orientation for comparison; this is not a presentation sequence.",</a:t>
            </a:r>
          </a:p>
          <a:p>
            <a:r>
              <a:t>  "images": {},</a:t>
            </a:r>
          </a:p>
          <a:p>
            <a:r>
              <a:t>  "template_sha256": "5cfc34d5aeabb2ee77faf4cc69ad1b47369e98b65dc7d1c8e9122baab7ab45ae"</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短い見出しと説明を同じ行のまとまりで読む</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4050792"/>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0552"/>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確認の入口</a:t>
            </a:r>
          </a:p>
        </p:txBody>
      </p:sp>
      <p:sp>
        <p:nvSpPr>
          <p:cNvPr id="11" name="slot:item_1_body"/>
          <p:cNvSpPr txBox="1"/>
          <p:nvPr/>
        </p:nvSpPr>
        <p:spPr>
          <a:xfrm>
            <a:off x="3730752" y="2130552"/>
            <a:ext cx="7790688"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12" name="slot:item_1_evidence"/>
          <p:cNvSpPr txBox="1"/>
          <p:nvPr/>
        </p:nvSpPr>
        <p:spPr>
          <a:xfrm>
            <a:off x="3730752" y="2553970"/>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13" name="decor:4"/>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4087368"/>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原文の条件を整理</a:t>
            </a:r>
          </a:p>
        </p:txBody>
      </p:sp>
      <p:sp>
        <p:nvSpPr>
          <p:cNvPr id="15" name="slot:item_2_body"/>
          <p:cNvSpPr txBox="1"/>
          <p:nvPr/>
        </p:nvSpPr>
        <p:spPr>
          <a:xfrm>
            <a:off x="3730752" y="4087368"/>
            <a:ext cx="7790688"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条件の違いも残す。</a:t>
            </a:r>
          </a:p>
        </p:txBody>
      </p:sp>
      <p:sp>
        <p:nvSpPr>
          <p:cNvPr id="16" name="slot:item_2_evidence"/>
          <p:cNvSpPr txBox="1"/>
          <p:nvPr/>
        </p:nvSpPr>
        <p:spPr>
          <a:xfrm>
            <a:off x="3730752" y="4796536"/>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短い見出しと説明を同じ行のまとまりで読む</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3398520"/>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0552"/>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確認の入口</a:t>
            </a:r>
          </a:p>
        </p:txBody>
      </p:sp>
      <p:sp>
        <p:nvSpPr>
          <p:cNvPr id="11" name="slot:item_1_body"/>
          <p:cNvSpPr txBox="1"/>
          <p:nvPr/>
        </p:nvSpPr>
        <p:spPr>
          <a:xfrm>
            <a:off x="3730752" y="2130552"/>
            <a:ext cx="7790688"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12" name="slot:item_1_evidence"/>
          <p:cNvSpPr txBox="1"/>
          <p:nvPr/>
        </p:nvSpPr>
        <p:spPr>
          <a:xfrm>
            <a:off x="3730752" y="2553970"/>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13" name="decor:4"/>
          <p:cNvSpPr/>
          <p:nvPr/>
        </p:nvSpPr>
        <p:spPr>
          <a:xfrm>
            <a:off x="685800" y="4703064"/>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3435096"/>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原文の条件を整理</a:t>
            </a:r>
          </a:p>
        </p:txBody>
      </p:sp>
      <p:sp>
        <p:nvSpPr>
          <p:cNvPr id="15" name="slot:item_2_body"/>
          <p:cNvSpPr txBox="1"/>
          <p:nvPr/>
        </p:nvSpPr>
        <p:spPr>
          <a:xfrm>
            <a:off x="3730752" y="3435096"/>
            <a:ext cx="7790688"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条件の違いも残す。</a:t>
            </a:r>
          </a:p>
        </p:txBody>
      </p:sp>
      <p:sp>
        <p:nvSpPr>
          <p:cNvPr id="16" name="slot:item_2_evidence"/>
          <p:cNvSpPr txBox="1"/>
          <p:nvPr/>
        </p:nvSpPr>
        <p:spPr>
          <a:xfrm>
            <a:off x="3730752" y="4144264"/>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17" name="decor:5"/>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85800" y="4739640"/>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対象範囲と</a:t>
            </a:r>
          </a:p>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例外条件を確認</a:t>
            </a:r>
          </a:p>
        </p:txBody>
      </p:sp>
      <p:sp>
        <p:nvSpPr>
          <p:cNvPr id="19" name="slot:item_3_body"/>
          <p:cNvSpPr txBox="1"/>
          <p:nvPr/>
        </p:nvSpPr>
        <p:spPr>
          <a:xfrm>
            <a:off x="3730752" y="4739640"/>
            <a:ext cx="7790688"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資料への参照を残す。</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未確認の条件は分けて扱う。</a:t>
            </a:r>
          </a:p>
        </p:txBody>
      </p:sp>
      <p:sp>
        <p:nvSpPr>
          <p:cNvPr id="20" name="slot:item_3_evidence"/>
          <p:cNvSpPr txBox="1"/>
          <p:nvPr/>
        </p:nvSpPr>
        <p:spPr>
          <a:xfrm>
            <a:off x="3730752" y="5448808"/>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3</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短い見出しと説明を同じ行のまとまりで読む</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3072384"/>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0552"/>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確認の入口</a:t>
            </a:r>
          </a:p>
        </p:txBody>
      </p:sp>
      <p:sp>
        <p:nvSpPr>
          <p:cNvPr id="11" name="slot:item_1_body"/>
          <p:cNvSpPr txBox="1"/>
          <p:nvPr/>
        </p:nvSpPr>
        <p:spPr>
          <a:xfrm>
            <a:off x="3730752" y="2130552"/>
            <a:ext cx="7790688"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12" name="slot:item_1_evidence"/>
          <p:cNvSpPr txBox="1"/>
          <p:nvPr/>
        </p:nvSpPr>
        <p:spPr>
          <a:xfrm>
            <a:off x="3730752" y="2553970"/>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13" name="decor:4"/>
          <p:cNvSpPr/>
          <p:nvPr/>
        </p:nvSpPr>
        <p:spPr>
          <a:xfrm>
            <a:off x="685800" y="4050792"/>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3108960"/>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原文の条件を整理</a:t>
            </a:r>
          </a:p>
        </p:txBody>
      </p:sp>
      <p:sp>
        <p:nvSpPr>
          <p:cNvPr id="15" name="slot:item_2_body"/>
          <p:cNvSpPr txBox="1"/>
          <p:nvPr/>
        </p:nvSpPr>
        <p:spPr>
          <a:xfrm>
            <a:off x="3730752" y="3108960"/>
            <a:ext cx="7790688"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p:txBody>
      </p:sp>
      <p:sp>
        <p:nvSpPr>
          <p:cNvPr id="16" name="slot:item_2_evidence"/>
          <p:cNvSpPr txBox="1"/>
          <p:nvPr/>
        </p:nvSpPr>
        <p:spPr>
          <a:xfrm>
            <a:off x="3730752" y="3532378"/>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17" name="decor:5"/>
          <p:cNvSpPr/>
          <p:nvPr/>
        </p:nvSpPr>
        <p:spPr>
          <a:xfrm>
            <a:off x="685800" y="5029200"/>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85800" y="4087368"/>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対象範囲と</a:t>
            </a:r>
          </a:p>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例外条件を確認</a:t>
            </a:r>
          </a:p>
        </p:txBody>
      </p:sp>
      <p:sp>
        <p:nvSpPr>
          <p:cNvPr id="19" name="slot:item_3_body"/>
          <p:cNvSpPr txBox="1"/>
          <p:nvPr/>
        </p:nvSpPr>
        <p:spPr>
          <a:xfrm>
            <a:off x="3730752" y="4087368"/>
            <a:ext cx="7790688"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資料への参照を残す。</a:t>
            </a:r>
          </a:p>
        </p:txBody>
      </p:sp>
      <p:sp>
        <p:nvSpPr>
          <p:cNvPr id="20" name="slot:item_3_evidence"/>
          <p:cNvSpPr txBox="1"/>
          <p:nvPr/>
        </p:nvSpPr>
        <p:spPr>
          <a:xfrm>
            <a:off x="3730752" y="4510786"/>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21" name="decor:6"/>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4_heading"/>
          <p:cNvSpPr txBox="1"/>
          <p:nvPr/>
        </p:nvSpPr>
        <p:spPr>
          <a:xfrm>
            <a:off x="685800" y="5065775"/>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確認の入口</a:t>
            </a:r>
          </a:p>
        </p:txBody>
      </p:sp>
      <p:sp>
        <p:nvSpPr>
          <p:cNvPr id="23" name="slot:item_4_body"/>
          <p:cNvSpPr txBox="1"/>
          <p:nvPr/>
        </p:nvSpPr>
        <p:spPr>
          <a:xfrm>
            <a:off x="3730752" y="5065775"/>
            <a:ext cx="7790688"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24" name="slot:item_4_evidence"/>
          <p:cNvSpPr txBox="1"/>
          <p:nvPr/>
        </p:nvSpPr>
        <p:spPr>
          <a:xfrm>
            <a:off x="3730752" y="5489193"/>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4</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短い見出しと説明を同じ行のまとまりで読む</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2876702"/>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0552"/>
            <a:ext cx="3684117" cy="68580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確認の入口</a:t>
            </a:r>
          </a:p>
        </p:txBody>
      </p:sp>
      <p:sp>
        <p:nvSpPr>
          <p:cNvPr id="11" name="slot:item_1_body"/>
          <p:cNvSpPr txBox="1"/>
          <p:nvPr/>
        </p:nvSpPr>
        <p:spPr>
          <a:xfrm>
            <a:off x="4580229" y="2130552"/>
            <a:ext cx="4929530" cy="755294"/>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12" name="slot:item_1_evidence"/>
          <p:cNvSpPr txBox="1"/>
          <p:nvPr/>
        </p:nvSpPr>
        <p:spPr>
          <a:xfrm>
            <a:off x="9646920" y="2139696"/>
            <a:ext cx="1828800" cy="71871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13" name="decor:4"/>
          <p:cNvSpPr/>
          <p:nvPr/>
        </p:nvSpPr>
        <p:spPr>
          <a:xfrm>
            <a:off x="685800" y="365942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2913278"/>
            <a:ext cx="3684117" cy="68580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原文の条件を整理</a:t>
            </a:r>
          </a:p>
        </p:txBody>
      </p:sp>
      <p:sp>
        <p:nvSpPr>
          <p:cNvPr id="15" name="slot:item_2_body"/>
          <p:cNvSpPr txBox="1"/>
          <p:nvPr/>
        </p:nvSpPr>
        <p:spPr>
          <a:xfrm>
            <a:off x="4580229" y="2913278"/>
            <a:ext cx="4929530" cy="755294"/>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条件の違いも残す。</a:t>
            </a:r>
          </a:p>
        </p:txBody>
      </p:sp>
      <p:sp>
        <p:nvSpPr>
          <p:cNvPr id="16" name="slot:item_2_evidence"/>
          <p:cNvSpPr txBox="1"/>
          <p:nvPr/>
        </p:nvSpPr>
        <p:spPr>
          <a:xfrm>
            <a:off x="9646920" y="2922422"/>
            <a:ext cx="1828800" cy="71871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留保：効果は未検証</a:t>
            </a:r>
          </a:p>
        </p:txBody>
      </p:sp>
      <p:sp>
        <p:nvSpPr>
          <p:cNvPr id="17" name="decor:5"/>
          <p:cNvSpPr/>
          <p:nvPr/>
        </p:nvSpPr>
        <p:spPr>
          <a:xfrm>
            <a:off x="685800" y="4442155"/>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85800" y="3696004"/>
            <a:ext cx="3684117" cy="68580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対象範囲と</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例外条件を確認</a:t>
            </a:r>
          </a:p>
        </p:txBody>
      </p:sp>
      <p:sp>
        <p:nvSpPr>
          <p:cNvPr id="19" name="slot:item_3_body"/>
          <p:cNvSpPr txBox="1"/>
          <p:nvPr/>
        </p:nvSpPr>
        <p:spPr>
          <a:xfrm>
            <a:off x="4580229" y="3696004"/>
            <a:ext cx="4929530" cy="755294"/>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資料への参照を残す。</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未確認の条件は分けて扱う。</a:t>
            </a:r>
          </a:p>
        </p:txBody>
      </p:sp>
      <p:sp>
        <p:nvSpPr>
          <p:cNvPr id="20" name="slot:item_3_evidence"/>
          <p:cNvSpPr txBox="1"/>
          <p:nvPr/>
        </p:nvSpPr>
        <p:spPr>
          <a:xfrm>
            <a:off x="9646920" y="3705148"/>
            <a:ext cx="1828800" cy="71871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21" name="decor:6"/>
          <p:cNvSpPr/>
          <p:nvPr/>
        </p:nvSpPr>
        <p:spPr>
          <a:xfrm>
            <a:off x="685800" y="5224881"/>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4_heading"/>
          <p:cNvSpPr txBox="1"/>
          <p:nvPr/>
        </p:nvSpPr>
        <p:spPr>
          <a:xfrm>
            <a:off x="685800" y="4478731"/>
            <a:ext cx="3684117" cy="68580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確認の入口</a:t>
            </a:r>
          </a:p>
        </p:txBody>
      </p:sp>
      <p:sp>
        <p:nvSpPr>
          <p:cNvPr id="23" name="slot:item_4_body"/>
          <p:cNvSpPr txBox="1"/>
          <p:nvPr/>
        </p:nvSpPr>
        <p:spPr>
          <a:xfrm>
            <a:off x="4580229" y="4478731"/>
            <a:ext cx="4929530" cy="755294"/>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24" name="slot:item_4_evidence"/>
          <p:cNvSpPr txBox="1"/>
          <p:nvPr/>
        </p:nvSpPr>
        <p:spPr>
          <a:xfrm>
            <a:off x="9646920" y="4487875"/>
            <a:ext cx="1828800" cy="71871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留保：効果は未検証</a:t>
            </a:r>
          </a:p>
        </p:txBody>
      </p:sp>
      <p:sp>
        <p:nvSpPr>
          <p:cNvPr id="25" name="decor:7"/>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ot:item_5_heading"/>
          <p:cNvSpPr txBox="1"/>
          <p:nvPr/>
        </p:nvSpPr>
        <p:spPr>
          <a:xfrm>
            <a:off x="685800" y="5261457"/>
            <a:ext cx="3684117" cy="68580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原文の条件を整理</a:t>
            </a:r>
          </a:p>
        </p:txBody>
      </p:sp>
      <p:sp>
        <p:nvSpPr>
          <p:cNvPr id="27" name="slot:item_5_body"/>
          <p:cNvSpPr txBox="1"/>
          <p:nvPr/>
        </p:nvSpPr>
        <p:spPr>
          <a:xfrm>
            <a:off x="4580229" y="5261457"/>
            <a:ext cx="4929530" cy="755294"/>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条件の違いも残す。</a:t>
            </a:r>
          </a:p>
        </p:txBody>
      </p:sp>
      <p:sp>
        <p:nvSpPr>
          <p:cNvPr id="28" name="slot:item_5_evidence"/>
          <p:cNvSpPr txBox="1"/>
          <p:nvPr/>
        </p:nvSpPr>
        <p:spPr>
          <a:xfrm>
            <a:off x="9646920" y="5270601"/>
            <a:ext cx="1828800" cy="71871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5</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短い見出しと説明を同じ行のまとまりで読む</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274624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0552"/>
            <a:ext cx="3684117" cy="62484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確認の入口</a:t>
            </a:r>
          </a:p>
        </p:txBody>
      </p:sp>
      <p:sp>
        <p:nvSpPr>
          <p:cNvPr id="11" name="slot:item_1_body"/>
          <p:cNvSpPr txBox="1"/>
          <p:nvPr/>
        </p:nvSpPr>
        <p:spPr>
          <a:xfrm>
            <a:off x="4580229" y="2130552"/>
            <a:ext cx="4929530" cy="62484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12" name="slot:item_1_evidence"/>
          <p:cNvSpPr txBox="1"/>
          <p:nvPr/>
        </p:nvSpPr>
        <p:spPr>
          <a:xfrm>
            <a:off x="9646920" y="2139696"/>
            <a:ext cx="1828800" cy="588264"/>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13" name="decor:4"/>
          <p:cNvSpPr/>
          <p:nvPr/>
        </p:nvSpPr>
        <p:spPr>
          <a:xfrm>
            <a:off x="685800" y="3398520"/>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2782824"/>
            <a:ext cx="3684117" cy="62484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原文の条件を整理</a:t>
            </a:r>
          </a:p>
        </p:txBody>
      </p:sp>
      <p:sp>
        <p:nvSpPr>
          <p:cNvPr id="15" name="slot:item_2_body"/>
          <p:cNvSpPr txBox="1"/>
          <p:nvPr/>
        </p:nvSpPr>
        <p:spPr>
          <a:xfrm>
            <a:off x="4580229" y="2782824"/>
            <a:ext cx="4929530" cy="62484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条件の違いも残す。</a:t>
            </a:r>
          </a:p>
        </p:txBody>
      </p:sp>
      <p:sp>
        <p:nvSpPr>
          <p:cNvPr id="16" name="slot:item_2_evidence"/>
          <p:cNvSpPr txBox="1"/>
          <p:nvPr/>
        </p:nvSpPr>
        <p:spPr>
          <a:xfrm>
            <a:off x="9646920" y="2791968"/>
            <a:ext cx="1828800" cy="588264"/>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留保：効果は未検証</a:t>
            </a:r>
          </a:p>
        </p:txBody>
      </p:sp>
      <p:sp>
        <p:nvSpPr>
          <p:cNvPr id="17" name="decor:5"/>
          <p:cNvSpPr/>
          <p:nvPr/>
        </p:nvSpPr>
        <p:spPr>
          <a:xfrm>
            <a:off x="685800" y="4050792"/>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85800" y="3435096"/>
            <a:ext cx="3684117" cy="62484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対象範囲と</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例外条件を確認</a:t>
            </a:r>
          </a:p>
        </p:txBody>
      </p:sp>
      <p:sp>
        <p:nvSpPr>
          <p:cNvPr id="19" name="slot:item_3_body"/>
          <p:cNvSpPr txBox="1"/>
          <p:nvPr/>
        </p:nvSpPr>
        <p:spPr>
          <a:xfrm>
            <a:off x="4580229" y="3435096"/>
            <a:ext cx="4929530" cy="62484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資料への参照を残す。</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未確認の条件は分けて扱う。</a:t>
            </a:r>
          </a:p>
        </p:txBody>
      </p:sp>
      <p:sp>
        <p:nvSpPr>
          <p:cNvPr id="20" name="slot:item_3_evidence"/>
          <p:cNvSpPr txBox="1"/>
          <p:nvPr/>
        </p:nvSpPr>
        <p:spPr>
          <a:xfrm>
            <a:off x="9646920" y="3444240"/>
            <a:ext cx="1828800" cy="588264"/>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21" name="decor:6"/>
          <p:cNvSpPr/>
          <p:nvPr/>
        </p:nvSpPr>
        <p:spPr>
          <a:xfrm>
            <a:off x="685800" y="4703064"/>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4_heading"/>
          <p:cNvSpPr txBox="1"/>
          <p:nvPr/>
        </p:nvSpPr>
        <p:spPr>
          <a:xfrm>
            <a:off x="685800" y="4087368"/>
            <a:ext cx="3684117" cy="62484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確認の入口</a:t>
            </a:r>
          </a:p>
        </p:txBody>
      </p:sp>
      <p:sp>
        <p:nvSpPr>
          <p:cNvPr id="23" name="slot:item_4_body"/>
          <p:cNvSpPr txBox="1"/>
          <p:nvPr/>
        </p:nvSpPr>
        <p:spPr>
          <a:xfrm>
            <a:off x="4580229" y="4087368"/>
            <a:ext cx="4929530" cy="62484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24" name="slot:item_4_evidence"/>
          <p:cNvSpPr txBox="1"/>
          <p:nvPr/>
        </p:nvSpPr>
        <p:spPr>
          <a:xfrm>
            <a:off x="9646920" y="4096512"/>
            <a:ext cx="1828800" cy="588264"/>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留保：効果は未検証</a:t>
            </a:r>
          </a:p>
        </p:txBody>
      </p:sp>
      <p:sp>
        <p:nvSpPr>
          <p:cNvPr id="25" name="decor:7"/>
          <p:cNvSpPr/>
          <p:nvPr/>
        </p:nvSpPr>
        <p:spPr>
          <a:xfrm>
            <a:off x="685800" y="5355336"/>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ot:item_5_heading"/>
          <p:cNvSpPr txBox="1"/>
          <p:nvPr/>
        </p:nvSpPr>
        <p:spPr>
          <a:xfrm>
            <a:off x="685800" y="4739640"/>
            <a:ext cx="3684117" cy="62484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原文の条件を整理</a:t>
            </a:r>
          </a:p>
        </p:txBody>
      </p:sp>
      <p:sp>
        <p:nvSpPr>
          <p:cNvPr id="27" name="slot:item_5_body"/>
          <p:cNvSpPr txBox="1"/>
          <p:nvPr/>
        </p:nvSpPr>
        <p:spPr>
          <a:xfrm>
            <a:off x="4580229" y="4739640"/>
            <a:ext cx="4929530" cy="62484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条件の違いも残す。</a:t>
            </a:r>
          </a:p>
        </p:txBody>
      </p:sp>
      <p:sp>
        <p:nvSpPr>
          <p:cNvPr id="28" name="slot:item_5_evidence"/>
          <p:cNvSpPr txBox="1"/>
          <p:nvPr/>
        </p:nvSpPr>
        <p:spPr>
          <a:xfrm>
            <a:off x="9646920" y="4748784"/>
            <a:ext cx="1828800" cy="588264"/>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29" name="decor:8"/>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ot:item_6_heading"/>
          <p:cNvSpPr txBox="1"/>
          <p:nvPr/>
        </p:nvSpPr>
        <p:spPr>
          <a:xfrm>
            <a:off x="685800" y="5391912"/>
            <a:ext cx="3684117" cy="62484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対象範囲と</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例外条件を確認</a:t>
            </a:r>
          </a:p>
        </p:txBody>
      </p:sp>
      <p:sp>
        <p:nvSpPr>
          <p:cNvPr id="31" name="slot:item_6_body"/>
          <p:cNvSpPr txBox="1"/>
          <p:nvPr/>
        </p:nvSpPr>
        <p:spPr>
          <a:xfrm>
            <a:off x="4580229" y="5391912"/>
            <a:ext cx="4929530" cy="62484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資料への参照を残す。</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未確認の条件は分けて扱う。</a:t>
            </a:r>
          </a:p>
        </p:txBody>
      </p:sp>
      <p:sp>
        <p:nvSpPr>
          <p:cNvPr id="32" name="slot:item_6_evidence"/>
          <p:cNvSpPr txBox="1"/>
          <p:nvPr/>
        </p:nvSpPr>
        <p:spPr>
          <a:xfrm>
            <a:off x="9646920" y="5401056"/>
            <a:ext cx="1828800" cy="588264"/>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留保：効果は未検証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6</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短い見出しと説明を同じ行のまとまりで読む</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94944" y="3425952"/>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94944" y="2176272"/>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確認の入口</a:t>
            </a:r>
          </a:p>
        </p:txBody>
      </p:sp>
      <p:sp>
        <p:nvSpPr>
          <p:cNvPr id="11" name="slot:item_1_body"/>
          <p:cNvSpPr txBox="1"/>
          <p:nvPr/>
        </p:nvSpPr>
        <p:spPr>
          <a:xfrm>
            <a:off x="3739896" y="2176272"/>
            <a:ext cx="774496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12" name="decor:4"/>
          <p:cNvSpPr/>
          <p:nvPr/>
        </p:nvSpPr>
        <p:spPr>
          <a:xfrm>
            <a:off x="694944" y="4712208"/>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694944" y="3462528"/>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原文の条件を整理</a:t>
            </a:r>
          </a:p>
        </p:txBody>
      </p:sp>
      <p:sp>
        <p:nvSpPr>
          <p:cNvPr id="14" name="slot:item_2_body"/>
          <p:cNvSpPr txBox="1"/>
          <p:nvPr/>
        </p:nvSpPr>
        <p:spPr>
          <a:xfrm>
            <a:off x="3739896" y="3462528"/>
            <a:ext cx="774496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条件の違いも残す。</a:t>
            </a:r>
          </a:p>
        </p:txBody>
      </p:sp>
      <p:sp>
        <p:nvSpPr>
          <p:cNvPr id="15" name="decor:5"/>
          <p:cNvSpPr/>
          <p:nvPr/>
        </p:nvSpPr>
        <p:spPr>
          <a:xfrm>
            <a:off x="694944" y="5998464"/>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694944" y="4748783"/>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対象範囲と</a:t>
            </a:r>
          </a:p>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例外条件を確認</a:t>
            </a:r>
          </a:p>
        </p:txBody>
      </p:sp>
      <p:sp>
        <p:nvSpPr>
          <p:cNvPr id="17" name="slot:item_3_body"/>
          <p:cNvSpPr txBox="1"/>
          <p:nvPr/>
        </p:nvSpPr>
        <p:spPr>
          <a:xfrm>
            <a:off x="3739896" y="4748783"/>
            <a:ext cx="774496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資料への参照を残す。</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未確認の条件は分けて扱う。</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次の確認先も記録する。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7</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短い見出しと説明を同じ行のまとまりで読む</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859536" y="2295144"/>
            <a:ext cx="22860" cy="35661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1234440" y="309295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ic:number_1"/>
          <p:cNvSpPr txBox="1"/>
          <p:nvPr/>
        </p:nvSpPr>
        <p:spPr>
          <a:xfrm>
            <a:off x="1234440" y="2167127"/>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2" name="slot:item_1_heading"/>
          <p:cNvSpPr txBox="1"/>
          <p:nvPr/>
        </p:nvSpPr>
        <p:spPr>
          <a:xfrm>
            <a:off x="1755648" y="2157984"/>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確認の入口</a:t>
            </a:r>
          </a:p>
        </p:txBody>
      </p:sp>
      <p:sp>
        <p:nvSpPr>
          <p:cNvPr id="13" name="slot:item_1_body"/>
          <p:cNvSpPr txBox="1"/>
          <p:nvPr/>
        </p:nvSpPr>
        <p:spPr>
          <a:xfrm>
            <a:off x="4507992" y="2157984"/>
            <a:ext cx="7013448" cy="94411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14" name="decor:5"/>
          <p:cNvSpPr/>
          <p:nvPr/>
        </p:nvSpPr>
        <p:spPr>
          <a:xfrm>
            <a:off x="1234440" y="40645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atic:number_2"/>
          <p:cNvSpPr txBox="1"/>
          <p:nvPr/>
        </p:nvSpPr>
        <p:spPr>
          <a:xfrm>
            <a:off x="1234440" y="3138677"/>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6" name="slot:item_2_heading"/>
          <p:cNvSpPr txBox="1"/>
          <p:nvPr/>
        </p:nvSpPr>
        <p:spPr>
          <a:xfrm>
            <a:off x="1755648" y="3129534"/>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原文の条件を整理</a:t>
            </a:r>
          </a:p>
        </p:txBody>
      </p:sp>
      <p:sp>
        <p:nvSpPr>
          <p:cNvPr id="17" name="slot:item_2_body"/>
          <p:cNvSpPr txBox="1"/>
          <p:nvPr/>
        </p:nvSpPr>
        <p:spPr>
          <a:xfrm>
            <a:off x="4507992" y="3129534"/>
            <a:ext cx="7013448" cy="94411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条件の違いも残す。</a:t>
            </a:r>
          </a:p>
        </p:txBody>
      </p:sp>
      <p:sp>
        <p:nvSpPr>
          <p:cNvPr id="18" name="decor:6"/>
          <p:cNvSpPr/>
          <p:nvPr/>
        </p:nvSpPr>
        <p:spPr>
          <a:xfrm>
            <a:off x="1234440" y="503605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tatic:number_3"/>
          <p:cNvSpPr txBox="1"/>
          <p:nvPr/>
        </p:nvSpPr>
        <p:spPr>
          <a:xfrm>
            <a:off x="1234440" y="41102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03</a:t>
            </a:r>
          </a:p>
        </p:txBody>
      </p:sp>
      <p:sp>
        <p:nvSpPr>
          <p:cNvPr id="20" name="slot:item_3_heading"/>
          <p:cNvSpPr txBox="1"/>
          <p:nvPr/>
        </p:nvSpPr>
        <p:spPr>
          <a:xfrm>
            <a:off x="1755648" y="4101083"/>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対象範囲と</a:t>
            </a:r>
          </a:p>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例外条件を確認</a:t>
            </a:r>
          </a:p>
        </p:txBody>
      </p:sp>
      <p:sp>
        <p:nvSpPr>
          <p:cNvPr id="21" name="slot:item_3_body"/>
          <p:cNvSpPr txBox="1"/>
          <p:nvPr/>
        </p:nvSpPr>
        <p:spPr>
          <a:xfrm>
            <a:off x="4507992" y="4101083"/>
            <a:ext cx="7013448" cy="94411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資料への参照を残す。</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未確認の条件は分けて扱う。</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次の確認先も記録する。</a:t>
            </a:r>
          </a:p>
        </p:txBody>
      </p:sp>
      <p:sp>
        <p:nvSpPr>
          <p:cNvPr id="22" name="decor:7"/>
          <p:cNvSpPr/>
          <p:nvPr/>
        </p:nvSpPr>
        <p:spPr>
          <a:xfrm>
            <a:off x="1234440" y="60076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tic:number_4"/>
          <p:cNvSpPr txBox="1"/>
          <p:nvPr/>
        </p:nvSpPr>
        <p:spPr>
          <a:xfrm>
            <a:off x="1234440" y="508177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04</a:t>
            </a:r>
          </a:p>
        </p:txBody>
      </p:sp>
      <p:sp>
        <p:nvSpPr>
          <p:cNvPr id="24" name="slot:item_4_heading"/>
          <p:cNvSpPr txBox="1"/>
          <p:nvPr/>
        </p:nvSpPr>
        <p:spPr>
          <a:xfrm>
            <a:off x="1755648" y="5072633"/>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確認の入口</a:t>
            </a:r>
          </a:p>
        </p:txBody>
      </p:sp>
      <p:sp>
        <p:nvSpPr>
          <p:cNvPr id="25" name="slot:item_4_body"/>
          <p:cNvSpPr txBox="1"/>
          <p:nvPr/>
        </p:nvSpPr>
        <p:spPr>
          <a:xfrm>
            <a:off x="4507992" y="5072633"/>
            <a:ext cx="7013448" cy="94411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8</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短い見出しと説明を同じ行のまとまりで読む</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1920240" y="2295144"/>
            <a:ext cx="22860" cy="35661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2212848" y="3416808"/>
            <a:ext cx="9308592"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2212848" y="2157984"/>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確認の入口</a:t>
            </a:r>
          </a:p>
        </p:txBody>
      </p:sp>
      <p:sp>
        <p:nvSpPr>
          <p:cNvPr id="12" name="slot:item_1_body"/>
          <p:cNvSpPr txBox="1"/>
          <p:nvPr/>
        </p:nvSpPr>
        <p:spPr>
          <a:xfrm>
            <a:off x="5257800" y="2157984"/>
            <a:ext cx="6263640" cy="12679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13" name="slot:item_1_date"/>
          <p:cNvSpPr txBox="1"/>
          <p:nvPr/>
        </p:nvSpPr>
        <p:spPr>
          <a:xfrm>
            <a:off x="621792" y="2139696"/>
            <a:ext cx="1170432" cy="594360"/>
          </a:xfrm>
          <a:prstGeom prst="rect">
            <a:avLst/>
          </a:prstGeom>
          <a:noFill/>
        </p:spPr>
        <p:txBody>
          <a:bodyPr wrap="square" lIns="18288" rIns="18288" tIns="13716" bIns="13716">
            <a:noAutofit/>
          </a:bodyPr>
          <a:lstStyle/>
          <a:p>
            <a:pPr hangingPunct="0" eaLnBrk="1" latinLnBrk="0">
              <a:lnSpc>
                <a:spcPts val="2000"/>
              </a:lnSpc>
              <a:spcBef>
                <a:spcPts val="0"/>
              </a:spcBef>
              <a:spcAft>
                <a:spcPts val="0"/>
              </a:spcAft>
              <a:defRPr lang="ja-JP" sz="1600" b="1">
                <a:solidFill>
                  <a:srgbClr val="087E83"/>
                </a:solidFill>
                <a:latin typeface="Yu Gothic"/>
                <a:ea typeface="Yu Gothic"/>
                <a:cs typeface="Yu Gothic"/>
              </a:defRPr>
            </a:pPr>
            <a:r>
              <a:rPr lang="ja-JP" sz="1600" b="1">
                <a:solidFill>
                  <a:srgbClr val="087E83"/>
                </a:solidFill>
                <a:latin typeface="Yu Gothic"/>
                <a:ea typeface="Yu Gothic"/>
                <a:cs typeface="Yu Gothic"/>
              </a:rPr>
              <a:t>準備期</a:t>
            </a:r>
          </a:p>
        </p:txBody>
      </p:sp>
      <p:sp>
        <p:nvSpPr>
          <p:cNvPr id="14" name="decor:5"/>
          <p:cNvSpPr/>
          <p:nvPr/>
        </p:nvSpPr>
        <p:spPr>
          <a:xfrm>
            <a:off x="2212848" y="4712208"/>
            <a:ext cx="9308592"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2212848" y="3453384"/>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原文の条件を整理</a:t>
            </a:r>
          </a:p>
        </p:txBody>
      </p:sp>
      <p:sp>
        <p:nvSpPr>
          <p:cNvPr id="16" name="slot:item_2_body"/>
          <p:cNvSpPr txBox="1"/>
          <p:nvPr/>
        </p:nvSpPr>
        <p:spPr>
          <a:xfrm>
            <a:off x="5257800" y="3453384"/>
            <a:ext cx="6263640" cy="12679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条件の違いも残す。</a:t>
            </a:r>
          </a:p>
        </p:txBody>
      </p:sp>
      <p:sp>
        <p:nvSpPr>
          <p:cNvPr id="17" name="slot:item_2_date"/>
          <p:cNvSpPr txBox="1"/>
          <p:nvPr/>
        </p:nvSpPr>
        <p:spPr>
          <a:xfrm>
            <a:off x="621792" y="3435096"/>
            <a:ext cx="1170432" cy="594360"/>
          </a:xfrm>
          <a:prstGeom prst="rect">
            <a:avLst/>
          </a:prstGeom>
          <a:noFill/>
        </p:spPr>
        <p:txBody>
          <a:bodyPr wrap="square" lIns="18288" rIns="18288" tIns="13716" bIns="13716">
            <a:noAutofit/>
          </a:bodyPr>
          <a:lstStyle/>
          <a:p>
            <a:pPr hangingPunct="0" eaLnBrk="1" latinLnBrk="0">
              <a:lnSpc>
                <a:spcPts val="2000"/>
              </a:lnSpc>
              <a:spcBef>
                <a:spcPts val="0"/>
              </a:spcBef>
              <a:spcAft>
                <a:spcPts val="0"/>
              </a:spcAft>
              <a:defRPr lang="ja-JP" sz="1600" b="1">
                <a:solidFill>
                  <a:srgbClr val="087E83"/>
                </a:solidFill>
                <a:latin typeface="Yu Gothic"/>
                <a:ea typeface="Yu Gothic"/>
                <a:cs typeface="Yu Gothic"/>
              </a:defRPr>
            </a:pPr>
            <a:r>
              <a:rPr lang="ja-JP" sz="1600" b="1">
                <a:solidFill>
                  <a:srgbClr val="087E83"/>
                </a:solidFill>
                <a:latin typeface="Yu Gothic"/>
                <a:ea typeface="Yu Gothic"/>
                <a:cs typeface="Yu Gothic"/>
              </a:rPr>
              <a:t>試行期</a:t>
            </a:r>
          </a:p>
        </p:txBody>
      </p:sp>
      <p:sp>
        <p:nvSpPr>
          <p:cNvPr id="18" name="decor:6"/>
          <p:cNvSpPr/>
          <p:nvPr/>
        </p:nvSpPr>
        <p:spPr>
          <a:xfrm>
            <a:off x="2212848" y="6007608"/>
            <a:ext cx="9308592"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3_heading"/>
          <p:cNvSpPr txBox="1"/>
          <p:nvPr/>
        </p:nvSpPr>
        <p:spPr>
          <a:xfrm>
            <a:off x="2212848" y="4748784"/>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対象範囲と</a:t>
            </a:r>
          </a:p>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例外条件を確認</a:t>
            </a:r>
          </a:p>
        </p:txBody>
      </p:sp>
      <p:sp>
        <p:nvSpPr>
          <p:cNvPr id="20" name="slot:item_3_body"/>
          <p:cNvSpPr txBox="1"/>
          <p:nvPr/>
        </p:nvSpPr>
        <p:spPr>
          <a:xfrm>
            <a:off x="5257800" y="4748784"/>
            <a:ext cx="6263640" cy="12679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資料への参照を残す。</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未確認の条件は分けて扱う。</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次の確認先も記録する。</a:t>
            </a:r>
          </a:p>
        </p:txBody>
      </p:sp>
      <p:sp>
        <p:nvSpPr>
          <p:cNvPr id="21" name="slot:item_3_date"/>
          <p:cNvSpPr txBox="1"/>
          <p:nvPr/>
        </p:nvSpPr>
        <p:spPr>
          <a:xfrm>
            <a:off x="621792" y="4730496"/>
            <a:ext cx="1170432" cy="594360"/>
          </a:xfrm>
          <a:prstGeom prst="rect">
            <a:avLst/>
          </a:prstGeom>
          <a:noFill/>
        </p:spPr>
        <p:txBody>
          <a:bodyPr wrap="square" lIns="18288" rIns="18288" tIns="13716" bIns="13716">
            <a:noAutofit/>
          </a:bodyPr>
          <a:lstStyle/>
          <a:p>
            <a:pPr hangingPunct="0" eaLnBrk="1" latinLnBrk="0">
              <a:lnSpc>
                <a:spcPts val="2000"/>
              </a:lnSpc>
              <a:spcBef>
                <a:spcPts val="0"/>
              </a:spcBef>
              <a:spcAft>
                <a:spcPts val="0"/>
              </a:spcAft>
              <a:defRPr lang="ja-JP" sz="1600" b="1">
                <a:solidFill>
                  <a:srgbClr val="087E83"/>
                </a:solidFill>
                <a:latin typeface="Yu Gothic"/>
                <a:ea typeface="Yu Gothic"/>
                <a:cs typeface="Yu Gothic"/>
              </a:defRPr>
            </a:pPr>
            <a:r>
              <a:rPr lang="ja-JP" sz="1600" b="1">
                <a:solidFill>
                  <a:srgbClr val="087E83"/>
                </a:solidFill>
                <a:latin typeface="Yu Gothic"/>
                <a:ea typeface="Yu Gothic"/>
                <a:cs typeface="Yu Gothic"/>
              </a:rPr>
              <a:t>評価期</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9</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短い見出しと説明を同じ行のまとまりで読む</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架空集計：資料120件の記載状況。項目間には重複があり、合計を総数として扱わない。</a:t>
            </a:r>
          </a:p>
        </p:txBody>
      </p:sp>
      <p:sp>
        <p:nvSpPr>
          <p:cNvPr id="9" name="decor:3"/>
          <p:cNvSpPr/>
          <p:nvPr/>
        </p:nvSpPr>
        <p:spPr>
          <a:xfrm>
            <a:off x="603504" y="2139696"/>
            <a:ext cx="10972800" cy="118872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832104" y="2386584"/>
            <a:ext cx="2560320"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確認の入口</a:t>
            </a:r>
          </a:p>
        </p:txBody>
      </p:sp>
      <p:sp>
        <p:nvSpPr>
          <p:cNvPr id="11" name="slot:metric_label_1"/>
          <p:cNvSpPr txBox="1"/>
          <p:nvPr/>
        </p:nvSpPr>
        <p:spPr>
          <a:xfrm>
            <a:off x="3621024" y="2304288"/>
            <a:ext cx="1828800" cy="795528"/>
          </a:xfrm>
          <a:prstGeom prst="rect">
            <a:avLst/>
          </a:prstGeom>
          <a:noFill/>
        </p:spPr>
        <p:txBody>
          <a:bodyPr wrap="square"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120件</a:t>
            </a:r>
          </a:p>
        </p:txBody>
      </p:sp>
      <p:sp>
        <p:nvSpPr>
          <p:cNvPr id="12" name="slot:item_1_body"/>
          <p:cNvSpPr txBox="1"/>
          <p:nvPr/>
        </p:nvSpPr>
        <p:spPr>
          <a:xfrm>
            <a:off x="5815584" y="2322576"/>
            <a:ext cx="5394960" cy="84124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13" name="decor:4"/>
          <p:cNvSpPr/>
          <p:nvPr/>
        </p:nvSpPr>
        <p:spPr>
          <a:xfrm>
            <a:off x="603504" y="3456432"/>
            <a:ext cx="10972800" cy="118872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832104" y="3703320"/>
            <a:ext cx="2560320"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原文の条件を整理</a:t>
            </a:r>
          </a:p>
        </p:txBody>
      </p:sp>
      <p:sp>
        <p:nvSpPr>
          <p:cNvPr id="15" name="slot:metric_label_2"/>
          <p:cNvSpPr txBox="1"/>
          <p:nvPr/>
        </p:nvSpPr>
        <p:spPr>
          <a:xfrm>
            <a:off x="3621024" y="3621024"/>
            <a:ext cx="1828800" cy="795528"/>
          </a:xfrm>
          <a:prstGeom prst="rect">
            <a:avLst/>
          </a:prstGeom>
          <a:noFill/>
        </p:spPr>
        <p:txBody>
          <a:bodyPr wrap="square"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84件</a:t>
            </a:r>
          </a:p>
        </p:txBody>
      </p:sp>
      <p:sp>
        <p:nvSpPr>
          <p:cNvPr id="16" name="slot:item_2_body"/>
          <p:cNvSpPr txBox="1"/>
          <p:nvPr/>
        </p:nvSpPr>
        <p:spPr>
          <a:xfrm>
            <a:off x="5815584" y="3639312"/>
            <a:ext cx="5394960" cy="84124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条件の違いも残す。</a:t>
            </a:r>
          </a:p>
        </p:txBody>
      </p:sp>
      <p:sp>
        <p:nvSpPr>
          <p:cNvPr id="17" name="decor:5"/>
          <p:cNvSpPr/>
          <p:nvPr/>
        </p:nvSpPr>
        <p:spPr>
          <a:xfrm>
            <a:off x="603504" y="4773168"/>
            <a:ext cx="10972800" cy="118872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832104" y="5020056"/>
            <a:ext cx="2560320"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対象範囲と</a:t>
            </a:r>
          </a:p>
        </p:txBody>
      </p:sp>
      <p:sp>
        <p:nvSpPr>
          <p:cNvPr id="19" name="slot:metric_label_3"/>
          <p:cNvSpPr txBox="1"/>
          <p:nvPr/>
        </p:nvSpPr>
        <p:spPr>
          <a:xfrm>
            <a:off x="3621024" y="4937759"/>
            <a:ext cx="1828800" cy="795528"/>
          </a:xfrm>
          <a:prstGeom prst="rect">
            <a:avLst/>
          </a:prstGeom>
          <a:noFill/>
        </p:spPr>
        <p:txBody>
          <a:bodyPr wrap="square"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24件</a:t>
            </a:r>
          </a:p>
        </p:txBody>
      </p:sp>
      <p:sp>
        <p:nvSpPr>
          <p:cNvPr id="20" name="slot:item_3_body"/>
          <p:cNvSpPr txBox="1"/>
          <p:nvPr/>
        </p:nvSpPr>
        <p:spPr>
          <a:xfrm>
            <a:off x="5815584" y="4956048"/>
            <a:ext cx="5394960" cy="84124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資料への参照を残す。</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未確認の条件は分けて扱う。</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10</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短い見出しと説明を同じ行のまとまりで読む</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graphicFrame>
        <p:nvGraphicFramePr>
          <p:cNvPr id="9" name="slot:table"/>
          <p:cNvGraphicFramePr>
            <a:graphicFrameLocks noGrp="1"/>
          </p:cNvGraphicFramePr>
          <p:nvPr/>
        </p:nvGraphicFramePr>
        <p:xfrm>
          <a:off x="603504" y="2148840"/>
          <a:ext cx="10972800" cy="3566160"/>
        </p:xfrm>
        <a:graphic>
          <a:graphicData uri="http://schemas.openxmlformats.org/drawingml/2006/table">
            <a:tbl>
              <a:tblPr firstRow="1" bandRow="1">
                <a:tableStyleId>{5C22544A-7EE6-4342-B048-85BDC9FD1C3A}</a:tableStyleId>
              </a:tblPr>
              <a:tblGrid>
                <a:gridCol w="3657600"/>
                <a:gridCol w="3657600"/>
                <a:gridCol w="3657600"/>
              </a:tblGrid>
              <a:tr h="713232">
                <a:tc>
                  <a:txBody>
                    <a:bodyPr wrap="square"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観点</a:t>
                      </a:r>
                    </a:p>
                  </a:txBody>
                  <a:tcPr marL="155448" marR="155448" marT="64008" marB="64008">
                    <a:solidFill>
                      <a:srgbClr val="213547"/>
                    </a:solidFill>
                  </a:tcPr>
                </a:tc>
                <a:tc>
                  <a:txBody>
                    <a:bodyPr wrap="square"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確認事項</a:t>
                      </a:r>
                    </a:p>
                  </a:txBody>
                  <a:tcPr marL="155448" marR="155448" marT="64008" marB="64008">
                    <a:solidFill>
                      <a:srgbClr val="213547"/>
                    </a:solidFill>
                  </a:tcPr>
                </a:tc>
                <a:tc>
                  <a:txBody>
                    <a:bodyPr wrap="square"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留保</a:t>
                      </a:r>
                    </a:p>
                  </a:txBody>
                  <a:tcPr marL="155448" marR="155448" marT="64008" marB="64008">
                    <a:solidFill>
                      <a:srgbClr val="213547"/>
                    </a:solidFill>
                  </a:tcPr>
                </a:tc>
              </a:tr>
              <a:tr h="713232">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検索入口を揃える</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索引と用語の対応を確認</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架空資料A・検索節</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部署間の呼称差が残る</a:t>
                      </a:r>
                    </a:p>
                  </a:txBody>
                  <a:tcPr marL="155448" marR="155448" marT="64008" marB="64008">
                    <a:solidFill>
                      <a:srgbClr val="FFFFFF"/>
                    </a:solidFill>
                  </a:tcPr>
                </a:tc>
              </a:tr>
              <a:tr h="713232">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根拠まで辿れる</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引用箇所と調査条件を照合</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架空資料B・条件節</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原文の条件を保持</a:t>
                      </a:r>
                    </a:p>
                  </a:txBody>
                  <a:tcPr marL="155448" marR="155448" marT="64008" marB="64008">
                    <a:solidFill>
                      <a:srgbClr val="EDF1F4"/>
                    </a:solidFill>
                  </a:tcPr>
                </a:tc>
              </a:tr>
              <a:tr h="713232">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更新範囲を決める</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担当と確認時期を決める</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架空資料C・運用節</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確認日：未記録</a:t>
                      </a:r>
                    </a:p>
                  </a:txBody>
                  <a:tcPr marL="155448" marR="155448" marT="64008" marB="64008">
                    <a:solidFill>
                      <a:srgbClr val="FFFFFF"/>
                    </a:solidFill>
                  </a:tcPr>
                </a:tc>
              </a:tr>
              <a:tr h="713232">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例外を見える化</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適用できない場面を記録</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架空資料D・例外節</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個別の判断が必要</a:t>
                      </a:r>
                    </a:p>
                  </a:txBody>
                  <a:tcPr marL="155448" marR="155448" marT="64008" marB="64008">
                    <a:solidFill>
                      <a:srgbClr val="EDF1F4"/>
                    </a:solidFill>
                  </a:tcPr>
                </a:tc>
              </a:tr>
            </a:tbl>
          </a:graphicData>
        </a:graphic>
      </p:graphicFrame>
      <p:sp>
        <p:nvSpPr>
          <p:cNvPr id="10" name="slot:note"/>
          <p:cNvSpPr txBox="1"/>
          <p:nvPr/>
        </p:nvSpPr>
        <p:spPr>
          <a:xfrm>
            <a:off x="658368" y="5806440"/>
            <a:ext cx="10789920" cy="393192"/>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留保：同じ条件で比較した結果ではない。各資料の対象範囲を確認する。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行ごとに上寄せと中央寄せを指定する</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3398520"/>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0552"/>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確認の入口</a:t>
            </a:r>
          </a:p>
        </p:txBody>
      </p:sp>
      <p:sp>
        <p:nvSpPr>
          <p:cNvPr id="11" name="slot:item_1_body"/>
          <p:cNvSpPr txBox="1"/>
          <p:nvPr/>
        </p:nvSpPr>
        <p:spPr>
          <a:xfrm>
            <a:off x="3730752" y="2130552"/>
            <a:ext cx="7790688"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12" name="slot:item_1_evidence"/>
          <p:cNvSpPr txBox="1"/>
          <p:nvPr/>
        </p:nvSpPr>
        <p:spPr>
          <a:xfrm>
            <a:off x="3730752" y="2553970"/>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13" name="decor:4"/>
          <p:cNvSpPr/>
          <p:nvPr/>
        </p:nvSpPr>
        <p:spPr>
          <a:xfrm>
            <a:off x="685800" y="4703064"/>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3435096"/>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原文の条件を整理</a:t>
            </a:r>
          </a:p>
        </p:txBody>
      </p:sp>
      <p:sp>
        <p:nvSpPr>
          <p:cNvPr id="15" name="slot:item_2_body"/>
          <p:cNvSpPr txBox="1"/>
          <p:nvPr/>
        </p:nvSpPr>
        <p:spPr>
          <a:xfrm>
            <a:off x="3730752" y="3435096"/>
            <a:ext cx="7790688"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条件の違いも残す。</a:t>
            </a:r>
          </a:p>
        </p:txBody>
      </p:sp>
      <p:sp>
        <p:nvSpPr>
          <p:cNvPr id="16" name="slot:item_2_evidence"/>
          <p:cNvSpPr txBox="1"/>
          <p:nvPr/>
        </p:nvSpPr>
        <p:spPr>
          <a:xfrm>
            <a:off x="3730752" y="4144264"/>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17" name="decor:5"/>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85800" y="4739640"/>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対象範囲と</a:t>
            </a:r>
          </a:p>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例外条件を確認</a:t>
            </a:r>
          </a:p>
        </p:txBody>
      </p:sp>
      <p:sp>
        <p:nvSpPr>
          <p:cNvPr id="19" name="slot:item_3_body"/>
          <p:cNvSpPr txBox="1"/>
          <p:nvPr/>
        </p:nvSpPr>
        <p:spPr>
          <a:xfrm>
            <a:off x="3730752" y="4739640"/>
            <a:ext cx="7790688"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資料への参照を残す。</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未確認の条件は分けて扱う。</a:t>
            </a:r>
          </a:p>
        </p:txBody>
      </p:sp>
      <p:sp>
        <p:nvSpPr>
          <p:cNvPr id="20" name="slot:item_3_evidence"/>
          <p:cNvSpPr txBox="1"/>
          <p:nvPr/>
        </p:nvSpPr>
        <p:spPr>
          <a:xfrm>
            <a:off x="3730752" y="5448808"/>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12</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読み始めを揃える説明は上寄せを選ぶ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3398520"/>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0552"/>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確認の入口</a:t>
            </a:r>
          </a:p>
        </p:txBody>
      </p:sp>
      <p:sp>
        <p:nvSpPr>
          <p:cNvPr id="11" name="slot:item_1_body"/>
          <p:cNvSpPr txBox="1"/>
          <p:nvPr/>
        </p:nvSpPr>
        <p:spPr>
          <a:xfrm>
            <a:off x="3730752" y="2130552"/>
            <a:ext cx="7790688" cy="33197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12" name="slot:item_1_evidence"/>
          <p:cNvSpPr txBox="1"/>
          <p:nvPr/>
        </p:nvSpPr>
        <p:spPr>
          <a:xfrm>
            <a:off x="3730752" y="2553970"/>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13" name="decor:4"/>
          <p:cNvSpPr/>
          <p:nvPr/>
        </p:nvSpPr>
        <p:spPr>
          <a:xfrm>
            <a:off x="685800" y="4703064"/>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3435096"/>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原文の条件を整理</a:t>
            </a:r>
          </a:p>
        </p:txBody>
      </p:sp>
      <p:sp>
        <p:nvSpPr>
          <p:cNvPr id="15" name="slot:item_2_body"/>
          <p:cNvSpPr txBox="1"/>
          <p:nvPr/>
        </p:nvSpPr>
        <p:spPr>
          <a:xfrm>
            <a:off x="3730752" y="3435096"/>
            <a:ext cx="7790688"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条件の違いも残す。</a:t>
            </a:r>
          </a:p>
        </p:txBody>
      </p:sp>
      <p:sp>
        <p:nvSpPr>
          <p:cNvPr id="16" name="slot:item_2_evidence"/>
          <p:cNvSpPr txBox="1"/>
          <p:nvPr/>
        </p:nvSpPr>
        <p:spPr>
          <a:xfrm>
            <a:off x="3730752" y="4144264"/>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17" name="decor:5"/>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85800" y="4739640"/>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対象範囲と</a:t>
            </a:r>
          </a:p>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例外条件を確認</a:t>
            </a:r>
          </a:p>
        </p:txBody>
      </p:sp>
      <p:sp>
        <p:nvSpPr>
          <p:cNvPr id="19" name="slot:item_3_body"/>
          <p:cNvSpPr txBox="1"/>
          <p:nvPr/>
        </p:nvSpPr>
        <p:spPr>
          <a:xfrm>
            <a:off x="3730752" y="4739640"/>
            <a:ext cx="7790688"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資料への参照を残す。</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未確認の条件は分けて扱う。</a:t>
            </a:r>
          </a:p>
        </p:txBody>
      </p:sp>
      <p:sp>
        <p:nvSpPr>
          <p:cNvPr id="20" name="slot:item_3_evidence"/>
          <p:cNvSpPr txBox="1"/>
          <p:nvPr/>
        </p:nvSpPr>
        <p:spPr>
          <a:xfrm>
            <a:off x="3730752" y="5448808"/>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