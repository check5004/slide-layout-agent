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架空集計（件）</c:v>
                </c:pt>
              </c:strCache>
            </c:strRef>
          </c:tx>
          <c:spPr>
            <a:solidFill>
              <a:srgbClr val="087E83"/>
            </a:solidFill>
            <a:ln>
              <a:noFill/>
            </a:ln>
          </c:spPr>
          <c:cat>
            <c:strRef>
              <c:f>Sheet1!$A$2:$A$5</c:f>
              <c:strCache>
                <c:ptCount val="4"/>
                <c:pt idx="0">
                  <c:v>検索</c:v>
                </c:pt>
                <c:pt idx="1">
                  <c:v>出典</c:v>
                </c:pt>
                <c:pt idx="2">
                  <c:v>更新</c:v>
                </c:pt>
                <c:pt idx="3">
                  <c:v>共有</c:v>
                </c:pt>
              </c:strCache>
            </c:strRef>
          </c:cat>
          <c:val>
            <c:numRef>
              <c:f>Sheet1!$B$2:$B$5</c:f>
              <c:numCache>
                <c:formatCode>General</c:formatCode>
                <c:ptCount val="4"/>
                <c:pt idx="0">
                  <c:v>42.0</c:v>
                </c:pt>
                <c:pt idx="1">
                  <c:v>35.0</c:v>
                </c:pt>
                <c:pt idx="2">
                  <c:v>28.0</c:v>
                </c:pt>
                <c:pt idx="3">
                  <c:v>18.0</c:v>
                </c:pt>
              </c:numCache>
            </c:numRef>
          </c:val>
        </c:ser>
        <c:dLbls>
          <c:numFmt formatCode="General" sourceLinked="0"/>
          <c:txPr>
            <a:bodyPr/>
            <a:lstStyle/>
            <a:p>
              <a:pPr>
                <a:defRPr sz="1600">
                  <a:solidFill>
                    <a:srgbClr val="213547"/>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113994440"/>
        <c:crosses val="autoZero"/>
        <c:auto val="1"/>
        <c:lblAlgn val="ctr"/>
        <c:lblOffset val="100"/>
        <c:noMultiLvlLbl val="0"/>
      </c:catAx>
      <c:valAx>
        <c:axId val="-2113994440"/>
        <c:scaling>
          <c:min val="0.0"/>
        </c:scaling>
        <c:delete val="0"/>
        <c:axPos val="b"/>
        <c:majorGridlines>
          <c:spPr>
            <a:ln w="7620">
              <a:solidFill>
                <a:srgbClr val="DCE3E9"/>
              </a:solidFill>
            </a:ln>
          </c:spPr>
        </c:majorGridlines>
        <c:numFmt formatCode="General" sourceLinked="0"/>
        <c:majorTickMark val="none"/>
        <c:minorTickMark val="none"/>
        <c:tickLblPos val="nextTo"/>
        <c:spPr>
          <a:ln>
            <a:noFill/>
          </a:ln>
        </c:spPr>
        <c:txPr>
          <a:bodyPr/>
          <a:lstStyle/>
          <a:p>
            <a:pPr>
              <a:defRPr sz="1500">
                <a:solidFill>
                  <a:srgbClr val="566777"/>
                </a:solidFill>
                <a:latin typeface="Yu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"ed_cover_brief_2",</a:t>
            </a:r>
          </a:p>
          <a:p>
            <a:r>
              <a:t>  "variant": "warm",</a:t>
            </a:r>
          </a:p>
          <a:p>
            <a:r>
              <a:t>  "rationale": "調査の入口を選択。原文の2項目と意味上の関係を保持し、見出し・説明・留保を対応づける。架空の調査共有であり、現実の効果を主張しない。",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"社内ナレッジ共有の調査メモ",</a:t>
            </a:r>
          </a:p>
          <a:p>
            <a:r>
              <a:t>      "refs": [</a:t>
            </a:r>
          </a:p>
          <a:p>
            <a:r>
              <a:t>        {</a:t>
            </a:r>
          </a:p>
          <a:p>
            <a:r>
              <a:t>          "source_id": "s001",</a:t>
            </a:r>
          </a:p>
          <a:p>
            <a:r>
              <a:t>          "quote": "社内ナレッジ共有の調査メモ"</a:t>
            </a:r>
          </a:p>
          <a:p>
            <a:r>
              <a:t>        }</a:t>
            </a:r>
          </a:p>
          <a:p>
            <a:r>
              <a:t>      ],</a:t>
            </a:r>
          </a:p>
          <a:p>
            <a:r>
              <a:t>      "mode": "verbatim"</a:t>
            </a:r>
          </a:p>
          <a:p>
            <a:r>
              <a:t>    },</a:t>
            </a:r>
          </a:p>
          <a:p>
            <a:r>
              <a:t>    {</a:t>
            </a:r>
          </a:p>
          <a:p>
            <a:r>
              <a:t>      "text": "検索性と信頼性を両立するための運用条件",</a:t>
            </a:r>
          </a:p>
          <a:p>
            <a:r>
              <a:t>      "refs": [</a:t>
            </a:r>
          </a:p>
          <a:p>
            <a:r>
              <a:t>        {</a:t>
            </a:r>
          </a:p>
          <a:p>
            <a:r>
              <a:t>          "source_id": "s001",</a:t>
            </a:r>
          </a:p>
          <a:p>
            <a:r>
              <a:t>          "quote": "検索性と信頼性を両立するための運用条件"</a:t>
            </a:r>
          </a:p>
          <a:p>
            <a:r>
              <a:t>        }</a:t>
            </a:r>
          </a:p>
          <a:p>
            <a:r>
              <a:t>      ],</a:t>
            </a:r>
          </a:p>
          <a:p>
            <a:r>
              <a:t>      "mode": "verbatim"</a:t>
            </a:r>
          </a:p>
          <a:p>
            <a:r>
              <a:t>    },</a:t>
            </a:r>
          </a:p>
          <a:p>
            <a:r>
              <a:t>    {</a:t>
            </a:r>
          </a:p>
          <a:p>
            <a:r>
              <a:t>      "text": "検索入口を揃える",</a:t>
            </a:r>
          </a:p>
          <a:p>
            <a:r>
              <a:t>      "refs": [</a:t>
            </a:r>
          </a:p>
          <a:p>
            <a:r>
              <a:t>        {</a:t>
            </a:r>
          </a:p>
          <a:p>
            <a:r>
              <a:t>          "source_id": "s001",</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"s001",</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"s001",</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"s001",</a:t>
            </a:r>
          </a:p>
          <a:p>
            <a:r>
              <a:t>          "quote": "原文の条件と確認日を、要約とともに残す。"</a:t>
            </a:r>
          </a:p>
          <a:p>
            <a:r>
              <a:t>        }</a:t>
            </a:r>
          </a:p>
          <a:p>
            <a:r>
              <a:t>      ],</a:t>
            </a:r>
          </a:p>
          <a:p>
            <a:r>
              <a:t>      "mode": "verbatim"</a:t>
            </a:r>
          </a:p>
          <a:p>
            <a:r>
              <a:t>    }</a:t>
            </a:r>
          </a:p>
          <a:p>
            <a:r>
              <a:t>  ],</a:t>
            </a:r>
          </a:p>
          <a:p>
            <a:r>
              <a:t>  "citations": {</a:t>
            </a:r>
          </a:p>
          <a:p>
            <a:r>
              <a:t>    "s001":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"cover",</a:t>
            </a:r>
          </a:p>
          <a:p>
            <a:r>
              <a:t>  "structural_variant": "brief",</a:t>
            </a:r>
          </a:p>
          <a:p>
            <a:r>
              <a:t>  "repetition_reason": null,</a:t>
            </a:r>
          </a:p>
          <a:p>
            <a:r>
              <a:t>  "images": {},</a:t>
            </a:r>
          </a:p>
          <a:p>
            <a:r>
              <a:t>  "template_sha256": "373871de87754b38c8f1fed072a644fd9d624823fd0ac5a4753f6e04247dd2ff"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"slide002",</a:t>
            </a:r>
          </a:p>
          <a:p>
            <a:r>
              <a:t>  "origin": "catalog",</a:t>
            </a:r>
          </a:p>
          <a:p>
            <a:r>
              <a:t>  "layout_id": "ed_agenda_rows_3",</a:t>
            </a:r>
          </a:p>
          <a:p>
            <a:r>
              <a:t>  "variant": "warm",</a:t>
            </a:r>
          </a:p>
          <a:p>
            <a:r>
              <a:t>  "rationale": "調査範囲を選択。原文の3項目と意味上の関係を保持し、見出し・説明・留保を対応づける。架空の調査共有であり、現実の効果を主張しない。",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"資料共有を整理するための三つの観点",</a:t>
            </a:r>
          </a:p>
          <a:p>
            <a:r>
              <a:t>      "refs": [</a:t>
            </a:r>
          </a:p>
          <a:p>
            <a:r>
              <a:t>        {</a:t>
            </a:r>
          </a:p>
          <a:p>
            <a:r>
              <a:t>          "source_id": "s002",</a:t>
            </a:r>
          </a:p>
          <a:p>
            <a:r>
              <a:t>          "quote": "資料共有を整理するための三つの観点"</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"s002",</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"s002",</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"s002",</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"s002",</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"s002",</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"s002",</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"s002",</a:t>
            </a:r>
          </a:p>
          <a:p>
            <a:r>
              <a:t>          "quote": "変更頻度に応じて担当と再確認の時期を決める。"</a:t>
            </a:r>
          </a:p>
          <a:p>
            <a:r>
              <a:t>        }</a:t>
            </a:r>
          </a:p>
          <a:p>
            <a:r>
              <a:t>      ],</a:t>
            </a:r>
          </a:p>
          <a:p>
            <a:r>
              <a:t>      "mode": "verbatim"</a:t>
            </a:r>
          </a:p>
          <a:p>
            <a:r>
              <a:t>    }</a:t>
            </a:r>
          </a:p>
          <a:p>
            <a:r>
              <a:t>  ],</a:t>
            </a:r>
          </a:p>
          <a:p>
            <a:r>
              <a:t>  "citations": {</a:t>
            </a:r>
          </a:p>
          <a:p>
            <a:r>
              <a:t>    "s002":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"agenda",</a:t>
            </a:r>
          </a:p>
          <a:p>
            <a:r>
              <a:t>  "structural_variant": "rows",</a:t>
            </a:r>
          </a:p>
          <a:p>
            <a:r>
              <a:t>  "repetition_reason": null,</a:t>
            </a:r>
          </a:p>
          <a:p>
            <a:r>
              <a:t>  "images": {},</a:t>
            </a:r>
          </a:p>
          <a:p>
            <a:r>
              <a:t>  "template_sha256": "8e337753ccc108256a381c283a3942066fe7b5c6edb1219bfbe5d9f667d19b36"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"slide003",</a:t>
            </a:r>
          </a:p>
          <a:p>
            <a:r>
              <a:t>  "origin": "catalog",</a:t>
            </a:r>
          </a:p>
          <a:p>
            <a:r>
              <a:t>  "layout_id": "ed_cards_grid_3",</a:t>
            </a:r>
          </a:p>
          <a:p>
            <a:r>
              <a:t>  "variant": "warm",</a:t>
            </a:r>
          </a:p>
          <a:p>
            <a:r>
              <a:t>  "rationale": "調査所見カードを選択。原文の3項目と意味上の関係を保持し、見出し・説明・留保を対応づける。架空の調査共有であり、現実の効果を主張しない。",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"見つけやすさは入口の設計で変わる",</a:t>
            </a:r>
          </a:p>
          <a:p>
            <a:r>
              <a:t>      "refs": [</a:t>
            </a:r>
          </a:p>
          <a:p>
            <a:r>
              <a:t>        {</a:t>
            </a:r>
          </a:p>
          <a:p>
            <a:r>
              <a:t>          "source_id": "s003",</a:t>
            </a:r>
          </a:p>
          <a:p>
            <a:r>
              <a:t>          "quote": "見つけやすさは入口の設計で変わる"</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"s003",</a:t>
            </a:r>
          </a:p>
          <a:p>
            <a:r>
              <a:t>          "quote": "架空の社内調査。運用条件を整理した所見であり、効果を実証したものではない。"</a:t>
            </a:r>
          </a:p>
          <a:p>
            <a:r>
              <a:t>        }</a:t>
            </a:r>
          </a:p>
          <a:p>
            <a:r>
              <a:t>      ],</a:t>
            </a:r>
          </a:p>
          <a:p>
            <a:r>
              <a:t>      "mode": "verbatim"</a:t>
            </a:r>
          </a:p>
          <a:p>
            <a:r>
              <a:t>    },</a:t>
            </a:r>
          </a:p>
          <a:p>
            <a:r>
              <a:t>    {</a:t>
            </a:r>
          </a:p>
          <a:p>
            <a:r>
              <a:t>      "text": "入口をまとめる",</a:t>
            </a:r>
          </a:p>
          <a:p>
            <a:r>
              <a:t>      "refs": [</a:t>
            </a:r>
          </a:p>
          <a:p>
            <a:r>
              <a:t>        {</a:t>
            </a:r>
          </a:p>
          <a:p>
            <a:r>
              <a:t>          "source_id": "s003",</a:t>
            </a:r>
          </a:p>
          <a:p>
            <a:r>
              <a:t>          "quote": "入口をまとめる"</a:t>
            </a:r>
          </a:p>
          <a:p>
            <a:r>
              <a:t>        }</a:t>
            </a:r>
          </a:p>
          <a:p>
            <a:r>
              <a:t>      ],</a:t>
            </a:r>
          </a:p>
          <a:p>
            <a:r>
              <a:t>      "mode": "verbatim"</a:t>
            </a:r>
          </a:p>
          <a:p>
            <a:r>
              <a:t>    },</a:t>
            </a:r>
          </a:p>
          <a:p>
            <a:r>
              <a:t>    {</a:t>
            </a:r>
          </a:p>
          <a:p>
            <a:r>
              <a:t>      "text": "部署ごとの入口を一覧化し、どの資料を探す場所かを明記する。既存の原文はそのまま保管する。",</a:t>
            </a:r>
          </a:p>
          <a:p>
            <a:r>
              <a:t>      "refs": [</a:t>
            </a:r>
          </a:p>
          <a:p>
            <a:r>
              <a:t>        {</a:t>
            </a:r>
          </a:p>
          <a:p>
            <a:r>
              <a:t>          "source_id": "s003",</a:t>
            </a:r>
          </a:p>
          <a:p>
            <a:r>
              <a:t>          "quote": "部署ごとの入口を一覧化し、どの資料を探す場所かを明記する。既存の原文はそのまま保管する。"</a:t>
            </a:r>
          </a:p>
          <a:p>
            <a:r>
              <a:t>        }</a:t>
            </a:r>
          </a:p>
          <a:p>
            <a:r>
              <a:t>      ],</a:t>
            </a:r>
          </a:p>
          <a:p>
            <a:r>
              <a:t>      "mode": "verbatim"</a:t>
            </a:r>
          </a:p>
          <a:p>
            <a:r>
              <a:t>    },</a:t>
            </a:r>
          </a:p>
          <a:p>
            <a:r>
              <a:t>    {</a:t>
            </a:r>
          </a:p>
          <a:p>
            <a:r>
              <a:t>      "text": "対象：検索の入口",</a:t>
            </a:r>
          </a:p>
          <a:p>
            <a:r>
              <a:t>      "refs": [</a:t>
            </a:r>
          </a:p>
          <a:p>
            <a:r>
              <a:t>        {</a:t>
            </a:r>
          </a:p>
          <a:p>
            <a:r>
              <a:t>          "source_id": "s003",</a:t>
            </a:r>
          </a:p>
          <a:p>
            <a:r>
              <a:t>          "quote": "対象：検索の入口"</a:t>
            </a:r>
          </a:p>
          <a:p>
            <a:r>
              <a:t>        }</a:t>
            </a:r>
          </a:p>
          <a:p>
            <a:r>
              <a:t>      ],</a:t>
            </a:r>
          </a:p>
          <a:p>
            <a:r>
              <a:t>      "mode": "verbatim"</a:t>
            </a:r>
          </a:p>
          <a:p>
            <a:r>
              <a:t>    },</a:t>
            </a:r>
          </a:p>
          <a:p>
            <a:r>
              <a:t>    {</a:t>
            </a:r>
          </a:p>
          <a:p>
            <a:r>
              <a:t>      "text": "呼称を対応させる",</a:t>
            </a:r>
          </a:p>
          <a:p>
            <a:r>
              <a:t>      "refs": [</a:t>
            </a:r>
          </a:p>
          <a:p>
            <a:r>
              <a:t>        {</a:t>
            </a:r>
          </a:p>
          <a:p>
            <a:r>
              <a:t>          "source_id": "s003",</a:t>
            </a:r>
          </a:p>
          <a:p>
            <a:r>
              <a:t>          "quote": "呼称を対応させる"</a:t>
            </a:r>
          </a:p>
          <a:p>
            <a:r>
              <a:t>        }</a:t>
            </a:r>
          </a:p>
          <a:p>
            <a:r>
              <a:t>      ],</a:t>
            </a:r>
          </a:p>
          <a:p>
            <a:r>
              <a:t>      "mode": "verbatim"</a:t>
            </a:r>
          </a:p>
          <a:p>
            <a:r>
              <a:t>    },</a:t>
            </a:r>
          </a:p>
          <a:p>
            <a:r>
              <a:t>    {</a:t>
            </a:r>
          </a:p>
          <a:p>
            <a:r>
              <a:t>      "text": "同じ対象を示す用語の違いを整理する。専門用語を置き換えず、別の呼び方からも辿れるようにする。",</a:t>
            </a:r>
          </a:p>
          <a:p>
            <a:r>
              <a:t>      "refs": [</a:t>
            </a:r>
          </a:p>
          <a:p>
            <a:r>
              <a:t>        {</a:t>
            </a:r>
          </a:p>
          <a:p>
            <a:r>
              <a:t>          "source_id": "s003",</a:t>
            </a:r>
          </a:p>
          <a:p>
            <a:r>
              <a:t>          "quote": "同じ対象を示す用語の違いを整理する。専門用語を置き換えず、別の呼び方からも辿れるようにする。"</a:t>
            </a:r>
          </a:p>
          <a:p>
            <a:r>
              <a:t>        }</a:t>
            </a:r>
          </a:p>
          <a:p>
            <a:r>
              <a:t>      ],</a:t>
            </a:r>
          </a:p>
          <a:p>
            <a:r>
              <a:t>      "mode": "verbatim"</a:t>
            </a:r>
          </a:p>
          <a:p>
            <a:r>
              <a:t>    },</a:t>
            </a:r>
          </a:p>
          <a:p>
            <a:r>
              <a:t>    {</a:t>
            </a:r>
          </a:p>
          <a:p>
            <a:r>
              <a:t>      "text": "根拠：用語の照合",</a:t>
            </a:r>
          </a:p>
          <a:p>
            <a:r>
              <a:t>      "refs": [</a:t>
            </a:r>
          </a:p>
          <a:p>
            <a:r>
              <a:t>        {</a:t>
            </a:r>
          </a:p>
          <a:p>
            <a:r>
              <a:t>          "source_id": "s003",</a:t>
            </a:r>
          </a:p>
          <a:p>
            <a:r>
              <a:t>          "quote": "根拠：用語の照合"</a:t>
            </a:r>
          </a:p>
          <a:p>
            <a:r>
              <a:t>        }</a:t>
            </a:r>
          </a:p>
          <a:p>
            <a:r>
              <a:t>      ],</a:t>
            </a:r>
          </a:p>
          <a:p>
            <a:r>
              <a:t>      "mode": "verbatim"</a:t>
            </a:r>
          </a:p>
          <a:p>
            <a:r>
              <a:t>    },</a:t>
            </a:r>
          </a:p>
          <a:p>
            <a:r>
              <a:t>    {</a:t>
            </a:r>
          </a:p>
          <a:p>
            <a:r>
              <a:t>      "text": "範囲を先に見せる",</a:t>
            </a:r>
          </a:p>
          <a:p>
            <a:r>
              <a:t>      "refs": [</a:t>
            </a:r>
          </a:p>
          <a:p>
            <a:r>
              <a:t>        {</a:t>
            </a:r>
          </a:p>
          <a:p>
            <a:r>
              <a:t>          "source_id": "s003",</a:t>
            </a:r>
          </a:p>
          <a:p>
            <a:r>
              <a:t>          "quote": "範囲を先に見せる"</a:t>
            </a:r>
          </a:p>
          <a:p>
            <a:r>
              <a:t>        }</a:t>
            </a:r>
          </a:p>
          <a:p>
            <a:r>
              <a:t>      ],</a:t>
            </a:r>
          </a:p>
          <a:p>
            <a:r>
              <a:t>      "mode": "verbatim"</a:t>
            </a:r>
          </a:p>
          <a:p>
            <a:r>
              <a:t>    },</a:t>
            </a:r>
          </a:p>
          <a:p>
            <a:r>
              <a:t>    {</a:t>
            </a:r>
          </a:p>
          <a:p>
            <a:r>
              <a:t>      "text": "検索結果に対象部署と適用範囲を添える。本文を開く前に、自分の状況に関係する資料かを判断できる。",</a:t>
            </a:r>
          </a:p>
          <a:p>
            <a:r>
              <a:t>      "refs": [</a:t>
            </a:r>
          </a:p>
          <a:p>
            <a:r>
              <a:t>        {</a:t>
            </a:r>
          </a:p>
          <a:p>
            <a:r>
              <a:t>          "source_id": "s003",</a:t>
            </a:r>
          </a:p>
          <a:p>
            <a:r>
              <a:t>          "quote": "検索結果に対象部署と適用範囲を添える。本文を開く前に、自分の状況に関係する資料かを判断できる。"</a:t>
            </a:r>
          </a:p>
          <a:p>
            <a:r>
              <a:t>        }</a:t>
            </a:r>
          </a:p>
          <a:p>
            <a:r>
              <a:t>      ],</a:t>
            </a:r>
          </a:p>
          <a:p>
            <a:r>
              <a:t>      "mode": "verbatim"</a:t>
            </a:r>
          </a:p>
          <a:p>
            <a:r>
              <a:t>    },</a:t>
            </a:r>
          </a:p>
          <a:p>
            <a:r>
              <a:t>    {</a:t>
            </a:r>
          </a:p>
          <a:p>
            <a:r>
              <a:t>      "text": "留保：効果は未検証",</a:t>
            </a:r>
          </a:p>
          <a:p>
            <a:r>
              <a:t>      "refs": [</a:t>
            </a:r>
          </a:p>
          <a:p>
            <a:r>
              <a:t>        {</a:t>
            </a:r>
          </a:p>
          <a:p>
            <a:r>
              <a:t>          "source_id": "s003",</a:t>
            </a:r>
          </a:p>
          <a:p>
            <a:r>
              <a:t>          "quote": "留保：効果は未検証"</a:t>
            </a:r>
          </a:p>
          <a:p>
            <a:r>
              <a:t>        }</a:t>
            </a:r>
          </a:p>
          <a:p>
            <a:r>
              <a:t>      ],</a:t>
            </a:r>
          </a:p>
          <a:p>
            <a:r>
              <a:t>      "mode": "verbatim"</a:t>
            </a:r>
          </a:p>
          <a:p>
            <a:r>
              <a:t>    }</a:t>
            </a:r>
          </a:p>
          <a:p>
            <a:r>
              <a:t>  ],</a:t>
            </a:r>
          </a:p>
          <a:p>
            <a:r>
              <a:t>  "citations": {</a:t>
            </a:r>
          </a:p>
          <a:p>
            <a:r>
              <a:t>    "s003":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"grid",</a:t>
            </a:r>
          </a:p>
          <a:p>
            <a:r>
              <a:t>  "repetition_reason": null,</a:t>
            </a:r>
          </a:p>
          <a:p>
            <a:r>
              <a:t>  "images": {},</a:t>
            </a:r>
          </a:p>
          <a:p>
            <a:r>
              <a:t>  "template_sha256": "d84dc9a9af4e114daf074a82c3dc7112852bcfcf402cd8851b2a5427b4d56685"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"slide004",</a:t>
            </a:r>
          </a:p>
          <a:p>
            <a:r>
              <a:t>  "origin": "catalog",</a:t>
            </a:r>
          </a:p>
          <a:p>
            <a:r>
              <a:t>  "layout_id": "ed_cards_rows_3",</a:t>
            </a:r>
          </a:p>
          <a:p>
            <a:r>
              <a:t>  "variant": "warm",</a:t>
            </a:r>
          </a:p>
          <a:p>
            <a:r>
              <a:t>  "rationale": "調査所見カードを選択。原文の3項目と意味上の関係を保持し、見出し・説明・留保を対応づける。架空の調査共有であり、現実の効果を主張しない。",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"検索で詰まる場面を分けて考える",</a:t>
            </a:r>
          </a:p>
          <a:p>
            <a:r>
              <a:t>      "refs": [</a:t>
            </a:r>
          </a:p>
          <a:p>
            <a:r>
              <a:t>        {</a:t>
            </a:r>
          </a:p>
          <a:p>
            <a:r>
              <a:t>          "source_id": "s004",</a:t>
            </a:r>
          </a:p>
          <a:p>
            <a:r>
              <a:t>          "quote": "検索で詰まる場面を分けて考える"</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"s004",</a:t>
            </a:r>
          </a:p>
          <a:p>
            <a:r>
              <a:t>          "quote": "架空の社内調査。運用条件を整理した所見であり、効果を実証したものではない。"</a:t>
            </a:r>
          </a:p>
          <a:p>
            <a:r>
              <a:t>        }</a:t>
            </a:r>
          </a:p>
          <a:p>
            <a:r>
              <a:t>      ],</a:t>
            </a:r>
          </a:p>
          <a:p>
            <a:r>
              <a:t>      "mode": "verbatim"</a:t>
            </a:r>
          </a:p>
          <a:p>
            <a:r>
              <a:t>    },</a:t>
            </a:r>
          </a:p>
          <a:p>
            <a:r>
              <a:t>    {</a:t>
            </a:r>
          </a:p>
          <a:p>
            <a:r>
              <a:t>      "text": "場所が分からない",</a:t>
            </a:r>
          </a:p>
          <a:p>
            <a:r>
              <a:t>      "refs": [</a:t>
            </a:r>
          </a:p>
          <a:p>
            <a:r>
              <a:t>        {</a:t>
            </a:r>
          </a:p>
          <a:p>
            <a:r>
              <a:t>          "source_id": "s004",</a:t>
            </a:r>
          </a:p>
          <a:p>
            <a:r>
              <a:t>          "quote": "場所が分からない"</a:t>
            </a:r>
          </a:p>
          <a:p>
            <a:r>
              <a:t>        }</a:t>
            </a:r>
          </a:p>
          <a:p>
            <a:r>
              <a:t>      ],</a:t>
            </a:r>
          </a:p>
          <a:p>
            <a:r>
              <a:t>      "mode": "verbatim"</a:t>
            </a:r>
          </a:p>
          <a:p>
            <a:r>
              <a:t>    },</a:t>
            </a:r>
          </a:p>
          <a:p>
            <a:r>
              <a:t>    {</a:t>
            </a:r>
          </a:p>
          <a:p>
            <a:r>
              <a:t>      "text": "資料の保管先が部署ごとに異なる。入口の整理と、原文を管理する責任の所在は分けて扱う。",</a:t>
            </a:r>
          </a:p>
          <a:p>
            <a:r>
              <a:t>      "refs": [</a:t>
            </a:r>
          </a:p>
          <a:p>
            <a:r>
              <a:t>        {</a:t>
            </a:r>
          </a:p>
          <a:p>
            <a:r>
              <a:t>          "source_id": "s004",</a:t>
            </a:r>
          </a:p>
          <a:p>
            <a:r>
              <a:t>          "quote": "資料の保管先が部署ごとに異なる。入口の整理と、原文を管理する責任の所在は分けて扱う。"</a:t>
            </a:r>
          </a:p>
          <a:p>
            <a:r>
              <a:t>        }</a:t>
            </a:r>
          </a:p>
          <a:p>
            <a:r>
              <a:t>      ],</a:t>
            </a:r>
          </a:p>
          <a:p>
            <a:r>
              <a:t>      "mode": "verbatim"</a:t>
            </a:r>
          </a:p>
          <a:p>
            <a:r>
              <a:t>    },</a:t>
            </a:r>
          </a:p>
          <a:p>
            <a:r>
              <a:t>    {</a:t>
            </a:r>
          </a:p>
          <a:p>
            <a:r>
              <a:t>      "text": "観点：保管場所",</a:t>
            </a:r>
          </a:p>
          <a:p>
            <a:r>
              <a:t>      "refs": [</a:t>
            </a:r>
          </a:p>
          <a:p>
            <a:r>
              <a:t>        {</a:t>
            </a:r>
          </a:p>
          <a:p>
            <a:r>
              <a:t>          "source_id": "s004",</a:t>
            </a:r>
          </a:p>
          <a:p>
            <a:r>
              <a:t>          "quote": "観点：保管場所"</a:t>
            </a:r>
          </a:p>
          <a:p>
            <a:r>
              <a:t>        }</a:t>
            </a:r>
          </a:p>
          <a:p>
            <a:r>
              <a:t>      ],</a:t>
            </a:r>
          </a:p>
          <a:p>
            <a:r>
              <a:t>      "mode": "verbatim"</a:t>
            </a:r>
          </a:p>
          <a:p>
            <a:r>
              <a:t>    },</a:t>
            </a:r>
          </a:p>
          <a:p>
            <a:r>
              <a:t>    {</a:t>
            </a:r>
          </a:p>
          <a:p>
            <a:r>
              <a:t>      "text": "用語が一致しない",</a:t>
            </a:r>
          </a:p>
          <a:p>
            <a:r>
              <a:t>      "refs": [</a:t>
            </a:r>
          </a:p>
          <a:p>
            <a:r>
              <a:t>        {</a:t>
            </a:r>
          </a:p>
          <a:p>
            <a:r>
              <a:t>          "source_id": "s004",</a:t>
            </a:r>
          </a:p>
          <a:p>
            <a:r>
              <a:t>          "quote": "用語が一致しない"</a:t>
            </a:r>
          </a:p>
          <a:p>
            <a:r>
              <a:t>        }</a:t>
            </a:r>
          </a:p>
          <a:p>
            <a:r>
              <a:t>      ],</a:t>
            </a:r>
          </a:p>
          <a:p>
            <a:r>
              <a:t>      "mode": "verbatim"</a:t>
            </a:r>
          </a:p>
          <a:p>
            <a:r>
              <a:t>    },</a:t>
            </a:r>
          </a:p>
          <a:p>
            <a:r>
              <a:t>    {</a:t>
            </a:r>
          </a:p>
          <a:p>
            <a:r>
              <a:t>      "text": "検索語と資料内の呼称が一致しない。索引に同義の表現を残し、業務上の定義の違いも確認する。",</a:t>
            </a:r>
          </a:p>
          <a:p>
            <a:r>
              <a:t>      "refs": [</a:t>
            </a:r>
          </a:p>
          <a:p>
            <a:r>
              <a:t>        {</a:t>
            </a:r>
          </a:p>
          <a:p>
            <a:r>
              <a:t>          "source_id": "s004",</a:t>
            </a:r>
          </a:p>
          <a:p>
            <a:r>
              <a:t>          "quote": "検索語と資料内の呼称が一致しない。索引に同義の表現を残し、業務上の定義の違いも確認する。"</a:t>
            </a:r>
          </a:p>
          <a:p>
            <a:r>
              <a:t>        }</a:t>
            </a:r>
          </a:p>
          <a:p>
            <a:r>
              <a:t>      ],</a:t>
            </a:r>
          </a:p>
          <a:p>
            <a:r>
              <a:t>      "mode": "verbatim"</a:t>
            </a:r>
          </a:p>
          <a:p>
            <a:r>
              <a:t>    },</a:t>
            </a:r>
          </a:p>
          <a:p>
            <a:r>
              <a:t>    {</a:t>
            </a:r>
          </a:p>
          <a:p>
            <a:r>
              <a:t>      "text": "観点：用語の違い",</a:t>
            </a:r>
          </a:p>
          <a:p>
            <a:r>
              <a:t>      "refs": [</a:t>
            </a:r>
          </a:p>
          <a:p>
            <a:r>
              <a:t>        {</a:t>
            </a:r>
          </a:p>
          <a:p>
            <a:r>
              <a:t>          "source_id": "s004",</a:t>
            </a:r>
          </a:p>
          <a:p>
            <a:r>
              <a:t>          "quote": "観点：用語の違い"</a:t>
            </a:r>
          </a:p>
          <a:p>
            <a:r>
              <a:t>        }</a:t>
            </a:r>
          </a:p>
          <a:p>
            <a:r>
              <a:t>      ],</a:t>
            </a:r>
          </a:p>
          <a:p>
            <a:r>
              <a:t>      "mode": "verbatim"</a:t>
            </a:r>
          </a:p>
          <a:p>
            <a:r>
              <a:t>    },</a:t>
            </a:r>
          </a:p>
          <a:p>
            <a:r>
              <a:t>    {</a:t>
            </a:r>
          </a:p>
          <a:p>
            <a:r>
              <a:t>      "text": "使えるか迷う",</a:t>
            </a:r>
          </a:p>
          <a:p>
            <a:r>
              <a:t>      "refs": [</a:t>
            </a:r>
          </a:p>
          <a:p>
            <a:r>
              <a:t>        {</a:t>
            </a:r>
          </a:p>
          <a:p>
            <a:r>
              <a:t>          "source_id": "s004",</a:t>
            </a:r>
          </a:p>
          <a:p>
            <a:r>
              <a:t>          "quote": "使えるか迷う"</a:t>
            </a:r>
          </a:p>
          <a:p>
            <a:r>
              <a:t>        }</a:t>
            </a:r>
          </a:p>
          <a:p>
            <a:r>
              <a:t>      ],</a:t>
            </a:r>
          </a:p>
          <a:p>
            <a:r>
              <a:t>      "mode": "verbatim"</a:t>
            </a:r>
          </a:p>
          <a:p>
            <a:r>
              <a:t>    },</a:t>
            </a:r>
          </a:p>
          <a:p>
            <a:r>
              <a:t>    {</a:t>
            </a:r>
          </a:p>
          <a:p>
            <a:r>
              <a:t>      "text": "資料は見つかっても適用条件が分からない。更新日だけでなく、対象範囲と確認先も示す。",</a:t>
            </a:r>
          </a:p>
          <a:p>
            <a:r>
              <a:t>      "refs": [</a:t>
            </a:r>
          </a:p>
          <a:p>
            <a:r>
              <a:t>        {</a:t>
            </a:r>
          </a:p>
          <a:p>
            <a:r>
              <a:t>          "source_id": "s004",</a:t>
            </a:r>
          </a:p>
          <a:p>
            <a:r>
              <a:t>          "quote": "資料は見つかっても適用条件が分からない。更新日だけでなく、対象範囲と確認先も示す。"</a:t>
            </a:r>
          </a:p>
          <a:p>
            <a:r>
              <a:t>        }</a:t>
            </a:r>
          </a:p>
          <a:p>
            <a:r>
              <a:t>      ],</a:t>
            </a:r>
          </a:p>
          <a:p>
            <a:r>
              <a:t>      "mode": "verbatim"</a:t>
            </a:r>
          </a:p>
          <a:p>
            <a:r>
              <a:t>    },</a:t>
            </a:r>
          </a:p>
          <a:p>
            <a:r>
              <a:t>    {</a:t>
            </a:r>
          </a:p>
          <a:p>
            <a:r>
              <a:t>      "text": "留保：場面差あり",</a:t>
            </a:r>
          </a:p>
          <a:p>
            <a:r>
              <a:t>      "refs": [</a:t>
            </a:r>
          </a:p>
          <a:p>
            <a:r>
              <a:t>        {</a:t>
            </a:r>
          </a:p>
          <a:p>
            <a:r>
              <a:t>          "source_id": "s004",</a:t>
            </a:r>
          </a:p>
          <a:p>
            <a:r>
              <a:t>          "quote": "留保：場面差あり"</a:t>
            </a:r>
          </a:p>
          <a:p>
            <a:r>
              <a:t>        }</a:t>
            </a:r>
          </a:p>
          <a:p>
            <a:r>
              <a:t>      ],</a:t>
            </a:r>
          </a:p>
          <a:p>
            <a:r>
              <a:t>      "mode": "verbatim"</a:t>
            </a:r>
          </a:p>
          <a:p>
            <a:r>
              <a:t>    }</a:t>
            </a:r>
          </a:p>
          <a:p>
            <a:r>
              <a:t>  ],</a:t>
            </a:r>
          </a:p>
          <a:p>
            <a:r>
              <a:t>  "citations": {</a:t>
            </a:r>
          </a:p>
          <a:p>
            <a:r>
              <a:t>    "s004":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null,</a:t>
            </a:r>
          </a:p>
          <a:p>
            <a:r>
              <a:t>  "images": {},</a:t>
            </a:r>
          </a:p>
          <a:p>
            <a:r>
              <a:t>  "template_sha256": "5cfc34d5aeabb2ee77faf4cc69ad1b47369e98b65dc7d1c8e9122baab7ab45ae"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"slide005",</a:t>
            </a:r>
          </a:p>
          <a:p>
            <a:r>
              <a:t>  "origin": "catalog",</a:t>
            </a:r>
          </a:p>
          <a:p>
            <a:r>
              <a:t>  "layout_id": "ed_cards_grid_3",</a:t>
            </a:r>
          </a:p>
          <a:p>
            <a:r>
              <a:t>  "variant": "warm",</a:t>
            </a:r>
          </a:p>
          <a:p>
            <a:r>
              <a:t>  "rationale": "調査所見カードを選択。原文の3項目と意味上の関係を保持し、見出し・説明・留保を対応づける。架空の調査共有であり、現実の効果を主張しない。",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"要約から根拠へ戻れることが必要",</a:t>
            </a:r>
          </a:p>
          <a:p>
            <a:r>
              <a:t>      "refs": [</a:t>
            </a:r>
          </a:p>
          <a:p>
            <a:r>
              <a:t>        {</a:t>
            </a:r>
          </a:p>
          <a:p>
            <a:r>
              <a:t>          "source_id": "s005",</a:t>
            </a:r>
          </a:p>
          <a:p>
            <a:r>
              <a:t>          "quote": "要約から根拠へ戻れることが必要"</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"s005",</a:t>
            </a:r>
          </a:p>
          <a:p>
            <a:r>
              <a:t>          "quote": "架空の社内調査。運用条件を整理した所見であり、効果を実証したものではない。"</a:t>
            </a:r>
          </a:p>
          <a:p>
            <a:r>
              <a:t>        }</a:t>
            </a:r>
          </a:p>
          <a:p>
            <a:r>
              <a:t>      ],</a:t>
            </a:r>
          </a:p>
          <a:p>
            <a:r>
              <a:t>      "mode": "verbatim"</a:t>
            </a:r>
          </a:p>
          <a:p>
            <a:r>
              <a:t>    },</a:t>
            </a:r>
          </a:p>
          <a:p>
            <a:r>
              <a:t>    {</a:t>
            </a:r>
          </a:p>
          <a:p>
            <a:r>
              <a:t>      "text": "引用箇所を残す",</a:t>
            </a:r>
          </a:p>
          <a:p>
            <a:r>
              <a:t>      "refs": [</a:t>
            </a:r>
          </a:p>
          <a:p>
            <a:r>
              <a:t>        {</a:t>
            </a:r>
          </a:p>
          <a:p>
            <a:r>
              <a:t>          "source_id": "s005",</a:t>
            </a:r>
          </a:p>
          <a:p>
            <a:r>
              <a:t>          "quote": "引用箇所を残す"</a:t>
            </a:r>
          </a:p>
          <a:p>
            <a:r>
              <a:t>        }</a:t>
            </a:r>
          </a:p>
          <a:p>
            <a:r>
              <a:t>      ],</a:t>
            </a:r>
          </a:p>
          <a:p>
            <a:r>
              <a:t>      "mode": "verbatim"</a:t>
            </a:r>
          </a:p>
          <a:p>
            <a:r>
              <a:t>    },</a:t>
            </a:r>
          </a:p>
          <a:p>
            <a:r>
              <a:t>    {</a:t>
            </a:r>
          </a:p>
          <a:p>
            <a:r>
              <a:t>      "text": "要約と原文の位置を対応させる。後から読んだ人が、結論の根拠となった条件を確かめられる形にする。",</a:t>
            </a:r>
          </a:p>
          <a:p>
            <a:r>
              <a:t>      "refs": [</a:t>
            </a:r>
          </a:p>
          <a:p>
            <a:r>
              <a:t>        {</a:t>
            </a:r>
          </a:p>
          <a:p>
            <a:r>
              <a:t>          "source_id": "s005",</a:t>
            </a:r>
          </a:p>
          <a:p>
            <a:r>
              <a:t>          "quote": "要約と原文の位置を対応させる。後から読んだ人が、結論の根拠となった条件を確かめられる形にする。"</a:t>
            </a:r>
          </a:p>
          <a:p>
            <a:r>
              <a:t>        }</a:t>
            </a:r>
          </a:p>
          <a:p>
            <a:r>
              <a:t>      ],</a:t>
            </a:r>
          </a:p>
          <a:p>
            <a:r>
              <a:t>      "mode": "verbatim"</a:t>
            </a:r>
          </a:p>
          <a:p>
            <a:r>
              <a:t>    },</a:t>
            </a:r>
          </a:p>
          <a:p>
            <a:r>
              <a:t>    {</a:t>
            </a:r>
          </a:p>
          <a:p>
            <a:r>
              <a:t>      "text": "根拠：原文を保持",</a:t>
            </a:r>
          </a:p>
          <a:p>
            <a:r>
              <a:t>      "refs": [</a:t>
            </a:r>
          </a:p>
          <a:p>
            <a:r>
              <a:t>        {</a:t>
            </a:r>
          </a:p>
          <a:p>
            <a:r>
              <a:t>          "source_id": "s005",</a:t>
            </a:r>
          </a:p>
          <a:p>
            <a:r>
              <a:t>          "quote": "根拠：原文を保持"</a:t>
            </a:r>
          </a:p>
          <a:p>
            <a:r>
              <a:t>        }</a:t>
            </a:r>
          </a:p>
          <a:p>
            <a:r>
              <a:t>      ],</a:t>
            </a:r>
          </a:p>
          <a:p>
            <a:r>
              <a:t>      "mode": "verbatim"</a:t>
            </a:r>
          </a:p>
          <a:p>
            <a:r>
              <a:t>    },</a:t>
            </a:r>
          </a:p>
          <a:p>
            <a:r>
              <a:t>    {</a:t>
            </a:r>
          </a:p>
          <a:p>
            <a:r>
              <a:t>      "text": "留保を近くに置く",</a:t>
            </a:r>
          </a:p>
          <a:p>
            <a:r>
              <a:t>      "refs": [</a:t>
            </a:r>
          </a:p>
          <a:p>
            <a:r>
              <a:t>        {</a:t>
            </a:r>
          </a:p>
          <a:p>
            <a:r>
              <a:t>          "source_id": "s005",</a:t>
            </a:r>
          </a:p>
          <a:p>
            <a:r>
              <a:t>          "quote": "留保を近くに置く"</a:t>
            </a:r>
          </a:p>
          <a:p>
            <a:r>
              <a:t>        }</a:t>
            </a:r>
          </a:p>
          <a:p>
            <a:r>
              <a:t>      ],</a:t>
            </a:r>
          </a:p>
          <a:p>
            <a:r>
              <a:t>      "mode": "verbatim"</a:t>
            </a:r>
          </a:p>
          <a:p>
            <a:r>
              <a:t>    },</a:t>
            </a:r>
          </a:p>
          <a:p>
            <a:r>
              <a:t>    {</a:t>
            </a:r>
          </a:p>
          <a:p>
            <a:r>
              <a:t>      "text": "限定条件や未確認事項を本文の近くに残す。脚注だけに追いやらず、判断する場面で読める位置に置く。",</a:t>
            </a:r>
          </a:p>
          <a:p>
            <a:r>
              <a:t>      "refs": [</a:t>
            </a:r>
          </a:p>
          <a:p>
            <a:r>
              <a:t>        {</a:t>
            </a:r>
          </a:p>
          <a:p>
            <a:r>
              <a:t>          "source_id": "s005",</a:t>
            </a:r>
          </a:p>
          <a:p>
            <a:r>
              <a:t>          "quote": "限定条件や未確認事項を本文の近くに残す。脚注だけに追いやらず、判断する場面で読める位置に置く。"</a:t>
            </a:r>
          </a:p>
          <a:p>
            <a:r>
              <a:t>        }</a:t>
            </a:r>
          </a:p>
          <a:p>
            <a:r>
              <a:t>      ],</a:t>
            </a:r>
          </a:p>
          <a:p>
            <a:r>
              <a:t>      "mode": "verbatim"</a:t>
            </a:r>
          </a:p>
          <a:p>
            <a:r>
              <a:t>    },</a:t>
            </a:r>
          </a:p>
          <a:p>
            <a:r>
              <a:t>    {</a:t>
            </a:r>
          </a:p>
          <a:p>
            <a:r>
              <a:t>      "text": "観点：読み落とし",</a:t>
            </a:r>
          </a:p>
          <a:p>
            <a:r>
              <a:t>      "refs": [</a:t>
            </a:r>
          </a:p>
          <a:p>
            <a:r>
              <a:t>        {</a:t>
            </a:r>
          </a:p>
          <a:p>
            <a:r>
              <a:t>          "source_id": "s005",</a:t>
            </a:r>
          </a:p>
          <a:p>
            <a:r>
              <a:t>          "quote": "観点：読み落とし"</a:t>
            </a:r>
          </a:p>
          <a:p>
            <a:r>
              <a:t>        }</a:t>
            </a:r>
          </a:p>
          <a:p>
            <a:r>
              <a:t>      ],</a:t>
            </a:r>
          </a:p>
          <a:p>
            <a:r>
              <a:t>      "mode": "verbatim"</a:t>
            </a:r>
          </a:p>
          <a:p>
            <a:r>
              <a:t>    },</a:t>
            </a:r>
          </a:p>
          <a:p>
            <a:r>
              <a:t>    {</a:t>
            </a:r>
          </a:p>
          <a:p>
            <a:r>
              <a:t>      "text": "解釈を分けて示す",</a:t>
            </a:r>
          </a:p>
          <a:p>
            <a:r>
              <a:t>      "refs": [</a:t>
            </a:r>
          </a:p>
          <a:p>
            <a:r>
              <a:t>        {</a:t>
            </a:r>
          </a:p>
          <a:p>
            <a:r>
              <a:t>          "source_id": "s005",</a:t>
            </a:r>
          </a:p>
          <a:p>
            <a:r>
              <a:t>          "quote": "解釈を分けて示す"</a:t>
            </a:r>
          </a:p>
          <a:p>
            <a:r>
              <a:t>        }</a:t>
            </a:r>
          </a:p>
          <a:p>
            <a:r>
              <a:t>      ],</a:t>
            </a:r>
          </a:p>
          <a:p>
            <a:r>
              <a:t>      "mode": "verbatim"</a:t>
            </a:r>
          </a:p>
          <a:p>
            <a:r>
              <a:t>    },</a:t>
            </a:r>
          </a:p>
          <a:p>
            <a:r>
              <a:t>    {</a:t>
            </a:r>
          </a:p>
          <a:p>
            <a:r>
              <a:t>      "text": "資料に書かれた内容と分析者の解釈を区別する。推測を確定事項に言い換えず、確認が必要な点を残す。",</a:t>
            </a:r>
          </a:p>
          <a:p>
            <a:r>
              <a:t>      "refs": [</a:t>
            </a:r>
          </a:p>
          <a:p>
            <a:r>
              <a:t>        {</a:t>
            </a:r>
          </a:p>
          <a:p>
            <a:r>
              <a:t>          "source_id": "s005",</a:t>
            </a:r>
          </a:p>
          <a:p>
            <a:r>
              <a:t>          "quote": "資料に書かれた内容と分析者の解釈を区別する。推測を確定事項に言い換えず、確認が必要な点を残す。"</a:t>
            </a:r>
          </a:p>
          <a:p>
            <a:r>
              <a:t>        }</a:t>
            </a:r>
          </a:p>
          <a:p>
            <a:r>
              <a:t>      ],</a:t>
            </a:r>
          </a:p>
          <a:p>
            <a:r>
              <a:t>      "mode": "verbatim"</a:t>
            </a:r>
          </a:p>
          <a:p>
            <a:r>
              <a:t>    },</a:t>
            </a:r>
          </a:p>
          <a:p>
            <a:r>
              <a:t>    {</a:t>
            </a:r>
          </a:p>
          <a:p>
            <a:r>
              <a:t>      "text": "留保：解釈を区別",</a:t>
            </a:r>
          </a:p>
          <a:p>
            <a:r>
              <a:t>      "refs": [</a:t>
            </a:r>
          </a:p>
          <a:p>
            <a:r>
              <a:t>        {</a:t>
            </a:r>
          </a:p>
          <a:p>
            <a:r>
              <a:t>          "source_id": "s005",</a:t>
            </a:r>
          </a:p>
          <a:p>
            <a:r>
              <a:t>          "quote": "留保：解釈を区別"</a:t>
            </a:r>
          </a:p>
          <a:p>
            <a:r>
              <a:t>        }</a:t>
            </a:r>
          </a:p>
          <a:p>
            <a:r>
              <a:t>      ],</a:t>
            </a:r>
          </a:p>
          <a:p>
            <a:r>
              <a:t>      "mode": "verbatim"</a:t>
            </a:r>
          </a:p>
          <a:p>
            <a:r>
              <a:t>    }</a:t>
            </a:r>
          </a:p>
          <a:p>
            <a:r>
              <a:t>  ],</a:t>
            </a:r>
          </a:p>
          <a:p>
            <a:r>
              <a:t>  "citations": {</a:t>
            </a:r>
          </a:p>
          <a:p>
            <a:r>
              <a:t>    "s005":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"grid",</a:t>
            </a:r>
          </a:p>
          <a:p>
            <a:r>
              <a:t>  "repetition_reason": null,</a:t>
            </a:r>
          </a:p>
          <a:p>
            <a:r>
              <a:t>  "images": {},</a:t>
            </a:r>
          </a:p>
          <a:p>
            <a:r>
              <a:t>  "template_sha256": "d84dc9a9af4e114daf074a82c3dc7112852bcfcf402cd8851b2a5427b4d56685"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"slide006",</a:t>
            </a:r>
          </a:p>
          <a:p>
            <a:r>
              <a:t>  "origin": "catalog",</a:t>
            </a:r>
          </a:p>
          <a:p>
            <a:r>
              <a:t>  "layout_id": "ed_cards_rows_3",</a:t>
            </a:r>
          </a:p>
          <a:p>
            <a:r>
              <a:t>  "variant": "warm",</a:t>
            </a:r>
          </a:p>
          <a:p>
            <a:r>
              <a:t>  "rationale": "調査所見カードを選択。原文の3項目と意味上の関係を保持し、見出し・説明・留保を対応づける。架空の調査共有であり、現実の効果を主張しない。",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"更新を続けるための役割を整理する",</a:t>
            </a:r>
          </a:p>
          <a:p>
            <a:r>
              <a:t>      "refs": [</a:t>
            </a:r>
          </a:p>
          <a:p>
            <a:r>
              <a:t>        {</a:t>
            </a:r>
          </a:p>
          <a:p>
            <a:r>
              <a:t>          "source_id": "s006",</a:t>
            </a:r>
          </a:p>
          <a:p>
            <a:r>
              <a:t>          "quote": "更新を続けるための役割を整理する"</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"s006",</a:t>
            </a:r>
          </a:p>
          <a:p>
            <a:r>
              <a:t>          "quote": "架空の社内調査。運用条件を整理した所見であり、効果を実証したものではない。"</a:t>
            </a:r>
          </a:p>
          <a:p>
            <a:r>
              <a:t>        }</a:t>
            </a:r>
          </a:p>
          <a:p>
            <a:r>
              <a:t>      ],</a:t>
            </a:r>
          </a:p>
          <a:p>
            <a:r>
              <a:t>      "mode": "verbatim"</a:t>
            </a:r>
          </a:p>
          <a:p>
            <a:r>
              <a:t>    },</a:t>
            </a:r>
          </a:p>
          <a:p>
            <a:r>
              <a:t>    {</a:t>
            </a:r>
          </a:p>
          <a:p>
            <a:r>
              <a:t>      "text": "原文の担当を決める",</a:t>
            </a:r>
          </a:p>
          <a:p>
            <a:r>
              <a:t>      "refs": [</a:t>
            </a:r>
          </a:p>
          <a:p>
            <a:r>
              <a:t>        {</a:t>
            </a:r>
          </a:p>
          <a:p>
            <a:r>
              <a:t>          "source_id": "s006",</a:t>
            </a:r>
          </a:p>
          <a:p>
            <a:r>
              <a:t>          "quote": "原文の担当を決める"</a:t>
            </a:r>
          </a:p>
          <a:p>
            <a:r>
              <a:t>        }</a:t>
            </a:r>
          </a:p>
          <a:p>
            <a:r>
              <a:t>      ],</a:t>
            </a:r>
          </a:p>
          <a:p>
            <a:r>
              <a:t>      "mode": "verbatim"</a:t>
            </a:r>
          </a:p>
          <a:p>
            <a:r>
              <a:t>    },</a:t>
            </a:r>
          </a:p>
          <a:p>
            <a:r>
              <a:t>    {</a:t>
            </a:r>
          </a:p>
          <a:p>
            <a:r>
              <a:t>      "text": "原文を更新する担当と、共有メモを確認する担当を明記する。どちらかだけが更新される状態を見つける。",</a:t>
            </a:r>
          </a:p>
          <a:p>
            <a:r>
              <a:t>      "refs": [</a:t>
            </a:r>
          </a:p>
          <a:p>
            <a:r>
              <a:t>        {</a:t>
            </a:r>
          </a:p>
          <a:p>
            <a:r>
              <a:t>          "source_id": "s006",</a:t>
            </a:r>
          </a:p>
          <a:p>
            <a:r>
              <a:t>          "quote": "原文を更新する担当と、共有メモを確認する担当を明記する。どちらかだけが更新される状態を見つける。"</a:t>
            </a:r>
          </a:p>
          <a:p>
            <a:r>
              <a:t>        }</a:t>
            </a:r>
          </a:p>
          <a:p>
            <a:r>
              <a:t>      ],</a:t>
            </a:r>
          </a:p>
          <a:p>
            <a:r>
              <a:t>      "mode": "verbatim"</a:t>
            </a:r>
          </a:p>
          <a:p>
            <a:r>
              <a:t>    },</a:t>
            </a:r>
          </a:p>
          <a:p>
            <a:r>
              <a:t>    {</a:t>
            </a:r>
          </a:p>
          <a:p>
            <a:r>
              <a:t>      "text": "観点：担当の分担",</a:t>
            </a:r>
          </a:p>
          <a:p>
            <a:r>
              <a:t>      "refs": [</a:t>
            </a:r>
          </a:p>
          <a:p>
            <a:r>
              <a:t>        {</a:t>
            </a:r>
          </a:p>
          <a:p>
            <a:r>
              <a:t>          "source_id": "s006",</a:t>
            </a:r>
          </a:p>
          <a:p>
            <a:r>
              <a:t>          "quote": "観点：担当の分担"</a:t>
            </a:r>
          </a:p>
          <a:p>
            <a:r>
              <a:t>        }</a:t>
            </a:r>
          </a:p>
          <a:p>
            <a:r>
              <a:t>      ],</a:t>
            </a:r>
          </a:p>
          <a:p>
            <a:r>
              <a:t>      "mode": "verbatim"</a:t>
            </a:r>
          </a:p>
          <a:p>
            <a:r>
              <a:t>    },</a:t>
            </a:r>
          </a:p>
          <a:p>
            <a:r>
              <a:t>    {</a:t>
            </a:r>
          </a:p>
          <a:p>
            <a:r>
              <a:t>      "text": "更新の契機を決める",</a:t>
            </a:r>
          </a:p>
          <a:p>
            <a:r>
              <a:t>      "refs": [</a:t>
            </a:r>
          </a:p>
          <a:p>
            <a:r>
              <a:t>        {</a:t>
            </a:r>
          </a:p>
          <a:p>
            <a:r>
              <a:t>          "source_id": "s006",</a:t>
            </a:r>
          </a:p>
          <a:p>
            <a:r>
              <a:t>          "quote": "更新の契機を決める"</a:t>
            </a:r>
          </a:p>
          <a:p>
            <a:r>
              <a:t>        }</a:t>
            </a:r>
          </a:p>
          <a:p>
            <a:r>
              <a:t>      ],</a:t>
            </a:r>
          </a:p>
          <a:p>
            <a:r>
              <a:t>      "mode": "verbatim"</a:t>
            </a:r>
          </a:p>
          <a:p>
            <a:r>
              <a:t>    },</a:t>
            </a:r>
          </a:p>
          <a:p>
            <a:r>
              <a:t>    {</a:t>
            </a:r>
          </a:p>
          <a:p>
            <a:r>
              <a:t>      "text": "定期確認に加え、制度や対象範囲が変わった際の見直しを決める。頻度は業務の変化に応じて調整する。",</a:t>
            </a:r>
          </a:p>
          <a:p>
            <a:r>
              <a:t>      "refs": [</a:t>
            </a:r>
          </a:p>
          <a:p>
            <a:r>
              <a:t>        {</a:t>
            </a:r>
          </a:p>
          <a:p>
            <a:r>
              <a:t>          "source_id": "s006",</a:t>
            </a:r>
          </a:p>
          <a:p>
            <a:r>
              <a:t>          "quote": "定期確認に加え、制度や対象範囲が変わった際の見直しを決める。頻度は業務の変化に応じて調整する。"</a:t>
            </a:r>
          </a:p>
          <a:p>
            <a:r>
              <a:t>        }</a:t>
            </a:r>
          </a:p>
          <a:p>
            <a:r>
              <a:t>      ],</a:t>
            </a:r>
          </a:p>
          <a:p>
            <a:r>
              <a:t>      "mode": "verbatim"</a:t>
            </a:r>
          </a:p>
          <a:p>
            <a:r>
              <a:t>    },</a:t>
            </a:r>
          </a:p>
          <a:p>
            <a:r>
              <a:t>    {</a:t>
            </a:r>
          </a:p>
          <a:p>
            <a:r>
              <a:t>      "text": "留保：頻度は要調整",</a:t>
            </a:r>
          </a:p>
          <a:p>
            <a:r>
              <a:t>      "refs": [</a:t>
            </a:r>
          </a:p>
          <a:p>
            <a:r>
              <a:t>        {</a:t>
            </a:r>
          </a:p>
          <a:p>
            <a:r>
              <a:t>          "source_id": "s006",</a:t>
            </a:r>
          </a:p>
          <a:p>
            <a:r>
              <a:t>          "quote": "留保：頻度は要調整"</a:t>
            </a:r>
          </a:p>
          <a:p>
            <a:r>
              <a:t>        }</a:t>
            </a:r>
          </a:p>
          <a:p>
            <a:r>
              <a:t>      ],</a:t>
            </a:r>
          </a:p>
          <a:p>
            <a:r>
              <a:t>      "mode": "verbatim"</a:t>
            </a:r>
          </a:p>
          <a:p>
            <a:r>
              <a:t>    },</a:t>
            </a:r>
          </a:p>
          <a:p>
            <a:r>
              <a:t>    {</a:t>
            </a:r>
          </a:p>
          <a:p>
            <a:r>
              <a:t>      "text": "保留の理由を残す",</a:t>
            </a:r>
          </a:p>
          <a:p>
            <a:r>
              <a:t>      "refs": [</a:t>
            </a:r>
          </a:p>
          <a:p>
            <a:r>
              <a:t>        {</a:t>
            </a:r>
          </a:p>
          <a:p>
            <a:r>
              <a:t>          "source_id": "s006",</a:t>
            </a:r>
          </a:p>
          <a:p>
            <a:r>
              <a:t>          "quote": "保留の理由を残す"</a:t>
            </a:r>
          </a:p>
          <a:p>
            <a:r>
              <a:t>        }</a:t>
            </a:r>
          </a:p>
          <a:p>
            <a:r>
              <a:t>      ],</a:t>
            </a:r>
          </a:p>
          <a:p>
            <a:r>
              <a:t>      "mode": "verbatim"</a:t>
            </a:r>
          </a:p>
          <a:p>
            <a:r>
              <a:t>    },</a:t>
            </a:r>
          </a:p>
          <a:p>
            <a:r>
              <a:t>    {</a:t>
            </a:r>
          </a:p>
          <a:p>
            <a:r>
              <a:t>      "text": "確認が終わらない論点は理由と確認先を残す。無理に結論を埋めず、次の担当者が続きを調べられるようにする。",</a:t>
            </a:r>
          </a:p>
          <a:p>
            <a:r>
              <a:t>      "refs": [</a:t>
            </a:r>
          </a:p>
          <a:p>
            <a:r>
              <a:t>        {</a:t>
            </a:r>
          </a:p>
          <a:p>
            <a:r>
              <a:t>          "source_id": "s006",</a:t>
            </a:r>
          </a:p>
          <a:p>
            <a:r>
              <a:t>          "quote": "確認が終わらない論点は理由と確認先を残す。無理に結論を埋めず、次の担当者が続きを調べられるようにする。"</a:t>
            </a:r>
          </a:p>
          <a:p>
            <a:r>
              <a:t>        }</a:t>
            </a:r>
          </a:p>
          <a:p>
            <a:r>
              <a:t>      ],</a:t>
            </a:r>
          </a:p>
          <a:p>
            <a:r>
              <a:t>      "mode": "verbatim"</a:t>
            </a:r>
          </a:p>
          <a:p>
            <a:r>
              <a:t>    },</a:t>
            </a:r>
          </a:p>
          <a:p>
            <a:r>
              <a:t>    {</a:t>
            </a:r>
          </a:p>
          <a:p>
            <a:r>
              <a:t>      "text": "観点：引き継ぎ",</a:t>
            </a:r>
          </a:p>
          <a:p>
            <a:r>
              <a:t>      "refs": [</a:t>
            </a:r>
          </a:p>
          <a:p>
            <a:r>
              <a:t>        {</a:t>
            </a:r>
          </a:p>
          <a:p>
            <a:r>
              <a:t>          "source_id": "s006",</a:t>
            </a:r>
          </a:p>
          <a:p>
            <a:r>
              <a:t>          "quote": "観点：引き継ぎ"</a:t>
            </a:r>
          </a:p>
          <a:p>
            <a:r>
              <a:t>        }</a:t>
            </a:r>
          </a:p>
          <a:p>
            <a:r>
              <a:t>      ],</a:t>
            </a:r>
          </a:p>
          <a:p>
            <a:r>
              <a:t>      "mode": "verbatim"</a:t>
            </a:r>
          </a:p>
          <a:p>
            <a:r>
              <a:t>    }</a:t>
            </a:r>
          </a:p>
          <a:p>
            <a:r>
              <a:t>  ],</a:t>
            </a:r>
          </a:p>
          <a:p>
            <a:r>
              <a:t>  "citations": {</a:t>
            </a:r>
          </a:p>
          <a:p>
            <a:r>
              <a:t>    "s006":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"rows",</a:t>
            </a:r>
          </a:p>
          <a:p>
            <a:r>
              <a:t>  "repetition_reason": null,</a:t>
            </a:r>
          </a:p>
          <a:p>
            <a:r>
              <a:t>  "images": {},</a:t>
            </a:r>
          </a:p>
          <a:p>
            <a:r>
              <a:t>  "template_sha256": "5cfc34d5aeabb2ee77faf4cc69ad1b47369e98b65dc7d1c8e9122baab7ab45ae"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"slide007",</a:t>
            </a:r>
          </a:p>
          <a:p>
            <a:r>
              <a:t>  "origin": "catalog",</a:t>
            </a:r>
          </a:p>
          <a:p>
            <a:r>
              <a:t>  "layout_id": "ed_cards_grid_6",</a:t>
            </a:r>
          </a:p>
          <a:p>
            <a:r>
              <a:t>  "variant": "warm",</a:t>
            </a:r>
          </a:p>
          <a:p>
            <a:r>
              <a:t>  "rationale": "調査所見カードを選択。原文の6項目と意味上の関係を保持し、見出し・説明・留保を対応づける。架空の調査共有であり、現実の効果を主張しない。",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"運用前に確認する六つの観点",</a:t>
            </a:r>
          </a:p>
          <a:p>
            <a:r>
              <a:t>      "refs": [</a:t>
            </a:r>
          </a:p>
          <a:p>
            <a:r>
              <a:t>        {</a:t>
            </a:r>
          </a:p>
          <a:p>
            <a:r>
              <a:t>          "source_id": "s007",</a:t>
            </a:r>
          </a:p>
          <a:p>
            <a:r>
              <a:t>          "quote": "運用前に確認する六つの観点"</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"s007",</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"s007",</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"s007",</a:t>
            </a:r>
          </a:p>
          <a:p>
            <a:r>
              <a:t>          "quote": "用語を揃え、同じ資料へ辿れる入口を整える。"</a:t>
            </a:r>
          </a:p>
          <a:p>
            <a:r>
              <a:t>        }</a:t>
            </a:r>
          </a:p>
          <a:p>
            <a:r>
              <a:t>      ],</a:t>
            </a:r>
          </a:p>
          <a:p>
            <a:r>
              <a:t>      "mode": "verbatim"</a:t>
            </a:r>
          </a:p>
          <a:p>
            <a:r>
              <a:t>    },</a:t>
            </a:r>
          </a:p>
          <a:p>
            <a:r>
              <a:t>    {</a:t>
            </a:r>
          </a:p>
          <a:p>
            <a:r>
              <a:t>      "text": "対象：資料の入口を確認",</a:t>
            </a:r>
          </a:p>
          <a:p>
            <a:r>
              <a:t>      "refs": [</a:t>
            </a:r>
          </a:p>
          <a:p>
            <a:r>
              <a:t>        {</a:t>
            </a:r>
          </a:p>
          <a:p>
            <a:r>
              <a:t>          "source_id": "s007",</a:t>
            </a:r>
          </a:p>
          <a:p>
            <a:r>
              <a:t>          "quote": "対象：資料の入口を確認"</a:t>
            </a:r>
          </a:p>
          <a:p>
            <a:r>
              <a:t>        }</a:t>
            </a:r>
          </a:p>
          <a:p>
            <a:r>
              <a:t>      ],</a:t>
            </a:r>
          </a:p>
          <a:p>
            <a:r>
              <a:t>      "mode": "verbatim"</a:t>
            </a:r>
          </a:p>
          <a:p>
            <a:r>
              <a:t>    },</a:t>
            </a:r>
          </a:p>
          <a:p>
            <a:r>
              <a:t>    {</a:t>
            </a:r>
          </a:p>
          <a:p>
            <a:r>
              <a:t>      "text": "根拠まで辿れる",</a:t>
            </a:r>
          </a:p>
          <a:p>
            <a:r>
              <a:t>      "refs": [</a:t>
            </a:r>
          </a:p>
          <a:p>
            <a:r>
              <a:t>        {</a:t>
            </a:r>
          </a:p>
          <a:p>
            <a:r>
              <a:t>          "source_id": "s007",</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"s007",</a:t>
            </a:r>
          </a:p>
          <a:p>
            <a:r>
              <a:t>          "quote": "原文の条件と確認日を、要約とともに残す。"</a:t>
            </a:r>
          </a:p>
          <a:p>
            <a:r>
              <a:t>        }</a:t>
            </a:r>
          </a:p>
          <a:p>
            <a:r>
              <a:t>      ],</a:t>
            </a:r>
          </a:p>
          <a:p>
            <a:r>
              <a:t>      "mode": "verbatim"</a:t>
            </a:r>
          </a:p>
          <a:p>
            <a:r>
              <a:t>    },</a:t>
            </a:r>
          </a:p>
          <a:p>
            <a:r>
              <a:t>    {</a:t>
            </a:r>
          </a:p>
          <a:p>
            <a:r>
              <a:t>      "text": "根拠：原文の条件を保持",</a:t>
            </a:r>
          </a:p>
          <a:p>
            <a:r>
              <a:t>      "refs": [</a:t>
            </a:r>
          </a:p>
          <a:p>
            <a:r>
              <a:t>        {</a:t>
            </a:r>
          </a:p>
          <a:p>
            <a:r>
              <a:t>          "source_id": "s007",</a:t>
            </a:r>
          </a:p>
          <a:p>
            <a:r>
              <a:t>          "quote": "根拠：原文の条件を保持"</a:t>
            </a:r>
          </a:p>
          <a:p>
            <a:r>
              <a:t>        }</a:t>
            </a:r>
          </a:p>
          <a:p>
            <a:r>
              <a:t>      ],</a:t>
            </a:r>
          </a:p>
          <a:p>
            <a:r>
              <a:t>      "mode": "verbatim"</a:t>
            </a:r>
          </a:p>
          <a:p>
            <a:r>
              <a:t>    },</a:t>
            </a:r>
          </a:p>
          <a:p>
            <a:r>
              <a:t>    {</a:t>
            </a:r>
          </a:p>
          <a:p>
            <a:r>
              <a:t>      "text": "更新範囲を決める",</a:t>
            </a:r>
          </a:p>
          <a:p>
            <a:r>
              <a:t>      "refs": [</a:t>
            </a:r>
          </a:p>
          <a:p>
            <a:r>
              <a:t>        {</a:t>
            </a:r>
          </a:p>
          <a:p>
            <a:r>
              <a:t>          "source_id": "s007",</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"s007",</a:t>
            </a:r>
          </a:p>
          <a:p>
            <a:r>
              <a:t>          "quote": "変更頻度に応じて担当と再確認の時期を決める。"</a:t>
            </a:r>
          </a:p>
          <a:p>
            <a:r>
              <a:t>        }</a:t>
            </a:r>
          </a:p>
          <a:p>
            <a:r>
              <a:t>      ],</a:t>
            </a:r>
          </a:p>
          <a:p>
            <a:r>
              <a:t>      "mode": "verbatim"</a:t>
            </a:r>
          </a:p>
          <a:p>
            <a:r>
              <a:t>    },</a:t>
            </a:r>
          </a:p>
          <a:p>
            <a:r>
              <a:t>    {</a:t>
            </a:r>
          </a:p>
          <a:p>
            <a:r>
              <a:t>      "text": "留保：運用負荷は未検証",</a:t>
            </a:r>
          </a:p>
          <a:p>
            <a:r>
              <a:t>      "refs": [</a:t>
            </a:r>
          </a:p>
          <a:p>
            <a:r>
              <a:t>        {</a:t>
            </a:r>
          </a:p>
          <a:p>
            <a:r>
              <a:t>          "source_id": "s007",</a:t>
            </a:r>
          </a:p>
          <a:p>
            <a:r>
              <a:t>          "quote": "留保：運用負荷は未検証"</a:t>
            </a:r>
          </a:p>
          <a:p>
            <a:r>
              <a:t>        }</a:t>
            </a:r>
          </a:p>
          <a:p>
            <a:r>
              <a:t>      ],</a:t>
            </a:r>
          </a:p>
          <a:p>
            <a:r>
              <a:t>      "mode": "verbatim"</a:t>
            </a:r>
          </a:p>
          <a:p>
            <a:r>
              <a:t>    },</a:t>
            </a:r>
          </a:p>
          <a:p>
            <a:r>
              <a:t>    {</a:t>
            </a:r>
          </a:p>
          <a:p>
            <a:r>
              <a:t>      "text": "例外を見える化",</a:t>
            </a:r>
          </a:p>
          <a:p>
            <a:r>
              <a:t>      "refs": [</a:t>
            </a:r>
          </a:p>
          <a:p>
            <a:r>
              <a:t>        {</a:t>
            </a:r>
          </a:p>
          <a:p>
            <a:r>
              <a:t>          "source_id": "s007",</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"s007",</a:t>
            </a:r>
          </a:p>
          <a:p>
            <a:r>
              <a:t>          "quote": "適用できない場面も記録し、前提の違いを残す。"</a:t>
            </a:r>
          </a:p>
          <a:p>
            <a:r>
              <a:t>        }</a:t>
            </a:r>
          </a:p>
          <a:p>
            <a:r>
              <a:t>      ],</a:t>
            </a:r>
          </a:p>
          <a:p>
            <a:r>
              <a:t>      "mode": "verbatim"</a:t>
            </a:r>
          </a:p>
          <a:p>
            <a:r>
              <a:t>    },</a:t>
            </a:r>
          </a:p>
          <a:p>
            <a:r>
              <a:t>    {</a:t>
            </a:r>
          </a:p>
          <a:p>
            <a:r>
              <a:t>      "text": "注意：対象外の場面を含む",</a:t>
            </a:r>
          </a:p>
          <a:p>
            <a:r>
              <a:t>      "refs": [</a:t>
            </a:r>
          </a:p>
          <a:p>
            <a:r>
              <a:t>        {</a:t>
            </a:r>
          </a:p>
          <a:p>
            <a:r>
              <a:t>          "source_id": "s007",</a:t>
            </a:r>
          </a:p>
          <a:p>
            <a:r>
              <a:t>          "quote": "注意：対象外の場面を含む"</a:t>
            </a:r>
          </a:p>
          <a:p>
            <a:r>
              <a:t>        }</a:t>
            </a:r>
          </a:p>
          <a:p>
            <a:r>
              <a:t>      ],</a:t>
            </a:r>
          </a:p>
          <a:p>
            <a:r>
              <a:t>      "mode": "verbatim"</a:t>
            </a:r>
          </a:p>
          <a:p>
            <a:r>
              <a:t>    },</a:t>
            </a:r>
          </a:p>
          <a:p>
            <a:r>
              <a:t>    {</a:t>
            </a:r>
          </a:p>
          <a:p>
            <a:r>
              <a:t>      "text": "比較軸を共有する",</a:t>
            </a:r>
          </a:p>
          <a:p>
            <a:r>
              <a:t>      "refs": [</a:t>
            </a:r>
          </a:p>
          <a:p>
            <a:r>
              <a:t>        {</a:t>
            </a:r>
          </a:p>
          <a:p>
            <a:r>
              <a:t>          "source_id": "s007",</a:t>
            </a:r>
          </a:p>
          <a:p>
            <a:r>
              <a:t>          "quote": "比較軸を共有する"</a:t>
            </a:r>
          </a:p>
          <a:p>
            <a:r>
              <a:t>        }</a:t>
            </a:r>
          </a:p>
          <a:p>
            <a:r>
              <a:t>      ],</a:t>
            </a:r>
          </a:p>
          <a:p>
            <a:r>
              <a:t>      "mode": "verbatim"</a:t>
            </a:r>
          </a:p>
          <a:p>
            <a:r>
              <a:t>    },</a:t>
            </a:r>
          </a:p>
          <a:p>
            <a:r>
              <a:t>    {</a:t>
            </a:r>
          </a:p>
          <a:p>
            <a:r>
              <a:t>      "text": "評価項目を揃え、異なる条件の結果を混同しない。",</a:t>
            </a:r>
          </a:p>
          <a:p>
            <a:r>
              <a:t>      "refs": [</a:t>
            </a:r>
          </a:p>
          <a:p>
            <a:r>
              <a:t>        {</a:t>
            </a:r>
          </a:p>
          <a:p>
            <a:r>
              <a:t>          "source_id": "s007",</a:t>
            </a:r>
          </a:p>
          <a:p>
            <a:r>
              <a:t>          "quote": "評価項目を揃え、異なる条件の結果を混同しない。"</a:t>
            </a:r>
          </a:p>
          <a:p>
            <a:r>
              <a:t>        }</a:t>
            </a:r>
          </a:p>
          <a:p>
            <a:r>
              <a:t>      ],</a:t>
            </a:r>
          </a:p>
          <a:p>
            <a:r>
              <a:t>      "mode": "verbatim"</a:t>
            </a:r>
          </a:p>
          <a:p>
            <a:r>
              <a:t>    },</a:t>
            </a:r>
          </a:p>
          <a:p>
            <a:r>
              <a:t>    {</a:t>
            </a:r>
          </a:p>
          <a:p>
            <a:r>
              <a:t>      "text": "根拠：比較条件を照合",</a:t>
            </a:r>
          </a:p>
          <a:p>
            <a:r>
              <a:t>      "refs": [</a:t>
            </a:r>
          </a:p>
          <a:p>
            <a:r>
              <a:t>        {</a:t>
            </a:r>
          </a:p>
          <a:p>
            <a:r>
              <a:t>          "source_id": "s007",</a:t>
            </a:r>
          </a:p>
          <a:p>
            <a:r>
              <a:t>          "quote": "根拠：比較条件を照合"</a:t>
            </a:r>
          </a:p>
          <a:p>
            <a:r>
              <a:t>        }</a:t>
            </a:r>
          </a:p>
          <a:p>
            <a:r>
              <a:t>      ],</a:t>
            </a:r>
          </a:p>
          <a:p>
            <a:r>
              <a:t>      "mode": "verbatim"</a:t>
            </a:r>
          </a:p>
          <a:p>
            <a:r>
              <a:t>    },</a:t>
            </a:r>
          </a:p>
          <a:p>
            <a:r>
              <a:t>    {</a:t>
            </a:r>
          </a:p>
          <a:p>
            <a:r>
              <a:t>      "text": "確認先を残す",</a:t>
            </a:r>
          </a:p>
          <a:p>
            <a:r>
              <a:t>      "refs": [</a:t>
            </a:r>
          </a:p>
          <a:p>
            <a:r>
              <a:t>        {</a:t>
            </a:r>
          </a:p>
          <a:p>
            <a:r>
              <a:t>          "source_id": "s007",</a:t>
            </a:r>
          </a:p>
          <a:p>
            <a:r>
              <a:t>          "quote": "確認先を残す"</a:t>
            </a:r>
          </a:p>
          <a:p>
            <a:r>
              <a:t>        }</a:t>
            </a:r>
          </a:p>
          <a:p>
            <a:r>
              <a:t>      ],</a:t>
            </a:r>
          </a:p>
          <a:p>
            <a:r>
              <a:t>      "mode": "verbatim"</a:t>
            </a:r>
          </a:p>
          <a:p>
            <a:r>
              <a:t>    },</a:t>
            </a:r>
          </a:p>
          <a:p>
            <a:r>
              <a:t>    {</a:t>
            </a:r>
          </a:p>
          <a:p>
            <a:r>
              <a:t>      "text": "未確認の論点と、追加調査で確かめる点を残す。",</a:t>
            </a:r>
          </a:p>
          <a:p>
            <a:r>
              <a:t>      "refs": [</a:t>
            </a:r>
          </a:p>
          <a:p>
            <a:r>
              <a:t>        {</a:t>
            </a:r>
          </a:p>
          <a:p>
            <a:r>
              <a:t>          "source_id": "s007",</a:t>
            </a:r>
          </a:p>
          <a:p>
            <a:r>
              <a:t>          "quote": "未確認の論点と、追加調査で確かめる点を残す。"</a:t>
            </a:r>
          </a:p>
          <a:p>
            <a:r>
              <a:t>        }</a:t>
            </a:r>
          </a:p>
          <a:p>
            <a:r>
              <a:t>      ],</a:t>
            </a:r>
          </a:p>
          <a:p>
            <a:r>
              <a:t>      "mode": "verbatim"</a:t>
            </a:r>
          </a:p>
          <a:p>
            <a:r>
              <a:t>    },</a:t>
            </a:r>
          </a:p>
          <a:p>
            <a:r>
              <a:t>    {</a:t>
            </a:r>
          </a:p>
          <a:p>
            <a:r>
              <a:t>      "text": "保留：担当部署へ確認",</a:t>
            </a:r>
          </a:p>
          <a:p>
            <a:r>
              <a:t>      "refs": [</a:t>
            </a:r>
          </a:p>
          <a:p>
            <a:r>
              <a:t>        {</a:t>
            </a:r>
          </a:p>
          <a:p>
            <a:r>
              <a:t>          "source_id": "s007",</a:t>
            </a:r>
          </a:p>
          <a:p>
            <a:r>
              <a:t>          "quote": "保留：担当部署へ確認"</a:t>
            </a:r>
          </a:p>
          <a:p>
            <a:r>
              <a:t>        }</a:t>
            </a:r>
          </a:p>
          <a:p>
            <a:r>
              <a:t>      ],</a:t>
            </a:r>
          </a:p>
          <a:p>
            <a:r>
              <a:t>      "mode": "verbatim"</a:t>
            </a:r>
          </a:p>
          <a:p>
            <a:r>
              <a:t>    }</a:t>
            </a:r>
          </a:p>
          <a:p>
            <a:r>
              <a:t>  ],</a:t>
            </a:r>
          </a:p>
          <a:p>
            <a:r>
              <a:t>  "citations": {</a:t>
            </a:r>
          </a:p>
          <a:p>
            <a:r>
              <a:t>    "s007":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"cards",</a:t>
            </a:r>
          </a:p>
          <a:p>
            <a:r>
              <a:t>  "structural_variant": "grid",</a:t>
            </a:r>
          </a:p>
          <a:p>
            <a:r>
              <a:t>  "repetition_reason": null,</a:t>
            </a:r>
          </a:p>
          <a:p>
            <a:r>
              <a:t>  "images": {},</a:t>
            </a:r>
          </a:p>
          <a:p>
            <a:r>
              <a:t>  "template_sha256": "9815c7ffea958d535e3532b69a0d70e7b5d6acdeeae91964f3820387b4085d4d"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"slide008",</a:t>
            </a:r>
          </a:p>
          <a:p>
            <a:r>
              <a:t>  "origin": "catalog",</a:t>
            </a:r>
          </a:p>
          <a:p>
            <a:r>
              <a:t>  "layout_id": "ed_diagram_left_3",</a:t>
            </a:r>
          </a:p>
          <a:p>
            <a:r>
              <a:t>  "variant": "warm",</a:t>
            </a:r>
          </a:p>
          <a:p>
            <a:r>
              <a:t>  "rationale": "仕組みと説明を選択。原文の3項目と意味上の関係を保持し、見出し・説明・留保を対応づける。架空の調査共有であり、現実の効果を主張しない。",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"資料から共有メモへ変換する流れ",</a:t>
            </a:r>
          </a:p>
          <a:p>
            <a:r>
              <a:t>      "refs": [</a:t>
            </a:r>
          </a:p>
          <a:p>
            <a:r>
              <a:t>        {</a:t>
            </a:r>
          </a:p>
          <a:p>
            <a:r>
              <a:t>          "source_id": "s008",</a:t>
            </a:r>
          </a:p>
          <a:p>
            <a:r>
              <a:t>          "quote": "資料から共有メモへ変換する流れ"</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"s008",</a:t>
            </a:r>
          </a:p>
          <a:p>
            <a:r>
              <a:t>          "quote": "架空の社内調査。運用条件を整理した所見であり、効果を実証したものではない。"</a:t>
            </a:r>
          </a:p>
          <a:p>
            <a:r>
              <a:t>        }</a:t>
            </a:r>
          </a:p>
          <a:p>
            <a:r>
              <a:t>      ],</a:t>
            </a:r>
          </a:p>
          <a:p>
            <a:r>
              <a:t>      "mode": "verbatim"</a:t>
            </a:r>
          </a:p>
          <a:p>
            <a:r>
              <a:t>    },</a:t>
            </a:r>
          </a:p>
          <a:p>
            <a:r>
              <a:t>    {</a:t>
            </a:r>
          </a:p>
          <a:p>
            <a:r>
              <a:t>      "text": "入力資料",</a:t>
            </a:r>
          </a:p>
          <a:p>
            <a:r>
              <a:t>      "refs": [</a:t>
            </a:r>
          </a:p>
          <a:p>
            <a:r>
              <a:t>        {</a:t>
            </a:r>
          </a:p>
          <a:p>
            <a:r>
              <a:t>          "source_id": "s008",</a:t>
            </a:r>
          </a:p>
          <a:p>
            <a:r>
              <a:t>          "quote": "入力資料"</a:t>
            </a:r>
          </a:p>
          <a:p>
            <a:r>
              <a:t>        }</a:t>
            </a:r>
          </a:p>
          <a:p>
            <a:r>
              <a:t>      ],</a:t>
            </a:r>
          </a:p>
          <a:p>
            <a:r>
              <a:t>      "mode": "verbatim"</a:t>
            </a:r>
          </a:p>
          <a:p>
            <a:r>
              <a:t>    },</a:t>
            </a:r>
          </a:p>
          <a:p>
            <a:r>
              <a:t>    {</a:t>
            </a:r>
          </a:p>
          <a:p>
            <a:r>
              <a:t>      "text": "原文・確認日・対象範囲を受け取る",</a:t>
            </a:r>
          </a:p>
          <a:p>
            <a:r>
              <a:t>      "refs": [</a:t>
            </a:r>
          </a:p>
          <a:p>
            <a:r>
              <a:t>        {</a:t>
            </a:r>
          </a:p>
          <a:p>
            <a:r>
              <a:t>          "source_id": "s008",</a:t>
            </a:r>
          </a:p>
          <a:p>
            <a:r>
              <a:t>          "quote": "原文・確認日・対象範囲を受け取る"</a:t>
            </a:r>
          </a:p>
          <a:p>
            <a:r>
              <a:t>        }</a:t>
            </a:r>
          </a:p>
          <a:p>
            <a:r>
              <a:t>      ],</a:t>
            </a:r>
          </a:p>
          <a:p>
            <a:r>
              <a:t>      "mode": "verbatim"</a:t>
            </a:r>
          </a:p>
          <a:p>
            <a:r>
              <a:t>    },</a:t>
            </a:r>
          </a:p>
          <a:p>
            <a:r>
              <a:t>    {</a:t>
            </a:r>
          </a:p>
          <a:p>
            <a:r>
              <a:t>      "text": "条件の確認",</a:t>
            </a:r>
          </a:p>
          <a:p>
            <a:r>
              <a:t>      "refs": [</a:t>
            </a:r>
          </a:p>
          <a:p>
            <a:r>
              <a:t>        {</a:t>
            </a:r>
          </a:p>
          <a:p>
            <a:r>
              <a:t>          "source_id": "s008",</a:t>
            </a:r>
          </a:p>
          <a:p>
            <a:r>
              <a:t>          "quote": "条件の確認"</a:t>
            </a:r>
          </a:p>
          <a:p>
            <a:r>
              <a:t>        }</a:t>
            </a:r>
          </a:p>
          <a:p>
            <a:r>
              <a:t>      ],</a:t>
            </a:r>
          </a:p>
          <a:p>
            <a:r>
              <a:t>      "mode": "verbatim"</a:t>
            </a:r>
          </a:p>
          <a:p>
            <a:r>
              <a:t>    },</a:t>
            </a:r>
          </a:p>
          <a:p>
            <a:r>
              <a:t>    {</a:t>
            </a:r>
          </a:p>
          <a:p>
            <a:r>
              <a:t>      "text": "定義と比較条件の違いを整理する",</a:t>
            </a:r>
          </a:p>
          <a:p>
            <a:r>
              <a:t>      "refs": [</a:t>
            </a:r>
          </a:p>
          <a:p>
            <a:r>
              <a:t>        {</a:t>
            </a:r>
          </a:p>
          <a:p>
            <a:r>
              <a:t>          "source_id": "s008",</a:t>
            </a:r>
          </a:p>
          <a:p>
            <a:r>
              <a:t>          "quote": "定義と比較条件の違いを整理する"</a:t>
            </a:r>
          </a:p>
          <a:p>
            <a:r>
              <a:t>        }</a:t>
            </a:r>
          </a:p>
          <a:p>
            <a:r>
              <a:t>      ],</a:t>
            </a:r>
          </a:p>
          <a:p>
            <a:r>
              <a:t>      "mode": "verbatim"</a:t>
            </a:r>
          </a:p>
          <a:p>
            <a:r>
              <a:t>    },</a:t>
            </a:r>
          </a:p>
          <a:p>
            <a:r>
              <a:t>    {</a:t>
            </a:r>
          </a:p>
          <a:p>
            <a:r>
              <a:t>      "text": "所見の共有",</a:t>
            </a:r>
          </a:p>
          <a:p>
            <a:r>
              <a:t>      "refs": [</a:t>
            </a:r>
          </a:p>
          <a:p>
            <a:r>
              <a:t>        {</a:t>
            </a:r>
          </a:p>
          <a:p>
            <a:r>
              <a:t>          "source_id": "s008",</a:t>
            </a:r>
          </a:p>
          <a:p>
            <a:r>
              <a:t>          "quote": "所見の共有"</a:t>
            </a:r>
          </a:p>
          <a:p>
            <a:r>
              <a:t>        }</a:t>
            </a:r>
          </a:p>
          <a:p>
            <a:r>
              <a:t>      ],</a:t>
            </a:r>
          </a:p>
          <a:p>
            <a:r>
              <a:t>      "mode": "verbatim"</a:t>
            </a:r>
          </a:p>
          <a:p>
            <a:r>
              <a:t>    },</a:t>
            </a:r>
          </a:p>
          <a:p>
            <a:r>
              <a:t>    {</a:t>
            </a:r>
          </a:p>
          <a:p>
            <a:r>
              <a:t>      "text": "根拠と未確認の論点を残して渡す",</a:t>
            </a:r>
          </a:p>
          <a:p>
            <a:r>
              <a:t>      "refs": [</a:t>
            </a:r>
          </a:p>
          <a:p>
            <a:r>
              <a:t>        {</a:t>
            </a:r>
          </a:p>
          <a:p>
            <a:r>
              <a:t>          "source_id": "s008",</a:t>
            </a:r>
          </a:p>
          <a:p>
            <a:r>
              <a:t>          "quote": "根拠と未確認の論点を残して渡す"</a:t>
            </a:r>
          </a:p>
          <a:p>
            <a:r>
              <a:t>        }</a:t>
            </a:r>
          </a:p>
          <a:p>
            <a:r>
              <a:t>      ],</a:t>
            </a:r>
          </a:p>
          <a:p>
            <a:r>
              <a:t>      "mode": "verbatim"</a:t>
            </a:r>
          </a:p>
          <a:p>
            <a:r>
              <a:t>    },</a:t>
            </a:r>
          </a:p>
          <a:p>
            <a:r>
              <a:t>    {</a:t>
            </a:r>
          </a:p>
          <a:p>
            <a:r>
              <a:t>      "text": "原文とのつながりを残す",</a:t>
            </a:r>
          </a:p>
          <a:p>
            <a:r>
              <a:t>      "refs": [</a:t>
            </a:r>
          </a:p>
          <a:p>
            <a:r>
              <a:t>        {</a:t>
            </a:r>
          </a:p>
          <a:p>
            <a:r>
              <a:t>          "source_id": "s008",</a:t>
            </a:r>
          </a:p>
          <a:p>
            <a:r>
              <a:t>          "quote": "原文とのつながりを残す"</a:t>
            </a:r>
          </a:p>
          <a:p>
            <a:r>
              <a:t>        }</a:t>
            </a:r>
          </a:p>
          <a:p>
            <a:r>
              <a:t>      ],</a:t>
            </a:r>
          </a:p>
          <a:p>
            <a:r>
              <a:t>      "mode": "verbatim"</a:t>
            </a:r>
          </a:p>
          <a:p>
            <a:r>
              <a:t>    },</a:t>
            </a:r>
          </a:p>
          <a:p>
            <a:r>
              <a:t>    {</a:t>
            </a:r>
          </a:p>
          <a:p>
            <a:r>
              <a:t>      "text": "資料を集めた後で、対象範囲と比較条件を確認する。共有時には原文の位置を添え、読み手が結論の前提へ戻れるようにする。",</a:t>
            </a:r>
          </a:p>
          <a:p>
            <a:r>
              <a:t>      "refs": [</a:t>
            </a:r>
          </a:p>
          <a:p>
            <a:r>
              <a:t>        {</a:t>
            </a:r>
          </a:p>
          <a:p>
            <a:r>
              <a:t>          "source_id": "s008",</a:t>
            </a:r>
          </a:p>
          <a:p>
            <a:r>
              <a:t>          "quote": "資料を集めた後で、対象範囲と比較条件を確認する。共有時には原文の位置を添え、読み手が結論の前提へ戻れるようにする。"</a:t>
            </a:r>
          </a:p>
          <a:p>
            <a:r>
              <a:t>        }</a:t>
            </a:r>
          </a:p>
          <a:p>
            <a:r>
              <a:t>      ],</a:t>
            </a:r>
          </a:p>
          <a:p>
            <a:r>
              <a:t>      "mode": "verbatim"</a:t>
            </a:r>
          </a:p>
          <a:p>
            <a:r>
              <a:t>    },</a:t>
            </a:r>
          </a:p>
          <a:p>
            <a:r>
              <a:t>    {</a:t>
            </a:r>
          </a:p>
          <a:p>
            <a:r>
              <a:t>      "text": "留保：因果関係を示す工程図ではない。",</a:t>
            </a:r>
          </a:p>
          <a:p>
            <a:r>
              <a:t>      "refs": [</a:t>
            </a:r>
          </a:p>
          <a:p>
            <a:r>
              <a:t>        {</a:t>
            </a:r>
          </a:p>
          <a:p>
            <a:r>
              <a:t>          "source_id": "s008",</a:t>
            </a:r>
          </a:p>
          <a:p>
            <a:r>
              <a:t>          "quote": "留保：因果関係を示す工程図ではない。"</a:t>
            </a:r>
          </a:p>
          <a:p>
            <a:r>
              <a:t>        }</a:t>
            </a:r>
          </a:p>
          <a:p>
            <a:r>
              <a:t>      ],</a:t>
            </a:r>
          </a:p>
          <a:p>
            <a:r>
              <a:t>      "mode": "verbatim"</a:t>
            </a:r>
          </a:p>
          <a:p>
            <a:r>
              <a:t>    }</a:t>
            </a:r>
          </a:p>
          <a:p>
            <a:r>
              <a:t>  ],</a:t>
            </a:r>
          </a:p>
          <a:p>
            <a:r>
              <a:t>  "citations": {</a:t>
            </a:r>
          </a:p>
          <a:p>
            <a:r>
              <a:t>    "s008":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"diagram",</a:t>
            </a:r>
          </a:p>
          <a:p>
            <a:r>
              <a:t>  "structural_variant": "left",</a:t>
            </a:r>
          </a:p>
          <a:p>
            <a:r>
              <a:t>  "repetition_reason": null,</a:t>
            </a:r>
          </a:p>
          <a:p>
            <a:r>
              <a:t>  "images": {},</a:t>
            </a:r>
          </a:p>
          <a:p>
            <a:r>
              <a:t>  "template_sha256": "3529bb9757b1f2a155c8665df1f90558fdfb1436345aa5aead4ef9c7e94676f0"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"slide009",</a:t>
            </a:r>
          </a:p>
          <a:p>
            <a:r>
              <a:t>  "origin": "catalog",</a:t>
            </a:r>
          </a:p>
          <a:p>
            <a:r>
              <a:t>  "layout_id": "ed_comparison_columns_2",</a:t>
            </a:r>
          </a:p>
          <a:p>
            <a:r>
              <a:t>  "variant": "warm",</a:t>
            </a:r>
          </a:p>
          <a:p>
            <a:r>
              <a:t>  "rationale": "二案の比較を選択。原文の2項目と意味上の関係を保持し、見出し・説明・留保を対応づける。架空の調査共有であり、現実の効果を主張しない。",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"集約型と分散型は運用条件で選ぶ",</a:t>
            </a:r>
          </a:p>
          <a:p>
            <a:r>
              <a:t>      "refs": [</a:t>
            </a:r>
          </a:p>
          <a:p>
            <a:r>
              <a:t>        {</a:t>
            </a:r>
          </a:p>
          <a:p>
            <a:r>
              <a:t>          "source_id": "s009",</a:t>
            </a:r>
          </a:p>
          <a:p>
            <a:r>
              <a:t>          "quote": "集約型と分散型は運用条件で選ぶ"</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"s009",</a:t>
            </a:r>
          </a:p>
          <a:p>
            <a:r>
              <a:t>          "quote": "架空の社内調査。運用条件を整理した所見であり、効果を実証したものではない。"</a:t>
            </a:r>
          </a:p>
          <a:p>
            <a:r>
              <a:t>        }</a:t>
            </a:r>
          </a:p>
          <a:p>
            <a:r>
              <a:t>      ],</a:t>
            </a:r>
          </a:p>
          <a:p>
            <a:r>
              <a:t>      "mode": "verbatim"</a:t>
            </a:r>
          </a:p>
          <a:p>
            <a:r>
              <a:t>    },</a:t>
            </a:r>
          </a:p>
          <a:p>
            <a:r>
              <a:t>    {</a:t>
            </a:r>
          </a:p>
          <a:p>
            <a:r>
              <a:t>      "text": "集約型",</a:t>
            </a:r>
          </a:p>
          <a:p>
            <a:r>
              <a:t>      "refs": [</a:t>
            </a:r>
          </a:p>
          <a:p>
            <a:r>
              <a:t>        {</a:t>
            </a:r>
          </a:p>
          <a:p>
            <a:r>
              <a:t>          "source_id": "s009",</a:t>
            </a:r>
          </a:p>
          <a:p>
            <a:r>
              <a:t>          "quote": "集約型"</a:t>
            </a:r>
          </a:p>
          <a:p>
            <a:r>
              <a:t>        }</a:t>
            </a:r>
          </a:p>
          <a:p>
            <a:r>
              <a:t>      ],</a:t>
            </a:r>
          </a:p>
          <a:p>
            <a:r>
              <a:t>      "mode": "verbatim"</a:t>
            </a:r>
          </a:p>
          <a:p>
            <a:r>
              <a:t>    },</a:t>
            </a:r>
          </a:p>
          <a:p>
            <a:r>
              <a:t>    {</a:t>
            </a:r>
          </a:p>
          <a:p>
            <a:r>
              <a:t>      "text": "検索上の特徴",</a:t>
            </a:r>
          </a:p>
          <a:p>
            <a:r>
              <a:t>      "refs": [</a:t>
            </a:r>
          </a:p>
          <a:p>
            <a:r>
              <a:t>        {</a:t>
            </a:r>
          </a:p>
          <a:p>
            <a:r>
              <a:t>          "source_id": "s009",</a:t>
            </a:r>
          </a:p>
          <a:p>
            <a:r>
              <a:t>          "quote": "検索上の特徴"</a:t>
            </a:r>
          </a:p>
          <a:p>
            <a:r>
              <a:t>        }</a:t>
            </a:r>
          </a:p>
          <a:p>
            <a:r>
              <a:t>      ],</a:t>
            </a:r>
          </a:p>
          <a:p>
            <a:r>
              <a:t>      "mode": "verbatim"</a:t>
            </a:r>
          </a:p>
          <a:p>
            <a:r>
              <a:t>    },</a:t>
            </a:r>
          </a:p>
          <a:p>
            <a:r>
              <a:t>    {</a:t>
            </a:r>
          </a:p>
          <a:p>
            <a:r>
              <a:t>      "text": "入口を統一し、部署をまたぐ検索をしやすくする。",</a:t>
            </a:r>
          </a:p>
          <a:p>
            <a:r>
              <a:t>      "refs": [</a:t>
            </a:r>
          </a:p>
          <a:p>
            <a:r>
              <a:t>        {</a:t>
            </a:r>
          </a:p>
          <a:p>
            <a:r>
              <a:t>          "source_id": "s009",</a:t>
            </a:r>
          </a:p>
          <a:p>
            <a:r>
              <a:t>          "quote": "入口を統一し、部署をまたぐ検索をしやすくする。"</a:t>
            </a:r>
          </a:p>
          <a:p>
            <a:r>
              <a:t>        }</a:t>
            </a:r>
          </a:p>
          <a:p>
            <a:r>
              <a:t>      ],</a:t>
            </a:r>
          </a:p>
          <a:p>
            <a:r>
              <a:t>      "mode": "verbatim"</a:t>
            </a:r>
          </a:p>
          <a:p>
            <a:r>
              <a:t>    },</a:t>
            </a:r>
          </a:p>
          <a:p>
            <a:r>
              <a:t>    {</a:t>
            </a:r>
          </a:p>
          <a:p>
            <a:r>
              <a:t>      "text": "運用上の注意",</a:t>
            </a:r>
          </a:p>
          <a:p>
            <a:r>
              <a:t>      "refs": [</a:t>
            </a:r>
          </a:p>
          <a:p>
            <a:r>
              <a:t>        {</a:t>
            </a:r>
          </a:p>
          <a:p>
            <a:r>
              <a:t>          "source_id": "s009",</a:t>
            </a:r>
          </a:p>
          <a:p>
            <a:r>
              <a:t>          "quote": "運用上の注意"</a:t>
            </a:r>
          </a:p>
          <a:p>
            <a:r>
              <a:t>        }</a:t>
            </a:r>
          </a:p>
          <a:p>
            <a:r>
              <a:t>      ],</a:t>
            </a:r>
          </a:p>
          <a:p>
            <a:r>
              <a:t>      "mode": "verbatim"</a:t>
            </a:r>
          </a:p>
          <a:p>
            <a:r>
              <a:t>    },</a:t>
            </a:r>
          </a:p>
          <a:p>
            <a:r>
              <a:t>    {</a:t>
            </a:r>
          </a:p>
          <a:p>
            <a:r>
              <a:t>      "text": "更新作業が担当者に集中するため、確認待ちの滞留に注意する。",</a:t>
            </a:r>
          </a:p>
          <a:p>
            <a:r>
              <a:t>      "refs": [</a:t>
            </a:r>
          </a:p>
          <a:p>
            <a:r>
              <a:t>        {</a:t>
            </a:r>
          </a:p>
          <a:p>
            <a:r>
              <a:t>          "source_id": "s009",</a:t>
            </a:r>
          </a:p>
          <a:p>
            <a:r>
              <a:t>          "quote": "更新作業が担当者に集中するため、確認待ちの滞留に注意する。"</a:t>
            </a:r>
          </a:p>
          <a:p>
            <a:r>
              <a:t>        }</a:t>
            </a:r>
          </a:p>
          <a:p>
            <a:r>
              <a:t>      ],</a:t>
            </a:r>
          </a:p>
          <a:p>
            <a:r>
              <a:t>      "mode": "verbatim"</a:t>
            </a:r>
          </a:p>
          <a:p>
            <a:r>
              <a:t>    },</a:t>
            </a:r>
          </a:p>
          <a:p>
            <a:r>
              <a:t>    {</a:t>
            </a:r>
          </a:p>
          <a:p>
            <a:r>
              <a:t>      "text": "分散型",</a:t>
            </a:r>
          </a:p>
          <a:p>
            <a:r>
              <a:t>      "refs": [</a:t>
            </a:r>
          </a:p>
          <a:p>
            <a:r>
              <a:t>        {</a:t>
            </a:r>
          </a:p>
          <a:p>
            <a:r>
              <a:t>          "source_id": "s009",</a:t>
            </a:r>
          </a:p>
          <a:p>
            <a:r>
              <a:t>          "quote": "分散型"</a:t>
            </a:r>
          </a:p>
          <a:p>
            <a:r>
              <a:t>        }</a:t>
            </a:r>
          </a:p>
          <a:p>
            <a:r>
              <a:t>      ],</a:t>
            </a:r>
          </a:p>
          <a:p>
            <a:r>
              <a:t>      "mode": "verbatim"</a:t>
            </a:r>
          </a:p>
          <a:p>
            <a:r>
              <a:t>    },</a:t>
            </a:r>
          </a:p>
          <a:p>
            <a:r>
              <a:t>    {</a:t>
            </a:r>
          </a:p>
          <a:p>
            <a:r>
              <a:t>      "text": "検索上の特徴",</a:t>
            </a:r>
          </a:p>
          <a:p>
            <a:r>
              <a:t>      "refs": [</a:t>
            </a:r>
          </a:p>
          <a:p>
            <a:r>
              <a:t>        {</a:t>
            </a:r>
          </a:p>
          <a:p>
            <a:r>
              <a:t>          "source_id": "s009",</a:t>
            </a:r>
          </a:p>
          <a:p>
            <a:r>
              <a:t>          "quote": "検索上の特徴"</a:t>
            </a:r>
          </a:p>
          <a:p>
            <a:r>
              <a:t>        }</a:t>
            </a:r>
          </a:p>
          <a:p>
            <a:r>
              <a:t>      ],</a:t>
            </a:r>
          </a:p>
          <a:p>
            <a:r>
              <a:t>      "mode": "verbatim"</a:t>
            </a:r>
          </a:p>
          <a:p>
            <a:r>
              <a:t>    },</a:t>
            </a:r>
          </a:p>
          <a:p>
            <a:r>
              <a:t>    {</a:t>
            </a:r>
          </a:p>
          <a:p>
            <a:r>
              <a:t>      "text": "各部署が原文を管理し、専門用語や例外の説明を保ちやすい。",</a:t>
            </a:r>
          </a:p>
          <a:p>
            <a:r>
              <a:t>      "refs": [</a:t>
            </a:r>
          </a:p>
          <a:p>
            <a:r>
              <a:t>        {</a:t>
            </a:r>
          </a:p>
          <a:p>
            <a:r>
              <a:t>          "source_id": "s009",</a:t>
            </a:r>
          </a:p>
          <a:p>
            <a:r>
              <a:t>          "quote": "各部署が原文を管理し、専門用語や例外の説明を保ちやすい。"</a:t>
            </a:r>
          </a:p>
          <a:p>
            <a:r>
              <a:t>        }</a:t>
            </a:r>
          </a:p>
          <a:p>
            <a:r>
              <a:t>      ],</a:t>
            </a:r>
          </a:p>
          <a:p>
            <a:r>
              <a:t>      "mode": "verbatim"</a:t>
            </a:r>
          </a:p>
          <a:p>
            <a:r>
              <a:t>    },</a:t>
            </a:r>
          </a:p>
          <a:p>
            <a:r>
              <a:t>    {</a:t>
            </a:r>
          </a:p>
          <a:p>
            <a:r>
              <a:t>      "text": "運用上の注意",</a:t>
            </a:r>
          </a:p>
          <a:p>
            <a:r>
              <a:t>      "refs": [</a:t>
            </a:r>
          </a:p>
          <a:p>
            <a:r>
              <a:t>        {</a:t>
            </a:r>
          </a:p>
          <a:p>
            <a:r>
              <a:t>          "source_id": "s009",</a:t>
            </a:r>
          </a:p>
          <a:p>
            <a:r>
              <a:t>          "quote": "運用上の注意"</a:t>
            </a:r>
          </a:p>
          <a:p>
            <a:r>
              <a:t>        }</a:t>
            </a:r>
          </a:p>
          <a:p>
            <a:r>
              <a:t>      ],</a:t>
            </a:r>
          </a:p>
          <a:p>
            <a:r>
              <a:t>      "mode": "verbatim"</a:t>
            </a:r>
          </a:p>
          <a:p>
            <a:r>
              <a:t>    },</a:t>
            </a:r>
          </a:p>
          <a:p>
            <a:r>
              <a:t>    {</a:t>
            </a:r>
          </a:p>
          <a:p>
            <a:r>
              <a:t>      "text": "横断検索には共通の索引が必要。部署ごとの分類の違いを整理する。",</a:t>
            </a:r>
          </a:p>
          <a:p>
            <a:r>
              <a:t>      "refs": [</a:t>
            </a:r>
          </a:p>
          <a:p>
            <a:r>
              <a:t>        {</a:t>
            </a:r>
          </a:p>
          <a:p>
            <a:r>
              <a:t>          "source_id": "s009",</a:t>
            </a:r>
          </a:p>
          <a:p>
            <a:r>
              <a:t>          "quote": "横断検索には共通の索引が必要。部署ごとの分類の違いを整理する。"</a:t>
            </a:r>
          </a:p>
          <a:p>
            <a:r>
              <a:t>        }</a:t>
            </a:r>
          </a:p>
          <a:p>
            <a:r>
              <a:t>      ],</a:t>
            </a:r>
          </a:p>
          <a:p>
            <a:r>
              <a:t>      "mode": "verbatim"</a:t>
            </a:r>
          </a:p>
          <a:p>
            <a:r>
              <a:t>    }</a:t>
            </a:r>
          </a:p>
          <a:p>
            <a:r>
              <a:t>  ],</a:t>
            </a:r>
          </a:p>
          <a:p>
            <a:r>
              <a:t>  "citations": {</a:t>
            </a:r>
          </a:p>
          <a:p>
            <a:r>
              <a:t>    "s009":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"comparison",</a:t>
            </a:r>
          </a:p>
          <a:p>
            <a:r>
              <a:t>  "structural_variant": "columns",</a:t>
            </a:r>
          </a:p>
          <a:p>
            <a:r>
              <a:t>  "repetition_reason": null,</a:t>
            </a:r>
          </a:p>
          <a:p>
            <a:r>
              <a:t>  "images": {},</a:t>
            </a:r>
          </a:p>
          <a:p>
            <a:r>
              <a:t>  "template_sha256": "1ad1774e3f1fe7f2ea2c7dd8715dbda8108d91d1525b2eb53c86bcfed6113fa1"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"slide010",</a:t>
            </a:r>
          </a:p>
          <a:p>
            <a:r>
              <a:t>  "origin": "catalog",</a:t>
            </a:r>
          </a:p>
          <a:p>
            <a:r>
              <a:t>  "layout_id": "ed_steps_vertical_4",</a:t>
            </a:r>
          </a:p>
          <a:p>
            <a:r>
              <a:t>  "variant": "warm",</a:t>
            </a:r>
          </a:p>
          <a:p>
            <a:r>
              <a:t>  "rationale": "順序のある手順を選択。原文の4項目と意味上の関係を保持し、見出し・説明・留保を対応づける。架空の調査共有であり、現実の効果を主張しない。",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"小さく試し、条件を揃えて見直す",</a:t>
            </a:r>
          </a:p>
          <a:p>
            <a:r>
              <a:t>      "refs": [</a:t>
            </a:r>
          </a:p>
          <a:p>
            <a:r>
              <a:t>        {</a:t>
            </a:r>
          </a:p>
          <a:p>
            <a:r>
              <a:t>          "source_id": "s010",</a:t>
            </a:r>
          </a:p>
          <a:p>
            <a:r>
              <a:t>          "quote": "小さく試し、条件を揃えて見直す"</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"s010",</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"s010",</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"s010",</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"s010",</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"s010",</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"s010",</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"s010",</a:t>
            </a:r>
          </a:p>
          <a:p>
            <a:r>
              <a:t>          "quote": "変更頻度に応じて担当と再確認の時期を決める。"</a:t>
            </a:r>
          </a:p>
          <a:p>
            <a:r>
              <a:t>        }</a:t>
            </a:r>
          </a:p>
          <a:p>
            <a:r>
              <a:t>      ],</a:t>
            </a:r>
          </a:p>
          <a:p>
            <a:r>
              <a:t>      "mode": "verbatim"</a:t>
            </a:r>
          </a:p>
          <a:p>
            <a:r>
              <a:t>    },</a:t>
            </a:r>
          </a:p>
          <a:p>
            <a:r>
              <a:t>    {</a:t>
            </a:r>
          </a:p>
          <a:p>
            <a:r>
              <a:t>      "text": "例外を見える化",</a:t>
            </a:r>
          </a:p>
          <a:p>
            <a:r>
              <a:t>      "refs": [</a:t>
            </a:r>
          </a:p>
          <a:p>
            <a:r>
              <a:t>        {</a:t>
            </a:r>
          </a:p>
          <a:p>
            <a:r>
              <a:t>          "source_id": "s010",</a:t>
            </a:r>
          </a:p>
          <a:p>
            <a:r>
              <a:t>          "quote": "例外を見える化"</a:t>
            </a:r>
          </a:p>
          <a:p>
            <a:r>
              <a:t>        }</a:t>
            </a:r>
          </a:p>
          <a:p>
            <a:r>
              <a:t>      ],</a:t>
            </a:r>
          </a:p>
          <a:p>
            <a:r>
              <a:t>      "mode": "verbatim"</a:t>
            </a:r>
          </a:p>
          <a:p>
            <a:r>
              <a:t>    },</a:t>
            </a:r>
          </a:p>
          <a:p>
            <a:r>
              <a:t>    {</a:t>
            </a:r>
          </a:p>
          <a:p>
            <a:r>
              <a:t>      "text": "適用できない場面も記録し、前提の違いを残す。",</a:t>
            </a:r>
          </a:p>
          <a:p>
            <a:r>
              <a:t>      "refs": [</a:t>
            </a:r>
          </a:p>
          <a:p>
            <a:r>
              <a:t>        {</a:t>
            </a:r>
          </a:p>
          <a:p>
            <a:r>
              <a:t>          "source_id": "s010",</a:t>
            </a:r>
          </a:p>
          <a:p>
            <a:r>
              <a:t>          "quote": "適用できない場面も記録し、前提の違いを残す。"</a:t>
            </a:r>
          </a:p>
          <a:p>
            <a:r>
              <a:t>        }</a:t>
            </a:r>
          </a:p>
          <a:p>
            <a:r>
              <a:t>      ],</a:t>
            </a:r>
          </a:p>
          <a:p>
            <a:r>
              <a:t>      "mode": "verbatim"</a:t>
            </a:r>
          </a:p>
          <a:p>
            <a:r>
              <a:t>    }</a:t>
            </a:r>
          </a:p>
          <a:p>
            <a:r>
              <a:t>  ],</a:t>
            </a:r>
          </a:p>
          <a:p>
            <a:r>
              <a:t>  "citations": {</a:t>
            </a:r>
          </a:p>
          <a:p>
            <a:r>
              <a:t>    "s010":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"steps",</a:t>
            </a:r>
          </a:p>
          <a:p>
            <a:r>
              <a:t>  "structural_variant": "vertical",</a:t>
            </a:r>
          </a:p>
          <a:p>
            <a:r>
              <a:t>  "repetition_reason": null,</a:t>
            </a:r>
          </a:p>
          <a:p>
            <a:r>
              <a:t>  "images": {},</a:t>
            </a:r>
          </a:p>
          <a:p>
            <a:r>
              <a:t>  "template_sha256": "3286fa674d23aeed50881559e544d5a2fe34d674679a770437c90da3b344a932"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"slide011",</a:t>
            </a:r>
          </a:p>
          <a:p>
            <a:r>
              <a:t>  "origin": "catalog",</a:t>
            </a:r>
          </a:p>
          <a:p>
            <a:r>
              <a:t>  "layout_id": "ed_timeline_horizontal_3",</a:t>
            </a:r>
          </a:p>
          <a:p>
            <a:r>
              <a:t>  "variant": "warm",</a:t>
            </a:r>
          </a:p>
          <a:p>
            <a:r>
              <a:t>  "rationale": "時間軸を選択。原文の3項目と意味上の関係を保持し、見出し・説明・留保を対応づける。架空の調査共有であり、現実の効果を主張しない。",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"段階を分けて確認する",</a:t>
            </a:r>
          </a:p>
          <a:p>
            <a:r>
              <a:t>      "refs": [</a:t>
            </a:r>
          </a:p>
          <a:p>
            <a:r>
              <a:t>        {</a:t>
            </a:r>
          </a:p>
          <a:p>
            <a:r>
              <a:t>          "source_id": "s011",</a:t>
            </a:r>
          </a:p>
          <a:p>
            <a:r>
              <a:t>          "quote": "段階を分けて確認する"</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"s011",</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"s011",</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"s011",</a:t>
            </a:r>
          </a:p>
          <a:p>
            <a:r>
              <a:t>          "quote": "用語を揃え、同じ資料へ辿れる入口を整える。"</a:t>
            </a:r>
          </a:p>
          <a:p>
            <a:r>
              <a:t>        }</a:t>
            </a:r>
          </a:p>
          <a:p>
            <a:r>
              <a:t>      ],</a:t>
            </a:r>
          </a:p>
          <a:p>
            <a:r>
              <a:t>      "mode": "verbatim"</a:t>
            </a:r>
          </a:p>
          <a:p>
            <a:r>
              <a:t>    },</a:t>
            </a:r>
          </a:p>
          <a:p>
            <a:r>
              <a:t>    {</a:t>
            </a:r>
          </a:p>
          <a:p>
            <a:r>
              <a:t>      "text": "準備期",</a:t>
            </a:r>
          </a:p>
          <a:p>
            <a:r>
              <a:t>      "refs": [</a:t>
            </a:r>
          </a:p>
          <a:p>
            <a:r>
              <a:t>        {</a:t>
            </a:r>
          </a:p>
          <a:p>
            <a:r>
              <a:t>          "source_id": "s011",</a:t>
            </a:r>
          </a:p>
          <a:p>
            <a:r>
              <a:t>          "quote": "準備期"</a:t>
            </a:r>
          </a:p>
          <a:p>
            <a:r>
              <a:t>        }</a:t>
            </a:r>
          </a:p>
          <a:p>
            <a:r>
              <a:t>      ],</a:t>
            </a:r>
          </a:p>
          <a:p>
            <a:r>
              <a:t>      "mode": "verbatim"</a:t>
            </a:r>
          </a:p>
          <a:p>
            <a:r>
              <a:t>    },</a:t>
            </a:r>
          </a:p>
          <a:p>
            <a:r>
              <a:t>    {</a:t>
            </a:r>
          </a:p>
          <a:p>
            <a:r>
              <a:t>      "text": "根拠まで辿れる",</a:t>
            </a:r>
          </a:p>
          <a:p>
            <a:r>
              <a:t>      "refs": [</a:t>
            </a:r>
          </a:p>
          <a:p>
            <a:r>
              <a:t>        {</a:t>
            </a:r>
          </a:p>
          <a:p>
            <a:r>
              <a:t>          "source_id": "s011",</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"s011",</a:t>
            </a:r>
          </a:p>
          <a:p>
            <a:r>
              <a:t>          "quote": "原文の条件と確認日を、要約とともに残す。"</a:t>
            </a:r>
          </a:p>
          <a:p>
            <a:r>
              <a:t>        }</a:t>
            </a:r>
          </a:p>
          <a:p>
            <a:r>
              <a:t>      ],</a:t>
            </a:r>
          </a:p>
          <a:p>
            <a:r>
              <a:t>      "mode": "verbatim"</a:t>
            </a:r>
          </a:p>
          <a:p>
            <a:r>
              <a:t>    },</a:t>
            </a:r>
          </a:p>
          <a:p>
            <a:r>
              <a:t>    {</a:t>
            </a:r>
          </a:p>
          <a:p>
            <a:r>
              <a:t>      "text": "試行期",</a:t>
            </a:r>
          </a:p>
          <a:p>
            <a:r>
              <a:t>      "refs": [</a:t>
            </a:r>
          </a:p>
          <a:p>
            <a:r>
              <a:t>        {</a:t>
            </a:r>
          </a:p>
          <a:p>
            <a:r>
              <a:t>          "source_id": "s011",</a:t>
            </a:r>
          </a:p>
          <a:p>
            <a:r>
              <a:t>          "quote": "試行期"</a:t>
            </a:r>
          </a:p>
          <a:p>
            <a:r>
              <a:t>        }</a:t>
            </a:r>
          </a:p>
          <a:p>
            <a:r>
              <a:t>      ],</a:t>
            </a:r>
          </a:p>
          <a:p>
            <a:r>
              <a:t>      "mode": "verbatim"</a:t>
            </a:r>
          </a:p>
          <a:p>
            <a:r>
              <a:t>    },</a:t>
            </a:r>
          </a:p>
          <a:p>
            <a:r>
              <a:t>    {</a:t>
            </a:r>
          </a:p>
          <a:p>
            <a:r>
              <a:t>      "text": "更新範囲を決める",</a:t>
            </a:r>
          </a:p>
          <a:p>
            <a:r>
              <a:t>      "refs": [</a:t>
            </a:r>
          </a:p>
          <a:p>
            <a:r>
              <a:t>        {</a:t>
            </a:r>
          </a:p>
          <a:p>
            <a:r>
              <a:t>          "source_id": "s011",</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"s011",</a:t>
            </a:r>
          </a:p>
          <a:p>
            <a:r>
              <a:t>          "quote": "変更頻度に応じて担当と再確認の時期を決める。"</a:t>
            </a:r>
          </a:p>
          <a:p>
            <a:r>
              <a:t>        }</a:t>
            </a:r>
          </a:p>
          <a:p>
            <a:r>
              <a:t>      ],</a:t>
            </a:r>
          </a:p>
          <a:p>
            <a:r>
              <a:t>      "mode": "verbatim"</a:t>
            </a:r>
          </a:p>
          <a:p>
            <a:r>
              <a:t>    },</a:t>
            </a:r>
          </a:p>
          <a:p>
            <a:r>
              <a:t>    {</a:t>
            </a:r>
          </a:p>
          <a:p>
            <a:r>
              <a:t>      "text": "評価期",</a:t>
            </a:r>
          </a:p>
          <a:p>
            <a:r>
              <a:t>      "refs": [</a:t>
            </a:r>
          </a:p>
          <a:p>
            <a:r>
              <a:t>        {</a:t>
            </a:r>
          </a:p>
          <a:p>
            <a:r>
              <a:t>          "source_id": "s011",</a:t>
            </a:r>
          </a:p>
          <a:p>
            <a:r>
              <a:t>          "quote": "評価期"</a:t>
            </a:r>
          </a:p>
          <a:p>
            <a:r>
              <a:t>        }</a:t>
            </a:r>
          </a:p>
          <a:p>
            <a:r>
              <a:t>      ],</a:t>
            </a:r>
          </a:p>
          <a:p>
            <a:r>
              <a:t>      "mode": "verbatim"</a:t>
            </a:r>
          </a:p>
          <a:p>
            <a:r>
              <a:t>    }</a:t>
            </a:r>
          </a:p>
          <a:p>
            <a:r>
              <a:t>  ],</a:t>
            </a:r>
          </a:p>
          <a:p>
            <a:r>
              <a:t>  "citations": {</a:t>
            </a:r>
          </a:p>
          <a:p>
            <a:r>
              <a:t>    "s011":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"timeline",</a:t>
            </a:r>
          </a:p>
          <a:p>
            <a:r>
              <a:t>  "structural_variant": "horizontal",</a:t>
            </a:r>
          </a:p>
          <a:p>
            <a:r>
              <a:t>  "repetition_reason": null,</a:t>
            </a:r>
          </a:p>
          <a:p>
            <a:r>
              <a:t>  "images": {},</a:t>
            </a:r>
          </a:p>
          <a:p>
            <a:r>
              <a:t>  "template_sha256": "d36e783ada6fa92d92adafb25b9a915f03f28ac61ac97072f711affc95ec1c6c"</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"slide012",</a:t>
            </a:r>
          </a:p>
          <a:p>
            <a:r>
              <a:t>  "origin": "catalog",</a:t>
            </a:r>
          </a:p>
          <a:p>
            <a:r>
              <a:t>  "layout_id": "ed_metrics_breakdown_top_3",</a:t>
            </a:r>
          </a:p>
          <a:p>
            <a:r>
              <a:t>  "variant": "warm",</a:t>
            </a:r>
          </a:p>
          <a:p>
            <a:r>
              <a:t>  "rationale": "数値と留保を選択。原文の3項目と意味上の関係を保持し、見出し・説明・留保を対応づける。架空の調査共有であり、現実の効果を主張しない。",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"文書の確認状況を棚卸しする",</a:t>
            </a:r>
          </a:p>
          <a:p>
            <a:r>
              <a:t>      "refs": [</a:t>
            </a:r>
          </a:p>
          <a:p>
            <a:r>
              <a:t>        {</a:t>
            </a:r>
          </a:p>
          <a:p>
            <a:r>
              <a:t>          "source_id": "s012",</a:t>
            </a:r>
          </a:p>
          <a:p>
            <a:r>
              <a:t>          "quote": "文書の確認状況を棚卸しする"</a:t>
            </a:r>
          </a:p>
          <a:p>
            <a:r>
              <a:t>        }</a:t>
            </a:r>
          </a:p>
          <a:p>
            <a:r>
              <a:t>      ],</a:t>
            </a:r>
          </a:p>
          <a:p>
            <a:r>
              <a:t>      "mode": "verbatim"</a:t>
            </a:r>
          </a:p>
          <a:p>
            <a:r>
              <a:t>    },</a:t>
            </a:r>
          </a:p>
          <a:p>
            <a:r>
              <a:t>    {</a:t>
            </a:r>
          </a:p>
          <a:p>
            <a:r>
              <a:t>      "text": "架空の資料一覧を、相互に重ならない確認状態で整理した例。業務への効果は未検証。",</a:t>
            </a:r>
          </a:p>
          <a:p>
            <a:r>
              <a:t>      "refs": [</a:t>
            </a:r>
          </a:p>
          <a:p>
            <a:r>
              <a:t>        {</a:t>
            </a:r>
          </a:p>
          <a:p>
            <a:r>
              <a:t>          "source_id": "s012",</a:t>
            </a:r>
          </a:p>
          <a:p>
            <a:r>
              <a:t>          "quote": "架空の資料一覧を、相互に重ならない確認状態で整理した例。業務への効果は未検証。"</a:t>
            </a:r>
          </a:p>
          <a:p>
            <a:r>
              <a:t>        }</a:t>
            </a:r>
          </a:p>
          <a:p>
            <a:r>
              <a:t>      ],</a:t>
            </a:r>
          </a:p>
          <a:p>
            <a:r>
              <a:t>      "mode": "verbatim"</a:t>
            </a:r>
          </a:p>
          <a:p>
            <a:r>
              <a:t>    },</a:t>
            </a:r>
          </a:p>
          <a:p>
            <a:r>
              <a:t>    {</a:t>
            </a:r>
          </a:p>
          <a:p>
            <a:r>
              <a:t>      "text": "対象資料の総数",</a:t>
            </a:r>
          </a:p>
          <a:p>
            <a:r>
              <a:t>      "refs": [</a:t>
            </a:r>
          </a:p>
          <a:p>
            <a:r>
              <a:t>        {</a:t>
            </a:r>
          </a:p>
          <a:p>
            <a:r>
              <a:t>          "source_id": "s012",</a:t>
            </a:r>
          </a:p>
          <a:p>
            <a:r>
              <a:t>          "quote": "対象資料の総数"</a:t>
            </a:r>
          </a:p>
          <a:p>
            <a:r>
              <a:t>        }</a:t>
            </a:r>
          </a:p>
          <a:p>
            <a:r>
              <a:t>      ],</a:t>
            </a:r>
          </a:p>
          <a:p>
            <a:r>
              <a:t>      "mode": "verbatim"</a:t>
            </a:r>
          </a:p>
          <a:p>
            <a:r>
              <a:t>    },</a:t>
            </a:r>
          </a:p>
          <a:p>
            <a:r>
              <a:t>    {</a:t>
            </a:r>
          </a:p>
          <a:p>
            <a:r>
              <a:t>      "text": "各資料を一つの状態に分類した架空の棚卸し。",</a:t>
            </a:r>
          </a:p>
          <a:p>
            <a:r>
              <a:t>      "refs": [</a:t>
            </a:r>
          </a:p>
          <a:p>
            <a:r>
              <a:t>        {</a:t>
            </a:r>
          </a:p>
          <a:p>
            <a:r>
              <a:t>          "source_id": "s012",</a:t>
            </a:r>
          </a:p>
          <a:p>
            <a:r>
              <a:t>          "quote": "各資料を一つの状態に分類した架空の棚卸し。"</a:t>
            </a:r>
          </a:p>
          <a:p>
            <a:r>
              <a:t>        }</a:t>
            </a:r>
          </a:p>
          <a:p>
            <a:r>
              <a:t>      ],</a:t>
            </a:r>
          </a:p>
          <a:p>
            <a:r>
              <a:t>      "mode": "verbatim"</a:t>
            </a:r>
          </a:p>
          <a:p>
            <a:r>
              <a:t>    },</a:t>
            </a:r>
          </a:p>
          <a:p>
            <a:r>
              <a:t>    {</a:t>
            </a:r>
          </a:p>
          <a:p>
            <a:r>
              <a:t>      "text": "確認済み",</a:t>
            </a:r>
          </a:p>
          <a:p>
            <a:r>
              <a:t>      "refs": [</a:t>
            </a:r>
          </a:p>
          <a:p>
            <a:r>
              <a:t>        {</a:t>
            </a:r>
          </a:p>
          <a:p>
            <a:r>
              <a:t>          "source_id": "s012",</a:t>
            </a:r>
          </a:p>
          <a:p>
            <a:r>
              <a:t>          "quote": "確認済み"</a:t>
            </a:r>
          </a:p>
          <a:p>
            <a:r>
              <a:t>        }</a:t>
            </a:r>
          </a:p>
          <a:p>
            <a:r>
              <a:t>      ],</a:t>
            </a:r>
          </a:p>
          <a:p>
            <a:r>
              <a:t>      "mode": "verbatim"</a:t>
            </a:r>
          </a:p>
          <a:p>
            <a:r>
              <a:t>    },</a:t>
            </a:r>
          </a:p>
          <a:p>
            <a:r>
              <a:t>    {</a:t>
            </a:r>
          </a:p>
          <a:p>
            <a:r>
              <a:t>      "text": "対象範囲と担当を確認済み。",</a:t>
            </a:r>
          </a:p>
          <a:p>
            <a:r>
              <a:t>      "refs": [</a:t>
            </a:r>
          </a:p>
          <a:p>
            <a:r>
              <a:t>        {</a:t>
            </a:r>
          </a:p>
          <a:p>
            <a:r>
              <a:t>          "source_id": "s012",</a:t>
            </a:r>
          </a:p>
          <a:p>
            <a:r>
              <a:t>          "quote": "対象範囲と担当を確認済み。"</a:t>
            </a:r>
          </a:p>
          <a:p>
            <a:r>
              <a:t>        }</a:t>
            </a:r>
          </a:p>
          <a:p>
            <a:r>
              <a:t>      ],</a:t>
            </a:r>
          </a:p>
          <a:p>
            <a:r>
              <a:t>      "mode": "verbatim"</a:t>
            </a:r>
          </a:p>
          <a:p>
            <a:r>
              <a:t>    },</a:t>
            </a:r>
          </a:p>
          <a:p>
            <a:r>
              <a:t>    {</a:t>
            </a:r>
          </a:p>
          <a:p>
            <a:r>
              <a:t>      "text": "要確認",</a:t>
            </a:r>
          </a:p>
          <a:p>
            <a:r>
              <a:t>      "refs": [</a:t>
            </a:r>
          </a:p>
          <a:p>
            <a:r>
              <a:t>        {</a:t>
            </a:r>
          </a:p>
          <a:p>
            <a:r>
              <a:t>          "source_id": "s012",</a:t>
            </a:r>
          </a:p>
          <a:p>
            <a:r>
              <a:t>          "quote": "要確認"</a:t>
            </a:r>
          </a:p>
          <a:p>
            <a:r>
              <a:t>        }</a:t>
            </a:r>
          </a:p>
          <a:p>
            <a:r>
              <a:t>      ],</a:t>
            </a:r>
          </a:p>
          <a:p>
            <a:r>
              <a:t>      "mode": "verbatim"</a:t>
            </a:r>
          </a:p>
          <a:p>
            <a:r>
              <a:t>    },</a:t>
            </a:r>
          </a:p>
          <a:p>
            <a:r>
              <a:t>    {</a:t>
            </a:r>
          </a:p>
          <a:p>
            <a:r>
              <a:t>      "text": "条件か確認日の照合が必要。",</a:t>
            </a:r>
          </a:p>
          <a:p>
            <a:r>
              <a:t>      "refs": [</a:t>
            </a:r>
          </a:p>
          <a:p>
            <a:r>
              <a:t>        {</a:t>
            </a:r>
          </a:p>
          <a:p>
            <a:r>
              <a:t>          "source_id": "s012",</a:t>
            </a:r>
          </a:p>
          <a:p>
            <a:r>
              <a:t>          "quote": "条件か確認日の照合が必要。"</a:t>
            </a:r>
          </a:p>
          <a:p>
            <a:r>
              <a:t>        }</a:t>
            </a:r>
          </a:p>
          <a:p>
            <a:r>
              <a:t>      ],</a:t>
            </a:r>
          </a:p>
          <a:p>
            <a:r>
              <a:t>      "mode": "verbatim"</a:t>
            </a:r>
          </a:p>
          <a:p>
            <a:r>
              <a:t>    },</a:t>
            </a:r>
          </a:p>
          <a:p>
            <a:r>
              <a:t>    {</a:t>
            </a:r>
          </a:p>
          <a:p>
            <a:r>
              <a:t>      "text": "更新予定",</a:t>
            </a:r>
          </a:p>
          <a:p>
            <a:r>
              <a:t>      "refs": [</a:t>
            </a:r>
          </a:p>
          <a:p>
            <a:r>
              <a:t>        {</a:t>
            </a:r>
          </a:p>
          <a:p>
            <a:r>
              <a:t>          "source_id": "s012",</a:t>
            </a:r>
          </a:p>
          <a:p>
            <a:r>
              <a:t>          "quote": "更新予定"</a:t>
            </a:r>
          </a:p>
          <a:p>
            <a:r>
              <a:t>        }</a:t>
            </a:r>
          </a:p>
          <a:p>
            <a:r>
              <a:t>      ],</a:t>
            </a:r>
          </a:p>
          <a:p>
            <a:r>
              <a:t>      "mode": "verbatim"</a:t>
            </a:r>
          </a:p>
          <a:p>
            <a:r>
              <a:t>    },</a:t>
            </a:r>
          </a:p>
          <a:p>
            <a:r>
              <a:t>    {</a:t>
            </a:r>
          </a:p>
          <a:p>
            <a:r>
              <a:t>      "text": "改訂の予定を登録済み。",</a:t>
            </a:r>
          </a:p>
          <a:p>
            <a:r>
              <a:t>      "refs": [</a:t>
            </a:r>
          </a:p>
          <a:p>
            <a:r>
              <a:t>        {</a:t>
            </a:r>
          </a:p>
          <a:p>
            <a:r>
              <a:t>          "source_id": "s012",</a:t>
            </a:r>
          </a:p>
          <a:p>
            <a:r>
              <a:t>          "quote": "改訂の予定を登録済み。"</a:t>
            </a:r>
          </a:p>
          <a:p>
            <a:r>
              <a:t>        }</a:t>
            </a:r>
          </a:p>
          <a:p>
            <a:r>
              <a:t>      ],</a:t>
            </a:r>
          </a:p>
          <a:p>
            <a:r>
              <a:t>      "mode": "verbatim"</a:t>
            </a:r>
          </a:p>
          <a:p>
            <a:r>
              <a:t>    },</a:t>
            </a:r>
          </a:p>
          <a:p>
            <a:r>
              <a:t>    {</a:t>
            </a:r>
          </a:p>
          <a:p>
            <a:r>
              <a:t>      "value": 120.0,</a:t>
            </a:r>
          </a:p>
          <a:p>
            <a:r>
              <a:t>      "refs": [</a:t>
            </a:r>
          </a:p>
          <a:p>
            <a:r>
              <a:t>        {</a:t>
            </a:r>
          </a:p>
          <a:p>
            <a:r>
              <a:t>          "source_id": "s012",</a:t>
            </a:r>
          </a:p>
          <a:p>
            <a:r>
              <a:t>          "quote": "120"</a:t>
            </a:r>
          </a:p>
          <a:p>
            <a:r>
              <a:t>        }</a:t>
            </a:r>
          </a:p>
          <a:p>
            <a:r>
              <a:t>      ]</a:t>
            </a:r>
          </a:p>
          <a:p>
            <a:r>
              <a:t>    },</a:t>
            </a:r>
          </a:p>
          <a:p>
            <a:r>
              <a:t>    {</a:t>
            </a:r>
          </a:p>
          <a:p>
            <a:r>
              <a:t>      "value": 84.0,</a:t>
            </a:r>
          </a:p>
          <a:p>
            <a:r>
              <a:t>      "refs": [</a:t>
            </a:r>
          </a:p>
          <a:p>
            <a:r>
              <a:t>        {</a:t>
            </a:r>
          </a:p>
          <a:p>
            <a:r>
              <a:t>          "source_id": "s012",</a:t>
            </a:r>
          </a:p>
          <a:p>
            <a:r>
              <a:t>          "quote": "84"</a:t>
            </a:r>
          </a:p>
          <a:p>
            <a:r>
              <a:t>        }</a:t>
            </a:r>
          </a:p>
          <a:p>
            <a:r>
              <a:t>      ]</a:t>
            </a:r>
          </a:p>
          <a:p>
            <a:r>
              <a:t>    },</a:t>
            </a:r>
          </a:p>
          <a:p>
            <a:r>
              <a:t>    {</a:t>
            </a:r>
          </a:p>
          <a:p>
            <a:r>
              <a:t>      "value": 24.0,</a:t>
            </a:r>
          </a:p>
          <a:p>
            <a:r>
              <a:t>      "refs": [</a:t>
            </a:r>
          </a:p>
          <a:p>
            <a:r>
              <a:t>        {</a:t>
            </a:r>
          </a:p>
          <a:p>
            <a:r>
              <a:t>          "source_id": "s012",</a:t>
            </a:r>
          </a:p>
          <a:p>
            <a:r>
              <a:t>          "quote": "24"</a:t>
            </a:r>
          </a:p>
          <a:p>
            <a:r>
              <a:t>        }</a:t>
            </a:r>
          </a:p>
          <a:p>
            <a:r>
              <a:t>      ]</a:t>
            </a:r>
          </a:p>
          <a:p>
            <a:r>
              <a:t>    },</a:t>
            </a:r>
          </a:p>
          <a:p>
            <a:r>
              <a:t>    {</a:t>
            </a:r>
          </a:p>
          <a:p>
            <a:r>
              <a:t>      "value": 12.0,</a:t>
            </a:r>
          </a:p>
          <a:p>
            <a:r>
              <a:t>      "refs": [</a:t>
            </a:r>
          </a:p>
          <a:p>
            <a:r>
              <a:t>        {</a:t>
            </a:r>
          </a:p>
          <a:p>
            <a:r>
              <a:t>          "source_id": "s012",</a:t>
            </a:r>
          </a:p>
          <a:p>
            <a:r>
              <a:t>          "quote": "12"</a:t>
            </a:r>
          </a:p>
          <a:p>
            <a:r>
              <a:t>        }</a:t>
            </a:r>
          </a:p>
          <a:p>
            <a:r>
              <a:t>      ]</a:t>
            </a:r>
          </a:p>
          <a:p>
            <a:r>
              <a:t>    }</a:t>
            </a:r>
          </a:p>
          <a:p>
            <a:r>
              <a:t>  ],</a:t>
            </a:r>
          </a:p>
          <a:p>
            <a:r>
              <a:t>  "citations": {</a:t>
            </a:r>
          </a:p>
          <a:p>
            <a:r>
              <a:t>    "s012":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"metrics",</a:t>
            </a:r>
          </a:p>
          <a:p>
            <a:r>
              <a:t>  "structural_variant": "breakdown_top",</a:t>
            </a:r>
          </a:p>
          <a:p>
            <a:r>
              <a:t>  "repetition_reason": null,</a:t>
            </a:r>
          </a:p>
          <a:p>
            <a:r>
              <a:t>  "images": {},</a:t>
            </a:r>
          </a:p>
          <a:p>
            <a:r>
              <a:t>  "template_sha256": "8eaf948781dead9554a62e3ac491faba9cb93dc833fd60ddb4615a3e302e4e72"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"slide013",</a:t>
            </a:r>
          </a:p>
          <a:p>
            <a:r>
              <a:t>  "origin": "catalog",</a:t>
            </a:r>
          </a:p>
          <a:p>
            <a:r>
              <a:t>  "layout_id": "ed_table_three_columns_4",</a:t>
            </a:r>
          </a:p>
          <a:p>
            <a:r>
              <a:t>  "variant": "warm",</a:t>
            </a:r>
          </a:p>
          <a:p>
            <a:r>
              <a:t>  "rationale": "比較表を選択。原文の4項目と意味上の関係を保持し、見出し・説明・留保を対応づける。架空の調査共有であり、現実の効果を主張しない。",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"確認項目と残る留保を一覧にする",</a:t>
            </a:r>
          </a:p>
          <a:p>
            <a:r>
              <a:t>      "refs": [</a:t>
            </a:r>
          </a:p>
          <a:p>
            <a:r>
              <a:t>        {</a:t>
            </a:r>
          </a:p>
          <a:p>
            <a:r>
              <a:t>          "source_id": "s013",</a:t>
            </a:r>
          </a:p>
          <a:p>
            <a:r>
              <a:t>          "quote": "確認項目と残る留保を一覧にする"</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"s013",</a:t>
            </a:r>
          </a:p>
          <a:p>
            <a:r>
              <a:t>          "quote": "架空の社内調査。運用条件を整理した所見であり、効果を実証したものではない。"</a:t>
            </a:r>
          </a:p>
          <a:p>
            <a:r>
              <a:t>        }</a:t>
            </a:r>
          </a:p>
          <a:p>
            <a:r>
              <a:t>      ],</a:t>
            </a:r>
          </a:p>
          <a:p>
            <a:r>
              <a:t>      "mode": "verbatim"</a:t>
            </a:r>
          </a:p>
          <a:p>
            <a:r>
              <a:t>    },</a:t>
            </a:r>
          </a:p>
          <a:p>
            <a:r>
              <a:t>    {</a:t>
            </a:r>
          </a:p>
          <a:p>
            <a:r>
              <a:t>      "text": "観点",</a:t>
            </a:r>
          </a:p>
          <a:p>
            <a:r>
              <a:t>      "refs": [</a:t>
            </a:r>
          </a:p>
          <a:p>
            <a:r>
              <a:t>        {</a:t>
            </a:r>
          </a:p>
          <a:p>
            <a:r>
              <a:t>          "source_id": "s013",</a:t>
            </a:r>
          </a:p>
          <a:p>
            <a:r>
              <a:t>          "quote": "観点"</a:t>
            </a:r>
          </a:p>
          <a:p>
            <a:r>
              <a:t>        }</a:t>
            </a:r>
          </a:p>
          <a:p>
            <a:r>
              <a:t>      ],</a:t>
            </a:r>
          </a:p>
          <a:p>
            <a:r>
              <a:t>      "mode": "verbatim"</a:t>
            </a:r>
          </a:p>
          <a:p>
            <a:r>
              <a:t>    },</a:t>
            </a:r>
          </a:p>
          <a:p>
            <a:r>
              <a:t>    {</a:t>
            </a:r>
          </a:p>
          <a:p>
            <a:r>
              <a:t>      "text": "確認事項",</a:t>
            </a:r>
          </a:p>
          <a:p>
            <a:r>
              <a:t>      "refs": [</a:t>
            </a:r>
          </a:p>
          <a:p>
            <a:r>
              <a:t>        {</a:t>
            </a:r>
          </a:p>
          <a:p>
            <a:r>
              <a:t>          "source_id": "s013",</a:t>
            </a:r>
          </a:p>
          <a:p>
            <a:r>
              <a:t>          "quote": "確認事項"</a:t>
            </a:r>
          </a:p>
          <a:p>
            <a:r>
              <a:t>        }</a:t>
            </a:r>
          </a:p>
          <a:p>
            <a:r>
              <a:t>      ],</a:t>
            </a:r>
          </a:p>
          <a:p>
            <a:r>
              <a:t>      "mode": "verbatim"</a:t>
            </a:r>
          </a:p>
          <a:p>
            <a:r>
              <a:t>    },</a:t>
            </a:r>
          </a:p>
          <a:p>
            <a:r>
              <a:t>    {</a:t>
            </a:r>
          </a:p>
          <a:p>
            <a:r>
              <a:t>      "text": "留保",</a:t>
            </a:r>
          </a:p>
          <a:p>
            <a:r>
              <a:t>      "refs": [</a:t>
            </a:r>
          </a:p>
          <a:p>
            <a:r>
              <a:t>        {</a:t>
            </a:r>
          </a:p>
          <a:p>
            <a:r>
              <a:t>          "source_id": "s013",</a:t>
            </a:r>
          </a:p>
          <a:p>
            <a:r>
              <a:t>          "quote": "留保"</a:t>
            </a:r>
          </a:p>
          <a:p>
            <a:r>
              <a:t>        }</a:t>
            </a:r>
          </a:p>
          <a:p>
            <a:r>
              <a:t>      ],</a:t>
            </a:r>
          </a:p>
          <a:p>
            <a:r>
              <a:t>      "mode": "verbatim"</a:t>
            </a:r>
          </a:p>
          <a:p>
            <a:r>
              <a:t>    },</a:t>
            </a:r>
          </a:p>
          <a:p>
            <a:r>
              <a:t>    {</a:t>
            </a:r>
          </a:p>
          <a:p>
            <a:r>
              <a:t>      "text": "検索入口を揃える",</a:t>
            </a:r>
          </a:p>
          <a:p>
            <a:r>
              <a:t>      "refs": [</a:t>
            </a:r>
          </a:p>
          <a:p>
            <a:r>
              <a:t>        {</a:t>
            </a:r>
          </a:p>
          <a:p>
            <a:r>
              <a:t>          "source_id": "s013",</a:t>
            </a:r>
          </a:p>
          <a:p>
            <a:r>
              <a:t>          "quote": "検索入口を揃える"</a:t>
            </a:r>
          </a:p>
          <a:p>
            <a:r>
              <a:t>        }</a:t>
            </a:r>
          </a:p>
          <a:p>
            <a:r>
              <a:t>      ],</a:t>
            </a:r>
          </a:p>
          <a:p>
            <a:r>
              <a:t>      "mode": "verbatim"</a:t>
            </a:r>
          </a:p>
          <a:p>
            <a:r>
              <a:t>    },</a:t>
            </a:r>
          </a:p>
          <a:p>
            <a:r>
              <a:t>    {</a:t>
            </a:r>
          </a:p>
          <a:p>
            <a:r>
              <a:t>      "text": "索引と用語の対応を確認",</a:t>
            </a:r>
          </a:p>
          <a:p>
            <a:r>
              <a:t>      "refs": [</a:t>
            </a:r>
          </a:p>
          <a:p>
            <a:r>
              <a:t>        {</a:t>
            </a:r>
          </a:p>
          <a:p>
            <a:r>
              <a:t>          "source_id": "s013",</a:t>
            </a:r>
          </a:p>
          <a:p>
            <a:r>
              <a:t>          "quote": "索引と用語の対応を確認"</a:t>
            </a:r>
          </a:p>
          <a:p>
            <a:r>
              <a:t>        }</a:t>
            </a:r>
          </a:p>
          <a:p>
            <a:r>
              <a:t>      ],</a:t>
            </a:r>
          </a:p>
          <a:p>
            <a:r>
              <a:t>      "mode": "verbatim"</a:t>
            </a:r>
          </a:p>
          <a:p>
            <a:r>
              <a:t>    },</a:t>
            </a:r>
          </a:p>
          <a:p>
            <a:r>
              <a:t>    {</a:t>
            </a:r>
          </a:p>
          <a:p>
            <a:r>
              <a:t>      "text": "架空資料A・検索節\n部署間の呼称差が残る",</a:t>
            </a:r>
          </a:p>
          <a:p>
            <a:r>
              <a:t>      "refs": [</a:t>
            </a:r>
          </a:p>
          <a:p>
            <a:r>
              <a:t>        {</a:t>
            </a:r>
          </a:p>
          <a:p>
            <a:r>
              <a:t>          "source_id": "s013",</a:t>
            </a:r>
          </a:p>
          <a:p>
            <a:r>
              <a:t>          "quote": "架空資料A・検索節\n部署間の呼称差が残る"</a:t>
            </a:r>
          </a:p>
          <a:p>
            <a:r>
              <a:t>        }</a:t>
            </a:r>
          </a:p>
          <a:p>
            <a:r>
              <a:t>      ],</a:t>
            </a:r>
          </a:p>
          <a:p>
            <a:r>
              <a:t>      "mode": "verbatim"</a:t>
            </a:r>
          </a:p>
          <a:p>
            <a:r>
              <a:t>    },</a:t>
            </a:r>
          </a:p>
          <a:p>
            <a:r>
              <a:t>    {</a:t>
            </a:r>
          </a:p>
          <a:p>
            <a:r>
              <a:t>      "text": "根拠まで辿れる",</a:t>
            </a:r>
          </a:p>
          <a:p>
            <a:r>
              <a:t>      "refs": [</a:t>
            </a:r>
          </a:p>
          <a:p>
            <a:r>
              <a:t>        {</a:t>
            </a:r>
          </a:p>
          <a:p>
            <a:r>
              <a:t>          "source_id": "s013",</a:t>
            </a:r>
          </a:p>
          <a:p>
            <a:r>
              <a:t>          "quote": "根拠まで辿れる"</a:t>
            </a:r>
          </a:p>
          <a:p>
            <a:r>
              <a:t>        }</a:t>
            </a:r>
          </a:p>
          <a:p>
            <a:r>
              <a:t>      ],</a:t>
            </a:r>
          </a:p>
          <a:p>
            <a:r>
              <a:t>      "mode": "verbatim"</a:t>
            </a:r>
          </a:p>
          <a:p>
            <a:r>
              <a:t>    },</a:t>
            </a:r>
          </a:p>
          <a:p>
            <a:r>
              <a:t>    {</a:t>
            </a:r>
          </a:p>
          <a:p>
            <a:r>
              <a:t>      "text": "引用箇所と調査条件を照合",</a:t>
            </a:r>
          </a:p>
          <a:p>
            <a:r>
              <a:t>      "refs": [</a:t>
            </a:r>
          </a:p>
          <a:p>
            <a:r>
              <a:t>        {</a:t>
            </a:r>
          </a:p>
          <a:p>
            <a:r>
              <a:t>          "source_id": "s013",</a:t>
            </a:r>
          </a:p>
          <a:p>
            <a:r>
              <a:t>          "quote": "引用箇所と調査条件を照合"</a:t>
            </a:r>
          </a:p>
          <a:p>
            <a:r>
              <a:t>        }</a:t>
            </a:r>
          </a:p>
          <a:p>
            <a:r>
              <a:t>      ],</a:t>
            </a:r>
          </a:p>
          <a:p>
            <a:r>
              <a:t>      "mode": "verbatim"</a:t>
            </a:r>
          </a:p>
          <a:p>
            <a:r>
              <a:t>    },</a:t>
            </a:r>
          </a:p>
          <a:p>
            <a:r>
              <a:t>    {</a:t>
            </a:r>
          </a:p>
          <a:p>
            <a:r>
              <a:t>      "text": "架空資料B・条件節\n原文の条件を保持",</a:t>
            </a:r>
          </a:p>
          <a:p>
            <a:r>
              <a:t>      "refs": [</a:t>
            </a:r>
          </a:p>
          <a:p>
            <a:r>
              <a:t>        {</a:t>
            </a:r>
          </a:p>
          <a:p>
            <a:r>
              <a:t>          "source_id": "s013",</a:t>
            </a:r>
          </a:p>
          <a:p>
            <a:r>
              <a:t>          "quote": "架空資料B・条件節\n原文の条件を保持"</a:t>
            </a:r>
          </a:p>
          <a:p>
            <a:r>
              <a:t>        }</a:t>
            </a:r>
          </a:p>
          <a:p>
            <a:r>
              <a:t>      ],</a:t>
            </a:r>
          </a:p>
          <a:p>
            <a:r>
              <a:t>      "mode": "verbatim"</a:t>
            </a:r>
          </a:p>
          <a:p>
            <a:r>
              <a:t>    },</a:t>
            </a:r>
          </a:p>
          <a:p>
            <a:r>
              <a:t>    {</a:t>
            </a:r>
          </a:p>
          <a:p>
            <a:r>
              <a:t>      "text": "更新範囲を決める",</a:t>
            </a:r>
          </a:p>
          <a:p>
            <a:r>
              <a:t>      "refs": [</a:t>
            </a:r>
          </a:p>
          <a:p>
            <a:r>
              <a:t>        {</a:t>
            </a:r>
          </a:p>
          <a:p>
            <a:r>
              <a:t>          "source_id": "s013",</a:t>
            </a:r>
          </a:p>
          <a:p>
            <a:r>
              <a:t>          "quote": "更新範囲を決める"</a:t>
            </a:r>
          </a:p>
          <a:p>
            <a:r>
              <a:t>        }</a:t>
            </a:r>
          </a:p>
          <a:p>
            <a:r>
              <a:t>      ],</a:t>
            </a:r>
          </a:p>
          <a:p>
            <a:r>
              <a:t>      "mode": "verbatim"</a:t>
            </a:r>
          </a:p>
          <a:p>
            <a:r>
              <a:t>    },</a:t>
            </a:r>
          </a:p>
          <a:p>
            <a:r>
              <a:t>    {</a:t>
            </a:r>
          </a:p>
          <a:p>
            <a:r>
              <a:t>      "text": "担当と確認時期を決める",</a:t>
            </a:r>
          </a:p>
          <a:p>
            <a:r>
              <a:t>      "refs": [</a:t>
            </a:r>
          </a:p>
          <a:p>
            <a:r>
              <a:t>        {</a:t>
            </a:r>
          </a:p>
          <a:p>
            <a:r>
              <a:t>          "source_id": "s013",</a:t>
            </a:r>
          </a:p>
          <a:p>
            <a:r>
              <a:t>          "quote": "担当と確認時期を決める"</a:t>
            </a:r>
          </a:p>
          <a:p>
            <a:r>
              <a:t>        }</a:t>
            </a:r>
          </a:p>
          <a:p>
            <a:r>
              <a:t>      ],</a:t>
            </a:r>
          </a:p>
          <a:p>
            <a:r>
              <a:t>      "mode": "verbatim"</a:t>
            </a:r>
          </a:p>
          <a:p>
            <a:r>
              <a:t>    },</a:t>
            </a:r>
          </a:p>
          <a:p>
            <a:r>
              <a:t>    {</a:t>
            </a:r>
          </a:p>
          <a:p>
            <a:r>
              <a:t>      "text": "架空資料C・運用節\n確認日：未記録",</a:t>
            </a:r>
          </a:p>
          <a:p>
            <a:r>
              <a:t>      "refs": [</a:t>
            </a:r>
          </a:p>
          <a:p>
            <a:r>
              <a:t>        {</a:t>
            </a:r>
          </a:p>
          <a:p>
            <a:r>
              <a:t>          "source_id": "s013",</a:t>
            </a:r>
          </a:p>
          <a:p>
            <a:r>
              <a:t>          "quote": "架空資料C・運用節\n確認日：未記録"</a:t>
            </a:r>
          </a:p>
          <a:p>
            <a:r>
              <a:t>        }</a:t>
            </a:r>
          </a:p>
          <a:p>
            <a:r>
              <a:t>      ],</a:t>
            </a:r>
          </a:p>
          <a:p>
            <a:r>
              <a:t>      "mode": "verbatim"</a:t>
            </a:r>
          </a:p>
          <a:p>
            <a:r>
              <a:t>    },</a:t>
            </a:r>
          </a:p>
          <a:p>
            <a:r>
              <a:t>    {</a:t>
            </a:r>
          </a:p>
          <a:p>
            <a:r>
              <a:t>      "text": "例外を見える化",</a:t>
            </a:r>
          </a:p>
          <a:p>
            <a:r>
              <a:t>      "refs": [</a:t>
            </a:r>
          </a:p>
          <a:p>
            <a:r>
              <a:t>        {</a:t>
            </a:r>
          </a:p>
          <a:p>
            <a:r>
              <a:t>          "source_id": "s013",</a:t>
            </a:r>
          </a:p>
          <a:p>
            <a:r>
              <a:t>          "quote": "例外を見える化"</a:t>
            </a:r>
          </a:p>
          <a:p>
            <a:r>
              <a:t>        }</a:t>
            </a:r>
          </a:p>
          <a:p>
            <a:r>
              <a:t>      ],</a:t>
            </a:r>
          </a:p>
          <a:p>
            <a:r>
              <a:t>      "mode": "verbatim"</a:t>
            </a:r>
          </a:p>
          <a:p>
            <a:r>
              <a:t>    },</a:t>
            </a:r>
          </a:p>
          <a:p>
            <a:r>
              <a:t>    {</a:t>
            </a:r>
          </a:p>
          <a:p>
            <a:r>
              <a:t>      "text": "適用できない場面を記録",</a:t>
            </a:r>
          </a:p>
          <a:p>
            <a:r>
              <a:t>      "refs": [</a:t>
            </a:r>
          </a:p>
          <a:p>
            <a:r>
              <a:t>        {</a:t>
            </a:r>
          </a:p>
          <a:p>
            <a:r>
              <a:t>          "source_id": "s013",</a:t>
            </a:r>
          </a:p>
          <a:p>
            <a:r>
              <a:t>          "quote": "適用できない場面を記録"</a:t>
            </a:r>
          </a:p>
          <a:p>
            <a:r>
              <a:t>        }</a:t>
            </a:r>
          </a:p>
          <a:p>
            <a:r>
              <a:t>      ],</a:t>
            </a:r>
          </a:p>
          <a:p>
            <a:r>
              <a:t>      "mode": "verbatim"</a:t>
            </a:r>
          </a:p>
          <a:p>
            <a:r>
              <a:t>    },</a:t>
            </a:r>
          </a:p>
          <a:p>
            <a:r>
              <a:t>    {</a:t>
            </a:r>
          </a:p>
          <a:p>
            <a:r>
              <a:t>      "text": "架空資料D・例外節\n個別の判断が必要",</a:t>
            </a:r>
          </a:p>
          <a:p>
            <a:r>
              <a:t>      "refs": [</a:t>
            </a:r>
          </a:p>
          <a:p>
            <a:r>
              <a:t>        {</a:t>
            </a:r>
          </a:p>
          <a:p>
            <a:r>
              <a:t>          "source_id": "s013",</a:t>
            </a:r>
          </a:p>
          <a:p>
            <a:r>
              <a:t>          "quote": "架空資料D・例外節\n個別の判断が必要"</a:t>
            </a:r>
          </a:p>
          <a:p>
            <a:r>
              <a:t>        }</a:t>
            </a:r>
          </a:p>
          <a:p>
            <a:r>
              <a:t>      ],</a:t>
            </a:r>
          </a:p>
          <a:p>
            <a:r>
              <a:t>      "mode": "verbatim"</a:t>
            </a:r>
          </a:p>
          <a:p>
            <a:r>
              <a:t>    },</a:t>
            </a:r>
          </a:p>
          <a:p>
            <a:r>
              <a:t>    {</a:t>
            </a:r>
          </a:p>
          <a:p>
            <a:r>
              <a:t>      "text": "留保：同じ条件で比較した結果ではない。各資料の対象範囲を確認する。",</a:t>
            </a:r>
          </a:p>
          <a:p>
            <a:r>
              <a:t>      "refs": [</a:t>
            </a:r>
          </a:p>
          <a:p>
            <a:r>
              <a:t>        {</a:t>
            </a:r>
          </a:p>
          <a:p>
            <a:r>
              <a:t>          "source_id": "s013",</a:t>
            </a:r>
          </a:p>
          <a:p>
            <a:r>
              <a:t>          "quote": "留保：同じ条件で比較した結果ではない。各資料の対象範囲を確認する。"</a:t>
            </a:r>
          </a:p>
          <a:p>
            <a:r>
              <a:t>        }</a:t>
            </a:r>
          </a:p>
          <a:p>
            <a:r>
              <a:t>      ],</a:t>
            </a:r>
          </a:p>
          <a:p>
            <a:r>
              <a:t>      "mode": "verbatim"</a:t>
            </a:r>
          </a:p>
          <a:p>
            <a:r>
              <a:t>    }</a:t>
            </a:r>
          </a:p>
          <a:p>
            <a:r>
              <a:t>  ],</a:t>
            </a:r>
          </a:p>
          <a:p>
            <a:r>
              <a:t>  "citations": {</a:t>
            </a:r>
          </a:p>
          <a:p>
            <a:r>
              <a:t>    "s013":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"table",</a:t>
            </a:r>
          </a:p>
          <a:p>
            <a:r>
              <a:t>  "structural_variant": "three_columns",</a:t>
            </a:r>
          </a:p>
          <a:p>
            <a:r>
              <a:t>  "repetition_reason": null,</a:t>
            </a:r>
          </a:p>
          <a:p>
            <a:r>
              <a:t>  "images": {},</a:t>
            </a:r>
          </a:p>
          <a:p>
            <a:r>
              <a:t>  "template_sha256": "f23fbba0be512b40285904d25dfa2e0f7155bbb5e7d7a4a059e6fdff5e255115"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"slide014",</a:t>
            </a:r>
          </a:p>
          <a:p>
            <a:r>
              <a:t>  "origin": "catalog",</a:t>
            </a:r>
          </a:p>
          <a:p>
            <a:r>
              <a:t>  "layout_id": "ed_chart_bar_left_4",</a:t>
            </a:r>
          </a:p>
          <a:p>
            <a:r>
              <a:t>  "variant": "warm",</a:t>
            </a:r>
          </a:p>
          <a:p>
            <a:r>
              <a:t>  "rationale": "グラフと所見を選択。原文の4項目と意味上の関係を保持し、見出し・説明・留保を対応づける。架空の調査共有であり、現実の効果を主張しない。",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"言及件数だけで優先度を決めない",</a:t>
            </a:r>
          </a:p>
          <a:p>
            <a:r>
              <a:t>      "refs": [</a:t>
            </a:r>
          </a:p>
          <a:p>
            <a:r>
              <a:t>        {</a:t>
            </a:r>
          </a:p>
          <a:p>
            <a:r>
              <a:t>          "source_id": "s014",</a:t>
            </a:r>
          </a:p>
          <a:p>
            <a:r>
              <a:t>          "quote": "言及件数だけで優先度を決めない"</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"s014",</a:t>
            </a:r>
          </a:p>
          <a:p>
            <a:r>
              <a:t>          "quote": "架空の社内調査。運用条件を整理した所見であり、効果を実証したものではない。"</a:t>
            </a:r>
          </a:p>
          <a:p>
            <a:r>
              <a:t>        }</a:t>
            </a:r>
          </a:p>
          <a:p>
            <a:r>
              <a:t>      ],</a:t>
            </a:r>
          </a:p>
          <a:p>
            <a:r>
              <a:t>      "mode": "verbatim"</a:t>
            </a:r>
          </a:p>
          <a:p>
            <a:r>
              <a:t>    },</a:t>
            </a:r>
          </a:p>
          <a:p>
            <a:r>
              <a:t>    {</a:t>
            </a:r>
          </a:p>
          <a:p>
            <a:r>
              <a:t>      "text": "課題の言及数（件）／複数回答・架空例",</a:t>
            </a:r>
          </a:p>
          <a:p>
            <a:r>
              <a:t>      "refs": [</a:t>
            </a:r>
          </a:p>
          <a:p>
            <a:r>
              <a:t>        {</a:t>
            </a:r>
          </a:p>
          <a:p>
            <a:r>
              <a:t>          "source_id": "s014",</a:t>
            </a:r>
          </a:p>
          <a:p>
            <a:r>
              <a:t>          "quote": "課題の言及数（件）／複数回答・架空例"</a:t>
            </a:r>
          </a:p>
          <a:p>
            <a:r>
              <a:t>        }</a:t>
            </a:r>
          </a:p>
          <a:p>
            <a:r>
              <a:t>      ],</a:t>
            </a:r>
          </a:p>
          <a:p>
            <a:r>
              <a:t>      "mode": "verbatim"</a:t>
            </a:r>
          </a:p>
          <a:p>
            <a:r>
              <a:t>    },</a:t>
            </a:r>
          </a:p>
          <a:p>
            <a:r>
              <a:t>    {</a:t>
            </a:r>
          </a:p>
          <a:p>
            <a:r>
              <a:t>      "text": "検索の課題が多いが、回答件数のみで重要度を判断することはできない。",</a:t>
            </a:r>
          </a:p>
          <a:p>
            <a:r>
              <a:t>      "refs": [</a:t>
            </a:r>
          </a:p>
          <a:p>
            <a:r>
              <a:t>        {</a:t>
            </a:r>
          </a:p>
          <a:p>
            <a:r>
              <a:t>          "source_id": "s014",</a:t>
            </a:r>
          </a:p>
          <a:p>
            <a:r>
              <a:t>          "quote": "検索の課題が多いが、回答件数のみで重要度を判断することはできない。"</a:t>
            </a:r>
          </a:p>
          <a:p>
            <a:r>
              <a:t>        }</a:t>
            </a:r>
          </a:p>
          <a:p>
            <a:r>
              <a:t>      ],</a:t>
            </a:r>
          </a:p>
          <a:p>
            <a:r>
              <a:t>      "mode": "verbatim"</a:t>
            </a:r>
          </a:p>
          <a:p>
            <a:r>
              <a:t>    },</a:t>
            </a:r>
          </a:p>
          <a:p>
            <a:r>
              <a:t>    {</a:t>
            </a:r>
          </a:p>
          <a:p>
            <a:r>
              <a:t>      "text": "架空集計であり、効果や因果関係は未検証。",</a:t>
            </a:r>
          </a:p>
          <a:p>
            <a:r>
              <a:t>      "refs": [</a:t>
            </a:r>
          </a:p>
          <a:p>
            <a:r>
              <a:t>        {</a:t>
            </a:r>
          </a:p>
          <a:p>
            <a:r>
              <a:t>          "source_id": "s014",</a:t>
            </a:r>
          </a:p>
          <a:p>
            <a:r>
              <a:t>          "quote": "架空集計であり、効果や因果関係は未検証。"</a:t>
            </a:r>
          </a:p>
          <a:p>
            <a:r>
              <a:t>        }</a:t>
            </a:r>
          </a:p>
          <a:p>
            <a:r>
              <a:t>      ],</a:t>
            </a:r>
          </a:p>
          <a:p>
            <a:r>
              <a:t>      "mode": "verbatim"</a:t>
            </a:r>
          </a:p>
          <a:p>
            <a:r>
              <a:t>    },</a:t>
            </a:r>
          </a:p>
          <a:p>
            <a:r>
              <a:t>    {</a:t>
            </a:r>
          </a:p>
          <a:p>
            <a:r>
              <a:t>      "text": "検索",</a:t>
            </a:r>
          </a:p>
          <a:p>
            <a:r>
              <a:t>      "refs": [</a:t>
            </a:r>
          </a:p>
          <a:p>
            <a:r>
              <a:t>        {</a:t>
            </a:r>
          </a:p>
          <a:p>
            <a:r>
              <a:t>          "source_id": "s014",</a:t>
            </a:r>
          </a:p>
          <a:p>
            <a:r>
              <a:t>          "quote": "検索"</a:t>
            </a:r>
          </a:p>
          <a:p>
            <a:r>
              <a:t>        }</a:t>
            </a:r>
          </a:p>
          <a:p>
            <a:r>
              <a:t>      ],</a:t>
            </a:r>
          </a:p>
          <a:p>
            <a:r>
              <a:t>      "mode": "verbatim"</a:t>
            </a:r>
          </a:p>
          <a:p>
            <a:r>
              <a:t>    },</a:t>
            </a:r>
          </a:p>
          <a:p>
            <a:r>
              <a:t>    {</a:t>
            </a:r>
          </a:p>
          <a:p>
            <a:r>
              <a:t>      "text": "出典",</a:t>
            </a:r>
          </a:p>
          <a:p>
            <a:r>
              <a:t>      "refs": [</a:t>
            </a:r>
          </a:p>
          <a:p>
            <a:r>
              <a:t>        {</a:t>
            </a:r>
          </a:p>
          <a:p>
            <a:r>
              <a:t>          "source_id": "s014",</a:t>
            </a:r>
          </a:p>
          <a:p>
            <a:r>
              <a:t>          "quote": "出典"</a:t>
            </a:r>
          </a:p>
          <a:p>
            <a:r>
              <a:t>        }</a:t>
            </a:r>
          </a:p>
          <a:p>
            <a:r>
              <a:t>      ],</a:t>
            </a:r>
          </a:p>
          <a:p>
            <a:r>
              <a:t>      "mode": "verbatim"</a:t>
            </a:r>
          </a:p>
          <a:p>
            <a:r>
              <a:t>    },</a:t>
            </a:r>
          </a:p>
          <a:p>
            <a:r>
              <a:t>    {</a:t>
            </a:r>
          </a:p>
          <a:p>
            <a:r>
              <a:t>      "text": "更新",</a:t>
            </a:r>
          </a:p>
          <a:p>
            <a:r>
              <a:t>      "refs": [</a:t>
            </a:r>
          </a:p>
          <a:p>
            <a:r>
              <a:t>        {</a:t>
            </a:r>
          </a:p>
          <a:p>
            <a:r>
              <a:t>          "source_id": "s014",</a:t>
            </a:r>
          </a:p>
          <a:p>
            <a:r>
              <a:t>          "quote": "更新"</a:t>
            </a:r>
          </a:p>
          <a:p>
            <a:r>
              <a:t>        }</a:t>
            </a:r>
          </a:p>
          <a:p>
            <a:r>
              <a:t>      ],</a:t>
            </a:r>
          </a:p>
          <a:p>
            <a:r>
              <a:t>      "mode": "verbatim"</a:t>
            </a:r>
          </a:p>
          <a:p>
            <a:r>
              <a:t>    },</a:t>
            </a:r>
          </a:p>
          <a:p>
            <a:r>
              <a:t>    {</a:t>
            </a:r>
          </a:p>
          <a:p>
            <a:r>
              <a:t>      "text": "共有",</a:t>
            </a:r>
          </a:p>
          <a:p>
            <a:r>
              <a:t>      "refs": [</a:t>
            </a:r>
          </a:p>
          <a:p>
            <a:r>
              <a:t>        {</a:t>
            </a:r>
          </a:p>
          <a:p>
            <a:r>
              <a:t>          "source_id": "s014",</a:t>
            </a:r>
          </a:p>
          <a:p>
            <a:r>
              <a:t>          "quote": "共有"</a:t>
            </a:r>
          </a:p>
          <a:p>
            <a:r>
              <a:t>        }</a:t>
            </a:r>
          </a:p>
          <a:p>
            <a:r>
              <a:t>      ],</a:t>
            </a:r>
          </a:p>
          <a:p>
            <a:r>
              <a:t>      "mode": "verbatim"</a:t>
            </a:r>
          </a:p>
          <a:p>
            <a:r>
              <a:t>    },</a:t>
            </a:r>
          </a:p>
          <a:p>
            <a:r>
              <a:t>    {</a:t>
            </a:r>
          </a:p>
          <a:p>
            <a:r>
              <a:t>      "text": "架空集計（件）",</a:t>
            </a:r>
          </a:p>
          <a:p>
            <a:r>
              <a:t>      "refs": [</a:t>
            </a:r>
          </a:p>
          <a:p>
            <a:r>
              <a:t>        {</a:t>
            </a:r>
          </a:p>
          <a:p>
            <a:r>
              <a:t>          "source_id": "s014",</a:t>
            </a:r>
          </a:p>
          <a:p>
            <a:r>
              <a:t>          "quote": "架空集計（件）"</a:t>
            </a:r>
          </a:p>
          <a:p>
            <a:r>
              <a:t>        }</a:t>
            </a:r>
          </a:p>
          <a:p>
            <a:r>
              <a:t>      ],</a:t>
            </a:r>
          </a:p>
          <a:p>
            <a:r>
              <a:t>      "mode": "verbatim"</a:t>
            </a:r>
          </a:p>
          <a:p>
            <a:r>
              <a:t>    },</a:t>
            </a:r>
          </a:p>
          <a:p>
            <a:r>
              <a:t>    {</a:t>
            </a:r>
          </a:p>
          <a:p>
            <a:r>
              <a:t>      "value": 42.0,</a:t>
            </a:r>
          </a:p>
          <a:p>
            <a:r>
              <a:t>      "refs": [</a:t>
            </a:r>
          </a:p>
          <a:p>
            <a:r>
              <a:t>        {</a:t>
            </a:r>
          </a:p>
          <a:p>
            <a:r>
              <a:t>          "source_id": "s014",</a:t>
            </a:r>
          </a:p>
          <a:p>
            <a:r>
              <a:t>          "quote": "42"</a:t>
            </a:r>
          </a:p>
          <a:p>
            <a:r>
              <a:t>        }</a:t>
            </a:r>
          </a:p>
          <a:p>
            <a:r>
              <a:t>      ]</a:t>
            </a:r>
          </a:p>
          <a:p>
            <a:r>
              <a:t>    },</a:t>
            </a:r>
          </a:p>
          <a:p>
            <a:r>
              <a:t>    {</a:t>
            </a:r>
          </a:p>
          <a:p>
            <a:r>
              <a:t>      "value": 35.0,</a:t>
            </a:r>
          </a:p>
          <a:p>
            <a:r>
              <a:t>      "refs": [</a:t>
            </a:r>
          </a:p>
          <a:p>
            <a:r>
              <a:t>        {</a:t>
            </a:r>
          </a:p>
          <a:p>
            <a:r>
              <a:t>          "source_id": "s014",</a:t>
            </a:r>
          </a:p>
          <a:p>
            <a:r>
              <a:t>          "quote": "35"</a:t>
            </a:r>
          </a:p>
          <a:p>
            <a:r>
              <a:t>        }</a:t>
            </a:r>
          </a:p>
          <a:p>
            <a:r>
              <a:t>      ]</a:t>
            </a:r>
          </a:p>
          <a:p>
            <a:r>
              <a:t>    },</a:t>
            </a:r>
          </a:p>
          <a:p>
            <a:r>
              <a:t>    {</a:t>
            </a:r>
          </a:p>
          <a:p>
            <a:r>
              <a:t>      "value": 28.0,</a:t>
            </a:r>
          </a:p>
          <a:p>
            <a:r>
              <a:t>      "refs": [</a:t>
            </a:r>
          </a:p>
          <a:p>
            <a:r>
              <a:t>        {</a:t>
            </a:r>
          </a:p>
          <a:p>
            <a:r>
              <a:t>          "source_id": "s014",</a:t>
            </a:r>
          </a:p>
          <a:p>
            <a:r>
              <a:t>          "quote": "28"</a:t>
            </a:r>
          </a:p>
          <a:p>
            <a:r>
              <a:t>        }</a:t>
            </a:r>
          </a:p>
          <a:p>
            <a:r>
              <a:t>      ]</a:t>
            </a:r>
          </a:p>
          <a:p>
            <a:r>
              <a:t>    },</a:t>
            </a:r>
          </a:p>
          <a:p>
            <a:r>
              <a:t>    {</a:t>
            </a:r>
          </a:p>
          <a:p>
            <a:r>
              <a:t>      "value": 18.0,</a:t>
            </a:r>
          </a:p>
          <a:p>
            <a:r>
              <a:t>      "refs": [</a:t>
            </a:r>
          </a:p>
          <a:p>
            <a:r>
              <a:t>        {</a:t>
            </a:r>
          </a:p>
          <a:p>
            <a:r>
              <a:t>          "source_id": "s014",</a:t>
            </a:r>
          </a:p>
          <a:p>
            <a:r>
              <a:t>          "quote": "18"</a:t>
            </a:r>
          </a:p>
          <a:p>
            <a:r>
              <a:t>        }</a:t>
            </a:r>
          </a:p>
          <a:p>
            <a:r>
              <a:t>      ]</a:t>
            </a:r>
          </a:p>
          <a:p>
            <a:r>
              <a:t>    }</a:t>
            </a:r>
          </a:p>
          <a:p>
            <a:r>
              <a:t>  ],</a:t>
            </a:r>
          </a:p>
          <a:p>
            <a:r>
              <a:t>  "citations": {</a:t>
            </a:r>
          </a:p>
          <a:p>
            <a:r>
              <a:t>    "s014":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"chart",</a:t>
            </a:r>
          </a:p>
          <a:p>
            <a:r>
              <a:t>  "structural_variant": "bar_left",</a:t>
            </a:r>
          </a:p>
          <a:p>
            <a:r>
              <a:t>  "repetition_reason": null,</a:t>
            </a:r>
          </a:p>
          <a:p>
            <a:r>
              <a:t>  "images": {},</a:t>
            </a:r>
          </a:p>
          <a:p>
            <a:r>
              <a:t>  "template_sha256": "530a185bdab5632a7ec4ff7b7b649f8235abff8fa5c07f4379c49ef3e34c9817"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"slide015",</a:t>
            </a:r>
          </a:p>
          <a:p>
            <a:r>
              <a:t>  "origin": "catalog",</a:t>
            </a:r>
          </a:p>
          <a:p>
            <a:r>
              <a:t>  "layout_id": "ed_quote_left_2",</a:t>
            </a:r>
          </a:p>
          <a:p>
            <a:r>
              <a:t>  "variant": "warm",</a:t>
            </a:r>
          </a:p>
          <a:p>
            <a:r>
              <a:t>  "rationale": "引用と解釈を選択。原文の2項目と意味上の関係を保持し、見出し・説明・留保を対応づける。架空の調査共有であり、現実の効果を主張しない。",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"発言と分析者の解釈を区別する",</a:t>
            </a:r>
          </a:p>
          <a:p>
            <a:r>
              <a:t>      "refs": [</a:t>
            </a:r>
          </a:p>
          <a:p>
            <a:r>
              <a:t>        {</a:t>
            </a:r>
          </a:p>
          <a:p>
            <a:r>
              <a:t>          "source_id": "s015",</a:t>
            </a:r>
          </a:p>
          <a:p>
            <a:r>
              <a:t>          "quote": "発言と分析者の解釈を区別する"</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"s015",</a:t>
            </a:r>
          </a:p>
          <a:p>
            <a:r>
              <a:t>          "quote": "架空の社内調査。運用条件を整理した所見であり、効果を実証したものではない。"</a:t>
            </a:r>
          </a:p>
          <a:p>
            <a:r>
              <a:t>        }</a:t>
            </a:r>
          </a:p>
          <a:p>
            <a:r>
              <a:t>      ],</a:t>
            </a:r>
          </a:p>
          <a:p>
            <a:r>
              <a:t>      "mode": "verbatim"</a:t>
            </a:r>
          </a:p>
          <a:p>
            <a:r>
              <a:t>    },</a:t>
            </a:r>
          </a:p>
          <a:p>
            <a:r>
              <a:t>    {</a:t>
            </a:r>
          </a:p>
          <a:p>
            <a:r>
              <a:t>      "text": "資料を見つけた後で、いま使える内容かを判断するのに時間がかかる。",</a:t>
            </a:r>
          </a:p>
          <a:p>
            <a:r>
              <a:t>      "refs": [</a:t>
            </a:r>
          </a:p>
          <a:p>
            <a:r>
              <a:t>        {</a:t>
            </a:r>
          </a:p>
          <a:p>
            <a:r>
              <a:t>          "source_id": "s015",</a:t>
            </a:r>
          </a:p>
          <a:p>
            <a:r>
              <a:t>          "quote": "資料を見つけた後で、いま使える内容かを判断するのに時間がかかる。"</a:t>
            </a:r>
          </a:p>
          <a:p>
            <a:r>
              <a:t>        }</a:t>
            </a:r>
          </a:p>
          <a:p>
            <a:r>
              <a:t>      ],</a:t>
            </a:r>
          </a:p>
          <a:p>
            <a:r>
              <a:t>      "mode": "verbatim"</a:t>
            </a:r>
          </a:p>
          <a:p>
            <a:r>
              <a:t>    },</a:t>
            </a:r>
          </a:p>
          <a:p>
            <a:r>
              <a:t>    {</a:t>
            </a:r>
          </a:p>
          <a:p>
            <a:r>
              <a:t>      "text": "架空ヒアリングの発言例。一般化は未検証。",</a:t>
            </a:r>
          </a:p>
          <a:p>
            <a:r>
              <a:t>      "refs": [</a:t>
            </a:r>
          </a:p>
          <a:p>
            <a:r>
              <a:t>        {</a:t>
            </a:r>
          </a:p>
          <a:p>
            <a:r>
              <a:t>          "source_id": "s015",</a:t>
            </a:r>
          </a:p>
          <a:p>
            <a:r>
              <a:t>          "quote": "架空ヒアリングの発言例。一般化は未検証。"</a:t>
            </a:r>
          </a:p>
          <a:p>
            <a:r>
              <a:t>        }</a:t>
            </a:r>
          </a:p>
          <a:p>
            <a:r>
              <a:t>      ],</a:t>
            </a:r>
          </a:p>
          <a:p>
            <a:r>
              <a:t>      "mode": "verbatim"</a:t>
            </a:r>
          </a:p>
          <a:p>
            <a:r>
              <a:t>    },</a:t>
            </a:r>
          </a:p>
          <a:p>
            <a:r>
              <a:t>    {</a:t>
            </a:r>
          </a:p>
          <a:p>
            <a:r>
              <a:t>      "text": "示唆：検索結果と一緒に更新日・適用範囲・確認担当を示す。",</a:t>
            </a:r>
          </a:p>
          <a:p>
            <a:r>
              <a:t>      "refs": [</a:t>
            </a:r>
          </a:p>
          <a:p>
            <a:r>
              <a:t>        {</a:t>
            </a:r>
          </a:p>
          <a:p>
            <a:r>
              <a:t>          "source_id": "s015",</a:t>
            </a:r>
          </a:p>
          <a:p>
            <a:r>
              <a:t>          "quote": "示唆：検索結果と一緒に更新日・適用範囲・確認担当を示す。"</a:t>
            </a:r>
          </a:p>
          <a:p>
            <a:r>
              <a:t>        }</a:t>
            </a:r>
          </a:p>
          <a:p>
            <a:r>
              <a:t>      ],</a:t>
            </a:r>
          </a:p>
          <a:p>
            <a:r>
              <a:t>      "mode": "verbatim"</a:t>
            </a:r>
          </a:p>
          <a:p>
            <a:r>
              <a:t>    },</a:t>
            </a:r>
          </a:p>
          <a:p>
            <a:r>
              <a:t>    {</a:t>
            </a:r>
          </a:p>
          <a:p>
            <a:r>
              <a:t>      "text": "留保：発言と分析者の解釈を区別する。",</a:t>
            </a:r>
          </a:p>
          <a:p>
            <a:r>
              <a:t>      "refs": [</a:t>
            </a:r>
          </a:p>
          <a:p>
            <a:r>
              <a:t>        {</a:t>
            </a:r>
          </a:p>
          <a:p>
            <a:r>
              <a:t>          "source_id": "s015",</a:t>
            </a:r>
          </a:p>
          <a:p>
            <a:r>
              <a:t>          "quote": "留保：発言と分析者の解釈を区別する。"</a:t>
            </a:r>
          </a:p>
          <a:p>
            <a:r>
              <a:t>        }</a:t>
            </a:r>
          </a:p>
          <a:p>
            <a:r>
              <a:t>      ],</a:t>
            </a:r>
          </a:p>
          <a:p>
            <a:r>
              <a:t>      "mode": "verbatim"</a:t>
            </a:r>
          </a:p>
          <a:p>
            <a:r>
              <a:t>    }</a:t>
            </a:r>
          </a:p>
          <a:p>
            <a:r>
              <a:t>  ],</a:t>
            </a:r>
          </a:p>
          <a:p>
            <a:r>
              <a:t>  "citations": {</a:t>
            </a:r>
          </a:p>
          <a:p>
            <a:r>
              <a:t>    "s015":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"quote",</a:t>
            </a:r>
          </a:p>
          <a:p>
            <a:r>
              <a:t>  "structural_variant": "left",</a:t>
            </a:r>
          </a:p>
          <a:p>
            <a:r>
              <a:t>  "repetition_reason": null,</a:t>
            </a:r>
          </a:p>
          <a:p>
            <a:r>
              <a:t>  "images": {},</a:t>
            </a:r>
          </a:p>
          <a:p>
            <a:r>
              <a:t>  "template_sha256": "342f31eaf4b7caf5d689ac515cabb33f95177a8673bafc1dd8ec53c1fe9a7f48"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"slide016",</a:t>
            </a:r>
          </a:p>
          <a:p>
            <a:r>
              <a:t>  "origin": "catalog",</a:t>
            </a:r>
          </a:p>
          <a:p>
            <a:r>
              <a:t>  "layout_id": "ed_summary_rows_3",</a:t>
            </a:r>
          </a:p>
          <a:p>
            <a:r>
              <a:t>  "variant": "warm",</a:t>
            </a:r>
          </a:p>
          <a:p>
            <a:r>
              <a:t>  "rationale": "まとめと次の確認を選択。原文の3項目と意味上の関係を保持し、見出し・説明・留保を対応づける。架空の調査共有であり、現実の効果を主張しない。",</a:t>
            </a:r>
          </a:p>
          <a:p>
            <a:r>
              <a:t>  "source_sha256": "d95ffc3c011ae474e9423e27aa5fad10b08df0b5578856595750eb1a2c1286d1",</a:t>
            </a:r>
          </a:p>
          <a:p>
            <a:r>
              <a:t>  "evidence": [</a:t>
            </a:r>
          </a:p>
          <a:p>
            <a:r>
              <a:t>    {</a:t>
            </a:r>
          </a:p>
          <a:p>
            <a:r>
              <a:t>      "text": "共有時に残すべき要点を整理する",</a:t>
            </a:r>
          </a:p>
          <a:p>
            <a:r>
              <a:t>      "refs": [</a:t>
            </a:r>
          </a:p>
          <a:p>
            <a:r>
              <a:t>        {</a:t>
            </a:r>
          </a:p>
          <a:p>
            <a:r>
              <a:t>          "source_id": "s016",</a:t>
            </a:r>
          </a:p>
          <a:p>
            <a:r>
              <a:t>          "quote": "共有時に残すべき要点を整理する"</a:t>
            </a:r>
          </a:p>
          <a:p>
            <a:r>
              <a:t>        }</a:t>
            </a:r>
          </a:p>
          <a:p>
            <a:r>
              <a:t>      ],</a:t>
            </a:r>
          </a:p>
          <a:p>
            <a:r>
              <a:t>      "mode": "verbatim"</a:t>
            </a:r>
          </a:p>
          <a:p>
            <a:r>
              <a:t>    },</a:t>
            </a:r>
          </a:p>
          <a:p>
            <a:r>
              <a:t>    {</a:t>
            </a:r>
          </a:p>
          <a:p>
            <a:r>
              <a:t>      "text": "架空の社内調査。運用条件を整理した所見であり、効果を実証したものではない。",</a:t>
            </a:r>
          </a:p>
          <a:p>
            <a:r>
              <a:t>      "refs": [</a:t>
            </a:r>
          </a:p>
          <a:p>
            <a:r>
              <a:t>        {</a:t>
            </a:r>
          </a:p>
          <a:p>
            <a:r>
              <a:t>          "source_id": "s016",</a:t>
            </a:r>
          </a:p>
          <a:p>
            <a:r>
              <a:t>          "quote": "架空の社内調査。運用条件を整理した所見であり、効果を実証したものではない。"</a:t>
            </a:r>
          </a:p>
          <a:p>
            <a:r>
              <a:t>        }</a:t>
            </a:r>
          </a:p>
          <a:p>
            <a:r>
              <a:t>      ],</a:t>
            </a:r>
          </a:p>
          <a:p>
            <a:r>
              <a:t>      "mode": "verbatim"</a:t>
            </a:r>
          </a:p>
          <a:p>
            <a:r>
              <a:t>    },</a:t>
            </a:r>
          </a:p>
          <a:p>
            <a:r>
              <a:t>    {</a:t>
            </a:r>
          </a:p>
          <a:p>
            <a:r>
              <a:t>      "text": "検索入口を揃える",</a:t>
            </a:r>
          </a:p>
          <a:p>
            <a:r>
              <a:t>      "refs": [</a:t>
            </a:r>
          </a:p>
          <a:p>
            <a:r>
              <a:t>        {</a:t>
            </a:r>
          </a:p>
          <a:p>
            <a:r>
              <a:t>          "source_id": "s016",</a:t>
            </a:r>
          </a:p>
          <a:p>
            <a:r>
              <a:t>          "quote": "検索入口を揃える"</a:t>
            </a:r>
          </a:p>
          <a:p>
            <a:r>
              <a:t>        }</a:t>
            </a:r>
          </a:p>
          <a:p>
            <a:r>
              <a:t>      ],</a:t>
            </a:r>
          </a:p>
          <a:p>
            <a:r>
              <a:t>      "mode": "verbatim"</a:t>
            </a:r>
          </a:p>
          <a:p>
            <a:r>
              <a:t>    },</a:t>
            </a:r>
          </a:p>
          <a:p>
            <a:r>
              <a:t>    {</a:t>
            </a:r>
          </a:p>
          <a:p>
            <a:r>
              <a:t>      "text": "用語を揃え、同じ資料へ辿れる入口を整える。",</a:t>
            </a:r>
          </a:p>
          <a:p>
            <a:r>
              <a:t>      "refs": [</a:t>
            </a:r>
          </a:p>
          <a:p>
            <a:r>
              <a:t>        {</a:t>
            </a:r>
          </a:p>
          <a:p>
            <a:r>
              <a:t>          "source_id": "s016",</a:t>
            </a:r>
          </a:p>
          <a:p>
            <a:r>
              <a:t>          "quote": "用語を揃え、同じ資料へ辿れる入口を整える。"</a:t>
            </a:r>
          </a:p>
          <a:p>
            <a:r>
              <a:t>        }</a:t>
            </a:r>
          </a:p>
          <a:p>
            <a:r>
              <a:t>      ],</a:t>
            </a:r>
          </a:p>
          <a:p>
            <a:r>
              <a:t>      "mode": "verbatim"</a:t>
            </a:r>
          </a:p>
          <a:p>
            <a:r>
              <a:t>    },</a:t>
            </a:r>
          </a:p>
          <a:p>
            <a:r>
              <a:t>    {</a:t>
            </a:r>
          </a:p>
          <a:p>
            <a:r>
              <a:t>      "text": "根拠まで辿れる",</a:t>
            </a:r>
          </a:p>
          <a:p>
            <a:r>
              <a:t>      "refs": [</a:t>
            </a:r>
          </a:p>
          <a:p>
            <a:r>
              <a:t>        {</a:t>
            </a:r>
          </a:p>
          <a:p>
            <a:r>
              <a:t>          "source_id": "s016",</a:t>
            </a:r>
          </a:p>
          <a:p>
            <a:r>
              <a:t>          "quote": "根拠まで辿れる"</a:t>
            </a:r>
          </a:p>
          <a:p>
            <a:r>
              <a:t>        }</a:t>
            </a:r>
          </a:p>
          <a:p>
            <a:r>
              <a:t>      ],</a:t>
            </a:r>
          </a:p>
          <a:p>
            <a:r>
              <a:t>      "mode": "verbatim"</a:t>
            </a:r>
          </a:p>
          <a:p>
            <a:r>
              <a:t>    },</a:t>
            </a:r>
          </a:p>
          <a:p>
            <a:r>
              <a:t>    {</a:t>
            </a:r>
          </a:p>
          <a:p>
            <a:r>
              <a:t>      "text": "原文の条件と確認日を、要約とともに残す。",</a:t>
            </a:r>
          </a:p>
          <a:p>
            <a:r>
              <a:t>      "refs": [</a:t>
            </a:r>
          </a:p>
          <a:p>
            <a:r>
              <a:t>        {</a:t>
            </a:r>
          </a:p>
          <a:p>
            <a:r>
              <a:t>          "source_id": "s016",</a:t>
            </a:r>
          </a:p>
          <a:p>
            <a:r>
              <a:t>          "quote": "原文の条件と確認日を、要約とともに残す。"</a:t>
            </a:r>
          </a:p>
          <a:p>
            <a:r>
              <a:t>        }</a:t>
            </a:r>
          </a:p>
          <a:p>
            <a:r>
              <a:t>      ],</a:t>
            </a:r>
          </a:p>
          <a:p>
            <a:r>
              <a:t>      "mode": "verbatim"</a:t>
            </a:r>
          </a:p>
          <a:p>
            <a:r>
              <a:t>    },</a:t>
            </a:r>
          </a:p>
          <a:p>
            <a:r>
              <a:t>    {</a:t>
            </a:r>
          </a:p>
          <a:p>
            <a:r>
              <a:t>      "text": "更新範囲を決める",</a:t>
            </a:r>
          </a:p>
          <a:p>
            <a:r>
              <a:t>      "refs": [</a:t>
            </a:r>
          </a:p>
          <a:p>
            <a:r>
              <a:t>        {</a:t>
            </a:r>
          </a:p>
          <a:p>
            <a:r>
              <a:t>          "source_id": "s016",</a:t>
            </a:r>
          </a:p>
          <a:p>
            <a:r>
              <a:t>          "quote": "更新範囲を決める"</a:t>
            </a:r>
          </a:p>
          <a:p>
            <a:r>
              <a:t>        }</a:t>
            </a:r>
          </a:p>
          <a:p>
            <a:r>
              <a:t>      ],</a:t>
            </a:r>
          </a:p>
          <a:p>
            <a:r>
              <a:t>      "mode": "verbatim"</a:t>
            </a:r>
          </a:p>
          <a:p>
            <a:r>
              <a:t>    },</a:t>
            </a:r>
          </a:p>
          <a:p>
            <a:r>
              <a:t>    {</a:t>
            </a:r>
          </a:p>
          <a:p>
            <a:r>
              <a:t>      "text": "変更頻度に応じて担当と再確認の時期を決める。",</a:t>
            </a:r>
          </a:p>
          <a:p>
            <a:r>
              <a:t>      "refs": [</a:t>
            </a:r>
          </a:p>
          <a:p>
            <a:r>
              <a:t>        {</a:t>
            </a:r>
          </a:p>
          <a:p>
            <a:r>
              <a:t>          "source_id": "s016",</a:t>
            </a:r>
          </a:p>
          <a:p>
            <a:r>
              <a:t>          "quote": "変更頻度に応じて担当と再確認の時期を決める。"</a:t>
            </a:r>
          </a:p>
          <a:p>
            <a:r>
              <a:t>        }</a:t>
            </a:r>
          </a:p>
          <a:p>
            <a:r>
              <a:t>      ],</a:t>
            </a:r>
          </a:p>
          <a:p>
            <a:r>
              <a:t>      "mode": "verbatim"</a:t>
            </a:r>
          </a:p>
          <a:p>
            <a:r>
              <a:t>    }</a:t>
            </a:r>
          </a:p>
          <a:p>
            <a:r>
              <a:t>  ],</a:t>
            </a:r>
          </a:p>
          <a:p>
            <a:r>
              <a:t>  "citations": {</a:t>
            </a:r>
          </a:p>
          <a:p>
            <a:r>
              <a:t>    "s016": "Public MIT sample: original fictional research-sharing design section 1"</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"editorial",</a:t>
            </a:r>
          </a:p>
          <a:p>
            <a:r>
              <a:t>  "family": "summary",</a:t>
            </a:r>
          </a:p>
          <a:p>
            <a:r>
              <a:t>  "structural_variant": "rows",</a:t>
            </a:r>
          </a:p>
          <a:p>
            <a:r>
              <a:t>  "repetition_reason": null,</a:t>
            </a:r>
          </a:p>
          <a:p>
            <a:r>
              <a:t>  "images": {},</a:t>
            </a:r>
          </a:p>
          <a:p>
            <a:r>
              <a:t>  "template_sha256": "7d6b70bfcec2bd3905c96b67a4654daafbd829e1a14f5fec3af1673d13f432d5"</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40080" y="1097280"/>
            <a:ext cx="9875520" cy="1143000"/>
          </a:xfrm>
          <a:prstGeom prst="rect">
            <a:avLst/>
          </a:prstGeom>
          <a:noFill/>
        </p:spPr>
        <p:txBody>
          <a:bodyPr wrap="square" lIns="18288" rIns="18288" tIns="13716" bIns="13716">
            <a:noAutofit/>
          </a:bodyPr>
          <a:lstStyle/>
          <a:p>
            <a:pPr hangingPunct="0" eaLnBrk="1" latinLnBrk="0">
              <a:lnSpc>
                <a:spcPts val="4250"/>
              </a:lnSpc>
              <a:spcBef>
                <a:spcPts val="0"/>
              </a:spcBef>
              <a:spcAft>
                <a:spcPts val="0"/>
              </a:spcAft>
              <a:defRPr lang="ja-JP" sz="3400" b="1">
                <a:solidFill>
                  <a:srgbClr val="213547"/>
                </a:solidFill>
                <a:latin typeface="Yu Gothic"/>
                <a:ea typeface="Yu Gothic"/>
                <a:cs typeface="Yu Gothic"/>
              </a:defRPr>
            </a:pPr>
            <a:r>
              <a:rPr lang="ja-JP" sz="3400" b="1">
                <a:solidFill>
                  <a:srgbClr val="213547"/>
                </a:solidFill>
                <a:latin typeface="Yu Gothic"/>
                <a:ea typeface="Yu Gothic"/>
                <a:cs typeface="Yu Gothic"/>
              </a:rPr>
              <a:t>社内ナレッジ共有の調査メモ</a:t>
            </a:r>
          </a:p>
        </p:txBody>
      </p:sp>
      <p:sp>
        <p:nvSpPr>
          <p:cNvPr id="8" name="slot:context"/>
          <p:cNvSpPr txBox="1"/>
          <p:nvPr/>
        </p:nvSpPr>
        <p:spPr>
          <a:xfrm>
            <a:off x="658368" y="2423160"/>
            <a:ext cx="10607040" cy="685800"/>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0">
                <a:solidFill>
                  <a:srgbClr val="566777"/>
                </a:solidFill>
                <a:latin typeface="Yu Gothic"/>
                <a:ea typeface="Yu Gothic"/>
                <a:cs typeface="Yu Gothic"/>
              </a:defRPr>
            </a:pPr>
            <a:r>
              <a:rPr lang="ja-JP" sz="2300" b="0">
                <a:solidFill>
                  <a:srgbClr val="566777"/>
                </a:solidFill>
                <a:latin typeface="Yu Gothic"/>
                <a:ea typeface="Yu Gothic"/>
                <a:cs typeface="Yu Gothic"/>
              </a:rPr>
              <a:t>検索性と信頼性を両立するための運用条件</a:t>
            </a:r>
          </a:p>
        </p:txBody>
      </p:sp>
      <p:sp>
        <p:nvSpPr>
          <p:cNvPr id="9" name="decor:3"/>
          <p:cNvSpPr/>
          <p:nvPr/>
        </p:nvSpPr>
        <p:spPr>
          <a:xfrm>
            <a:off x="640080" y="3657600"/>
            <a:ext cx="5413248" cy="219456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40080" y="3657600"/>
            <a:ext cx="41148" cy="21945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50392" y="3794760"/>
            <a:ext cx="499262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50392" y="4315968"/>
            <a:ext cx="4992624" cy="144475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decor:5"/>
          <p:cNvSpPr/>
          <p:nvPr/>
        </p:nvSpPr>
        <p:spPr>
          <a:xfrm>
            <a:off x="6217920" y="3657600"/>
            <a:ext cx="5413248" cy="219456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ecor:6"/>
          <p:cNvSpPr/>
          <p:nvPr/>
        </p:nvSpPr>
        <p:spPr>
          <a:xfrm>
            <a:off x="6217920" y="3657600"/>
            <a:ext cx="41148" cy="21945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428232" y="3794760"/>
            <a:ext cx="499262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428232" y="4315968"/>
            <a:ext cx="4992624" cy="144475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資料共有を整理するための三つの観点</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3425952"/>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tic:number_1"/>
          <p:cNvSpPr txBox="1"/>
          <p:nvPr/>
        </p:nvSpPr>
        <p:spPr>
          <a:xfrm>
            <a:off x="694944" y="2185415"/>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1" name="slot:item_1_heading"/>
          <p:cNvSpPr txBox="1"/>
          <p:nvPr/>
        </p:nvSpPr>
        <p:spPr>
          <a:xfrm>
            <a:off x="1216152" y="2176272"/>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3968496" y="2176272"/>
            <a:ext cx="75163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decor:4"/>
          <p:cNvSpPr/>
          <p:nvPr/>
        </p:nvSpPr>
        <p:spPr>
          <a:xfrm>
            <a:off x="694944" y="471220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ic:number_2"/>
          <p:cNvSpPr txBox="1"/>
          <p:nvPr/>
        </p:nvSpPr>
        <p:spPr>
          <a:xfrm>
            <a:off x="694944" y="3471672"/>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5" name="slot:item_2_heading"/>
          <p:cNvSpPr txBox="1"/>
          <p:nvPr/>
        </p:nvSpPr>
        <p:spPr>
          <a:xfrm>
            <a:off x="1216152" y="3462528"/>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3968496" y="3462528"/>
            <a:ext cx="75163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decor:5"/>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atic:number_3"/>
          <p:cNvSpPr txBox="1"/>
          <p:nvPr/>
        </p:nvSpPr>
        <p:spPr>
          <a:xfrm>
            <a:off x="694944" y="47579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19" name="slot:item_3_heading"/>
          <p:cNvSpPr txBox="1"/>
          <p:nvPr/>
        </p:nvSpPr>
        <p:spPr>
          <a:xfrm>
            <a:off x="1216152" y="474878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3968496" y="4748783"/>
            <a:ext cx="75163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見つけやすさは入口の設計で変わる</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3102864"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入口をまとめる</a:t>
            </a:r>
          </a:p>
        </p:txBody>
      </p:sp>
      <p:sp>
        <p:nvSpPr>
          <p:cNvPr id="12" name="slot:item_1_body"/>
          <p:cNvSpPr txBox="1"/>
          <p:nvPr/>
        </p:nvSpPr>
        <p:spPr>
          <a:xfrm>
            <a:off x="813816" y="3072384"/>
            <a:ext cx="3102864" cy="13182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部署ごとの入口を一覧化し、どの資料を探す場所かを明記する。既存の原文はそのまま保管する。</a:t>
            </a:r>
          </a:p>
        </p:txBody>
      </p:sp>
      <p:sp>
        <p:nvSpPr>
          <p:cNvPr id="13" name="slot:item_1_evidence"/>
          <p:cNvSpPr txBox="1"/>
          <p:nvPr/>
        </p:nvSpPr>
        <p:spPr>
          <a:xfrm>
            <a:off x="813816" y="4500372"/>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対象：検索の入口</a:t>
            </a:r>
          </a:p>
        </p:txBody>
      </p:sp>
      <p:sp>
        <p:nvSpPr>
          <p:cNvPr id="14" name="decor:5"/>
          <p:cNvSpPr/>
          <p:nvPr/>
        </p:nvSpPr>
        <p:spPr>
          <a:xfrm>
            <a:off x="4328160"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4328160"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538472" y="2276856"/>
            <a:ext cx="3102864"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呼称を対応させる</a:t>
            </a:r>
          </a:p>
        </p:txBody>
      </p:sp>
      <p:sp>
        <p:nvSpPr>
          <p:cNvPr id="17" name="slot:item_2_body"/>
          <p:cNvSpPr txBox="1"/>
          <p:nvPr/>
        </p:nvSpPr>
        <p:spPr>
          <a:xfrm>
            <a:off x="4538472" y="3072384"/>
            <a:ext cx="3102864" cy="163575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同じ対象を示す用語の違いを整理する。専門用語を置き換えず、別の呼び方からも辿れるようにする。</a:t>
            </a:r>
          </a:p>
        </p:txBody>
      </p:sp>
      <p:sp>
        <p:nvSpPr>
          <p:cNvPr id="18" name="slot:item_2_evidence"/>
          <p:cNvSpPr txBox="1"/>
          <p:nvPr/>
        </p:nvSpPr>
        <p:spPr>
          <a:xfrm>
            <a:off x="4538472" y="4817871"/>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根拠：用語の照合</a:t>
            </a:r>
          </a:p>
        </p:txBody>
      </p:sp>
      <p:sp>
        <p:nvSpPr>
          <p:cNvPr id="19" name="decor:7"/>
          <p:cNvSpPr/>
          <p:nvPr/>
        </p:nvSpPr>
        <p:spPr>
          <a:xfrm>
            <a:off x="8052816"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8"/>
          <p:cNvSpPr/>
          <p:nvPr/>
        </p:nvSpPr>
        <p:spPr>
          <a:xfrm>
            <a:off x="8052816"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63128" y="2276856"/>
            <a:ext cx="3102864"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範囲を先に見せる</a:t>
            </a:r>
          </a:p>
        </p:txBody>
      </p:sp>
      <p:sp>
        <p:nvSpPr>
          <p:cNvPr id="22" name="slot:item_3_body"/>
          <p:cNvSpPr txBox="1"/>
          <p:nvPr/>
        </p:nvSpPr>
        <p:spPr>
          <a:xfrm>
            <a:off x="8263128" y="3072384"/>
            <a:ext cx="3102864" cy="163575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検索結果に対象部署と適用範囲を添える。本文を開く前に、自分の状況に関係する資料かを判断できる。</a:t>
            </a:r>
          </a:p>
        </p:txBody>
      </p:sp>
      <p:sp>
        <p:nvSpPr>
          <p:cNvPr id="23" name="slot:item_3_evidence"/>
          <p:cNvSpPr txBox="1"/>
          <p:nvPr/>
        </p:nvSpPr>
        <p:spPr>
          <a:xfrm>
            <a:off x="8263128" y="4817871"/>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留保：効果は未検証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検索で詰まる場面を分けて考える</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場所が分からない</a:t>
            </a:r>
          </a:p>
        </p:txBody>
      </p:sp>
      <p:sp>
        <p:nvSpPr>
          <p:cNvPr id="11" name="slot:item_1_body"/>
          <p:cNvSpPr txBox="1"/>
          <p:nvPr/>
        </p:nvSpPr>
        <p:spPr>
          <a:xfrm>
            <a:off x="3730752" y="2130552"/>
            <a:ext cx="7790688"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資料の保管先が部署ごとに異なる。入口の整理と、原文を管理する責任の所在は分けて扱う。</a:t>
            </a:r>
          </a:p>
        </p:txBody>
      </p:sp>
      <p:sp>
        <p:nvSpPr>
          <p:cNvPr id="12" name="slot:item_1_evidence"/>
          <p:cNvSpPr txBox="1"/>
          <p:nvPr/>
        </p:nvSpPr>
        <p:spPr>
          <a:xfrm>
            <a:off x="3730752" y="2839720"/>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観点：保管場所</a:t>
            </a:r>
          </a:p>
        </p:txBody>
      </p:sp>
      <p:sp>
        <p:nvSpPr>
          <p:cNvPr id="13" name="decor:4"/>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435096"/>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用語が一致しない</a:t>
            </a:r>
          </a:p>
        </p:txBody>
      </p:sp>
      <p:sp>
        <p:nvSpPr>
          <p:cNvPr id="15" name="slot:item_2_body"/>
          <p:cNvSpPr txBox="1"/>
          <p:nvPr/>
        </p:nvSpPr>
        <p:spPr>
          <a:xfrm>
            <a:off x="3730752" y="3435096"/>
            <a:ext cx="7790688"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検索語と資料内の呼称が一致しない。索引に同義の表現を残し、業務上の定義の違いも確認する。</a:t>
            </a:r>
          </a:p>
        </p:txBody>
      </p:sp>
      <p:sp>
        <p:nvSpPr>
          <p:cNvPr id="16" name="slot:item_2_evidence"/>
          <p:cNvSpPr txBox="1"/>
          <p:nvPr/>
        </p:nvSpPr>
        <p:spPr>
          <a:xfrm>
            <a:off x="3730752" y="4144264"/>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観点：用語の違い</a:t>
            </a:r>
          </a:p>
        </p:txBody>
      </p:sp>
      <p:sp>
        <p:nvSpPr>
          <p:cNvPr id="17" name="decor:5"/>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739640"/>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使えるか迷う</a:t>
            </a:r>
          </a:p>
        </p:txBody>
      </p:sp>
      <p:sp>
        <p:nvSpPr>
          <p:cNvPr id="19" name="slot:item_3_body"/>
          <p:cNvSpPr txBox="1"/>
          <p:nvPr/>
        </p:nvSpPr>
        <p:spPr>
          <a:xfrm>
            <a:off x="3730752" y="4739640"/>
            <a:ext cx="7790688"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資料は見つかっても適用条件が分からない。更新日だけでなく、対象範囲と確認先も示す。</a:t>
            </a:r>
          </a:p>
        </p:txBody>
      </p:sp>
      <p:sp>
        <p:nvSpPr>
          <p:cNvPr id="20" name="slot:item_3_evidence"/>
          <p:cNvSpPr txBox="1"/>
          <p:nvPr/>
        </p:nvSpPr>
        <p:spPr>
          <a:xfrm>
            <a:off x="3730752" y="5448808"/>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留保：場面差あり</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要約から根拠へ戻れることが必要</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3102864"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引用箇所を残す</a:t>
            </a:r>
          </a:p>
        </p:txBody>
      </p:sp>
      <p:sp>
        <p:nvSpPr>
          <p:cNvPr id="12" name="slot:item_1_body"/>
          <p:cNvSpPr txBox="1"/>
          <p:nvPr/>
        </p:nvSpPr>
        <p:spPr>
          <a:xfrm>
            <a:off x="813816" y="3072384"/>
            <a:ext cx="3102864" cy="163575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要約と原文の位置を対応させる。後から読んだ人が、結論の根拠となった条件を確かめられる形にする。</a:t>
            </a:r>
          </a:p>
        </p:txBody>
      </p:sp>
      <p:sp>
        <p:nvSpPr>
          <p:cNvPr id="13" name="slot:item_1_evidence"/>
          <p:cNvSpPr txBox="1"/>
          <p:nvPr/>
        </p:nvSpPr>
        <p:spPr>
          <a:xfrm>
            <a:off x="813816" y="4817871"/>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根拠：原文を保持</a:t>
            </a:r>
          </a:p>
        </p:txBody>
      </p:sp>
      <p:sp>
        <p:nvSpPr>
          <p:cNvPr id="14" name="decor:5"/>
          <p:cNvSpPr/>
          <p:nvPr/>
        </p:nvSpPr>
        <p:spPr>
          <a:xfrm>
            <a:off x="4328160"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4328160"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538472" y="2276856"/>
            <a:ext cx="3102864"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留保を近くに置く</a:t>
            </a:r>
          </a:p>
        </p:txBody>
      </p:sp>
      <p:sp>
        <p:nvSpPr>
          <p:cNvPr id="17" name="slot:item_2_body"/>
          <p:cNvSpPr txBox="1"/>
          <p:nvPr/>
        </p:nvSpPr>
        <p:spPr>
          <a:xfrm>
            <a:off x="4538472" y="3072384"/>
            <a:ext cx="3102864" cy="163575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限定条件や未確認事項を本文の近くに残す。脚注だけに追いやらず、判断する場面で読める位置に置く。</a:t>
            </a:r>
          </a:p>
        </p:txBody>
      </p:sp>
      <p:sp>
        <p:nvSpPr>
          <p:cNvPr id="18" name="slot:item_2_evidence"/>
          <p:cNvSpPr txBox="1"/>
          <p:nvPr/>
        </p:nvSpPr>
        <p:spPr>
          <a:xfrm>
            <a:off x="4538472" y="4817871"/>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観点：読み落とし</a:t>
            </a:r>
          </a:p>
        </p:txBody>
      </p:sp>
      <p:sp>
        <p:nvSpPr>
          <p:cNvPr id="19" name="decor:7"/>
          <p:cNvSpPr/>
          <p:nvPr/>
        </p:nvSpPr>
        <p:spPr>
          <a:xfrm>
            <a:off x="8052816"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8"/>
          <p:cNvSpPr/>
          <p:nvPr/>
        </p:nvSpPr>
        <p:spPr>
          <a:xfrm>
            <a:off x="8052816"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63128" y="2276856"/>
            <a:ext cx="3102864"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解釈を分けて示す</a:t>
            </a:r>
          </a:p>
        </p:txBody>
      </p:sp>
      <p:sp>
        <p:nvSpPr>
          <p:cNvPr id="22" name="slot:item_3_body"/>
          <p:cNvSpPr txBox="1"/>
          <p:nvPr/>
        </p:nvSpPr>
        <p:spPr>
          <a:xfrm>
            <a:off x="8263128" y="3072384"/>
            <a:ext cx="3102864" cy="1635759"/>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資料に書かれた内容と分析者の解釈を区別する。推測を確定事項に言い換えず、確認が必要な点を残す。</a:t>
            </a:r>
          </a:p>
        </p:txBody>
      </p:sp>
      <p:sp>
        <p:nvSpPr>
          <p:cNvPr id="23" name="slot:item_3_evidence"/>
          <p:cNvSpPr txBox="1"/>
          <p:nvPr/>
        </p:nvSpPr>
        <p:spPr>
          <a:xfrm>
            <a:off x="8263128" y="4817871"/>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留保：解釈を区別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更新を続けるための役割を整理する</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85800" y="3398520"/>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85800" y="213055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原文の担当を決める</a:t>
            </a:r>
          </a:p>
        </p:txBody>
      </p:sp>
      <p:sp>
        <p:nvSpPr>
          <p:cNvPr id="11" name="slot:item_1_body"/>
          <p:cNvSpPr txBox="1"/>
          <p:nvPr/>
        </p:nvSpPr>
        <p:spPr>
          <a:xfrm>
            <a:off x="3730752" y="2130552"/>
            <a:ext cx="7790688"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原文を更新する担当と、共有メモを確認する担当を明記する。どちらかだけが更新される状態を見つける。</a:t>
            </a:r>
          </a:p>
        </p:txBody>
      </p:sp>
      <p:sp>
        <p:nvSpPr>
          <p:cNvPr id="12" name="slot:item_1_evidence"/>
          <p:cNvSpPr txBox="1"/>
          <p:nvPr/>
        </p:nvSpPr>
        <p:spPr>
          <a:xfrm>
            <a:off x="3730752" y="2839720"/>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観点：担当の分担</a:t>
            </a:r>
          </a:p>
        </p:txBody>
      </p:sp>
      <p:sp>
        <p:nvSpPr>
          <p:cNvPr id="13" name="decor:4"/>
          <p:cNvSpPr/>
          <p:nvPr/>
        </p:nvSpPr>
        <p:spPr>
          <a:xfrm>
            <a:off x="685800" y="4703064"/>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85800" y="3435096"/>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更新の契機を決める</a:t>
            </a:r>
          </a:p>
        </p:txBody>
      </p:sp>
      <p:sp>
        <p:nvSpPr>
          <p:cNvPr id="15" name="slot:item_2_body"/>
          <p:cNvSpPr txBox="1"/>
          <p:nvPr/>
        </p:nvSpPr>
        <p:spPr>
          <a:xfrm>
            <a:off x="3730752" y="3435096"/>
            <a:ext cx="7790688"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定期確認に加え、制度や対象範囲が変わった際の見直しを決める。頻度は業務の変化に応じて調整する。</a:t>
            </a:r>
          </a:p>
        </p:txBody>
      </p:sp>
      <p:sp>
        <p:nvSpPr>
          <p:cNvPr id="16" name="slot:item_2_evidence"/>
          <p:cNvSpPr txBox="1"/>
          <p:nvPr/>
        </p:nvSpPr>
        <p:spPr>
          <a:xfrm>
            <a:off x="3730752" y="4144264"/>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留保：頻度は要調整</a:t>
            </a:r>
          </a:p>
        </p:txBody>
      </p:sp>
      <p:sp>
        <p:nvSpPr>
          <p:cNvPr id="17" name="decor:5"/>
          <p:cNvSpPr/>
          <p:nvPr/>
        </p:nvSpPr>
        <p:spPr>
          <a:xfrm>
            <a:off x="685800" y="6007608"/>
            <a:ext cx="108356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85800" y="4739640"/>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保留の理由を残す</a:t>
            </a:r>
          </a:p>
        </p:txBody>
      </p:sp>
      <p:sp>
        <p:nvSpPr>
          <p:cNvPr id="19" name="slot:item_3_body"/>
          <p:cNvSpPr txBox="1"/>
          <p:nvPr/>
        </p:nvSpPr>
        <p:spPr>
          <a:xfrm>
            <a:off x="3730752" y="4739640"/>
            <a:ext cx="7790688"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確認が終わらない論点は理由と確認先を残す。無理に結論を埋めず、次の担当者が続きを調べられるようにする。</a:t>
            </a:r>
          </a:p>
        </p:txBody>
      </p:sp>
      <p:sp>
        <p:nvSpPr>
          <p:cNvPr id="20" name="slot:item_3_evidence"/>
          <p:cNvSpPr txBox="1"/>
          <p:nvPr/>
        </p:nvSpPr>
        <p:spPr>
          <a:xfrm>
            <a:off x="3730752" y="5448808"/>
            <a:ext cx="7790688"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観点：引き継ぎ</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運用前に確認する六つの観点</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13816" y="2798063"/>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slot:item_1_evidence"/>
          <p:cNvSpPr txBox="1"/>
          <p:nvPr/>
        </p:nvSpPr>
        <p:spPr>
          <a:xfrm>
            <a:off x="813816" y="3525519"/>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4328160"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4328160"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538472" y="2276856"/>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38472" y="2798063"/>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slot:item_2_evidence"/>
          <p:cNvSpPr txBox="1"/>
          <p:nvPr/>
        </p:nvSpPr>
        <p:spPr>
          <a:xfrm>
            <a:off x="4538472" y="3525519"/>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
        <p:nvSpPr>
          <p:cNvPr id="19" name="decor:7"/>
          <p:cNvSpPr/>
          <p:nvPr/>
        </p:nvSpPr>
        <p:spPr>
          <a:xfrm>
            <a:off x="8052816"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8"/>
          <p:cNvSpPr/>
          <p:nvPr/>
        </p:nvSpPr>
        <p:spPr>
          <a:xfrm>
            <a:off x="8052816"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63128" y="2276856"/>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263128" y="2798063"/>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3" name="slot:item_3_evidence"/>
          <p:cNvSpPr txBox="1"/>
          <p:nvPr/>
        </p:nvSpPr>
        <p:spPr>
          <a:xfrm>
            <a:off x="8263128" y="3525519"/>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留保：運用負荷は未検証</a:t>
            </a:r>
          </a:p>
        </p:txBody>
      </p:sp>
      <p:sp>
        <p:nvSpPr>
          <p:cNvPr id="24" name="decor:9"/>
          <p:cNvSpPr/>
          <p:nvPr/>
        </p:nvSpPr>
        <p:spPr>
          <a:xfrm>
            <a:off x="603504"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cor:10"/>
          <p:cNvSpPr/>
          <p:nvPr/>
        </p:nvSpPr>
        <p:spPr>
          <a:xfrm>
            <a:off x="603504"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4_heading"/>
          <p:cNvSpPr txBox="1"/>
          <p:nvPr/>
        </p:nvSpPr>
        <p:spPr>
          <a:xfrm>
            <a:off x="813816" y="4306824"/>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7" name="slot:item_4_body"/>
          <p:cNvSpPr txBox="1"/>
          <p:nvPr/>
        </p:nvSpPr>
        <p:spPr>
          <a:xfrm>
            <a:off x="813816" y="4828031"/>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8" name="slot:item_4_evidence"/>
          <p:cNvSpPr txBox="1"/>
          <p:nvPr/>
        </p:nvSpPr>
        <p:spPr>
          <a:xfrm>
            <a:off x="813816" y="5555487"/>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注意：対象外の場面を含む</a:t>
            </a:r>
          </a:p>
        </p:txBody>
      </p:sp>
      <p:sp>
        <p:nvSpPr>
          <p:cNvPr id="29" name="decor:11"/>
          <p:cNvSpPr/>
          <p:nvPr/>
        </p:nvSpPr>
        <p:spPr>
          <a:xfrm>
            <a:off x="4328160"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ecor:12"/>
          <p:cNvSpPr/>
          <p:nvPr/>
        </p:nvSpPr>
        <p:spPr>
          <a:xfrm>
            <a:off x="4328160"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ot:item_5_heading"/>
          <p:cNvSpPr txBox="1"/>
          <p:nvPr/>
        </p:nvSpPr>
        <p:spPr>
          <a:xfrm>
            <a:off x="4538472" y="4306824"/>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32" name="slot:item_5_body"/>
          <p:cNvSpPr txBox="1"/>
          <p:nvPr/>
        </p:nvSpPr>
        <p:spPr>
          <a:xfrm>
            <a:off x="4538472" y="4828031"/>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
        <p:nvSpPr>
          <p:cNvPr id="33" name="slot:item_5_evidence"/>
          <p:cNvSpPr txBox="1"/>
          <p:nvPr/>
        </p:nvSpPr>
        <p:spPr>
          <a:xfrm>
            <a:off x="4538472" y="5555487"/>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根拠：比較条件を照合</a:t>
            </a:r>
          </a:p>
        </p:txBody>
      </p:sp>
      <p:sp>
        <p:nvSpPr>
          <p:cNvPr id="34" name="decor:13"/>
          <p:cNvSpPr/>
          <p:nvPr/>
        </p:nvSpPr>
        <p:spPr>
          <a:xfrm>
            <a:off x="8052816"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ecor:14"/>
          <p:cNvSpPr/>
          <p:nvPr/>
        </p:nvSpPr>
        <p:spPr>
          <a:xfrm>
            <a:off x="8052816"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ot:item_6_heading"/>
          <p:cNvSpPr txBox="1"/>
          <p:nvPr/>
        </p:nvSpPr>
        <p:spPr>
          <a:xfrm>
            <a:off x="8263128" y="4306824"/>
            <a:ext cx="3102864" cy="438912"/>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確認先を残す</a:t>
            </a:r>
          </a:p>
        </p:txBody>
      </p:sp>
      <p:sp>
        <p:nvSpPr>
          <p:cNvPr id="37" name="slot:item_6_body"/>
          <p:cNvSpPr txBox="1"/>
          <p:nvPr/>
        </p:nvSpPr>
        <p:spPr>
          <a:xfrm>
            <a:off x="8263128" y="4828031"/>
            <a:ext cx="3102864" cy="61772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未確認の論点と、追加調査で確かめる点を残す。</a:t>
            </a:r>
          </a:p>
        </p:txBody>
      </p:sp>
      <p:sp>
        <p:nvSpPr>
          <p:cNvPr id="38" name="slot:item_6_evidence"/>
          <p:cNvSpPr txBox="1"/>
          <p:nvPr/>
        </p:nvSpPr>
        <p:spPr>
          <a:xfrm>
            <a:off x="8263128" y="5555487"/>
            <a:ext cx="3102864" cy="310896"/>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保留：担当部署へ確認</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8</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資料から共有メモへ変換する流れ</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21208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850392" y="2350008"/>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node_1"/>
          <p:cNvSpPr txBox="1"/>
          <p:nvPr/>
        </p:nvSpPr>
        <p:spPr>
          <a:xfrm>
            <a:off x="1060704" y="2423160"/>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入力資料</a:t>
            </a:r>
          </a:p>
        </p:txBody>
      </p:sp>
      <p:sp>
        <p:nvSpPr>
          <p:cNvPr id="12" name="slot:node_1_detail"/>
          <p:cNvSpPr txBox="1"/>
          <p:nvPr/>
        </p:nvSpPr>
        <p:spPr>
          <a:xfrm>
            <a:off x="1060704" y="2871215"/>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原文・確認日・対象範囲を受け取る</a:t>
            </a:r>
          </a:p>
        </p:txBody>
      </p:sp>
      <p:sp>
        <p:nvSpPr>
          <p:cNvPr id="13" name="static:arrow_0"/>
          <p:cNvSpPr txBox="1"/>
          <p:nvPr/>
        </p:nvSpPr>
        <p:spPr>
          <a:xfrm>
            <a:off x="3026664" y="3227832"/>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4" name="decor:5"/>
          <p:cNvSpPr/>
          <p:nvPr/>
        </p:nvSpPr>
        <p:spPr>
          <a:xfrm>
            <a:off x="850392" y="3502152"/>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node_2"/>
          <p:cNvSpPr txBox="1"/>
          <p:nvPr/>
        </p:nvSpPr>
        <p:spPr>
          <a:xfrm>
            <a:off x="1060704" y="3575304"/>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条件の確認</a:t>
            </a:r>
          </a:p>
        </p:txBody>
      </p:sp>
      <p:sp>
        <p:nvSpPr>
          <p:cNvPr id="16" name="slot:node_2_detail"/>
          <p:cNvSpPr txBox="1"/>
          <p:nvPr/>
        </p:nvSpPr>
        <p:spPr>
          <a:xfrm>
            <a:off x="1060704" y="4023360"/>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定義と比較条件の違いを整理する</a:t>
            </a:r>
          </a:p>
        </p:txBody>
      </p:sp>
      <p:sp>
        <p:nvSpPr>
          <p:cNvPr id="17" name="static:arrow_1"/>
          <p:cNvSpPr txBox="1"/>
          <p:nvPr/>
        </p:nvSpPr>
        <p:spPr>
          <a:xfrm>
            <a:off x="3026664" y="4379976"/>
            <a:ext cx="457200" cy="2743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087E83"/>
                </a:solidFill>
                <a:latin typeface="Yu Gothic"/>
                <a:ea typeface="Yu Gothic"/>
                <a:cs typeface="Yu Gothic"/>
              </a:defRPr>
            </a:pPr>
            <a:r>
              <a:rPr lang="ja-JP" sz="1500" b="0">
                <a:solidFill>
                  <a:srgbClr val="087E83"/>
                </a:solidFill>
                <a:latin typeface="Yu Gothic"/>
                <a:ea typeface="Yu Gothic"/>
                <a:cs typeface="Yu Gothic"/>
              </a:rPr>
              <a:t>↓</a:t>
            </a:r>
          </a:p>
        </p:txBody>
      </p:sp>
      <p:sp>
        <p:nvSpPr>
          <p:cNvPr id="18" name="decor:6"/>
          <p:cNvSpPr/>
          <p:nvPr/>
        </p:nvSpPr>
        <p:spPr>
          <a:xfrm>
            <a:off x="850392" y="4654296"/>
            <a:ext cx="4718304" cy="8778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node_3"/>
          <p:cNvSpPr txBox="1"/>
          <p:nvPr/>
        </p:nvSpPr>
        <p:spPr>
          <a:xfrm>
            <a:off x="1060704" y="4727448"/>
            <a:ext cx="4297680" cy="384048"/>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所見の共有</a:t>
            </a:r>
          </a:p>
        </p:txBody>
      </p:sp>
      <p:sp>
        <p:nvSpPr>
          <p:cNvPr id="20" name="slot:node_3_detail"/>
          <p:cNvSpPr txBox="1"/>
          <p:nvPr/>
        </p:nvSpPr>
        <p:spPr>
          <a:xfrm>
            <a:off x="1060704" y="5175504"/>
            <a:ext cx="4297680" cy="283464"/>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根拠と未確認の論点を残して渡す</a:t>
            </a:r>
          </a:p>
        </p:txBody>
      </p:sp>
      <p:sp>
        <p:nvSpPr>
          <p:cNvPr id="21" name="slot:explanation_heading"/>
          <p:cNvSpPr txBox="1"/>
          <p:nvPr/>
        </p:nvSpPr>
        <p:spPr>
          <a:xfrm>
            <a:off x="6199632" y="2322576"/>
            <a:ext cx="5376672" cy="768096"/>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213547"/>
                </a:solidFill>
                <a:latin typeface="Yu Gothic"/>
                <a:ea typeface="Yu Gothic"/>
                <a:cs typeface="Yu Gothic"/>
              </a:defRPr>
            </a:pPr>
            <a:r>
              <a:rPr lang="ja-JP" sz="2300" b="1">
                <a:solidFill>
                  <a:srgbClr val="213547"/>
                </a:solidFill>
                <a:latin typeface="Yu Gothic"/>
                <a:ea typeface="Yu Gothic"/>
                <a:cs typeface="Yu Gothic"/>
              </a:rPr>
              <a:t>原文とのつながりを残す</a:t>
            </a:r>
          </a:p>
        </p:txBody>
      </p:sp>
      <p:sp>
        <p:nvSpPr>
          <p:cNvPr id="22" name="slot:explanation"/>
          <p:cNvSpPr txBox="1"/>
          <p:nvPr/>
        </p:nvSpPr>
        <p:spPr>
          <a:xfrm>
            <a:off x="6199632" y="3264408"/>
            <a:ext cx="5376672" cy="100076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資料を集めた後で、対象範囲と比較条件を確認する。共有時には原文の位置を添え、読み手が結論の前提へ戻れるようにする。</a:t>
            </a:r>
          </a:p>
        </p:txBody>
      </p:sp>
      <p:sp>
        <p:nvSpPr>
          <p:cNvPr id="23" name="slot:caveat"/>
          <p:cNvSpPr txBox="1"/>
          <p:nvPr/>
        </p:nvSpPr>
        <p:spPr>
          <a:xfrm>
            <a:off x="6199632" y="4411472"/>
            <a:ext cx="5376672" cy="47548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留保：因果関係を示す工程図ではない。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9</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集約型と分散型は運用条件で選ぶ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49240"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a_heading"/>
          <p:cNvSpPr txBox="1"/>
          <p:nvPr/>
        </p:nvSpPr>
        <p:spPr>
          <a:xfrm>
            <a:off x="832104" y="2350008"/>
            <a:ext cx="4892040" cy="566928"/>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集約型</a:t>
            </a:r>
          </a:p>
        </p:txBody>
      </p:sp>
      <p:sp>
        <p:nvSpPr>
          <p:cNvPr id="11" name="slot:a_axis_1"/>
          <p:cNvSpPr txBox="1"/>
          <p:nvPr/>
        </p:nvSpPr>
        <p:spPr>
          <a:xfrm>
            <a:off x="832104" y="2999232"/>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2" name="slot:a_point_1"/>
          <p:cNvSpPr txBox="1"/>
          <p:nvPr/>
        </p:nvSpPr>
        <p:spPr>
          <a:xfrm>
            <a:off x="832104" y="3364992"/>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入口を統一し、部署をまたぐ検索をしやすくする。</a:t>
            </a:r>
          </a:p>
        </p:txBody>
      </p:sp>
      <p:sp>
        <p:nvSpPr>
          <p:cNvPr id="13" name="slot:a_axis_2"/>
          <p:cNvSpPr txBox="1"/>
          <p:nvPr/>
        </p:nvSpPr>
        <p:spPr>
          <a:xfrm>
            <a:off x="832104" y="4425696"/>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14" name="slot:a_point_2"/>
          <p:cNvSpPr txBox="1"/>
          <p:nvPr/>
        </p:nvSpPr>
        <p:spPr>
          <a:xfrm>
            <a:off x="832104" y="4791456"/>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更新作業が担当者に集中するため、確認待ちの滞留に注意する。</a:t>
            </a:r>
          </a:p>
        </p:txBody>
      </p:sp>
      <p:sp>
        <p:nvSpPr>
          <p:cNvPr id="15" name="decor:4"/>
          <p:cNvSpPr/>
          <p:nvPr/>
        </p:nvSpPr>
        <p:spPr>
          <a:xfrm>
            <a:off x="6227064" y="2139696"/>
            <a:ext cx="5349240"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b_heading"/>
          <p:cNvSpPr txBox="1"/>
          <p:nvPr/>
        </p:nvSpPr>
        <p:spPr>
          <a:xfrm>
            <a:off x="6455664" y="2350008"/>
            <a:ext cx="4892040" cy="566928"/>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1">
                <a:solidFill>
                  <a:srgbClr val="087E83"/>
                </a:solidFill>
                <a:latin typeface="Yu Gothic"/>
                <a:ea typeface="Yu Gothic"/>
                <a:cs typeface="Yu Gothic"/>
              </a:defRPr>
            </a:pPr>
            <a:r>
              <a:rPr lang="ja-JP" sz="2300" b="1">
                <a:solidFill>
                  <a:srgbClr val="087E83"/>
                </a:solidFill>
                <a:latin typeface="Yu Gothic"/>
                <a:ea typeface="Yu Gothic"/>
                <a:cs typeface="Yu Gothic"/>
              </a:rPr>
              <a:t>分散型</a:t>
            </a:r>
          </a:p>
        </p:txBody>
      </p:sp>
      <p:sp>
        <p:nvSpPr>
          <p:cNvPr id="17" name="slot:b_axis_1"/>
          <p:cNvSpPr txBox="1"/>
          <p:nvPr/>
        </p:nvSpPr>
        <p:spPr>
          <a:xfrm>
            <a:off x="6455664" y="2999232"/>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検索上の特徴</a:t>
            </a:r>
          </a:p>
        </p:txBody>
      </p:sp>
      <p:sp>
        <p:nvSpPr>
          <p:cNvPr id="18" name="slot:b_point_1"/>
          <p:cNvSpPr txBox="1"/>
          <p:nvPr/>
        </p:nvSpPr>
        <p:spPr>
          <a:xfrm>
            <a:off x="6455664" y="3364992"/>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各部署が原文を管理し、専門用語や例外の説明を保ちやすい。</a:t>
            </a:r>
          </a:p>
        </p:txBody>
      </p:sp>
      <p:sp>
        <p:nvSpPr>
          <p:cNvPr id="19" name="slot:b_axis_2"/>
          <p:cNvSpPr txBox="1"/>
          <p:nvPr/>
        </p:nvSpPr>
        <p:spPr>
          <a:xfrm>
            <a:off x="6455664" y="4425696"/>
            <a:ext cx="4892040"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1">
                <a:solidFill>
                  <a:srgbClr val="566777"/>
                </a:solidFill>
                <a:latin typeface="Yu Gothic"/>
                <a:ea typeface="Yu Gothic"/>
                <a:cs typeface="Yu Gothic"/>
              </a:defRPr>
            </a:pPr>
            <a:r>
              <a:rPr lang="ja-JP" sz="1400" b="1">
                <a:solidFill>
                  <a:srgbClr val="566777"/>
                </a:solidFill>
                <a:latin typeface="Yu Gothic"/>
                <a:ea typeface="Yu Gothic"/>
                <a:cs typeface="Yu Gothic"/>
              </a:rPr>
              <a:t>運用上の注意</a:t>
            </a:r>
          </a:p>
        </p:txBody>
      </p:sp>
      <p:sp>
        <p:nvSpPr>
          <p:cNvPr id="20" name="slot:b_point_2"/>
          <p:cNvSpPr txBox="1"/>
          <p:nvPr/>
        </p:nvSpPr>
        <p:spPr>
          <a:xfrm>
            <a:off x="6455664" y="4791456"/>
            <a:ext cx="4892040" cy="1024128"/>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横断検索には共通の索引が必要。部署ごとの分類の違いを整理する。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10</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小さく試し、条件を揃えて見直す</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859536"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1234440" y="309295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number_1"/>
          <p:cNvSpPr txBox="1"/>
          <p:nvPr/>
        </p:nvSpPr>
        <p:spPr>
          <a:xfrm>
            <a:off x="1234440" y="216712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2" name="slot:item_1_heading"/>
          <p:cNvSpPr txBox="1"/>
          <p:nvPr/>
        </p:nvSpPr>
        <p:spPr>
          <a:xfrm>
            <a:off x="1755648" y="215798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3" name="slot:item_1_body"/>
          <p:cNvSpPr txBox="1"/>
          <p:nvPr/>
        </p:nvSpPr>
        <p:spPr>
          <a:xfrm>
            <a:off x="4507992" y="2157984"/>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4" name="decor:5"/>
          <p:cNvSpPr/>
          <p:nvPr/>
        </p:nvSpPr>
        <p:spPr>
          <a:xfrm>
            <a:off x="1234440" y="40645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ic:number_2"/>
          <p:cNvSpPr txBox="1"/>
          <p:nvPr/>
        </p:nvSpPr>
        <p:spPr>
          <a:xfrm>
            <a:off x="1234440" y="3138677"/>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6" name="slot:item_2_heading"/>
          <p:cNvSpPr txBox="1"/>
          <p:nvPr/>
        </p:nvSpPr>
        <p:spPr>
          <a:xfrm>
            <a:off x="1755648" y="3129534"/>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07992" y="3129534"/>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decor:6"/>
          <p:cNvSpPr/>
          <p:nvPr/>
        </p:nvSpPr>
        <p:spPr>
          <a:xfrm>
            <a:off x="1234440" y="503605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tic:number_3"/>
          <p:cNvSpPr txBox="1"/>
          <p:nvPr/>
        </p:nvSpPr>
        <p:spPr>
          <a:xfrm>
            <a:off x="1234440" y="411022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03</a:t>
            </a:r>
          </a:p>
        </p:txBody>
      </p:sp>
      <p:sp>
        <p:nvSpPr>
          <p:cNvPr id="20" name="slot:item_3_heading"/>
          <p:cNvSpPr txBox="1"/>
          <p:nvPr/>
        </p:nvSpPr>
        <p:spPr>
          <a:xfrm>
            <a:off x="1755648" y="410108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1" name="slot:item_3_body"/>
          <p:cNvSpPr txBox="1"/>
          <p:nvPr/>
        </p:nvSpPr>
        <p:spPr>
          <a:xfrm>
            <a:off x="4507992" y="4101083"/>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2" name="decor:7"/>
          <p:cNvSpPr/>
          <p:nvPr/>
        </p:nvSpPr>
        <p:spPr>
          <a:xfrm>
            <a:off x="1234440" y="6007608"/>
            <a:ext cx="102870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tic:number_4"/>
          <p:cNvSpPr txBox="1"/>
          <p:nvPr/>
        </p:nvSpPr>
        <p:spPr>
          <a:xfrm>
            <a:off x="1234440" y="5081778"/>
            <a:ext cx="411480" cy="365760"/>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04</a:t>
            </a:r>
          </a:p>
        </p:txBody>
      </p:sp>
      <p:sp>
        <p:nvSpPr>
          <p:cNvPr id="24" name="slot:item_4_heading"/>
          <p:cNvSpPr txBox="1"/>
          <p:nvPr/>
        </p:nvSpPr>
        <p:spPr>
          <a:xfrm>
            <a:off x="1755648" y="5072633"/>
            <a:ext cx="2542032"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5" name="slot:item_4_body"/>
          <p:cNvSpPr txBox="1"/>
          <p:nvPr/>
        </p:nvSpPr>
        <p:spPr>
          <a:xfrm>
            <a:off x="4507992" y="5072633"/>
            <a:ext cx="7013448" cy="94411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段階を分けて確認する</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tatic:sequence_0"/>
          <p:cNvSpPr txBox="1"/>
          <p:nvPr/>
        </p:nvSpPr>
        <p:spPr>
          <a:xfrm>
            <a:off x="603504" y="2249424"/>
            <a:ext cx="3450336"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10" name="decor:3"/>
          <p:cNvSpPr/>
          <p:nvPr/>
        </p:nvSpPr>
        <p:spPr>
          <a:xfrm>
            <a:off x="603504"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03504" y="2907792"/>
            <a:ext cx="3450336"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2" name="slot:item_1_body"/>
          <p:cNvSpPr txBox="1"/>
          <p:nvPr/>
        </p:nvSpPr>
        <p:spPr>
          <a:xfrm>
            <a:off x="603504" y="3739896"/>
            <a:ext cx="3450336"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用語を揃え、同じ資料へ辿れる入口を整える。</a:t>
            </a:r>
          </a:p>
        </p:txBody>
      </p:sp>
      <p:sp>
        <p:nvSpPr>
          <p:cNvPr id="13" name="slot:item_1_date"/>
          <p:cNvSpPr txBox="1"/>
          <p:nvPr/>
        </p:nvSpPr>
        <p:spPr>
          <a:xfrm>
            <a:off x="603504" y="2148840"/>
            <a:ext cx="3450336"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準備期</a:t>
            </a:r>
          </a:p>
        </p:txBody>
      </p:sp>
      <p:sp>
        <p:nvSpPr>
          <p:cNvPr id="14" name="static:sequence_1"/>
          <p:cNvSpPr txBox="1"/>
          <p:nvPr/>
        </p:nvSpPr>
        <p:spPr>
          <a:xfrm>
            <a:off x="4364736" y="2249424"/>
            <a:ext cx="3450336"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15" name="decor:4"/>
          <p:cNvSpPr/>
          <p:nvPr/>
        </p:nvSpPr>
        <p:spPr>
          <a:xfrm>
            <a:off x="4364736"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364736" y="2907792"/>
            <a:ext cx="3450336"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7" name="slot:item_2_body"/>
          <p:cNvSpPr txBox="1"/>
          <p:nvPr/>
        </p:nvSpPr>
        <p:spPr>
          <a:xfrm>
            <a:off x="4364736" y="3739896"/>
            <a:ext cx="3450336"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原文の条件と確認日を、要約とともに残す。</a:t>
            </a:r>
          </a:p>
        </p:txBody>
      </p:sp>
      <p:sp>
        <p:nvSpPr>
          <p:cNvPr id="18" name="slot:item_2_date"/>
          <p:cNvSpPr txBox="1"/>
          <p:nvPr/>
        </p:nvSpPr>
        <p:spPr>
          <a:xfrm>
            <a:off x="4364736" y="2148840"/>
            <a:ext cx="3450336"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試行期</a:t>
            </a:r>
          </a:p>
        </p:txBody>
      </p:sp>
      <p:sp>
        <p:nvSpPr>
          <p:cNvPr id="19" name="static:sequence_2"/>
          <p:cNvSpPr txBox="1"/>
          <p:nvPr/>
        </p:nvSpPr>
        <p:spPr>
          <a:xfrm>
            <a:off x="8125968" y="2249424"/>
            <a:ext cx="3450336" cy="356616"/>
          </a:xfrm>
          <a:prstGeom prst="rect">
            <a:avLst/>
          </a:prstGeom>
          <a:noFill/>
        </p:spPr>
        <p:txBody>
          <a:bodyPr wrap="square"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p>
        </p:txBody>
      </p:sp>
      <p:sp>
        <p:nvSpPr>
          <p:cNvPr id="20" name="decor:5"/>
          <p:cNvSpPr/>
          <p:nvPr/>
        </p:nvSpPr>
        <p:spPr>
          <a:xfrm>
            <a:off x="8125968" y="2734056"/>
            <a:ext cx="3450336"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125968" y="2907792"/>
            <a:ext cx="3450336" cy="7772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22" name="slot:item_3_body"/>
          <p:cNvSpPr txBox="1"/>
          <p:nvPr/>
        </p:nvSpPr>
        <p:spPr>
          <a:xfrm>
            <a:off x="8125968" y="3739896"/>
            <a:ext cx="3450336" cy="20116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変更頻度に応じて担当と再確認の時期を決める。</a:t>
            </a:r>
          </a:p>
        </p:txBody>
      </p:sp>
      <p:sp>
        <p:nvSpPr>
          <p:cNvPr id="23" name="slot:item_3_date"/>
          <p:cNvSpPr txBox="1"/>
          <p:nvPr/>
        </p:nvSpPr>
        <p:spPr>
          <a:xfrm>
            <a:off x="8125968" y="2148840"/>
            <a:ext cx="3450336" cy="640080"/>
          </a:xfrm>
          <a:prstGeom prst="rect">
            <a:avLst/>
          </a:prstGeom>
          <a:noFill/>
        </p:spPr>
        <p:txBody>
          <a:bodyPr wrap="square" lIns="18288" rIns="18288" tIns="13716" bIns="13716">
            <a:noAutofit/>
          </a:bodyPr>
          <a:lstStyle/>
          <a:p>
            <a:pPr hangingPunct="0" eaLnBrk="1" latinLnBrk="0">
              <a:lnSpc>
                <a:spcPts val="2375"/>
              </a:lnSpc>
              <a:spcBef>
                <a:spcPts val="0"/>
              </a:spcBef>
              <a:spcAft>
                <a:spcPts val="0"/>
              </a:spcAft>
              <a:defRPr lang="ja-JP" sz="1900" b="1">
                <a:solidFill>
                  <a:srgbClr val="087E83"/>
                </a:solidFill>
                <a:latin typeface="Yu Gothic"/>
                <a:ea typeface="Yu Gothic"/>
                <a:cs typeface="Yu Gothic"/>
              </a:defRPr>
            </a:pPr>
            <a:r>
              <a:rPr lang="ja-JP" sz="1900" b="1">
                <a:solidFill>
                  <a:srgbClr val="087E83"/>
                </a:solidFill>
                <a:latin typeface="Yu Gothic"/>
                <a:ea typeface="Yu Gothic"/>
                <a:cs typeface="Yu Gothic"/>
              </a:rPr>
              <a:t>評価期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12</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文書の確認状況を棚卸しする</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架空の資料一覧を、相互に重ならない確認状態で整理した例。業務への効果は未検証。</a:t>
            </a:r>
          </a:p>
        </p:txBody>
      </p:sp>
      <p:sp>
        <p:nvSpPr>
          <p:cNvPr id="9" name="decor:3"/>
          <p:cNvSpPr/>
          <p:nvPr/>
        </p:nvSpPr>
        <p:spPr>
          <a:xfrm>
            <a:off x="603504" y="2139696"/>
            <a:ext cx="10972800" cy="1005840"/>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total_heading"/>
          <p:cNvSpPr txBox="1"/>
          <p:nvPr/>
        </p:nvSpPr>
        <p:spPr>
          <a:xfrm>
            <a:off x="813816" y="2304288"/>
            <a:ext cx="2788920" cy="49377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対象資料の総数</a:t>
            </a:r>
          </a:p>
        </p:txBody>
      </p:sp>
      <p:sp>
        <p:nvSpPr>
          <p:cNvPr id="11" name="slot:total_label"/>
          <p:cNvSpPr txBox="1"/>
          <p:nvPr/>
        </p:nvSpPr>
        <p:spPr>
          <a:xfrm>
            <a:off x="3712463" y="2249424"/>
            <a:ext cx="2468880" cy="768096"/>
          </a:xfrm>
          <a:prstGeom prst="rect">
            <a:avLst/>
          </a:prstGeom>
          <a:noFill/>
        </p:spPr>
        <p:txBody>
          <a:bodyPr wrap="square" lIns="18288" rIns="18288" tIns="13716" bIns="13716">
            <a:noAutofit/>
          </a:bodyPr>
          <a:lstStyle/>
          <a:p>
            <a:pPr hangingPunct="0" eaLnBrk="1" latinLnBrk="0">
              <a:lnSpc>
                <a:spcPts val="4500"/>
              </a:lnSpc>
              <a:spcBef>
                <a:spcPts val="0"/>
              </a:spcBef>
              <a:spcAft>
                <a:spcPts val="0"/>
              </a:spcAft>
              <a:defRPr lang="ja-JP" sz="3600" b="1">
                <a:solidFill>
                  <a:srgbClr val="087E83"/>
                </a:solidFill>
                <a:latin typeface="Yu Gothic"/>
                <a:ea typeface="Yu Gothic"/>
                <a:cs typeface="Yu Gothic"/>
              </a:defRPr>
            </a:pPr>
            <a:r>
              <a:rPr lang="ja-JP" sz="3600" b="1">
                <a:solidFill>
                  <a:srgbClr val="087E83"/>
                </a:solidFill>
                <a:latin typeface="Yu Gothic"/>
                <a:ea typeface="Yu Gothic"/>
                <a:cs typeface="Yu Gothic"/>
              </a:rPr>
              <a:t>120件</a:t>
            </a:r>
          </a:p>
        </p:txBody>
      </p:sp>
      <p:sp>
        <p:nvSpPr>
          <p:cNvPr id="12" name="slot:total_note"/>
          <p:cNvSpPr txBox="1"/>
          <p:nvPr/>
        </p:nvSpPr>
        <p:spPr>
          <a:xfrm>
            <a:off x="6684264" y="2304288"/>
            <a:ext cx="4526280" cy="630936"/>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0">
                <a:solidFill>
                  <a:srgbClr val="566777"/>
                </a:solidFill>
                <a:latin typeface="Yu Gothic"/>
                <a:ea typeface="Yu Gothic"/>
                <a:cs typeface="Yu Gothic"/>
              </a:defRPr>
            </a:pPr>
            <a:r>
              <a:rPr lang="ja-JP" sz="1600" b="0">
                <a:solidFill>
                  <a:srgbClr val="566777"/>
                </a:solidFill>
                <a:latin typeface="Yu Gothic"/>
                <a:ea typeface="Yu Gothic"/>
                <a:cs typeface="Yu Gothic"/>
              </a:rPr>
              <a:t>各資料を一つの状態に分類した架空の棚卸し。</a:t>
            </a:r>
          </a:p>
        </p:txBody>
      </p:sp>
      <p:sp>
        <p:nvSpPr>
          <p:cNvPr id="13" name="decor:4"/>
          <p:cNvSpPr/>
          <p:nvPr/>
        </p:nvSpPr>
        <p:spPr>
          <a:xfrm>
            <a:off x="603504" y="3410712"/>
            <a:ext cx="3511296" cy="258775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1_heading"/>
          <p:cNvSpPr txBox="1"/>
          <p:nvPr/>
        </p:nvSpPr>
        <p:spPr>
          <a:xfrm>
            <a:off x="804672" y="3557016"/>
            <a:ext cx="310896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確認済み</a:t>
            </a:r>
          </a:p>
        </p:txBody>
      </p:sp>
      <p:sp>
        <p:nvSpPr>
          <p:cNvPr id="15" name="slot:metric_label_1"/>
          <p:cNvSpPr txBox="1"/>
          <p:nvPr/>
        </p:nvSpPr>
        <p:spPr>
          <a:xfrm>
            <a:off x="804672" y="4224528"/>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84件</a:t>
            </a:r>
          </a:p>
        </p:txBody>
      </p:sp>
      <p:sp>
        <p:nvSpPr>
          <p:cNvPr id="16" name="slot:item_1_body"/>
          <p:cNvSpPr txBox="1"/>
          <p:nvPr/>
        </p:nvSpPr>
        <p:spPr>
          <a:xfrm>
            <a:off x="804672" y="5175504"/>
            <a:ext cx="3108960" cy="64008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対象範囲と担当を確認済み。</a:t>
            </a:r>
          </a:p>
        </p:txBody>
      </p:sp>
      <p:sp>
        <p:nvSpPr>
          <p:cNvPr id="17" name="decor:5"/>
          <p:cNvSpPr/>
          <p:nvPr/>
        </p:nvSpPr>
        <p:spPr>
          <a:xfrm>
            <a:off x="4334256" y="3410712"/>
            <a:ext cx="3511296" cy="258775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2_heading"/>
          <p:cNvSpPr txBox="1"/>
          <p:nvPr/>
        </p:nvSpPr>
        <p:spPr>
          <a:xfrm>
            <a:off x="4535424" y="3557016"/>
            <a:ext cx="310896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要確認</a:t>
            </a:r>
          </a:p>
        </p:txBody>
      </p:sp>
      <p:sp>
        <p:nvSpPr>
          <p:cNvPr id="19" name="slot:metric_label_2"/>
          <p:cNvSpPr txBox="1"/>
          <p:nvPr/>
        </p:nvSpPr>
        <p:spPr>
          <a:xfrm>
            <a:off x="4535424" y="4224528"/>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24件</a:t>
            </a:r>
          </a:p>
        </p:txBody>
      </p:sp>
      <p:sp>
        <p:nvSpPr>
          <p:cNvPr id="20" name="slot:item_2_body"/>
          <p:cNvSpPr txBox="1"/>
          <p:nvPr/>
        </p:nvSpPr>
        <p:spPr>
          <a:xfrm>
            <a:off x="4535424" y="5175504"/>
            <a:ext cx="3108960" cy="64008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条件か確認日の照合が必要。</a:t>
            </a:r>
          </a:p>
        </p:txBody>
      </p:sp>
      <p:sp>
        <p:nvSpPr>
          <p:cNvPr id="21" name="decor:6"/>
          <p:cNvSpPr/>
          <p:nvPr/>
        </p:nvSpPr>
        <p:spPr>
          <a:xfrm>
            <a:off x="8065008" y="3410712"/>
            <a:ext cx="3511296" cy="2587752"/>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3_heading"/>
          <p:cNvSpPr txBox="1"/>
          <p:nvPr/>
        </p:nvSpPr>
        <p:spPr>
          <a:xfrm>
            <a:off x="8266176" y="3557016"/>
            <a:ext cx="310896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更新予定</a:t>
            </a:r>
          </a:p>
        </p:txBody>
      </p:sp>
      <p:sp>
        <p:nvSpPr>
          <p:cNvPr id="23" name="slot:metric_label_3"/>
          <p:cNvSpPr txBox="1"/>
          <p:nvPr/>
        </p:nvSpPr>
        <p:spPr>
          <a:xfrm>
            <a:off x="8266176" y="4224528"/>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12件</a:t>
            </a:r>
          </a:p>
        </p:txBody>
      </p:sp>
      <p:sp>
        <p:nvSpPr>
          <p:cNvPr id="24" name="slot:item_3_body"/>
          <p:cNvSpPr txBox="1"/>
          <p:nvPr/>
        </p:nvSpPr>
        <p:spPr>
          <a:xfrm>
            <a:off x="8266176" y="5175504"/>
            <a:ext cx="3108960" cy="64008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改訂の予定を登録済み。</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13</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確認項目と残る留保を一覧にする</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graphicFrame>
        <p:nvGraphicFramePr>
          <p:cNvPr id="9" name="slot:table"/>
          <p:cNvGraphicFramePr>
            <a:graphicFrameLocks noGrp="1"/>
          </p:cNvGraphicFramePr>
          <p:nvPr/>
        </p:nvGraphicFramePr>
        <p:xfrm>
          <a:off x="603504" y="2148840"/>
          <a:ext cx="10972800" cy="3566160"/>
        </p:xfrm>
        <a:graphic>
          <a:graphicData uri="http://schemas.openxmlformats.org/drawingml/2006/table">
            <a:tbl>
              <a:tblPr firstRow="1" bandRow="1">
                <a:tableStyleId>{5C22544A-7EE6-4342-B048-85BDC9FD1C3A}</a:tableStyleId>
              </a:tblPr>
              <a:tblGrid>
                <a:gridCol w="3657600"/>
                <a:gridCol w="3657600"/>
                <a:gridCol w="3657600"/>
              </a:tblGrid>
              <a:tr h="713232">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観点</a:t>
                      </a:r>
                    </a:p>
                  </a:txBody>
                  <a:tcPr marL="155448" marR="155448" marT="64008" marB="64008">
                    <a:solidFill>
                      <a:srgbClr val="213547"/>
                    </a:solidFill>
                  </a:tcPr>
                </a:tc>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確認事項</a:t>
                      </a:r>
                    </a:p>
                  </a:txBody>
                  <a:tcPr marL="155448" marR="155448" marT="64008" marB="64008">
                    <a:solidFill>
                      <a:srgbClr val="213547"/>
                    </a:solidFill>
                  </a:tcPr>
                </a:tc>
                <a:tc>
                  <a:txBody>
                    <a:bodyPr wrap="square"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留保</a:t>
                      </a:r>
                    </a:p>
                  </a:txBody>
                  <a:tcPr marL="155448" marR="155448" marT="64008" marB="64008">
                    <a:solidFill>
                      <a:srgbClr val="213547"/>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検索入口を揃える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索引と用語の対応を確認</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架空資料A・検索節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部署間の呼称差が残る</a:t>
                      </a:r>
                    </a:p>
                  </a:txBody>
                  <a:tcPr marL="155448" marR="155448" marT="64008" marB="64008">
                    <a:solidFill>
                      <a:srgbClr val="FFFFFF"/>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根拠まで辿れる</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引用箇所と調査条件を照合</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架空資料B・条件節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原文の条件を保持</a:t>
                      </a:r>
                    </a:p>
                  </a:txBody>
                  <a:tcPr marL="155448" marR="155448" marT="64008" marB="64008">
                    <a:solidFill>
                      <a:srgbClr val="EDF1F4"/>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更新範囲を決める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担当と確認時期を決める</a:t>
                      </a:r>
                    </a:p>
                  </a:txBody>
                  <a:tcPr marL="155448" marR="155448" marT="64008" marB="64008">
                    <a:solidFill>
                      <a:srgbClr val="FFFFFF"/>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架空資料C・運用節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確認日：未記録</a:t>
                      </a:r>
                    </a:p>
                  </a:txBody>
                  <a:tcPr marL="155448" marR="155448" marT="64008" marB="64008">
                    <a:solidFill>
                      <a:srgbClr val="FFFFFF"/>
                    </a:solidFill>
                  </a:tcPr>
                </a:tc>
              </a:tr>
              <a:tr h="713232">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例外を見える化</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適用できない場面を記録</a:t>
                      </a:r>
                    </a:p>
                  </a:txBody>
                  <a:tcPr marL="155448" marR="155448" marT="64008" marB="64008">
                    <a:solidFill>
                      <a:srgbClr val="EDF1F4"/>
                    </a:solidFill>
                  </a:tcPr>
                </a:tc>
                <a:tc>
                  <a: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架空資料D・例外節</a:t>
                      </a:r>
                    </a:p>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個別の判断が必要</a:t>
                      </a:r>
                    </a:p>
                  </a:txBody>
                  <a:tcPr marL="155448" marR="155448" marT="64008" marB="64008">
                    <a:solidFill>
                      <a:srgbClr val="EDF1F4"/>
                    </a:solidFill>
                  </a:tcPr>
                </a:tc>
              </a:tr>
            </a:tbl>
          </a:graphicData>
        </a:graphic>
      </p:graphicFrame>
      <p:sp>
        <p:nvSpPr>
          <p:cNvPr id="10" name="slot:note"/>
          <p:cNvSpPr txBox="1"/>
          <p:nvPr/>
        </p:nvSpPr>
        <p:spPr>
          <a:xfrm>
            <a:off x="658368" y="5806440"/>
            <a:ext cx="10789920" cy="393192"/>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留保：同じ条件で比較した結果ではない。各資料の対象範囲を確認する。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14</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言及件数だけで優先度を決めない</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lot:unit"/>
          <p:cNvSpPr txBox="1"/>
          <p:nvPr/>
        </p:nvSpPr>
        <p:spPr>
          <a:xfrm>
            <a:off x="603504" y="2157984"/>
            <a:ext cx="6986016" cy="29260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課題の言及数（件）／複数回答・架空例</a:t>
            </a:r>
          </a:p>
        </p:txBody>
      </p:sp>
      <p:graphicFrame>
        <p:nvGraphicFramePr>
          <p:cNvPr id="10" name="slot:chart"/>
          <p:cNvGraphicFramePr>
            <a:graphicFrameLocks noGrp="1"/>
          </p:cNvGraphicFramePr>
          <p:nvPr/>
        </p:nvGraphicFramePr>
        <p:xfrm>
          <a:off x="603504" y="2496312"/>
          <a:ext cx="6986016" cy="3447288"/>
        </p:xfrm>
        <a:graphic>
          <a:graphicData uri="http://schemas.openxmlformats.org/drawingml/2006/chart">
            <c:chart xmlns:c="http://schemas.openxmlformats.org/drawingml/2006/chart" r:id="rId2"/>
          </a:graphicData>
        </a:graphic>
      </p:graphicFrame>
      <p:sp>
        <p:nvSpPr>
          <p:cNvPr id="11" name="slot:insight"/>
          <p:cNvSpPr txBox="1"/>
          <p:nvPr/>
        </p:nvSpPr>
        <p:spPr>
          <a:xfrm>
            <a:off x="7955279" y="2304288"/>
            <a:ext cx="3621024" cy="2834640"/>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検索の課題が多いが、回答件数のみで重要度を判断することはできない。</a:t>
            </a:r>
          </a:p>
        </p:txBody>
      </p:sp>
      <p:sp>
        <p:nvSpPr>
          <p:cNvPr id="12" name="slot:note"/>
          <p:cNvSpPr txBox="1"/>
          <p:nvPr/>
        </p:nvSpPr>
        <p:spPr>
          <a:xfrm>
            <a:off x="7955279" y="5358384"/>
            <a:ext cx="3621024" cy="65836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架空集計であり、効果や因果関係は未検証。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15</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発言と分析者の解釈を区別する</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66928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quotation"/>
          <p:cNvSpPr txBox="1"/>
          <p:nvPr/>
        </p:nvSpPr>
        <p:spPr>
          <a:xfrm>
            <a:off x="822960" y="2478024"/>
            <a:ext cx="5230368" cy="1243965"/>
          </a:xfrm>
          <a:prstGeom prst="rect">
            <a:avLst/>
          </a:prstGeom>
          <a:noFill/>
        </p:spPr>
        <p:txBody>
          <a:bodyPr wrap="square" lIns="18288" rIns="18288" tIns="13716" bIns="13716">
            <a:noAutofit/>
          </a:bodyPr>
          <a:lstStyle/>
          <a:p>
            <a:pPr hangingPunct="0" eaLnBrk="1" latinLnBrk="0">
              <a:lnSpc>
                <a:spcPts val="3125"/>
              </a:lnSpc>
              <a:spcBef>
                <a:spcPts val="0"/>
              </a:spcBef>
              <a:spcAft>
                <a:spcPts val="0"/>
              </a:spcAft>
              <a:defRPr lang="ja-JP" sz="2500" b="1">
                <a:solidFill>
                  <a:srgbClr val="087E83"/>
                </a:solidFill>
                <a:latin typeface="Yu Gothic"/>
                <a:ea typeface="Yu Gothic"/>
                <a:cs typeface="Yu Gothic"/>
              </a:defRPr>
            </a:pPr>
            <a:r>
              <a:rPr lang="ja-JP" sz="2500" b="1">
                <a:solidFill>
                  <a:srgbClr val="087E83"/>
                </a:solidFill>
                <a:latin typeface="Yu Gothic"/>
                <a:ea typeface="Yu Gothic"/>
                <a:cs typeface="Yu Gothic"/>
              </a:rPr>
              <a:t>資料を見つけた後で、いま使える内容かを判断するのに時間がかかる。</a:t>
            </a:r>
          </a:p>
        </p:txBody>
      </p:sp>
      <p:sp>
        <p:nvSpPr>
          <p:cNvPr id="11" name="slot:attribution"/>
          <p:cNvSpPr txBox="1"/>
          <p:nvPr/>
        </p:nvSpPr>
        <p:spPr>
          <a:xfrm>
            <a:off x="877824" y="3868293"/>
            <a:ext cx="5120640" cy="475488"/>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架空ヒアリングの発言例。一般化は未検証。</a:t>
            </a:r>
          </a:p>
        </p:txBody>
      </p:sp>
      <p:sp>
        <p:nvSpPr>
          <p:cNvPr id="12" name="slot:interpretation"/>
          <p:cNvSpPr txBox="1"/>
          <p:nvPr/>
        </p:nvSpPr>
        <p:spPr>
          <a:xfrm>
            <a:off x="6720840" y="2331720"/>
            <a:ext cx="4846320" cy="716026"/>
          </a:xfrm>
          <a:prstGeom prst="rect">
            <a:avLst/>
          </a:prstGeom>
          <a:noFill/>
        </p:spPr>
        <p:txBody>
          <a:bodyPr wrap="square" lIns="18288" rIns="18288" tIns="13716" bIns="13716">
            <a:noAutofit/>
          </a:bodyPr>
          <a:lstStyle/>
          <a:p>
            <a:pPr hangingPunct="0" eaLnBrk="1" latinLnBrk="0">
              <a:lnSpc>
                <a:spcPts val="2625"/>
              </a:lnSpc>
              <a:spcBef>
                <a:spcPts val="0"/>
              </a:spcBef>
              <a:spcAft>
                <a:spcPts val="0"/>
              </a:spcAft>
              <a:defRPr lang="ja-JP" sz="2100" b="0">
                <a:solidFill>
                  <a:srgbClr val="213547"/>
                </a:solidFill>
                <a:latin typeface="Yu Gothic"/>
                <a:ea typeface="Yu Gothic"/>
                <a:cs typeface="Yu Gothic"/>
              </a:defRPr>
            </a:pPr>
            <a:r>
              <a:rPr lang="ja-JP" sz="2100" b="0">
                <a:solidFill>
                  <a:srgbClr val="213547"/>
                </a:solidFill>
                <a:latin typeface="Yu Gothic"/>
                <a:ea typeface="Yu Gothic"/>
                <a:cs typeface="Yu Gothic"/>
              </a:rPr>
              <a:t>示唆：検索結果と一緒に更新日・適用範囲・確認担当を示す。</a:t>
            </a:r>
          </a:p>
        </p:txBody>
      </p:sp>
      <p:sp>
        <p:nvSpPr>
          <p:cNvPr id="13" name="slot:caveat"/>
          <p:cNvSpPr txBox="1"/>
          <p:nvPr/>
        </p:nvSpPr>
        <p:spPr>
          <a:xfrm>
            <a:off x="6720840" y="3194050"/>
            <a:ext cx="4846320" cy="411480"/>
          </a:xfrm>
          <a:prstGeom prst="rect">
            <a:avLst/>
          </a:prstGeom>
          <a:noFill/>
        </p:spPr>
        <p:txBody>
          <a:bodyPr wrap="square"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留保：発言と分析者の解釈を区別する。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16</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slide-layout-agent</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共有時に残すべき要点を整理する</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94944" y="3425952"/>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94944" y="2176272"/>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1" name="slot:item_1_body"/>
          <p:cNvSpPr txBox="1"/>
          <p:nvPr/>
        </p:nvSpPr>
        <p:spPr>
          <a:xfrm>
            <a:off x="3739896" y="2176272"/>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2" name="decor:4"/>
          <p:cNvSpPr/>
          <p:nvPr/>
        </p:nvSpPr>
        <p:spPr>
          <a:xfrm>
            <a:off x="694944" y="4712208"/>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694944" y="3462528"/>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4" name="slot:item_2_body"/>
          <p:cNvSpPr txBox="1"/>
          <p:nvPr/>
        </p:nvSpPr>
        <p:spPr>
          <a:xfrm>
            <a:off x="3739896" y="3462528"/>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5" name="decor:5"/>
          <p:cNvSpPr/>
          <p:nvPr/>
        </p:nvSpPr>
        <p:spPr>
          <a:xfrm>
            <a:off x="694944" y="5998464"/>
            <a:ext cx="1078992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694944" y="4748783"/>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17" name="slot:item_3_body"/>
          <p:cNvSpPr txBox="1"/>
          <p:nvPr/>
        </p:nvSpPr>
        <p:spPr>
          <a:xfrm>
            <a:off x="3739896" y="4748783"/>
            <a:ext cx="7744968" cy="1258823"/>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架空調査：社内ナレッジ共有</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