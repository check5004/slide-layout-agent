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"slide_id": "prose1",</a:t>
            </a:r>
          </a:p>
          <a:p>
            <a:r>
              <a:t>  "origin": "document",</a:t>
            </a:r>
          </a:p>
          <a:p>
            <a:r>
              <a:t>  "layout_id": "title",</a:t>
            </a:r>
          </a:p>
          <a:p>
            <a:r>
              <a:t>  "rationale": "目的が指定されていないため運営者向けの短い共有資料と仮定。原文の現在の取り組みを表紙に配置する。",</a:t>
            </a:r>
          </a:p>
          <a:p>
            <a:r>
              <a:t>  "source_sha256": "d2494e5b35c76b6ac5f0d1a75ef8e218dad2ca70966b155b4490a40e9b3a0b0b",</a:t>
            </a:r>
          </a:p>
          <a:p>
            <a:r>
              <a:t>  "evidence": [</a:t>
            </a:r>
          </a:p>
          <a:p>
            <a:r>
              <a:t>    {</a:t>
            </a:r>
          </a:p>
          <a:p>
            <a:r>
              <a:t>      "text": "架空の読書会",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"s001",</a:t>
            </a:r>
          </a:p>
          <a:p>
            <a:r>
              <a:t>          "quote": "架空の読書会では、参加者の希望を事前に記録している。"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"架空の読書会では、参加者の希望を事前に記録している。",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"s001",</a:t>
            </a:r>
          </a:p>
          <a:p>
            <a:r>
              <a:t>          "quote": "架空の読書会では、参加者の希望を事前に記録している。"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"citations": {</a:t>
            </a:r>
          </a:p>
          <a:p>
            <a:r>
              <a:t>    "s001": ""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"slide_id": "prose2",</a:t>
            </a:r>
          </a:p>
          <a:p>
            <a:r>
              <a:t>  "origin": "document",</a:t>
            </a:r>
          </a:p>
          <a:p>
            <a:r>
              <a:t>  "layout_id": "text_image",</a:t>
            </a:r>
          </a:p>
          <a:p>
            <a:r>
              <a:t>  "rationale": "次の行動と未確認の留保を同じページに維持。添付の検証用画像をfitで配置し、画像から事実は推測しない。",</a:t>
            </a:r>
          </a:p>
          <a:p>
            <a:r>
              <a:t>  "source_sha256": "d2494e5b35c76b6ac5f0d1a75ef8e218dad2ca70966b155b4490a40e9b3a0b0b",</a:t>
            </a:r>
          </a:p>
          <a:p>
            <a:r>
              <a:t>  "evidence": [</a:t>
            </a:r>
          </a:p>
          <a:p>
            <a:r>
              <a:t>    {</a:t>
            </a:r>
          </a:p>
          <a:p>
            <a:r>
              <a:t>      "text": "受付の記録方法を整理する",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"s002",</a:t>
            </a:r>
          </a:p>
          <a:p>
            <a:r>
              <a:t>          "quote": "次回は受付の記録方法を整理する。ただし、運営上の効果はまだ確認していない。"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"次回は受付の記録方法を整理する。ただし、運営上の効果はまだ確認していない。",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"s002",</a:t>
            </a:r>
          </a:p>
          <a:p>
            <a:r>
              <a:t>          "quote": "次回は受付の記録方法を整理する。ただし、運営上の効果はまだ確認していない。"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"text": "試行後に担当者が記録を確認し、必要な改善を検討する。",</a:t>
            </a:r>
          </a:p>
          <a:p>
            <a:r>
              <a:t>      "refs": [</a:t>
            </a:r>
          </a:p>
          <a:p>
            <a:r>
              <a:t>        {</a:t>
            </a:r>
          </a:p>
          <a:p>
            <a:r>
              <a:t>          "source_id": "s003",</a:t>
            </a:r>
          </a:p>
          <a:p>
            <a:r>
              <a:t>          "quote": "試行後に担当者が記録を確認し、必要な改善を検討する。"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"mode": "verbatim"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"citations": {</a:t>
            </a:r>
          </a:p>
          <a:p>
            <a:r>
              <a:t>    "s002": "",</a:t>
            </a:r>
          </a:p>
          <a:p>
            <a:r>
              <a:t>    "s003": ""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"/>
          <p:cNvSpPr/>
          <p:nvPr/>
        </p:nvSpPr>
        <p:spPr>
          <a:xfrm>
            <a:off x="548640" y="292608"/>
            <a:ext cx="457200" cy="50292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94719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 lang="ja-JP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3200" b="1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架空の読書会</a:t>
            </a:r>
          </a:p>
        </p:txBody>
      </p:sp>
      <p:sp>
        <p:nvSpPr>
          <p:cNvPr id="4" name="decoration"/>
          <p:cNvSpPr/>
          <p:nvPr/>
        </p:nvSpPr>
        <p:spPr>
          <a:xfrm>
            <a:off x="822959" y="2395728"/>
            <a:ext cx="64008" cy="1828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"/>
          <p:cNvSpPr txBox="1"/>
          <p:nvPr/>
        </p:nvSpPr>
        <p:spPr>
          <a:xfrm>
            <a:off x="1033271" y="2286000"/>
            <a:ext cx="9756648" cy="3090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架空の読書会では、参加者の希望を事前に記録している。</a:t>
            </a:r>
          </a:p>
        </p:txBody>
      </p:sp>
      <p:sp>
        <p:nvSpPr>
          <p:cNvPr id="6" name="decoration"/>
          <p:cNvSpPr/>
          <p:nvPr/>
        </p:nvSpPr>
        <p:spPr>
          <a:xfrm>
            <a:off x="11109960" y="2286000"/>
            <a:ext cx="137160" cy="320040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10149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200" b="0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SOURCE  s001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400" b="0" lang="ja-JP">
                <a:solidFill>
                  <a:srgbClr val="FFFFFF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"/>
          <p:cNvSpPr/>
          <p:nvPr/>
        </p:nvSpPr>
        <p:spPr>
          <a:xfrm>
            <a:off x="548640" y="292608"/>
            <a:ext cx="457200" cy="50292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48640" y="457200"/>
            <a:ext cx="11094719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3200" b="1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受付の記録方法を整理する</a:t>
            </a:r>
          </a:p>
        </p:txBody>
      </p:sp>
      <p:sp>
        <p:nvSpPr>
          <p:cNvPr id="4" name="decoration"/>
          <p:cNvSpPr/>
          <p:nvPr/>
        </p:nvSpPr>
        <p:spPr>
          <a:xfrm>
            <a:off x="548640" y="1938528"/>
            <a:ext cx="64008" cy="1828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dy"/>
          <p:cNvSpPr txBox="1"/>
          <p:nvPr/>
        </p:nvSpPr>
        <p:spPr>
          <a:xfrm>
            <a:off x="758952" y="1828800"/>
            <a:ext cx="5138927" cy="19705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次回は受付の記録方法を整理する。ただし、運営上の効果はまだ確認していない。</a:t>
            </a:r>
          </a:p>
        </p:txBody>
      </p:sp>
      <p:sp>
        <p:nvSpPr>
          <p:cNvPr id="6" name="decoration"/>
          <p:cNvSpPr/>
          <p:nvPr/>
        </p:nvSpPr>
        <p:spPr>
          <a:xfrm>
            <a:off x="548640" y="4018788"/>
            <a:ext cx="64008" cy="182880"/>
          </a:xfrm>
          <a:prstGeom prst="rect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dy"/>
          <p:cNvSpPr txBox="1"/>
          <p:nvPr/>
        </p:nvSpPr>
        <p:spPr>
          <a:xfrm>
            <a:off x="758952" y="3909060"/>
            <a:ext cx="5138927" cy="19705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2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試行後に担当者が記録を確認し、必要な改善を検討する。</a:t>
            </a:r>
          </a:p>
        </p:txBody>
      </p:sp>
      <p:sp>
        <p:nvSpPr>
          <p:cNvPr id="8" name="decoration"/>
          <p:cNvSpPr/>
          <p:nvPr/>
        </p:nvSpPr>
        <p:spPr>
          <a:xfrm>
            <a:off x="6263640" y="1828800"/>
            <a:ext cx="5376672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image:grid:fit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189988"/>
            <a:ext cx="5157216" cy="3438144"/>
          </a:xfrm>
          <a:prstGeom prst="rect">
            <a:avLst/>
          </a:prstGeom>
        </p:spPr>
      </p:pic>
      <p:sp>
        <p:nvSpPr>
          <p:cNvPr id="10" name="footer"/>
          <p:cNvSpPr txBox="1"/>
          <p:nvPr/>
        </p:nvSpPr>
        <p:spPr>
          <a:xfrm>
            <a:off x="548640" y="6382512"/>
            <a:ext cx="10149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5B687A"/>
                </a:solidFill>
                <a:latin typeface="Meiryo"/>
                <a:ea typeface="Meiryo"/>
                <a:cs typeface="Meiryo"/>
              </a:defRPr>
            </a:pPr>
            <a:r>
              <a:rPr sz="1200" b="0" lang="ja-JP">
                <a:solidFill>
                  <a:srgbClr val="5B687A"/>
                </a:solidFill>
                <a:latin typeface="Meiryo"/>
                <a:ea typeface="Meiryo"/>
                <a:cs typeface="Meiryo"/>
              </a:rPr>
              <a:t>SOURCE  s002, s003</a:t>
            </a:r>
          </a:p>
        </p:txBody>
      </p:sp>
      <p:sp>
        <p:nvSpPr>
          <p:cNvPr id="11" name="footer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13233B"/>
                </a:solidFill>
                <a:latin typeface="Meiryo"/>
                <a:ea typeface="Meiryo"/>
                <a:cs typeface="Meiryo"/>
              </a:defRPr>
            </a:pPr>
            <a:r>
              <a:rPr sz="1400" b="0" lang="ja-JP">
                <a:solidFill>
                  <a:srgbClr val="13233B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架空の読書会</dc:title>
  <dc:subject>Source-traceable editable slides</dc:subject>
  <dc:creator>slide-layout-agent</dc:creator>
  <cp:keywords/>
  <dc:description>Independent implementation. Source references are recorded in slide notes.</dc:description>
  <cp:lastModifiedBy>slide-layout-agent</cp:lastModifiedBy>
  <cp:revision>1</cp:revision>
  <dcterms:created xsi:type="dcterms:W3CDTF">2013-01-27T09:14:16Z</dcterms:created>
  <dcterms:modified xsi:type="dcterms:W3CDTF">2013-01-27T09:15:58Z</dcterms:modified>
  <cp:category/>
</cp:coreProperties>
</file>