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a:t>
            </a:r>
          </a:p>
          <a:p>
            <a:r>
              <a:t>  "origin": "page01",</a:t>
            </a:r>
          </a:p>
          <a:p>
            <a:r>
              <a:t>  "layout_id": "rel_pair_2_lr",</a:t>
            </a:r>
          </a:p>
          <a:p>
            <a:r>
              <a:t>  "variant": "warm",</a:t>
            </a:r>
          </a:p>
          <a:p>
            <a:r>
              <a:t>  "rationale": "架空の構造例。矢印の向き・主体ID・包含と同管理・比較軸を保持する。",</a:t>
            </a:r>
          </a:p>
          <a:p>
            <a:r>
              <a:t>  "source_sha256": "18f59363c10ac0653efd459eaf1391b8113546eb959a4a60e46073814fb1992f",</a:t>
            </a:r>
          </a:p>
          <a:p>
            <a:r>
              <a:t>  "evidence": [</a:t>
            </a:r>
          </a:p>
          <a:p>
            <a:r>
              <a:t>    {</a:t>
            </a:r>
          </a:p>
          <a:p>
            <a:r>
              <a:t>      "text": "主体の関係と通信の向きを\n根拠とともに確認する",</a:t>
            </a:r>
          </a:p>
          <a:p>
            <a:r>
              <a:t>      "refs": [</a:t>
            </a:r>
          </a:p>
          <a:p>
            <a:r>
              <a:t>        {</a:t>
            </a:r>
          </a:p>
          <a:p>
            <a:r>
              <a:t>          "source_id": "s0006",</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"s0001",</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"s0002",</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"s0003",</a:t>
            </a:r>
          </a:p>
          <a:p>
            <a:r>
              <a:t>          "quote": "受付機能"</a:t>
            </a:r>
          </a:p>
          <a:p>
            <a:r>
              <a:t>        }</a:t>
            </a:r>
          </a:p>
          <a:p>
            <a:r>
              <a:t>      ],</a:t>
            </a:r>
          </a:p>
          <a:p>
            <a:r>
              <a:t>      "mode": "verbatim"</a:t>
            </a:r>
          </a:p>
          <a:p>
            <a:r>
              <a:t>    },</a:t>
            </a:r>
          </a:p>
          <a:p>
            <a:r>
              <a:t>    {</a:t>
            </a:r>
          </a:p>
          <a:p>
            <a:r>
              <a:t>      "text": "照会先",</a:t>
            </a:r>
          </a:p>
          <a:p>
            <a:r>
              <a:t>      "refs": [</a:t>
            </a:r>
          </a:p>
          <a:p>
            <a:r>
              <a:t>        {</a:t>
            </a:r>
          </a:p>
          <a:p>
            <a:r>
              <a:t>          "source_id": "s0004",</a:t>
            </a:r>
          </a:p>
          <a:p>
            <a:r>
              <a:t>          "quote": "照会先"</a:t>
            </a:r>
          </a:p>
          <a:p>
            <a:r>
              <a:t>        }</a:t>
            </a:r>
          </a:p>
          <a:p>
            <a:r>
              <a:t>      ],</a:t>
            </a:r>
          </a:p>
          <a:p>
            <a:r>
              <a:t>      "mode": "verbatim"</a:t>
            </a:r>
          </a:p>
          <a:p>
            <a:r>
              <a:t>    },</a:t>
            </a:r>
          </a:p>
          <a:p>
            <a:r>
              <a:t>    {</a:t>
            </a:r>
          </a:p>
          <a:p>
            <a:r>
              <a:t>      "text": "照会を開始",</a:t>
            </a:r>
          </a:p>
          <a:p>
            <a:r>
              <a:t>      "refs": [</a:t>
            </a:r>
          </a:p>
          <a:p>
            <a:r>
              <a:t>        {</a:t>
            </a:r>
          </a:p>
          <a:p>
            <a:r>
              <a:t>          "source_id": "s0005",</a:t>
            </a:r>
          </a:p>
          <a:p>
            <a:r>
              <a:t>          "quote": "受付機能から照会先へ「照会を開始」を伝える。"</a:t>
            </a:r>
          </a:p>
          <a:p>
            <a:r>
              <a:t>        }</a:t>
            </a:r>
          </a:p>
          <a:p>
            <a:r>
              <a:t>      ],</a:t>
            </a:r>
          </a:p>
          <a:p>
            <a:r>
              <a:t>      "mode": "verbatim"</a:t>
            </a:r>
          </a:p>
          <a:p>
            <a:r>
              <a:t>    }</a:t>
            </a:r>
          </a:p>
          <a:p>
            <a:r>
              <a:t>  ],</a:t>
            </a:r>
          </a:p>
          <a:p>
            <a:r>
              <a:t>  "citations": {</a:t>
            </a:r>
          </a:p>
          <a:p>
            <a:r>
              <a:t>    "s0001": "架空設計書・構造検証用",</a:t>
            </a:r>
          </a:p>
          <a:p>
            <a:r>
              <a:t>    "s0002": "架空設計書・構造検証用",</a:t>
            </a:r>
          </a:p>
          <a:p>
            <a:r>
              <a:t>    "s0003": "架空設計書・構造検証用",</a:t>
            </a:r>
          </a:p>
          <a:p>
            <a:r>
              <a:t>    "s0004": "架空設計書・構造検証用",</a:t>
            </a:r>
          </a:p>
          <a:p>
            <a:r>
              <a:t>    "s0005": "架空設計書・構造検証用",</a:t>
            </a:r>
          </a:p>
          <a:p>
            <a:r>
              <a:t>    "s0006":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"lr_0",</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"s0001",</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"s0002",</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"s0003",</a:t>
            </a:r>
          </a:p>
          <a:p>
            <a:r>
              <a:t>                "quote": "受付機能"</a:t>
            </a:r>
          </a:p>
          <a:p>
            <a:r>
              <a:t>              }</a:t>
            </a:r>
          </a:p>
          <a:p>
            <a:r>
              <a:t>            ],</a:t>
            </a:r>
          </a:p>
          <a:p>
            <a:r>
              <a:t>            "mode": "verbatim"</a:t>
            </a:r>
          </a:p>
          <a:p>
            <a:r>
              <a:t>          }</a:t>
            </a:r>
          </a:p>
          <a:p>
            <a:r>
              <a:t>        },</a:t>
            </a:r>
          </a:p>
          <a:p>
            <a:r>
              <a:t>        {</a:t>
            </a:r>
          </a:p>
          <a:p>
            <a:r>
              <a:t>          "id": "actor_1",</a:t>
            </a:r>
          </a:p>
          <a:p>
            <a:r>
              <a:t>          "label": {</a:t>
            </a:r>
          </a:p>
          <a:p>
            <a:r>
              <a:t>            "text": "照会先",</a:t>
            </a:r>
          </a:p>
          <a:p>
            <a:r>
              <a:t>            "refs": [</a:t>
            </a:r>
          </a:p>
          <a:p>
            <a:r>
              <a:t>              {</a:t>
            </a:r>
          </a:p>
          <a:p>
            <a:r>
              <a:t>                "source_id": "s0004",</a:t>
            </a:r>
          </a:p>
          <a:p>
            <a:r>
              <a:t>                "quote": "照会先"</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"照会を開始",</a:t>
            </a:r>
          </a:p>
          <a:p>
            <a:r>
              <a:t>            "refs": [</a:t>
            </a:r>
          </a:p>
          <a:p>
            <a:r>
              <a:t>              {</a:t>
            </a:r>
          </a:p>
          <a:p>
            <a:r>
              <a:t>                "source_id": "s0005",</a:t>
            </a:r>
          </a:p>
          <a:p>
            <a:r>
              <a:t>                "quote": "受付機能から照会先へ「照会を開始」を伝える。"</a:t>
            </a:r>
          </a:p>
          <a:p>
            <a:r>
              <a:t>              }</a:t>
            </a:r>
          </a:p>
          <a:p>
            <a:r>
              <a:t>            ],</a:t>
            </a:r>
          </a:p>
          <a:p>
            <a:r>
              <a:t>            "mode": "verbatim"</a:t>
            </a:r>
          </a:p>
          <a:p>
            <a:r>
              <a:t>          }</a:t>
            </a:r>
          </a:p>
          <a:p>
            <a:r>
              <a:t>        }</a:t>
            </a:r>
          </a:p>
          <a:p>
            <a:r>
              <a:t>      ],</a:t>
            </a:r>
          </a:p>
          <a:p>
            <a:r>
              <a:t>      "boundaries":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"s0001",</a:t>
            </a:r>
          </a:p>
          <a:p>
            <a:r>
              <a:t>    "s0002",</a:t>
            </a:r>
          </a:p>
          <a:p>
            <a:r>
              <a:t>    "s0003",</a:t>
            </a:r>
          </a:p>
          <a:p>
            <a:r>
              <a:t>    "s0004",</a:t>
            </a:r>
          </a:p>
          <a:p>
            <a:r>
              <a:t>    "s0005",</a:t>
            </a:r>
          </a:p>
          <a:p>
            <a:r>
              <a:t>    "s0006"</a:t>
            </a:r>
          </a:p>
          <a:p>
            <a:r>
              <a:t>  ],</a:t>
            </a:r>
          </a:p>
          <a:p>
            <a:r>
              <a:t>  "template_sha256": "405d3fcb821166ae5d34a156c52e4f6f8bda872ad9bcfa5c2ad77beb917883e5"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a:t>
            </a:r>
          </a:p>
          <a:p>
            <a:r>
              <a:t>  "origin": "page02",</a:t>
            </a:r>
          </a:p>
          <a:p>
            <a:r>
              <a:t>  "layout_id": "rel_spoke_4_lr",</a:t>
            </a:r>
          </a:p>
          <a:p>
            <a:r>
              <a:t>  "variant": "warm",</a:t>
            </a:r>
          </a:p>
          <a:p>
            <a:r>
              <a:t>  "rationale": "架空の構造例。矢印の向き・主体ID・包含と同管理・比較軸を保持する。",</a:t>
            </a:r>
          </a:p>
          <a:p>
            <a:r>
              <a:t>  "source_sha256": "18f59363c10ac0653efd459eaf1391b8113546eb959a4a60e46073814fb1992f",</a:t>
            </a:r>
          </a:p>
          <a:p>
            <a:r>
              <a:t>  "evidence": [</a:t>
            </a:r>
          </a:p>
          <a:p>
            <a:r>
              <a:t>    {</a:t>
            </a:r>
          </a:p>
          <a:p>
            <a:r>
              <a:t>      "text": "主体の関係と通信の向きを\n根拠とともに確認する",</a:t>
            </a:r>
          </a:p>
          <a:p>
            <a:r>
              <a:t>      "refs": [</a:t>
            </a:r>
          </a:p>
          <a:p>
            <a:r>
              <a:t>        {</a:t>
            </a:r>
          </a:p>
          <a:p>
            <a:r>
              <a:t>          "source_id": "s0017",</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"s0007",</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"s0008",</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"s0009",</a:t>
            </a:r>
          </a:p>
          <a:p>
            <a:r>
              <a:t>          "quote": "受付機能"</a:t>
            </a:r>
          </a:p>
          <a:p>
            <a:r>
              <a:t>        }</a:t>
            </a:r>
          </a:p>
          <a:p>
            <a:r>
              <a:t>      ],</a:t>
            </a:r>
          </a:p>
          <a:p>
            <a:r>
              <a:t>      "mode": "verbatim"</a:t>
            </a:r>
          </a:p>
          <a:p>
            <a:r>
              <a:t>    },</a:t>
            </a:r>
          </a:p>
          <a:p>
            <a:r>
              <a:t>    {</a:t>
            </a:r>
          </a:p>
          <a:p>
            <a:r>
              <a:t>      "text": "利用者",</a:t>
            </a:r>
          </a:p>
          <a:p>
            <a:r>
              <a:t>      "refs": [</a:t>
            </a:r>
          </a:p>
          <a:p>
            <a:r>
              <a:t>        {</a:t>
            </a:r>
          </a:p>
          <a:p>
            <a:r>
              <a:t>          "source_id": "s0010",</a:t>
            </a:r>
          </a:p>
          <a:p>
            <a:r>
              <a:t>          "quote": "利用者"</a:t>
            </a:r>
          </a:p>
          <a:p>
            <a:r>
              <a:t>        }</a:t>
            </a:r>
          </a:p>
          <a:p>
            <a:r>
              <a:t>      ],</a:t>
            </a:r>
          </a:p>
          <a:p>
            <a:r>
              <a:t>      "mode": "verbatim"</a:t>
            </a:r>
          </a:p>
          <a:p>
            <a:r>
              <a:t>    },</a:t>
            </a:r>
          </a:p>
          <a:p>
            <a:r>
              <a:t>    {</a:t>
            </a:r>
          </a:p>
          <a:p>
            <a:r>
              <a:t>      "text": "照会先",</a:t>
            </a:r>
          </a:p>
          <a:p>
            <a:r>
              <a:t>      "refs": [</a:t>
            </a:r>
          </a:p>
          <a:p>
            <a:r>
              <a:t>        {</a:t>
            </a:r>
          </a:p>
          <a:p>
            <a:r>
              <a:t>          "source_id": "s0011",</a:t>
            </a:r>
          </a:p>
          <a:p>
            <a:r>
              <a:t>          "quote": "照会先"</a:t>
            </a:r>
          </a:p>
          <a:p>
            <a:r>
              <a:t>        }</a:t>
            </a:r>
          </a:p>
          <a:p>
            <a:r>
              <a:t>      ],</a:t>
            </a:r>
          </a:p>
          <a:p>
            <a:r>
              <a:t>      "mode": "verbatim"</a:t>
            </a:r>
          </a:p>
          <a:p>
            <a:r>
              <a:t>    },</a:t>
            </a:r>
          </a:p>
          <a:p>
            <a:r>
              <a:t>    {</a:t>
            </a:r>
          </a:p>
          <a:p>
            <a:r>
              <a:t>      "text": "発行窓口",</a:t>
            </a:r>
          </a:p>
          <a:p>
            <a:r>
              <a:t>      "refs": [</a:t>
            </a:r>
          </a:p>
          <a:p>
            <a:r>
              <a:t>        {</a:t>
            </a:r>
          </a:p>
          <a:p>
            <a:r>
              <a:t>          "source_id": "s0012",</a:t>
            </a:r>
          </a:p>
          <a:p>
            <a:r>
              <a:t>          "quote": "発行窓口"</a:t>
            </a:r>
          </a:p>
          <a:p>
            <a:r>
              <a:t>        }</a:t>
            </a:r>
          </a:p>
          <a:p>
            <a:r>
              <a:t>      ],</a:t>
            </a:r>
          </a:p>
          <a:p>
            <a:r>
              <a:t>      "mode": "verbatim"</a:t>
            </a:r>
          </a:p>
          <a:p>
            <a:r>
              <a:t>    },</a:t>
            </a:r>
          </a:p>
          <a:p>
            <a:r>
              <a:t>    {</a:t>
            </a:r>
          </a:p>
          <a:p>
            <a:r>
              <a:t>      "text": "操作",</a:t>
            </a:r>
          </a:p>
          <a:p>
            <a:r>
              <a:t>      "refs": [</a:t>
            </a:r>
          </a:p>
          <a:p>
            <a:r>
              <a:t>        {</a:t>
            </a:r>
          </a:p>
          <a:p>
            <a:r>
              <a:t>          "source_id": "s0013",</a:t>
            </a:r>
          </a:p>
          <a:p>
            <a:r>
              <a:t>          "quote": "利用者から受付機能へ「操作」を伝える。"</a:t>
            </a:r>
          </a:p>
          <a:p>
            <a:r>
              <a:t>        }</a:t>
            </a:r>
          </a:p>
          <a:p>
            <a:r>
              <a:t>      ],</a:t>
            </a:r>
          </a:p>
          <a:p>
            <a:r>
              <a:t>      "mode": "verbatim"</a:t>
            </a:r>
          </a:p>
          <a:p>
            <a:r>
              <a:t>    },</a:t>
            </a:r>
          </a:p>
          <a:p>
            <a:r>
              <a:t>    {</a:t>
            </a:r>
          </a:p>
          <a:p>
            <a:r>
              <a:t>      "text": "照会",</a:t>
            </a:r>
          </a:p>
          <a:p>
            <a:r>
              <a:t>      "refs": [</a:t>
            </a:r>
          </a:p>
          <a:p>
            <a:r>
              <a:t>        {</a:t>
            </a:r>
          </a:p>
          <a:p>
            <a:r>
              <a:t>          "source_id": "s0014",</a:t>
            </a:r>
          </a:p>
          <a:p>
            <a:r>
              <a:t>          "quote": "受付機能から照会先へ「照会」を伝える。"</a:t>
            </a:r>
          </a:p>
          <a:p>
            <a:r>
              <a:t>        }</a:t>
            </a:r>
          </a:p>
          <a:p>
            <a:r>
              <a:t>      ],</a:t>
            </a:r>
          </a:p>
          <a:p>
            <a:r>
              <a:t>      "mode": "verbatim"</a:t>
            </a:r>
          </a:p>
          <a:p>
            <a:r>
              <a:t>    },</a:t>
            </a:r>
          </a:p>
          <a:p>
            <a:r>
              <a:t>    {</a:t>
            </a:r>
          </a:p>
          <a:p>
            <a:r>
              <a:t>      "text": "付与",</a:t>
            </a:r>
          </a:p>
          <a:p>
            <a:r>
              <a:t>      "refs": [</a:t>
            </a:r>
          </a:p>
          <a:p>
            <a:r>
              <a:t>        {</a:t>
            </a:r>
          </a:p>
          <a:p>
            <a:r>
              <a:t>          "source_id": "s0015",</a:t>
            </a:r>
          </a:p>
          <a:p>
            <a:r>
              <a:t>          "quote": "発行窓口から受付機能へ「付与」を伝える。"</a:t>
            </a:r>
          </a:p>
          <a:p>
            <a:r>
              <a:t>        }</a:t>
            </a:r>
          </a:p>
          <a:p>
            <a:r>
              <a:t>      ],</a:t>
            </a:r>
          </a:p>
          <a:p>
            <a:r>
              <a:t>      "mode": "verbatim"</a:t>
            </a:r>
          </a:p>
          <a:p>
            <a:r>
              <a:t>    },</a:t>
            </a:r>
          </a:p>
          <a:p>
            <a:r>
              <a:t>    {</a:t>
            </a:r>
          </a:p>
          <a:p>
            <a:r>
              <a:t>      "text": "受付アプリ",</a:t>
            </a:r>
          </a:p>
          <a:p>
            <a:r>
              <a:t>      "refs": [</a:t>
            </a:r>
          </a:p>
          <a:p>
            <a:r>
              <a:t>        {</a:t>
            </a:r>
          </a:p>
          <a:p>
            <a:r>
              <a:t>          "source_id": "s0016",</a:t>
            </a:r>
          </a:p>
          <a:p>
            <a:r>
              <a:t>          "quote": "受付アプリは対象の機能を含む管理範囲を表す。"</a:t>
            </a:r>
          </a:p>
          <a:p>
            <a:r>
              <a:t>        }</a:t>
            </a:r>
          </a:p>
          <a:p>
            <a:r>
              <a:t>      ],</a:t>
            </a:r>
          </a:p>
          <a:p>
            <a:r>
              <a:t>      "mode": "verbatim"</a:t>
            </a:r>
          </a:p>
          <a:p>
            <a:r>
              <a:t>    }</a:t>
            </a:r>
          </a:p>
          <a:p>
            <a:r>
              <a:t>  ],</a:t>
            </a:r>
          </a:p>
          <a:p>
            <a:r>
              <a:t>  "citations": {</a:t>
            </a:r>
          </a:p>
          <a:p>
            <a:r>
              <a:t>    "s0007": "架空設計書・構造検証用",</a:t>
            </a:r>
          </a:p>
          <a:p>
            <a:r>
              <a:t>    "s0008": "架空設計書・構造検証用",</a:t>
            </a:r>
          </a:p>
          <a:p>
            <a:r>
              <a:t>    "s0009": "架空設計書・構造検証用",</a:t>
            </a:r>
          </a:p>
          <a:p>
            <a:r>
              <a:t>    "s0010": "架空設計書・構造検証用",</a:t>
            </a:r>
          </a:p>
          <a:p>
            <a:r>
              <a:t>    "s0011": "架空設計書・構造検証用",</a:t>
            </a:r>
          </a:p>
          <a:p>
            <a:r>
              <a:t>    "s0012": "架空設計書・構造検証用",</a:t>
            </a:r>
          </a:p>
          <a:p>
            <a:r>
              <a:t>    "s0013": "架空設計書・構造検証用",</a:t>
            </a:r>
          </a:p>
          <a:p>
            <a:r>
              <a:t>    "s0014": "架空設計書・構造検証用",</a:t>
            </a:r>
          </a:p>
          <a:p>
            <a:r>
              <a:t>    "s0015": "架空設計書・構造検証用",</a:t>
            </a:r>
          </a:p>
          <a:p>
            <a:r>
              <a:t>    "s0016": "架空設計書・構造検証用",</a:t>
            </a:r>
          </a:p>
          <a:p>
            <a:r>
              <a:t>    "s0017":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"lr_0",</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"s0007",</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"s0008",</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"s0009",</a:t>
            </a:r>
          </a:p>
          <a:p>
            <a:r>
              <a:t>                "quote": "受付機能"</a:t>
            </a:r>
          </a:p>
          <a:p>
            <a:r>
              <a:t>              }</a:t>
            </a:r>
          </a:p>
          <a:p>
            <a:r>
              <a:t>            ],</a:t>
            </a:r>
          </a:p>
          <a:p>
            <a:r>
              <a:t>            "mode": "verbatim"</a:t>
            </a:r>
          </a:p>
          <a:p>
            <a:r>
              <a:t>          }</a:t>
            </a:r>
          </a:p>
          <a:p>
            <a:r>
              <a:t>        },</a:t>
            </a:r>
          </a:p>
          <a:p>
            <a:r>
              <a:t>        {</a:t>
            </a:r>
          </a:p>
          <a:p>
            <a:r>
              <a:t>          "id": "actor_1",</a:t>
            </a:r>
          </a:p>
          <a:p>
            <a:r>
              <a:t>          "label": {</a:t>
            </a:r>
          </a:p>
          <a:p>
            <a:r>
              <a:t>            "text": "利用者",</a:t>
            </a:r>
          </a:p>
          <a:p>
            <a:r>
              <a:t>            "refs": [</a:t>
            </a:r>
          </a:p>
          <a:p>
            <a:r>
              <a:t>              {</a:t>
            </a:r>
          </a:p>
          <a:p>
            <a:r>
              <a:t>                "source_id": "s0010",</a:t>
            </a:r>
          </a:p>
          <a:p>
            <a:r>
              <a:t>                "quote": "利用者"</a:t>
            </a:r>
          </a:p>
          <a:p>
            <a:r>
              <a:t>              }</a:t>
            </a:r>
          </a:p>
          <a:p>
            <a:r>
              <a:t>            ],</a:t>
            </a:r>
          </a:p>
          <a:p>
            <a:r>
              <a:t>            "mode": "verbatim"</a:t>
            </a:r>
          </a:p>
          <a:p>
            <a:r>
              <a:t>          }</a:t>
            </a:r>
          </a:p>
          <a:p>
            <a:r>
              <a:t>        },</a:t>
            </a:r>
          </a:p>
          <a:p>
            <a:r>
              <a:t>        {</a:t>
            </a:r>
          </a:p>
          <a:p>
            <a:r>
              <a:t>          "id": "actor_2",</a:t>
            </a:r>
          </a:p>
          <a:p>
            <a:r>
              <a:t>          "label": {</a:t>
            </a:r>
          </a:p>
          <a:p>
            <a:r>
              <a:t>            "text": "照会先",</a:t>
            </a:r>
          </a:p>
          <a:p>
            <a:r>
              <a:t>            "refs": [</a:t>
            </a:r>
          </a:p>
          <a:p>
            <a:r>
              <a:t>              {</a:t>
            </a:r>
          </a:p>
          <a:p>
            <a:r>
              <a:t>                "source_id": "s0011",</a:t>
            </a:r>
          </a:p>
          <a:p>
            <a:r>
              <a:t>                "quote": "照会先"</a:t>
            </a:r>
          </a:p>
          <a:p>
            <a:r>
              <a:t>              }</a:t>
            </a:r>
          </a:p>
          <a:p>
            <a:r>
              <a:t>            ],</a:t>
            </a:r>
          </a:p>
          <a:p>
            <a:r>
              <a:t>            "mode": "verbatim"</a:t>
            </a:r>
          </a:p>
          <a:p>
            <a:r>
              <a:t>          }</a:t>
            </a:r>
          </a:p>
          <a:p>
            <a:r>
              <a:t>        },</a:t>
            </a:r>
          </a:p>
          <a:p>
            <a:r>
              <a:t>        {</a:t>
            </a:r>
          </a:p>
          <a:p>
            <a:r>
              <a:t>          "id": "actor_3",</a:t>
            </a:r>
          </a:p>
          <a:p>
            <a:r>
              <a:t>          "label": {</a:t>
            </a:r>
          </a:p>
          <a:p>
            <a:r>
              <a:t>            "text": "発行窓口",</a:t>
            </a:r>
          </a:p>
          <a:p>
            <a:r>
              <a:t>            "refs": [</a:t>
            </a:r>
          </a:p>
          <a:p>
            <a:r>
              <a:t>              {</a:t>
            </a:r>
          </a:p>
          <a:p>
            <a:r>
              <a:t>                "source_id": "s0012",</a:t>
            </a:r>
          </a:p>
          <a:p>
            <a:r>
              <a:t>                "quote": "発行窓口"</a:t>
            </a:r>
          </a:p>
          <a:p>
            <a:r>
              <a:t>              }</a:t>
            </a:r>
          </a:p>
          <a:p>
            <a:r>
              <a:t>            ],</a:t>
            </a:r>
          </a:p>
          <a:p>
            <a:r>
              <a:t>            "mode": "verbatim"</a:t>
            </a:r>
          </a:p>
          <a:p>
            <a:r>
              <a:t>          }</a:t>
            </a:r>
          </a:p>
          <a:p>
            <a:r>
              <a:t>        }</a:t>
            </a:r>
          </a:p>
          <a:p>
            <a:r>
              <a:t>      ],</a:t>
            </a:r>
          </a:p>
          <a:p>
            <a:r>
              <a:t>      "edges": [</a:t>
            </a:r>
          </a:p>
          <a:p>
            <a:r>
              <a:t>        {</a:t>
            </a:r>
          </a:p>
          <a:p>
            <a:r>
              <a:t>          "id": "edge_0",</a:t>
            </a:r>
          </a:p>
          <a:p>
            <a:r>
              <a:t>          "source": "actor_1",</a:t>
            </a:r>
          </a:p>
          <a:p>
            <a:r>
              <a:t>          "target": "actor_0",</a:t>
            </a:r>
          </a:p>
          <a:p>
            <a:r>
              <a:t>          "label": {</a:t>
            </a:r>
          </a:p>
          <a:p>
            <a:r>
              <a:t>            "text": "操作",</a:t>
            </a:r>
          </a:p>
          <a:p>
            <a:r>
              <a:t>            "refs": [</a:t>
            </a:r>
          </a:p>
          <a:p>
            <a:r>
              <a:t>              {</a:t>
            </a:r>
          </a:p>
          <a:p>
            <a:r>
              <a:t>                "source_id": "s0013",</a:t>
            </a:r>
          </a:p>
          <a:p>
            <a:r>
              <a:t>                "quote": "利用者から受付機能へ「操作」を伝える。"</a:t>
            </a:r>
          </a:p>
          <a:p>
            <a:r>
              <a:t>              }</a:t>
            </a:r>
          </a:p>
          <a:p>
            <a:r>
              <a:t>            ],</a:t>
            </a:r>
          </a:p>
          <a:p>
            <a:r>
              <a:t>            "mode": "verbatim"</a:t>
            </a:r>
          </a:p>
          <a:p>
            <a:r>
              <a:t>          }</a:t>
            </a:r>
          </a:p>
          <a:p>
            <a:r>
              <a:t>        },</a:t>
            </a:r>
          </a:p>
          <a:p>
            <a:r>
              <a:t>        {</a:t>
            </a:r>
          </a:p>
          <a:p>
            <a:r>
              <a:t>          "id": "edge_1",</a:t>
            </a:r>
          </a:p>
          <a:p>
            <a:r>
              <a:t>          "source": "actor_0",</a:t>
            </a:r>
          </a:p>
          <a:p>
            <a:r>
              <a:t>          "target": "actor_2",</a:t>
            </a:r>
          </a:p>
          <a:p>
            <a:r>
              <a:t>          "label": {</a:t>
            </a:r>
          </a:p>
          <a:p>
            <a:r>
              <a:t>            "text": "照会",</a:t>
            </a:r>
          </a:p>
          <a:p>
            <a:r>
              <a:t>            "refs": [</a:t>
            </a:r>
          </a:p>
          <a:p>
            <a:r>
              <a:t>              {</a:t>
            </a:r>
          </a:p>
          <a:p>
            <a:r>
              <a:t>                "source_id": "s0014",</a:t>
            </a:r>
          </a:p>
          <a:p>
            <a:r>
              <a:t>                "quote": "受付機能から照会先へ「照会」を伝える。"</a:t>
            </a:r>
          </a:p>
          <a:p>
            <a:r>
              <a:t>              }</a:t>
            </a:r>
          </a:p>
          <a:p>
            <a:r>
              <a:t>            ],</a:t>
            </a:r>
          </a:p>
          <a:p>
            <a:r>
              <a:t>            "mode": "verbatim"</a:t>
            </a:r>
          </a:p>
          <a:p>
            <a:r>
              <a:t>          }</a:t>
            </a:r>
          </a:p>
          <a:p>
            <a:r>
              <a:t>        },</a:t>
            </a:r>
          </a:p>
          <a:p>
            <a:r>
              <a:t>        {</a:t>
            </a:r>
          </a:p>
          <a:p>
            <a:r>
              <a:t>          "id": "edge_2",</a:t>
            </a:r>
          </a:p>
          <a:p>
            <a:r>
              <a:t>          "source": "actor_3",</a:t>
            </a:r>
          </a:p>
          <a:p>
            <a:r>
              <a:t>          "target": "actor_0",</a:t>
            </a:r>
          </a:p>
          <a:p>
            <a:r>
              <a:t>          "label": {</a:t>
            </a:r>
          </a:p>
          <a:p>
            <a:r>
              <a:t>            "text": "付与",</a:t>
            </a:r>
          </a:p>
          <a:p>
            <a:r>
              <a:t>            "refs": [</a:t>
            </a:r>
          </a:p>
          <a:p>
            <a:r>
              <a:t>              {</a:t>
            </a:r>
          </a:p>
          <a:p>
            <a:r>
              <a:t>                "source_id": "s0015",</a:t>
            </a:r>
          </a:p>
          <a:p>
            <a:r>
              <a:t>                "quote": "発行窓口から受付機能へ「付与」を伝える。"</a:t>
            </a:r>
          </a:p>
          <a:p>
            <a:r>
              <a:t>              }</a:t>
            </a:r>
          </a:p>
          <a:p>
            <a:r>
              <a:t>            ],</a:t>
            </a:r>
          </a:p>
          <a:p>
            <a:r>
              <a:t>            "mode": "verbatim"</a:t>
            </a:r>
          </a:p>
          <a:p>
            <a:r>
              <a:t>          }</a:t>
            </a:r>
          </a:p>
          <a:p>
            <a:r>
              <a:t>        }</a:t>
            </a:r>
          </a:p>
          <a:p>
            <a:r>
              <a:t>      ],</a:t>
            </a:r>
          </a:p>
          <a:p>
            <a:r>
              <a:t>      "boundaries": [</a:t>
            </a:r>
          </a:p>
          <a:p>
            <a:r>
              <a:t>        {</a:t>
            </a:r>
          </a:p>
          <a:p>
            <a:r>
              <a:t>          "id": "owner",</a:t>
            </a:r>
          </a:p>
          <a:p>
            <a:r>
              <a:t>          "kind": "contains",</a:t>
            </a:r>
          </a:p>
          <a:p>
            <a:r>
              <a:t>          "label": {</a:t>
            </a:r>
          </a:p>
          <a:p>
            <a:r>
              <a:t>            "text": "受付アプリ",</a:t>
            </a:r>
          </a:p>
          <a:p>
            <a:r>
              <a:t>            "refs": [</a:t>
            </a:r>
          </a:p>
          <a:p>
            <a:r>
              <a:t>              {</a:t>
            </a:r>
          </a:p>
          <a:p>
            <a:r>
              <a:t>                "source_id": "s0016",</a:t>
            </a:r>
          </a:p>
          <a:p>
            <a:r>
              <a:t>                "quote": "受付アプリは対象の機能を含む管理範囲を表す。"</a:t>
            </a:r>
          </a:p>
          <a:p>
            <a:r>
              <a:t>              }</a:t>
            </a:r>
          </a:p>
          <a:p>
            <a:r>
              <a:t>            ],</a:t>
            </a:r>
          </a:p>
          <a:p>
            <a:r>
              <a:t>            "mode": "verbatim"</a:t>
            </a:r>
          </a:p>
          <a:p>
            <a:r>
              <a:t>          },</a:t>
            </a:r>
          </a:p>
          <a:p>
            <a:r>
              <a:t>          "members": [</a:t>
            </a:r>
          </a:p>
          <a:p>
            <a:r>
              <a:t>            "actor_0"</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"s0007",</a:t>
            </a:r>
          </a:p>
          <a:p>
            <a:r>
              <a:t>    "s0008",</a:t>
            </a:r>
          </a:p>
          <a:p>
            <a:r>
              <a:t>    "s0009",</a:t>
            </a:r>
          </a:p>
          <a:p>
            <a:r>
              <a:t>    "s0010",</a:t>
            </a:r>
          </a:p>
          <a:p>
            <a:r>
              <a:t>    "s0011",</a:t>
            </a:r>
          </a:p>
          <a:p>
            <a:r>
              <a:t>    "s0012",</a:t>
            </a:r>
          </a:p>
          <a:p>
            <a:r>
              <a:t>    "s0013",</a:t>
            </a:r>
          </a:p>
          <a:p>
            <a:r>
              <a:t>    "s0014",</a:t>
            </a:r>
          </a:p>
          <a:p>
            <a:r>
              <a:t>    "s0015",</a:t>
            </a:r>
          </a:p>
          <a:p>
            <a:r>
              <a:t>    "s0016",</a:t>
            </a:r>
          </a:p>
          <a:p>
            <a:r>
              <a:t>    "s0017"</a:t>
            </a:r>
          </a:p>
          <a:p>
            <a:r>
              <a:t>  ],</a:t>
            </a:r>
          </a:p>
          <a:p>
            <a:r>
              <a:t>  "template_sha256": "4a349c313e82c1c17fa92810d6ca7b2e532b73722652242d0e26d17d4397899b"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a:t>
            </a:r>
          </a:p>
          <a:p>
            <a:r>
              <a:t>  "origin": "page03",</a:t>
            </a:r>
          </a:p>
          <a:p>
            <a:r>
              <a:t>  "layout_id": "rel_sequence_4_8_lr",</a:t>
            </a:r>
          </a:p>
          <a:p>
            <a:r>
              <a:t>  "variant": "warm",</a:t>
            </a:r>
          </a:p>
          <a:p>
            <a:r>
              <a:t>  "rationale": "架空の構造例。矢印の向き・主体ID・包含と同管理・比較軸を保持する。",</a:t>
            </a:r>
          </a:p>
          <a:p>
            <a:r>
              <a:t>  "source_sha256": "18f59363c10ac0653efd459eaf1391b8113546eb959a4a60e46073814fb1992f",</a:t>
            </a:r>
          </a:p>
          <a:p>
            <a:r>
              <a:t>  "evidence": [</a:t>
            </a:r>
          </a:p>
          <a:p>
            <a:r>
              <a:t>    {</a:t>
            </a:r>
          </a:p>
          <a:p>
            <a:r>
              <a:t>      "text": "主体の関係と通信の向きを\n根拠とともに確認する",</a:t>
            </a:r>
          </a:p>
          <a:p>
            <a:r>
              <a:t>      "refs": [</a:t>
            </a:r>
          </a:p>
          <a:p>
            <a:r>
              <a:t>        {</a:t>
            </a:r>
          </a:p>
          <a:p>
            <a:r>
              <a:t>          "source_id": "s0032",</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"s0018",</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"s0019",</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"s0020",</a:t>
            </a:r>
          </a:p>
          <a:p>
            <a:r>
              <a:t>          "quote": "受付機能"</a:t>
            </a:r>
          </a:p>
          <a:p>
            <a:r>
              <a:t>        }</a:t>
            </a:r>
          </a:p>
          <a:p>
            <a:r>
              <a:t>      ],</a:t>
            </a:r>
          </a:p>
          <a:p>
            <a:r>
              <a:t>      "mode": "verbatim"</a:t>
            </a:r>
          </a:p>
          <a:p>
            <a:r>
              <a:t>    },</a:t>
            </a:r>
          </a:p>
          <a:p>
            <a:r>
              <a:t>    {</a:t>
            </a:r>
          </a:p>
          <a:p>
            <a:r>
              <a:t>      "text": "照会先",</a:t>
            </a:r>
          </a:p>
          <a:p>
            <a:r>
              <a:t>      "refs": [</a:t>
            </a:r>
          </a:p>
          <a:p>
            <a:r>
              <a:t>        {</a:t>
            </a:r>
          </a:p>
          <a:p>
            <a:r>
              <a:t>          "source_id": "s0021",</a:t>
            </a:r>
          </a:p>
          <a:p>
            <a:r>
              <a:t>          "quote": "照会先"</a:t>
            </a:r>
          </a:p>
          <a:p>
            <a:r>
              <a:t>        }</a:t>
            </a:r>
          </a:p>
          <a:p>
            <a:r>
              <a:t>      ],</a:t>
            </a:r>
          </a:p>
          <a:p>
            <a:r>
              <a:t>      "mode": "verbatim"</a:t>
            </a:r>
          </a:p>
          <a:p>
            <a:r>
              <a:t>    },</a:t>
            </a:r>
          </a:p>
          <a:p>
            <a:r>
              <a:t>    {</a:t>
            </a:r>
          </a:p>
          <a:p>
            <a:r>
              <a:t>      "text": "確認窓口",</a:t>
            </a:r>
          </a:p>
          <a:p>
            <a:r>
              <a:t>      "refs": [</a:t>
            </a:r>
          </a:p>
          <a:p>
            <a:r>
              <a:t>        {</a:t>
            </a:r>
          </a:p>
          <a:p>
            <a:r>
              <a:t>          "source_id": "s0022",</a:t>
            </a:r>
          </a:p>
          <a:p>
            <a:r>
              <a:t>          "quote": "確認窓口"</a:t>
            </a:r>
          </a:p>
          <a:p>
            <a:r>
              <a:t>        }</a:t>
            </a:r>
          </a:p>
          <a:p>
            <a:r>
              <a:t>      ],</a:t>
            </a:r>
          </a:p>
          <a:p>
            <a:r>
              <a:t>      "mode": "verbatim"</a:t>
            </a:r>
          </a:p>
          <a:p>
            <a:r>
              <a:t>    },</a:t>
            </a:r>
          </a:p>
          <a:p>
            <a:r>
              <a:t>    {</a:t>
            </a:r>
          </a:p>
          <a:p>
            <a:r>
              <a:t>      "text": "発行窓口",</a:t>
            </a:r>
          </a:p>
          <a:p>
            <a:r>
              <a:t>      "refs": [</a:t>
            </a:r>
          </a:p>
          <a:p>
            <a:r>
              <a:t>        {</a:t>
            </a:r>
          </a:p>
          <a:p>
            <a:r>
              <a:t>          "source_id": "s0023",</a:t>
            </a:r>
          </a:p>
          <a:p>
            <a:r>
              <a:t>          "quote": "発行窓口"</a:t>
            </a:r>
          </a:p>
          <a:p>
            <a:r>
              <a:t>        }</a:t>
            </a:r>
          </a:p>
          <a:p>
            <a:r>
              <a:t>      ],</a:t>
            </a:r>
          </a:p>
          <a:p>
            <a:r>
              <a:t>      "mode": "verbatim"</a:t>
            </a:r>
          </a:p>
          <a:p>
            <a:r>
              <a:t>    },</a:t>
            </a:r>
          </a:p>
          <a:p>
            <a:r>
              <a:t>    {</a:t>
            </a:r>
          </a:p>
          <a:p>
            <a:r>
              <a:t>      "text": "参照先を渡す",</a:t>
            </a:r>
          </a:p>
          <a:p>
            <a:r>
              <a:t>      "refs": [</a:t>
            </a:r>
          </a:p>
          <a:p>
            <a:r>
              <a:t>        {</a:t>
            </a:r>
          </a:p>
          <a:p>
            <a:r>
              <a:t>          "source_id": "s0024",</a:t>
            </a:r>
          </a:p>
          <a:p>
            <a:r>
              <a:t>          "quote": "受付機能から照会先へ「参照先を渡す」を伝える。"</a:t>
            </a:r>
          </a:p>
          <a:p>
            <a:r>
              <a:t>        }</a:t>
            </a:r>
          </a:p>
          <a:p>
            <a:r>
              <a:t>      ],</a:t>
            </a:r>
          </a:p>
          <a:p>
            <a:r>
              <a:t>      "mode": "verbatim"</a:t>
            </a:r>
          </a:p>
          <a:p>
            <a:r>
              <a:t>    },</a:t>
            </a:r>
          </a:p>
          <a:p>
            <a:r>
              <a:t>    {</a:t>
            </a:r>
          </a:p>
          <a:p>
            <a:r>
              <a:t>      "text": "文書を要求",</a:t>
            </a:r>
          </a:p>
          <a:p>
            <a:r>
              <a:t>      "refs": [</a:t>
            </a:r>
          </a:p>
          <a:p>
            <a:r>
              <a:t>        {</a:t>
            </a:r>
          </a:p>
          <a:p>
            <a:r>
              <a:t>          "source_id": "s0025",</a:t>
            </a:r>
          </a:p>
          <a:p>
            <a:r>
              <a:t>          "quote": "照会先から確認窓口へ「文書を要求」を伝える。"</a:t>
            </a:r>
          </a:p>
          <a:p>
            <a:r>
              <a:t>        }</a:t>
            </a:r>
          </a:p>
          <a:p>
            <a:r>
              <a:t>      ],</a:t>
            </a:r>
          </a:p>
          <a:p>
            <a:r>
              <a:t>      "mode": "verbatim"</a:t>
            </a:r>
          </a:p>
          <a:p>
            <a:r>
              <a:t>    },</a:t>
            </a:r>
          </a:p>
          <a:p>
            <a:r>
              <a:t>    {</a:t>
            </a:r>
          </a:p>
          <a:p>
            <a:r>
              <a:t>      "text": "文書を応答",</a:t>
            </a:r>
          </a:p>
          <a:p>
            <a:r>
              <a:t>      "refs": [</a:t>
            </a:r>
          </a:p>
          <a:p>
            <a:r>
              <a:t>        {</a:t>
            </a:r>
          </a:p>
          <a:p>
            <a:r>
              <a:t>          "source_id": "s0026",</a:t>
            </a:r>
          </a:p>
          <a:p>
            <a:r>
              <a:t>          "quote": "確認窓口から照会先へ「文書を応答」を伝える。"</a:t>
            </a:r>
          </a:p>
          <a:p>
            <a:r>
              <a:t>        }</a:t>
            </a:r>
          </a:p>
          <a:p>
            <a:r>
              <a:t>      ],</a:t>
            </a:r>
          </a:p>
          <a:p>
            <a:r>
              <a:t>      "mode": "verbatim"</a:t>
            </a:r>
          </a:p>
          <a:p>
            <a:r>
              <a:t>    },</a:t>
            </a:r>
          </a:p>
          <a:p>
            <a:r>
              <a:t>    {</a:t>
            </a:r>
          </a:p>
          <a:p>
            <a:r>
              <a:t>      "text": "内部で確認",</a:t>
            </a:r>
          </a:p>
          <a:p>
            <a:r>
              <a:t>      "refs": [</a:t>
            </a:r>
          </a:p>
          <a:p>
            <a:r>
              <a:t>        {</a:t>
            </a:r>
          </a:p>
          <a:p>
            <a:r>
              <a:t>          "source_id": "s0027",</a:t>
            </a:r>
          </a:p>
          <a:p>
            <a:r>
              <a:t>          "quote": "照会先から照会先へ「内部で確認」を伝える。"</a:t>
            </a:r>
          </a:p>
          <a:p>
            <a:r>
              <a:t>        }</a:t>
            </a:r>
          </a:p>
          <a:p>
            <a:r>
              <a:t>      ],</a:t>
            </a:r>
          </a:p>
          <a:p>
            <a:r>
              <a:t>      "mode": "verbatim"</a:t>
            </a:r>
          </a:p>
          <a:p>
            <a:r>
              <a:t>    },</a:t>
            </a:r>
          </a:p>
          <a:p>
            <a:r>
              <a:t>    {</a:t>
            </a:r>
          </a:p>
          <a:p>
            <a:r>
              <a:t>      "text": "受付を依頼",</a:t>
            </a:r>
          </a:p>
          <a:p>
            <a:r>
              <a:t>      "refs": [</a:t>
            </a:r>
          </a:p>
          <a:p>
            <a:r>
              <a:t>        {</a:t>
            </a:r>
          </a:p>
          <a:p>
            <a:r>
              <a:t>          "source_id": "s0028",</a:t>
            </a:r>
          </a:p>
          <a:p>
            <a:r>
              <a:t>          "quote": "照会先から発行窓口へ「受付を依頼」を伝える。"</a:t>
            </a:r>
          </a:p>
          <a:p>
            <a:r>
              <a:t>        }</a:t>
            </a:r>
          </a:p>
          <a:p>
            <a:r>
              <a:t>      ],</a:t>
            </a:r>
          </a:p>
          <a:p>
            <a:r>
              <a:t>      "mode": "verbatim"</a:t>
            </a:r>
          </a:p>
          <a:p>
            <a:r>
              <a:t>    },</a:t>
            </a:r>
          </a:p>
          <a:p>
            <a:r>
              <a:t>    {</a:t>
            </a:r>
          </a:p>
          <a:p>
            <a:r>
              <a:t>      "text": "結果を応答",</a:t>
            </a:r>
          </a:p>
          <a:p>
            <a:r>
              <a:t>      "refs": [</a:t>
            </a:r>
          </a:p>
          <a:p>
            <a:r>
              <a:t>        {</a:t>
            </a:r>
          </a:p>
          <a:p>
            <a:r>
              <a:t>          "source_id": "s0029",</a:t>
            </a:r>
          </a:p>
          <a:p>
            <a:r>
              <a:t>          "quote": "発行窓口から照会先へ「結果を応答」を伝える。"</a:t>
            </a:r>
          </a:p>
          <a:p>
            <a:r>
              <a:t>        }</a:t>
            </a:r>
          </a:p>
          <a:p>
            <a:r>
              <a:t>      ],</a:t>
            </a:r>
          </a:p>
          <a:p>
            <a:r>
              <a:t>      "mode": "verbatim"</a:t>
            </a:r>
          </a:p>
          <a:p>
            <a:r>
              <a:t>    },</a:t>
            </a:r>
          </a:p>
          <a:p>
            <a:r>
              <a:t>    {</a:t>
            </a:r>
          </a:p>
          <a:p>
            <a:r>
              <a:t>      "text": "資料を提示",</a:t>
            </a:r>
          </a:p>
          <a:p>
            <a:r>
              <a:t>      "refs": [</a:t>
            </a:r>
          </a:p>
          <a:p>
            <a:r>
              <a:t>        {</a:t>
            </a:r>
          </a:p>
          <a:p>
            <a:r>
              <a:t>          "source_id": "s0030",</a:t>
            </a:r>
          </a:p>
          <a:p>
            <a:r>
              <a:t>          "quote": "照会先から受付機能へ「資料を提示」を伝える。"</a:t>
            </a:r>
          </a:p>
          <a:p>
            <a:r>
              <a:t>        }</a:t>
            </a:r>
          </a:p>
          <a:p>
            <a:r>
              <a:t>      ],</a:t>
            </a:r>
          </a:p>
          <a:p>
            <a:r>
              <a:t>      "mode": "verbatim"</a:t>
            </a:r>
          </a:p>
          <a:p>
            <a:r>
              <a:t>    },</a:t>
            </a:r>
          </a:p>
          <a:p>
            <a:r>
              <a:t>    {</a:t>
            </a:r>
          </a:p>
          <a:p>
            <a:r>
              <a:t>      "text": "内部で保存",</a:t>
            </a:r>
          </a:p>
          <a:p>
            <a:r>
              <a:t>      "refs": [</a:t>
            </a:r>
          </a:p>
          <a:p>
            <a:r>
              <a:t>        {</a:t>
            </a:r>
          </a:p>
          <a:p>
            <a:r>
              <a:t>          "source_id": "s0031",</a:t>
            </a:r>
          </a:p>
          <a:p>
            <a:r>
              <a:t>          "quote": "受付機能から受付機能へ「内部で保存」を伝える。"</a:t>
            </a:r>
          </a:p>
          <a:p>
            <a:r>
              <a:t>        }</a:t>
            </a:r>
          </a:p>
          <a:p>
            <a:r>
              <a:t>      ],</a:t>
            </a:r>
          </a:p>
          <a:p>
            <a:r>
              <a:t>      "mode": "verbatim"</a:t>
            </a:r>
          </a:p>
          <a:p>
            <a:r>
              <a:t>    }</a:t>
            </a:r>
          </a:p>
          <a:p>
            <a:r>
              <a:t>  ],</a:t>
            </a:r>
          </a:p>
          <a:p>
            <a:r>
              <a:t>  "citations": {</a:t>
            </a:r>
          </a:p>
          <a:p>
            <a:r>
              <a:t>    "s0018": "架空設計書・構造検証用",</a:t>
            </a:r>
          </a:p>
          <a:p>
            <a:r>
              <a:t>    "s0019": "架空設計書・構造検証用",</a:t>
            </a:r>
          </a:p>
          <a:p>
            <a:r>
              <a:t>    "s0020": "架空設計書・構造検証用",</a:t>
            </a:r>
          </a:p>
          <a:p>
            <a:r>
              <a:t>    "s0021": "架空設計書・構造検証用",</a:t>
            </a:r>
          </a:p>
          <a:p>
            <a:r>
              <a:t>    "s0022": "架空設計書・構造検証用",</a:t>
            </a:r>
          </a:p>
          <a:p>
            <a:r>
              <a:t>    "s0023": "架空設計書・構造検証用",</a:t>
            </a:r>
          </a:p>
          <a:p>
            <a:r>
              <a:t>    "s0024": "架空設計書・構造検証用",</a:t>
            </a:r>
          </a:p>
          <a:p>
            <a:r>
              <a:t>    "s0025": "架空設計書・構造検証用",</a:t>
            </a:r>
          </a:p>
          <a:p>
            <a:r>
              <a:t>    "s0026": "架空設計書・構造検証用",</a:t>
            </a:r>
          </a:p>
          <a:p>
            <a:r>
              <a:t>    "s0027": "架空設計書・構造検証用",</a:t>
            </a:r>
          </a:p>
          <a:p>
            <a:r>
              <a:t>    "s0028": "架空設計書・構造検証用",</a:t>
            </a:r>
          </a:p>
          <a:p>
            <a:r>
              <a:t>    "s0029": "架空設計書・構造検証用",</a:t>
            </a:r>
          </a:p>
          <a:p>
            <a:r>
              <a:t>    "s0030": "架空設計書・構造検証用",</a:t>
            </a:r>
          </a:p>
          <a:p>
            <a:r>
              <a:t>    "s0031": "架空設計書・構造検証用",</a:t>
            </a:r>
          </a:p>
          <a:p>
            <a:r>
              <a:t>    "s0032":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"lr_8",</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"s0018",</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"s0019",</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"s0020",</a:t>
            </a:r>
          </a:p>
          <a:p>
            <a:r>
              <a:t>                "quote": "受付機能"</a:t>
            </a:r>
          </a:p>
          <a:p>
            <a:r>
              <a:t>              }</a:t>
            </a:r>
          </a:p>
          <a:p>
            <a:r>
              <a:t>            ],</a:t>
            </a:r>
          </a:p>
          <a:p>
            <a:r>
              <a:t>            "mode": "verbatim"</a:t>
            </a:r>
          </a:p>
          <a:p>
            <a:r>
              <a:t>          }</a:t>
            </a:r>
          </a:p>
          <a:p>
            <a:r>
              <a:t>        },</a:t>
            </a:r>
          </a:p>
          <a:p>
            <a:r>
              <a:t>        {</a:t>
            </a:r>
          </a:p>
          <a:p>
            <a:r>
              <a:t>          "id": "actor_1",</a:t>
            </a:r>
          </a:p>
          <a:p>
            <a:r>
              <a:t>          "label": {</a:t>
            </a:r>
          </a:p>
          <a:p>
            <a:r>
              <a:t>            "text": "照会先",</a:t>
            </a:r>
          </a:p>
          <a:p>
            <a:r>
              <a:t>            "refs": [</a:t>
            </a:r>
          </a:p>
          <a:p>
            <a:r>
              <a:t>              {</a:t>
            </a:r>
          </a:p>
          <a:p>
            <a:r>
              <a:t>                "source_id": "s0021",</a:t>
            </a:r>
          </a:p>
          <a:p>
            <a:r>
              <a:t>                "quote": "照会先"</a:t>
            </a:r>
          </a:p>
          <a:p>
            <a:r>
              <a:t>              }</a:t>
            </a:r>
          </a:p>
          <a:p>
            <a:r>
              <a:t>            ],</a:t>
            </a:r>
          </a:p>
          <a:p>
            <a:r>
              <a:t>            "mode": "verbatim"</a:t>
            </a:r>
          </a:p>
          <a:p>
            <a:r>
              <a:t>          }</a:t>
            </a:r>
          </a:p>
          <a:p>
            <a:r>
              <a:t>        },</a:t>
            </a:r>
          </a:p>
          <a:p>
            <a:r>
              <a:t>        {</a:t>
            </a:r>
          </a:p>
          <a:p>
            <a:r>
              <a:t>          "id": "actor_2",</a:t>
            </a:r>
          </a:p>
          <a:p>
            <a:r>
              <a:t>          "label": {</a:t>
            </a:r>
          </a:p>
          <a:p>
            <a:r>
              <a:t>            "text": "確認窓口",</a:t>
            </a:r>
          </a:p>
          <a:p>
            <a:r>
              <a:t>            "refs": [</a:t>
            </a:r>
          </a:p>
          <a:p>
            <a:r>
              <a:t>              {</a:t>
            </a:r>
          </a:p>
          <a:p>
            <a:r>
              <a:t>                "source_id": "s0022",</a:t>
            </a:r>
          </a:p>
          <a:p>
            <a:r>
              <a:t>                "quote": "確認窓口"</a:t>
            </a:r>
          </a:p>
          <a:p>
            <a:r>
              <a:t>              }</a:t>
            </a:r>
          </a:p>
          <a:p>
            <a:r>
              <a:t>            ],</a:t>
            </a:r>
          </a:p>
          <a:p>
            <a:r>
              <a:t>            "mode": "verbatim"</a:t>
            </a:r>
          </a:p>
          <a:p>
            <a:r>
              <a:t>          }</a:t>
            </a:r>
          </a:p>
          <a:p>
            <a:r>
              <a:t>        },</a:t>
            </a:r>
          </a:p>
          <a:p>
            <a:r>
              <a:t>        {</a:t>
            </a:r>
          </a:p>
          <a:p>
            <a:r>
              <a:t>          "id": "actor_3",</a:t>
            </a:r>
          </a:p>
          <a:p>
            <a:r>
              <a:t>          "label": {</a:t>
            </a:r>
          </a:p>
          <a:p>
            <a:r>
              <a:t>            "text": "発行窓口",</a:t>
            </a:r>
          </a:p>
          <a:p>
            <a:r>
              <a:t>            "refs": [</a:t>
            </a:r>
          </a:p>
          <a:p>
            <a:r>
              <a:t>              {</a:t>
            </a:r>
          </a:p>
          <a:p>
            <a:r>
              <a:t>                "source_id": "s0023",</a:t>
            </a:r>
          </a:p>
          <a:p>
            <a:r>
              <a:t>                "quote": "発行窓口"</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"参照先を渡す",</a:t>
            </a:r>
          </a:p>
          <a:p>
            <a:r>
              <a:t>            "refs": [</a:t>
            </a:r>
          </a:p>
          <a:p>
            <a:r>
              <a:t>              {</a:t>
            </a:r>
          </a:p>
          <a:p>
            <a:r>
              <a:t>                "source_id": "s0024",</a:t>
            </a:r>
          </a:p>
          <a:p>
            <a:r>
              <a:t>                "quote": "受付機能から照会先へ「参照先を渡す」を伝える。"</a:t>
            </a:r>
          </a:p>
          <a:p>
            <a:r>
              <a:t>              }</a:t>
            </a:r>
          </a:p>
          <a:p>
            <a:r>
              <a:t>            ],</a:t>
            </a:r>
          </a:p>
          <a:p>
            <a:r>
              <a:t>            "mode": "verbatim"</a:t>
            </a:r>
          </a:p>
          <a:p>
            <a:r>
              <a:t>          }</a:t>
            </a:r>
          </a:p>
          <a:p>
            <a:r>
              <a:t>        },</a:t>
            </a:r>
          </a:p>
          <a:p>
            <a:r>
              <a:t>        {</a:t>
            </a:r>
          </a:p>
          <a:p>
            <a:r>
              <a:t>          "id": "edge_1",</a:t>
            </a:r>
          </a:p>
          <a:p>
            <a:r>
              <a:t>          "source": "actor_1",</a:t>
            </a:r>
          </a:p>
          <a:p>
            <a:r>
              <a:t>          "target": "actor_2",</a:t>
            </a:r>
          </a:p>
          <a:p>
            <a:r>
              <a:t>          "label": {</a:t>
            </a:r>
          </a:p>
          <a:p>
            <a:r>
              <a:t>            "text": "文書を要求",</a:t>
            </a:r>
          </a:p>
          <a:p>
            <a:r>
              <a:t>            "refs": [</a:t>
            </a:r>
          </a:p>
          <a:p>
            <a:r>
              <a:t>              {</a:t>
            </a:r>
          </a:p>
          <a:p>
            <a:r>
              <a:t>                "source_id": "s0025",</a:t>
            </a:r>
          </a:p>
          <a:p>
            <a:r>
              <a:t>                "quote": "照会先から確認窓口へ「文書を要求」を伝える。"</a:t>
            </a:r>
          </a:p>
          <a:p>
            <a:r>
              <a:t>              }</a:t>
            </a:r>
          </a:p>
          <a:p>
            <a:r>
              <a:t>            ],</a:t>
            </a:r>
          </a:p>
          <a:p>
            <a:r>
              <a:t>            "mode": "verbatim"</a:t>
            </a:r>
          </a:p>
          <a:p>
            <a:r>
              <a:t>          }</a:t>
            </a:r>
          </a:p>
          <a:p>
            <a:r>
              <a:t>        },</a:t>
            </a:r>
          </a:p>
          <a:p>
            <a:r>
              <a:t>        {</a:t>
            </a:r>
          </a:p>
          <a:p>
            <a:r>
              <a:t>          "id": "edge_2",</a:t>
            </a:r>
          </a:p>
          <a:p>
            <a:r>
              <a:t>          "source": "actor_2",</a:t>
            </a:r>
          </a:p>
          <a:p>
            <a:r>
              <a:t>          "target": "actor_1",</a:t>
            </a:r>
          </a:p>
          <a:p>
            <a:r>
              <a:t>          "label": {</a:t>
            </a:r>
          </a:p>
          <a:p>
            <a:r>
              <a:t>            "text": "文書を応答",</a:t>
            </a:r>
          </a:p>
          <a:p>
            <a:r>
              <a:t>            "refs": [</a:t>
            </a:r>
          </a:p>
          <a:p>
            <a:r>
              <a:t>              {</a:t>
            </a:r>
          </a:p>
          <a:p>
            <a:r>
              <a:t>                "source_id": "s0026",</a:t>
            </a:r>
          </a:p>
          <a:p>
            <a:r>
              <a:t>                "quote": "確認窓口から照会先へ「文書を応答」を伝える。"</a:t>
            </a:r>
          </a:p>
          <a:p>
            <a:r>
              <a:t>              }</a:t>
            </a:r>
          </a:p>
          <a:p>
            <a:r>
              <a:t>            ],</a:t>
            </a:r>
          </a:p>
          <a:p>
            <a:r>
              <a:t>            "mode": "verbatim"</a:t>
            </a:r>
          </a:p>
          <a:p>
            <a:r>
              <a:t>          }</a:t>
            </a:r>
          </a:p>
          <a:p>
            <a:r>
              <a:t>        },</a:t>
            </a:r>
          </a:p>
          <a:p>
            <a:r>
              <a:t>        {</a:t>
            </a:r>
          </a:p>
          <a:p>
            <a:r>
              <a:t>          "id": "edge_3",</a:t>
            </a:r>
          </a:p>
          <a:p>
            <a:r>
              <a:t>          "source": "actor_1",</a:t>
            </a:r>
          </a:p>
          <a:p>
            <a:r>
              <a:t>          "target": "actor_1",</a:t>
            </a:r>
          </a:p>
          <a:p>
            <a:r>
              <a:t>          "label": {</a:t>
            </a:r>
          </a:p>
          <a:p>
            <a:r>
              <a:t>            "text": "内部で確認",</a:t>
            </a:r>
          </a:p>
          <a:p>
            <a:r>
              <a:t>            "refs": [</a:t>
            </a:r>
          </a:p>
          <a:p>
            <a:r>
              <a:t>              {</a:t>
            </a:r>
          </a:p>
          <a:p>
            <a:r>
              <a:t>                "source_id": "s0027",</a:t>
            </a:r>
          </a:p>
          <a:p>
            <a:r>
              <a:t>                "quote": "照会先から照会先へ「内部で確認」を伝える。"</a:t>
            </a:r>
          </a:p>
          <a:p>
            <a:r>
              <a:t>              }</a:t>
            </a:r>
          </a:p>
          <a:p>
            <a:r>
              <a:t>            ],</a:t>
            </a:r>
          </a:p>
          <a:p>
            <a:r>
              <a:t>            "mode": "verbatim"</a:t>
            </a:r>
          </a:p>
          <a:p>
            <a:r>
              <a:t>          }</a:t>
            </a:r>
          </a:p>
          <a:p>
            <a:r>
              <a:t>        },</a:t>
            </a:r>
          </a:p>
          <a:p>
            <a:r>
              <a:t>        {</a:t>
            </a:r>
          </a:p>
          <a:p>
            <a:r>
              <a:t>          "id": "edge_4",</a:t>
            </a:r>
          </a:p>
          <a:p>
            <a:r>
              <a:t>          "source": "actor_1",</a:t>
            </a:r>
          </a:p>
          <a:p>
            <a:r>
              <a:t>          "target": "actor_3",</a:t>
            </a:r>
          </a:p>
          <a:p>
            <a:r>
              <a:t>          "label": {</a:t>
            </a:r>
          </a:p>
          <a:p>
            <a:r>
              <a:t>            "text": "受付を依頼",</a:t>
            </a:r>
          </a:p>
          <a:p>
            <a:r>
              <a:t>            "refs": [</a:t>
            </a:r>
          </a:p>
          <a:p>
            <a:r>
              <a:t>              {</a:t>
            </a:r>
          </a:p>
          <a:p>
            <a:r>
              <a:t>                "source_id": "s0028",</a:t>
            </a:r>
          </a:p>
          <a:p>
            <a:r>
              <a:t>                "quote": "照会先から発行窓口へ「受付を依頼」を伝える。"</a:t>
            </a:r>
          </a:p>
          <a:p>
            <a:r>
              <a:t>              }</a:t>
            </a:r>
          </a:p>
          <a:p>
            <a:r>
              <a:t>            ],</a:t>
            </a:r>
          </a:p>
          <a:p>
            <a:r>
              <a:t>            "mode": "verbatim"</a:t>
            </a:r>
          </a:p>
          <a:p>
            <a:r>
              <a:t>          }</a:t>
            </a:r>
          </a:p>
          <a:p>
            <a:r>
              <a:t>        },</a:t>
            </a:r>
          </a:p>
          <a:p>
            <a:r>
              <a:t>        {</a:t>
            </a:r>
          </a:p>
          <a:p>
            <a:r>
              <a:t>          "id": "edge_5",</a:t>
            </a:r>
          </a:p>
          <a:p>
            <a:r>
              <a:t>          "source": "actor_3",</a:t>
            </a:r>
          </a:p>
          <a:p>
            <a:r>
              <a:t>          "target": "actor_1",</a:t>
            </a:r>
          </a:p>
          <a:p>
            <a:r>
              <a:t>          "label": {</a:t>
            </a:r>
          </a:p>
          <a:p>
            <a:r>
              <a:t>            "text": "結果を応答",</a:t>
            </a:r>
          </a:p>
          <a:p>
            <a:r>
              <a:t>            "refs": [</a:t>
            </a:r>
          </a:p>
          <a:p>
            <a:r>
              <a:t>              {</a:t>
            </a:r>
          </a:p>
          <a:p>
            <a:r>
              <a:t>                "source_id": "s0029",</a:t>
            </a:r>
          </a:p>
          <a:p>
            <a:r>
              <a:t>                "quote": "発行窓口から照会先へ「結果を応答」を伝える。"</a:t>
            </a:r>
          </a:p>
          <a:p>
            <a:r>
              <a:t>              }</a:t>
            </a:r>
          </a:p>
          <a:p>
            <a:r>
              <a:t>            ],</a:t>
            </a:r>
          </a:p>
          <a:p>
            <a:r>
              <a:t>            "mode": "verbatim"</a:t>
            </a:r>
          </a:p>
          <a:p>
            <a:r>
              <a:t>          }</a:t>
            </a:r>
          </a:p>
          <a:p>
            <a:r>
              <a:t>        },</a:t>
            </a:r>
          </a:p>
          <a:p>
            <a:r>
              <a:t>        {</a:t>
            </a:r>
          </a:p>
          <a:p>
            <a:r>
              <a:t>          "id": "edge_6",</a:t>
            </a:r>
          </a:p>
          <a:p>
            <a:r>
              <a:t>          "source": "actor_1",</a:t>
            </a:r>
          </a:p>
          <a:p>
            <a:r>
              <a:t>          "target": "actor_0",</a:t>
            </a:r>
          </a:p>
          <a:p>
            <a:r>
              <a:t>          "label": {</a:t>
            </a:r>
          </a:p>
          <a:p>
            <a:r>
              <a:t>            "text": "資料を提示",</a:t>
            </a:r>
          </a:p>
          <a:p>
            <a:r>
              <a:t>            "refs": [</a:t>
            </a:r>
          </a:p>
          <a:p>
            <a:r>
              <a:t>              {</a:t>
            </a:r>
          </a:p>
          <a:p>
            <a:r>
              <a:t>                "source_id": "s0030",</a:t>
            </a:r>
          </a:p>
          <a:p>
            <a:r>
              <a:t>                "quote": "照会先から受付機能へ「資料を提示」を伝える。"</a:t>
            </a:r>
          </a:p>
          <a:p>
            <a:r>
              <a:t>              }</a:t>
            </a:r>
          </a:p>
          <a:p>
            <a:r>
              <a:t>            ],</a:t>
            </a:r>
          </a:p>
          <a:p>
            <a:r>
              <a:t>            "mode": "verbatim"</a:t>
            </a:r>
          </a:p>
          <a:p>
            <a:r>
              <a:t>          }</a:t>
            </a:r>
          </a:p>
          <a:p>
            <a:r>
              <a:t>        },</a:t>
            </a:r>
          </a:p>
          <a:p>
            <a:r>
              <a:t>        {</a:t>
            </a:r>
          </a:p>
          <a:p>
            <a:r>
              <a:t>          "id": "edge_7",</a:t>
            </a:r>
          </a:p>
          <a:p>
            <a:r>
              <a:t>          "source": "actor_0",</a:t>
            </a:r>
          </a:p>
          <a:p>
            <a:r>
              <a:t>          "target": "actor_0",</a:t>
            </a:r>
          </a:p>
          <a:p>
            <a:r>
              <a:t>          "label": {</a:t>
            </a:r>
          </a:p>
          <a:p>
            <a:r>
              <a:t>            "text": "内部で保存",</a:t>
            </a:r>
          </a:p>
          <a:p>
            <a:r>
              <a:t>            "refs": [</a:t>
            </a:r>
          </a:p>
          <a:p>
            <a:r>
              <a:t>              {</a:t>
            </a:r>
          </a:p>
          <a:p>
            <a:r>
              <a:t>                "source_id": "s0031",</a:t>
            </a:r>
          </a:p>
          <a:p>
            <a:r>
              <a:t>                "quote": "受付機能から受付機能へ「内部で保存」を伝える。"</a:t>
            </a:r>
          </a:p>
          <a:p>
            <a:r>
              <a:t>              }</a:t>
            </a:r>
          </a:p>
          <a:p>
            <a:r>
              <a:t>            ],</a:t>
            </a:r>
          </a:p>
          <a:p>
            <a:r>
              <a:t>            "mode": "verbatim"</a:t>
            </a:r>
          </a:p>
          <a:p>
            <a:r>
              <a:t>          }</a:t>
            </a:r>
          </a:p>
          <a:p>
            <a:r>
              <a:t>        }</a:t>
            </a:r>
          </a:p>
          <a:p>
            <a:r>
              <a:t>      ],</a:t>
            </a:r>
          </a:p>
          <a:p>
            <a:r>
              <a:t>      "boundaries":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a:t>
            </a:r>
          </a:p>
          <a:p>
            <a:r>
              <a:t>  "template_sha256": "fc24f690dc587816976bb82874f322b97d4687e0a2795d71812135075497889d"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a:t>
            </a:r>
          </a:p>
          <a:p>
            <a:r>
              <a:t>  "origin": "page04",</a:t>
            </a:r>
          </a:p>
          <a:p>
            <a:r>
              <a:t>  "layout_id": "rel_pair_fan_5_lr",</a:t>
            </a:r>
          </a:p>
          <a:p>
            <a:r>
              <a:t>  "variant": "warm",</a:t>
            </a:r>
          </a:p>
          <a:p>
            <a:r>
              <a:t>  "rationale": "架空の構造例。矢印の向き・主体ID・包含と同管理・比較軸を保持する。",</a:t>
            </a:r>
          </a:p>
          <a:p>
            <a:r>
              <a:t>  "source_sha256": "18f59363c10ac0653efd459eaf1391b8113546eb959a4a60e46073814fb1992f",</a:t>
            </a:r>
          </a:p>
          <a:p>
            <a:r>
              <a:t>  "evidence": [</a:t>
            </a:r>
          </a:p>
          <a:p>
            <a:r>
              <a:t>    {</a:t>
            </a:r>
          </a:p>
          <a:p>
            <a:r>
              <a:t>      "text": "主体の関係と通信の向きを\n根拠とともに確認する",</a:t>
            </a:r>
          </a:p>
          <a:p>
            <a:r>
              <a:t>      "refs": [</a:t>
            </a:r>
          </a:p>
          <a:p>
            <a:r>
              <a:t>        {</a:t>
            </a:r>
          </a:p>
          <a:p>
            <a:r>
              <a:t>          "source_id": "s0045",</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"s0033",</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"s0034",</a:t>
            </a:r>
          </a:p>
          <a:p>
            <a:r>
              <a:t>          "quote": "注記：架空の構造例。実在の仕様や安全性を示すものではない。"</a:t>
            </a:r>
          </a:p>
          <a:p>
            <a:r>
              <a:t>        }</a:t>
            </a:r>
          </a:p>
          <a:p>
            <a:r>
              <a:t>      ],</a:t>
            </a:r>
          </a:p>
          <a:p>
            <a:r>
              <a:t>      "mode": "verbatim"</a:t>
            </a:r>
          </a:p>
          <a:p>
            <a:r>
              <a:t>    },</a:t>
            </a:r>
          </a:p>
          <a:p>
            <a:r>
              <a:t>    {</a:t>
            </a:r>
          </a:p>
          <a:p>
            <a:r>
              <a:t>      "text": "一対一の照会",</a:t>
            </a:r>
          </a:p>
          <a:p>
            <a:r>
              <a:t>      "refs": [</a:t>
            </a:r>
          </a:p>
          <a:p>
            <a:r>
              <a:t>        {</a:t>
            </a:r>
          </a:p>
          <a:p>
            <a:r>
              <a:t>          "source_id": "s0035",</a:t>
            </a:r>
          </a:p>
          <a:p>
            <a:r>
              <a:t>          "quote": "一対一の照会"</a:t>
            </a:r>
          </a:p>
          <a:p>
            <a:r>
              <a:t>        }</a:t>
            </a:r>
          </a:p>
          <a:p>
            <a:r>
              <a:t>      ],</a:t>
            </a:r>
          </a:p>
          <a:p>
            <a:r>
              <a:t>      "mode": "verbatim"</a:t>
            </a:r>
          </a:p>
          <a:p>
            <a:r>
              <a:t>    },</a:t>
            </a:r>
          </a:p>
          <a:p>
            <a:r>
              <a:t>    {</a:t>
            </a:r>
          </a:p>
          <a:p>
            <a:r>
              <a:t>      "text": "一対多の配信",</a:t>
            </a:r>
          </a:p>
          <a:p>
            <a:r>
              <a:t>      "refs": [</a:t>
            </a:r>
          </a:p>
          <a:p>
            <a:r>
              <a:t>        {</a:t>
            </a:r>
          </a:p>
          <a:p>
            <a:r>
              <a:t>          "source_id": "s0036",</a:t>
            </a:r>
          </a:p>
          <a:p>
            <a:r>
              <a:t>          "quote": "一対多の配信"</a:t>
            </a:r>
          </a:p>
          <a:p>
            <a:r>
              <a:t>        }</a:t>
            </a:r>
          </a:p>
          <a:p>
            <a:r>
              <a:t>      ],</a:t>
            </a:r>
          </a:p>
          <a:p>
            <a:r>
              <a:t>      "mode": "verbatim"</a:t>
            </a:r>
          </a:p>
          <a:p>
            <a:r>
              <a:t>    },</a:t>
            </a:r>
          </a:p>
          <a:p>
            <a:r>
              <a:t>    {</a:t>
            </a:r>
          </a:p>
          <a:p>
            <a:r>
              <a:t>      "text": "依頼元",</a:t>
            </a:r>
          </a:p>
          <a:p>
            <a:r>
              <a:t>      "refs": [</a:t>
            </a:r>
          </a:p>
          <a:p>
            <a:r>
              <a:t>        {</a:t>
            </a:r>
          </a:p>
          <a:p>
            <a:r>
              <a:t>          "source_id": "s0037",</a:t>
            </a:r>
          </a:p>
          <a:p>
            <a:r>
              <a:t>          "quote": "依頼元"</a:t>
            </a:r>
          </a:p>
          <a:p>
            <a:r>
              <a:t>        }</a:t>
            </a:r>
          </a:p>
          <a:p>
            <a:r>
              <a:t>      ],</a:t>
            </a:r>
          </a:p>
          <a:p>
            <a:r>
              <a:t>      "mode": "verbatim"</a:t>
            </a:r>
          </a:p>
          <a:p>
            <a:r>
              <a:t>    },</a:t>
            </a:r>
          </a:p>
          <a:p>
            <a:r>
              <a:t>    {</a:t>
            </a:r>
          </a:p>
          <a:p>
            <a:r>
              <a:t>      "text": "照会先",</a:t>
            </a:r>
          </a:p>
          <a:p>
            <a:r>
              <a:t>      "refs": [</a:t>
            </a:r>
          </a:p>
          <a:p>
            <a:r>
              <a:t>        {</a:t>
            </a:r>
          </a:p>
          <a:p>
            <a:r>
              <a:t>          "source_id": "s0038",</a:t>
            </a:r>
          </a:p>
          <a:p>
            <a:r>
              <a:t>          "quote": "照会先"</a:t>
            </a:r>
          </a:p>
          <a:p>
            <a:r>
              <a:t>        }</a:t>
            </a:r>
          </a:p>
          <a:p>
            <a:r>
              <a:t>      ],</a:t>
            </a:r>
          </a:p>
          <a:p>
            <a:r>
              <a:t>      "mode": "verbatim"</a:t>
            </a:r>
          </a:p>
          <a:p>
            <a:r>
              <a:t>    },</a:t>
            </a:r>
          </a:p>
          <a:p>
            <a:r>
              <a:t>    {</a:t>
            </a:r>
          </a:p>
          <a:p>
            <a:r>
              <a:t>      "text": "配信元",</a:t>
            </a:r>
          </a:p>
          <a:p>
            <a:r>
              <a:t>      "refs": [</a:t>
            </a:r>
          </a:p>
          <a:p>
            <a:r>
              <a:t>        {</a:t>
            </a:r>
          </a:p>
          <a:p>
            <a:r>
              <a:t>          "source_id": "s0039",</a:t>
            </a:r>
          </a:p>
          <a:p>
            <a:r>
              <a:t>          "quote": "配信元"</a:t>
            </a:r>
          </a:p>
          <a:p>
            <a:r>
              <a:t>        }</a:t>
            </a:r>
          </a:p>
          <a:p>
            <a:r>
              <a:t>      ],</a:t>
            </a:r>
          </a:p>
          <a:p>
            <a:r>
              <a:t>      "mode": "verbatim"</a:t>
            </a:r>
          </a:p>
          <a:p>
            <a:r>
              <a:t>    },</a:t>
            </a:r>
          </a:p>
          <a:p>
            <a:r>
              <a:t>    {</a:t>
            </a:r>
          </a:p>
          <a:p>
            <a:r>
              <a:t>      "text": "宛先A",</a:t>
            </a:r>
          </a:p>
          <a:p>
            <a:r>
              <a:t>      "refs": [</a:t>
            </a:r>
          </a:p>
          <a:p>
            <a:r>
              <a:t>        {</a:t>
            </a:r>
          </a:p>
          <a:p>
            <a:r>
              <a:t>          "source_id": "s0040",</a:t>
            </a:r>
          </a:p>
          <a:p>
            <a:r>
              <a:t>          "quote": "宛先A"</a:t>
            </a:r>
          </a:p>
          <a:p>
            <a:r>
              <a:t>        }</a:t>
            </a:r>
          </a:p>
          <a:p>
            <a:r>
              <a:t>      ],</a:t>
            </a:r>
          </a:p>
          <a:p>
            <a:r>
              <a:t>      "mode": "verbatim"</a:t>
            </a:r>
          </a:p>
          <a:p>
            <a:r>
              <a:t>    },</a:t>
            </a:r>
          </a:p>
          <a:p>
            <a:r>
              <a:t>    {</a:t>
            </a:r>
          </a:p>
          <a:p>
            <a:r>
              <a:t>      "text": "宛先B",</a:t>
            </a:r>
          </a:p>
          <a:p>
            <a:r>
              <a:t>      "refs": [</a:t>
            </a:r>
          </a:p>
          <a:p>
            <a:r>
              <a:t>        {</a:t>
            </a:r>
          </a:p>
          <a:p>
            <a:r>
              <a:t>          "source_id": "s0041",</a:t>
            </a:r>
          </a:p>
          <a:p>
            <a:r>
              <a:t>          "quote": "宛先B"</a:t>
            </a:r>
          </a:p>
          <a:p>
            <a:r>
              <a:t>        }</a:t>
            </a:r>
          </a:p>
          <a:p>
            <a:r>
              <a:t>      ],</a:t>
            </a:r>
          </a:p>
          <a:p>
            <a:r>
              <a:t>      "mode": "verbatim"</a:t>
            </a:r>
          </a:p>
          <a:p>
            <a:r>
              <a:t>    },</a:t>
            </a:r>
          </a:p>
          <a:p>
            <a:r>
              <a:t>    {</a:t>
            </a:r>
          </a:p>
          <a:p>
            <a:r>
              <a:t>      "text": "照会",</a:t>
            </a:r>
          </a:p>
          <a:p>
            <a:r>
              <a:t>      "refs": [</a:t>
            </a:r>
          </a:p>
          <a:p>
            <a:r>
              <a:t>        {</a:t>
            </a:r>
          </a:p>
          <a:p>
            <a:r>
              <a:t>          "source_id": "s0042",</a:t>
            </a:r>
          </a:p>
          <a:p>
            <a:r>
              <a:t>          "quote": "依頼元から照会先へ「照会」を伝える。"</a:t>
            </a:r>
          </a:p>
          <a:p>
            <a:r>
              <a:t>        }</a:t>
            </a:r>
          </a:p>
          <a:p>
            <a:r>
              <a:t>      ],</a:t>
            </a:r>
          </a:p>
          <a:p>
            <a:r>
              <a:t>      "mode": "verbatim"</a:t>
            </a:r>
          </a:p>
          <a:p>
            <a:r>
              <a:t>    },</a:t>
            </a:r>
          </a:p>
          <a:p>
            <a:r>
              <a:t>    {</a:t>
            </a:r>
          </a:p>
          <a:p>
            <a:r>
              <a:t>      "text": "配信",</a:t>
            </a:r>
          </a:p>
          <a:p>
            <a:r>
              <a:t>      "refs": [</a:t>
            </a:r>
          </a:p>
          <a:p>
            <a:r>
              <a:t>        {</a:t>
            </a:r>
          </a:p>
          <a:p>
            <a:r>
              <a:t>          "source_id": "s0043",</a:t>
            </a:r>
          </a:p>
          <a:p>
            <a:r>
              <a:t>          "quote": "配信元から宛先Aへ「配信」を伝える。"</a:t>
            </a:r>
          </a:p>
          <a:p>
            <a:r>
              <a:t>        }</a:t>
            </a:r>
          </a:p>
          <a:p>
            <a:r>
              <a:t>      ],</a:t>
            </a:r>
          </a:p>
          <a:p>
            <a:r>
              <a:t>      "mode": "verbatim"</a:t>
            </a:r>
          </a:p>
          <a:p>
            <a:r>
              <a:t>    },</a:t>
            </a:r>
          </a:p>
          <a:p>
            <a:r>
              <a:t>    {</a:t>
            </a:r>
          </a:p>
          <a:p>
            <a:r>
              <a:t>      "text": "配信",</a:t>
            </a:r>
          </a:p>
          <a:p>
            <a:r>
              <a:t>      "refs": [</a:t>
            </a:r>
          </a:p>
          <a:p>
            <a:r>
              <a:t>        {</a:t>
            </a:r>
          </a:p>
          <a:p>
            <a:r>
              <a:t>          "source_id": "s0044",</a:t>
            </a:r>
          </a:p>
          <a:p>
            <a:r>
              <a:t>          "quote": "配信元から宛先Bへ「配信」を伝える。"</a:t>
            </a:r>
          </a:p>
          <a:p>
            <a:r>
              <a:t>        }</a:t>
            </a:r>
          </a:p>
          <a:p>
            <a:r>
              <a:t>      ],</a:t>
            </a:r>
          </a:p>
          <a:p>
            <a:r>
              <a:t>      "mode": "verbatim"</a:t>
            </a:r>
          </a:p>
          <a:p>
            <a:r>
              <a:t>    }</a:t>
            </a:r>
          </a:p>
          <a:p>
            <a:r>
              <a:t>  ],</a:t>
            </a:r>
          </a:p>
          <a:p>
            <a:r>
              <a:t>  "citations": {</a:t>
            </a:r>
          </a:p>
          <a:p>
            <a:r>
              <a:t>    "s0033": "架空設計書・構造検証用",</a:t>
            </a:r>
          </a:p>
          <a:p>
            <a:r>
              <a:t>    "s0034": "架空設計書・構造検証用",</a:t>
            </a:r>
          </a:p>
          <a:p>
            <a:r>
              <a:t>    "s0035": "架空設計書・構造検証用",</a:t>
            </a:r>
          </a:p>
          <a:p>
            <a:r>
              <a:t>    "s0036": "架空設計書・構造検証用",</a:t>
            </a:r>
          </a:p>
          <a:p>
            <a:r>
              <a:t>    "s0037": "架空設計書・構造検証用",</a:t>
            </a:r>
          </a:p>
          <a:p>
            <a:r>
              <a:t>    "s0038": "架空設計書・構造検証用",</a:t>
            </a:r>
          </a:p>
          <a:p>
            <a:r>
              <a:t>    "s0039": "架空設計書・構造検証用",</a:t>
            </a:r>
          </a:p>
          <a:p>
            <a:r>
              <a:t>    "s0040": "架空設計書・構造検証用",</a:t>
            </a:r>
          </a:p>
          <a:p>
            <a:r>
              <a:t>    "s0041": "架空設計書・構造検証用",</a:t>
            </a:r>
          </a:p>
          <a:p>
            <a:r>
              <a:t>    "s0042": "架空設計書・構造検証用",</a:t>
            </a:r>
          </a:p>
          <a:p>
            <a:r>
              <a:t>    "s0043": "架空設計書・構造検証用",</a:t>
            </a:r>
          </a:p>
          <a:p>
            <a:r>
              <a:t>    "s0044": "架空設計書・構造検証用",</a:t>
            </a:r>
          </a:p>
          <a:p>
            <a:r>
              <a:t>    "s0045":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"lr_0",</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"s0033",</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"s0034",</a:t>
            </a:r>
          </a:p>
          <a:p>
            <a:r>
              <a:t>            "quote": "注記：架空の構造例。実在の仕様や安全性を示すものではない。"</a:t>
            </a:r>
          </a:p>
          <a:p>
            <a:r>
              <a:t>          }</a:t>
            </a:r>
          </a:p>
          <a:p>
            <a:r>
              <a:t>        ],</a:t>
            </a:r>
          </a:p>
          <a:p>
            <a:r>
              <a:t>        "mode": "verbatim"</a:t>
            </a:r>
          </a:p>
          <a:p>
            <a:r>
              <a:t>      },</a:t>
            </a:r>
          </a:p>
          <a:p>
            <a:r>
              <a:t>      "left_caption": {</a:t>
            </a:r>
          </a:p>
          <a:p>
            <a:r>
              <a:t>        "text": "一対一の照会",</a:t>
            </a:r>
          </a:p>
          <a:p>
            <a:r>
              <a:t>        "refs": [</a:t>
            </a:r>
          </a:p>
          <a:p>
            <a:r>
              <a:t>          {</a:t>
            </a:r>
          </a:p>
          <a:p>
            <a:r>
              <a:t>            "source_id": "s0035",</a:t>
            </a:r>
          </a:p>
          <a:p>
            <a:r>
              <a:t>            "quote": "一対一の照会"</a:t>
            </a:r>
          </a:p>
          <a:p>
            <a:r>
              <a:t>          }</a:t>
            </a:r>
          </a:p>
          <a:p>
            <a:r>
              <a:t>        ],</a:t>
            </a:r>
          </a:p>
          <a:p>
            <a:r>
              <a:t>        "mode": "verbatim"</a:t>
            </a:r>
          </a:p>
          <a:p>
            <a:r>
              <a:t>      },</a:t>
            </a:r>
          </a:p>
          <a:p>
            <a:r>
              <a:t>      "right_caption": {</a:t>
            </a:r>
          </a:p>
          <a:p>
            <a:r>
              <a:t>        "text": "一対多の配信",</a:t>
            </a:r>
          </a:p>
          <a:p>
            <a:r>
              <a:t>        "refs": [</a:t>
            </a:r>
          </a:p>
          <a:p>
            <a:r>
              <a:t>          {</a:t>
            </a:r>
          </a:p>
          <a:p>
            <a:r>
              <a:t>            "source_id": "s0036",</a:t>
            </a:r>
          </a:p>
          <a:p>
            <a:r>
              <a:t>            "quote": "一対多の配信"</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"依頼元",</a:t>
            </a:r>
          </a:p>
          <a:p>
            <a:r>
              <a:t>            "refs": [</a:t>
            </a:r>
          </a:p>
          <a:p>
            <a:r>
              <a:t>              {</a:t>
            </a:r>
          </a:p>
          <a:p>
            <a:r>
              <a:t>                "source_id": "s0037",</a:t>
            </a:r>
          </a:p>
          <a:p>
            <a:r>
              <a:t>                "quote": "依頼元"</a:t>
            </a:r>
          </a:p>
          <a:p>
            <a:r>
              <a:t>              }</a:t>
            </a:r>
          </a:p>
          <a:p>
            <a:r>
              <a:t>            ],</a:t>
            </a:r>
          </a:p>
          <a:p>
            <a:r>
              <a:t>            "mode": "verbatim"</a:t>
            </a:r>
          </a:p>
          <a:p>
            <a:r>
              <a:t>          }</a:t>
            </a:r>
          </a:p>
          <a:p>
            <a:r>
              <a:t>        },</a:t>
            </a:r>
          </a:p>
          <a:p>
            <a:r>
              <a:t>        {</a:t>
            </a:r>
          </a:p>
          <a:p>
            <a:r>
              <a:t>          "id": "actor_1",</a:t>
            </a:r>
          </a:p>
          <a:p>
            <a:r>
              <a:t>          "label": {</a:t>
            </a:r>
          </a:p>
          <a:p>
            <a:r>
              <a:t>            "text": "照会先",</a:t>
            </a:r>
          </a:p>
          <a:p>
            <a:r>
              <a:t>            "refs": [</a:t>
            </a:r>
          </a:p>
          <a:p>
            <a:r>
              <a:t>              {</a:t>
            </a:r>
          </a:p>
          <a:p>
            <a:r>
              <a:t>                "source_id": "s0038",</a:t>
            </a:r>
          </a:p>
          <a:p>
            <a:r>
              <a:t>                "quote": "照会先"</a:t>
            </a:r>
          </a:p>
          <a:p>
            <a:r>
              <a:t>              }</a:t>
            </a:r>
          </a:p>
          <a:p>
            <a:r>
              <a:t>            ],</a:t>
            </a:r>
          </a:p>
          <a:p>
            <a:r>
              <a:t>            "mode": "verbatim"</a:t>
            </a:r>
          </a:p>
          <a:p>
            <a:r>
              <a:t>          }</a:t>
            </a:r>
          </a:p>
          <a:p>
            <a:r>
              <a:t>        },</a:t>
            </a:r>
          </a:p>
          <a:p>
            <a:r>
              <a:t>        {</a:t>
            </a:r>
          </a:p>
          <a:p>
            <a:r>
              <a:t>          "id": "actor_2",</a:t>
            </a:r>
          </a:p>
          <a:p>
            <a:r>
              <a:t>          "label": {</a:t>
            </a:r>
          </a:p>
          <a:p>
            <a:r>
              <a:t>            "text": "配信元",</a:t>
            </a:r>
          </a:p>
          <a:p>
            <a:r>
              <a:t>            "refs": [</a:t>
            </a:r>
          </a:p>
          <a:p>
            <a:r>
              <a:t>              {</a:t>
            </a:r>
          </a:p>
          <a:p>
            <a:r>
              <a:t>                "source_id": "s0039",</a:t>
            </a:r>
          </a:p>
          <a:p>
            <a:r>
              <a:t>                "quote": "配信元"</a:t>
            </a:r>
          </a:p>
          <a:p>
            <a:r>
              <a:t>              }</a:t>
            </a:r>
          </a:p>
          <a:p>
            <a:r>
              <a:t>            ],</a:t>
            </a:r>
          </a:p>
          <a:p>
            <a:r>
              <a:t>            "mode": "verbatim"</a:t>
            </a:r>
          </a:p>
          <a:p>
            <a:r>
              <a:t>          }</a:t>
            </a:r>
          </a:p>
          <a:p>
            <a:r>
              <a:t>        },</a:t>
            </a:r>
          </a:p>
          <a:p>
            <a:r>
              <a:t>        {</a:t>
            </a:r>
          </a:p>
          <a:p>
            <a:r>
              <a:t>          "id": "actor_3",</a:t>
            </a:r>
          </a:p>
          <a:p>
            <a:r>
              <a:t>          "label": {</a:t>
            </a:r>
          </a:p>
          <a:p>
            <a:r>
              <a:t>            "text": "宛先A",</a:t>
            </a:r>
          </a:p>
          <a:p>
            <a:r>
              <a:t>            "refs": [</a:t>
            </a:r>
          </a:p>
          <a:p>
            <a:r>
              <a:t>              {</a:t>
            </a:r>
          </a:p>
          <a:p>
            <a:r>
              <a:t>                "source_id": "s0040",</a:t>
            </a:r>
          </a:p>
          <a:p>
            <a:r>
              <a:t>                "quote": "宛先A"</a:t>
            </a:r>
          </a:p>
          <a:p>
            <a:r>
              <a:t>              }</a:t>
            </a:r>
          </a:p>
          <a:p>
            <a:r>
              <a:t>            ],</a:t>
            </a:r>
          </a:p>
          <a:p>
            <a:r>
              <a:t>            "mode": "verbatim"</a:t>
            </a:r>
          </a:p>
          <a:p>
            <a:r>
              <a:t>          }</a:t>
            </a:r>
          </a:p>
          <a:p>
            <a:r>
              <a:t>        },</a:t>
            </a:r>
          </a:p>
          <a:p>
            <a:r>
              <a:t>        {</a:t>
            </a:r>
          </a:p>
          <a:p>
            <a:r>
              <a:t>          "id": "actor_4",</a:t>
            </a:r>
          </a:p>
          <a:p>
            <a:r>
              <a:t>          "label": {</a:t>
            </a:r>
          </a:p>
          <a:p>
            <a:r>
              <a:t>            "text": "宛先B",</a:t>
            </a:r>
          </a:p>
          <a:p>
            <a:r>
              <a:t>            "refs": [</a:t>
            </a:r>
          </a:p>
          <a:p>
            <a:r>
              <a:t>              {</a:t>
            </a:r>
          </a:p>
          <a:p>
            <a:r>
              <a:t>                "source_id": "s0041",</a:t>
            </a:r>
          </a:p>
          <a:p>
            <a:r>
              <a:t>                "quote": "宛先B"</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"照会",</a:t>
            </a:r>
          </a:p>
          <a:p>
            <a:r>
              <a:t>            "refs": [</a:t>
            </a:r>
          </a:p>
          <a:p>
            <a:r>
              <a:t>              {</a:t>
            </a:r>
          </a:p>
          <a:p>
            <a:r>
              <a:t>                "source_id": "s0042",</a:t>
            </a:r>
          </a:p>
          <a:p>
            <a:r>
              <a:t>                "quote": "依頼元から照会先へ「照会」を伝える。"</a:t>
            </a:r>
          </a:p>
          <a:p>
            <a:r>
              <a:t>              }</a:t>
            </a:r>
          </a:p>
          <a:p>
            <a:r>
              <a:t>            ],</a:t>
            </a:r>
          </a:p>
          <a:p>
            <a:r>
              <a:t>            "mode": "verbatim"</a:t>
            </a:r>
          </a:p>
          <a:p>
            <a:r>
              <a:t>          }</a:t>
            </a:r>
          </a:p>
          <a:p>
            <a:r>
              <a:t>        },</a:t>
            </a:r>
          </a:p>
          <a:p>
            <a:r>
              <a:t>        {</a:t>
            </a:r>
          </a:p>
          <a:p>
            <a:r>
              <a:t>          "id": "edge_1",</a:t>
            </a:r>
          </a:p>
          <a:p>
            <a:r>
              <a:t>          "source": "actor_2",</a:t>
            </a:r>
          </a:p>
          <a:p>
            <a:r>
              <a:t>          "target": "actor_3",</a:t>
            </a:r>
          </a:p>
          <a:p>
            <a:r>
              <a:t>          "label": {</a:t>
            </a:r>
          </a:p>
          <a:p>
            <a:r>
              <a:t>            "text": "配信",</a:t>
            </a:r>
          </a:p>
          <a:p>
            <a:r>
              <a:t>            "refs": [</a:t>
            </a:r>
          </a:p>
          <a:p>
            <a:r>
              <a:t>              {</a:t>
            </a:r>
          </a:p>
          <a:p>
            <a:r>
              <a:t>                "source_id": "s0043",</a:t>
            </a:r>
          </a:p>
          <a:p>
            <a:r>
              <a:t>                "quote": "配信元から宛先Aへ「配信」を伝える。"</a:t>
            </a:r>
          </a:p>
          <a:p>
            <a:r>
              <a:t>              }</a:t>
            </a:r>
          </a:p>
          <a:p>
            <a:r>
              <a:t>            ],</a:t>
            </a:r>
          </a:p>
          <a:p>
            <a:r>
              <a:t>            "mode": "verbatim"</a:t>
            </a:r>
          </a:p>
          <a:p>
            <a:r>
              <a:t>          }</a:t>
            </a:r>
          </a:p>
          <a:p>
            <a:r>
              <a:t>        },</a:t>
            </a:r>
          </a:p>
          <a:p>
            <a:r>
              <a:t>        {</a:t>
            </a:r>
          </a:p>
          <a:p>
            <a:r>
              <a:t>          "id": "edge_2",</a:t>
            </a:r>
          </a:p>
          <a:p>
            <a:r>
              <a:t>          "source": "actor_2",</a:t>
            </a:r>
          </a:p>
          <a:p>
            <a:r>
              <a:t>          "target": "actor_4",</a:t>
            </a:r>
          </a:p>
          <a:p>
            <a:r>
              <a:t>          "label": {</a:t>
            </a:r>
          </a:p>
          <a:p>
            <a:r>
              <a:t>            "text": "配信",</a:t>
            </a:r>
          </a:p>
          <a:p>
            <a:r>
              <a:t>            "refs": [</a:t>
            </a:r>
          </a:p>
          <a:p>
            <a:r>
              <a:t>              {</a:t>
            </a:r>
          </a:p>
          <a:p>
            <a:r>
              <a:t>                "source_id": "s0044",</a:t>
            </a:r>
          </a:p>
          <a:p>
            <a:r>
              <a:t>                "quote": "配信元から宛先Bへ「配信」を伝える。"</a:t>
            </a:r>
          </a:p>
          <a:p>
            <a:r>
              <a:t>              }</a:t>
            </a:r>
          </a:p>
          <a:p>
            <a:r>
              <a:t>            ],</a:t>
            </a:r>
          </a:p>
          <a:p>
            <a:r>
              <a:t>            "mode": "verbatim"</a:t>
            </a:r>
          </a:p>
          <a:p>
            <a:r>
              <a:t>          }</a:t>
            </a:r>
          </a:p>
          <a:p>
            <a:r>
              <a:t>        }</a:t>
            </a:r>
          </a:p>
          <a:p>
            <a:r>
              <a:t>      ],</a:t>
            </a:r>
          </a:p>
          <a:p>
            <a:r>
              <a:t>      "boundaries":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a:t>
            </a:r>
          </a:p>
          <a:p>
            <a:r>
              <a:t>  "template_sha256": "b7945b1ebb936a63910c53e7ad008db98a8f072ed28a51b1ef3753d8d8ecac06"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a:t>
            </a:r>
          </a:p>
          <a:p>
            <a:r>
              <a:t>  "origin": "page05",</a:t>
            </a:r>
          </a:p>
          <a:p>
            <a:r>
              <a:t>  "layout_id": "rel_fan_3_lr",</a:t>
            </a:r>
          </a:p>
          <a:p>
            <a:r>
              <a:t>  "variant": "warm",</a:t>
            </a:r>
          </a:p>
          <a:p>
            <a:r>
              <a:t>  "rationale": "架空の構造例。矢印の向き・主体ID・包含と同管理・比較軸を保持する。",</a:t>
            </a:r>
          </a:p>
          <a:p>
            <a:r>
              <a:t>  "source_sha256": "18f59363c10ac0653efd459eaf1391b8113546eb959a4a60e46073814fb1992f",</a:t>
            </a:r>
          </a:p>
          <a:p>
            <a:r>
              <a:t>  "evidence": [</a:t>
            </a:r>
          </a:p>
          <a:p>
            <a:r>
              <a:t>    {</a:t>
            </a:r>
          </a:p>
          <a:p>
            <a:r>
              <a:t>      "text": "主体の関係と通信の向きを\n根拠とともに確認する",</a:t>
            </a:r>
          </a:p>
          <a:p>
            <a:r>
              <a:t>      "refs": [</a:t>
            </a:r>
          </a:p>
          <a:p>
            <a:r>
              <a:t>        {</a:t>
            </a:r>
          </a:p>
          <a:p>
            <a:r>
              <a:t>          "source_id": "s0053",</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"s0046",</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"s0047",</a:t>
            </a:r>
          </a:p>
          <a:p>
            <a:r>
              <a:t>          "quote": "注記：架空の構造例。実在の仕様や安全性を示すものではない。"</a:t>
            </a:r>
          </a:p>
          <a:p>
            <a:r>
              <a:t>        }</a:t>
            </a:r>
          </a:p>
          <a:p>
            <a:r>
              <a:t>      ],</a:t>
            </a:r>
          </a:p>
          <a:p>
            <a:r>
              <a:t>      "mode": "verbatim"</a:t>
            </a:r>
          </a:p>
          <a:p>
            <a:r>
              <a:t>    },</a:t>
            </a:r>
          </a:p>
          <a:p>
            <a:r>
              <a:t>    {</a:t>
            </a:r>
          </a:p>
          <a:p>
            <a:r>
              <a:t>      "text": "https://id.test/x",</a:t>
            </a:r>
          </a:p>
          <a:p>
            <a:r>
              <a:t>      "refs": [</a:t>
            </a:r>
          </a:p>
          <a:p>
            <a:r>
              <a:t>        {</a:t>
            </a:r>
          </a:p>
          <a:p>
            <a:r>
              <a:t>          "source_id": "s0048",</a:t>
            </a:r>
          </a:p>
          <a:p>
            <a:r>
              <a:t>          "quote": "https://id.test/x"</a:t>
            </a:r>
          </a:p>
          <a:p>
            <a:r>
              <a:t>        }</a:t>
            </a:r>
          </a:p>
          <a:p>
            <a:r>
              <a:t>      ],</a:t>
            </a:r>
          </a:p>
          <a:p>
            <a:r>
              <a:t>      "mode": "verbatim"</a:t>
            </a:r>
          </a:p>
          <a:p>
            <a:r>
              <a:t>    },</a:t>
            </a:r>
          </a:p>
          <a:p>
            <a:r>
              <a:t>    {</a:t>
            </a:r>
          </a:p>
          <a:p>
            <a:r>
              <a:t>      "text": "主体A",</a:t>
            </a:r>
          </a:p>
          <a:p>
            <a:r>
              <a:t>      "refs": [</a:t>
            </a:r>
          </a:p>
          <a:p>
            <a:r>
              <a:t>        {</a:t>
            </a:r>
          </a:p>
          <a:p>
            <a:r>
              <a:t>          "source_id": "s0049",</a:t>
            </a:r>
          </a:p>
          <a:p>
            <a:r>
              <a:t>          "quote": "主体A"</a:t>
            </a:r>
          </a:p>
          <a:p>
            <a:r>
              <a:t>        }</a:t>
            </a:r>
          </a:p>
          <a:p>
            <a:r>
              <a:t>      ],</a:t>
            </a:r>
          </a:p>
          <a:p>
            <a:r>
              <a:t>      "mode": "verbatim"</a:t>
            </a:r>
          </a:p>
          <a:p>
            <a:r>
              <a:t>    },</a:t>
            </a:r>
          </a:p>
          <a:p>
            <a:r>
              <a:t>    {</a:t>
            </a:r>
          </a:p>
          <a:p>
            <a:r>
              <a:t>      "text": "主体B",</a:t>
            </a:r>
          </a:p>
          <a:p>
            <a:r>
              <a:t>      "refs": [</a:t>
            </a:r>
          </a:p>
          <a:p>
            <a:r>
              <a:t>        {</a:t>
            </a:r>
          </a:p>
          <a:p>
            <a:r>
              <a:t>          "source_id": "s0050",</a:t>
            </a:r>
          </a:p>
          <a:p>
            <a:r>
              <a:t>          "quote": "主体B"</a:t>
            </a:r>
          </a:p>
          <a:p>
            <a:r>
              <a:t>        }</a:t>
            </a:r>
          </a:p>
          <a:p>
            <a:r>
              <a:t>      ],</a:t>
            </a:r>
          </a:p>
          <a:p>
            <a:r>
              <a:t>      "mode": "verbatim"</a:t>
            </a:r>
          </a:p>
          <a:p>
            <a:r>
              <a:t>    },</a:t>
            </a:r>
          </a:p>
          <a:p>
            <a:r>
              <a:t>    {</a:t>
            </a:r>
          </a:p>
          <a:p>
            <a:r>
              <a:t>      "text": "同じURLを提示",</a:t>
            </a:r>
          </a:p>
          <a:p>
            <a:r>
              <a:t>      "refs": [</a:t>
            </a:r>
          </a:p>
          <a:p>
            <a:r>
              <a:t>        {</a:t>
            </a:r>
          </a:p>
          <a:p>
            <a:r>
              <a:t>          "source_id": "s0051",</a:t>
            </a:r>
          </a:p>
          <a:p>
            <a:r>
              <a:t>          "quote": "主体Aからhttps://id.test/xへ「同じURLを提示」を伝える。"</a:t>
            </a:r>
          </a:p>
          <a:p>
            <a:r>
              <a:t>        }</a:t>
            </a:r>
          </a:p>
          <a:p>
            <a:r>
              <a:t>      ],</a:t>
            </a:r>
          </a:p>
          <a:p>
            <a:r>
              <a:t>      "mode": "verbatim"</a:t>
            </a:r>
          </a:p>
          <a:p>
            <a:r>
              <a:t>    },</a:t>
            </a:r>
          </a:p>
          <a:p>
            <a:r>
              <a:t>    {</a:t>
            </a:r>
          </a:p>
          <a:p>
            <a:r>
              <a:t>      "text": "同じURLを提示",</a:t>
            </a:r>
          </a:p>
          <a:p>
            <a:r>
              <a:t>      "refs": [</a:t>
            </a:r>
          </a:p>
          <a:p>
            <a:r>
              <a:t>        {</a:t>
            </a:r>
          </a:p>
          <a:p>
            <a:r>
              <a:t>          "source_id": "s0052",</a:t>
            </a:r>
          </a:p>
          <a:p>
            <a:r>
              <a:t>          "quote": "主体Bからhttps://id.test/xへ「同じURLを提示」を伝える。"</a:t>
            </a:r>
          </a:p>
          <a:p>
            <a:r>
              <a:t>        }</a:t>
            </a:r>
          </a:p>
          <a:p>
            <a:r>
              <a:t>      ],</a:t>
            </a:r>
          </a:p>
          <a:p>
            <a:r>
              <a:t>      "mode": "verbatim"</a:t>
            </a:r>
          </a:p>
          <a:p>
            <a:r>
              <a:t>    }</a:t>
            </a:r>
          </a:p>
          <a:p>
            <a:r>
              <a:t>  ],</a:t>
            </a:r>
          </a:p>
          <a:p>
            <a:r>
              <a:t>  "citations": {</a:t>
            </a:r>
          </a:p>
          <a:p>
            <a:r>
              <a:t>    "s0046": "架空設計書・構造検証用",</a:t>
            </a:r>
          </a:p>
          <a:p>
            <a:r>
              <a:t>    "s0047": "架空設計書・構造検証用",</a:t>
            </a:r>
          </a:p>
          <a:p>
            <a:r>
              <a:t>    "s0048": "架空設計書・構造検証用",</a:t>
            </a:r>
          </a:p>
          <a:p>
            <a:r>
              <a:t>    "s0049": "架空設計書・構造検証用",</a:t>
            </a:r>
          </a:p>
          <a:p>
            <a:r>
              <a:t>    "s0050": "架空設計書・構造検証用",</a:t>
            </a:r>
          </a:p>
          <a:p>
            <a:r>
              <a:t>    "s0051": "架空設計書・構造検証用",</a:t>
            </a:r>
          </a:p>
          <a:p>
            <a:r>
              <a:t>    "s0052": "架空設計書・構造検証用",</a:t>
            </a:r>
          </a:p>
          <a:p>
            <a:r>
              <a:t>    "s0053":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"lr_0",</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"s0046",</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"s0047",</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"https://id.test/x",</a:t>
            </a:r>
          </a:p>
          <a:p>
            <a:r>
              <a:t>            "refs": [</a:t>
            </a:r>
          </a:p>
          <a:p>
            <a:r>
              <a:t>              {</a:t>
            </a:r>
          </a:p>
          <a:p>
            <a:r>
              <a:t>                "source_id": "s0048",</a:t>
            </a:r>
          </a:p>
          <a:p>
            <a:r>
              <a:t>                "quote": "https://id.test/x"</a:t>
            </a:r>
          </a:p>
          <a:p>
            <a:r>
              <a:t>              }</a:t>
            </a:r>
          </a:p>
          <a:p>
            <a:r>
              <a:t>            ],</a:t>
            </a:r>
          </a:p>
          <a:p>
            <a:r>
              <a:t>            "mode": "verbatim"</a:t>
            </a:r>
          </a:p>
          <a:p>
            <a:r>
              <a:t>          }</a:t>
            </a:r>
          </a:p>
          <a:p>
            <a:r>
              <a:t>        },</a:t>
            </a:r>
          </a:p>
          <a:p>
            <a:r>
              <a:t>        {</a:t>
            </a:r>
          </a:p>
          <a:p>
            <a:r>
              <a:t>          "id": "actor_1",</a:t>
            </a:r>
          </a:p>
          <a:p>
            <a:r>
              <a:t>          "label": {</a:t>
            </a:r>
          </a:p>
          <a:p>
            <a:r>
              <a:t>            "text": "主体A",</a:t>
            </a:r>
          </a:p>
          <a:p>
            <a:r>
              <a:t>            "refs": [</a:t>
            </a:r>
          </a:p>
          <a:p>
            <a:r>
              <a:t>              {</a:t>
            </a:r>
          </a:p>
          <a:p>
            <a:r>
              <a:t>                "source_id": "s0049",</a:t>
            </a:r>
          </a:p>
          <a:p>
            <a:r>
              <a:t>                "quote": "主体A"</a:t>
            </a:r>
          </a:p>
          <a:p>
            <a:r>
              <a:t>              }</a:t>
            </a:r>
          </a:p>
          <a:p>
            <a:r>
              <a:t>            ],</a:t>
            </a:r>
          </a:p>
          <a:p>
            <a:r>
              <a:t>            "mode": "verbatim"</a:t>
            </a:r>
          </a:p>
          <a:p>
            <a:r>
              <a:t>          }</a:t>
            </a:r>
          </a:p>
          <a:p>
            <a:r>
              <a:t>        },</a:t>
            </a:r>
          </a:p>
          <a:p>
            <a:r>
              <a:t>        {</a:t>
            </a:r>
          </a:p>
          <a:p>
            <a:r>
              <a:t>          "id": "actor_2",</a:t>
            </a:r>
          </a:p>
          <a:p>
            <a:r>
              <a:t>          "label": {</a:t>
            </a:r>
          </a:p>
          <a:p>
            <a:r>
              <a:t>            "text": "主体B",</a:t>
            </a:r>
          </a:p>
          <a:p>
            <a:r>
              <a:t>            "refs": [</a:t>
            </a:r>
          </a:p>
          <a:p>
            <a:r>
              <a:t>              {</a:t>
            </a:r>
          </a:p>
          <a:p>
            <a:r>
              <a:t>                "source_id": "s0050",</a:t>
            </a:r>
          </a:p>
          <a:p>
            <a:r>
              <a:t>                "quote": "主体B"</a:t>
            </a:r>
          </a:p>
          <a:p>
            <a:r>
              <a:t>              }</a:t>
            </a:r>
          </a:p>
          <a:p>
            <a:r>
              <a:t>            ],</a:t>
            </a:r>
          </a:p>
          <a:p>
            <a:r>
              <a:t>            "mode": "verbatim"</a:t>
            </a:r>
          </a:p>
          <a:p>
            <a:r>
              <a:t>          }</a:t>
            </a:r>
          </a:p>
          <a:p>
            <a:r>
              <a:t>        }</a:t>
            </a:r>
          </a:p>
          <a:p>
            <a:r>
              <a:t>      ],</a:t>
            </a:r>
          </a:p>
          <a:p>
            <a:r>
              <a:t>      "edges": [</a:t>
            </a:r>
          </a:p>
          <a:p>
            <a:r>
              <a:t>        {</a:t>
            </a:r>
          </a:p>
          <a:p>
            <a:r>
              <a:t>          "id": "edge_0",</a:t>
            </a:r>
          </a:p>
          <a:p>
            <a:r>
              <a:t>          "source": "actor_1",</a:t>
            </a:r>
          </a:p>
          <a:p>
            <a:r>
              <a:t>          "target": "actor_0",</a:t>
            </a:r>
          </a:p>
          <a:p>
            <a:r>
              <a:t>          "label": {</a:t>
            </a:r>
          </a:p>
          <a:p>
            <a:r>
              <a:t>            "text": "同じURLを提示",</a:t>
            </a:r>
          </a:p>
          <a:p>
            <a:r>
              <a:t>            "refs": [</a:t>
            </a:r>
          </a:p>
          <a:p>
            <a:r>
              <a:t>              {</a:t>
            </a:r>
          </a:p>
          <a:p>
            <a:r>
              <a:t>                "source_id": "s0051",</a:t>
            </a:r>
          </a:p>
          <a:p>
            <a:r>
              <a:t>                "quote": "主体Aからhttps://id.test/xへ「同じURLを提示」を伝える。"</a:t>
            </a:r>
          </a:p>
          <a:p>
            <a:r>
              <a:t>              }</a:t>
            </a:r>
          </a:p>
          <a:p>
            <a:r>
              <a:t>            ],</a:t>
            </a:r>
          </a:p>
          <a:p>
            <a:r>
              <a:t>            "mode": "verbatim"</a:t>
            </a:r>
          </a:p>
          <a:p>
            <a:r>
              <a:t>          }</a:t>
            </a:r>
          </a:p>
          <a:p>
            <a:r>
              <a:t>        },</a:t>
            </a:r>
          </a:p>
          <a:p>
            <a:r>
              <a:t>        {</a:t>
            </a:r>
          </a:p>
          <a:p>
            <a:r>
              <a:t>          "id": "edge_1",</a:t>
            </a:r>
          </a:p>
          <a:p>
            <a:r>
              <a:t>          "source": "actor_2",</a:t>
            </a:r>
          </a:p>
          <a:p>
            <a:r>
              <a:t>          "target": "actor_0",</a:t>
            </a:r>
          </a:p>
          <a:p>
            <a:r>
              <a:t>          "label": {</a:t>
            </a:r>
          </a:p>
          <a:p>
            <a:r>
              <a:t>            "text": "同じURLを提示",</a:t>
            </a:r>
          </a:p>
          <a:p>
            <a:r>
              <a:t>            "refs": [</a:t>
            </a:r>
          </a:p>
          <a:p>
            <a:r>
              <a:t>              {</a:t>
            </a:r>
          </a:p>
          <a:p>
            <a:r>
              <a:t>                "source_id": "s0052",</a:t>
            </a:r>
          </a:p>
          <a:p>
            <a:r>
              <a:t>                "quote": "主体Bからhttps://id.test/xへ「同じURLを提示」を伝える。"</a:t>
            </a:r>
          </a:p>
          <a:p>
            <a:r>
              <a:t>              }</a:t>
            </a:r>
          </a:p>
          <a:p>
            <a:r>
              <a:t>            ],</a:t>
            </a:r>
          </a:p>
          <a:p>
            <a:r>
              <a:t>            "mode": "verbatim"</a:t>
            </a:r>
          </a:p>
          <a:p>
            <a:r>
              <a:t>          }</a:t>
            </a:r>
          </a:p>
          <a:p>
            <a:r>
              <a:t>        }</a:t>
            </a:r>
          </a:p>
          <a:p>
            <a:r>
              <a:t>      ],</a:t>
            </a:r>
          </a:p>
          <a:p>
            <a:r>
              <a:t>      "boundaries":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"s0046",</a:t>
            </a:r>
          </a:p>
          <a:p>
            <a:r>
              <a:t>    "s0047",</a:t>
            </a:r>
          </a:p>
          <a:p>
            <a:r>
              <a:t>    "s0048",</a:t>
            </a:r>
          </a:p>
          <a:p>
            <a:r>
              <a:t>    "s0049",</a:t>
            </a:r>
          </a:p>
          <a:p>
            <a:r>
              <a:t>    "s0050",</a:t>
            </a:r>
          </a:p>
          <a:p>
            <a:r>
              <a:t>    "s0051",</a:t>
            </a:r>
          </a:p>
          <a:p>
            <a:r>
              <a:t>    "s0052",</a:t>
            </a:r>
          </a:p>
          <a:p>
            <a:r>
              <a:t>    "s0053"</a:t>
            </a:r>
          </a:p>
          <a:p>
            <a:r>
              <a:t>  ],</a:t>
            </a:r>
          </a:p>
          <a:p>
            <a:r>
              <a:t>  "template_sha256": "e4fcff0ee434bac09689ff3676c6f82d571e98576cfe52f712d6b644e16dbf49"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"slide06",</a:t>
            </a:r>
          </a:p>
          <a:p>
            <a:r>
              <a:t>  "origin": "page06",</a:t>
            </a:r>
          </a:p>
          <a:p>
            <a:r>
              <a:t>  "layout_id": "rel_compare_three",</a:t>
            </a:r>
          </a:p>
          <a:p>
            <a:r>
              <a:t>  "variant": "warm",</a:t>
            </a:r>
          </a:p>
          <a:p>
            <a:r>
              <a:t>  "rationale": "架空の構造例。矢印の向き・主体ID・包含と同管理・比較軸を保持する。",</a:t>
            </a:r>
          </a:p>
          <a:p>
            <a:r>
              <a:t>  "source_sha256": "18f59363c10ac0653efd459eaf1391b8113546eb959a4a60e46073814fb1992f",</a:t>
            </a:r>
          </a:p>
          <a:p>
            <a:r>
              <a:t>  "evidence": [</a:t>
            </a:r>
          </a:p>
          <a:p>
            <a:r>
              <a:t>    {</a:t>
            </a:r>
          </a:p>
          <a:p>
            <a:r>
              <a:t>      "text": "主体の関係と通信の向きを\n根拠とともに確認する",</a:t>
            </a:r>
          </a:p>
          <a:p>
            <a:r>
              <a:t>      "refs": [</a:t>
            </a:r>
          </a:p>
          <a:p>
            <a:r>
              <a:t>        {</a:t>
            </a:r>
          </a:p>
          <a:p>
            <a:r>
              <a:t>          "source_id": "s0071",</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"s0054",</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"s0055",</a:t>
            </a:r>
          </a:p>
          <a:p>
            <a:r>
              <a:t>          "quote": "注記：架空の構造例。実在の仕様や安全性を示すものではない。"</a:t>
            </a:r>
          </a:p>
          <a:p>
            <a:r>
              <a:t>        }</a:t>
            </a:r>
          </a:p>
          <a:p>
            <a:r>
              <a:t>      ],</a:t>
            </a:r>
          </a:p>
          <a:p>
            <a:r>
              <a:t>      "mode": "verbatim"</a:t>
            </a:r>
          </a:p>
          <a:p>
            <a:r>
              <a:t>    },</a:t>
            </a:r>
          </a:p>
          <a:p>
            <a:r>
              <a:t>    {</a:t>
            </a:r>
          </a:p>
          <a:p>
            <a:r>
              <a:t>      "text": "識別の扱い",</a:t>
            </a:r>
          </a:p>
          <a:p>
            <a:r>
              <a:t>      "refs": [</a:t>
            </a:r>
          </a:p>
          <a:p>
            <a:r>
              <a:t>        {</a:t>
            </a:r>
          </a:p>
          <a:p>
            <a:r>
              <a:t>          "source_id": "s0056",</a:t>
            </a:r>
          </a:p>
          <a:p>
            <a:r>
              <a:t>          "quote": "識別の扱い"</a:t>
            </a:r>
          </a:p>
          <a:p>
            <a:r>
              <a:t>        }</a:t>
            </a:r>
          </a:p>
          <a:p>
            <a:r>
              <a:t>      ],</a:t>
            </a:r>
          </a:p>
          <a:p>
            <a:r>
              <a:t>      "mode": "verbatim"</a:t>
            </a:r>
          </a:p>
          <a:p>
            <a:r>
              <a:t>    },</a:t>
            </a:r>
          </a:p>
          <a:p>
            <a:r>
              <a:t>    {</a:t>
            </a:r>
          </a:p>
          <a:p>
            <a:r>
              <a:t>      "text": "確認する主体",</a:t>
            </a:r>
          </a:p>
          <a:p>
            <a:r>
              <a:t>      "refs": [</a:t>
            </a:r>
          </a:p>
          <a:p>
            <a:r>
              <a:t>        {</a:t>
            </a:r>
          </a:p>
          <a:p>
            <a:r>
              <a:t>          "source_id": "s0057",</a:t>
            </a:r>
          </a:p>
          <a:p>
            <a:r>
              <a:t>          "quote": "確認する主体"</a:t>
            </a:r>
          </a:p>
          <a:p>
            <a:r>
              <a:t>        }</a:t>
            </a:r>
          </a:p>
          <a:p>
            <a:r>
              <a:t>      ],</a:t>
            </a:r>
          </a:p>
          <a:p>
            <a:r>
              <a:t>      "mode": "verbatim"</a:t>
            </a:r>
          </a:p>
          <a:p>
            <a:r>
              <a:t>    },</a:t>
            </a:r>
          </a:p>
          <a:p>
            <a:r>
              <a:t>    {</a:t>
            </a:r>
          </a:p>
          <a:p>
            <a:r>
              <a:t>      "text": "更新時の条件",</a:t>
            </a:r>
          </a:p>
          <a:p>
            <a:r>
              <a:t>      "refs": [</a:t>
            </a:r>
          </a:p>
          <a:p>
            <a:r>
              <a:t>        {</a:t>
            </a:r>
          </a:p>
          <a:p>
            <a:r>
              <a:t>          "source_id": "s0058",</a:t>
            </a:r>
          </a:p>
          <a:p>
            <a:r>
              <a:t>          "quote": "更新時の条件"</a:t>
            </a:r>
          </a:p>
          <a:p>
            <a:r>
              <a:t>        }</a:t>
            </a:r>
          </a:p>
          <a:p>
            <a:r>
              <a:t>      ],</a:t>
            </a:r>
          </a:p>
          <a:p>
            <a:r>
              <a:t>      "mode": "verbatim"</a:t>
            </a:r>
          </a:p>
          <a:p>
            <a:r>
              <a:t>    },</a:t>
            </a:r>
          </a:p>
          <a:p>
            <a:r>
              <a:t>    {</a:t>
            </a:r>
          </a:p>
          <a:p>
            <a:r>
              <a:t>      "text": "方式A",</a:t>
            </a:r>
          </a:p>
          <a:p>
            <a:r>
              <a:t>      "refs": [</a:t>
            </a:r>
          </a:p>
          <a:p>
            <a:r>
              <a:t>        {</a:t>
            </a:r>
          </a:p>
          <a:p>
            <a:r>
              <a:t>          "source_id": "s0059",</a:t>
            </a:r>
          </a:p>
          <a:p>
            <a:r>
              <a:t>          "quote": "方式A"</a:t>
            </a:r>
          </a:p>
          <a:p>
            <a:r>
              <a:t>        }</a:t>
            </a:r>
          </a:p>
          <a:p>
            <a:r>
              <a:t>      ],</a:t>
            </a:r>
          </a:p>
          <a:p>
            <a:r>
              <a:t>      "mode": "verbatim"</a:t>
            </a:r>
          </a:p>
          <a:p>
            <a:r>
              <a:t>    },</a:t>
            </a:r>
          </a:p>
          <a:p>
            <a:r>
              <a:t>    {</a:t>
            </a:r>
          </a:p>
          <a:p>
            <a:r>
              <a:t>      "text": "事前に識別子を登録",</a:t>
            </a:r>
          </a:p>
          <a:p>
            <a:r>
              <a:t>      "refs": [</a:t>
            </a:r>
          </a:p>
          <a:p>
            <a:r>
              <a:t>        {</a:t>
            </a:r>
          </a:p>
          <a:p>
            <a:r>
              <a:t>          "source_id": "s0060",</a:t>
            </a:r>
          </a:p>
          <a:p>
            <a:r>
              <a:t>          "quote": "事前に識別子を登録"</a:t>
            </a:r>
          </a:p>
          <a:p>
            <a:r>
              <a:t>        }</a:t>
            </a:r>
          </a:p>
          <a:p>
            <a:r>
              <a:t>      ],</a:t>
            </a:r>
          </a:p>
          <a:p>
            <a:r>
              <a:t>      "mode": "verbatim"</a:t>
            </a:r>
          </a:p>
          <a:p>
            <a:r>
              <a:t>    },</a:t>
            </a:r>
          </a:p>
          <a:p>
            <a:r>
              <a:t>    {</a:t>
            </a:r>
          </a:p>
          <a:p>
            <a:r>
              <a:t>      "text": "受付側が登録内容を照合",</a:t>
            </a:r>
          </a:p>
          <a:p>
            <a:r>
              <a:t>      "refs": [</a:t>
            </a:r>
          </a:p>
          <a:p>
            <a:r>
              <a:t>        {</a:t>
            </a:r>
          </a:p>
          <a:p>
            <a:r>
              <a:t>          "source_id": "s0061",</a:t>
            </a:r>
          </a:p>
          <a:p>
            <a:r>
              <a:t>          "quote": "受付側が登録内容を照合"</a:t>
            </a:r>
          </a:p>
          <a:p>
            <a:r>
              <a:t>        }</a:t>
            </a:r>
          </a:p>
          <a:p>
            <a:r>
              <a:t>      ],</a:t>
            </a:r>
          </a:p>
          <a:p>
            <a:r>
              <a:t>      "mode": "verbatim"</a:t>
            </a:r>
          </a:p>
          <a:p>
            <a:r>
              <a:t>    },</a:t>
            </a:r>
          </a:p>
          <a:p>
            <a:r>
              <a:t>    {</a:t>
            </a:r>
          </a:p>
          <a:p>
            <a:r>
              <a:t>      "text": "登録内容を更新",</a:t>
            </a:r>
          </a:p>
          <a:p>
            <a:r>
              <a:t>      "refs": [</a:t>
            </a:r>
          </a:p>
          <a:p>
            <a:r>
              <a:t>        {</a:t>
            </a:r>
          </a:p>
          <a:p>
            <a:r>
              <a:t>          "source_id": "s0062",</a:t>
            </a:r>
          </a:p>
          <a:p>
            <a:r>
              <a:t>          "quote": "登録内容を更新"</a:t>
            </a:r>
          </a:p>
          <a:p>
            <a:r>
              <a:t>        }</a:t>
            </a:r>
          </a:p>
          <a:p>
            <a:r>
              <a:t>      ],</a:t>
            </a:r>
          </a:p>
          <a:p>
            <a:r>
              <a:t>      "mode": "verbatim"</a:t>
            </a:r>
          </a:p>
          <a:p>
            <a:r>
              <a:t>    },</a:t>
            </a:r>
          </a:p>
          <a:p>
            <a:r>
              <a:t>    {</a:t>
            </a:r>
          </a:p>
          <a:p>
            <a:r>
              <a:t>      "text": "方式B",</a:t>
            </a:r>
          </a:p>
          <a:p>
            <a:r>
              <a:t>      "refs": [</a:t>
            </a:r>
          </a:p>
          <a:p>
            <a:r>
              <a:t>        {</a:t>
            </a:r>
          </a:p>
          <a:p>
            <a:r>
              <a:t>          "source_id": "s0063",</a:t>
            </a:r>
          </a:p>
          <a:p>
            <a:r>
              <a:t>          "quote": "方式B"</a:t>
            </a:r>
          </a:p>
          <a:p>
            <a:r>
              <a:t>        }</a:t>
            </a:r>
          </a:p>
          <a:p>
            <a:r>
              <a:t>      ],</a:t>
            </a:r>
          </a:p>
          <a:p>
            <a:r>
              <a:t>      "mode": "verbatim"</a:t>
            </a:r>
          </a:p>
          <a:p>
            <a:r>
              <a:t>    },</a:t>
            </a:r>
          </a:p>
          <a:p>
            <a:r>
              <a:t>    {</a:t>
            </a:r>
          </a:p>
          <a:p>
            <a:r>
              <a:t>      "text": "共通の参照先を提示",</a:t>
            </a:r>
          </a:p>
          <a:p>
            <a:r>
              <a:t>      "refs": [</a:t>
            </a:r>
          </a:p>
          <a:p>
            <a:r>
              <a:t>        {</a:t>
            </a:r>
          </a:p>
          <a:p>
            <a:r>
              <a:t>          "source_id": "s0064",</a:t>
            </a:r>
          </a:p>
          <a:p>
            <a:r>
              <a:t>          "quote": "共通の参照先を提示"</a:t>
            </a:r>
          </a:p>
          <a:p>
            <a:r>
              <a:t>        }</a:t>
            </a:r>
          </a:p>
          <a:p>
            <a:r>
              <a:t>      ],</a:t>
            </a:r>
          </a:p>
          <a:p>
            <a:r>
              <a:t>      "mode": "verbatim"</a:t>
            </a:r>
          </a:p>
          <a:p>
            <a:r>
              <a:t>    },</a:t>
            </a:r>
          </a:p>
          <a:p>
            <a:r>
              <a:t>    {</a:t>
            </a:r>
          </a:p>
          <a:p>
            <a:r>
              <a:t>      "text": "照会側が参照先を確認",</a:t>
            </a:r>
          </a:p>
          <a:p>
            <a:r>
              <a:t>      "refs": [</a:t>
            </a:r>
          </a:p>
          <a:p>
            <a:r>
              <a:t>        {</a:t>
            </a:r>
          </a:p>
          <a:p>
            <a:r>
              <a:t>          "source_id": "s0065",</a:t>
            </a:r>
          </a:p>
          <a:p>
            <a:r>
              <a:t>          "quote": "照会側が参照先を確認"</a:t>
            </a:r>
          </a:p>
          <a:p>
            <a:r>
              <a:t>        }</a:t>
            </a:r>
          </a:p>
          <a:p>
            <a:r>
              <a:t>      ],</a:t>
            </a:r>
          </a:p>
          <a:p>
            <a:r>
              <a:t>      "mode": "verbatim"</a:t>
            </a:r>
          </a:p>
          <a:p>
            <a:r>
              <a:t>    },</a:t>
            </a:r>
          </a:p>
          <a:p>
            <a:r>
              <a:t>    {</a:t>
            </a:r>
          </a:p>
          <a:p>
            <a:r>
              <a:t>      "text": "参照先の内容を更新",</a:t>
            </a:r>
          </a:p>
          <a:p>
            <a:r>
              <a:t>      "refs": [</a:t>
            </a:r>
          </a:p>
          <a:p>
            <a:r>
              <a:t>        {</a:t>
            </a:r>
          </a:p>
          <a:p>
            <a:r>
              <a:t>          "source_id": "s0066",</a:t>
            </a:r>
          </a:p>
          <a:p>
            <a:r>
              <a:t>          "quote": "参照先の内容を更新"</a:t>
            </a:r>
          </a:p>
          <a:p>
            <a:r>
              <a:t>        }</a:t>
            </a:r>
          </a:p>
          <a:p>
            <a:r>
              <a:t>      ],</a:t>
            </a:r>
          </a:p>
          <a:p>
            <a:r>
              <a:t>      "mode": "verbatim"</a:t>
            </a:r>
          </a:p>
          <a:p>
            <a:r>
              <a:t>    },</a:t>
            </a:r>
          </a:p>
          <a:p>
            <a:r>
              <a:t>    {</a:t>
            </a:r>
          </a:p>
          <a:p>
            <a:r>
              <a:t>      "text": "方式C",</a:t>
            </a:r>
          </a:p>
          <a:p>
            <a:r>
              <a:t>      "refs": [</a:t>
            </a:r>
          </a:p>
          <a:p>
            <a:r>
              <a:t>        {</a:t>
            </a:r>
          </a:p>
          <a:p>
            <a:r>
              <a:t>          "source_id": "s0067",</a:t>
            </a:r>
          </a:p>
          <a:p>
            <a:r>
              <a:t>          "quote": "方式C"</a:t>
            </a:r>
          </a:p>
          <a:p>
            <a:r>
              <a:t>        }</a:t>
            </a:r>
          </a:p>
          <a:p>
            <a:r>
              <a:t>      ],</a:t>
            </a:r>
          </a:p>
          <a:p>
            <a:r>
              <a:t>      "mode": "verbatim"</a:t>
            </a:r>
          </a:p>
          <a:p>
            <a:r>
              <a:t>    },</a:t>
            </a:r>
          </a:p>
          <a:p>
            <a:r>
              <a:t>    {</a:t>
            </a:r>
          </a:p>
          <a:p>
            <a:r>
              <a:t>      "text": "処理ごとに識別子を渡す",</a:t>
            </a:r>
          </a:p>
          <a:p>
            <a:r>
              <a:t>      "refs": [</a:t>
            </a:r>
          </a:p>
          <a:p>
            <a:r>
              <a:t>        {</a:t>
            </a:r>
          </a:p>
          <a:p>
            <a:r>
              <a:t>          "source_id": "s0068",</a:t>
            </a:r>
          </a:p>
          <a:p>
            <a:r>
              <a:t>          "quote": "処理ごとに識別子を渡す"</a:t>
            </a:r>
          </a:p>
          <a:p>
            <a:r>
              <a:t>        }</a:t>
            </a:r>
          </a:p>
          <a:p>
            <a:r>
              <a:t>      ],</a:t>
            </a:r>
          </a:p>
          <a:p>
            <a:r>
              <a:t>      "mode": "verbatim"</a:t>
            </a:r>
          </a:p>
          <a:p>
            <a:r>
              <a:t>    },</a:t>
            </a:r>
          </a:p>
          <a:p>
            <a:r>
              <a:t>    {</a:t>
            </a:r>
          </a:p>
          <a:p>
            <a:r>
              <a:t>      "text": "各処理の担当が確認",</a:t>
            </a:r>
          </a:p>
          <a:p>
            <a:r>
              <a:t>      "refs": [</a:t>
            </a:r>
          </a:p>
          <a:p>
            <a:r>
              <a:t>        {</a:t>
            </a:r>
          </a:p>
          <a:p>
            <a:r>
              <a:t>          "source_id": "s0069",</a:t>
            </a:r>
          </a:p>
          <a:p>
            <a:r>
              <a:t>          "quote": "各処理の担当が確認"</a:t>
            </a:r>
          </a:p>
          <a:p>
            <a:r>
              <a:t>        }</a:t>
            </a:r>
          </a:p>
          <a:p>
            <a:r>
              <a:t>      ],</a:t>
            </a:r>
          </a:p>
          <a:p>
            <a:r>
              <a:t>      "mode": "verbatim"</a:t>
            </a:r>
          </a:p>
          <a:p>
            <a:r>
              <a:t>    },</a:t>
            </a:r>
          </a:p>
          <a:p>
            <a:r>
              <a:t>    {</a:t>
            </a:r>
          </a:p>
          <a:p>
            <a:r>
              <a:t>      "text": "処理条件を引き継ぐ",</a:t>
            </a:r>
          </a:p>
          <a:p>
            <a:r>
              <a:t>      "refs": [</a:t>
            </a:r>
          </a:p>
          <a:p>
            <a:r>
              <a:t>        {</a:t>
            </a:r>
          </a:p>
          <a:p>
            <a:r>
              <a:t>          "source_id": "s0070",</a:t>
            </a:r>
          </a:p>
          <a:p>
            <a:r>
              <a:t>          "quote": "処理条件を引き継ぐ"</a:t>
            </a:r>
          </a:p>
          <a:p>
            <a:r>
              <a:t>        }</a:t>
            </a:r>
          </a:p>
          <a:p>
            <a:r>
              <a:t>      ],</a:t>
            </a:r>
          </a:p>
          <a:p>
            <a:r>
              <a:t>      "mode": "verbatim"</a:t>
            </a:r>
          </a:p>
          <a:p>
            <a:r>
              <a:t>    }</a:t>
            </a:r>
          </a:p>
          <a:p>
            <a:r>
              <a:t>  ],</a:t>
            </a:r>
          </a:p>
          <a:p>
            <a:r>
              <a:t>  "citations": {</a:t>
            </a:r>
          </a:p>
          <a:p>
            <a:r>
              <a:t>    "s0054": "架空設計書・構造検証用",</a:t>
            </a:r>
          </a:p>
          <a:p>
            <a:r>
              <a:t>    "s0055": "架空設計書・構造検証用",</a:t>
            </a:r>
          </a:p>
          <a:p>
            <a:r>
              <a:t>    "s0056": "架空設計書・構造検証用",</a:t>
            </a:r>
          </a:p>
          <a:p>
            <a:r>
              <a:t>    "s0057": "架空設計書・構造検証用",</a:t>
            </a:r>
          </a:p>
          <a:p>
            <a:r>
              <a:t>    "s0058": "架空設計書・構造検証用",</a:t>
            </a:r>
          </a:p>
          <a:p>
            <a:r>
              <a:t>    "s0059": "架空設計書・構造検証用",</a:t>
            </a:r>
          </a:p>
          <a:p>
            <a:r>
              <a:t>    "s0060": "架空設計書・構造検証用",</a:t>
            </a:r>
          </a:p>
          <a:p>
            <a:r>
              <a:t>    "s0061": "架空設計書・構造検証用",</a:t>
            </a:r>
          </a:p>
          <a:p>
            <a:r>
              <a:t>    "s0062": "架空設計書・構造検証用",</a:t>
            </a:r>
          </a:p>
          <a:p>
            <a:r>
              <a:t>    "s0063": "架空設計書・構造検証用",</a:t>
            </a:r>
          </a:p>
          <a:p>
            <a:r>
              <a:t>    "s0064": "架空設計書・構造検証用",</a:t>
            </a:r>
          </a:p>
          <a:p>
            <a:r>
              <a:t>    "s0065": "架空設計書・構造検証用",</a:t>
            </a:r>
          </a:p>
          <a:p>
            <a:r>
              <a:t>    "s0066": "架空設計書・構造検証用",</a:t>
            </a:r>
          </a:p>
          <a:p>
            <a:r>
              <a:t>    "s0067": "架空設計書・構造検証用",</a:t>
            </a:r>
          </a:p>
          <a:p>
            <a:r>
              <a:t>    "s0068": "架空設計書・構造検証用",</a:t>
            </a:r>
          </a:p>
          <a:p>
            <a:r>
              <a:t>    "s0069": "架空設計書・構造検証用",</a:t>
            </a:r>
          </a:p>
          <a:p>
            <a:r>
              <a:t>    "s0070": "架空設計書・構造検証用",</a:t>
            </a:r>
          </a:p>
          <a:p>
            <a:r>
              <a:t>    "s0071":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"method_comparison",</a:t>
            </a:r>
          </a:p>
          <a:p>
            <a:r>
              <a:t>  "structural_variant": "lr_0",</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"s0054",</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"s0055",</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null,</a:t>
            </a:r>
          </a:p>
          <a:p>
            <a:r>
              <a:t>    "comparison": {</a:t>
            </a:r>
          </a:p>
          <a:p>
            <a:r>
              <a:t>      "axes": [</a:t>
            </a:r>
          </a:p>
          <a:p>
            <a:r>
              <a:t>        {</a:t>
            </a:r>
          </a:p>
          <a:p>
            <a:r>
              <a:t>          "text": "識別の扱い",</a:t>
            </a:r>
          </a:p>
          <a:p>
            <a:r>
              <a:t>          "refs": [</a:t>
            </a:r>
          </a:p>
          <a:p>
            <a:r>
              <a:t>            {</a:t>
            </a:r>
          </a:p>
          <a:p>
            <a:r>
              <a:t>              "source_id": "s0056",</a:t>
            </a:r>
          </a:p>
          <a:p>
            <a:r>
              <a:t>              "quote": "識別の扱い"</a:t>
            </a:r>
          </a:p>
          <a:p>
            <a:r>
              <a:t>            }</a:t>
            </a:r>
          </a:p>
          <a:p>
            <a:r>
              <a:t>          ],</a:t>
            </a:r>
          </a:p>
          <a:p>
            <a:r>
              <a:t>          "mode": "verbatim"</a:t>
            </a:r>
          </a:p>
          <a:p>
            <a:r>
              <a:t>        },</a:t>
            </a:r>
          </a:p>
          <a:p>
            <a:r>
              <a:t>        {</a:t>
            </a:r>
          </a:p>
          <a:p>
            <a:r>
              <a:t>          "text": "確認する主体",</a:t>
            </a:r>
          </a:p>
          <a:p>
            <a:r>
              <a:t>          "refs": [</a:t>
            </a:r>
          </a:p>
          <a:p>
            <a:r>
              <a:t>            {</a:t>
            </a:r>
          </a:p>
          <a:p>
            <a:r>
              <a:t>              "source_id": "s0057",</a:t>
            </a:r>
          </a:p>
          <a:p>
            <a:r>
              <a:t>              "quote": "確認する主体"</a:t>
            </a:r>
          </a:p>
          <a:p>
            <a:r>
              <a:t>            }</a:t>
            </a:r>
          </a:p>
          <a:p>
            <a:r>
              <a:t>          ],</a:t>
            </a:r>
          </a:p>
          <a:p>
            <a:r>
              <a:t>          "mode": "verbatim"</a:t>
            </a:r>
          </a:p>
          <a:p>
            <a:r>
              <a:t>        },</a:t>
            </a:r>
          </a:p>
          <a:p>
            <a:r>
              <a:t>        {</a:t>
            </a:r>
          </a:p>
          <a:p>
            <a:r>
              <a:t>          "text": "更新時の条件",</a:t>
            </a:r>
          </a:p>
          <a:p>
            <a:r>
              <a:t>          "refs": [</a:t>
            </a:r>
          </a:p>
          <a:p>
            <a:r>
              <a:t>            {</a:t>
            </a:r>
          </a:p>
          <a:p>
            <a:r>
              <a:t>              "source_id": "s0058",</a:t>
            </a:r>
          </a:p>
          <a:p>
            <a:r>
              <a:t>              "quote": "更新時の条件"</a:t>
            </a:r>
          </a:p>
          <a:p>
            <a:r>
              <a:t>            }</a:t>
            </a:r>
          </a:p>
          <a:p>
            <a:r>
              <a:t>          ],</a:t>
            </a:r>
          </a:p>
          <a:p>
            <a:r>
              <a:t>          "mode": "verbatim"</a:t>
            </a:r>
          </a:p>
          <a:p>
            <a:r>
              <a:t>        }</a:t>
            </a:r>
          </a:p>
          <a:p>
            <a:r>
              <a:t>      ],</a:t>
            </a:r>
          </a:p>
          <a:p>
            <a:r>
              <a:t>      "methods": [</a:t>
            </a:r>
          </a:p>
          <a:p>
            <a:r>
              <a:t>        {</a:t>
            </a:r>
          </a:p>
          <a:p>
            <a:r>
              <a:t>          "id": "method_0",</a:t>
            </a:r>
          </a:p>
          <a:p>
            <a:r>
              <a:t>          "label": {</a:t>
            </a:r>
          </a:p>
          <a:p>
            <a:r>
              <a:t>            "text": "方式A",</a:t>
            </a:r>
          </a:p>
          <a:p>
            <a:r>
              <a:t>            "refs": [</a:t>
            </a:r>
          </a:p>
          <a:p>
            <a:r>
              <a:t>              {</a:t>
            </a:r>
          </a:p>
          <a:p>
            <a:r>
              <a:t>                "source_id": "s0059",</a:t>
            </a:r>
          </a:p>
          <a:p>
            <a:r>
              <a:t>                "quote": "方式A"</a:t>
            </a:r>
          </a:p>
          <a:p>
            <a:r>
              <a:t>              }</a:t>
            </a:r>
          </a:p>
          <a:p>
            <a:r>
              <a:t>            ],</a:t>
            </a:r>
          </a:p>
          <a:p>
            <a:r>
              <a:t>            "mode": "verbatim"</a:t>
            </a:r>
          </a:p>
          <a:p>
            <a:r>
              <a:t>          },</a:t>
            </a:r>
          </a:p>
          <a:p>
            <a:r>
              <a:t>          "values": [</a:t>
            </a:r>
          </a:p>
          <a:p>
            <a:r>
              <a:t>            {</a:t>
            </a:r>
          </a:p>
          <a:p>
            <a:r>
              <a:t>              "text": "事前に識別子を登録",</a:t>
            </a:r>
          </a:p>
          <a:p>
            <a:r>
              <a:t>              "refs": [</a:t>
            </a:r>
          </a:p>
          <a:p>
            <a:r>
              <a:t>                {</a:t>
            </a:r>
          </a:p>
          <a:p>
            <a:r>
              <a:t>                  "source_id": "s0060",</a:t>
            </a:r>
          </a:p>
          <a:p>
            <a:r>
              <a:t>                  "quote": "事前に識別子を登録"</a:t>
            </a:r>
          </a:p>
          <a:p>
            <a:r>
              <a:t>                }</a:t>
            </a:r>
          </a:p>
          <a:p>
            <a:r>
              <a:t>              ],</a:t>
            </a:r>
          </a:p>
          <a:p>
            <a:r>
              <a:t>              "mode": "verbatim"</a:t>
            </a:r>
          </a:p>
          <a:p>
            <a:r>
              <a:t>            },</a:t>
            </a:r>
          </a:p>
          <a:p>
            <a:r>
              <a:t>            {</a:t>
            </a:r>
          </a:p>
          <a:p>
            <a:r>
              <a:t>              "text": "受付側が登録内容を照合",</a:t>
            </a:r>
          </a:p>
          <a:p>
            <a:r>
              <a:t>              "refs": [</a:t>
            </a:r>
          </a:p>
          <a:p>
            <a:r>
              <a:t>                {</a:t>
            </a:r>
          </a:p>
          <a:p>
            <a:r>
              <a:t>                  "source_id": "s0061",</a:t>
            </a:r>
          </a:p>
          <a:p>
            <a:r>
              <a:t>                  "quote": "受付側が登録内容を照合"</a:t>
            </a:r>
          </a:p>
          <a:p>
            <a:r>
              <a:t>                }</a:t>
            </a:r>
          </a:p>
          <a:p>
            <a:r>
              <a:t>              ],</a:t>
            </a:r>
          </a:p>
          <a:p>
            <a:r>
              <a:t>              "mode": "verbatim"</a:t>
            </a:r>
          </a:p>
          <a:p>
            <a:r>
              <a:t>            },</a:t>
            </a:r>
          </a:p>
          <a:p>
            <a:r>
              <a:t>            {</a:t>
            </a:r>
          </a:p>
          <a:p>
            <a:r>
              <a:t>              "text": "登録内容を更新",</a:t>
            </a:r>
          </a:p>
          <a:p>
            <a:r>
              <a:t>              "refs": [</a:t>
            </a:r>
          </a:p>
          <a:p>
            <a:r>
              <a:t>                {</a:t>
            </a:r>
          </a:p>
          <a:p>
            <a:r>
              <a:t>                  "source_id": "s0062",</a:t>
            </a:r>
          </a:p>
          <a:p>
            <a:r>
              <a:t>                  "quote": "登録内容を更新"</a:t>
            </a:r>
          </a:p>
          <a:p>
            <a:r>
              <a:t>                }</a:t>
            </a:r>
          </a:p>
          <a:p>
            <a:r>
              <a:t>              ],</a:t>
            </a:r>
          </a:p>
          <a:p>
            <a:r>
              <a:t>              "mode": "verbatim"</a:t>
            </a:r>
          </a:p>
          <a:p>
            <a:r>
              <a:t>            }</a:t>
            </a:r>
          </a:p>
          <a:p>
            <a:r>
              <a:t>          ]</a:t>
            </a:r>
          </a:p>
          <a:p>
            <a:r>
              <a:t>        },</a:t>
            </a:r>
          </a:p>
          <a:p>
            <a:r>
              <a:t>        {</a:t>
            </a:r>
          </a:p>
          <a:p>
            <a:r>
              <a:t>          "id": "method_1",</a:t>
            </a:r>
          </a:p>
          <a:p>
            <a:r>
              <a:t>          "label": {</a:t>
            </a:r>
          </a:p>
          <a:p>
            <a:r>
              <a:t>            "text": "方式B",</a:t>
            </a:r>
          </a:p>
          <a:p>
            <a:r>
              <a:t>            "refs": [</a:t>
            </a:r>
          </a:p>
          <a:p>
            <a:r>
              <a:t>              {</a:t>
            </a:r>
          </a:p>
          <a:p>
            <a:r>
              <a:t>                "source_id": "s0063",</a:t>
            </a:r>
          </a:p>
          <a:p>
            <a:r>
              <a:t>                "quote": "方式B"</a:t>
            </a:r>
          </a:p>
          <a:p>
            <a:r>
              <a:t>              }</a:t>
            </a:r>
          </a:p>
          <a:p>
            <a:r>
              <a:t>            ],</a:t>
            </a:r>
          </a:p>
          <a:p>
            <a:r>
              <a:t>            "mode": "verbatim"</a:t>
            </a:r>
          </a:p>
          <a:p>
            <a:r>
              <a:t>          },</a:t>
            </a:r>
          </a:p>
          <a:p>
            <a:r>
              <a:t>          "values": [</a:t>
            </a:r>
          </a:p>
          <a:p>
            <a:r>
              <a:t>            {</a:t>
            </a:r>
          </a:p>
          <a:p>
            <a:r>
              <a:t>              "text": "共通の参照先を提示",</a:t>
            </a:r>
          </a:p>
          <a:p>
            <a:r>
              <a:t>              "refs": [</a:t>
            </a:r>
          </a:p>
          <a:p>
            <a:r>
              <a:t>                {</a:t>
            </a:r>
          </a:p>
          <a:p>
            <a:r>
              <a:t>                  "source_id": "s0064",</a:t>
            </a:r>
          </a:p>
          <a:p>
            <a:r>
              <a:t>                  "quote": "共通の参照先を提示"</a:t>
            </a:r>
          </a:p>
          <a:p>
            <a:r>
              <a:t>                }</a:t>
            </a:r>
          </a:p>
          <a:p>
            <a:r>
              <a:t>              ],</a:t>
            </a:r>
          </a:p>
          <a:p>
            <a:r>
              <a:t>              "mode": "verbatim"</a:t>
            </a:r>
          </a:p>
          <a:p>
            <a:r>
              <a:t>            },</a:t>
            </a:r>
          </a:p>
          <a:p>
            <a:r>
              <a:t>            {</a:t>
            </a:r>
          </a:p>
          <a:p>
            <a:r>
              <a:t>              "text": "照会側が参照先を確認",</a:t>
            </a:r>
          </a:p>
          <a:p>
            <a:r>
              <a:t>              "refs": [</a:t>
            </a:r>
          </a:p>
          <a:p>
            <a:r>
              <a:t>                {</a:t>
            </a:r>
          </a:p>
          <a:p>
            <a:r>
              <a:t>                  "source_id": "s0065",</a:t>
            </a:r>
          </a:p>
          <a:p>
            <a:r>
              <a:t>                  "quote": "照会側が参照先を確認"</a:t>
            </a:r>
          </a:p>
          <a:p>
            <a:r>
              <a:t>                }</a:t>
            </a:r>
          </a:p>
          <a:p>
            <a:r>
              <a:t>              ],</a:t>
            </a:r>
          </a:p>
          <a:p>
            <a:r>
              <a:t>              "mode": "verbatim"</a:t>
            </a:r>
          </a:p>
          <a:p>
            <a:r>
              <a:t>            },</a:t>
            </a:r>
          </a:p>
          <a:p>
            <a:r>
              <a:t>            {</a:t>
            </a:r>
          </a:p>
          <a:p>
            <a:r>
              <a:t>              "text": "参照先の内容を更新",</a:t>
            </a:r>
          </a:p>
          <a:p>
            <a:r>
              <a:t>              "refs": [</a:t>
            </a:r>
          </a:p>
          <a:p>
            <a:r>
              <a:t>                {</a:t>
            </a:r>
          </a:p>
          <a:p>
            <a:r>
              <a:t>                  "source_id": "s0066",</a:t>
            </a:r>
          </a:p>
          <a:p>
            <a:r>
              <a:t>                  "quote": "参照先の内容を更新"</a:t>
            </a:r>
          </a:p>
          <a:p>
            <a:r>
              <a:t>                }</a:t>
            </a:r>
          </a:p>
          <a:p>
            <a:r>
              <a:t>              ],</a:t>
            </a:r>
          </a:p>
          <a:p>
            <a:r>
              <a:t>              "mode": "verbatim"</a:t>
            </a:r>
          </a:p>
          <a:p>
            <a:r>
              <a:t>            }</a:t>
            </a:r>
          </a:p>
          <a:p>
            <a:r>
              <a:t>          ]</a:t>
            </a:r>
          </a:p>
          <a:p>
            <a:r>
              <a:t>        },</a:t>
            </a:r>
          </a:p>
          <a:p>
            <a:r>
              <a:t>        {</a:t>
            </a:r>
          </a:p>
          <a:p>
            <a:r>
              <a:t>          "id": "method_2",</a:t>
            </a:r>
          </a:p>
          <a:p>
            <a:r>
              <a:t>          "label": {</a:t>
            </a:r>
          </a:p>
          <a:p>
            <a:r>
              <a:t>            "text": "方式C",</a:t>
            </a:r>
          </a:p>
          <a:p>
            <a:r>
              <a:t>            "refs": [</a:t>
            </a:r>
          </a:p>
          <a:p>
            <a:r>
              <a:t>              {</a:t>
            </a:r>
          </a:p>
          <a:p>
            <a:r>
              <a:t>                "source_id": "s0067",</a:t>
            </a:r>
          </a:p>
          <a:p>
            <a:r>
              <a:t>                "quote": "方式C"</a:t>
            </a:r>
          </a:p>
          <a:p>
            <a:r>
              <a:t>              }</a:t>
            </a:r>
          </a:p>
          <a:p>
            <a:r>
              <a:t>            ],</a:t>
            </a:r>
          </a:p>
          <a:p>
            <a:r>
              <a:t>            "mode": "verbatim"</a:t>
            </a:r>
          </a:p>
          <a:p>
            <a:r>
              <a:t>          },</a:t>
            </a:r>
          </a:p>
          <a:p>
            <a:r>
              <a:t>          "values": [</a:t>
            </a:r>
          </a:p>
          <a:p>
            <a:r>
              <a:t>            {</a:t>
            </a:r>
          </a:p>
          <a:p>
            <a:r>
              <a:t>              "text": "処理ごとに識別子を渡す",</a:t>
            </a:r>
          </a:p>
          <a:p>
            <a:r>
              <a:t>              "refs": [</a:t>
            </a:r>
          </a:p>
          <a:p>
            <a:r>
              <a:t>                {</a:t>
            </a:r>
          </a:p>
          <a:p>
            <a:r>
              <a:t>                  "source_id": "s0068",</a:t>
            </a:r>
          </a:p>
          <a:p>
            <a:r>
              <a:t>                  "quote": "処理ごとに識別子を渡す"</a:t>
            </a:r>
          </a:p>
          <a:p>
            <a:r>
              <a:t>                }</a:t>
            </a:r>
          </a:p>
          <a:p>
            <a:r>
              <a:t>              ],</a:t>
            </a:r>
          </a:p>
          <a:p>
            <a:r>
              <a:t>              "mode": "verbatim"</a:t>
            </a:r>
          </a:p>
          <a:p>
            <a:r>
              <a:t>            },</a:t>
            </a:r>
          </a:p>
          <a:p>
            <a:r>
              <a:t>            {</a:t>
            </a:r>
          </a:p>
          <a:p>
            <a:r>
              <a:t>              "text": "各処理の担当が確認",</a:t>
            </a:r>
          </a:p>
          <a:p>
            <a:r>
              <a:t>              "refs": [</a:t>
            </a:r>
          </a:p>
          <a:p>
            <a:r>
              <a:t>                {</a:t>
            </a:r>
          </a:p>
          <a:p>
            <a:r>
              <a:t>                  "source_id": "s0069",</a:t>
            </a:r>
          </a:p>
          <a:p>
            <a:r>
              <a:t>                  "quote": "各処理の担当が確認"</a:t>
            </a:r>
          </a:p>
          <a:p>
            <a:r>
              <a:t>                }</a:t>
            </a:r>
          </a:p>
          <a:p>
            <a:r>
              <a:t>              ],</a:t>
            </a:r>
          </a:p>
          <a:p>
            <a:r>
              <a:t>              "mode": "verbatim"</a:t>
            </a:r>
          </a:p>
          <a:p>
            <a:r>
              <a:t>            },</a:t>
            </a:r>
          </a:p>
          <a:p>
            <a:r>
              <a:t>            {</a:t>
            </a:r>
          </a:p>
          <a:p>
            <a:r>
              <a:t>              "text": "処理条件を引き継ぐ",</a:t>
            </a:r>
          </a:p>
          <a:p>
            <a:r>
              <a:t>              "refs": [</a:t>
            </a:r>
          </a:p>
          <a:p>
            <a:r>
              <a:t>                {</a:t>
            </a:r>
          </a:p>
          <a:p>
            <a:r>
              <a:t>                  "source_id": "s0070",</a:t>
            </a:r>
          </a:p>
          <a:p>
            <a:r>
              <a:t>                  "quote": "処理条件を引き継ぐ"</a:t>
            </a:r>
          </a:p>
          <a:p>
            <a:r>
              <a:t>                }</a:t>
            </a:r>
          </a:p>
          <a:p>
            <a:r>
              <a:t>              ],</a:t>
            </a:r>
          </a:p>
          <a:p>
            <a:r>
              <a:t>              "mode": "verbatim"</a:t>
            </a:r>
          </a:p>
          <a:p>
            <a:r>
              <a:t>            }</a:t>
            </a:r>
          </a:p>
          <a:p>
            <a:r>
              <a:t>          ]</a:t>
            </a:r>
          </a:p>
          <a:p>
            <a:r>
              <a:t>        }</a:t>
            </a:r>
          </a:p>
          <a:p>
            <a:r>
              <a:t>      ]</a:t>
            </a:r>
          </a:p>
          <a:p>
            <a:r>
              <a:t>    }</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a:t>
            </a:r>
          </a:p>
          <a:p>
            <a:r>
              <a:t>  "template_sha256": "b6c74550fdcd9810d701c27da99b683aeb478537bfd210fbe3fc937527c4d3a0"</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2" name="rel:node_0"/>
          <p:cNvSpPr/>
          <p:nvPr/>
        </p:nvSpPr>
        <p:spPr>
          <a:xfrm>
            <a:off x="822960" y="3255264"/>
            <a:ext cx="2834640" cy="123444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896112" y="3278124"/>
            <a:ext cx="2688336" cy="118872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8476488" y="3255264"/>
            <a:ext cx="2834640" cy="123444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8549640" y="3278124"/>
            <a:ext cx="2688336" cy="118872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cxnSp>
        <p:nvCxnSpPr>
          <p:cNvPr id="16" name="rel:edge_0&gt;1"/>
          <p:cNvCxnSpPr/>
          <p:nvPr/>
        </p:nvCxnSpPr>
        <p:spPr>
          <a:xfrm>
            <a:off x="3657600" y="3689604"/>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el:edge_label_0&gt;1"/>
          <p:cNvSpPr txBox="1"/>
          <p:nvPr/>
        </p:nvSpPr>
        <p:spPr>
          <a:xfrm>
            <a:off x="3730752" y="3415284"/>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照会を開始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0" name="rel:boundary"/>
          <p:cNvSpPr/>
          <p:nvPr/>
        </p:nvSpPr>
        <p:spPr>
          <a:xfrm>
            <a:off x="4599432" y="4096512"/>
            <a:ext cx="2971800" cy="1499616"/>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4663440" y="5266944"/>
            <a:ext cx="2843784"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内包：受付アプリ</a:t>
            </a:r>
          </a:p>
        </p:txBody>
      </p:sp>
      <p:sp>
        <p:nvSpPr>
          <p:cNvPr id="12" name="rel:node_0"/>
          <p:cNvSpPr/>
          <p:nvPr/>
        </p:nvSpPr>
        <p:spPr>
          <a:xfrm>
            <a:off x="4690872" y="4187952"/>
            <a:ext cx="2788920" cy="102412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4764024" y="4210812"/>
            <a:ext cx="2642615" cy="978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731520" y="4187952"/>
            <a:ext cx="2788920" cy="102412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804672" y="4210812"/>
            <a:ext cx="2642615" cy="978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利用者</a:t>
            </a:r>
          </a:p>
        </p:txBody>
      </p:sp>
      <p:sp>
        <p:nvSpPr>
          <p:cNvPr id="16" name="rel:node_2"/>
          <p:cNvSpPr/>
          <p:nvPr/>
        </p:nvSpPr>
        <p:spPr>
          <a:xfrm>
            <a:off x="8668512" y="4187952"/>
            <a:ext cx="2788920" cy="102412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8741664" y="4210812"/>
            <a:ext cx="2642615" cy="978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8" name="rel:node_3"/>
          <p:cNvSpPr/>
          <p:nvPr/>
        </p:nvSpPr>
        <p:spPr>
          <a:xfrm>
            <a:off x="4690872" y="2414016"/>
            <a:ext cx="2788920" cy="77724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4764024" y="2436876"/>
            <a:ext cx="2642615" cy="731519"/>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発行窓口</a:t>
            </a:r>
          </a:p>
        </p:txBody>
      </p:sp>
      <p:cxnSp>
        <p:nvCxnSpPr>
          <p:cNvPr id="22" name="rel:edge_1&gt;0"/>
          <p:cNvCxnSpPr/>
          <p:nvPr/>
        </p:nvCxnSpPr>
        <p:spPr>
          <a:xfrm>
            <a:off x="3520439" y="4882896"/>
            <a:ext cx="1170433"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el:edge_label_1&gt;0"/>
          <p:cNvSpPr txBox="1"/>
          <p:nvPr/>
        </p:nvSpPr>
        <p:spPr>
          <a:xfrm>
            <a:off x="3593591" y="4608576"/>
            <a:ext cx="102412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操作</a:t>
            </a:r>
          </a:p>
        </p:txBody>
      </p:sp>
      <p:cxnSp>
        <p:nvCxnSpPr>
          <p:cNvPr id="24" name="rel:edge_0&gt;2"/>
          <p:cNvCxnSpPr/>
          <p:nvPr/>
        </p:nvCxnSpPr>
        <p:spPr>
          <a:xfrm>
            <a:off x="7479792" y="4517136"/>
            <a:ext cx="1188720"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dge_label_0&gt;2"/>
          <p:cNvSpPr txBox="1"/>
          <p:nvPr/>
        </p:nvSpPr>
        <p:spPr>
          <a:xfrm>
            <a:off x="7552944" y="4242816"/>
            <a:ext cx="1042416"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30" name="rel:edge_3&gt;0"/>
          <p:cNvCxnSpPr/>
          <p:nvPr/>
        </p:nvCxnSpPr>
        <p:spPr>
          <a:xfrm>
            <a:off x="6249923" y="3191256"/>
            <a:ext cx="0" cy="996696"/>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l:edge_label_3&gt;0"/>
          <p:cNvSpPr txBox="1"/>
          <p:nvPr/>
        </p:nvSpPr>
        <p:spPr>
          <a:xfrm>
            <a:off x="6396227" y="3429000"/>
            <a:ext cx="1188720" cy="502920"/>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付与</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3</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2" name="rel:node_0"/>
          <p:cNvSpPr/>
          <p:nvPr/>
        </p:nvSpPr>
        <p:spPr>
          <a:xfrm>
            <a:off x="278891"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352043"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3406140"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3479292"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6" name="rel:node_2"/>
          <p:cNvSpPr/>
          <p:nvPr/>
        </p:nvSpPr>
        <p:spPr>
          <a:xfrm>
            <a:off x="6533388"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6606540"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確認窓口</a:t>
            </a:r>
          </a:p>
        </p:txBody>
      </p:sp>
      <p:sp>
        <p:nvSpPr>
          <p:cNvPr id="18" name="rel:node_3"/>
          <p:cNvSpPr/>
          <p:nvPr/>
        </p:nvSpPr>
        <p:spPr>
          <a:xfrm>
            <a:off x="9660636"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9733788"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発行窓口</a:t>
            </a:r>
          </a:p>
        </p:txBody>
      </p:sp>
      <p:cxnSp>
        <p:nvCxnSpPr>
          <p:cNvPr id="20" name="rel:lifeline_0"/>
          <p:cNvCxnSpPr/>
          <p:nvPr/>
        </p:nvCxnSpPr>
        <p:spPr>
          <a:xfrm>
            <a:off x="1399031"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1" name="rel:lifeline_1"/>
          <p:cNvCxnSpPr/>
          <p:nvPr/>
        </p:nvCxnSpPr>
        <p:spPr>
          <a:xfrm>
            <a:off x="4526280"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2" name="rel:lifeline_2"/>
          <p:cNvCxnSpPr/>
          <p:nvPr/>
        </p:nvCxnSpPr>
        <p:spPr>
          <a:xfrm>
            <a:off x="7653527"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3" name="rel:lifeline_3"/>
          <p:cNvCxnSpPr/>
          <p:nvPr/>
        </p:nvCxnSpPr>
        <p:spPr>
          <a:xfrm>
            <a:off x="10780776"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4" name="rel:event_label_0"/>
          <p:cNvSpPr txBox="1"/>
          <p:nvPr/>
        </p:nvSpPr>
        <p:spPr>
          <a:xfrm>
            <a:off x="1490471" y="2971800"/>
            <a:ext cx="2944369"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参照先を渡す</a:t>
            </a:r>
          </a:p>
        </p:txBody>
      </p:sp>
      <p:cxnSp>
        <p:nvCxnSpPr>
          <p:cNvPr id="25" name="rel:event_0_0"/>
          <p:cNvCxnSpPr/>
          <p:nvPr/>
        </p:nvCxnSpPr>
        <p:spPr>
          <a:xfrm>
            <a:off x="1399031" y="3268980"/>
            <a:ext cx="3127249"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el:event_label_1"/>
          <p:cNvSpPr txBox="1"/>
          <p:nvPr/>
        </p:nvSpPr>
        <p:spPr>
          <a:xfrm>
            <a:off x="4617720" y="3335274"/>
            <a:ext cx="294436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文書を要求</a:t>
            </a:r>
          </a:p>
        </p:txBody>
      </p:sp>
      <p:cxnSp>
        <p:nvCxnSpPr>
          <p:cNvPr id="29" name="rel:event_1_0"/>
          <p:cNvCxnSpPr/>
          <p:nvPr/>
        </p:nvCxnSpPr>
        <p:spPr>
          <a:xfrm>
            <a:off x="4526280" y="3632454"/>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el:event_label_2"/>
          <p:cNvSpPr txBox="1"/>
          <p:nvPr/>
        </p:nvSpPr>
        <p:spPr>
          <a:xfrm>
            <a:off x="4617720" y="3698748"/>
            <a:ext cx="294436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文書を応答</a:t>
            </a:r>
          </a:p>
        </p:txBody>
      </p:sp>
      <p:cxnSp>
        <p:nvCxnSpPr>
          <p:cNvPr id="33" name="rel:event_2_0"/>
          <p:cNvCxnSpPr/>
          <p:nvPr/>
        </p:nvCxnSpPr>
        <p:spPr>
          <a:xfrm flipH="1">
            <a:off x="4526280" y="3995928"/>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l:event_label_3"/>
          <p:cNvSpPr txBox="1"/>
          <p:nvPr/>
        </p:nvSpPr>
        <p:spPr>
          <a:xfrm>
            <a:off x="3703320" y="4062222"/>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内部で確認</a:t>
            </a:r>
          </a:p>
        </p:txBody>
      </p:sp>
      <p:cxnSp>
        <p:nvCxnSpPr>
          <p:cNvPr id="37" name="rel:event_3_0"/>
          <p:cNvCxnSpPr/>
          <p:nvPr/>
        </p:nvCxnSpPr>
        <p:spPr>
          <a:xfrm>
            <a:off x="4526280" y="4359402"/>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8" name="rel:event_3_1"/>
          <p:cNvCxnSpPr/>
          <p:nvPr/>
        </p:nvCxnSpPr>
        <p:spPr>
          <a:xfrm>
            <a:off x="5093208" y="4359402"/>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9" name="rel:event_3_2"/>
          <p:cNvCxnSpPr/>
          <p:nvPr/>
        </p:nvCxnSpPr>
        <p:spPr>
          <a:xfrm flipV="1" flipH="1">
            <a:off x="4526280" y="4441698"/>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0" name="rel:event_label_4"/>
          <p:cNvSpPr txBox="1"/>
          <p:nvPr/>
        </p:nvSpPr>
        <p:spPr>
          <a:xfrm>
            <a:off x="4617720" y="4425696"/>
            <a:ext cx="607161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受付を依頼</a:t>
            </a:r>
          </a:p>
        </p:txBody>
      </p:sp>
      <p:cxnSp>
        <p:nvCxnSpPr>
          <p:cNvPr id="41" name="rel:event_4_0"/>
          <p:cNvCxnSpPr/>
          <p:nvPr/>
        </p:nvCxnSpPr>
        <p:spPr>
          <a:xfrm>
            <a:off x="4526280" y="4722876"/>
            <a:ext cx="625449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rel:event_label_5"/>
          <p:cNvSpPr txBox="1"/>
          <p:nvPr/>
        </p:nvSpPr>
        <p:spPr>
          <a:xfrm>
            <a:off x="4617720" y="4789170"/>
            <a:ext cx="607161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結果を応答</a:t>
            </a:r>
          </a:p>
        </p:txBody>
      </p:sp>
      <p:cxnSp>
        <p:nvCxnSpPr>
          <p:cNvPr id="45" name="rel:event_5_0"/>
          <p:cNvCxnSpPr/>
          <p:nvPr/>
        </p:nvCxnSpPr>
        <p:spPr>
          <a:xfrm flipH="1">
            <a:off x="4526280" y="5086350"/>
            <a:ext cx="625449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rel:event_label_6"/>
          <p:cNvSpPr txBox="1"/>
          <p:nvPr/>
        </p:nvSpPr>
        <p:spPr>
          <a:xfrm>
            <a:off x="1490471" y="5152644"/>
            <a:ext cx="2944369"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資料を提示</a:t>
            </a:r>
          </a:p>
        </p:txBody>
      </p:sp>
      <p:cxnSp>
        <p:nvCxnSpPr>
          <p:cNvPr id="49" name="rel:event_6_0"/>
          <p:cNvCxnSpPr/>
          <p:nvPr/>
        </p:nvCxnSpPr>
        <p:spPr>
          <a:xfrm flipH="1">
            <a:off x="1399031" y="5449824"/>
            <a:ext cx="3127249"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2" name="rel:event_label_7"/>
          <p:cNvSpPr txBox="1"/>
          <p:nvPr/>
        </p:nvSpPr>
        <p:spPr>
          <a:xfrm>
            <a:off x="576071" y="5516118"/>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内部で保存</a:t>
            </a:r>
          </a:p>
        </p:txBody>
      </p:sp>
      <p:cxnSp>
        <p:nvCxnSpPr>
          <p:cNvPr id="53" name="rel:event_7_0"/>
          <p:cNvCxnSpPr/>
          <p:nvPr/>
        </p:nvCxnSpPr>
        <p:spPr>
          <a:xfrm>
            <a:off x="1399031" y="5813298"/>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54" name="rel:event_7_1"/>
          <p:cNvCxnSpPr/>
          <p:nvPr/>
        </p:nvCxnSpPr>
        <p:spPr>
          <a:xfrm>
            <a:off x="1965959" y="5813298"/>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55" name="rel:event_7_2"/>
          <p:cNvCxnSpPr/>
          <p:nvPr/>
        </p:nvCxnSpPr>
        <p:spPr>
          <a:xfrm flipV="1" flipH="1">
            <a:off x="1399031" y="5895594"/>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4</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2" name="decor:4"/>
          <p:cNvSpPr/>
          <p:nvPr/>
        </p:nvSpPr>
        <p:spPr>
          <a:xfrm>
            <a:off x="5989320" y="2148840"/>
            <a:ext cx="10972" cy="363931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left_caption"/>
          <p:cNvSpPr txBox="1"/>
          <p:nvPr/>
        </p:nvSpPr>
        <p:spPr>
          <a:xfrm>
            <a:off x="731520" y="2084831"/>
            <a:ext cx="5029200" cy="36576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087E83"/>
                </a:solidFill>
                <a:latin typeface="Yu Gothic"/>
                <a:ea typeface="Yu Gothic"/>
                <a:cs typeface="Yu Gothic"/>
              </a:defRPr>
            </a:pPr>
            <a:r>
              <a:rPr lang="ja-JP" sz="2000" b="1">
                <a:solidFill>
                  <a:srgbClr val="087E83"/>
                </a:solidFill>
                <a:latin typeface="Yu Gothic"/>
                <a:ea typeface="Yu Gothic"/>
                <a:cs typeface="Yu Gothic"/>
              </a:rPr>
              <a:t>一対一の照会</a:t>
            </a:r>
          </a:p>
        </p:txBody>
      </p:sp>
      <p:sp>
        <p:nvSpPr>
          <p:cNvPr id="14" name="slot:right_caption"/>
          <p:cNvSpPr txBox="1"/>
          <p:nvPr/>
        </p:nvSpPr>
        <p:spPr>
          <a:xfrm>
            <a:off x="6263640" y="2084831"/>
            <a:ext cx="5029200" cy="36576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087E83"/>
                </a:solidFill>
                <a:latin typeface="Yu Gothic"/>
                <a:ea typeface="Yu Gothic"/>
                <a:cs typeface="Yu Gothic"/>
              </a:defRPr>
            </a:pPr>
            <a:r>
              <a:rPr lang="ja-JP" sz="2000" b="1">
                <a:solidFill>
                  <a:srgbClr val="087E83"/>
                </a:solidFill>
                <a:latin typeface="Yu Gothic"/>
                <a:ea typeface="Yu Gothic"/>
                <a:cs typeface="Yu Gothic"/>
              </a:rPr>
              <a:t>一対多の配信</a:t>
            </a:r>
          </a:p>
        </p:txBody>
      </p:sp>
      <p:sp>
        <p:nvSpPr>
          <p:cNvPr id="15" name="rel:node_0"/>
          <p:cNvSpPr/>
          <p:nvPr/>
        </p:nvSpPr>
        <p:spPr>
          <a:xfrm>
            <a:off x="777240" y="3328416"/>
            <a:ext cx="1554480" cy="107899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l:node_label_0"/>
          <p:cNvSpPr txBox="1"/>
          <p:nvPr/>
        </p:nvSpPr>
        <p:spPr>
          <a:xfrm>
            <a:off x="850392" y="3351276"/>
            <a:ext cx="1408176" cy="1033271"/>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依頼元</a:t>
            </a:r>
          </a:p>
        </p:txBody>
      </p:sp>
      <p:sp>
        <p:nvSpPr>
          <p:cNvPr id="17" name="rel:node_1"/>
          <p:cNvSpPr/>
          <p:nvPr/>
        </p:nvSpPr>
        <p:spPr>
          <a:xfrm>
            <a:off x="4178808" y="3328416"/>
            <a:ext cx="1554480" cy="107899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l:node_label_1"/>
          <p:cNvSpPr txBox="1"/>
          <p:nvPr/>
        </p:nvSpPr>
        <p:spPr>
          <a:xfrm>
            <a:off x="4251960" y="3351276"/>
            <a:ext cx="1408176" cy="1033271"/>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9" name="rel:node_2"/>
          <p:cNvSpPr/>
          <p:nvPr/>
        </p:nvSpPr>
        <p:spPr>
          <a:xfrm>
            <a:off x="6373368" y="2834640"/>
            <a:ext cx="1554480" cy="257860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l:node_label_2"/>
          <p:cNvSpPr txBox="1"/>
          <p:nvPr/>
        </p:nvSpPr>
        <p:spPr>
          <a:xfrm>
            <a:off x="6446520" y="2857500"/>
            <a:ext cx="1408176" cy="253288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配信元</a:t>
            </a:r>
          </a:p>
        </p:txBody>
      </p:sp>
      <p:sp>
        <p:nvSpPr>
          <p:cNvPr id="21" name="rel:node_3"/>
          <p:cNvSpPr/>
          <p:nvPr/>
        </p:nvSpPr>
        <p:spPr>
          <a:xfrm>
            <a:off x="9875520" y="2834640"/>
            <a:ext cx="1554480" cy="74980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l:node_label_3"/>
          <p:cNvSpPr txBox="1"/>
          <p:nvPr/>
        </p:nvSpPr>
        <p:spPr>
          <a:xfrm>
            <a:off x="9948672" y="2857500"/>
            <a:ext cx="1408176" cy="704087"/>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宛先A</a:t>
            </a:r>
          </a:p>
        </p:txBody>
      </p:sp>
      <p:sp>
        <p:nvSpPr>
          <p:cNvPr id="23" name="rel:node_4"/>
          <p:cNvSpPr/>
          <p:nvPr/>
        </p:nvSpPr>
        <p:spPr>
          <a:xfrm>
            <a:off x="9875520" y="4663440"/>
            <a:ext cx="1554480" cy="74980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l:node_label_4"/>
          <p:cNvSpPr txBox="1"/>
          <p:nvPr/>
        </p:nvSpPr>
        <p:spPr>
          <a:xfrm>
            <a:off x="9948672" y="4686300"/>
            <a:ext cx="1408176" cy="704087"/>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宛先B</a:t>
            </a:r>
          </a:p>
        </p:txBody>
      </p:sp>
      <p:cxnSp>
        <p:nvCxnSpPr>
          <p:cNvPr id="25" name="rel:edge_0&gt;1"/>
          <p:cNvCxnSpPr/>
          <p:nvPr/>
        </p:nvCxnSpPr>
        <p:spPr>
          <a:xfrm>
            <a:off x="2331720" y="3685032"/>
            <a:ext cx="18470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el:edge_label_0&gt;1"/>
          <p:cNvSpPr txBox="1"/>
          <p:nvPr/>
        </p:nvSpPr>
        <p:spPr>
          <a:xfrm>
            <a:off x="2404872" y="3410712"/>
            <a:ext cx="1700784"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29" name="rel:edge_2&gt;3"/>
          <p:cNvCxnSpPr/>
          <p:nvPr/>
        </p:nvCxnSpPr>
        <p:spPr>
          <a:xfrm>
            <a:off x="7927848" y="3026664"/>
            <a:ext cx="19476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el:edge_label_2&gt;3"/>
          <p:cNvSpPr txBox="1"/>
          <p:nvPr/>
        </p:nvSpPr>
        <p:spPr>
          <a:xfrm>
            <a:off x="8001000" y="2752344"/>
            <a:ext cx="180136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配信</a:t>
            </a:r>
          </a:p>
        </p:txBody>
      </p:sp>
      <p:cxnSp>
        <p:nvCxnSpPr>
          <p:cNvPr id="33" name="rel:edge_2&gt;4"/>
          <p:cNvCxnSpPr/>
          <p:nvPr/>
        </p:nvCxnSpPr>
        <p:spPr>
          <a:xfrm>
            <a:off x="7927848" y="4855464"/>
            <a:ext cx="19476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l:edge_label_2&gt;4"/>
          <p:cNvSpPr txBox="1"/>
          <p:nvPr/>
        </p:nvSpPr>
        <p:spPr>
          <a:xfrm>
            <a:off x="8001000" y="4581144"/>
            <a:ext cx="180136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配信</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5</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2" name="rel:node_0"/>
          <p:cNvSpPr/>
          <p:nvPr/>
        </p:nvSpPr>
        <p:spPr>
          <a:xfrm>
            <a:off x="822960" y="2523744"/>
            <a:ext cx="2834640" cy="327355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896112" y="2546603"/>
            <a:ext cx="2688336" cy="322783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https://id.test/x</a:t>
            </a:r>
          </a:p>
        </p:txBody>
      </p:sp>
      <p:sp>
        <p:nvSpPr>
          <p:cNvPr id="14" name="rel:node_1"/>
          <p:cNvSpPr/>
          <p:nvPr/>
        </p:nvSpPr>
        <p:spPr>
          <a:xfrm>
            <a:off x="8476488" y="2523744"/>
            <a:ext cx="2834640" cy="149047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8549640" y="2546603"/>
            <a:ext cx="2688336" cy="144475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主体A</a:t>
            </a:r>
          </a:p>
        </p:txBody>
      </p:sp>
      <p:sp>
        <p:nvSpPr>
          <p:cNvPr id="16" name="rel:node_2"/>
          <p:cNvSpPr/>
          <p:nvPr/>
        </p:nvSpPr>
        <p:spPr>
          <a:xfrm>
            <a:off x="8476488" y="4160520"/>
            <a:ext cx="2834640" cy="149047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8549640" y="4183380"/>
            <a:ext cx="2688336" cy="144475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主体B</a:t>
            </a:r>
          </a:p>
        </p:txBody>
      </p:sp>
      <p:cxnSp>
        <p:nvCxnSpPr>
          <p:cNvPr id="20" name="rel:edge_1&gt;0"/>
          <p:cNvCxnSpPr/>
          <p:nvPr/>
        </p:nvCxnSpPr>
        <p:spPr>
          <a:xfrm flipH="1">
            <a:off x="3657600" y="3451860"/>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el:edge_label_1&gt;0"/>
          <p:cNvSpPr txBox="1"/>
          <p:nvPr/>
        </p:nvSpPr>
        <p:spPr>
          <a:xfrm>
            <a:off x="3730752" y="3177540"/>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同じURLを提示</a:t>
            </a:r>
          </a:p>
        </p:txBody>
      </p:sp>
      <p:cxnSp>
        <p:nvCxnSpPr>
          <p:cNvPr id="24" name="rel:edge_2&gt;0"/>
          <p:cNvCxnSpPr/>
          <p:nvPr/>
        </p:nvCxnSpPr>
        <p:spPr>
          <a:xfrm flipH="1">
            <a:off x="3657600" y="5088636"/>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dge_label_2&gt;0"/>
          <p:cNvSpPr txBox="1"/>
          <p:nvPr/>
        </p:nvSpPr>
        <p:spPr>
          <a:xfrm>
            <a:off x="3730752" y="4814316"/>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同じURLを提示</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6</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graphicFrame>
        <p:nvGraphicFramePr>
          <p:cNvPr id="10" name="rel:comparison"/>
          <p:cNvGraphicFramePr>
            <a:graphicFrameLocks noGrp="1"/>
          </p:cNvGraphicFramePr>
          <p:nvPr/>
        </p:nvGraphicFramePr>
        <p:xfrm>
          <a:off x="603504" y="2194560"/>
          <a:ext cx="10972800" cy="3511296"/>
        </p:xfrm>
        <a:graphic>
          <a:graphicData uri="http://schemas.openxmlformats.org/drawingml/2006/table">
            <a:tbl>
              <a:tblPr firstRow="1" bandRow="1">
                <a:tableStyleId>{5C22544A-7EE6-4342-B048-85BDC9FD1C3A}</a:tableStyleId>
              </a:tblPr>
              <a:tblGrid>
                <a:gridCol w="2139696"/>
                <a:gridCol w="2944368"/>
                <a:gridCol w="2944368"/>
                <a:gridCol w="2944368"/>
              </a:tblGrid>
              <a:tr h="603504">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比較軸</a:t>
                      </a:r>
                    </a:p>
                  </a:txBody>
                  <a:tcPr marL="109728" marR="109728" marT="45720" marB="45720" anchor="ctr">
                    <a:solidFill>
                      <a:srgbClr val="213547"/>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方式A</a:t>
                      </a:r>
                    </a:p>
                  </a:txBody>
                  <a:tcPr marL="109728" marR="109728" marT="45720" marB="45720" anchor="ctr">
                    <a:solidFill>
                      <a:srgbClr val="213547"/>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方式B</a:t>
                      </a:r>
                    </a:p>
                  </a:txBody>
                  <a:tcPr marL="109728" marR="109728" marT="45720" marB="45720" anchor="ctr">
                    <a:solidFill>
                      <a:srgbClr val="213547"/>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方式C</a:t>
                      </a:r>
                    </a:p>
                  </a:txBody>
                  <a:tcPr marL="109728" marR="109728" marT="45720" marB="45720" anchor="ctr">
                    <a:solidFill>
                      <a:srgbClr val="213547"/>
                    </a:solidFill>
                  </a:tcPr>
                </a:tc>
              </a:tr>
              <a:tr h="969264">
                <a:tc>
                  <a:txBody>
                    <a:bodyPr wrap="square" anchor="t" lIns="18288" rIns="18288" tIns="13716" bIns="13716">
                      <a:noAutofit/>
                    </a:bodyPr>
                    <a:lstStyle/>
                    <a:p>
                      <a:pPr hangingPunct="0" eaLnBrk="1" latinLnBrk="0">
                        <a:lnSpc>
                          <a:spcPts val="2125"/>
                        </a:lnSpc>
                        <a:spcBef>
                          <a:spcPts val="0"/>
                        </a:spcBef>
                        <a:spcAft>
                          <a:spcPts val="0"/>
                        </a:spcAft>
                        <a:defRPr lang="ja-JP" sz="1700" b="1">
                          <a:solidFill>
                            <a:srgbClr val="213547"/>
                          </a:solidFill>
                          <a:latin typeface="Yu Gothic"/>
                          <a:ea typeface="Yu Gothic"/>
                          <a:cs typeface="Yu Gothic"/>
                        </a:defRPr>
                      </a:pPr>
                      <a:r>
                        <a:rPr lang="ja-JP" sz="1700" b="1">
                          <a:solidFill>
                            <a:srgbClr val="213547"/>
                          </a:solidFill>
                          <a:latin typeface="Yu Gothic"/>
                          <a:ea typeface="Yu Gothic"/>
                          <a:cs typeface="Yu Gothic"/>
                        </a:rPr>
                        <a:t>識別の扱い</a:t>
                      </a:r>
                    </a:p>
                  </a:txBody>
                  <a:tcPr marL="109728" marR="109728" marT="45720" marB="45720"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事前に識別子を登録</a:t>
                      </a:r>
                    </a:p>
                  </a:txBody>
                  <a:tcPr marL="109728" marR="109728" marT="45720" marB="45720"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共通の参照先を提示</a:t>
                      </a:r>
                    </a:p>
                  </a:txBody>
                  <a:tcPr marL="109728" marR="109728" marT="45720" marB="45720"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処理ごとに識別子を渡す</a:t>
                      </a:r>
                    </a:p>
                  </a:txBody>
                  <a:tcPr marL="109728" marR="109728" marT="45720" marB="45720" anchor="ctr">
                    <a:solidFill>
                      <a:srgbClr val="FFFFFF"/>
                    </a:solidFill>
                  </a:tcPr>
                </a:tc>
              </a:tr>
              <a:tr h="969264">
                <a:tc>
                  <a:txBody>
                    <a:bodyPr wrap="square" anchor="t" lIns="18288" rIns="18288" tIns="13716" bIns="13716">
                      <a:noAutofit/>
                    </a:bodyPr>
                    <a:lstStyle/>
                    <a:p>
                      <a:pPr hangingPunct="0" eaLnBrk="1" latinLnBrk="0">
                        <a:lnSpc>
                          <a:spcPts val="2125"/>
                        </a:lnSpc>
                        <a:spcBef>
                          <a:spcPts val="0"/>
                        </a:spcBef>
                        <a:spcAft>
                          <a:spcPts val="0"/>
                        </a:spcAft>
                        <a:defRPr lang="ja-JP" sz="1700" b="1">
                          <a:solidFill>
                            <a:srgbClr val="213547"/>
                          </a:solidFill>
                          <a:latin typeface="Yu Gothic"/>
                          <a:ea typeface="Yu Gothic"/>
                          <a:cs typeface="Yu Gothic"/>
                        </a:defRPr>
                      </a:pPr>
                      <a:r>
                        <a:rPr lang="ja-JP" sz="1700" b="1">
                          <a:solidFill>
                            <a:srgbClr val="213547"/>
                          </a:solidFill>
                          <a:latin typeface="Yu Gothic"/>
                          <a:ea typeface="Yu Gothic"/>
                          <a:cs typeface="Yu Gothic"/>
                        </a:rPr>
                        <a:t>確認する主体</a:t>
                      </a:r>
                    </a:p>
                  </a:txBody>
                  <a:tcPr marL="109728" marR="109728" marT="45720" marB="45720" anchor="ctr">
                    <a:solidFill>
                      <a:srgbClr val="EDF2F6"/>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受付側が登録内容を照合</a:t>
                      </a:r>
                    </a:p>
                  </a:txBody>
                  <a:tcPr marL="109728" marR="109728" marT="45720" marB="45720" anchor="ctr">
                    <a:solidFill>
                      <a:srgbClr val="EDF2F6"/>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照会側が参照先を確認</a:t>
                      </a:r>
                    </a:p>
                  </a:txBody>
                  <a:tcPr marL="109728" marR="109728" marT="45720" marB="45720" anchor="ctr">
                    <a:solidFill>
                      <a:srgbClr val="EDF2F6"/>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各処理の担当が確認</a:t>
                      </a:r>
                    </a:p>
                  </a:txBody>
                  <a:tcPr marL="109728" marR="109728" marT="45720" marB="45720" anchor="ctr">
                    <a:solidFill>
                      <a:srgbClr val="EDF2F6"/>
                    </a:solidFill>
                  </a:tcPr>
                </a:tc>
              </a:tr>
              <a:tr h="969264">
                <a:tc>
                  <a:txBody>
                    <a:bodyPr wrap="square" anchor="t" lIns="18288" rIns="18288" tIns="13716" bIns="13716">
                      <a:noAutofit/>
                    </a:bodyPr>
                    <a:lstStyle/>
                    <a:p>
                      <a:pPr hangingPunct="0" eaLnBrk="1" latinLnBrk="0">
                        <a:lnSpc>
                          <a:spcPts val="2125"/>
                        </a:lnSpc>
                        <a:spcBef>
                          <a:spcPts val="0"/>
                        </a:spcBef>
                        <a:spcAft>
                          <a:spcPts val="0"/>
                        </a:spcAft>
                        <a:defRPr lang="ja-JP" sz="1700" b="1">
                          <a:solidFill>
                            <a:srgbClr val="213547"/>
                          </a:solidFill>
                          <a:latin typeface="Yu Gothic"/>
                          <a:ea typeface="Yu Gothic"/>
                          <a:cs typeface="Yu Gothic"/>
                        </a:defRPr>
                      </a:pPr>
                      <a:r>
                        <a:rPr lang="ja-JP" sz="1700" b="1">
                          <a:solidFill>
                            <a:srgbClr val="213547"/>
                          </a:solidFill>
                          <a:latin typeface="Yu Gothic"/>
                          <a:ea typeface="Yu Gothic"/>
                          <a:cs typeface="Yu Gothic"/>
                        </a:rPr>
                        <a:t>更新時の条件</a:t>
                      </a:r>
                    </a:p>
                  </a:txBody>
                  <a:tcPr marL="109728" marR="109728" marT="45720" marB="45720"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登録内容を更新</a:t>
                      </a:r>
                    </a:p>
                  </a:txBody>
                  <a:tcPr marL="109728" marR="109728" marT="45720" marB="45720"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参照先の内容を更新</a:t>
                      </a:r>
                    </a:p>
                  </a:txBody>
                  <a:tcPr marL="109728" marR="109728" marT="45720" marB="45720"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処理条件を引き継ぐ</a:t>
                      </a:r>
                    </a:p>
                  </a:txBody>
                  <a:tcPr marL="109728" marR="109728" marT="45720" marB="45720"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架空の構造検証</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