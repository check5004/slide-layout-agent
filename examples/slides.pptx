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"slide_id": "slides1",</a:t>
            </a:r>
          </a:p>
          <a:p>
            <a:r>
              <a:t>  "origin": "slide1",</a:t>
            </a:r>
          </a:p>
          <a:p>
            <a:r>
              <a:t>  "layout_id": "title",</a:t>
            </a:r>
          </a:p>
          <a:p>
            <a:r>
              <a:t>  "rationale": "原文のスライド境界を保持。短い導入なのでtitleを選択。",</a:t>
            </a:r>
          </a:p>
          <a:p>
            <a:r>
              <a:t>  "source_sha256": "60460acfe36e46e7019801ed90c4786dcb6da8b28a8acf0795ae630c011b70fd",</a:t>
            </a:r>
          </a:p>
          <a:p>
            <a:r>
              <a:t>  "evidence": [</a:t>
            </a:r>
          </a:p>
          <a:p>
            <a:r>
              <a:t>    {</a:t>
            </a:r>
          </a:p>
          <a:p>
            <a:r>
              <a:t>      "text": "架空の読書会",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"s001",</a:t>
            </a:r>
          </a:p>
          <a:p>
            <a:r>
              <a:t>          "quote": "架空の読書会"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"参加者の希望を事前に記録する。",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"s002",</a:t>
            </a:r>
          </a:p>
          <a:p>
            <a:r>
              <a:t>          "quote": "参加者の希望を事前に記録する。"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"citations": {</a:t>
            </a:r>
          </a:p>
          <a:p>
            <a:r>
              <a:t>    "s001": "",</a:t>
            </a:r>
          </a:p>
          <a:p>
            <a:r>
              <a:t>    "s002": ""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"slide_id": "slides2",</a:t>
            </a:r>
          </a:p>
          <a:p>
            <a:r>
              <a:t>  "origin": "slide2",</a:t>
            </a:r>
          </a:p>
          <a:p>
            <a:r>
              <a:t>  "layout_id": "bullets",</a:t>
            </a:r>
          </a:p>
          <a:p>
            <a:r>
              <a:t>  "rationale": "原文の同一スライド内にある二つの段落を保持。効果未確認の留保を省略しない。",</a:t>
            </a:r>
          </a:p>
          <a:p>
            <a:r>
              <a:t>  "source_sha256": "60460acfe36e46e7019801ed90c4786dcb6da8b28a8acf0795ae630c011b70fd",</a:t>
            </a:r>
          </a:p>
          <a:p>
            <a:r>
              <a:t>  "evidence": [</a:t>
            </a:r>
          </a:p>
          <a:p>
            <a:r>
              <a:t>    {</a:t>
            </a:r>
          </a:p>
          <a:p>
            <a:r>
              <a:t>      "text": "受付方法の見直し",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"s003",</a:t>
            </a:r>
          </a:p>
          <a:p>
            <a:r>
              <a:t>          "quote": "受付方法の見直し"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"記録方法を整理する。ただし、効果はまだ確認していない。",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"s004",</a:t>
            </a:r>
          </a:p>
          <a:p>
            <a:r>
              <a:t>          "quote": "記録方法を整理する。ただし、効果はまだ確認していない。"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"試行後に記録を確認し、改善を検討する。",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"s005",</a:t>
            </a:r>
          </a:p>
          <a:p>
            <a:r>
              <a:t>          "quote": "試行後に記録を確認し、改善を検討する。"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"citations": {</a:t>
            </a:r>
          </a:p>
          <a:p>
            <a:r>
              <a:t>    "s003": "",</a:t>
            </a:r>
          </a:p>
          <a:p>
            <a:r>
              <a:t>    "s004": "",</a:t>
            </a:r>
          </a:p>
          <a:p>
            <a:r>
              <a:t>    "s005": ""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"/>
          <p:cNvSpPr/>
          <p:nvPr/>
        </p:nvSpPr>
        <p:spPr>
          <a:xfrm>
            <a:off x="548640" y="292608"/>
            <a:ext cx="457200" cy="50292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94719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 lang="ja-JP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3200" b="1" lang="ja-JP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架空の読書会</a:t>
            </a:r>
          </a:p>
        </p:txBody>
      </p:sp>
      <p:sp>
        <p:nvSpPr>
          <p:cNvPr id="4" name="decoration"/>
          <p:cNvSpPr/>
          <p:nvPr/>
        </p:nvSpPr>
        <p:spPr>
          <a:xfrm>
            <a:off x="822959" y="2395728"/>
            <a:ext cx="64008" cy="182880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dy"/>
          <p:cNvSpPr txBox="1"/>
          <p:nvPr/>
        </p:nvSpPr>
        <p:spPr>
          <a:xfrm>
            <a:off x="1033271" y="2286000"/>
            <a:ext cx="9756648" cy="3090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 lang="ja-JP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400" b="0" lang="ja-JP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参加者の希望を事前に記録する。</a:t>
            </a:r>
          </a:p>
        </p:txBody>
      </p:sp>
      <p:sp>
        <p:nvSpPr>
          <p:cNvPr id="6" name="decoration"/>
          <p:cNvSpPr/>
          <p:nvPr/>
        </p:nvSpPr>
        <p:spPr>
          <a:xfrm>
            <a:off x="11109960" y="2286000"/>
            <a:ext cx="137160" cy="3200400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10149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 lang="ja-JP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200" b="0" lang="ja-JP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SOURCE  s001, s002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400" b="0" lang="ja-JP">
                <a:solidFill>
                  <a:srgbClr val="FFFFFF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"/>
          <p:cNvSpPr/>
          <p:nvPr/>
        </p:nvSpPr>
        <p:spPr>
          <a:xfrm>
            <a:off x="548640" y="292608"/>
            <a:ext cx="457200" cy="50292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94719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3200" b="1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受付方法の見直し</a:t>
            </a:r>
          </a:p>
        </p:txBody>
      </p:sp>
      <p:sp>
        <p:nvSpPr>
          <p:cNvPr id="4" name="decoration"/>
          <p:cNvSpPr/>
          <p:nvPr/>
        </p:nvSpPr>
        <p:spPr>
          <a:xfrm>
            <a:off x="731520" y="1938528"/>
            <a:ext cx="64008" cy="182880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dy"/>
          <p:cNvSpPr txBox="1"/>
          <p:nvPr/>
        </p:nvSpPr>
        <p:spPr>
          <a:xfrm>
            <a:off x="941832" y="1828800"/>
            <a:ext cx="10518647" cy="1970531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記録方法を整理する。ただし、効果はまだ確認していない。</a:t>
            </a:r>
          </a:p>
        </p:txBody>
      </p:sp>
      <p:sp>
        <p:nvSpPr>
          <p:cNvPr id="6" name="decoration"/>
          <p:cNvSpPr/>
          <p:nvPr/>
        </p:nvSpPr>
        <p:spPr>
          <a:xfrm>
            <a:off x="731520" y="4018788"/>
            <a:ext cx="64008" cy="182880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ody"/>
          <p:cNvSpPr txBox="1"/>
          <p:nvPr/>
        </p:nvSpPr>
        <p:spPr>
          <a:xfrm>
            <a:off x="941832" y="3909060"/>
            <a:ext cx="10518647" cy="1970531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試行後に記録を確認し、改善を検討する。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548640" y="6382512"/>
            <a:ext cx="10149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 lang="ja-JP">
                <a:solidFill>
                  <a:srgbClr val="5B687A"/>
                </a:solidFill>
                <a:latin typeface="Meiryo"/>
                <a:ea typeface="Meiryo"/>
                <a:cs typeface="Meiryo"/>
              </a:defRPr>
            </a:pPr>
            <a:r>
              <a:rPr sz="1200" b="0" lang="ja-JP">
                <a:solidFill>
                  <a:srgbClr val="5B687A"/>
                </a:solidFill>
                <a:latin typeface="Meiryo"/>
                <a:ea typeface="Meiryo"/>
                <a:cs typeface="Meiryo"/>
              </a:rPr>
              <a:t>SOURCE  s003, s004, s005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1400" b="0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架空の読書会</dc:title>
  <dc:subject>Source-traceable editable slides</dc:subject>
  <dc:creator>slide-layout-agent</dc:creator>
  <cp:keywords/>
  <dc:description>Independent implementation. Source references are recorded in slide notes.</dc:description>
  <cp:lastModifiedBy>slide-layout-agent</cp:lastModifiedBy>
  <cp:revision>1</cp:revision>
  <dcterms:created xsi:type="dcterms:W3CDTF">2013-01-27T09:14:16Z</dcterms:created>
  <dcterms:modified xsi:type="dcterms:W3CDTF">2013-01-27T09:15:58Z</dcterms:modified>
  <cp:category/>
</cp:coreProperties>
</file>